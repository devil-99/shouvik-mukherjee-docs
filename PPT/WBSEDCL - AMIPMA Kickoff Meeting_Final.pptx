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theme/theme3.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theme/theme4.xml" ContentType="application/vnd.openxmlformats-officedocument.theme+xml"/>
  <Override PartName="/ppt/tags/tag16.xml" ContentType="application/vnd.openxmlformats-officedocument.presentationml.tags+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theme/theme5.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tags/tag21.xml" ContentType="application/vnd.openxmlformats-officedocument.presentationml.tags+xml"/>
  <Override PartName="/ppt/notesSlides/notesSlide2.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3.xml" ContentType="application/vnd.openxmlformats-officedocument.presentationml.notesSlide+xml"/>
  <Override PartName="/ppt/tags/tag25.xml" ContentType="application/vnd.openxmlformats-officedocument.presentationml.tags+xml"/>
  <Override PartName="/ppt/notesSlides/notesSlide4.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5.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8.xml" ContentType="application/vnd.openxmlformats-officedocument.presentationml.notesSlide+xml"/>
  <Override PartName="/ppt/tags/tag36.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169" r:id="rId4"/>
    <p:sldMasterId id="2147484071" r:id="rId5"/>
    <p:sldMasterId id="2147483672" r:id="rId6"/>
    <p:sldMasterId id="2147483757" r:id="rId7"/>
    <p:sldMasterId id="2147483677" r:id="rId8"/>
  </p:sldMasterIdLst>
  <p:notesMasterIdLst>
    <p:notesMasterId r:id="rId31"/>
  </p:notesMasterIdLst>
  <p:handoutMasterIdLst>
    <p:handoutMasterId r:id="rId32"/>
  </p:handoutMasterIdLst>
  <p:sldIdLst>
    <p:sldId id="1789" r:id="rId9"/>
    <p:sldId id="3969" r:id="rId10"/>
    <p:sldId id="2147374253" r:id="rId11"/>
    <p:sldId id="2147374247" r:id="rId12"/>
    <p:sldId id="2147374248" r:id="rId13"/>
    <p:sldId id="3994" r:id="rId14"/>
    <p:sldId id="2147374256" r:id="rId15"/>
    <p:sldId id="2147374255" r:id="rId16"/>
    <p:sldId id="6239" r:id="rId17"/>
    <p:sldId id="2147374251" r:id="rId18"/>
    <p:sldId id="2147374239" r:id="rId19"/>
    <p:sldId id="2147374240" r:id="rId20"/>
    <p:sldId id="2147374241" r:id="rId21"/>
    <p:sldId id="2147374243" r:id="rId22"/>
    <p:sldId id="2147374244" r:id="rId23"/>
    <p:sldId id="2147374252" r:id="rId24"/>
    <p:sldId id="2147374249" r:id="rId25"/>
    <p:sldId id="3328" r:id="rId26"/>
    <p:sldId id="1013" r:id="rId27"/>
    <p:sldId id="1258" r:id="rId28"/>
    <p:sldId id="4003" r:id="rId29"/>
    <p:sldId id="6211" r:id="rId30"/>
  </p:sldIdLst>
  <p:sldSz cx="12192000" cy="6858000"/>
  <p:notesSz cx="7315200" cy="9601200"/>
  <p:custDataLst>
    <p:tags r:id="rId33"/>
  </p:custDataLst>
  <p:defaultTextStyle>
    <a:defPPr>
      <a:defRPr lang="en-US"/>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2" algn="l" defTabSz="914342" rtl="0" eaLnBrk="1" latinLnBrk="0" hangingPunct="1">
      <a:defRPr sz="1800" kern="1200">
        <a:solidFill>
          <a:schemeClr val="tx1"/>
        </a:solidFill>
        <a:latin typeface="+mn-lt"/>
        <a:ea typeface="+mn-ea"/>
        <a:cs typeface="+mn-cs"/>
      </a:defRPr>
    </a:lvl4pPr>
    <a:lvl5pPr marL="1828683" algn="l" defTabSz="914342" rtl="0" eaLnBrk="1" latinLnBrk="0" hangingPunct="1">
      <a:defRPr sz="1800" kern="1200">
        <a:solidFill>
          <a:schemeClr val="tx1"/>
        </a:solidFill>
        <a:latin typeface="+mn-lt"/>
        <a:ea typeface="+mn-ea"/>
        <a:cs typeface="+mn-cs"/>
      </a:defRPr>
    </a:lvl5pPr>
    <a:lvl6pPr marL="2285854" algn="l" defTabSz="914342" rtl="0" eaLnBrk="1" latinLnBrk="0" hangingPunct="1">
      <a:defRPr sz="1800" kern="1200">
        <a:solidFill>
          <a:schemeClr val="tx1"/>
        </a:solidFill>
        <a:latin typeface="+mn-lt"/>
        <a:ea typeface="+mn-ea"/>
        <a:cs typeface="+mn-cs"/>
      </a:defRPr>
    </a:lvl6pPr>
    <a:lvl7pPr marL="2743025" algn="l" defTabSz="914342" rtl="0" eaLnBrk="1" latinLnBrk="0" hangingPunct="1">
      <a:defRPr sz="1800" kern="1200">
        <a:solidFill>
          <a:schemeClr val="tx1"/>
        </a:solidFill>
        <a:latin typeface="+mn-lt"/>
        <a:ea typeface="+mn-ea"/>
        <a:cs typeface="+mn-cs"/>
      </a:defRPr>
    </a:lvl7pPr>
    <a:lvl8pPr marL="3200195" algn="l" defTabSz="914342" rtl="0" eaLnBrk="1" latinLnBrk="0" hangingPunct="1">
      <a:defRPr sz="1800" kern="1200">
        <a:solidFill>
          <a:schemeClr val="tx1"/>
        </a:solidFill>
        <a:latin typeface="+mn-lt"/>
        <a:ea typeface="+mn-ea"/>
        <a:cs typeface="+mn-cs"/>
      </a:defRPr>
    </a:lvl8pPr>
    <a:lvl9pPr marL="3657366" algn="l" defTabSz="9143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85DAC0F-7A10-4F75-94E0-86AB6DD60912}">
          <p14:sldIdLst>
            <p14:sldId id="1789"/>
          </p14:sldIdLst>
        </p14:section>
        <p14:section name="Default Section" id="{1F8AB1B9-3B9D-4935-BE54-9CB8B2CAFAEE}">
          <p14:sldIdLst>
            <p14:sldId id="3969"/>
            <p14:sldId id="2147374253"/>
            <p14:sldId id="2147374247"/>
            <p14:sldId id="2147374248"/>
            <p14:sldId id="3994"/>
            <p14:sldId id="2147374256"/>
            <p14:sldId id="2147374255"/>
            <p14:sldId id="6239"/>
            <p14:sldId id="2147374251"/>
            <p14:sldId id="2147374239"/>
            <p14:sldId id="2147374240"/>
            <p14:sldId id="2147374241"/>
            <p14:sldId id="2147374243"/>
            <p14:sldId id="2147374244"/>
            <p14:sldId id="2147374252"/>
            <p14:sldId id="2147374249"/>
            <p14:sldId id="3328"/>
            <p14:sldId id="1013"/>
            <p14:sldId id="1258"/>
            <p14:sldId id="4003"/>
            <p14:sldId id="6211"/>
          </p14:sldIdLst>
        </p14:section>
      </p14:sectionLst>
    </p:ext>
    <p:ext uri="{EFAFB233-063F-42B5-8137-9DF3F51BA10A}">
      <p15:sldGuideLst xmlns:p15="http://schemas.microsoft.com/office/powerpoint/2012/main">
        <p15:guide id="10" userDrawn="1">
          <p15:clr>
            <a:srgbClr val="A4A3A4"/>
          </p15:clr>
        </p15:guide>
        <p15:guide id="11" orient="horz" pos="216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C408558-2DBB-6E5F-F0A5-C12E7278D878}" name="Mukherjee, Shouvik" initials="MS" userId="S::shomukherjee@deloitte.com::8a0946e8-3a6b-4d5c-947d-73f4cd578335" providerId="AD"/>
  <p188:author id="{AB8ED175-EC3C-D948-B47A-E05FAE08884B}" name="Mallick, Tanudeep" initials="MT" userId="S::tamallick@deloitte.com::33c1390b-cc0d-40cb-858a-ee23c913e8d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Mitra, Sayan" initials="MS" lastIdx="2" clrIdx="6">
    <p:extLst>
      <p:ext uri="{19B8F6BF-5375-455C-9EA6-DF929625EA0E}">
        <p15:presenceInfo xmlns:p15="http://schemas.microsoft.com/office/powerpoint/2012/main" userId="S::smitra2@deloitte.com::5f9b069e-390c-41f3-af3f-6bd4b0fb9710" providerId="AD"/>
      </p:ext>
    </p:extLst>
  </p:cmAuthor>
  <p:cmAuthor id="1" name="Salunkhe, Nikhil" initials="SN" lastIdx="1" clrIdx="0">
    <p:extLst>
      <p:ext uri="{19B8F6BF-5375-455C-9EA6-DF929625EA0E}">
        <p15:presenceInfo xmlns:p15="http://schemas.microsoft.com/office/powerpoint/2012/main" userId="S-1-5-21-776561741-1482476501-682003330-1288395" providerId="AD"/>
      </p:ext>
    </p:extLst>
  </p:cmAuthor>
  <p:cmAuthor id="2" name="Banerjee, Sayantan" initials="BS" lastIdx="22" clrIdx="1">
    <p:extLst>
      <p:ext uri="{19B8F6BF-5375-455C-9EA6-DF929625EA0E}">
        <p15:presenceInfo xmlns:p15="http://schemas.microsoft.com/office/powerpoint/2012/main" userId="S::bsayantan@deloitte.com::29b1bc15-6d12-4f6e-8f06-28f0a453772b" providerId="AD"/>
      </p:ext>
    </p:extLst>
  </p:cmAuthor>
  <p:cmAuthor id="3" name="Thomas, Emil" initials="TE" lastIdx="1" clrIdx="2">
    <p:extLst>
      <p:ext uri="{19B8F6BF-5375-455C-9EA6-DF929625EA0E}">
        <p15:presenceInfo xmlns:p15="http://schemas.microsoft.com/office/powerpoint/2012/main" userId="S::emthomas@deloitte.com::0406af67-e0e6-4502-b2cb-f66bed26e767" providerId="AD"/>
      </p:ext>
    </p:extLst>
  </p:cmAuthor>
  <p:cmAuthor id="4" name="Mani, Siddharth" initials="MS" lastIdx="17" clrIdx="3">
    <p:extLst>
      <p:ext uri="{19B8F6BF-5375-455C-9EA6-DF929625EA0E}">
        <p15:presenceInfo xmlns:p15="http://schemas.microsoft.com/office/powerpoint/2012/main" userId="S::simani@deloitte.com::ea703a10-db50-4df5-bf72-1a564ac3e541" providerId="AD"/>
      </p:ext>
    </p:extLst>
  </p:cmAuthor>
  <p:cmAuthor id="5" name="Bandyopadhyay, Anirban P" initials="BAP" lastIdx="31" clrIdx="4">
    <p:extLst>
      <p:ext uri="{19B8F6BF-5375-455C-9EA6-DF929625EA0E}">
        <p15:presenceInfo xmlns:p15="http://schemas.microsoft.com/office/powerpoint/2012/main" userId="S::anirbanb@deloitte.com::5d0adf87-8cda-4e85-a1f7-eed3388fbcac" providerId="AD"/>
      </p:ext>
    </p:extLst>
  </p:cmAuthor>
  <p:cmAuthor id="6" name="Halan, Mridul" initials="HM" lastIdx="20" clrIdx="5">
    <p:extLst>
      <p:ext uri="{19B8F6BF-5375-455C-9EA6-DF929625EA0E}">
        <p15:presenceInfo xmlns:p15="http://schemas.microsoft.com/office/powerpoint/2012/main" userId="S::mhalan@deloitte.com::d8402aca-56b7-4a75-97f5-504434d76ce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5513"/>
    <a:srgbClr val="242222"/>
    <a:srgbClr val="092208"/>
    <a:srgbClr val="2D6B03"/>
    <a:srgbClr val="012111"/>
    <a:srgbClr val="C0E1F5"/>
    <a:srgbClr val="F4FCEA"/>
    <a:srgbClr val="DDFFFF"/>
    <a:srgbClr val="CCFFFF"/>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66A152-39B0-450B-A9A1-C3478DC0CEDA}" v="61" dt="2023-08-08T17:06:45.547"/>
    <p1510:client id="{14B4766E-B6A6-4FB7-9352-8C31AF91CCE9}" v="17" dt="2023-08-08T13:16:59.900"/>
    <p1510:client id="{17918FC6-D3E3-47D2-805C-A2F1C9643368}" v="238" vWet="242" dt="2023-08-09T04:05:32.194"/>
    <p1510:client id="{1B6809A7-08BA-4973-BCEB-595854C1017B}" v="6" dt="2023-08-08T05:26:43.090"/>
    <p1510:client id="{1C475062-1A1D-44AA-920C-6B50D60F2CFF}" v="462" dt="2023-08-08T11:59:55.268"/>
    <p1510:client id="{26B6B46B-2815-4342-871C-06BE377A422B}" v="1735" vWet="1737" dt="2023-08-08T17:19:50.389"/>
    <p1510:client id="{3BAA9D98-C019-440D-A476-1DCB52BA3FC9}" v="2604" dt="2023-08-08T09:38:19.060"/>
    <p1510:client id="{647E24AC-35EE-4E88-9E74-D7A0D750E0B9}" v="657" vWet="659" dt="2023-08-08T17:12:18.008"/>
    <p1510:client id="{6DD8DA8A-71A6-46B0-AE0F-5314B26E3138}" v="133" dt="2023-08-08T12:40:04.980"/>
    <p1510:client id="{842D18C2-2737-4395-A67E-7AC55F911857}" v="98" dt="2023-08-08T17:21:52.860"/>
    <p1510:client id="{8FB4D27A-CCAD-4CCB-B311-158A0DE5DBCF}" v="22" dt="2023-08-08T05:42:35.429"/>
    <p1510:client id="{99558349-1A28-494C-B08A-C050634D459D}" v="134" dt="2023-08-08T12:33:44.123"/>
    <p1510:client id="{A6EF408A-8CF8-481D-82A9-02AB7EB77BAF}" v="906" dt="2023-08-08T10:01:52.533"/>
    <p1510:client id="{ACC8B24D-C460-4217-94A7-F133CF08F0C0}" v="2046" dt="2023-08-08T13:23:16.522"/>
    <p1510:client id="{BA59B4A1-7C4B-4CCF-AFCF-4791D6EC8B58}" v="1387" dt="2023-08-09T04:14:20.555"/>
    <p1510:client id="{DBCD2908-F409-40D3-826A-A56FBDCB6F2B}" v="980" dt="2023-08-08T07:43:13.163"/>
    <p1510:client id="{F47A8384-9B9B-49C4-B330-6FCE9D3852B8}" v="293" dt="2023-08-08T10:29:16.350"/>
    <p1510:client id="{FC42D183-DC72-4710-BB1D-C19498E8E8E7}" vWet="2" dt="2023-08-08T06:39:34.8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guide orient="horz" pos="2160"/>
      </p:guideLst>
    </p:cSldViewPr>
  </p:slideViewPr>
  <p:notesViewPr>
    <p:cSldViewPr snapToGrid="0">
      <p:cViewPr>
        <p:scale>
          <a:sx n="1" d="2"/>
          <a:sy n="1" d="2"/>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microsoft.com/office/2016/11/relationships/changesInfo" Target="changesInfos/changesInfo1.xml"/><Relationship Id="rId21" Type="http://schemas.openxmlformats.org/officeDocument/2006/relationships/slide" Target="slides/slide13.xml"/><Relationship Id="rId34"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handoutMaster" Target="handoutMasters/handoutMaster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presProps" Target="presProp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ags" Target="tags/tag1.xml"/><Relationship Id="rId3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nerjee, Rajeswar" userId="b4ff5a26-7e17-4c5f-975b-d63f3f91df5b" providerId="ADAL" clId="{6B8F4DCF-E6D5-493D-82D8-EFF41A1F57A5}"/>
    <pc:docChg chg="custSel addSld delSld modSld">
      <pc:chgData name="Banerjee, Rajeswar" userId="b4ff5a26-7e17-4c5f-975b-d63f3f91df5b" providerId="ADAL" clId="{6B8F4DCF-E6D5-493D-82D8-EFF41A1F57A5}" dt="2022-07-02T20:02:25.910" v="19" actId="1036"/>
      <pc:docMkLst>
        <pc:docMk/>
      </pc:docMkLst>
      <pc:sldChg chg="del">
        <pc:chgData name="Banerjee, Rajeswar" userId="b4ff5a26-7e17-4c5f-975b-d63f3f91df5b" providerId="ADAL" clId="{6B8F4DCF-E6D5-493D-82D8-EFF41A1F57A5}" dt="2022-07-02T20:00:27.865" v="1" actId="47"/>
        <pc:sldMkLst>
          <pc:docMk/>
          <pc:sldMk cId="3709311350" sldId="624"/>
        </pc:sldMkLst>
      </pc:sldChg>
      <pc:sldChg chg="delSp modSp add mod">
        <pc:chgData name="Banerjee, Rajeswar" userId="b4ff5a26-7e17-4c5f-975b-d63f3f91df5b" providerId="ADAL" clId="{6B8F4DCF-E6D5-493D-82D8-EFF41A1F57A5}" dt="2022-07-02T20:02:25.910" v="19" actId="1036"/>
        <pc:sldMkLst>
          <pc:docMk/>
          <pc:sldMk cId="3031323895" sldId="6194"/>
        </pc:sldMkLst>
        <pc:spChg chg="del mod">
          <ac:chgData name="Banerjee, Rajeswar" userId="b4ff5a26-7e17-4c5f-975b-d63f3f91df5b" providerId="ADAL" clId="{6B8F4DCF-E6D5-493D-82D8-EFF41A1F57A5}" dt="2022-07-02T20:00:38.280" v="3" actId="478"/>
          <ac:spMkLst>
            <pc:docMk/>
            <pc:sldMk cId="3031323895" sldId="6194"/>
            <ac:spMk id="4" creationId="{498ABFF3-40E3-4F47-9A1D-87E681E5C461}"/>
          </ac:spMkLst>
        </pc:spChg>
        <pc:spChg chg="mod">
          <ac:chgData name="Banerjee, Rajeswar" userId="b4ff5a26-7e17-4c5f-975b-d63f3f91df5b" providerId="ADAL" clId="{6B8F4DCF-E6D5-493D-82D8-EFF41A1F57A5}" dt="2022-07-02T20:02:25.910" v="19" actId="1036"/>
          <ac:spMkLst>
            <pc:docMk/>
            <pc:sldMk cId="3031323895" sldId="6194"/>
            <ac:spMk id="7" creationId="{A91E7590-8FE8-4CD8-815B-AA38D6DF3C88}"/>
          </ac:spMkLst>
        </pc:spChg>
        <pc:spChg chg="mod">
          <ac:chgData name="Banerjee, Rajeswar" userId="b4ff5a26-7e17-4c5f-975b-d63f3f91df5b" providerId="ADAL" clId="{6B8F4DCF-E6D5-493D-82D8-EFF41A1F57A5}" dt="2022-07-02T20:01:05.829" v="7" actId="14100"/>
          <ac:spMkLst>
            <pc:docMk/>
            <pc:sldMk cId="3031323895" sldId="6194"/>
            <ac:spMk id="10" creationId="{7E094FE7-FF8B-43C0-B040-C7E4BE89C363}"/>
          </ac:spMkLst>
        </pc:spChg>
        <pc:spChg chg="del mod">
          <ac:chgData name="Banerjee, Rajeswar" userId="b4ff5a26-7e17-4c5f-975b-d63f3f91df5b" providerId="ADAL" clId="{6B8F4DCF-E6D5-493D-82D8-EFF41A1F57A5}" dt="2022-07-02T20:02:16.597" v="13" actId="478"/>
          <ac:spMkLst>
            <pc:docMk/>
            <pc:sldMk cId="3031323895" sldId="6194"/>
            <ac:spMk id="33" creationId="{9337A062-E903-451D-8B69-59EDE78594F8}"/>
          </ac:spMkLst>
        </pc:spChg>
        <pc:cxnChg chg="del mod">
          <ac:chgData name="Banerjee, Rajeswar" userId="b4ff5a26-7e17-4c5f-975b-d63f3f91df5b" providerId="ADAL" clId="{6B8F4DCF-E6D5-493D-82D8-EFF41A1F57A5}" dt="2022-07-02T20:02:19.099" v="15" actId="478"/>
          <ac:cxnSpMkLst>
            <pc:docMk/>
            <pc:sldMk cId="3031323895" sldId="6194"/>
            <ac:cxnSpMk id="32" creationId="{4958CEAF-A3B6-41EB-BF5E-B2827D062454}"/>
          </ac:cxnSpMkLst>
        </pc:cxnChg>
      </pc:sldChg>
      <pc:sldChg chg="delSp modSp add mod">
        <pc:chgData name="Banerjee, Rajeswar" userId="b4ff5a26-7e17-4c5f-975b-d63f3f91df5b" providerId="ADAL" clId="{6B8F4DCF-E6D5-493D-82D8-EFF41A1F57A5}" dt="2022-07-02T20:01:42.125" v="11" actId="3062"/>
        <pc:sldMkLst>
          <pc:docMk/>
          <pc:sldMk cId="3171069382" sldId="6205"/>
        </pc:sldMkLst>
        <pc:spChg chg="del mod">
          <ac:chgData name="Banerjee, Rajeswar" userId="b4ff5a26-7e17-4c5f-975b-d63f3f91df5b" providerId="ADAL" clId="{6B8F4DCF-E6D5-493D-82D8-EFF41A1F57A5}" dt="2022-07-02T20:00:42.210" v="5" actId="478"/>
          <ac:spMkLst>
            <pc:docMk/>
            <pc:sldMk cId="3171069382" sldId="6205"/>
            <ac:spMk id="4" creationId="{498ABFF3-40E3-4F47-9A1D-87E681E5C461}"/>
          </ac:spMkLst>
        </pc:spChg>
        <pc:graphicFrameChg chg="mod modGraphic">
          <ac:chgData name="Banerjee, Rajeswar" userId="b4ff5a26-7e17-4c5f-975b-d63f3f91df5b" providerId="ADAL" clId="{6B8F4DCF-E6D5-493D-82D8-EFF41A1F57A5}" dt="2022-07-02T20:01:42.125" v="11" actId="3062"/>
          <ac:graphicFrameMkLst>
            <pc:docMk/>
            <pc:sldMk cId="3171069382" sldId="6205"/>
            <ac:graphicFrameMk id="109" creationId="{C536435A-369C-4266-918F-7F362977EB40}"/>
          </ac:graphicFrameMkLst>
        </pc:graphicFrameChg>
      </pc:sldChg>
    </pc:docChg>
  </pc:docChgLst>
  <pc:docChgLst>
    <pc:chgData name="Mukherjee, Shouvik" userId="S::shomukherjee@deloitte.com::8a0946e8-3a6b-4d5c-947d-73f4cd578335" providerId="AD" clId="Web-{1C475062-1A1D-44AA-920C-6B50D60F2CFF}"/>
    <pc:docChg chg="modSld">
      <pc:chgData name="Mukherjee, Shouvik" userId="S::shomukherjee@deloitte.com::8a0946e8-3a6b-4d5c-947d-73f4cd578335" providerId="AD" clId="Web-{1C475062-1A1D-44AA-920C-6B50D60F2CFF}" dt="2023-08-08T11:59:55.268" v="444" actId="20577"/>
      <pc:docMkLst>
        <pc:docMk/>
      </pc:docMkLst>
      <pc:sldChg chg="delSp modSp">
        <pc:chgData name="Mukherjee, Shouvik" userId="S::shomukherjee@deloitte.com::8a0946e8-3a6b-4d5c-947d-73f4cd578335" providerId="AD" clId="Web-{1C475062-1A1D-44AA-920C-6B50D60F2CFF}" dt="2023-08-08T11:59:55.268" v="444" actId="20577"/>
        <pc:sldMkLst>
          <pc:docMk/>
          <pc:sldMk cId="2843776525" sldId="6198"/>
        </pc:sldMkLst>
        <pc:spChg chg="mod">
          <ac:chgData name="Mukherjee, Shouvik" userId="S::shomukherjee@deloitte.com::8a0946e8-3a6b-4d5c-947d-73f4cd578335" providerId="AD" clId="Web-{1C475062-1A1D-44AA-920C-6B50D60F2CFF}" dt="2023-08-08T11:57:42.906" v="343" actId="14100"/>
          <ac:spMkLst>
            <pc:docMk/>
            <pc:sldMk cId="2843776525" sldId="6198"/>
            <ac:spMk id="4" creationId="{CC255A50-C644-533D-31F5-4E28E8A4AC0D}"/>
          </ac:spMkLst>
        </pc:spChg>
        <pc:spChg chg="mod">
          <ac:chgData name="Mukherjee, Shouvik" userId="S::shomukherjee@deloitte.com::8a0946e8-3a6b-4d5c-947d-73f4cd578335" providerId="AD" clId="Web-{1C475062-1A1D-44AA-920C-6B50D60F2CFF}" dt="2023-08-08T11:57:45.188" v="344" actId="14100"/>
          <ac:spMkLst>
            <pc:docMk/>
            <pc:sldMk cId="2843776525" sldId="6198"/>
            <ac:spMk id="5" creationId="{6F416005-0192-AE2D-568E-D3CA023F11D6}"/>
          </ac:spMkLst>
        </pc:spChg>
        <pc:spChg chg="mod">
          <ac:chgData name="Mukherjee, Shouvik" userId="S::shomukherjee@deloitte.com::8a0946e8-3a6b-4d5c-947d-73f4cd578335" providerId="AD" clId="Web-{1C475062-1A1D-44AA-920C-6B50D60F2CFF}" dt="2023-08-08T11:59:55.268" v="444" actId="20577"/>
          <ac:spMkLst>
            <pc:docMk/>
            <pc:sldMk cId="2843776525" sldId="6198"/>
            <ac:spMk id="66" creationId="{842E14E8-DCF0-4845-9EA2-73ACA719299E}"/>
          </ac:spMkLst>
        </pc:spChg>
        <pc:spChg chg="del mod">
          <ac:chgData name="Mukherjee, Shouvik" userId="S::shomukherjee@deloitte.com::8a0946e8-3a6b-4d5c-947d-73f4cd578335" providerId="AD" clId="Web-{1C475062-1A1D-44AA-920C-6B50D60F2CFF}" dt="2023-08-08T11:55:17.606" v="272"/>
          <ac:spMkLst>
            <pc:docMk/>
            <pc:sldMk cId="2843776525" sldId="6198"/>
            <ac:spMk id="159" creationId="{E13FEC8C-A364-452E-9BFE-00C697610D87}"/>
          </ac:spMkLst>
        </pc:spChg>
        <pc:spChg chg="mod">
          <ac:chgData name="Mukherjee, Shouvik" userId="S::shomukherjee@deloitte.com::8a0946e8-3a6b-4d5c-947d-73f4cd578335" providerId="AD" clId="Web-{1C475062-1A1D-44AA-920C-6B50D60F2CFF}" dt="2023-08-08T11:57:51.688" v="347" actId="14100"/>
          <ac:spMkLst>
            <pc:docMk/>
            <pc:sldMk cId="2843776525" sldId="6198"/>
            <ac:spMk id="160" creationId="{66EC6520-0908-416C-B513-02D2E5435B2E}"/>
          </ac:spMkLst>
        </pc:spChg>
        <pc:spChg chg="mod">
          <ac:chgData name="Mukherjee, Shouvik" userId="S::shomukherjee@deloitte.com::8a0946e8-3a6b-4d5c-947d-73f4cd578335" providerId="AD" clId="Web-{1C475062-1A1D-44AA-920C-6B50D60F2CFF}" dt="2023-08-08T11:57:49.516" v="346" actId="14100"/>
          <ac:spMkLst>
            <pc:docMk/>
            <pc:sldMk cId="2843776525" sldId="6198"/>
            <ac:spMk id="163" creationId="{4AA1C2E3-8C5E-4769-B2DC-0858B3545ACE}"/>
          </ac:spMkLst>
        </pc:spChg>
        <pc:spChg chg="del mod">
          <ac:chgData name="Mukherjee, Shouvik" userId="S::shomukherjee@deloitte.com::8a0946e8-3a6b-4d5c-947d-73f4cd578335" providerId="AD" clId="Web-{1C475062-1A1D-44AA-920C-6B50D60F2CFF}" dt="2023-08-08T11:55:26.044" v="274"/>
          <ac:spMkLst>
            <pc:docMk/>
            <pc:sldMk cId="2843776525" sldId="6198"/>
            <ac:spMk id="164" creationId="{EC259B11-5126-45F0-B181-9A5B1F6E51EE}"/>
          </ac:spMkLst>
        </pc:spChg>
        <pc:spChg chg="mod">
          <ac:chgData name="Mukherjee, Shouvik" userId="S::shomukherjee@deloitte.com::8a0946e8-3a6b-4d5c-947d-73f4cd578335" providerId="AD" clId="Web-{1C475062-1A1D-44AA-920C-6B50D60F2CFF}" dt="2023-08-08T11:57:47.172" v="345" actId="14100"/>
          <ac:spMkLst>
            <pc:docMk/>
            <pc:sldMk cId="2843776525" sldId="6198"/>
            <ac:spMk id="166" creationId="{065174F0-B1F2-4361-93C9-018F0BD01CA6}"/>
          </ac:spMkLst>
        </pc:spChg>
        <pc:spChg chg="del mod">
          <ac:chgData name="Mukherjee, Shouvik" userId="S::shomukherjee@deloitte.com::8a0946e8-3a6b-4d5c-947d-73f4cd578335" providerId="AD" clId="Web-{1C475062-1A1D-44AA-920C-6B50D60F2CFF}" dt="2023-08-08T11:55:46.216" v="278"/>
          <ac:spMkLst>
            <pc:docMk/>
            <pc:sldMk cId="2843776525" sldId="6198"/>
            <ac:spMk id="167" creationId="{8449EED0-47B9-4424-8866-A53D66F4C46D}"/>
          </ac:spMkLst>
        </pc:spChg>
        <pc:spChg chg="mod">
          <ac:chgData name="Mukherjee, Shouvik" userId="S::shomukherjee@deloitte.com::8a0946e8-3a6b-4d5c-947d-73f4cd578335" providerId="AD" clId="Web-{1C475062-1A1D-44AA-920C-6B50D60F2CFF}" dt="2023-08-08T11:59:22.236" v="441" actId="20577"/>
          <ac:spMkLst>
            <pc:docMk/>
            <pc:sldMk cId="2843776525" sldId="6198"/>
            <ac:spMk id="170" creationId="{1B35CAAB-E7EE-4ABB-A06D-351F5D0F1747}"/>
          </ac:spMkLst>
        </pc:spChg>
        <pc:grpChg chg="mod">
          <ac:chgData name="Mukherjee, Shouvik" userId="S::shomukherjee@deloitte.com::8a0946e8-3a6b-4d5c-947d-73f4cd578335" providerId="AD" clId="Web-{1C475062-1A1D-44AA-920C-6B50D60F2CFF}" dt="2023-08-08T11:57:34.500" v="341" actId="1076"/>
          <ac:grpSpMkLst>
            <pc:docMk/>
            <pc:sldMk cId="2843776525" sldId="6198"/>
            <ac:grpSpMk id="11" creationId="{EC19C175-E4D4-D30B-9FFA-3662C9F7EBE1}"/>
          </ac:grpSpMkLst>
        </pc:grpChg>
        <pc:picChg chg="mod">
          <ac:chgData name="Mukherjee, Shouvik" userId="S::shomukherjee@deloitte.com::8a0946e8-3a6b-4d5c-947d-73f4cd578335" providerId="AD" clId="Web-{1C475062-1A1D-44AA-920C-6B50D60F2CFF}" dt="2023-08-08T11:59:02.142" v="427" actId="14100"/>
          <ac:picMkLst>
            <pc:docMk/>
            <pc:sldMk cId="2843776525" sldId="6198"/>
            <ac:picMk id="3" creationId="{AA456107-981C-8C30-ACF1-8953D7A8E7E5}"/>
          </ac:picMkLst>
        </pc:picChg>
      </pc:sldChg>
    </pc:docChg>
  </pc:docChgLst>
  <pc:docChgLst>
    <pc:chgData name="Singh, Sunny" userId="S::ssingh4@deloitte.com::6823f1f4-71ba-4b00-ab83-ce4ca41a9632" providerId="AD" clId="Web-{6CE66723-6461-4960-B164-3BA8457CFD52}"/>
    <pc:docChg chg="modSld">
      <pc:chgData name="Singh, Sunny" userId="S::ssingh4@deloitte.com::6823f1f4-71ba-4b00-ab83-ce4ca41a9632" providerId="AD" clId="Web-{6CE66723-6461-4960-B164-3BA8457CFD52}" dt="2022-08-31T16:11:34.416" v="2" actId="1076"/>
      <pc:docMkLst>
        <pc:docMk/>
      </pc:docMkLst>
      <pc:sldChg chg="addSp delSp modSp">
        <pc:chgData name="Singh, Sunny" userId="S::ssingh4@deloitte.com::6823f1f4-71ba-4b00-ab83-ce4ca41a9632" providerId="AD" clId="Web-{6CE66723-6461-4960-B164-3BA8457CFD52}" dt="2022-08-31T16:11:34.416" v="2" actId="1076"/>
        <pc:sldMkLst>
          <pc:docMk/>
          <pc:sldMk cId="4088684023" sldId="6225"/>
        </pc:sldMkLst>
        <pc:grpChg chg="add del mod">
          <ac:chgData name="Singh, Sunny" userId="S::ssingh4@deloitte.com::6823f1f4-71ba-4b00-ab83-ce4ca41a9632" providerId="AD" clId="Web-{6CE66723-6461-4960-B164-3BA8457CFD52}" dt="2022-08-31T16:11:34.416" v="2" actId="1076"/>
          <ac:grpSpMkLst>
            <pc:docMk/>
            <pc:sldMk cId="4088684023" sldId="6225"/>
            <ac:grpSpMk id="30" creationId="{889BF5C8-5FD1-4E82-8074-5DE59624458E}"/>
          </ac:grpSpMkLst>
        </pc:grpChg>
      </pc:sldChg>
    </pc:docChg>
  </pc:docChgLst>
  <pc:docChgLst>
    <pc:chgData name="Mukherjee, Shouvik" userId="S::shomukherjee@deloitte.com::8a0946e8-3a6b-4d5c-947d-73f4cd578335" providerId="AD" clId="Web-{99558349-1A28-494C-B08A-C050634D459D}"/>
    <pc:docChg chg="modSld">
      <pc:chgData name="Mukherjee, Shouvik" userId="S::shomukherjee@deloitte.com::8a0946e8-3a6b-4d5c-947d-73f4cd578335" providerId="AD" clId="Web-{99558349-1A28-494C-B08A-C050634D459D}" dt="2023-08-08T12:33:43.560" v="118" actId="20577"/>
      <pc:docMkLst>
        <pc:docMk/>
      </pc:docMkLst>
      <pc:sldChg chg="addSp delSp modSp">
        <pc:chgData name="Mukherjee, Shouvik" userId="S::shomukherjee@deloitte.com::8a0946e8-3a6b-4d5c-947d-73f4cd578335" providerId="AD" clId="Web-{99558349-1A28-494C-B08A-C050634D459D}" dt="2023-08-08T12:25:03.541" v="44" actId="14100"/>
        <pc:sldMkLst>
          <pc:docMk/>
          <pc:sldMk cId="2843776525" sldId="6198"/>
        </pc:sldMkLst>
        <pc:spChg chg="mod">
          <ac:chgData name="Mukherjee, Shouvik" userId="S::shomukherjee@deloitte.com::8a0946e8-3a6b-4d5c-947d-73f4cd578335" providerId="AD" clId="Web-{99558349-1A28-494C-B08A-C050634D459D}" dt="2023-08-08T12:25:03.541" v="44" actId="14100"/>
          <ac:spMkLst>
            <pc:docMk/>
            <pc:sldMk cId="2843776525" sldId="6198"/>
            <ac:spMk id="170" creationId="{1B35CAAB-E7EE-4ABB-A06D-351F5D0F1747}"/>
          </ac:spMkLst>
        </pc:spChg>
        <pc:grpChg chg="mod">
          <ac:chgData name="Mukherjee, Shouvik" userId="S::shomukherjee@deloitte.com::8a0946e8-3a6b-4d5c-947d-73f4cd578335" providerId="AD" clId="Web-{99558349-1A28-494C-B08A-C050634D459D}" dt="2023-08-08T12:20:10.265" v="16" actId="1076"/>
          <ac:grpSpMkLst>
            <pc:docMk/>
            <pc:sldMk cId="2843776525" sldId="6198"/>
            <ac:grpSpMk id="11" creationId="{EC19C175-E4D4-D30B-9FFA-3662C9F7EBE1}"/>
          </ac:grpSpMkLst>
        </pc:grpChg>
        <pc:picChg chg="add del mod">
          <ac:chgData name="Mukherjee, Shouvik" userId="S::shomukherjee@deloitte.com::8a0946e8-3a6b-4d5c-947d-73f4cd578335" providerId="AD" clId="Web-{99558349-1A28-494C-B08A-C050634D459D}" dt="2023-08-08T12:19:00.919" v="2"/>
          <ac:picMkLst>
            <pc:docMk/>
            <pc:sldMk cId="2843776525" sldId="6198"/>
            <ac:picMk id="2" creationId="{0D7E9438-CA83-4F9B-D8F6-0506451C1AD7}"/>
          </ac:picMkLst>
        </pc:picChg>
        <pc:picChg chg="del">
          <ac:chgData name="Mukherjee, Shouvik" userId="S::shomukherjee@deloitte.com::8a0946e8-3a6b-4d5c-947d-73f4cd578335" providerId="AD" clId="Web-{99558349-1A28-494C-B08A-C050634D459D}" dt="2023-08-08T12:18:57.044" v="0"/>
          <ac:picMkLst>
            <pc:docMk/>
            <pc:sldMk cId="2843776525" sldId="6198"/>
            <ac:picMk id="3" creationId="{AA456107-981C-8C30-ACF1-8953D7A8E7E5}"/>
          </ac:picMkLst>
        </pc:picChg>
        <pc:picChg chg="add del mod">
          <ac:chgData name="Mukherjee, Shouvik" userId="S::shomukherjee@deloitte.com::8a0946e8-3a6b-4d5c-947d-73f4cd578335" providerId="AD" clId="Web-{99558349-1A28-494C-B08A-C050634D459D}" dt="2023-08-08T12:19:34.717" v="9"/>
          <ac:picMkLst>
            <pc:docMk/>
            <pc:sldMk cId="2843776525" sldId="6198"/>
            <ac:picMk id="6" creationId="{ED0220C6-8888-D8EA-7419-F6FA6110C428}"/>
          </ac:picMkLst>
        </pc:picChg>
        <pc:picChg chg="add del mod">
          <ac:chgData name="Mukherjee, Shouvik" userId="S::shomukherjee@deloitte.com::8a0946e8-3a6b-4d5c-947d-73f4cd578335" providerId="AD" clId="Web-{99558349-1A28-494C-B08A-C050634D459D}" dt="2023-08-08T12:20:29.313" v="20"/>
          <ac:picMkLst>
            <pc:docMk/>
            <pc:sldMk cId="2843776525" sldId="6198"/>
            <ac:picMk id="12" creationId="{D3FEE5DB-D18B-6D11-689A-DAD08D55A0F5}"/>
          </ac:picMkLst>
        </pc:picChg>
        <pc:picChg chg="add del mod">
          <ac:chgData name="Mukherjee, Shouvik" userId="S::shomukherjee@deloitte.com::8a0946e8-3a6b-4d5c-947d-73f4cd578335" providerId="AD" clId="Web-{99558349-1A28-494C-B08A-C050634D459D}" dt="2023-08-08T12:21:41.894" v="34"/>
          <ac:picMkLst>
            <pc:docMk/>
            <pc:sldMk cId="2843776525" sldId="6198"/>
            <ac:picMk id="13" creationId="{3518F37E-FC3B-D80D-893A-66371D776A97}"/>
          </ac:picMkLst>
        </pc:picChg>
        <pc:picChg chg="add del mod">
          <ac:chgData name="Mukherjee, Shouvik" userId="S::shomukherjee@deloitte.com::8a0946e8-3a6b-4d5c-947d-73f4cd578335" providerId="AD" clId="Web-{99558349-1A28-494C-B08A-C050634D459D}" dt="2023-08-08T12:24:05.258" v="39"/>
          <ac:picMkLst>
            <pc:docMk/>
            <pc:sldMk cId="2843776525" sldId="6198"/>
            <ac:picMk id="14" creationId="{87EDA752-65E0-E57D-5CB4-C8C4FAB9893B}"/>
          </ac:picMkLst>
        </pc:picChg>
        <pc:picChg chg="add mod">
          <ac:chgData name="Mukherjee, Shouvik" userId="S::shomukherjee@deloitte.com::8a0946e8-3a6b-4d5c-947d-73f4cd578335" providerId="AD" clId="Web-{99558349-1A28-494C-B08A-C050634D459D}" dt="2023-08-08T12:24:50.729" v="42" actId="1076"/>
          <ac:picMkLst>
            <pc:docMk/>
            <pc:sldMk cId="2843776525" sldId="6198"/>
            <ac:picMk id="15" creationId="{BB734717-2644-0D45-532B-B5C517EFF540}"/>
          </ac:picMkLst>
        </pc:picChg>
      </pc:sldChg>
      <pc:sldChg chg="addSp delSp modSp">
        <pc:chgData name="Mukherjee, Shouvik" userId="S::shomukherjee@deloitte.com::8a0946e8-3a6b-4d5c-947d-73f4cd578335" providerId="AD" clId="Web-{99558349-1A28-494C-B08A-C050634D459D}" dt="2023-08-08T12:28:50.597" v="63" actId="1076"/>
        <pc:sldMkLst>
          <pc:docMk/>
          <pc:sldMk cId="3576935063" sldId="6238"/>
        </pc:sldMkLst>
        <pc:picChg chg="add del mod">
          <ac:chgData name="Mukherjee, Shouvik" userId="S::shomukherjee@deloitte.com::8a0946e8-3a6b-4d5c-947d-73f4cd578335" providerId="AD" clId="Web-{99558349-1A28-494C-B08A-C050634D459D}" dt="2023-08-08T12:27:51.735" v="51"/>
          <ac:picMkLst>
            <pc:docMk/>
            <pc:sldMk cId="3576935063" sldId="6238"/>
            <ac:picMk id="2" creationId="{77636703-019D-0674-364D-9B71CAB9D2E9}"/>
          </ac:picMkLst>
        </pc:picChg>
        <pc:picChg chg="del mod">
          <ac:chgData name="Mukherjee, Shouvik" userId="S::shomukherjee@deloitte.com::8a0946e8-3a6b-4d5c-947d-73f4cd578335" providerId="AD" clId="Web-{99558349-1A28-494C-B08A-C050634D459D}" dt="2023-08-08T12:27:48.563" v="50"/>
          <ac:picMkLst>
            <pc:docMk/>
            <pc:sldMk cId="3576935063" sldId="6238"/>
            <ac:picMk id="5" creationId="{9984CD5A-0AFE-4ED1-74B2-9DC7143D817D}"/>
          </ac:picMkLst>
        </pc:picChg>
        <pc:picChg chg="add del mod">
          <ac:chgData name="Mukherjee, Shouvik" userId="S::shomukherjee@deloitte.com::8a0946e8-3a6b-4d5c-947d-73f4cd578335" providerId="AD" clId="Web-{99558349-1A28-494C-B08A-C050634D459D}" dt="2023-08-08T12:28:31.252" v="58"/>
          <ac:picMkLst>
            <pc:docMk/>
            <pc:sldMk cId="3576935063" sldId="6238"/>
            <ac:picMk id="7" creationId="{C5DB01F3-15D9-66EC-39AE-9189E02FF787}"/>
          </ac:picMkLst>
        </pc:picChg>
        <pc:picChg chg="add mod">
          <ac:chgData name="Mukherjee, Shouvik" userId="S::shomukherjee@deloitte.com::8a0946e8-3a6b-4d5c-947d-73f4cd578335" providerId="AD" clId="Web-{99558349-1A28-494C-B08A-C050634D459D}" dt="2023-08-08T12:28:50.597" v="63" actId="1076"/>
          <ac:picMkLst>
            <pc:docMk/>
            <pc:sldMk cId="3576935063" sldId="6238"/>
            <ac:picMk id="8" creationId="{2EF48D2B-A50F-CDE5-B633-F89663424D3D}"/>
          </ac:picMkLst>
        </pc:picChg>
      </pc:sldChg>
      <pc:sldChg chg="modSp">
        <pc:chgData name="Mukherjee, Shouvik" userId="S::shomukherjee@deloitte.com::8a0946e8-3a6b-4d5c-947d-73f4cd578335" providerId="AD" clId="Web-{99558349-1A28-494C-B08A-C050634D459D}" dt="2023-08-08T12:33:43.560" v="118" actId="20577"/>
        <pc:sldMkLst>
          <pc:docMk/>
          <pc:sldMk cId="2952623305" sldId="6239"/>
        </pc:sldMkLst>
        <pc:spChg chg="mod">
          <ac:chgData name="Mukherjee, Shouvik" userId="S::shomukherjee@deloitte.com::8a0946e8-3a6b-4d5c-947d-73f4cd578335" providerId="AD" clId="Web-{99558349-1A28-494C-B08A-C050634D459D}" dt="2023-08-08T12:33:03.090" v="95" actId="20577"/>
          <ac:spMkLst>
            <pc:docMk/>
            <pc:sldMk cId="2952623305" sldId="6239"/>
            <ac:spMk id="6" creationId="{00000000-0000-0000-0000-000000000000}"/>
          </ac:spMkLst>
        </pc:spChg>
        <pc:spChg chg="mod">
          <ac:chgData name="Mukherjee, Shouvik" userId="S::shomukherjee@deloitte.com::8a0946e8-3a6b-4d5c-947d-73f4cd578335" providerId="AD" clId="Web-{99558349-1A28-494C-B08A-C050634D459D}" dt="2023-08-08T12:33:06.153" v="96" actId="20577"/>
          <ac:spMkLst>
            <pc:docMk/>
            <pc:sldMk cId="2952623305" sldId="6239"/>
            <ac:spMk id="29" creationId="{00000000-0000-0000-0000-000000000000}"/>
          </ac:spMkLst>
        </pc:spChg>
        <pc:spChg chg="mod">
          <ac:chgData name="Mukherjee, Shouvik" userId="S::shomukherjee@deloitte.com::8a0946e8-3a6b-4d5c-947d-73f4cd578335" providerId="AD" clId="Web-{99558349-1A28-494C-B08A-C050634D459D}" dt="2023-08-08T12:33:14.887" v="98" actId="20577"/>
          <ac:spMkLst>
            <pc:docMk/>
            <pc:sldMk cId="2952623305" sldId="6239"/>
            <ac:spMk id="30" creationId="{00000000-0000-0000-0000-000000000000}"/>
          </ac:spMkLst>
        </pc:spChg>
        <pc:spChg chg="mod">
          <ac:chgData name="Mukherjee, Shouvik" userId="S::shomukherjee@deloitte.com::8a0946e8-3a6b-4d5c-947d-73f4cd578335" providerId="AD" clId="Web-{99558349-1A28-494C-B08A-C050634D459D}" dt="2023-08-08T12:32:32.573" v="85" actId="20577"/>
          <ac:spMkLst>
            <pc:docMk/>
            <pc:sldMk cId="2952623305" sldId="6239"/>
            <ac:spMk id="63" creationId="{08567972-DA6F-437A-B80F-7AE5BA54BA95}"/>
          </ac:spMkLst>
        </pc:spChg>
        <pc:spChg chg="mod">
          <ac:chgData name="Mukherjee, Shouvik" userId="S::shomukherjee@deloitte.com::8a0946e8-3a6b-4d5c-947d-73f4cd578335" providerId="AD" clId="Web-{99558349-1A28-494C-B08A-C050634D459D}" dt="2023-08-08T12:32:38.699" v="87" actId="20577"/>
          <ac:spMkLst>
            <pc:docMk/>
            <pc:sldMk cId="2952623305" sldId="6239"/>
            <ac:spMk id="66" creationId="{4F123907-4FFF-40DB-BB7D-B00D1F8ADC1E}"/>
          </ac:spMkLst>
        </pc:spChg>
        <pc:spChg chg="mod">
          <ac:chgData name="Mukherjee, Shouvik" userId="S::shomukherjee@deloitte.com::8a0946e8-3a6b-4d5c-947d-73f4cd578335" providerId="AD" clId="Web-{99558349-1A28-494C-B08A-C050634D459D}" dt="2023-08-08T12:32:54.012" v="92" actId="20577"/>
          <ac:spMkLst>
            <pc:docMk/>
            <pc:sldMk cId="2952623305" sldId="6239"/>
            <ac:spMk id="69" creationId="{BD1779DB-6D73-4CBB-9341-9E4CD28B4025}"/>
          </ac:spMkLst>
        </pc:spChg>
        <pc:spChg chg="mod">
          <ac:chgData name="Mukherjee, Shouvik" userId="S::shomukherjee@deloitte.com::8a0946e8-3a6b-4d5c-947d-73f4cd578335" providerId="AD" clId="Web-{99558349-1A28-494C-B08A-C050634D459D}" dt="2023-08-08T12:33:43.560" v="118" actId="20577"/>
          <ac:spMkLst>
            <pc:docMk/>
            <pc:sldMk cId="2952623305" sldId="6239"/>
            <ac:spMk id="96" creationId="{595DC675-922B-4430-92F5-F16D30AA31E4}"/>
          </ac:spMkLst>
        </pc:spChg>
      </pc:sldChg>
      <pc:sldChg chg="delSp modSp">
        <pc:chgData name="Mukherjee, Shouvik" userId="S::shomukherjee@deloitte.com::8a0946e8-3a6b-4d5c-947d-73f4cd578335" providerId="AD" clId="Web-{99558349-1A28-494C-B08A-C050634D459D}" dt="2023-08-08T12:31:30.852" v="84" actId="1076"/>
        <pc:sldMkLst>
          <pc:docMk/>
          <pc:sldMk cId="2976953801" sldId="2147374247"/>
        </pc:sldMkLst>
        <pc:spChg chg="mod">
          <ac:chgData name="Mukherjee, Shouvik" userId="S::shomukherjee@deloitte.com::8a0946e8-3a6b-4d5c-947d-73f4cd578335" providerId="AD" clId="Web-{99558349-1A28-494C-B08A-C050634D459D}" dt="2023-08-08T12:30:46.757" v="73" actId="1076"/>
          <ac:spMkLst>
            <pc:docMk/>
            <pc:sldMk cId="2976953801" sldId="2147374247"/>
            <ac:spMk id="14" creationId="{00000000-0000-0000-0000-000000000000}"/>
          </ac:spMkLst>
        </pc:spChg>
        <pc:spChg chg="del">
          <ac:chgData name="Mukherjee, Shouvik" userId="S::shomukherjee@deloitte.com::8a0946e8-3a6b-4d5c-947d-73f4cd578335" providerId="AD" clId="Web-{99558349-1A28-494C-B08A-C050634D459D}" dt="2023-08-08T12:29:58.271" v="64"/>
          <ac:spMkLst>
            <pc:docMk/>
            <pc:sldMk cId="2976953801" sldId="2147374247"/>
            <ac:spMk id="15" creationId="{00000000-0000-0000-0000-000000000000}"/>
          </ac:spMkLst>
        </pc:spChg>
        <pc:spChg chg="mod">
          <ac:chgData name="Mukherjee, Shouvik" userId="S::shomukherjee@deloitte.com::8a0946e8-3a6b-4d5c-947d-73f4cd578335" providerId="AD" clId="Web-{99558349-1A28-494C-B08A-C050634D459D}" dt="2023-08-08T12:30:56.320" v="75" actId="1076"/>
          <ac:spMkLst>
            <pc:docMk/>
            <pc:sldMk cId="2976953801" sldId="2147374247"/>
            <ac:spMk id="17" creationId="{00000000-0000-0000-0000-000000000000}"/>
          </ac:spMkLst>
        </pc:spChg>
        <pc:spChg chg="mod">
          <ac:chgData name="Mukherjee, Shouvik" userId="S::shomukherjee@deloitte.com::8a0946e8-3a6b-4d5c-947d-73f4cd578335" providerId="AD" clId="Web-{99558349-1A28-494C-B08A-C050634D459D}" dt="2023-08-08T12:31:19.305" v="79"/>
          <ac:spMkLst>
            <pc:docMk/>
            <pc:sldMk cId="2976953801" sldId="2147374247"/>
            <ac:spMk id="77" creationId="{00000000-0000-0000-0000-000000000000}"/>
          </ac:spMkLst>
        </pc:spChg>
        <pc:graphicFrameChg chg="mod modGraphic">
          <ac:chgData name="Mukherjee, Shouvik" userId="S::shomukherjee@deloitte.com::8a0946e8-3a6b-4d5c-947d-73f4cd578335" providerId="AD" clId="Web-{99558349-1A28-494C-B08A-C050634D459D}" dt="2023-08-08T12:31:30.852" v="84" actId="1076"/>
          <ac:graphicFrameMkLst>
            <pc:docMk/>
            <pc:sldMk cId="2976953801" sldId="2147374247"/>
            <ac:graphicFrameMk id="40" creationId="{00000000-0000-0000-0000-000000000000}"/>
          </ac:graphicFrameMkLst>
        </pc:graphicFrameChg>
        <pc:picChg chg="mod">
          <ac:chgData name="Mukherjee, Shouvik" userId="S::shomukherjee@deloitte.com::8a0946e8-3a6b-4d5c-947d-73f4cd578335" providerId="AD" clId="Web-{99558349-1A28-494C-B08A-C050634D459D}" dt="2023-08-08T12:30:46.726" v="72" actId="1076"/>
          <ac:picMkLst>
            <pc:docMk/>
            <pc:sldMk cId="2976953801" sldId="2147374247"/>
            <ac:picMk id="10" creationId="{00000000-0000-0000-0000-000000000000}"/>
          </ac:picMkLst>
        </pc:picChg>
        <pc:picChg chg="del">
          <ac:chgData name="Mukherjee, Shouvik" userId="S::shomukherjee@deloitte.com::8a0946e8-3a6b-4d5c-947d-73f4cd578335" providerId="AD" clId="Web-{99558349-1A28-494C-B08A-C050634D459D}" dt="2023-08-08T12:30:01.615" v="65"/>
          <ac:picMkLst>
            <pc:docMk/>
            <pc:sldMk cId="2976953801" sldId="2147374247"/>
            <ac:picMk id="11" creationId="{00000000-0000-0000-0000-000000000000}"/>
          </ac:picMkLst>
        </pc:picChg>
        <pc:picChg chg="mod">
          <ac:chgData name="Mukherjee, Shouvik" userId="S::shomukherjee@deloitte.com::8a0946e8-3a6b-4d5c-947d-73f4cd578335" providerId="AD" clId="Web-{99558349-1A28-494C-B08A-C050634D459D}" dt="2023-08-08T12:30:56.289" v="74" actId="1076"/>
          <ac:picMkLst>
            <pc:docMk/>
            <pc:sldMk cId="2976953801" sldId="2147374247"/>
            <ac:picMk id="12" creationId="{00000000-0000-0000-0000-000000000000}"/>
          </ac:picMkLst>
        </pc:picChg>
        <pc:picChg chg="mod">
          <ac:chgData name="Mukherjee, Shouvik" userId="S::shomukherjee@deloitte.com::8a0946e8-3a6b-4d5c-947d-73f4cd578335" providerId="AD" clId="Web-{99558349-1A28-494C-B08A-C050634D459D}" dt="2023-08-08T12:31:12.555" v="78" actId="14100"/>
          <ac:picMkLst>
            <pc:docMk/>
            <pc:sldMk cId="2976953801" sldId="2147374247"/>
            <ac:picMk id="75" creationId="{00000000-0000-0000-0000-000000000000}"/>
          </ac:picMkLst>
        </pc:picChg>
      </pc:sldChg>
    </pc:docChg>
  </pc:docChgLst>
  <pc:docChgLst>
    <pc:chgData name="Lal, Harshita" userId="e573156b-5431-42dd-8837-da3cd2646097" providerId="ADAL" clId="{0FB9F3F5-1553-439A-B301-2D4BF3D53390}"/>
    <pc:docChg chg="undo redo custSel modSld">
      <pc:chgData name="Lal, Harshita" userId="e573156b-5431-42dd-8837-da3cd2646097" providerId="ADAL" clId="{0FB9F3F5-1553-439A-B301-2D4BF3D53390}" dt="2022-07-04T11:02:38.365" v="2038" actId="20577"/>
      <pc:docMkLst>
        <pc:docMk/>
      </pc:docMkLst>
      <pc:sldChg chg="addSp delSp modSp mod">
        <pc:chgData name="Lal, Harshita" userId="e573156b-5431-42dd-8837-da3cd2646097" providerId="ADAL" clId="{0FB9F3F5-1553-439A-B301-2D4BF3D53390}" dt="2022-07-04T10:37:30.835" v="1396" actId="14100"/>
        <pc:sldMkLst>
          <pc:docMk/>
          <pc:sldMk cId="551029900" sldId="6211"/>
        </pc:sldMkLst>
        <pc:spChg chg="add mod">
          <ac:chgData name="Lal, Harshita" userId="e573156b-5431-42dd-8837-da3cd2646097" providerId="ADAL" clId="{0FB9F3F5-1553-439A-B301-2D4BF3D53390}" dt="2022-07-04T10:27:11.756" v="1258" actId="179"/>
          <ac:spMkLst>
            <pc:docMk/>
            <pc:sldMk cId="551029900" sldId="6211"/>
            <ac:spMk id="2" creationId="{D228B4AA-1B2A-4218-BE9D-B8F9DA8C3DB3}"/>
          </ac:spMkLst>
        </pc:spChg>
        <pc:spChg chg="mod">
          <ac:chgData name="Lal, Harshita" userId="e573156b-5431-42dd-8837-da3cd2646097" providerId="ADAL" clId="{0FB9F3F5-1553-439A-B301-2D4BF3D53390}" dt="2022-07-04T10:37:30.835" v="1396" actId="14100"/>
          <ac:spMkLst>
            <pc:docMk/>
            <pc:sldMk cId="551029900" sldId="6211"/>
            <ac:spMk id="83" creationId="{E4C5D76B-D6FB-45F1-84D0-287ACE05672E}"/>
          </ac:spMkLst>
        </pc:spChg>
        <pc:spChg chg="add mod">
          <ac:chgData name="Lal, Harshita" userId="e573156b-5431-42dd-8837-da3cd2646097" providerId="ADAL" clId="{0FB9F3F5-1553-439A-B301-2D4BF3D53390}" dt="2022-07-04T10:27:15.817" v="1259" actId="179"/>
          <ac:spMkLst>
            <pc:docMk/>
            <pc:sldMk cId="551029900" sldId="6211"/>
            <ac:spMk id="109" creationId="{C1DDEBA6-7C8C-4142-9CDC-B939147EA49E}"/>
          </ac:spMkLst>
        </pc:spChg>
        <pc:spChg chg="add mod">
          <ac:chgData name="Lal, Harshita" userId="e573156b-5431-42dd-8837-da3cd2646097" providerId="ADAL" clId="{0FB9F3F5-1553-439A-B301-2D4BF3D53390}" dt="2022-07-04T10:35:41.374" v="1391" actId="14100"/>
          <ac:spMkLst>
            <pc:docMk/>
            <pc:sldMk cId="551029900" sldId="6211"/>
            <ac:spMk id="110" creationId="{5084ABCE-5896-4DDA-92EE-6F55788EA4F7}"/>
          </ac:spMkLst>
        </pc:spChg>
        <pc:spChg chg="add mod">
          <ac:chgData name="Lal, Harshita" userId="e573156b-5431-42dd-8837-da3cd2646097" providerId="ADAL" clId="{0FB9F3F5-1553-439A-B301-2D4BF3D53390}" dt="2022-07-04T10:35:51.181" v="1393" actId="14100"/>
          <ac:spMkLst>
            <pc:docMk/>
            <pc:sldMk cId="551029900" sldId="6211"/>
            <ac:spMk id="112" creationId="{2871C0D4-1DAE-4F53-9616-4BAAC046F114}"/>
          </ac:spMkLst>
        </pc:spChg>
        <pc:spChg chg="add mod">
          <ac:chgData name="Lal, Harshita" userId="e573156b-5431-42dd-8837-da3cd2646097" providerId="ADAL" clId="{0FB9F3F5-1553-439A-B301-2D4BF3D53390}" dt="2022-07-04T10:35:58.417" v="1395" actId="14100"/>
          <ac:spMkLst>
            <pc:docMk/>
            <pc:sldMk cId="551029900" sldId="6211"/>
            <ac:spMk id="113" creationId="{655E9A60-F16E-4D0F-BC76-2538743B09C5}"/>
          </ac:spMkLst>
        </pc:spChg>
        <pc:spChg chg="add mod">
          <ac:chgData name="Lal, Harshita" userId="e573156b-5431-42dd-8837-da3cd2646097" providerId="ADAL" clId="{0FB9F3F5-1553-439A-B301-2D4BF3D53390}" dt="2022-07-04T10:35:46.248" v="1392" actId="14100"/>
          <ac:spMkLst>
            <pc:docMk/>
            <pc:sldMk cId="551029900" sldId="6211"/>
            <ac:spMk id="114" creationId="{41C0E3E3-38A8-4578-B09E-1F8DFEF3B3B3}"/>
          </ac:spMkLst>
        </pc:spChg>
        <pc:spChg chg="add mod">
          <ac:chgData name="Lal, Harshita" userId="e573156b-5431-42dd-8837-da3cd2646097" providerId="ADAL" clId="{0FB9F3F5-1553-439A-B301-2D4BF3D53390}" dt="2022-07-04T10:30:19.421" v="1309" actId="207"/>
          <ac:spMkLst>
            <pc:docMk/>
            <pc:sldMk cId="551029900" sldId="6211"/>
            <ac:spMk id="115" creationId="{8AB6E4B3-93FA-48B1-BEC6-C2BC76D34950}"/>
          </ac:spMkLst>
        </pc:spChg>
        <pc:spChg chg="add mod">
          <ac:chgData name="Lal, Harshita" userId="e573156b-5431-42dd-8837-da3cd2646097" providerId="ADAL" clId="{0FB9F3F5-1553-439A-B301-2D4BF3D53390}" dt="2022-07-04T10:34:42.512" v="1381" actId="1076"/>
          <ac:spMkLst>
            <pc:docMk/>
            <pc:sldMk cId="551029900" sldId="6211"/>
            <ac:spMk id="117" creationId="{ED381ACA-D9F4-497A-B73D-79C24C945B56}"/>
          </ac:spMkLst>
        </pc:spChg>
        <pc:spChg chg="add del mod">
          <ac:chgData name="Lal, Harshita" userId="e573156b-5431-42dd-8837-da3cd2646097" providerId="ADAL" clId="{0FB9F3F5-1553-439A-B301-2D4BF3D53390}" dt="2022-07-04T10:34:39.606" v="1380" actId="1076"/>
          <ac:spMkLst>
            <pc:docMk/>
            <pc:sldMk cId="551029900" sldId="6211"/>
            <ac:spMk id="118" creationId="{758C4323-DF07-4AD7-9065-518C0A04254F}"/>
          </ac:spMkLst>
        </pc:spChg>
        <pc:spChg chg="add del mod">
          <ac:chgData name="Lal, Harshita" userId="e573156b-5431-42dd-8837-da3cd2646097" providerId="ADAL" clId="{0FB9F3F5-1553-439A-B301-2D4BF3D53390}" dt="2022-07-04T10:35:08.078" v="1386" actId="478"/>
          <ac:spMkLst>
            <pc:docMk/>
            <pc:sldMk cId="551029900" sldId="6211"/>
            <ac:spMk id="119" creationId="{51F40DCF-4A61-47D3-84B7-A1C0106BC7D2}"/>
          </ac:spMkLst>
        </pc:spChg>
        <pc:spChg chg="add del mod">
          <ac:chgData name="Lal, Harshita" userId="e573156b-5431-42dd-8837-da3cd2646097" providerId="ADAL" clId="{0FB9F3F5-1553-439A-B301-2D4BF3D53390}" dt="2022-07-04T10:31:50.430" v="1336" actId="478"/>
          <ac:spMkLst>
            <pc:docMk/>
            <pc:sldMk cId="551029900" sldId="6211"/>
            <ac:spMk id="120" creationId="{07C6CEA2-AB83-4E0E-9741-51EB7582D8A9}"/>
          </ac:spMkLst>
        </pc:spChg>
        <pc:spChg chg="add mod">
          <ac:chgData name="Lal, Harshita" userId="e573156b-5431-42dd-8837-da3cd2646097" providerId="ADAL" clId="{0FB9F3F5-1553-439A-B301-2D4BF3D53390}" dt="2022-07-04T10:34:53.508" v="1383" actId="1076"/>
          <ac:spMkLst>
            <pc:docMk/>
            <pc:sldMk cId="551029900" sldId="6211"/>
            <ac:spMk id="121" creationId="{3E66D337-09B9-42DF-AE02-3C6435865C69}"/>
          </ac:spMkLst>
        </pc:spChg>
        <pc:spChg chg="add mod">
          <ac:chgData name="Lal, Harshita" userId="e573156b-5431-42dd-8837-da3cd2646097" providerId="ADAL" clId="{0FB9F3F5-1553-439A-B301-2D4BF3D53390}" dt="2022-07-04T10:34:57.520" v="1384" actId="1076"/>
          <ac:spMkLst>
            <pc:docMk/>
            <pc:sldMk cId="551029900" sldId="6211"/>
            <ac:spMk id="122" creationId="{D25ED00E-1532-4E76-B083-8A113846685B}"/>
          </ac:spMkLst>
        </pc:spChg>
        <pc:spChg chg="add mod">
          <ac:chgData name="Lal, Harshita" userId="e573156b-5431-42dd-8837-da3cd2646097" providerId="ADAL" clId="{0FB9F3F5-1553-439A-B301-2D4BF3D53390}" dt="2022-07-04T10:35:18.079" v="1390" actId="20577"/>
          <ac:spMkLst>
            <pc:docMk/>
            <pc:sldMk cId="551029900" sldId="6211"/>
            <ac:spMk id="123" creationId="{92EB7260-C9B3-4940-A40E-0D3475D67605}"/>
          </ac:spMkLst>
        </pc:spChg>
        <pc:spChg chg="mod">
          <ac:chgData name="Lal, Harshita" userId="e573156b-5431-42dd-8837-da3cd2646097" providerId="ADAL" clId="{0FB9F3F5-1553-439A-B301-2D4BF3D53390}" dt="2022-07-04T10:26:58.705" v="1257" actId="1076"/>
          <ac:spMkLst>
            <pc:docMk/>
            <pc:sldMk cId="551029900" sldId="6211"/>
            <ac:spMk id="130" creationId="{C50B3B66-1DF3-41B0-A6CC-C979042946DE}"/>
          </ac:spMkLst>
        </pc:spChg>
        <pc:spChg chg="mod">
          <ac:chgData name="Lal, Harshita" userId="e573156b-5431-42dd-8837-da3cd2646097" providerId="ADAL" clId="{0FB9F3F5-1553-439A-B301-2D4BF3D53390}" dt="2022-07-04T10:25:35.384" v="1254" actId="1076"/>
          <ac:spMkLst>
            <pc:docMk/>
            <pc:sldMk cId="551029900" sldId="6211"/>
            <ac:spMk id="144" creationId="{6817F780-C8DB-4F66-88F7-EC4F5EDF7133}"/>
          </ac:spMkLst>
        </pc:spChg>
        <pc:spChg chg="mod">
          <ac:chgData name="Lal, Harshita" userId="e573156b-5431-42dd-8837-da3cd2646097" providerId="ADAL" clId="{0FB9F3F5-1553-439A-B301-2D4BF3D53390}" dt="2022-07-04T10:34:26.349" v="1377" actId="14100"/>
          <ac:spMkLst>
            <pc:docMk/>
            <pc:sldMk cId="551029900" sldId="6211"/>
            <ac:spMk id="145" creationId="{00E9348D-B9F6-48F8-8943-3686F2E5C5E8}"/>
          </ac:spMkLst>
        </pc:spChg>
        <pc:spChg chg="mod">
          <ac:chgData name="Lal, Harshita" userId="e573156b-5431-42dd-8837-da3cd2646097" providerId="ADAL" clId="{0FB9F3F5-1553-439A-B301-2D4BF3D53390}" dt="2022-07-04T09:39:17.378" v="401" actId="1076"/>
          <ac:spMkLst>
            <pc:docMk/>
            <pc:sldMk cId="551029900" sldId="6211"/>
            <ac:spMk id="153" creationId="{9D678472-DB6D-4879-A35A-1418A5D5854A}"/>
          </ac:spMkLst>
        </pc:spChg>
        <pc:spChg chg="mod">
          <ac:chgData name="Lal, Harshita" userId="e573156b-5431-42dd-8837-da3cd2646097" providerId="ADAL" clId="{0FB9F3F5-1553-439A-B301-2D4BF3D53390}" dt="2022-07-04T10:25:13.638" v="1245" actId="1076"/>
          <ac:spMkLst>
            <pc:docMk/>
            <pc:sldMk cId="551029900" sldId="6211"/>
            <ac:spMk id="163" creationId="{E82DE63C-9297-4C37-9B7A-38CFEFDF2F57}"/>
          </ac:spMkLst>
        </pc:spChg>
        <pc:spChg chg="mod">
          <ac:chgData name="Lal, Harshita" userId="e573156b-5431-42dd-8837-da3cd2646097" providerId="ADAL" clId="{0FB9F3F5-1553-439A-B301-2D4BF3D53390}" dt="2022-07-04T10:24:50.835" v="1238" actId="1076"/>
          <ac:spMkLst>
            <pc:docMk/>
            <pc:sldMk cId="551029900" sldId="6211"/>
            <ac:spMk id="164" creationId="{4D4F6222-F724-45C4-BBC4-CE42C17B2A9F}"/>
          </ac:spMkLst>
        </pc:spChg>
        <pc:spChg chg="mod">
          <ac:chgData name="Lal, Harshita" userId="e573156b-5431-42dd-8837-da3cd2646097" providerId="ADAL" clId="{0FB9F3F5-1553-439A-B301-2D4BF3D53390}" dt="2022-07-04T10:25:05.565" v="1243" actId="1076"/>
          <ac:spMkLst>
            <pc:docMk/>
            <pc:sldMk cId="551029900" sldId="6211"/>
            <ac:spMk id="165" creationId="{6A3EB5BE-7261-4808-A874-C8F7FD9AD2C9}"/>
          </ac:spMkLst>
        </pc:spChg>
        <pc:spChg chg="mod">
          <ac:chgData name="Lal, Harshita" userId="e573156b-5431-42dd-8837-da3cd2646097" providerId="ADAL" clId="{0FB9F3F5-1553-439A-B301-2D4BF3D53390}" dt="2022-07-04T10:25:31.939" v="1252" actId="14100"/>
          <ac:spMkLst>
            <pc:docMk/>
            <pc:sldMk cId="551029900" sldId="6211"/>
            <ac:spMk id="166" creationId="{2431601A-3885-401E-802A-6E1898365BA7}"/>
          </ac:spMkLst>
        </pc:spChg>
        <pc:spChg chg="del">
          <ac:chgData name="Lal, Harshita" userId="e573156b-5431-42dd-8837-da3cd2646097" providerId="ADAL" clId="{0FB9F3F5-1553-439A-B301-2D4BF3D53390}" dt="2022-07-04T09:32:19.332" v="224" actId="478"/>
          <ac:spMkLst>
            <pc:docMk/>
            <pc:sldMk cId="551029900" sldId="6211"/>
            <ac:spMk id="182" creationId="{648F317D-7EF7-4420-9616-D8944B18501C}"/>
          </ac:spMkLst>
        </pc:spChg>
        <pc:grpChg chg="mod">
          <ac:chgData name="Lal, Harshita" userId="e573156b-5431-42dd-8837-da3cd2646097" providerId="ADAL" clId="{0FB9F3F5-1553-439A-B301-2D4BF3D53390}" dt="2022-07-04T09:40:37.587" v="416" actId="1076"/>
          <ac:grpSpMkLst>
            <pc:docMk/>
            <pc:sldMk cId="551029900" sldId="6211"/>
            <ac:grpSpMk id="7" creationId="{C2A923DD-7767-4CFB-9F1C-A525AFFEC4BA}"/>
          </ac:grpSpMkLst>
        </pc:grpChg>
        <pc:cxnChg chg="mod">
          <ac:chgData name="Lal, Harshita" userId="e573156b-5431-42dd-8837-da3cd2646097" providerId="ADAL" clId="{0FB9F3F5-1553-439A-B301-2D4BF3D53390}" dt="2022-07-04T10:29:02.436" v="1301" actId="14100"/>
          <ac:cxnSpMkLst>
            <pc:docMk/>
            <pc:sldMk cId="551029900" sldId="6211"/>
            <ac:cxnSpMk id="10" creationId="{EF1FAC74-3416-4360-899B-E511D87BC57F}"/>
          </ac:cxnSpMkLst>
        </pc:cxnChg>
        <pc:cxnChg chg="mod">
          <ac:chgData name="Lal, Harshita" userId="e573156b-5431-42dd-8837-da3cd2646097" providerId="ADAL" clId="{0FB9F3F5-1553-439A-B301-2D4BF3D53390}" dt="2022-07-04T10:25:27.670" v="1250" actId="14100"/>
          <ac:cxnSpMkLst>
            <pc:docMk/>
            <pc:sldMk cId="551029900" sldId="6211"/>
            <ac:cxnSpMk id="56" creationId="{91A55A23-64A7-495E-8D95-48A6065334CC}"/>
          </ac:cxnSpMkLst>
        </pc:cxnChg>
        <pc:cxnChg chg="add mod">
          <ac:chgData name="Lal, Harshita" userId="e573156b-5431-42dd-8837-da3cd2646097" providerId="ADAL" clId="{0FB9F3F5-1553-439A-B301-2D4BF3D53390}" dt="2022-07-04T10:29:27.589" v="1305" actId="14100"/>
          <ac:cxnSpMkLst>
            <pc:docMk/>
            <pc:sldMk cId="551029900" sldId="6211"/>
            <ac:cxnSpMk id="116" creationId="{CFE9DED3-4667-4C12-90F2-6AD27F8CB174}"/>
          </ac:cxnSpMkLst>
        </pc:cxnChg>
        <pc:cxnChg chg="mod">
          <ac:chgData name="Lal, Harshita" userId="e573156b-5431-42dd-8837-da3cd2646097" providerId="ADAL" clId="{0FB9F3F5-1553-439A-B301-2D4BF3D53390}" dt="2022-07-04T10:25:38.569" v="1255" actId="14100"/>
          <ac:cxnSpMkLst>
            <pc:docMk/>
            <pc:sldMk cId="551029900" sldId="6211"/>
            <ac:cxnSpMk id="132" creationId="{904987A2-CE27-4C0A-9FF1-DA2E3DA42ADE}"/>
          </ac:cxnSpMkLst>
        </pc:cxnChg>
        <pc:cxnChg chg="mod">
          <ac:chgData name="Lal, Harshita" userId="e573156b-5431-42dd-8837-da3cd2646097" providerId="ADAL" clId="{0FB9F3F5-1553-439A-B301-2D4BF3D53390}" dt="2022-07-04T10:25:10.291" v="1244" actId="14100"/>
          <ac:cxnSpMkLst>
            <pc:docMk/>
            <pc:sldMk cId="551029900" sldId="6211"/>
            <ac:cxnSpMk id="156" creationId="{AD2095F0-64A3-42F4-BF6A-97C3D5A3B109}"/>
          </ac:cxnSpMkLst>
        </pc:cxnChg>
        <pc:cxnChg chg="mod">
          <ac:chgData name="Lal, Harshita" userId="e573156b-5431-42dd-8837-da3cd2646097" providerId="ADAL" clId="{0FB9F3F5-1553-439A-B301-2D4BF3D53390}" dt="2022-07-04T10:25:02.750" v="1242" actId="14100"/>
          <ac:cxnSpMkLst>
            <pc:docMk/>
            <pc:sldMk cId="551029900" sldId="6211"/>
            <ac:cxnSpMk id="157" creationId="{6D6DA952-3018-4AAE-9DD3-EE58B667448F}"/>
          </ac:cxnSpMkLst>
        </pc:cxnChg>
        <pc:cxnChg chg="mod">
          <ac:chgData name="Lal, Harshita" userId="e573156b-5431-42dd-8837-da3cd2646097" providerId="ADAL" clId="{0FB9F3F5-1553-439A-B301-2D4BF3D53390}" dt="2022-07-04T10:25:00.741" v="1241" actId="14100"/>
          <ac:cxnSpMkLst>
            <pc:docMk/>
            <pc:sldMk cId="551029900" sldId="6211"/>
            <ac:cxnSpMk id="159" creationId="{09C160E0-2482-42A0-AD95-7B6DD0DF1E1E}"/>
          </ac:cxnSpMkLst>
        </pc:cxnChg>
      </pc:sldChg>
      <pc:sldChg chg="modSp mod">
        <pc:chgData name="Lal, Harshita" userId="e573156b-5431-42dd-8837-da3cd2646097" providerId="ADAL" clId="{0FB9F3F5-1553-439A-B301-2D4BF3D53390}" dt="2022-07-04T11:02:38.365" v="2038" actId="20577"/>
        <pc:sldMkLst>
          <pc:docMk/>
          <pc:sldMk cId="1473512616" sldId="6221"/>
        </pc:sldMkLst>
        <pc:spChg chg="mod">
          <ac:chgData name="Lal, Harshita" userId="e573156b-5431-42dd-8837-da3cd2646097" providerId="ADAL" clId="{0FB9F3F5-1553-439A-B301-2D4BF3D53390}" dt="2022-07-04T10:57:08.091" v="1873" actId="20577"/>
          <ac:spMkLst>
            <pc:docMk/>
            <pc:sldMk cId="1473512616" sldId="6221"/>
            <ac:spMk id="151" creationId="{1F5C140F-D40B-4191-8CCA-457CE47FD525}"/>
          </ac:spMkLst>
        </pc:spChg>
        <pc:spChg chg="mod">
          <ac:chgData name="Lal, Harshita" userId="e573156b-5431-42dd-8837-da3cd2646097" providerId="ADAL" clId="{0FB9F3F5-1553-439A-B301-2D4BF3D53390}" dt="2022-07-04T10:58:53.049" v="1924" actId="6549"/>
          <ac:spMkLst>
            <pc:docMk/>
            <pc:sldMk cId="1473512616" sldId="6221"/>
            <ac:spMk id="152" creationId="{8E917AC6-32EA-40F5-880C-A198BD122E35}"/>
          </ac:spMkLst>
        </pc:spChg>
        <pc:spChg chg="mod">
          <ac:chgData name="Lal, Harshita" userId="e573156b-5431-42dd-8837-da3cd2646097" providerId="ADAL" clId="{0FB9F3F5-1553-439A-B301-2D4BF3D53390}" dt="2022-07-04T10:56:43.489" v="1832" actId="20577"/>
          <ac:spMkLst>
            <pc:docMk/>
            <pc:sldMk cId="1473512616" sldId="6221"/>
            <ac:spMk id="153" creationId="{91214B2A-91B8-42C0-9CC7-073046F6C6F7}"/>
          </ac:spMkLst>
        </pc:spChg>
        <pc:spChg chg="mod">
          <ac:chgData name="Lal, Harshita" userId="e573156b-5431-42dd-8837-da3cd2646097" providerId="ADAL" clId="{0FB9F3F5-1553-439A-B301-2D4BF3D53390}" dt="2022-07-04T10:58:44.478" v="1923" actId="6549"/>
          <ac:spMkLst>
            <pc:docMk/>
            <pc:sldMk cId="1473512616" sldId="6221"/>
            <ac:spMk id="154" creationId="{1094AA3A-C51E-4995-A837-0AB2071341E1}"/>
          </ac:spMkLst>
        </pc:spChg>
        <pc:spChg chg="mod">
          <ac:chgData name="Lal, Harshita" userId="e573156b-5431-42dd-8837-da3cd2646097" providerId="ADAL" clId="{0FB9F3F5-1553-439A-B301-2D4BF3D53390}" dt="2022-07-04T10:46:21.253" v="1493" actId="20577"/>
          <ac:spMkLst>
            <pc:docMk/>
            <pc:sldMk cId="1473512616" sldId="6221"/>
            <ac:spMk id="155" creationId="{48A2FE19-FBA4-403F-8652-FC0BDABC1CE2}"/>
          </ac:spMkLst>
        </pc:spChg>
        <pc:spChg chg="mod">
          <ac:chgData name="Lal, Harshita" userId="e573156b-5431-42dd-8837-da3cd2646097" providerId="ADAL" clId="{0FB9F3F5-1553-439A-B301-2D4BF3D53390}" dt="2022-07-04T10:50:27.013" v="1626" actId="20577"/>
          <ac:spMkLst>
            <pc:docMk/>
            <pc:sldMk cId="1473512616" sldId="6221"/>
            <ac:spMk id="160" creationId="{60024687-8E0F-4DD0-B5EE-C76E300B2281}"/>
          </ac:spMkLst>
        </pc:spChg>
        <pc:spChg chg="mod">
          <ac:chgData name="Lal, Harshita" userId="e573156b-5431-42dd-8837-da3cd2646097" providerId="ADAL" clId="{0FB9F3F5-1553-439A-B301-2D4BF3D53390}" dt="2022-07-04T11:00:03.977" v="1973" actId="313"/>
          <ac:spMkLst>
            <pc:docMk/>
            <pc:sldMk cId="1473512616" sldId="6221"/>
            <ac:spMk id="161" creationId="{8953B0E0-E7B0-4E38-8640-2FAC99353DC0}"/>
          </ac:spMkLst>
        </pc:spChg>
        <pc:spChg chg="mod">
          <ac:chgData name="Lal, Harshita" userId="e573156b-5431-42dd-8837-da3cd2646097" providerId="ADAL" clId="{0FB9F3F5-1553-439A-B301-2D4BF3D53390}" dt="2022-07-04T10:47:33.050" v="1535" actId="20577"/>
          <ac:spMkLst>
            <pc:docMk/>
            <pc:sldMk cId="1473512616" sldId="6221"/>
            <ac:spMk id="162" creationId="{13F8CD61-91AE-487B-B61C-6DD6951B3377}"/>
          </ac:spMkLst>
        </pc:spChg>
        <pc:spChg chg="mod">
          <ac:chgData name="Lal, Harshita" userId="e573156b-5431-42dd-8837-da3cd2646097" providerId="ADAL" clId="{0FB9F3F5-1553-439A-B301-2D4BF3D53390}" dt="2022-07-04T10:57:19.101" v="1883" actId="20577"/>
          <ac:spMkLst>
            <pc:docMk/>
            <pc:sldMk cId="1473512616" sldId="6221"/>
            <ac:spMk id="163" creationId="{10E058E7-4B73-4017-A995-2C2637BAFE4B}"/>
          </ac:spMkLst>
        </pc:spChg>
        <pc:spChg chg="mod">
          <ac:chgData name="Lal, Harshita" userId="e573156b-5431-42dd-8837-da3cd2646097" providerId="ADAL" clId="{0FB9F3F5-1553-439A-B301-2D4BF3D53390}" dt="2022-07-04T10:47:37.654" v="1536" actId="313"/>
          <ac:spMkLst>
            <pc:docMk/>
            <pc:sldMk cId="1473512616" sldId="6221"/>
            <ac:spMk id="164" creationId="{8848CE81-EF66-48C4-8627-0D34C03492E6}"/>
          </ac:spMkLst>
        </pc:spChg>
        <pc:spChg chg="mod">
          <ac:chgData name="Lal, Harshita" userId="e573156b-5431-42dd-8837-da3cd2646097" providerId="ADAL" clId="{0FB9F3F5-1553-439A-B301-2D4BF3D53390}" dt="2022-07-04T10:59:58.992" v="1972" actId="20577"/>
          <ac:spMkLst>
            <pc:docMk/>
            <pc:sldMk cId="1473512616" sldId="6221"/>
            <ac:spMk id="165" creationId="{FB89C83C-FA0F-4911-973C-E9BB1991F0F1}"/>
          </ac:spMkLst>
        </pc:spChg>
        <pc:spChg chg="mod">
          <ac:chgData name="Lal, Harshita" userId="e573156b-5431-42dd-8837-da3cd2646097" providerId="ADAL" clId="{0FB9F3F5-1553-439A-B301-2D4BF3D53390}" dt="2022-07-04T11:02:38.365" v="2038" actId="20577"/>
          <ac:spMkLst>
            <pc:docMk/>
            <pc:sldMk cId="1473512616" sldId="6221"/>
            <ac:spMk id="166" creationId="{68A87B10-B683-4771-AD6F-127E3C37873B}"/>
          </ac:spMkLst>
        </pc:spChg>
        <pc:spChg chg="mod">
          <ac:chgData name="Lal, Harshita" userId="e573156b-5431-42dd-8837-da3cd2646097" providerId="ADAL" clId="{0FB9F3F5-1553-439A-B301-2D4BF3D53390}" dt="2022-07-04T11:01:55.040" v="2007" actId="20577"/>
          <ac:spMkLst>
            <pc:docMk/>
            <pc:sldMk cId="1473512616" sldId="6221"/>
            <ac:spMk id="167" creationId="{D55201FA-E489-4715-84D6-B7B4FA1C8A7C}"/>
          </ac:spMkLst>
        </pc:spChg>
        <pc:spChg chg="mod">
          <ac:chgData name="Lal, Harshita" userId="e573156b-5431-42dd-8837-da3cd2646097" providerId="ADAL" clId="{0FB9F3F5-1553-439A-B301-2D4BF3D53390}" dt="2022-07-04T11:02:12.964" v="2024" actId="6549"/>
          <ac:spMkLst>
            <pc:docMk/>
            <pc:sldMk cId="1473512616" sldId="6221"/>
            <ac:spMk id="168" creationId="{142BCD6A-3BA0-482C-B8A6-0E5EAF0FA64B}"/>
          </ac:spMkLst>
        </pc:spChg>
        <pc:spChg chg="mod">
          <ac:chgData name="Lal, Harshita" userId="e573156b-5431-42dd-8837-da3cd2646097" providerId="ADAL" clId="{0FB9F3F5-1553-439A-B301-2D4BF3D53390}" dt="2022-07-04T10:55:12.036" v="1823" actId="20577"/>
          <ac:spMkLst>
            <pc:docMk/>
            <pc:sldMk cId="1473512616" sldId="6221"/>
            <ac:spMk id="172" creationId="{A0D6224C-1370-46EC-A274-0DD7BE996EA7}"/>
          </ac:spMkLst>
        </pc:spChg>
      </pc:sldChg>
    </pc:docChg>
  </pc:docChgLst>
  <pc:docChgLst>
    <pc:chgData name="Banerjee, Rajeswar" userId="b4ff5a26-7e17-4c5f-975b-d63f3f91df5b" providerId="ADAL" clId="{13A75D8B-C75E-4E7D-8669-A01C8A3E2AF0}"/>
    <pc:docChg chg="custSel addSld delSld modSld">
      <pc:chgData name="Banerjee, Rajeswar" userId="b4ff5a26-7e17-4c5f-975b-d63f3f91df5b" providerId="ADAL" clId="{13A75D8B-C75E-4E7D-8669-A01C8A3E2AF0}" dt="2022-07-02T14:28:11.894" v="505" actId="2085"/>
      <pc:docMkLst>
        <pc:docMk/>
      </pc:docMkLst>
      <pc:sldChg chg="modSp mod">
        <pc:chgData name="Banerjee, Rajeswar" userId="b4ff5a26-7e17-4c5f-975b-d63f3f91df5b" providerId="ADAL" clId="{13A75D8B-C75E-4E7D-8669-A01C8A3E2AF0}" dt="2022-07-01T05:59:11.885" v="5" actId="20577"/>
        <pc:sldMkLst>
          <pc:docMk/>
          <pc:sldMk cId="3709311350" sldId="624"/>
        </pc:sldMkLst>
        <pc:spChg chg="mod">
          <ac:chgData name="Banerjee, Rajeswar" userId="b4ff5a26-7e17-4c5f-975b-d63f3f91df5b" providerId="ADAL" clId="{13A75D8B-C75E-4E7D-8669-A01C8A3E2AF0}" dt="2022-07-01T05:59:11.885" v="5" actId="20577"/>
          <ac:spMkLst>
            <pc:docMk/>
            <pc:sldMk cId="3709311350" sldId="624"/>
            <ac:spMk id="4" creationId="{498ABFF3-40E3-4F47-9A1D-87E681E5C461}"/>
          </ac:spMkLst>
        </pc:spChg>
      </pc:sldChg>
      <pc:sldChg chg="del">
        <pc:chgData name="Banerjee, Rajeswar" userId="b4ff5a26-7e17-4c5f-975b-d63f3f91df5b" providerId="ADAL" clId="{13A75D8B-C75E-4E7D-8669-A01C8A3E2AF0}" dt="2022-07-01T05:59:07.316" v="4" actId="47"/>
        <pc:sldMkLst>
          <pc:docMk/>
          <pc:sldMk cId="1583769314" sldId="4027"/>
        </pc:sldMkLst>
      </pc:sldChg>
      <pc:sldChg chg="del">
        <pc:chgData name="Banerjee, Rajeswar" userId="b4ff5a26-7e17-4c5f-975b-d63f3f91df5b" providerId="ADAL" clId="{13A75D8B-C75E-4E7D-8669-A01C8A3E2AF0}" dt="2022-07-01T05:59:07.316" v="4" actId="47"/>
        <pc:sldMkLst>
          <pc:docMk/>
          <pc:sldMk cId="1197967501" sldId="4028"/>
        </pc:sldMkLst>
      </pc:sldChg>
      <pc:sldChg chg="addSp modSp add">
        <pc:chgData name="Banerjee, Rajeswar" userId="b4ff5a26-7e17-4c5f-975b-d63f3f91df5b" providerId="ADAL" clId="{13A75D8B-C75E-4E7D-8669-A01C8A3E2AF0}" dt="2022-07-01T05:59:03.130" v="3"/>
        <pc:sldMkLst>
          <pc:docMk/>
          <pc:sldMk cId="326628513" sldId="6182"/>
        </pc:sldMkLst>
        <pc:spChg chg="add mod">
          <ac:chgData name="Banerjee, Rajeswar" userId="b4ff5a26-7e17-4c5f-975b-d63f3f91df5b" providerId="ADAL" clId="{13A75D8B-C75E-4E7D-8669-A01C8A3E2AF0}" dt="2022-07-01T05:59:03.130" v="3"/>
          <ac:spMkLst>
            <pc:docMk/>
            <pc:sldMk cId="326628513" sldId="6182"/>
            <ac:spMk id="12" creationId="{E3D7766B-117C-415C-BECB-9276C1BE489D}"/>
          </ac:spMkLst>
        </pc:spChg>
      </pc:sldChg>
      <pc:sldChg chg="addSp modSp add mod setBg">
        <pc:chgData name="Banerjee, Rajeswar" userId="b4ff5a26-7e17-4c5f-975b-d63f3f91df5b" providerId="ADAL" clId="{13A75D8B-C75E-4E7D-8669-A01C8A3E2AF0}" dt="2022-07-01T05:59:27.554" v="18" actId="1036"/>
        <pc:sldMkLst>
          <pc:docMk/>
          <pc:sldMk cId="3622323979" sldId="6186"/>
        </pc:sldMkLst>
        <pc:spChg chg="add mod">
          <ac:chgData name="Banerjee, Rajeswar" userId="b4ff5a26-7e17-4c5f-975b-d63f3f91df5b" providerId="ADAL" clId="{13A75D8B-C75E-4E7D-8669-A01C8A3E2AF0}" dt="2022-07-01T05:58:57.558" v="2" actId="20577"/>
          <ac:spMkLst>
            <pc:docMk/>
            <pc:sldMk cId="3622323979" sldId="6186"/>
            <ac:spMk id="14" creationId="{6B588208-0A9B-4A46-9A1F-D04766FD82BD}"/>
          </ac:spMkLst>
        </pc:spChg>
        <pc:spChg chg="mod">
          <ac:chgData name="Banerjee, Rajeswar" userId="b4ff5a26-7e17-4c5f-975b-d63f3f91df5b" providerId="ADAL" clId="{13A75D8B-C75E-4E7D-8669-A01C8A3E2AF0}" dt="2022-07-01T05:59:23.484" v="13" actId="20577"/>
          <ac:spMkLst>
            <pc:docMk/>
            <pc:sldMk cId="3622323979" sldId="6186"/>
            <ac:spMk id="19" creationId="{CEEC6971-6B1A-4749-B170-65AFF2E08379}"/>
          </ac:spMkLst>
        </pc:spChg>
        <pc:spChg chg="mod">
          <ac:chgData name="Banerjee, Rajeswar" userId="b4ff5a26-7e17-4c5f-975b-d63f3f91df5b" providerId="ADAL" clId="{13A75D8B-C75E-4E7D-8669-A01C8A3E2AF0}" dt="2022-07-01T05:59:27.554" v="18" actId="1036"/>
          <ac:spMkLst>
            <pc:docMk/>
            <pc:sldMk cId="3622323979" sldId="6186"/>
            <ac:spMk id="20" creationId="{A05C5B48-2464-4C86-9BD7-3D9714D4C167}"/>
          </ac:spMkLst>
        </pc:spChg>
        <pc:spChg chg="mod">
          <ac:chgData name="Banerjee, Rajeswar" userId="b4ff5a26-7e17-4c5f-975b-d63f3f91df5b" providerId="ADAL" clId="{13A75D8B-C75E-4E7D-8669-A01C8A3E2AF0}" dt="2022-07-01T05:59:27.554" v="18" actId="1036"/>
          <ac:spMkLst>
            <pc:docMk/>
            <pc:sldMk cId="3622323979" sldId="6186"/>
            <ac:spMk id="21" creationId="{7856BEEE-89CA-4407-BD32-A16B5457D380}"/>
          </ac:spMkLst>
        </pc:spChg>
      </pc:sldChg>
      <pc:sldChg chg="modSp add del mod">
        <pc:chgData name="Banerjee, Rajeswar" userId="b4ff5a26-7e17-4c5f-975b-d63f3f91df5b" providerId="ADAL" clId="{13A75D8B-C75E-4E7D-8669-A01C8A3E2AF0}" dt="2022-07-02T09:42:54.375" v="489" actId="20577"/>
        <pc:sldMkLst>
          <pc:docMk/>
          <pc:sldMk cId="3627085183" sldId="6187"/>
        </pc:sldMkLst>
        <pc:spChg chg="mod">
          <ac:chgData name="Banerjee, Rajeswar" userId="b4ff5a26-7e17-4c5f-975b-d63f3f91df5b" providerId="ADAL" clId="{13A75D8B-C75E-4E7D-8669-A01C8A3E2AF0}" dt="2022-07-02T09:42:54.375" v="489" actId="20577"/>
          <ac:spMkLst>
            <pc:docMk/>
            <pc:sldMk cId="3627085183" sldId="6187"/>
            <ac:spMk id="97" creationId="{0CB6EC1D-099C-435B-82D1-7ECE329FE0B0}"/>
          </ac:spMkLst>
        </pc:spChg>
      </pc:sldChg>
      <pc:sldChg chg="del">
        <pc:chgData name="Banerjee, Rajeswar" userId="b4ff5a26-7e17-4c5f-975b-d63f3f91df5b" providerId="ADAL" clId="{13A75D8B-C75E-4E7D-8669-A01C8A3E2AF0}" dt="2022-07-02T14:26:53.448" v="491" actId="47"/>
        <pc:sldMkLst>
          <pc:docMk/>
          <pc:sldMk cId="263422836" sldId="6188"/>
        </pc:sldMkLst>
      </pc:sldChg>
      <pc:sldChg chg="modSp add mod">
        <pc:chgData name="Banerjee, Rajeswar" userId="b4ff5a26-7e17-4c5f-975b-d63f3f91df5b" providerId="ADAL" clId="{13A75D8B-C75E-4E7D-8669-A01C8A3E2AF0}" dt="2022-07-02T14:28:11.894" v="505" actId="2085"/>
        <pc:sldMkLst>
          <pc:docMk/>
          <pc:sldMk cId="161344285" sldId="6199"/>
        </pc:sldMkLst>
        <pc:spChg chg="mod">
          <ac:chgData name="Banerjee, Rajeswar" userId="b4ff5a26-7e17-4c5f-975b-d63f3f91df5b" providerId="ADAL" clId="{13A75D8B-C75E-4E7D-8669-A01C8A3E2AF0}" dt="2022-07-02T14:27:17.021" v="493" actId="2085"/>
          <ac:spMkLst>
            <pc:docMk/>
            <pc:sldMk cId="161344285" sldId="6199"/>
            <ac:spMk id="4" creationId="{6AF12E25-DCD1-4976-9FB2-D28DB99BF3AD}"/>
          </ac:spMkLst>
        </pc:spChg>
        <pc:spChg chg="mod">
          <ac:chgData name="Banerjee, Rajeswar" userId="b4ff5a26-7e17-4c5f-975b-d63f3f91df5b" providerId="ADAL" clId="{13A75D8B-C75E-4E7D-8669-A01C8A3E2AF0}" dt="2022-07-02T14:27:19.223" v="494" actId="1076"/>
          <ac:spMkLst>
            <pc:docMk/>
            <pc:sldMk cId="161344285" sldId="6199"/>
            <ac:spMk id="5" creationId="{0589B3F4-41EB-44B5-8908-F4B6A58B1E5B}"/>
          </ac:spMkLst>
        </pc:spChg>
        <pc:spChg chg="mod">
          <ac:chgData name="Banerjee, Rajeswar" userId="b4ff5a26-7e17-4c5f-975b-d63f3f91df5b" providerId="ADAL" clId="{13A75D8B-C75E-4E7D-8669-A01C8A3E2AF0}" dt="2022-07-02T14:27:24.464" v="496" actId="2085"/>
          <ac:spMkLst>
            <pc:docMk/>
            <pc:sldMk cId="161344285" sldId="6199"/>
            <ac:spMk id="6" creationId="{78F4E7FD-1218-419A-BDAC-61D2864FCEF2}"/>
          </ac:spMkLst>
        </pc:spChg>
        <pc:spChg chg="mod">
          <ac:chgData name="Banerjee, Rajeswar" userId="b4ff5a26-7e17-4c5f-975b-d63f3f91df5b" providerId="ADAL" clId="{13A75D8B-C75E-4E7D-8669-A01C8A3E2AF0}" dt="2022-07-02T14:28:02.557" v="501" actId="2085"/>
          <ac:spMkLst>
            <pc:docMk/>
            <pc:sldMk cId="161344285" sldId="6199"/>
            <ac:spMk id="16" creationId="{954C15CE-8E6C-4939-A521-522C15C8F738}"/>
          </ac:spMkLst>
        </pc:spChg>
        <pc:spChg chg="mod">
          <ac:chgData name="Banerjee, Rajeswar" userId="b4ff5a26-7e17-4c5f-975b-d63f3f91df5b" providerId="ADAL" clId="{13A75D8B-C75E-4E7D-8669-A01C8A3E2AF0}" dt="2022-07-02T14:28:07.592" v="503" actId="2085"/>
          <ac:spMkLst>
            <pc:docMk/>
            <pc:sldMk cId="161344285" sldId="6199"/>
            <ac:spMk id="19" creationId="{52D3F832-36A2-467C-908F-AC916E829F59}"/>
          </ac:spMkLst>
        </pc:spChg>
        <pc:spChg chg="mod">
          <ac:chgData name="Banerjee, Rajeswar" userId="b4ff5a26-7e17-4c5f-975b-d63f3f91df5b" providerId="ADAL" clId="{13A75D8B-C75E-4E7D-8669-A01C8A3E2AF0}" dt="2022-07-02T14:28:11.894" v="505" actId="2085"/>
          <ac:spMkLst>
            <pc:docMk/>
            <pc:sldMk cId="161344285" sldId="6199"/>
            <ac:spMk id="24" creationId="{390B2912-AF61-461C-9A6E-A7F28BCDFEAD}"/>
          </ac:spMkLst>
        </pc:spChg>
      </pc:sldChg>
    </pc:docChg>
  </pc:docChgLst>
  <pc:docChgLst>
    <pc:chgData name="Mukherjee, Shouvik" userId="S::shomukherjee@deloitte.com::8a0946e8-3a6b-4d5c-947d-73f4cd578335" providerId="AD" clId="Web-{1B6809A7-08BA-4973-BCEB-595854C1017B}"/>
    <pc:docChg chg="delSld">
      <pc:chgData name="Mukherjee, Shouvik" userId="S::shomukherjee@deloitte.com::8a0946e8-3a6b-4d5c-947d-73f4cd578335" providerId="AD" clId="Web-{1B6809A7-08BA-4973-BCEB-595854C1017B}" dt="2023-08-08T05:26:43.090" v="5"/>
      <pc:docMkLst>
        <pc:docMk/>
      </pc:docMkLst>
      <pc:sldChg chg="del">
        <pc:chgData name="Mukherjee, Shouvik" userId="S::shomukherjee@deloitte.com::8a0946e8-3a6b-4d5c-947d-73f4cd578335" providerId="AD" clId="Web-{1B6809A7-08BA-4973-BCEB-595854C1017B}" dt="2023-08-08T05:26:41.918" v="3"/>
        <pc:sldMkLst>
          <pc:docMk/>
          <pc:sldMk cId="1529536459" sldId="4004"/>
        </pc:sldMkLst>
      </pc:sldChg>
      <pc:sldChg chg="del">
        <pc:chgData name="Mukherjee, Shouvik" userId="S::shomukherjee@deloitte.com::8a0946e8-3a6b-4d5c-947d-73f4cd578335" providerId="AD" clId="Web-{1B6809A7-08BA-4973-BCEB-595854C1017B}" dt="2023-08-08T05:26:42.496" v="4"/>
        <pc:sldMkLst>
          <pc:docMk/>
          <pc:sldMk cId="296474347" sldId="6193"/>
        </pc:sldMkLst>
      </pc:sldChg>
      <pc:sldChg chg="del">
        <pc:chgData name="Mukherjee, Shouvik" userId="S::shomukherjee@deloitte.com::8a0946e8-3a6b-4d5c-947d-73f4cd578335" providerId="AD" clId="Web-{1B6809A7-08BA-4973-BCEB-595854C1017B}" dt="2023-08-08T05:26:43.090" v="5"/>
        <pc:sldMkLst>
          <pc:docMk/>
          <pc:sldMk cId="616035977" sldId="6195"/>
        </pc:sldMkLst>
      </pc:sldChg>
      <pc:sldChg chg="del">
        <pc:chgData name="Mukherjee, Shouvik" userId="S::shomukherjee@deloitte.com::8a0946e8-3a6b-4d5c-947d-73f4cd578335" providerId="AD" clId="Web-{1B6809A7-08BA-4973-BCEB-595854C1017B}" dt="2023-08-08T05:25:55.698" v="0"/>
        <pc:sldMkLst>
          <pc:docMk/>
          <pc:sldMk cId="2460166273" sldId="6238"/>
        </pc:sldMkLst>
      </pc:sldChg>
      <pc:sldChg chg="del">
        <pc:chgData name="Mukherjee, Shouvik" userId="S::shomukherjee@deloitte.com::8a0946e8-3a6b-4d5c-947d-73f4cd578335" providerId="AD" clId="Web-{1B6809A7-08BA-4973-BCEB-595854C1017B}" dt="2023-08-08T05:26:05.276" v="1"/>
        <pc:sldMkLst>
          <pc:docMk/>
          <pc:sldMk cId="587108178" sldId="6240"/>
        </pc:sldMkLst>
      </pc:sldChg>
      <pc:sldChg chg="del">
        <pc:chgData name="Mukherjee, Shouvik" userId="S::shomukherjee@deloitte.com::8a0946e8-3a6b-4d5c-947d-73f4cd578335" providerId="AD" clId="Web-{1B6809A7-08BA-4973-BCEB-595854C1017B}" dt="2023-08-08T05:26:08.839" v="2"/>
        <pc:sldMkLst>
          <pc:docMk/>
          <pc:sldMk cId="3415673890" sldId="6241"/>
        </pc:sldMkLst>
      </pc:sldChg>
    </pc:docChg>
  </pc:docChgLst>
  <pc:docChgLst>
    <pc:chgData name="Mukherjee, Shouvik" userId="8a0946e8-3a6b-4d5c-947d-73f4cd578335" providerId="ADAL" clId="{26B6B46B-2815-4342-871C-06BE377A422B}"/>
    <pc:docChg chg="undo custSel addSld delSld modSld modMainMaster">
      <pc:chgData name="Mukherjee, Shouvik" userId="8a0946e8-3a6b-4d5c-947d-73f4cd578335" providerId="ADAL" clId="{26B6B46B-2815-4342-871C-06BE377A422B}" dt="2023-08-08T17:17:49.648" v="1676" actId="20577"/>
      <pc:docMkLst>
        <pc:docMk/>
      </pc:docMkLst>
      <pc:sldChg chg="modSp mod">
        <pc:chgData name="Mukherjee, Shouvik" userId="8a0946e8-3a6b-4d5c-947d-73f4cd578335" providerId="ADAL" clId="{26B6B46B-2815-4342-871C-06BE377A422B}" dt="2023-08-08T17:13:15.011" v="1574" actId="20577"/>
        <pc:sldMkLst>
          <pc:docMk/>
          <pc:sldMk cId="2239265673" sldId="1258"/>
        </pc:sldMkLst>
        <pc:spChg chg="mod">
          <ac:chgData name="Mukherjee, Shouvik" userId="8a0946e8-3a6b-4d5c-947d-73f4cd578335" providerId="ADAL" clId="{26B6B46B-2815-4342-871C-06BE377A422B}" dt="2023-08-08T17:13:15.011" v="1574" actId="20577"/>
          <ac:spMkLst>
            <pc:docMk/>
            <pc:sldMk cId="2239265673" sldId="1258"/>
            <ac:spMk id="2" creationId="{DE6C1B41-02FD-584A-AC63-60E3A80FD66B}"/>
          </ac:spMkLst>
        </pc:spChg>
      </pc:sldChg>
      <pc:sldChg chg="addSp delSp modSp mod">
        <pc:chgData name="Mukherjee, Shouvik" userId="8a0946e8-3a6b-4d5c-947d-73f4cd578335" providerId="ADAL" clId="{26B6B46B-2815-4342-871C-06BE377A422B}" dt="2023-08-08T17:16:40.982" v="1622" actId="1076"/>
        <pc:sldMkLst>
          <pc:docMk/>
          <pc:sldMk cId="866511616" sldId="1789"/>
        </pc:sldMkLst>
        <pc:spChg chg="mod">
          <ac:chgData name="Mukherjee, Shouvik" userId="8a0946e8-3a6b-4d5c-947d-73f4cd578335" providerId="ADAL" clId="{26B6B46B-2815-4342-871C-06BE377A422B}" dt="2023-08-08T17:15:35.395" v="1610" actId="255"/>
          <ac:spMkLst>
            <pc:docMk/>
            <pc:sldMk cId="866511616" sldId="1789"/>
            <ac:spMk id="2" creationId="{2BDB3738-947A-474A-B66F-B221CD9AB9AE}"/>
          </ac:spMkLst>
        </pc:spChg>
        <pc:picChg chg="add mod">
          <ac:chgData name="Mukherjee, Shouvik" userId="8a0946e8-3a6b-4d5c-947d-73f4cd578335" providerId="ADAL" clId="{26B6B46B-2815-4342-871C-06BE377A422B}" dt="2023-08-08T17:16:40.982" v="1622" actId="1076"/>
          <ac:picMkLst>
            <pc:docMk/>
            <pc:sldMk cId="866511616" sldId="1789"/>
            <ac:picMk id="17" creationId="{26CC053A-11B0-0EDB-3304-B60AC326F4C0}"/>
          </ac:picMkLst>
        </pc:picChg>
        <pc:picChg chg="add del">
          <ac:chgData name="Mukherjee, Shouvik" userId="8a0946e8-3a6b-4d5c-947d-73f4cd578335" providerId="ADAL" clId="{26B6B46B-2815-4342-871C-06BE377A422B}" dt="2023-08-08T17:16:03.137" v="1613" actId="478"/>
          <ac:picMkLst>
            <pc:docMk/>
            <pc:sldMk cId="866511616" sldId="1789"/>
            <ac:picMk id="18" creationId="{75772126-B1D4-8C70-7195-F88EFAFB092B}"/>
          </ac:picMkLst>
        </pc:picChg>
        <pc:picChg chg="add del">
          <ac:chgData name="Mukherjee, Shouvik" userId="8a0946e8-3a6b-4d5c-947d-73f4cd578335" providerId="ADAL" clId="{26B6B46B-2815-4342-871C-06BE377A422B}" dt="2023-08-08T17:16:06.923" v="1614" actId="478"/>
          <ac:picMkLst>
            <pc:docMk/>
            <pc:sldMk cId="866511616" sldId="1789"/>
            <ac:picMk id="3074" creationId="{C30E5321-8F1E-C0C8-9761-91FADE6AAAF8}"/>
          </ac:picMkLst>
        </pc:picChg>
      </pc:sldChg>
      <pc:sldChg chg="addSp delSp modSp add mod">
        <pc:chgData name="Mukherjee, Shouvik" userId="8a0946e8-3a6b-4d5c-947d-73f4cd578335" providerId="ADAL" clId="{26B6B46B-2815-4342-871C-06BE377A422B}" dt="2023-08-08T15:27:28.108" v="1558" actId="20577"/>
        <pc:sldMkLst>
          <pc:docMk/>
          <pc:sldMk cId="1730217198" sldId="3328"/>
        </pc:sldMkLst>
        <pc:spChg chg="add del mod">
          <ac:chgData name="Mukherjee, Shouvik" userId="8a0946e8-3a6b-4d5c-947d-73f4cd578335" providerId="ADAL" clId="{26B6B46B-2815-4342-871C-06BE377A422B}" dt="2023-08-08T15:04:00.861" v="761" actId="478"/>
          <ac:spMkLst>
            <pc:docMk/>
            <pc:sldMk cId="1730217198" sldId="3328"/>
            <ac:spMk id="3" creationId="{D6123F7E-22EE-9FCD-74F5-DFAF59065B6B}"/>
          </ac:spMkLst>
        </pc:spChg>
        <pc:spChg chg="add mod">
          <ac:chgData name="Mukherjee, Shouvik" userId="8a0946e8-3a6b-4d5c-947d-73f4cd578335" providerId="ADAL" clId="{26B6B46B-2815-4342-871C-06BE377A422B}" dt="2023-08-08T15:09:20.068" v="1053" actId="20577"/>
          <ac:spMkLst>
            <pc:docMk/>
            <pc:sldMk cId="1730217198" sldId="3328"/>
            <ac:spMk id="11" creationId="{DD72066D-5BB1-6DAA-A067-848BF431E522}"/>
          </ac:spMkLst>
        </pc:spChg>
        <pc:spChg chg="add mod">
          <ac:chgData name="Mukherjee, Shouvik" userId="8a0946e8-3a6b-4d5c-947d-73f4cd578335" providerId="ADAL" clId="{26B6B46B-2815-4342-871C-06BE377A422B}" dt="2023-08-08T15:12:26.785" v="1150" actId="408"/>
          <ac:spMkLst>
            <pc:docMk/>
            <pc:sldMk cId="1730217198" sldId="3328"/>
            <ac:spMk id="12" creationId="{7EB351D7-C103-BE59-A63B-00668D4A8C7F}"/>
          </ac:spMkLst>
        </pc:spChg>
        <pc:spChg chg="add mod">
          <ac:chgData name="Mukherjee, Shouvik" userId="8a0946e8-3a6b-4d5c-947d-73f4cd578335" providerId="ADAL" clId="{26B6B46B-2815-4342-871C-06BE377A422B}" dt="2023-08-08T15:12:26.785" v="1150" actId="408"/>
          <ac:spMkLst>
            <pc:docMk/>
            <pc:sldMk cId="1730217198" sldId="3328"/>
            <ac:spMk id="15" creationId="{7DD70969-ABE0-E5F2-1640-E18AD1CC8910}"/>
          </ac:spMkLst>
        </pc:spChg>
        <pc:spChg chg="add mod">
          <ac:chgData name="Mukherjee, Shouvik" userId="8a0946e8-3a6b-4d5c-947d-73f4cd578335" providerId="ADAL" clId="{26B6B46B-2815-4342-871C-06BE377A422B}" dt="2023-08-08T15:12:02.909" v="1148" actId="20577"/>
          <ac:spMkLst>
            <pc:docMk/>
            <pc:sldMk cId="1730217198" sldId="3328"/>
            <ac:spMk id="17" creationId="{A8781998-ACC9-BCD0-155B-0E9488D1CB88}"/>
          </ac:spMkLst>
        </pc:spChg>
        <pc:spChg chg="add del mod">
          <ac:chgData name="Mukherjee, Shouvik" userId="8a0946e8-3a6b-4d5c-947d-73f4cd578335" providerId="ADAL" clId="{26B6B46B-2815-4342-871C-06BE377A422B}" dt="2023-08-08T15:13:10.358" v="1262" actId="478"/>
          <ac:spMkLst>
            <pc:docMk/>
            <pc:sldMk cId="1730217198" sldId="3328"/>
            <ac:spMk id="18" creationId="{E10D5715-8300-7AC3-1F42-65CE783153FC}"/>
          </ac:spMkLst>
        </pc:spChg>
        <pc:spChg chg="add mod">
          <ac:chgData name="Mukherjee, Shouvik" userId="8a0946e8-3a6b-4d5c-947d-73f4cd578335" providerId="ADAL" clId="{26B6B46B-2815-4342-871C-06BE377A422B}" dt="2023-08-08T15:14:09.767" v="1304" actId="20577"/>
          <ac:spMkLst>
            <pc:docMk/>
            <pc:sldMk cId="1730217198" sldId="3328"/>
            <ac:spMk id="20" creationId="{D15D0192-9711-0663-8536-61A254BC0150}"/>
          </ac:spMkLst>
        </pc:spChg>
        <pc:spChg chg="add mod">
          <ac:chgData name="Mukherjee, Shouvik" userId="8a0946e8-3a6b-4d5c-947d-73f4cd578335" providerId="ADAL" clId="{26B6B46B-2815-4342-871C-06BE377A422B}" dt="2023-08-08T15:14:59.114" v="1343" actId="20577"/>
          <ac:spMkLst>
            <pc:docMk/>
            <pc:sldMk cId="1730217198" sldId="3328"/>
            <ac:spMk id="21" creationId="{16D6B327-A510-ED2B-A720-CA8B535FE01B}"/>
          </ac:spMkLst>
        </pc:spChg>
        <pc:spChg chg="mod">
          <ac:chgData name="Mukherjee, Shouvik" userId="8a0946e8-3a6b-4d5c-947d-73f4cd578335" providerId="ADAL" clId="{26B6B46B-2815-4342-871C-06BE377A422B}" dt="2023-08-08T15:07:40.075" v="985" actId="1036"/>
          <ac:spMkLst>
            <pc:docMk/>
            <pc:sldMk cId="1730217198" sldId="3328"/>
            <ac:spMk id="24" creationId="{00000000-0000-0000-0000-000000000000}"/>
          </ac:spMkLst>
        </pc:spChg>
        <pc:spChg chg="mod">
          <ac:chgData name="Mukherjee, Shouvik" userId="8a0946e8-3a6b-4d5c-947d-73f4cd578335" providerId="ADAL" clId="{26B6B46B-2815-4342-871C-06BE377A422B}" dt="2023-08-08T15:08:47.237" v="995" actId="14100"/>
          <ac:spMkLst>
            <pc:docMk/>
            <pc:sldMk cId="1730217198" sldId="3328"/>
            <ac:spMk id="25" creationId="{00000000-0000-0000-0000-000000000000}"/>
          </ac:spMkLst>
        </pc:spChg>
        <pc:spChg chg="mod">
          <ac:chgData name="Mukherjee, Shouvik" userId="8a0946e8-3a6b-4d5c-947d-73f4cd578335" providerId="ADAL" clId="{26B6B46B-2815-4342-871C-06BE377A422B}" dt="2023-08-08T14:56:26.364" v="453" actId="20577"/>
          <ac:spMkLst>
            <pc:docMk/>
            <pc:sldMk cId="1730217198" sldId="3328"/>
            <ac:spMk id="26" creationId="{00000000-0000-0000-0000-000000000000}"/>
          </ac:spMkLst>
        </pc:spChg>
        <pc:spChg chg="add mod">
          <ac:chgData name="Mukherjee, Shouvik" userId="8a0946e8-3a6b-4d5c-947d-73f4cd578335" providerId="ADAL" clId="{26B6B46B-2815-4342-871C-06BE377A422B}" dt="2023-08-08T15:15:57.458" v="1383" actId="20577"/>
          <ac:spMkLst>
            <pc:docMk/>
            <pc:sldMk cId="1730217198" sldId="3328"/>
            <ac:spMk id="28" creationId="{A0333459-A599-B1FA-DD61-DF1C7FFD6560}"/>
          </ac:spMkLst>
        </pc:spChg>
        <pc:spChg chg="add mod">
          <ac:chgData name="Mukherjee, Shouvik" userId="8a0946e8-3a6b-4d5c-947d-73f4cd578335" providerId="ADAL" clId="{26B6B46B-2815-4342-871C-06BE377A422B}" dt="2023-08-08T15:16:46.177" v="1430" actId="20577"/>
          <ac:spMkLst>
            <pc:docMk/>
            <pc:sldMk cId="1730217198" sldId="3328"/>
            <ac:spMk id="30" creationId="{438570D0-AB69-466D-A261-6139157CEBAE}"/>
          </ac:spMkLst>
        </pc:spChg>
        <pc:spChg chg="mod">
          <ac:chgData name="Mukherjee, Shouvik" userId="8a0946e8-3a6b-4d5c-947d-73f4cd578335" providerId="ADAL" clId="{26B6B46B-2815-4342-871C-06BE377A422B}" dt="2023-08-08T15:18:50.147" v="1504" actId="20577"/>
          <ac:spMkLst>
            <pc:docMk/>
            <pc:sldMk cId="1730217198" sldId="3328"/>
            <ac:spMk id="37" creationId="{00000000-0000-0000-0000-000000000000}"/>
          </ac:spMkLst>
        </pc:spChg>
        <pc:spChg chg="del">
          <ac:chgData name="Mukherjee, Shouvik" userId="8a0946e8-3a6b-4d5c-947d-73f4cd578335" providerId="ADAL" clId="{26B6B46B-2815-4342-871C-06BE377A422B}" dt="2023-08-08T15:01:24.924" v="712" actId="478"/>
          <ac:spMkLst>
            <pc:docMk/>
            <pc:sldMk cId="1730217198" sldId="3328"/>
            <ac:spMk id="42" creationId="{00000000-0000-0000-0000-000000000000}"/>
          </ac:spMkLst>
        </pc:spChg>
        <pc:spChg chg="mod">
          <ac:chgData name="Mukherjee, Shouvik" userId="8a0946e8-3a6b-4d5c-947d-73f4cd578335" providerId="ADAL" clId="{26B6B46B-2815-4342-871C-06BE377A422B}" dt="2023-08-08T14:59:28.774" v="651" actId="20577"/>
          <ac:spMkLst>
            <pc:docMk/>
            <pc:sldMk cId="1730217198" sldId="3328"/>
            <ac:spMk id="43" creationId="{00000000-0000-0000-0000-000000000000}"/>
          </ac:spMkLst>
        </pc:spChg>
        <pc:spChg chg="mod">
          <ac:chgData name="Mukherjee, Shouvik" userId="8a0946e8-3a6b-4d5c-947d-73f4cd578335" providerId="ADAL" clId="{26B6B46B-2815-4342-871C-06BE377A422B}" dt="2023-08-08T14:57:04.643" v="513" actId="20577"/>
          <ac:spMkLst>
            <pc:docMk/>
            <pc:sldMk cId="1730217198" sldId="3328"/>
            <ac:spMk id="45" creationId="{00000000-0000-0000-0000-000000000000}"/>
          </ac:spMkLst>
        </pc:spChg>
        <pc:spChg chg="mod">
          <ac:chgData name="Mukherjee, Shouvik" userId="8a0946e8-3a6b-4d5c-947d-73f4cd578335" providerId="ADAL" clId="{26B6B46B-2815-4342-871C-06BE377A422B}" dt="2023-08-08T15:21:03.437" v="1525" actId="1076"/>
          <ac:spMkLst>
            <pc:docMk/>
            <pc:sldMk cId="1730217198" sldId="3328"/>
            <ac:spMk id="47" creationId="{00000000-0000-0000-0000-000000000000}"/>
          </ac:spMkLst>
        </pc:spChg>
        <pc:spChg chg="mod">
          <ac:chgData name="Mukherjee, Shouvik" userId="8a0946e8-3a6b-4d5c-947d-73f4cd578335" providerId="ADAL" clId="{26B6B46B-2815-4342-871C-06BE377A422B}" dt="2023-08-08T15:27:18.616" v="1556" actId="404"/>
          <ac:spMkLst>
            <pc:docMk/>
            <pc:sldMk cId="1730217198" sldId="3328"/>
            <ac:spMk id="52" creationId="{00000000-0000-0000-0000-000000000000}"/>
          </ac:spMkLst>
        </pc:spChg>
        <pc:spChg chg="mod">
          <ac:chgData name="Mukherjee, Shouvik" userId="8a0946e8-3a6b-4d5c-947d-73f4cd578335" providerId="ADAL" clId="{26B6B46B-2815-4342-871C-06BE377A422B}" dt="2023-08-08T15:27:10.950" v="1555" actId="404"/>
          <ac:spMkLst>
            <pc:docMk/>
            <pc:sldMk cId="1730217198" sldId="3328"/>
            <ac:spMk id="53" creationId="{00000000-0000-0000-0000-000000000000}"/>
          </ac:spMkLst>
        </pc:spChg>
        <pc:spChg chg="mod">
          <ac:chgData name="Mukherjee, Shouvik" userId="8a0946e8-3a6b-4d5c-947d-73f4cd578335" providerId="ADAL" clId="{26B6B46B-2815-4342-871C-06BE377A422B}" dt="2023-08-08T15:27:22.294" v="1557" actId="404"/>
          <ac:spMkLst>
            <pc:docMk/>
            <pc:sldMk cId="1730217198" sldId="3328"/>
            <ac:spMk id="54" creationId="{00000000-0000-0000-0000-000000000000}"/>
          </ac:spMkLst>
        </pc:spChg>
        <pc:spChg chg="mod">
          <ac:chgData name="Mukherjee, Shouvik" userId="8a0946e8-3a6b-4d5c-947d-73f4cd578335" providerId="ADAL" clId="{26B6B46B-2815-4342-871C-06BE377A422B}" dt="2023-08-08T15:27:28.108" v="1558" actId="20577"/>
          <ac:spMkLst>
            <pc:docMk/>
            <pc:sldMk cId="1730217198" sldId="3328"/>
            <ac:spMk id="55" creationId="{00000000-0000-0000-0000-000000000000}"/>
          </ac:spMkLst>
        </pc:spChg>
        <pc:spChg chg="mod">
          <ac:chgData name="Mukherjee, Shouvik" userId="8a0946e8-3a6b-4d5c-947d-73f4cd578335" providerId="ADAL" clId="{26B6B46B-2815-4342-871C-06BE377A422B}" dt="2023-08-08T15:07:24.026" v="950" actId="1036"/>
          <ac:spMkLst>
            <pc:docMk/>
            <pc:sldMk cId="1730217198" sldId="3328"/>
            <ac:spMk id="56" creationId="{00000000-0000-0000-0000-000000000000}"/>
          </ac:spMkLst>
        </pc:spChg>
        <pc:spChg chg="mod">
          <ac:chgData name="Mukherjee, Shouvik" userId="8a0946e8-3a6b-4d5c-947d-73f4cd578335" providerId="ADAL" clId="{26B6B46B-2815-4342-871C-06BE377A422B}" dt="2023-08-08T15:07:24.026" v="950" actId="1036"/>
          <ac:spMkLst>
            <pc:docMk/>
            <pc:sldMk cId="1730217198" sldId="3328"/>
            <ac:spMk id="57" creationId="{00000000-0000-0000-0000-000000000000}"/>
          </ac:spMkLst>
        </pc:spChg>
        <pc:spChg chg="mod">
          <ac:chgData name="Mukherjee, Shouvik" userId="8a0946e8-3a6b-4d5c-947d-73f4cd578335" providerId="ADAL" clId="{26B6B46B-2815-4342-871C-06BE377A422B}" dt="2023-08-08T15:00:13.299" v="693" actId="20577"/>
          <ac:spMkLst>
            <pc:docMk/>
            <pc:sldMk cId="1730217198" sldId="3328"/>
            <ac:spMk id="58" creationId="{00000000-0000-0000-0000-000000000000}"/>
          </ac:spMkLst>
        </pc:spChg>
        <pc:spChg chg="del">
          <ac:chgData name="Mukherjee, Shouvik" userId="8a0946e8-3a6b-4d5c-947d-73f4cd578335" providerId="ADAL" clId="{26B6B46B-2815-4342-871C-06BE377A422B}" dt="2023-08-08T15:12:43.478" v="1193" actId="478"/>
          <ac:spMkLst>
            <pc:docMk/>
            <pc:sldMk cId="1730217198" sldId="3328"/>
            <ac:spMk id="59" creationId="{00000000-0000-0000-0000-000000000000}"/>
          </ac:spMkLst>
        </pc:spChg>
        <pc:spChg chg="del">
          <ac:chgData name="Mukherjee, Shouvik" userId="8a0946e8-3a6b-4d5c-947d-73f4cd578335" providerId="ADAL" clId="{26B6B46B-2815-4342-871C-06BE377A422B}" dt="2023-08-08T15:12:43.478" v="1193" actId="478"/>
          <ac:spMkLst>
            <pc:docMk/>
            <pc:sldMk cId="1730217198" sldId="3328"/>
            <ac:spMk id="60" creationId="{00000000-0000-0000-0000-000000000000}"/>
          </ac:spMkLst>
        </pc:spChg>
        <pc:spChg chg="mod">
          <ac:chgData name="Mukherjee, Shouvik" userId="8a0946e8-3a6b-4d5c-947d-73f4cd578335" providerId="ADAL" clId="{26B6B46B-2815-4342-871C-06BE377A422B}" dt="2023-08-08T15:19:06.504" v="1517" actId="20577"/>
          <ac:spMkLst>
            <pc:docMk/>
            <pc:sldMk cId="1730217198" sldId="3328"/>
            <ac:spMk id="64" creationId="{00000000-0000-0000-0000-000000000000}"/>
          </ac:spMkLst>
        </pc:spChg>
        <pc:spChg chg="mod">
          <ac:chgData name="Mukherjee, Shouvik" userId="8a0946e8-3a6b-4d5c-947d-73f4cd578335" providerId="ADAL" clId="{26B6B46B-2815-4342-871C-06BE377A422B}" dt="2023-08-08T14:59:22.566" v="636" actId="20577"/>
          <ac:spMkLst>
            <pc:docMk/>
            <pc:sldMk cId="1730217198" sldId="3328"/>
            <ac:spMk id="69" creationId="{00000000-0000-0000-0000-000000000000}"/>
          </ac:spMkLst>
        </pc:spChg>
        <pc:spChg chg="del">
          <ac:chgData name="Mukherjee, Shouvik" userId="8a0946e8-3a6b-4d5c-947d-73f4cd578335" providerId="ADAL" clId="{26B6B46B-2815-4342-871C-06BE377A422B}" dt="2023-08-08T15:01:21.602" v="711" actId="478"/>
          <ac:spMkLst>
            <pc:docMk/>
            <pc:sldMk cId="1730217198" sldId="3328"/>
            <ac:spMk id="70" creationId="{00000000-0000-0000-0000-000000000000}"/>
          </ac:spMkLst>
        </pc:spChg>
        <pc:spChg chg="del">
          <ac:chgData name="Mukherjee, Shouvik" userId="8a0946e8-3a6b-4d5c-947d-73f4cd578335" providerId="ADAL" clId="{26B6B46B-2815-4342-871C-06BE377A422B}" dt="2023-08-08T15:01:24.924" v="712" actId="478"/>
          <ac:spMkLst>
            <pc:docMk/>
            <pc:sldMk cId="1730217198" sldId="3328"/>
            <ac:spMk id="71" creationId="{00000000-0000-0000-0000-000000000000}"/>
          </ac:spMkLst>
        </pc:spChg>
        <pc:spChg chg="del">
          <ac:chgData name="Mukherjee, Shouvik" userId="8a0946e8-3a6b-4d5c-947d-73f4cd578335" providerId="ADAL" clId="{26B6B46B-2815-4342-871C-06BE377A422B}" dt="2023-08-08T15:01:24.924" v="712" actId="478"/>
          <ac:spMkLst>
            <pc:docMk/>
            <pc:sldMk cId="1730217198" sldId="3328"/>
            <ac:spMk id="76" creationId="{00000000-0000-0000-0000-000000000000}"/>
          </ac:spMkLst>
        </pc:spChg>
        <pc:spChg chg="mod">
          <ac:chgData name="Mukherjee, Shouvik" userId="8a0946e8-3a6b-4d5c-947d-73f4cd578335" providerId="ADAL" clId="{26B6B46B-2815-4342-871C-06BE377A422B}" dt="2023-08-08T15:07:24.026" v="950" actId="1036"/>
          <ac:spMkLst>
            <pc:docMk/>
            <pc:sldMk cId="1730217198" sldId="3328"/>
            <ac:spMk id="77" creationId="{00000000-0000-0000-0000-000000000000}"/>
          </ac:spMkLst>
        </pc:spChg>
        <pc:spChg chg="mod">
          <ac:chgData name="Mukherjee, Shouvik" userId="8a0946e8-3a6b-4d5c-947d-73f4cd578335" providerId="ADAL" clId="{26B6B46B-2815-4342-871C-06BE377A422B}" dt="2023-08-08T15:07:24.026" v="950" actId="1036"/>
          <ac:spMkLst>
            <pc:docMk/>
            <pc:sldMk cId="1730217198" sldId="3328"/>
            <ac:spMk id="78" creationId="{00000000-0000-0000-0000-000000000000}"/>
          </ac:spMkLst>
        </pc:spChg>
        <pc:spChg chg="mod">
          <ac:chgData name="Mukherjee, Shouvik" userId="8a0946e8-3a6b-4d5c-947d-73f4cd578335" providerId="ADAL" clId="{26B6B46B-2815-4342-871C-06BE377A422B}" dt="2023-08-08T15:15:42.346" v="1360" actId="20577"/>
          <ac:spMkLst>
            <pc:docMk/>
            <pc:sldMk cId="1730217198" sldId="3328"/>
            <ac:spMk id="81" creationId="{00000000-0000-0000-0000-000000000000}"/>
          </ac:spMkLst>
        </pc:spChg>
        <pc:spChg chg="del mod">
          <ac:chgData name="Mukherjee, Shouvik" userId="8a0946e8-3a6b-4d5c-947d-73f4cd578335" providerId="ADAL" clId="{26B6B46B-2815-4342-871C-06BE377A422B}" dt="2023-08-08T15:12:43.478" v="1193" actId="478"/>
          <ac:spMkLst>
            <pc:docMk/>
            <pc:sldMk cId="1730217198" sldId="3328"/>
            <ac:spMk id="85" creationId="{00000000-0000-0000-0000-000000000000}"/>
          </ac:spMkLst>
        </pc:spChg>
        <pc:spChg chg="mod">
          <ac:chgData name="Mukherjee, Shouvik" userId="8a0946e8-3a6b-4d5c-947d-73f4cd578335" providerId="ADAL" clId="{26B6B46B-2815-4342-871C-06BE377A422B}" dt="2023-08-08T15:07:24.026" v="950" actId="1036"/>
          <ac:spMkLst>
            <pc:docMk/>
            <pc:sldMk cId="1730217198" sldId="3328"/>
            <ac:spMk id="94" creationId="{00000000-0000-0000-0000-000000000000}"/>
          </ac:spMkLst>
        </pc:spChg>
        <pc:spChg chg="del mod">
          <ac:chgData name="Mukherjee, Shouvik" userId="8a0946e8-3a6b-4d5c-947d-73f4cd578335" providerId="ADAL" clId="{26B6B46B-2815-4342-871C-06BE377A422B}" dt="2023-08-08T15:12:43.478" v="1193" actId="478"/>
          <ac:spMkLst>
            <pc:docMk/>
            <pc:sldMk cId="1730217198" sldId="3328"/>
            <ac:spMk id="101" creationId="{00000000-0000-0000-0000-000000000000}"/>
          </ac:spMkLst>
        </pc:spChg>
        <pc:spChg chg="del mod">
          <ac:chgData name="Mukherjee, Shouvik" userId="8a0946e8-3a6b-4d5c-947d-73f4cd578335" providerId="ADAL" clId="{26B6B46B-2815-4342-871C-06BE377A422B}" dt="2023-08-08T15:12:43.478" v="1193" actId="478"/>
          <ac:spMkLst>
            <pc:docMk/>
            <pc:sldMk cId="1730217198" sldId="3328"/>
            <ac:spMk id="102" creationId="{00000000-0000-0000-0000-000000000000}"/>
          </ac:spMkLst>
        </pc:spChg>
        <pc:spChg chg="mod">
          <ac:chgData name="Mukherjee, Shouvik" userId="8a0946e8-3a6b-4d5c-947d-73f4cd578335" providerId="ADAL" clId="{26B6B46B-2815-4342-871C-06BE377A422B}" dt="2023-08-08T15:12:39.740" v="1192" actId="1036"/>
          <ac:spMkLst>
            <pc:docMk/>
            <pc:sldMk cId="1730217198" sldId="3328"/>
            <ac:spMk id="106" creationId="{00000000-0000-0000-0000-000000000000}"/>
          </ac:spMkLst>
        </pc:spChg>
        <pc:spChg chg="mod">
          <ac:chgData name="Mukherjee, Shouvik" userId="8a0946e8-3a6b-4d5c-947d-73f4cd578335" providerId="ADAL" clId="{26B6B46B-2815-4342-871C-06BE377A422B}" dt="2023-08-08T15:07:24.026" v="950" actId="1036"/>
          <ac:spMkLst>
            <pc:docMk/>
            <pc:sldMk cId="1730217198" sldId="3328"/>
            <ac:spMk id="113" creationId="{00000000-0000-0000-0000-000000000000}"/>
          </ac:spMkLst>
        </pc:spChg>
        <pc:spChg chg="del">
          <ac:chgData name="Mukherjee, Shouvik" userId="8a0946e8-3a6b-4d5c-947d-73f4cd578335" providerId="ADAL" clId="{26B6B46B-2815-4342-871C-06BE377A422B}" dt="2023-08-08T15:01:24.924" v="712" actId="478"/>
          <ac:spMkLst>
            <pc:docMk/>
            <pc:sldMk cId="1730217198" sldId="3328"/>
            <ac:spMk id="114" creationId="{00000000-0000-0000-0000-000000000000}"/>
          </ac:spMkLst>
        </pc:spChg>
        <pc:spChg chg="del">
          <ac:chgData name="Mukherjee, Shouvik" userId="8a0946e8-3a6b-4d5c-947d-73f4cd578335" providerId="ADAL" clId="{26B6B46B-2815-4342-871C-06BE377A422B}" dt="2023-08-08T15:01:24.924" v="712" actId="478"/>
          <ac:spMkLst>
            <pc:docMk/>
            <pc:sldMk cId="1730217198" sldId="3328"/>
            <ac:spMk id="115" creationId="{00000000-0000-0000-0000-000000000000}"/>
          </ac:spMkLst>
        </pc:spChg>
        <pc:spChg chg="del">
          <ac:chgData name="Mukherjee, Shouvik" userId="8a0946e8-3a6b-4d5c-947d-73f4cd578335" providerId="ADAL" clId="{26B6B46B-2815-4342-871C-06BE377A422B}" dt="2023-08-08T15:01:24.924" v="712" actId="478"/>
          <ac:spMkLst>
            <pc:docMk/>
            <pc:sldMk cId="1730217198" sldId="3328"/>
            <ac:spMk id="116" creationId="{00000000-0000-0000-0000-000000000000}"/>
          </ac:spMkLst>
        </pc:spChg>
        <pc:spChg chg="del">
          <ac:chgData name="Mukherjee, Shouvik" userId="8a0946e8-3a6b-4d5c-947d-73f4cd578335" providerId="ADAL" clId="{26B6B46B-2815-4342-871C-06BE377A422B}" dt="2023-08-08T15:01:24.924" v="712" actId="478"/>
          <ac:spMkLst>
            <pc:docMk/>
            <pc:sldMk cId="1730217198" sldId="3328"/>
            <ac:spMk id="117" creationId="{00000000-0000-0000-0000-000000000000}"/>
          </ac:spMkLst>
        </pc:spChg>
        <pc:grpChg chg="mod">
          <ac:chgData name="Mukherjee, Shouvik" userId="8a0946e8-3a6b-4d5c-947d-73f4cd578335" providerId="ADAL" clId="{26B6B46B-2815-4342-871C-06BE377A422B}" dt="2023-08-08T15:12:39.740" v="1192" actId="1036"/>
          <ac:grpSpMkLst>
            <pc:docMk/>
            <pc:sldMk cId="1730217198" sldId="3328"/>
            <ac:grpSpMk id="103" creationId="{00000000-0000-0000-0000-000000000000}"/>
          </ac:grpSpMkLst>
        </pc:grpChg>
        <pc:picChg chg="add mod">
          <ac:chgData name="Mukherjee, Shouvik" userId="8a0946e8-3a6b-4d5c-947d-73f4cd578335" providerId="ADAL" clId="{26B6B46B-2815-4342-871C-06BE377A422B}" dt="2023-08-08T15:07:24.026" v="950" actId="1036"/>
          <ac:picMkLst>
            <pc:docMk/>
            <pc:sldMk cId="1730217198" sldId="3328"/>
            <ac:picMk id="2" creationId="{474B11CB-7C18-E959-D11E-309A1DA848BB}"/>
          </ac:picMkLst>
        </pc:picChg>
        <pc:picChg chg="add mod">
          <ac:chgData name="Mukherjee, Shouvik" userId="8a0946e8-3a6b-4d5c-947d-73f4cd578335" providerId="ADAL" clId="{26B6B46B-2815-4342-871C-06BE377A422B}" dt="2023-08-08T15:07:24.026" v="950" actId="1036"/>
          <ac:picMkLst>
            <pc:docMk/>
            <pc:sldMk cId="1730217198" sldId="3328"/>
            <ac:picMk id="4" creationId="{962A0CF1-7C37-0DF3-2DCA-FB862B40EF0A}"/>
          </ac:picMkLst>
        </pc:picChg>
        <pc:picChg chg="add del">
          <ac:chgData name="Mukherjee, Shouvik" userId="8a0946e8-3a6b-4d5c-947d-73f4cd578335" providerId="ADAL" clId="{26B6B46B-2815-4342-871C-06BE377A422B}" dt="2023-08-08T15:04:40.974" v="766" actId="478"/>
          <ac:picMkLst>
            <pc:docMk/>
            <pc:sldMk cId="1730217198" sldId="3328"/>
            <ac:picMk id="5" creationId="{7FCC6EDD-4E13-E99B-87A0-EC2EFF9867F8}"/>
          </ac:picMkLst>
        </pc:picChg>
        <pc:picChg chg="add del">
          <ac:chgData name="Mukherjee, Shouvik" userId="8a0946e8-3a6b-4d5c-947d-73f4cd578335" providerId="ADAL" clId="{26B6B46B-2815-4342-871C-06BE377A422B}" dt="2023-08-08T15:04:48.314" v="768" actId="478"/>
          <ac:picMkLst>
            <pc:docMk/>
            <pc:sldMk cId="1730217198" sldId="3328"/>
            <ac:picMk id="6" creationId="{6F77BC9E-1851-5810-86C4-983D8A1C859E}"/>
          </ac:picMkLst>
        </pc:picChg>
        <pc:picChg chg="add mod">
          <ac:chgData name="Mukherjee, Shouvik" userId="8a0946e8-3a6b-4d5c-947d-73f4cd578335" providerId="ADAL" clId="{26B6B46B-2815-4342-871C-06BE377A422B}" dt="2023-08-08T15:07:24.026" v="950" actId="1036"/>
          <ac:picMkLst>
            <pc:docMk/>
            <pc:sldMk cId="1730217198" sldId="3328"/>
            <ac:picMk id="7" creationId="{AF347317-2C9C-C02C-0BB4-0241EC894C52}"/>
          </ac:picMkLst>
        </pc:picChg>
        <pc:picChg chg="add mod">
          <ac:chgData name="Mukherjee, Shouvik" userId="8a0946e8-3a6b-4d5c-947d-73f4cd578335" providerId="ADAL" clId="{26B6B46B-2815-4342-871C-06BE377A422B}" dt="2023-08-08T15:08:40.648" v="994" actId="1076"/>
          <ac:picMkLst>
            <pc:docMk/>
            <pc:sldMk cId="1730217198" sldId="3328"/>
            <ac:picMk id="10" creationId="{853DB497-CE40-24E5-E52F-94C37E7612E5}"/>
          </ac:picMkLst>
        </pc:picChg>
        <pc:picChg chg="add mod">
          <ac:chgData name="Mukherjee, Shouvik" userId="8a0946e8-3a6b-4d5c-947d-73f4cd578335" providerId="ADAL" clId="{26B6B46B-2815-4342-871C-06BE377A422B}" dt="2023-08-08T15:12:14.350" v="1149" actId="408"/>
          <ac:picMkLst>
            <pc:docMk/>
            <pc:sldMk cId="1730217198" sldId="3328"/>
            <ac:picMk id="13" creationId="{19DA785F-D636-721E-40F3-478760E317F4}"/>
          </ac:picMkLst>
        </pc:picChg>
        <pc:picChg chg="add mod">
          <ac:chgData name="Mukherjee, Shouvik" userId="8a0946e8-3a6b-4d5c-947d-73f4cd578335" providerId="ADAL" clId="{26B6B46B-2815-4342-871C-06BE377A422B}" dt="2023-08-08T15:12:14.350" v="1149" actId="408"/>
          <ac:picMkLst>
            <pc:docMk/>
            <pc:sldMk cId="1730217198" sldId="3328"/>
            <ac:picMk id="14" creationId="{73F016D0-B8FF-859A-DF71-BEC748FE0DE3}"/>
          </ac:picMkLst>
        </pc:picChg>
        <pc:picChg chg="add mod">
          <ac:chgData name="Mukherjee, Shouvik" userId="8a0946e8-3a6b-4d5c-947d-73f4cd578335" providerId="ADAL" clId="{26B6B46B-2815-4342-871C-06BE377A422B}" dt="2023-08-08T15:11:38.687" v="1125" actId="1076"/>
          <ac:picMkLst>
            <pc:docMk/>
            <pc:sldMk cId="1730217198" sldId="3328"/>
            <ac:picMk id="16" creationId="{CFF92EF9-FB4D-23CB-F332-B6D708C8B774}"/>
          </ac:picMkLst>
        </pc:picChg>
        <pc:picChg chg="add del mod">
          <ac:chgData name="Mukherjee, Shouvik" userId="8a0946e8-3a6b-4d5c-947d-73f4cd578335" providerId="ADAL" clId="{26B6B46B-2815-4342-871C-06BE377A422B}" dt="2023-08-08T15:13:28.200" v="1263" actId="478"/>
          <ac:picMkLst>
            <pc:docMk/>
            <pc:sldMk cId="1730217198" sldId="3328"/>
            <ac:picMk id="19" creationId="{708A1345-6A37-94DF-AE62-33185EE32FA6}"/>
          </ac:picMkLst>
        </pc:picChg>
        <pc:picChg chg="add del mod">
          <ac:chgData name="Mukherjee, Shouvik" userId="8a0946e8-3a6b-4d5c-947d-73f4cd578335" providerId="ADAL" clId="{26B6B46B-2815-4342-871C-06BE377A422B}" dt="2023-08-08T15:14:21.411" v="1305" actId="478"/>
          <ac:picMkLst>
            <pc:docMk/>
            <pc:sldMk cId="1730217198" sldId="3328"/>
            <ac:picMk id="22" creationId="{D3CE968B-31CF-08F0-2736-253731E84501}"/>
          </ac:picMkLst>
        </pc:picChg>
        <pc:picChg chg="add del mod">
          <ac:chgData name="Mukherjee, Shouvik" userId="8a0946e8-3a6b-4d5c-947d-73f4cd578335" providerId="ADAL" clId="{26B6B46B-2815-4342-871C-06BE377A422B}" dt="2023-08-08T15:15:11.588" v="1344" actId="478"/>
          <ac:picMkLst>
            <pc:docMk/>
            <pc:sldMk cId="1730217198" sldId="3328"/>
            <ac:picMk id="23" creationId="{7BC7C960-578F-2DB6-4C2D-B1C8F2BC85D9}"/>
          </ac:picMkLst>
        </pc:picChg>
        <pc:picChg chg="add del mod">
          <ac:chgData name="Mukherjee, Shouvik" userId="8a0946e8-3a6b-4d5c-947d-73f4cd578335" providerId="ADAL" clId="{26B6B46B-2815-4342-871C-06BE377A422B}" dt="2023-08-08T15:16:09.185" v="1384" actId="478"/>
          <ac:picMkLst>
            <pc:docMk/>
            <pc:sldMk cId="1730217198" sldId="3328"/>
            <ac:picMk id="29" creationId="{A3D28E82-A8F2-FC51-7E7E-1D53EDE35450}"/>
          </ac:picMkLst>
        </pc:picChg>
        <pc:picChg chg="add mod">
          <ac:chgData name="Mukherjee, Shouvik" userId="8a0946e8-3a6b-4d5c-947d-73f4cd578335" providerId="ADAL" clId="{26B6B46B-2815-4342-871C-06BE377A422B}" dt="2023-08-08T15:16:58.207" v="1431" actId="12789"/>
          <ac:picMkLst>
            <pc:docMk/>
            <pc:sldMk cId="1730217198" sldId="3328"/>
            <ac:picMk id="31" creationId="{17BDE0CF-5C47-69C2-A6EA-B26A7439FE5C}"/>
          </ac:picMkLst>
        </pc:picChg>
        <pc:picChg chg="add mod">
          <ac:chgData name="Mukherjee, Shouvik" userId="8a0946e8-3a6b-4d5c-947d-73f4cd578335" providerId="ADAL" clId="{26B6B46B-2815-4342-871C-06BE377A422B}" dt="2023-08-08T15:16:58.207" v="1431" actId="12789"/>
          <ac:picMkLst>
            <pc:docMk/>
            <pc:sldMk cId="1730217198" sldId="3328"/>
            <ac:picMk id="32" creationId="{BEEF8CC4-D6AE-E1A0-4C2E-5045911E58F8}"/>
          </ac:picMkLst>
        </pc:picChg>
        <pc:picChg chg="add mod">
          <ac:chgData name="Mukherjee, Shouvik" userId="8a0946e8-3a6b-4d5c-947d-73f4cd578335" providerId="ADAL" clId="{26B6B46B-2815-4342-871C-06BE377A422B}" dt="2023-08-08T15:16:58.207" v="1431" actId="12789"/>
          <ac:picMkLst>
            <pc:docMk/>
            <pc:sldMk cId="1730217198" sldId="3328"/>
            <ac:picMk id="33" creationId="{282DD448-7FA8-ABB1-AE39-017F633B18AA}"/>
          </ac:picMkLst>
        </pc:picChg>
        <pc:picChg chg="add mod">
          <ac:chgData name="Mukherjee, Shouvik" userId="8a0946e8-3a6b-4d5c-947d-73f4cd578335" providerId="ADAL" clId="{26B6B46B-2815-4342-871C-06BE377A422B}" dt="2023-08-08T15:16:58.207" v="1431" actId="12789"/>
          <ac:picMkLst>
            <pc:docMk/>
            <pc:sldMk cId="1730217198" sldId="3328"/>
            <ac:picMk id="34" creationId="{A0DE7832-7801-A272-C32C-4153E7069943}"/>
          </ac:picMkLst>
        </pc:picChg>
        <pc:picChg chg="del">
          <ac:chgData name="Mukherjee, Shouvik" userId="8a0946e8-3a6b-4d5c-947d-73f4cd578335" providerId="ADAL" clId="{26B6B46B-2815-4342-871C-06BE377A422B}" dt="2023-08-08T15:01:24.924" v="712" actId="478"/>
          <ac:picMkLst>
            <pc:docMk/>
            <pc:sldMk cId="1730217198" sldId="3328"/>
            <ac:picMk id="79" creationId="{00000000-0000-0000-0000-000000000000}"/>
          </ac:picMkLst>
        </pc:picChg>
        <pc:picChg chg="del">
          <ac:chgData name="Mukherjee, Shouvik" userId="8a0946e8-3a6b-4d5c-947d-73f4cd578335" providerId="ADAL" clId="{26B6B46B-2815-4342-871C-06BE377A422B}" dt="2023-08-08T15:00:39.331" v="694" actId="478"/>
          <ac:picMkLst>
            <pc:docMk/>
            <pc:sldMk cId="1730217198" sldId="3328"/>
            <ac:picMk id="80" creationId="{00000000-0000-0000-0000-000000000000}"/>
          </ac:picMkLst>
        </pc:picChg>
        <pc:picChg chg="del">
          <ac:chgData name="Mukherjee, Shouvik" userId="8a0946e8-3a6b-4d5c-947d-73f4cd578335" providerId="ADAL" clId="{26B6B46B-2815-4342-871C-06BE377A422B}" dt="2023-08-08T15:02:06.319" v="714" actId="478"/>
          <ac:picMkLst>
            <pc:docMk/>
            <pc:sldMk cId="1730217198" sldId="3328"/>
            <ac:picMk id="93" creationId="{00000000-0000-0000-0000-000000000000}"/>
          </ac:picMkLst>
        </pc:picChg>
        <pc:picChg chg="del mod">
          <ac:chgData name="Mukherjee, Shouvik" userId="8a0946e8-3a6b-4d5c-947d-73f4cd578335" providerId="ADAL" clId="{26B6B46B-2815-4342-871C-06BE377A422B}" dt="2023-08-08T15:12:43.478" v="1193" actId="478"/>
          <ac:picMkLst>
            <pc:docMk/>
            <pc:sldMk cId="1730217198" sldId="3328"/>
            <ac:picMk id="98" creationId="{00000000-0000-0000-0000-000000000000}"/>
          </ac:picMkLst>
        </pc:picChg>
        <pc:picChg chg="del mod">
          <ac:chgData name="Mukherjee, Shouvik" userId="8a0946e8-3a6b-4d5c-947d-73f4cd578335" providerId="ADAL" clId="{26B6B46B-2815-4342-871C-06BE377A422B}" dt="2023-08-08T15:12:43.478" v="1193" actId="478"/>
          <ac:picMkLst>
            <pc:docMk/>
            <pc:sldMk cId="1730217198" sldId="3328"/>
            <ac:picMk id="99" creationId="{00000000-0000-0000-0000-000000000000}"/>
          </ac:picMkLst>
        </pc:picChg>
        <pc:picChg chg="add del mod">
          <ac:chgData name="Mukherjee, Shouvik" userId="8a0946e8-3a6b-4d5c-947d-73f4cd578335" providerId="ADAL" clId="{26B6B46B-2815-4342-871C-06BE377A422B}" dt="2023-08-08T15:12:43.478" v="1193" actId="478"/>
          <ac:picMkLst>
            <pc:docMk/>
            <pc:sldMk cId="1730217198" sldId="3328"/>
            <ac:picMk id="100" creationId="{00000000-0000-0000-0000-000000000000}"/>
          </ac:picMkLst>
        </pc:picChg>
        <pc:picChg chg="del">
          <ac:chgData name="Mukherjee, Shouvik" userId="8a0946e8-3a6b-4d5c-947d-73f4cd578335" providerId="ADAL" clId="{26B6B46B-2815-4342-871C-06BE377A422B}" dt="2023-08-08T15:01:24.924" v="712" actId="478"/>
          <ac:picMkLst>
            <pc:docMk/>
            <pc:sldMk cId="1730217198" sldId="3328"/>
            <ac:picMk id="108" creationId="{00000000-0000-0000-0000-000000000000}"/>
          </ac:picMkLst>
        </pc:picChg>
        <pc:picChg chg="del">
          <ac:chgData name="Mukherjee, Shouvik" userId="8a0946e8-3a6b-4d5c-947d-73f4cd578335" providerId="ADAL" clId="{26B6B46B-2815-4342-871C-06BE377A422B}" dt="2023-08-08T15:02:08.723" v="715" actId="478"/>
          <ac:picMkLst>
            <pc:docMk/>
            <pc:sldMk cId="1730217198" sldId="3328"/>
            <ac:picMk id="109" creationId="{00000000-0000-0000-0000-000000000000}"/>
          </ac:picMkLst>
        </pc:picChg>
        <pc:picChg chg="del">
          <ac:chgData name="Mukherjee, Shouvik" userId="8a0946e8-3a6b-4d5c-947d-73f4cd578335" providerId="ADAL" clId="{26B6B46B-2815-4342-871C-06BE377A422B}" dt="2023-08-08T15:01:24.924" v="712" actId="478"/>
          <ac:picMkLst>
            <pc:docMk/>
            <pc:sldMk cId="1730217198" sldId="3328"/>
            <ac:picMk id="110" creationId="{00000000-0000-0000-0000-000000000000}"/>
          </ac:picMkLst>
        </pc:picChg>
        <pc:picChg chg="del">
          <ac:chgData name="Mukherjee, Shouvik" userId="8a0946e8-3a6b-4d5c-947d-73f4cd578335" providerId="ADAL" clId="{26B6B46B-2815-4342-871C-06BE377A422B}" dt="2023-08-08T15:01:24.924" v="712" actId="478"/>
          <ac:picMkLst>
            <pc:docMk/>
            <pc:sldMk cId="1730217198" sldId="3328"/>
            <ac:picMk id="111" creationId="{00000000-0000-0000-0000-000000000000}"/>
          </ac:picMkLst>
        </pc:picChg>
        <pc:picChg chg="del">
          <ac:chgData name="Mukherjee, Shouvik" userId="8a0946e8-3a6b-4d5c-947d-73f4cd578335" providerId="ADAL" clId="{26B6B46B-2815-4342-871C-06BE377A422B}" dt="2023-08-08T15:01:24.924" v="712" actId="478"/>
          <ac:picMkLst>
            <pc:docMk/>
            <pc:sldMk cId="1730217198" sldId="3328"/>
            <ac:picMk id="112" creationId="{00000000-0000-0000-0000-000000000000}"/>
          </ac:picMkLst>
        </pc:picChg>
        <pc:cxnChg chg="add del mod">
          <ac:chgData name="Mukherjee, Shouvik" userId="8a0946e8-3a6b-4d5c-947d-73f4cd578335" providerId="ADAL" clId="{26B6B46B-2815-4342-871C-06BE377A422B}" dt="2023-08-08T15:17:25.549" v="1491" actId="478"/>
          <ac:cxnSpMkLst>
            <pc:docMk/>
            <pc:sldMk cId="1730217198" sldId="3328"/>
            <ac:cxnSpMk id="35" creationId="{E4581B6F-86C7-E186-B4B9-EB97BF0984F8}"/>
          </ac:cxnSpMkLst>
        </pc:cxnChg>
        <pc:cxnChg chg="del mod">
          <ac:chgData name="Mukherjee, Shouvik" userId="8a0946e8-3a6b-4d5c-947d-73f4cd578335" providerId="ADAL" clId="{26B6B46B-2815-4342-871C-06BE377A422B}" dt="2023-08-08T15:06:18.478" v="775" actId="478"/>
          <ac:cxnSpMkLst>
            <pc:docMk/>
            <pc:sldMk cId="1730217198" sldId="3328"/>
            <ac:cxnSpMk id="72" creationId="{00000000-0000-0000-0000-000000000000}"/>
          </ac:cxnSpMkLst>
        </pc:cxnChg>
        <pc:cxnChg chg="del mod">
          <ac:chgData name="Mukherjee, Shouvik" userId="8a0946e8-3a6b-4d5c-947d-73f4cd578335" providerId="ADAL" clId="{26B6B46B-2815-4342-871C-06BE377A422B}" dt="2023-08-08T15:06:15.994" v="774" actId="478"/>
          <ac:cxnSpMkLst>
            <pc:docMk/>
            <pc:sldMk cId="1730217198" sldId="3328"/>
            <ac:cxnSpMk id="87" creationId="{00000000-0000-0000-0000-000000000000}"/>
          </ac:cxnSpMkLst>
        </pc:cxnChg>
        <pc:cxnChg chg="mod">
          <ac:chgData name="Mukherjee, Shouvik" userId="8a0946e8-3a6b-4d5c-947d-73f4cd578335" providerId="ADAL" clId="{26B6B46B-2815-4342-871C-06BE377A422B}" dt="2023-08-08T15:07:24.026" v="950" actId="1036"/>
          <ac:cxnSpMkLst>
            <pc:docMk/>
            <pc:sldMk cId="1730217198" sldId="3328"/>
            <ac:cxnSpMk id="88" creationId="{00000000-0000-0000-0000-000000000000}"/>
          </ac:cxnSpMkLst>
        </pc:cxnChg>
      </pc:sldChg>
      <pc:sldChg chg="del">
        <pc:chgData name="Mukherjee, Shouvik" userId="8a0946e8-3a6b-4d5c-947d-73f4cd578335" providerId="ADAL" clId="{26B6B46B-2815-4342-871C-06BE377A422B}" dt="2023-08-08T13:35:28.858" v="0" actId="47"/>
        <pc:sldMkLst>
          <pc:docMk/>
          <pc:sldMk cId="1663662808" sldId="3884"/>
        </pc:sldMkLst>
      </pc:sldChg>
      <pc:sldChg chg="modSp mod">
        <pc:chgData name="Mukherjee, Shouvik" userId="8a0946e8-3a6b-4d5c-947d-73f4cd578335" providerId="ADAL" clId="{26B6B46B-2815-4342-871C-06BE377A422B}" dt="2023-08-08T17:17:49.648" v="1676" actId="20577"/>
        <pc:sldMkLst>
          <pc:docMk/>
          <pc:sldMk cId="2473939844" sldId="3969"/>
        </pc:sldMkLst>
        <pc:spChg chg="mod">
          <ac:chgData name="Mukherjee, Shouvik" userId="8a0946e8-3a6b-4d5c-947d-73f4cd578335" providerId="ADAL" clId="{26B6B46B-2815-4342-871C-06BE377A422B}" dt="2023-08-08T17:17:49.648" v="1676" actId="20577"/>
          <ac:spMkLst>
            <pc:docMk/>
            <pc:sldMk cId="2473939844" sldId="3969"/>
            <ac:spMk id="30" creationId="{BAEDD00A-B953-4595-B8CB-05917E029F6A}"/>
          </ac:spMkLst>
        </pc:spChg>
      </pc:sldChg>
      <pc:sldChg chg="modSp mod">
        <pc:chgData name="Mukherjee, Shouvik" userId="8a0946e8-3a6b-4d5c-947d-73f4cd578335" providerId="ADAL" clId="{26B6B46B-2815-4342-871C-06BE377A422B}" dt="2023-08-08T13:35:42.061" v="7" actId="20577"/>
        <pc:sldMkLst>
          <pc:docMk/>
          <pc:sldMk cId="3867399006" sldId="3994"/>
        </pc:sldMkLst>
        <pc:spChg chg="mod">
          <ac:chgData name="Mukherjee, Shouvik" userId="8a0946e8-3a6b-4d5c-947d-73f4cd578335" providerId="ADAL" clId="{26B6B46B-2815-4342-871C-06BE377A422B}" dt="2023-08-08T13:35:42.061" v="7" actId="20577"/>
          <ac:spMkLst>
            <pc:docMk/>
            <pc:sldMk cId="3867399006" sldId="3994"/>
            <ac:spMk id="2" creationId="{9EDB63B2-238D-4B76-AAF8-404000511533}"/>
          </ac:spMkLst>
        </pc:spChg>
      </pc:sldChg>
      <pc:sldChg chg="addCm modCm">
        <pc:chgData name="Mukherjee, Shouvik" userId="8a0946e8-3a6b-4d5c-947d-73f4cd578335" providerId="ADAL" clId="{26B6B46B-2815-4342-871C-06BE377A422B}" dt="2023-08-08T15:08:23.053" v="989" actId="2056"/>
        <pc:sldMkLst>
          <pc:docMk/>
          <pc:sldMk cId="2626695583" sldId="2147374244"/>
        </pc:sldMkLst>
      </pc:sldChg>
      <pc:sldChg chg="addSp delSp modSp mod">
        <pc:chgData name="Mukherjee, Shouvik" userId="8a0946e8-3a6b-4d5c-947d-73f4cd578335" providerId="ADAL" clId="{26B6B46B-2815-4342-871C-06BE377A422B}" dt="2023-08-08T15:20:37.138" v="1524" actId="20577"/>
        <pc:sldMkLst>
          <pc:docMk/>
          <pc:sldMk cId="2618064541" sldId="2147374249"/>
        </pc:sldMkLst>
        <pc:spChg chg="del">
          <ac:chgData name="Mukherjee, Shouvik" userId="8a0946e8-3a6b-4d5c-947d-73f4cd578335" providerId="ADAL" clId="{26B6B46B-2815-4342-871C-06BE377A422B}" dt="2023-08-08T14:33:51.637" v="333" actId="478"/>
          <ac:spMkLst>
            <pc:docMk/>
            <pc:sldMk cId="2618064541" sldId="2147374249"/>
            <ac:spMk id="3" creationId="{AA9E9414-D291-56F9-77C0-25AE31C97A13}"/>
          </ac:spMkLst>
        </pc:spChg>
        <pc:spChg chg="mod">
          <ac:chgData name="Mukherjee, Shouvik" userId="8a0946e8-3a6b-4d5c-947d-73f4cd578335" providerId="ADAL" clId="{26B6B46B-2815-4342-871C-06BE377A422B}" dt="2023-08-08T14:40:54.428" v="437" actId="1076"/>
          <ac:spMkLst>
            <pc:docMk/>
            <pc:sldMk cId="2618064541" sldId="2147374249"/>
            <ac:spMk id="6" creationId="{465A2E5F-74FF-7C52-785A-8302B4669B11}"/>
          </ac:spMkLst>
        </pc:spChg>
        <pc:spChg chg="mod">
          <ac:chgData name="Mukherjee, Shouvik" userId="8a0946e8-3a6b-4d5c-947d-73f4cd578335" providerId="ADAL" clId="{26B6B46B-2815-4342-871C-06BE377A422B}" dt="2023-08-08T14:31:19.487" v="319" actId="1037"/>
          <ac:spMkLst>
            <pc:docMk/>
            <pc:sldMk cId="2618064541" sldId="2147374249"/>
            <ac:spMk id="9" creationId="{610B7466-6B06-C84B-406C-9CEC7E46D572}"/>
          </ac:spMkLst>
        </pc:spChg>
        <pc:spChg chg="add del mod">
          <ac:chgData name="Mukherjee, Shouvik" userId="8a0946e8-3a6b-4d5c-947d-73f4cd578335" providerId="ADAL" clId="{26B6B46B-2815-4342-871C-06BE377A422B}" dt="2023-08-08T13:41:01.035" v="42"/>
          <ac:spMkLst>
            <pc:docMk/>
            <pc:sldMk cId="2618064541" sldId="2147374249"/>
            <ac:spMk id="11" creationId="{BD9056F5-3F11-6DCC-E4F2-48F0C1267C0A}"/>
          </ac:spMkLst>
        </pc:spChg>
        <pc:spChg chg="add del mod topLvl">
          <ac:chgData name="Mukherjee, Shouvik" userId="8a0946e8-3a6b-4d5c-947d-73f4cd578335" providerId="ADAL" clId="{26B6B46B-2815-4342-871C-06BE377A422B}" dt="2023-08-08T14:33:25.474" v="331" actId="478"/>
          <ac:spMkLst>
            <pc:docMk/>
            <pc:sldMk cId="2618064541" sldId="2147374249"/>
            <ac:spMk id="14" creationId="{00000000-0000-0000-0000-000000000000}"/>
          </ac:spMkLst>
        </pc:spChg>
        <pc:spChg chg="add del mod">
          <ac:chgData name="Mukherjee, Shouvik" userId="8a0946e8-3a6b-4d5c-947d-73f4cd578335" providerId="ADAL" clId="{26B6B46B-2815-4342-871C-06BE377A422B}" dt="2023-08-08T14:30:42.990" v="306" actId="478"/>
          <ac:spMkLst>
            <pc:docMk/>
            <pc:sldMk cId="2618064541" sldId="2147374249"/>
            <ac:spMk id="16" creationId="{2EA9B9E8-42AE-1F17-36DB-6272B41562AB}"/>
          </ac:spMkLst>
        </pc:spChg>
        <pc:spChg chg="add del mod">
          <ac:chgData name="Mukherjee, Shouvik" userId="8a0946e8-3a6b-4d5c-947d-73f4cd578335" providerId="ADAL" clId="{26B6B46B-2815-4342-871C-06BE377A422B}" dt="2023-08-08T14:30:47.053" v="307" actId="478"/>
          <ac:spMkLst>
            <pc:docMk/>
            <pc:sldMk cId="2618064541" sldId="2147374249"/>
            <ac:spMk id="17" creationId="{04AFA31D-2E5A-8BFA-7FAD-D54F3DE1C9F4}"/>
          </ac:spMkLst>
        </pc:spChg>
        <pc:spChg chg="del mod topLvl">
          <ac:chgData name="Mukherjee, Shouvik" userId="8a0946e8-3a6b-4d5c-947d-73f4cd578335" providerId="ADAL" clId="{26B6B46B-2815-4342-871C-06BE377A422B}" dt="2023-08-08T14:33:22.901" v="329" actId="478"/>
          <ac:spMkLst>
            <pc:docMk/>
            <pc:sldMk cId="2618064541" sldId="2147374249"/>
            <ac:spMk id="18" creationId="{00000000-0000-0000-0000-000000000000}"/>
          </ac:spMkLst>
        </pc:spChg>
        <pc:spChg chg="del">
          <ac:chgData name="Mukherjee, Shouvik" userId="8a0946e8-3a6b-4d5c-947d-73f4cd578335" providerId="ADAL" clId="{26B6B46B-2815-4342-871C-06BE377A422B}" dt="2023-08-08T14:32:34.745" v="320" actId="478"/>
          <ac:spMkLst>
            <pc:docMk/>
            <pc:sldMk cId="2618064541" sldId="2147374249"/>
            <ac:spMk id="20" creationId="{00000000-0000-0000-0000-000000000000}"/>
          </ac:spMkLst>
        </pc:spChg>
        <pc:spChg chg="del mod topLvl">
          <ac:chgData name="Mukherjee, Shouvik" userId="8a0946e8-3a6b-4d5c-947d-73f4cd578335" providerId="ADAL" clId="{26B6B46B-2815-4342-871C-06BE377A422B}" dt="2023-08-08T14:33:33.113" v="332" actId="478"/>
          <ac:spMkLst>
            <pc:docMk/>
            <pc:sldMk cId="2618064541" sldId="2147374249"/>
            <ac:spMk id="21" creationId="{00000000-0000-0000-0000-000000000000}"/>
          </ac:spMkLst>
        </pc:spChg>
        <pc:spChg chg="del">
          <ac:chgData name="Mukherjee, Shouvik" userId="8a0946e8-3a6b-4d5c-947d-73f4cd578335" providerId="ADAL" clId="{26B6B46B-2815-4342-871C-06BE377A422B}" dt="2023-08-08T14:33:57.579" v="334" actId="478"/>
          <ac:spMkLst>
            <pc:docMk/>
            <pc:sldMk cId="2618064541" sldId="2147374249"/>
            <ac:spMk id="23" creationId="{70852715-BEB3-8308-EC0B-76B3B81EB06B}"/>
          </ac:spMkLst>
        </pc:spChg>
        <pc:spChg chg="del">
          <ac:chgData name="Mukherjee, Shouvik" userId="8a0946e8-3a6b-4d5c-947d-73f4cd578335" providerId="ADAL" clId="{26B6B46B-2815-4342-871C-06BE377A422B}" dt="2023-08-08T14:33:57.579" v="334" actId="478"/>
          <ac:spMkLst>
            <pc:docMk/>
            <pc:sldMk cId="2618064541" sldId="2147374249"/>
            <ac:spMk id="24" creationId="{4BD56598-6735-1C04-30D5-A1C8376FAF94}"/>
          </ac:spMkLst>
        </pc:spChg>
        <pc:spChg chg="add mod">
          <ac:chgData name="Mukherjee, Shouvik" userId="8a0946e8-3a6b-4d5c-947d-73f4cd578335" providerId="ADAL" clId="{26B6B46B-2815-4342-871C-06BE377A422B}" dt="2023-08-08T14:41:17.923" v="442" actId="1076"/>
          <ac:spMkLst>
            <pc:docMk/>
            <pc:sldMk cId="2618064541" sldId="2147374249"/>
            <ac:spMk id="25" creationId="{6966CAA2-BB21-15E5-B565-12170E7FFFA2}"/>
          </ac:spMkLst>
        </pc:spChg>
        <pc:spChg chg="del">
          <ac:chgData name="Mukherjee, Shouvik" userId="8a0946e8-3a6b-4d5c-947d-73f4cd578335" providerId="ADAL" clId="{26B6B46B-2815-4342-871C-06BE377A422B}" dt="2023-08-08T14:33:57.579" v="334" actId="478"/>
          <ac:spMkLst>
            <pc:docMk/>
            <pc:sldMk cId="2618064541" sldId="2147374249"/>
            <ac:spMk id="26" creationId="{9B8682F6-DA1F-39CA-EB0C-2B690D575CAD}"/>
          </ac:spMkLst>
        </pc:spChg>
        <pc:spChg chg="del">
          <ac:chgData name="Mukherjee, Shouvik" userId="8a0946e8-3a6b-4d5c-947d-73f4cd578335" providerId="ADAL" clId="{26B6B46B-2815-4342-871C-06BE377A422B}" dt="2023-08-08T14:33:57.579" v="334" actId="478"/>
          <ac:spMkLst>
            <pc:docMk/>
            <pc:sldMk cId="2618064541" sldId="2147374249"/>
            <ac:spMk id="27" creationId="{EADED2EC-B79A-A39C-A2F9-EE4608A76A61}"/>
          </ac:spMkLst>
        </pc:spChg>
        <pc:spChg chg="del">
          <ac:chgData name="Mukherjee, Shouvik" userId="8a0946e8-3a6b-4d5c-947d-73f4cd578335" providerId="ADAL" clId="{26B6B46B-2815-4342-871C-06BE377A422B}" dt="2023-08-08T14:33:57.579" v="334" actId="478"/>
          <ac:spMkLst>
            <pc:docMk/>
            <pc:sldMk cId="2618064541" sldId="2147374249"/>
            <ac:spMk id="28" creationId="{CD1C2AA8-7F45-1D66-8F89-E94FCF935083}"/>
          </ac:spMkLst>
        </pc:spChg>
        <pc:spChg chg="del">
          <ac:chgData name="Mukherjee, Shouvik" userId="8a0946e8-3a6b-4d5c-947d-73f4cd578335" providerId="ADAL" clId="{26B6B46B-2815-4342-871C-06BE377A422B}" dt="2023-08-08T14:33:57.579" v="334" actId="478"/>
          <ac:spMkLst>
            <pc:docMk/>
            <pc:sldMk cId="2618064541" sldId="2147374249"/>
            <ac:spMk id="29" creationId="{31369336-CAE3-5264-7E03-626D2F6E9C97}"/>
          </ac:spMkLst>
        </pc:spChg>
        <pc:spChg chg="del">
          <ac:chgData name="Mukherjee, Shouvik" userId="8a0946e8-3a6b-4d5c-947d-73f4cd578335" providerId="ADAL" clId="{26B6B46B-2815-4342-871C-06BE377A422B}" dt="2023-08-08T14:33:57.579" v="334" actId="478"/>
          <ac:spMkLst>
            <pc:docMk/>
            <pc:sldMk cId="2618064541" sldId="2147374249"/>
            <ac:spMk id="30" creationId="{D83068E5-94F8-3489-3F10-868F397501B5}"/>
          </ac:spMkLst>
        </pc:spChg>
        <pc:spChg chg="del">
          <ac:chgData name="Mukherjee, Shouvik" userId="8a0946e8-3a6b-4d5c-947d-73f4cd578335" providerId="ADAL" clId="{26B6B46B-2815-4342-871C-06BE377A422B}" dt="2023-08-08T14:33:57.579" v="334" actId="478"/>
          <ac:spMkLst>
            <pc:docMk/>
            <pc:sldMk cId="2618064541" sldId="2147374249"/>
            <ac:spMk id="31" creationId="{94C1E83B-3389-0DCF-62DB-25526A8C1AE9}"/>
          </ac:spMkLst>
        </pc:spChg>
        <pc:spChg chg="del">
          <ac:chgData name="Mukherjee, Shouvik" userId="8a0946e8-3a6b-4d5c-947d-73f4cd578335" providerId="ADAL" clId="{26B6B46B-2815-4342-871C-06BE377A422B}" dt="2023-08-08T14:33:57.579" v="334" actId="478"/>
          <ac:spMkLst>
            <pc:docMk/>
            <pc:sldMk cId="2618064541" sldId="2147374249"/>
            <ac:spMk id="32" creationId="{0E1E9005-8931-1A43-D447-70B4F09DFFEE}"/>
          </ac:spMkLst>
        </pc:spChg>
        <pc:spChg chg="del">
          <ac:chgData name="Mukherjee, Shouvik" userId="8a0946e8-3a6b-4d5c-947d-73f4cd578335" providerId="ADAL" clId="{26B6B46B-2815-4342-871C-06BE377A422B}" dt="2023-08-08T14:33:57.579" v="334" actId="478"/>
          <ac:spMkLst>
            <pc:docMk/>
            <pc:sldMk cId="2618064541" sldId="2147374249"/>
            <ac:spMk id="33" creationId="{34887999-C7AE-B524-384E-CD87CC65FF2A}"/>
          </ac:spMkLst>
        </pc:spChg>
        <pc:spChg chg="add mod">
          <ac:chgData name="Mukherjee, Shouvik" userId="8a0946e8-3a6b-4d5c-947d-73f4cd578335" providerId="ADAL" clId="{26B6B46B-2815-4342-871C-06BE377A422B}" dt="2023-08-08T14:37:47.318" v="385" actId="207"/>
          <ac:spMkLst>
            <pc:docMk/>
            <pc:sldMk cId="2618064541" sldId="2147374249"/>
            <ac:spMk id="37" creationId="{2677FF23-360C-24A8-B2A9-F4CCE42A28CB}"/>
          </ac:spMkLst>
        </pc:spChg>
        <pc:spChg chg="add del mod">
          <ac:chgData name="Mukherjee, Shouvik" userId="8a0946e8-3a6b-4d5c-947d-73f4cd578335" providerId="ADAL" clId="{26B6B46B-2815-4342-871C-06BE377A422B}" dt="2023-08-08T14:36:46.493" v="367" actId="478"/>
          <ac:spMkLst>
            <pc:docMk/>
            <pc:sldMk cId="2618064541" sldId="2147374249"/>
            <ac:spMk id="38" creationId="{9901F603-9F31-ACF6-6EF1-A2585BB82B4C}"/>
          </ac:spMkLst>
        </pc:spChg>
        <pc:spChg chg="add del mod">
          <ac:chgData name="Mukherjee, Shouvik" userId="8a0946e8-3a6b-4d5c-947d-73f4cd578335" providerId="ADAL" clId="{26B6B46B-2815-4342-871C-06BE377A422B}" dt="2023-08-08T14:36:46.493" v="367" actId="478"/>
          <ac:spMkLst>
            <pc:docMk/>
            <pc:sldMk cId="2618064541" sldId="2147374249"/>
            <ac:spMk id="39" creationId="{9AF5D64B-CFD4-EEE4-8F73-F51461D0FF74}"/>
          </ac:spMkLst>
        </pc:spChg>
        <pc:spChg chg="add del mod">
          <ac:chgData name="Mukherjee, Shouvik" userId="8a0946e8-3a6b-4d5c-947d-73f4cd578335" providerId="ADAL" clId="{26B6B46B-2815-4342-871C-06BE377A422B}" dt="2023-08-08T14:36:46.493" v="367" actId="478"/>
          <ac:spMkLst>
            <pc:docMk/>
            <pc:sldMk cId="2618064541" sldId="2147374249"/>
            <ac:spMk id="40" creationId="{A2B600D7-A8F4-7FE8-C16C-D3956AE83AB4}"/>
          </ac:spMkLst>
        </pc:spChg>
        <pc:spChg chg="add del mod">
          <ac:chgData name="Mukherjee, Shouvik" userId="8a0946e8-3a6b-4d5c-947d-73f4cd578335" providerId="ADAL" clId="{26B6B46B-2815-4342-871C-06BE377A422B}" dt="2023-08-08T14:36:46.493" v="367" actId="478"/>
          <ac:spMkLst>
            <pc:docMk/>
            <pc:sldMk cId="2618064541" sldId="2147374249"/>
            <ac:spMk id="41" creationId="{EA1EC8C4-D515-DCB0-26E3-3E4139A7BA6C}"/>
          </ac:spMkLst>
        </pc:spChg>
        <pc:spChg chg="add del mod">
          <ac:chgData name="Mukherjee, Shouvik" userId="8a0946e8-3a6b-4d5c-947d-73f4cd578335" providerId="ADAL" clId="{26B6B46B-2815-4342-871C-06BE377A422B}" dt="2023-08-08T14:36:46.493" v="367" actId="478"/>
          <ac:spMkLst>
            <pc:docMk/>
            <pc:sldMk cId="2618064541" sldId="2147374249"/>
            <ac:spMk id="42" creationId="{FE82C53F-A129-74AE-A3BB-F4D9E2CA4936}"/>
          </ac:spMkLst>
        </pc:spChg>
        <pc:spChg chg="add del mod">
          <ac:chgData name="Mukherjee, Shouvik" userId="8a0946e8-3a6b-4d5c-947d-73f4cd578335" providerId="ADAL" clId="{26B6B46B-2815-4342-871C-06BE377A422B}" dt="2023-08-08T14:36:46.493" v="367" actId="478"/>
          <ac:spMkLst>
            <pc:docMk/>
            <pc:sldMk cId="2618064541" sldId="2147374249"/>
            <ac:spMk id="43" creationId="{A7D5CCD8-FA76-87DF-CCB6-8304768DE8BA}"/>
          </ac:spMkLst>
        </pc:spChg>
        <pc:spChg chg="del">
          <ac:chgData name="Mukherjee, Shouvik" userId="8a0946e8-3a6b-4d5c-947d-73f4cd578335" providerId="ADAL" clId="{26B6B46B-2815-4342-871C-06BE377A422B}" dt="2023-08-08T14:33:57.579" v="334" actId="478"/>
          <ac:spMkLst>
            <pc:docMk/>
            <pc:sldMk cId="2618064541" sldId="2147374249"/>
            <ac:spMk id="44" creationId="{84C0FFC1-9BE0-8646-5513-BA08690385C4}"/>
          </ac:spMkLst>
        </pc:spChg>
        <pc:spChg chg="add del mod">
          <ac:chgData name="Mukherjee, Shouvik" userId="8a0946e8-3a6b-4d5c-947d-73f4cd578335" providerId="ADAL" clId="{26B6B46B-2815-4342-871C-06BE377A422B}" dt="2023-08-08T14:36:46.493" v="367" actId="478"/>
          <ac:spMkLst>
            <pc:docMk/>
            <pc:sldMk cId="2618064541" sldId="2147374249"/>
            <ac:spMk id="45" creationId="{E0B77298-81A0-6601-90CA-22C29629AEC3}"/>
          </ac:spMkLst>
        </pc:spChg>
        <pc:spChg chg="del">
          <ac:chgData name="Mukherjee, Shouvik" userId="8a0946e8-3a6b-4d5c-947d-73f4cd578335" providerId="ADAL" clId="{26B6B46B-2815-4342-871C-06BE377A422B}" dt="2023-08-08T14:33:57.579" v="334" actId="478"/>
          <ac:spMkLst>
            <pc:docMk/>
            <pc:sldMk cId="2618064541" sldId="2147374249"/>
            <ac:spMk id="46" creationId="{5FFAC6BE-8A5C-5D46-C7BB-3CFDF18947AD}"/>
          </ac:spMkLst>
        </pc:spChg>
        <pc:spChg chg="del">
          <ac:chgData name="Mukherjee, Shouvik" userId="8a0946e8-3a6b-4d5c-947d-73f4cd578335" providerId="ADAL" clId="{26B6B46B-2815-4342-871C-06BE377A422B}" dt="2023-08-08T14:33:57.579" v="334" actId="478"/>
          <ac:spMkLst>
            <pc:docMk/>
            <pc:sldMk cId="2618064541" sldId="2147374249"/>
            <ac:spMk id="47" creationId="{677A4465-86D4-A114-EED9-2B6918B86654}"/>
          </ac:spMkLst>
        </pc:spChg>
        <pc:spChg chg="del">
          <ac:chgData name="Mukherjee, Shouvik" userId="8a0946e8-3a6b-4d5c-947d-73f4cd578335" providerId="ADAL" clId="{26B6B46B-2815-4342-871C-06BE377A422B}" dt="2023-08-08T14:33:57.579" v="334" actId="478"/>
          <ac:spMkLst>
            <pc:docMk/>
            <pc:sldMk cId="2618064541" sldId="2147374249"/>
            <ac:spMk id="48" creationId="{EF83C55D-FB7F-C16A-0CEA-53FB69C21123}"/>
          </ac:spMkLst>
        </pc:spChg>
        <pc:spChg chg="add del mod">
          <ac:chgData name="Mukherjee, Shouvik" userId="8a0946e8-3a6b-4d5c-947d-73f4cd578335" providerId="ADAL" clId="{26B6B46B-2815-4342-871C-06BE377A422B}" dt="2023-08-08T14:36:46.493" v="367" actId="478"/>
          <ac:spMkLst>
            <pc:docMk/>
            <pc:sldMk cId="2618064541" sldId="2147374249"/>
            <ac:spMk id="49" creationId="{FB05D6A8-B019-80C9-1614-AA20A01F4706}"/>
          </ac:spMkLst>
        </pc:spChg>
        <pc:spChg chg="add del mod">
          <ac:chgData name="Mukherjee, Shouvik" userId="8a0946e8-3a6b-4d5c-947d-73f4cd578335" providerId="ADAL" clId="{26B6B46B-2815-4342-871C-06BE377A422B}" dt="2023-08-08T14:36:46.493" v="367" actId="478"/>
          <ac:spMkLst>
            <pc:docMk/>
            <pc:sldMk cId="2618064541" sldId="2147374249"/>
            <ac:spMk id="50" creationId="{51C6D892-4180-C821-8D5B-344E3697B7E6}"/>
          </ac:spMkLst>
        </pc:spChg>
        <pc:spChg chg="del">
          <ac:chgData name="Mukherjee, Shouvik" userId="8a0946e8-3a6b-4d5c-947d-73f4cd578335" providerId="ADAL" clId="{26B6B46B-2815-4342-871C-06BE377A422B}" dt="2023-08-08T14:33:57.579" v="334" actId="478"/>
          <ac:spMkLst>
            <pc:docMk/>
            <pc:sldMk cId="2618064541" sldId="2147374249"/>
            <ac:spMk id="51" creationId="{B0969814-A80A-2214-1116-479A59D562A6}"/>
          </ac:spMkLst>
        </pc:spChg>
        <pc:spChg chg="del">
          <ac:chgData name="Mukherjee, Shouvik" userId="8a0946e8-3a6b-4d5c-947d-73f4cd578335" providerId="ADAL" clId="{26B6B46B-2815-4342-871C-06BE377A422B}" dt="2023-08-08T14:33:57.579" v="334" actId="478"/>
          <ac:spMkLst>
            <pc:docMk/>
            <pc:sldMk cId="2618064541" sldId="2147374249"/>
            <ac:spMk id="52" creationId="{B88DA8D8-F8AD-81C9-DCB5-F6E241651565}"/>
          </ac:spMkLst>
        </pc:spChg>
        <pc:spChg chg="del">
          <ac:chgData name="Mukherjee, Shouvik" userId="8a0946e8-3a6b-4d5c-947d-73f4cd578335" providerId="ADAL" clId="{26B6B46B-2815-4342-871C-06BE377A422B}" dt="2023-08-08T14:33:57.579" v="334" actId="478"/>
          <ac:spMkLst>
            <pc:docMk/>
            <pc:sldMk cId="2618064541" sldId="2147374249"/>
            <ac:spMk id="53" creationId="{DF160318-7378-2063-38BE-D4C97809F857}"/>
          </ac:spMkLst>
        </pc:spChg>
        <pc:spChg chg="add del mod">
          <ac:chgData name="Mukherjee, Shouvik" userId="8a0946e8-3a6b-4d5c-947d-73f4cd578335" providerId="ADAL" clId="{26B6B46B-2815-4342-871C-06BE377A422B}" dt="2023-08-08T14:36:46.493" v="367" actId="478"/>
          <ac:spMkLst>
            <pc:docMk/>
            <pc:sldMk cId="2618064541" sldId="2147374249"/>
            <ac:spMk id="54" creationId="{83D5CE0B-2C05-F68C-E6C7-27CD12CB8FE0}"/>
          </ac:spMkLst>
        </pc:spChg>
        <pc:spChg chg="add del mod">
          <ac:chgData name="Mukherjee, Shouvik" userId="8a0946e8-3a6b-4d5c-947d-73f4cd578335" providerId="ADAL" clId="{26B6B46B-2815-4342-871C-06BE377A422B}" dt="2023-08-08T14:36:46.493" v="367" actId="478"/>
          <ac:spMkLst>
            <pc:docMk/>
            <pc:sldMk cId="2618064541" sldId="2147374249"/>
            <ac:spMk id="55" creationId="{86BE6F22-AAD5-BEB6-98D9-C6CFB90BC359}"/>
          </ac:spMkLst>
        </pc:spChg>
        <pc:spChg chg="del">
          <ac:chgData name="Mukherjee, Shouvik" userId="8a0946e8-3a6b-4d5c-947d-73f4cd578335" providerId="ADAL" clId="{26B6B46B-2815-4342-871C-06BE377A422B}" dt="2023-08-08T14:33:57.579" v="334" actId="478"/>
          <ac:spMkLst>
            <pc:docMk/>
            <pc:sldMk cId="2618064541" sldId="2147374249"/>
            <ac:spMk id="56" creationId="{DD96D84F-8BD0-0C1F-190B-2BC9C9B599A3}"/>
          </ac:spMkLst>
        </pc:spChg>
        <pc:spChg chg="del">
          <ac:chgData name="Mukherjee, Shouvik" userId="8a0946e8-3a6b-4d5c-947d-73f4cd578335" providerId="ADAL" clId="{26B6B46B-2815-4342-871C-06BE377A422B}" dt="2023-08-08T14:33:57.579" v="334" actId="478"/>
          <ac:spMkLst>
            <pc:docMk/>
            <pc:sldMk cId="2618064541" sldId="2147374249"/>
            <ac:spMk id="57" creationId="{6C46D987-8D63-DD35-EAA3-927A3F68D18F}"/>
          </ac:spMkLst>
        </pc:spChg>
        <pc:spChg chg="del">
          <ac:chgData name="Mukherjee, Shouvik" userId="8a0946e8-3a6b-4d5c-947d-73f4cd578335" providerId="ADAL" clId="{26B6B46B-2815-4342-871C-06BE377A422B}" dt="2023-08-08T14:33:57.579" v="334" actId="478"/>
          <ac:spMkLst>
            <pc:docMk/>
            <pc:sldMk cId="2618064541" sldId="2147374249"/>
            <ac:spMk id="58" creationId="{B44D1D6D-9097-C664-9D92-4293FFCE2405}"/>
          </ac:spMkLst>
        </pc:spChg>
        <pc:spChg chg="del">
          <ac:chgData name="Mukherjee, Shouvik" userId="8a0946e8-3a6b-4d5c-947d-73f4cd578335" providerId="ADAL" clId="{26B6B46B-2815-4342-871C-06BE377A422B}" dt="2023-08-08T14:33:57.579" v="334" actId="478"/>
          <ac:spMkLst>
            <pc:docMk/>
            <pc:sldMk cId="2618064541" sldId="2147374249"/>
            <ac:spMk id="59" creationId="{5943C8F2-717D-9319-9C6D-0459139AB311}"/>
          </ac:spMkLst>
        </pc:spChg>
        <pc:spChg chg="del">
          <ac:chgData name="Mukherjee, Shouvik" userId="8a0946e8-3a6b-4d5c-947d-73f4cd578335" providerId="ADAL" clId="{26B6B46B-2815-4342-871C-06BE377A422B}" dt="2023-08-08T14:33:57.579" v="334" actId="478"/>
          <ac:spMkLst>
            <pc:docMk/>
            <pc:sldMk cId="2618064541" sldId="2147374249"/>
            <ac:spMk id="60" creationId="{5BFF7BEF-BB38-9E3C-EE6C-9E619CD4B1C0}"/>
          </ac:spMkLst>
        </pc:spChg>
        <pc:spChg chg="del">
          <ac:chgData name="Mukherjee, Shouvik" userId="8a0946e8-3a6b-4d5c-947d-73f4cd578335" providerId="ADAL" clId="{26B6B46B-2815-4342-871C-06BE377A422B}" dt="2023-08-08T14:33:57.579" v="334" actId="478"/>
          <ac:spMkLst>
            <pc:docMk/>
            <pc:sldMk cId="2618064541" sldId="2147374249"/>
            <ac:spMk id="61" creationId="{424D89B5-1C60-F68E-96CC-77DFB33BEE70}"/>
          </ac:spMkLst>
        </pc:spChg>
        <pc:spChg chg="del">
          <ac:chgData name="Mukherjee, Shouvik" userId="8a0946e8-3a6b-4d5c-947d-73f4cd578335" providerId="ADAL" clId="{26B6B46B-2815-4342-871C-06BE377A422B}" dt="2023-08-08T14:33:57.579" v="334" actId="478"/>
          <ac:spMkLst>
            <pc:docMk/>
            <pc:sldMk cId="2618064541" sldId="2147374249"/>
            <ac:spMk id="62" creationId="{555A2D85-E4BE-708C-3AFB-2A4C240458EE}"/>
          </ac:spMkLst>
        </pc:spChg>
        <pc:spChg chg="del">
          <ac:chgData name="Mukherjee, Shouvik" userId="8a0946e8-3a6b-4d5c-947d-73f4cd578335" providerId="ADAL" clId="{26B6B46B-2815-4342-871C-06BE377A422B}" dt="2023-08-08T14:33:57.579" v="334" actId="478"/>
          <ac:spMkLst>
            <pc:docMk/>
            <pc:sldMk cId="2618064541" sldId="2147374249"/>
            <ac:spMk id="63" creationId="{6E983692-565E-8C6B-9A6E-04F11F4524CA}"/>
          </ac:spMkLst>
        </pc:spChg>
        <pc:spChg chg="del">
          <ac:chgData name="Mukherjee, Shouvik" userId="8a0946e8-3a6b-4d5c-947d-73f4cd578335" providerId="ADAL" clId="{26B6B46B-2815-4342-871C-06BE377A422B}" dt="2023-08-08T14:33:57.579" v="334" actId="478"/>
          <ac:spMkLst>
            <pc:docMk/>
            <pc:sldMk cId="2618064541" sldId="2147374249"/>
            <ac:spMk id="64" creationId="{26F8E1F6-0528-429C-F955-813942C15BAF}"/>
          </ac:spMkLst>
        </pc:spChg>
        <pc:spChg chg="del">
          <ac:chgData name="Mukherjee, Shouvik" userId="8a0946e8-3a6b-4d5c-947d-73f4cd578335" providerId="ADAL" clId="{26B6B46B-2815-4342-871C-06BE377A422B}" dt="2023-08-08T14:33:57.579" v="334" actId="478"/>
          <ac:spMkLst>
            <pc:docMk/>
            <pc:sldMk cId="2618064541" sldId="2147374249"/>
            <ac:spMk id="65" creationId="{9C1F28F9-D377-5E66-E254-4EF517ABCEB7}"/>
          </ac:spMkLst>
        </pc:spChg>
        <pc:spChg chg="del">
          <ac:chgData name="Mukherjee, Shouvik" userId="8a0946e8-3a6b-4d5c-947d-73f4cd578335" providerId="ADAL" clId="{26B6B46B-2815-4342-871C-06BE377A422B}" dt="2023-08-08T14:33:57.579" v="334" actId="478"/>
          <ac:spMkLst>
            <pc:docMk/>
            <pc:sldMk cId="2618064541" sldId="2147374249"/>
            <ac:spMk id="66" creationId="{9A60A37F-B39F-5CBC-0552-704A61BA5813}"/>
          </ac:spMkLst>
        </pc:spChg>
        <pc:spChg chg="del">
          <ac:chgData name="Mukherjee, Shouvik" userId="8a0946e8-3a6b-4d5c-947d-73f4cd578335" providerId="ADAL" clId="{26B6B46B-2815-4342-871C-06BE377A422B}" dt="2023-08-08T14:33:57.579" v="334" actId="478"/>
          <ac:spMkLst>
            <pc:docMk/>
            <pc:sldMk cId="2618064541" sldId="2147374249"/>
            <ac:spMk id="67" creationId="{4C6E99C4-B4CC-6C28-A47C-7F290E3423BD}"/>
          </ac:spMkLst>
        </pc:spChg>
        <pc:spChg chg="del">
          <ac:chgData name="Mukherjee, Shouvik" userId="8a0946e8-3a6b-4d5c-947d-73f4cd578335" providerId="ADAL" clId="{26B6B46B-2815-4342-871C-06BE377A422B}" dt="2023-08-08T14:33:57.579" v="334" actId="478"/>
          <ac:spMkLst>
            <pc:docMk/>
            <pc:sldMk cId="2618064541" sldId="2147374249"/>
            <ac:spMk id="68" creationId="{E402762E-4FCE-2DF1-FEA3-F54233E39C0C}"/>
          </ac:spMkLst>
        </pc:spChg>
        <pc:spChg chg="del">
          <ac:chgData name="Mukherjee, Shouvik" userId="8a0946e8-3a6b-4d5c-947d-73f4cd578335" providerId="ADAL" clId="{26B6B46B-2815-4342-871C-06BE377A422B}" dt="2023-08-08T14:33:57.579" v="334" actId="478"/>
          <ac:spMkLst>
            <pc:docMk/>
            <pc:sldMk cId="2618064541" sldId="2147374249"/>
            <ac:spMk id="69" creationId="{B3D8482B-2846-0572-5EB5-48AA386CACC8}"/>
          </ac:spMkLst>
        </pc:spChg>
        <pc:spChg chg="del">
          <ac:chgData name="Mukherjee, Shouvik" userId="8a0946e8-3a6b-4d5c-947d-73f4cd578335" providerId="ADAL" clId="{26B6B46B-2815-4342-871C-06BE377A422B}" dt="2023-08-08T14:33:57.579" v="334" actId="478"/>
          <ac:spMkLst>
            <pc:docMk/>
            <pc:sldMk cId="2618064541" sldId="2147374249"/>
            <ac:spMk id="70" creationId="{F5CC4A43-558B-E96D-F0AE-B97E56B8F870}"/>
          </ac:spMkLst>
        </pc:spChg>
        <pc:spChg chg="del">
          <ac:chgData name="Mukherjee, Shouvik" userId="8a0946e8-3a6b-4d5c-947d-73f4cd578335" providerId="ADAL" clId="{26B6B46B-2815-4342-871C-06BE377A422B}" dt="2023-08-08T14:33:57.579" v="334" actId="478"/>
          <ac:spMkLst>
            <pc:docMk/>
            <pc:sldMk cId="2618064541" sldId="2147374249"/>
            <ac:spMk id="71" creationId="{862B9512-1B1B-25E3-3A4E-5C7A12BB5748}"/>
          </ac:spMkLst>
        </pc:spChg>
        <pc:spChg chg="del">
          <ac:chgData name="Mukherjee, Shouvik" userId="8a0946e8-3a6b-4d5c-947d-73f4cd578335" providerId="ADAL" clId="{26B6B46B-2815-4342-871C-06BE377A422B}" dt="2023-08-08T14:33:57.579" v="334" actId="478"/>
          <ac:spMkLst>
            <pc:docMk/>
            <pc:sldMk cId="2618064541" sldId="2147374249"/>
            <ac:spMk id="72" creationId="{35C168F2-E3D1-544D-0D7C-E7E7661141E0}"/>
          </ac:spMkLst>
        </pc:spChg>
        <pc:spChg chg="add del mod">
          <ac:chgData name="Mukherjee, Shouvik" userId="8a0946e8-3a6b-4d5c-947d-73f4cd578335" providerId="ADAL" clId="{26B6B46B-2815-4342-871C-06BE377A422B}" dt="2023-08-08T14:36:46.493" v="367" actId="478"/>
          <ac:spMkLst>
            <pc:docMk/>
            <pc:sldMk cId="2618064541" sldId="2147374249"/>
            <ac:spMk id="73" creationId="{F66F6A14-1C57-BC1A-7EFA-C4742534ADCA}"/>
          </ac:spMkLst>
        </pc:spChg>
        <pc:spChg chg="add del mod">
          <ac:chgData name="Mukherjee, Shouvik" userId="8a0946e8-3a6b-4d5c-947d-73f4cd578335" providerId="ADAL" clId="{26B6B46B-2815-4342-871C-06BE377A422B}" dt="2023-08-08T14:36:46.493" v="367" actId="478"/>
          <ac:spMkLst>
            <pc:docMk/>
            <pc:sldMk cId="2618064541" sldId="2147374249"/>
            <ac:spMk id="74" creationId="{6F1EF4FB-69D6-F917-6199-82435996EB5B}"/>
          </ac:spMkLst>
        </pc:spChg>
        <pc:spChg chg="add del mod">
          <ac:chgData name="Mukherjee, Shouvik" userId="8a0946e8-3a6b-4d5c-947d-73f4cd578335" providerId="ADAL" clId="{26B6B46B-2815-4342-871C-06BE377A422B}" dt="2023-08-08T14:36:46.493" v="367" actId="478"/>
          <ac:spMkLst>
            <pc:docMk/>
            <pc:sldMk cId="2618064541" sldId="2147374249"/>
            <ac:spMk id="75" creationId="{FE98A1D4-380B-7955-0AA0-AD63E05E6AEA}"/>
          </ac:spMkLst>
        </pc:spChg>
        <pc:spChg chg="del">
          <ac:chgData name="Mukherjee, Shouvik" userId="8a0946e8-3a6b-4d5c-947d-73f4cd578335" providerId="ADAL" clId="{26B6B46B-2815-4342-871C-06BE377A422B}" dt="2023-08-08T14:32:39.596" v="321" actId="478"/>
          <ac:spMkLst>
            <pc:docMk/>
            <pc:sldMk cId="2618064541" sldId="2147374249"/>
            <ac:spMk id="79" creationId="{00000000-0000-0000-0000-000000000000}"/>
          </ac:spMkLst>
        </pc:spChg>
        <pc:spChg chg="add del mod">
          <ac:chgData name="Mukherjee, Shouvik" userId="8a0946e8-3a6b-4d5c-947d-73f4cd578335" providerId="ADAL" clId="{26B6B46B-2815-4342-871C-06BE377A422B}" dt="2023-08-08T14:36:46.493" v="367" actId="478"/>
          <ac:spMkLst>
            <pc:docMk/>
            <pc:sldMk cId="2618064541" sldId="2147374249"/>
            <ac:spMk id="80" creationId="{36E1D87F-ABBE-E41B-592A-C623B72D9A4D}"/>
          </ac:spMkLst>
        </pc:spChg>
        <pc:spChg chg="add mod">
          <ac:chgData name="Mukherjee, Shouvik" userId="8a0946e8-3a6b-4d5c-947d-73f4cd578335" providerId="ADAL" clId="{26B6B46B-2815-4342-871C-06BE377A422B}" dt="2023-08-08T14:37:55.685" v="386" actId="207"/>
          <ac:spMkLst>
            <pc:docMk/>
            <pc:sldMk cId="2618064541" sldId="2147374249"/>
            <ac:spMk id="81" creationId="{661A5F00-4413-852F-68BA-3610C4BCDA81}"/>
          </ac:spMkLst>
        </pc:spChg>
        <pc:spChg chg="add mod">
          <ac:chgData name="Mukherjee, Shouvik" userId="8a0946e8-3a6b-4d5c-947d-73f4cd578335" providerId="ADAL" clId="{26B6B46B-2815-4342-871C-06BE377A422B}" dt="2023-08-08T14:37:55.685" v="386" actId="207"/>
          <ac:spMkLst>
            <pc:docMk/>
            <pc:sldMk cId="2618064541" sldId="2147374249"/>
            <ac:spMk id="82" creationId="{F12B1761-06B3-99F7-84C1-736EA08BC0EC}"/>
          </ac:spMkLst>
        </pc:spChg>
        <pc:spChg chg="add mod">
          <ac:chgData name="Mukherjee, Shouvik" userId="8a0946e8-3a6b-4d5c-947d-73f4cd578335" providerId="ADAL" clId="{26B6B46B-2815-4342-871C-06BE377A422B}" dt="2023-08-08T14:37:55.685" v="386" actId="207"/>
          <ac:spMkLst>
            <pc:docMk/>
            <pc:sldMk cId="2618064541" sldId="2147374249"/>
            <ac:spMk id="83" creationId="{9825EA85-208C-EACC-87B6-A3049C5C0476}"/>
          </ac:spMkLst>
        </pc:spChg>
        <pc:spChg chg="add mod">
          <ac:chgData name="Mukherjee, Shouvik" userId="8a0946e8-3a6b-4d5c-947d-73f4cd578335" providerId="ADAL" clId="{26B6B46B-2815-4342-871C-06BE377A422B}" dt="2023-08-08T14:37:55.685" v="386" actId="207"/>
          <ac:spMkLst>
            <pc:docMk/>
            <pc:sldMk cId="2618064541" sldId="2147374249"/>
            <ac:spMk id="84" creationId="{B6D0E044-089A-EA0C-E0FF-8C422955E67D}"/>
          </ac:spMkLst>
        </pc:spChg>
        <pc:spChg chg="add del mod">
          <ac:chgData name="Mukherjee, Shouvik" userId="8a0946e8-3a6b-4d5c-947d-73f4cd578335" providerId="ADAL" clId="{26B6B46B-2815-4342-871C-06BE377A422B}" dt="2023-08-08T14:37:25.284" v="382"/>
          <ac:spMkLst>
            <pc:docMk/>
            <pc:sldMk cId="2618064541" sldId="2147374249"/>
            <ac:spMk id="85" creationId="{26FF57F9-142F-41D5-A42E-08333B40EAF5}"/>
          </ac:spMkLst>
        </pc:spChg>
        <pc:spChg chg="add del mod">
          <ac:chgData name="Mukherjee, Shouvik" userId="8a0946e8-3a6b-4d5c-947d-73f4cd578335" providerId="ADAL" clId="{26B6B46B-2815-4342-871C-06BE377A422B}" dt="2023-08-08T14:37:25.284" v="382"/>
          <ac:spMkLst>
            <pc:docMk/>
            <pc:sldMk cId="2618064541" sldId="2147374249"/>
            <ac:spMk id="86" creationId="{040FB45C-115F-CFB3-2489-6EED26623CD4}"/>
          </ac:spMkLst>
        </pc:spChg>
        <pc:spChg chg="add del mod">
          <ac:chgData name="Mukherjee, Shouvik" userId="8a0946e8-3a6b-4d5c-947d-73f4cd578335" providerId="ADAL" clId="{26B6B46B-2815-4342-871C-06BE377A422B}" dt="2023-08-08T14:37:25.284" v="382"/>
          <ac:spMkLst>
            <pc:docMk/>
            <pc:sldMk cId="2618064541" sldId="2147374249"/>
            <ac:spMk id="87" creationId="{7AE179C8-0087-93B1-AD05-08D4FB840E17}"/>
          </ac:spMkLst>
        </pc:spChg>
        <pc:spChg chg="add del mod">
          <ac:chgData name="Mukherjee, Shouvik" userId="8a0946e8-3a6b-4d5c-947d-73f4cd578335" providerId="ADAL" clId="{26B6B46B-2815-4342-871C-06BE377A422B}" dt="2023-08-08T14:37:25.284" v="382"/>
          <ac:spMkLst>
            <pc:docMk/>
            <pc:sldMk cId="2618064541" sldId="2147374249"/>
            <ac:spMk id="88" creationId="{5A31DAC6-51C0-3932-8AE3-7876893D2058}"/>
          </ac:spMkLst>
        </pc:spChg>
        <pc:spChg chg="add mod">
          <ac:chgData name="Mukherjee, Shouvik" userId="8a0946e8-3a6b-4d5c-947d-73f4cd578335" providerId="ADAL" clId="{26B6B46B-2815-4342-871C-06BE377A422B}" dt="2023-08-08T14:38:02.239" v="388" actId="1076"/>
          <ac:spMkLst>
            <pc:docMk/>
            <pc:sldMk cId="2618064541" sldId="2147374249"/>
            <ac:spMk id="89" creationId="{0541C806-0DD3-5739-A3EF-A59F7B4CE75E}"/>
          </ac:spMkLst>
        </pc:spChg>
        <pc:spChg chg="add mod">
          <ac:chgData name="Mukherjee, Shouvik" userId="8a0946e8-3a6b-4d5c-947d-73f4cd578335" providerId="ADAL" clId="{26B6B46B-2815-4342-871C-06BE377A422B}" dt="2023-08-08T14:38:02.239" v="388" actId="1076"/>
          <ac:spMkLst>
            <pc:docMk/>
            <pc:sldMk cId="2618064541" sldId="2147374249"/>
            <ac:spMk id="90" creationId="{19E2EBBB-0120-7627-815F-666D1FD69AF4}"/>
          </ac:spMkLst>
        </pc:spChg>
        <pc:spChg chg="del">
          <ac:chgData name="Mukherjee, Shouvik" userId="8a0946e8-3a6b-4d5c-947d-73f4cd578335" providerId="ADAL" clId="{26B6B46B-2815-4342-871C-06BE377A422B}" dt="2023-08-08T14:33:57.579" v="334" actId="478"/>
          <ac:spMkLst>
            <pc:docMk/>
            <pc:sldMk cId="2618064541" sldId="2147374249"/>
            <ac:spMk id="91" creationId="{AE4F5FA3-93E7-32F7-BAEB-BDC0F182601F}"/>
          </ac:spMkLst>
        </pc:spChg>
        <pc:spChg chg="del">
          <ac:chgData name="Mukherjee, Shouvik" userId="8a0946e8-3a6b-4d5c-947d-73f4cd578335" providerId="ADAL" clId="{26B6B46B-2815-4342-871C-06BE377A422B}" dt="2023-08-08T14:33:57.579" v="334" actId="478"/>
          <ac:spMkLst>
            <pc:docMk/>
            <pc:sldMk cId="2618064541" sldId="2147374249"/>
            <ac:spMk id="92" creationId="{7812E697-2D50-087E-8748-278C10275D7E}"/>
          </ac:spMkLst>
        </pc:spChg>
        <pc:spChg chg="add mod">
          <ac:chgData name="Mukherjee, Shouvik" userId="8a0946e8-3a6b-4d5c-947d-73f4cd578335" providerId="ADAL" clId="{26B6B46B-2815-4342-871C-06BE377A422B}" dt="2023-08-08T14:38:02.239" v="388" actId="1076"/>
          <ac:spMkLst>
            <pc:docMk/>
            <pc:sldMk cId="2618064541" sldId="2147374249"/>
            <ac:spMk id="96" creationId="{D739D320-B1E0-6047-B255-26B0A34124CA}"/>
          </ac:spMkLst>
        </pc:spChg>
        <pc:spChg chg="add mod">
          <ac:chgData name="Mukherjee, Shouvik" userId="8a0946e8-3a6b-4d5c-947d-73f4cd578335" providerId="ADAL" clId="{26B6B46B-2815-4342-871C-06BE377A422B}" dt="2023-08-08T14:38:02.239" v="388" actId="1076"/>
          <ac:spMkLst>
            <pc:docMk/>
            <pc:sldMk cId="2618064541" sldId="2147374249"/>
            <ac:spMk id="97" creationId="{DA92C150-B54B-9C0C-F2F2-E31603BB25EF}"/>
          </ac:spMkLst>
        </pc:spChg>
        <pc:spChg chg="add mod">
          <ac:chgData name="Mukherjee, Shouvik" userId="8a0946e8-3a6b-4d5c-947d-73f4cd578335" providerId="ADAL" clId="{26B6B46B-2815-4342-871C-06BE377A422B}" dt="2023-08-08T14:38:15.302" v="392" actId="1076"/>
          <ac:spMkLst>
            <pc:docMk/>
            <pc:sldMk cId="2618064541" sldId="2147374249"/>
            <ac:spMk id="98" creationId="{4D5DC50E-5905-8231-7A53-3C08F69FE851}"/>
          </ac:spMkLst>
        </pc:spChg>
        <pc:spChg chg="add mod">
          <ac:chgData name="Mukherjee, Shouvik" userId="8a0946e8-3a6b-4d5c-947d-73f4cd578335" providerId="ADAL" clId="{26B6B46B-2815-4342-871C-06BE377A422B}" dt="2023-08-08T14:38:15.302" v="392" actId="1076"/>
          <ac:spMkLst>
            <pc:docMk/>
            <pc:sldMk cId="2618064541" sldId="2147374249"/>
            <ac:spMk id="99" creationId="{C90E69B5-8950-D938-3229-AB2B03BF5B81}"/>
          </ac:spMkLst>
        </pc:spChg>
        <pc:spChg chg="add mod">
          <ac:chgData name="Mukherjee, Shouvik" userId="8a0946e8-3a6b-4d5c-947d-73f4cd578335" providerId="ADAL" clId="{26B6B46B-2815-4342-871C-06BE377A422B}" dt="2023-08-08T14:38:15.302" v="392" actId="1076"/>
          <ac:spMkLst>
            <pc:docMk/>
            <pc:sldMk cId="2618064541" sldId="2147374249"/>
            <ac:spMk id="100" creationId="{33EB7A58-F7C0-A773-6320-34912BEF2848}"/>
          </ac:spMkLst>
        </pc:spChg>
        <pc:spChg chg="add mod">
          <ac:chgData name="Mukherjee, Shouvik" userId="8a0946e8-3a6b-4d5c-947d-73f4cd578335" providerId="ADAL" clId="{26B6B46B-2815-4342-871C-06BE377A422B}" dt="2023-08-08T14:38:15.302" v="392" actId="1076"/>
          <ac:spMkLst>
            <pc:docMk/>
            <pc:sldMk cId="2618064541" sldId="2147374249"/>
            <ac:spMk id="101" creationId="{E5034CA2-D170-2C6C-A27C-A529883869F3}"/>
          </ac:spMkLst>
        </pc:spChg>
        <pc:spChg chg="add mod">
          <ac:chgData name="Mukherjee, Shouvik" userId="8a0946e8-3a6b-4d5c-947d-73f4cd578335" providerId="ADAL" clId="{26B6B46B-2815-4342-871C-06BE377A422B}" dt="2023-08-08T14:38:30.248" v="396" actId="1076"/>
          <ac:spMkLst>
            <pc:docMk/>
            <pc:sldMk cId="2618064541" sldId="2147374249"/>
            <ac:spMk id="102" creationId="{FBE8072D-29EC-5950-FBD4-BA37B764A897}"/>
          </ac:spMkLst>
        </pc:spChg>
        <pc:spChg chg="del">
          <ac:chgData name="Mukherjee, Shouvik" userId="8a0946e8-3a6b-4d5c-947d-73f4cd578335" providerId="ADAL" clId="{26B6B46B-2815-4342-871C-06BE377A422B}" dt="2023-08-08T14:32:41.870" v="322" actId="478"/>
          <ac:spMkLst>
            <pc:docMk/>
            <pc:sldMk cId="2618064541" sldId="2147374249"/>
            <ac:spMk id="103" creationId="{242BAF2B-8037-36C0-A99A-1F93835A7841}"/>
          </ac:spMkLst>
        </pc:spChg>
        <pc:spChg chg="mod">
          <ac:chgData name="Mukherjee, Shouvik" userId="8a0946e8-3a6b-4d5c-947d-73f4cd578335" providerId="ADAL" clId="{26B6B46B-2815-4342-871C-06BE377A422B}" dt="2023-08-08T15:20:37.138" v="1524" actId="20577"/>
          <ac:spMkLst>
            <pc:docMk/>
            <pc:sldMk cId="2618064541" sldId="2147374249"/>
            <ac:spMk id="104" creationId="{52AFD1CD-B441-71C6-E6D2-692E4FB765AE}"/>
          </ac:spMkLst>
        </pc:spChg>
        <pc:spChg chg="add mod">
          <ac:chgData name="Mukherjee, Shouvik" userId="8a0946e8-3a6b-4d5c-947d-73f4cd578335" providerId="ADAL" clId="{26B6B46B-2815-4342-871C-06BE377A422B}" dt="2023-08-08T14:38:27.206" v="395" actId="1076"/>
          <ac:spMkLst>
            <pc:docMk/>
            <pc:sldMk cId="2618064541" sldId="2147374249"/>
            <ac:spMk id="105" creationId="{AD3D1EEC-E900-C71E-F763-D73A8B896286}"/>
          </ac:spMkLst>
        </pc:spChg>
        <pc:spChg chg="add mod">
          <ac:chgData name="Mukherjee, Shouvik" userId="8a0946e8-3a6b-4d5c-947d-73f4cd578335" providerId="ADAL" clId="{26B6B46B-2815-4342-871C-06BE377A422B}" dt="2023-08-08T14:38:21.367" v="393" actId="1076"/>
          <ac:spMkLst>
            <pc:docMk/>
            <pc:sldMk cId="2618064541" sldId="2147374249"/>
            <ac:spMk id="106" creationId="{9A61BA46-7DB8-AFFB-12F1-CAF188861E6C}"/>
          </ac:spMkLst>
        </pc:spChg>
        <pc:spChg chg="add mod">
          <ac:chgData name="Mukherjee, Shouvik" userId="8a0946e8-3a6b-4d5c-947d-73f4cd578335" providerId="ADAL" clId="{26B6B46B-2815-4342-871C-06BE377A422B}" dt="2023-08-08T14:38:23.841" v="394" actId="1076"/>
          <ac:spMkLst>
            <pc:docMk/>
            <pc:sldMk cId="2618064541" sldId="2147374249"/>
            <ac:spMk id="107" creationId="{BE763BCF-665B-CACC-A07E-5FC5936814A0}"/>
          </ac:spMkLst>
        </pc:spChg>
        <pc:spChg chg="add mod">
          <ac:chgData name="Mukherjee, Shouvik" userId="8a0946e8-3a6b-4d5c-947d-73f4cd578335" providerId="ADAL" clId="{26B6B46B-2815-4342-871C-06BE377A422B}" dt="2023-08-08T14:39:03.924" v="399" actId="1076"/>
          <ac:spMkLst>
            <pc:docMk/>
            <pc:sldMk cId="2618064541" sldId="2147374249"/>
            <ac:spMk id="108" creationId="{125CF0D9-1C30-0619-8186-244A44D48C9F}"/>
          </ac:spMkLst>
        </pc:spChg>
        <pc:spChg chg="add mod">
          <ac:chgData name="Mukherjee, Shouvik" userId="8a0946e8-3a6b-4d5c-947d-73f4cd578335" providerId="ADAL" clId="{26B6B46B-2815-4342-871C-06BE377A422B}" dt="2023-08-08T14:39:03.924" v="399" actId="1076"/>
          <ac:spMkLst>
            <pc:docMk/>
            <pc:sldMk cId="2618064541" sldId="2147374249"/>
            <ac:spMk id="109" creationId="{D013DAB6-02E7-219A-4DAB-9F1889E52367}"/>
          </ac:spMkLst>
        </pc:spChg>
        <pc:spChg chg="add mod">
          <ac:chgData name="Mukherjee, Shouvik" userId="8a0946e8-3a6b-4d5c-947d-73f4cd578335" providerId="ADAL" clId="{26B6B46B-2815-4342-871C-06BE377A422B}" dt="2023-08-08T14:39:03.924" v="399" actId="1076"/>
          <ac:spMkLst>
            <pc:docMk/>
            <pc:sldMk cId="2618064541" sldId="2147374249"/>
            <ac:spMk id="110" creationId="{438B2091-83ED-A259-BACE-C12AF4D1F72B}"/>
          </ac:spMkLst>
        </pc:spChg>
        <pc:spChg chg="add mod">
          <ac:chgData name="Mukherjee, Shouvik" userId="8a0946e8-3a6b-4d5c-947d-73f4cd578335" providerId="ADAL" clId="{26B6B46B-2815-4342-871C-06BE377A422B}" dt="2023-08-08T14:39:03.924" v="399" actId="1076"/>
          <ac:spMkLst>
            <pc:docMk/>
            <pc:sldMk cId="2618064541" sldId="2147374249"/>
            <ac:spMk id="111" creationId="{4AFFFC09-1E35-FE3C-7141-EE60B27BD1DB}"/>
          </ac:spMkLst>
        </pc:spChg>
        <pc:spChg chg="add mod">
          <ac:chgData name="Mukherjee, Shouvik" userId="8a0946e8-3a6b-4d5c-947d-73f4cd578335" providerId="ADAL" clId="{26B6B46B-2815-4342-871C-06BE377A422B}" dt="2023-08-08T14:39:03.924" v="399" actId="1076"/>
          <ac:spMkLst>
            <pc:docMk/>
            <pc:sldMk cId="2618064541" sldId="2147374249"/>
            <ac:spMk id="112" creationId="{BA80AEC5-727C-6C07-B3FE-C6D06227E5D3}"/>
          </ac:spMkLst>
        </pc:spChg>
        <pc:spChg chg="add mod">
          <ac:chgData name="Mukherjee, Shouvik" userId="8a0946e8-3a6b-4d5c-947d-73f4cd578335" providerId="ADAL" clId="{26B6B46B-2815-4342-871C-06BE377A422B}" dt="2023-08-08T14:39:03.924" v="399" actId="1076"/>
          <ac:spMkLst>
            <pc:docMk/>
            <pc:sldMk cId="2618064541" sldId="2147374249"/>
            <ac:spMk id="113" creationId="{1F461FC6-8E1C-9D55-93D1-01CD76602510}"/>
          </ac:spMkLst>
        </pc:spChg>
        <pc:spChg chg="add mod">
          <ac:chgData name="Mukherjee, Shouvik" userId="8a0946e8-3a6b-4d5c-947d-73f4cd578335" providerId="ADAL" clId="{26B6B46B-2815-4342-871C-06BE377A422B}" dt="2023-08-08T14:39:03.924" v="399" actId="1076"/>
          <ac:spMkLst>
            <pc:docMk/>
            <pc:sldMk cId="2618064541" sldId="2147374249"/>
            <ac:spMk id="114" creationId="{9A70ED6D-0FC4-E3F0-E57E-D00C9702153D}"/>
          </ac:spMkLst>
        </pc:spChg>
        <pc:spChg chg="add mod">
          <ac:chgData name="Mukherjee, Shouvik" userId="8a0946e8-3a6b-4d5c-947d-73f4cd578335" providerId="ADAL" clId="{26B6B46B-2815-4342-871C-06BE377A422B}" dt="2023-08-08T14:39:03.924" v="399" actId="1076"/>
          <ac:spMkLst>
            <pc:docMk/>
            <pc:sldMk cId="2618064541" sldId="2147374249"/>
            <ac:spMk id="115" creationId="{E57B3EB7-290D-8F2B-F0CB-B42515AA9AF4}"/>
          </ac:spMkLst>
        </pc:spChg>
        <pc:spChg chg="add mod">
          <ac:chgData name="Mukherjee, Shouvik" userId="8a0946e8-3a6b-4d5c-947d-73f4cd578335" providerId="ADAL" clId="{26B6B46B-2815-4342-871C-06BE377A422B}" dt="2023-08-08T14:39:03.924" v="399" actId="1076"/>
          <ac:spMkLst>
            <pc:docMk/>
            <pc:sldMk cId="2618064541" sldId="2147374249"/>
            <ac:spMk id="116" creationId="{917BC3C9-BEE8-139E-F364-E5B5BBF8AFE1}"/>
          </ac:spMkLst>
        </pc:spChg>
        <pc:spChg chg="add mod">
          <ac:chgData name="Mukherjee, Shouvik" userId="8a0946e8-3a6b-4d5c-947d-73f4cd578335" providerId="ADAL" clId="{26B6B46B-2815-4342-871C-06BE377A422B}" dt="2023-08-08T14:39:03.924" v="399" actId="1076"/>
          <ac:spMkLst>
            <pc:docMk/>
            <pc:sldMk cId="2618064541" sldId="2147374249"/>
            <ac:spMk id="117" creationId="{7EB8CCDB-24BC-606E-849B-A3C87134AEFB}"/>
          </ac:spMkLst>
        </pc:spChg>
        <pc:spChg chg="add mod">
          <ac:chgData name="Mukherjee, Shouvik" userId="8a0946e8-3a6b-4d5c-947d-73f4cd578335" providerId="ADAL" clId="{26B6B46B-2815-4342-871C-06BE377A422B}" dt="2023-08-08T14:39:07.506" v="404" actId="1037"/>
          <ac:spMkLst>
            <pc:docMk/>
            <pc:sldMk cId="2618064541" sldId="2147374249"/>
            <ac:spMk id="118" creationId="{2444C7B0-DC99-136C-31FA-91637446A905}"/>
          </ac:spMkLst>
        </pc:spChg>
        <pc:spChg chg="add mod">
          <ac:chgData name="Mukherjee, Shouvik" userId="8a0946e8-3a6b-4d5c-947d-73f4cd578335" providerId="ADAL" clId="{26B6B46B-2815-4342-871C-06BE377A422B}" dt="2023-08-08T14:39:18.955" v="406" actId="1076"/>
          <ac:spMkLst>
            <pc:docMk/>
            <pc:sldMk cId="2618064541" sldId="2147374249"/>
            <ac:spMk id="119" creationId="{09870868-46BF-B23D-4A1B-D373F979A4CA}"/>
          </ac:spMkLst>
        </pc:spChg>
        <pc:spChg chg="add mod">
          <ac:chgData name="Mukherjee, Shouvik" userId="8a0946e8-3a6b-4d5c-947d-73f4cd578335" providerId="ADAL" clId="{26B6B46B-2815-4342-871C-06BE377A422B}" dt="2023-08-08T14:39:18.955" v="406" actId="1076"/>
          <ac:spMkLst>
            <pc:docMk/>
            <pc:sldMk cId="2618064541" sldId="2147374249"/>
            <ac:spMk id="120" creationId="{AEDAA8B5-6502-AFA9-05B7-171C2C1D6E25}"/>
          </ac:spMkLst>
        </pc:spChg>
        <pc:spChg chg="add mod">
          <ac:chgData name="Mukherjee, Shouvik" userId="8a0946e8-3a6b-4d5c-947d-73f4cd578335" providerId="ADAL" clId="{26B6B46B-2815-4342-871C-06BE377A422B}" dt="2023-08-08T14:39:18.955" v="406" actId="1076"/>
          <ac:spMkLst>
            <pc:docMk/>
            <pc:sldMk cId="2618064541" sldId="2147374249"/>
            <ac:spMk id="121" creationId="{023261BE-8D1A-4E8B-5FD3-CAC337EDCE32}"/>
          </ac:spMkLst>
        </pc:spChg>
        <pc:spChg chg="add mod">
          <ac:chgData name="Mukherjee, Shouvik" userId="8a0946e8-3a6b-4d5c-947d-73f4cd578335" providerId="ADAL" clId="{26B6B46B-2815-4342-871C-06BE377A422B}" dt="2023-08-08T14:39:18.955" v="406" actId="1076"/>
          <ac:spMkLst>
            <pc:docMk/>
            <pc:sldMk cId="2618064541" sldId="2147374249"/>
            <ac:spMk id="122" creationId="{30C9F0A6-86D0-2288-72F0-1DB0221B9A13}"/>
          </ac:spMkLst>
        </pc:spChg>
        <pc:spChg chg="add mod">
          <ac:chgData name="Mukherjee, Shouvik" userId="8a0946e8-3a6b-4d5c-947d-73f4cd578335" providerId="ADAL" clId="{26B6B46B-2815-4342-871C-06BE377A422B}" dt="2023-08-08T14:39:25.042" v="410" actId="1035"/>
          <ac:spMkLst>
            <pc:docMk/>
            <pc:sldMk cId="2618064541" sldId="2147374249"/>
            <ac:spMk id="123" creationId="{CF032FE5-CA10-DFF8-90FE-520D8337B160}"/>
          </ac:spMkLst>
        </pc:spChg>
        <pc:spChg chg="add mod">
          <ac:chgData name="Mukherjee, Shouvik" userId="8a0946e8-3a6b-4d5c-947d-73f4cd578335" providerId="ADAL" clId="{26B6B46B-2815-4342-871C-06BE377A422B}" dt="2023-08-08T14:39:18.955" v="406" actId="1076"/>
          <ac:spMkLst>
            <pc:docMk/>
            <pc:sldMk cId="2618064541" sldId="2147374249"/>
            <ac:spMk id="124" creationId="{5C5F7E0A-53ED-14A6-D361-E4FC6437DBA2}"/>
          </ac:spMkLst>
        </pc:spChg>
        <pc:spChg chg="add mod">
          <ac:chgData name="Mukherjee, Shouvik" userId="8a0946e8-3a6b-4d5c-947d-73f4cd578335" providerId="ADAL" clId="{26B6B46B-2815-4342-871C-06BE377A422B}" dt="2023-08-08T14:39:34.012" v="412" actId="1076"/>
          <ac:spMkLst>
            <pc:docMk/>
            <pc:sldMk cId="2618064541" sldId="2147374249"/>
            <ac:spMk id="125" creationId="{041169FA-309D-2253-DA38-0CDEBE64AD9D}"/>
          </ac:spMkLst>
        </pc:spChg>
        <pc:spChg chg="add mod">
          <ac:chgData name="Mukherjee, Shouvik" userId="8a0946e8-3a6b-4d5c-947d-73f4cd578335" providerId="ADAL" clId="{26B6B46B-2815-4342-871C-06BE377A422B}" dt="2023-08-08T14:39:34.012" v="412" actId="1076"/>
          <ac:spMkLst>
            <pc:docMk/>
            <pc:sldMk cId="2618064541" sldId="2147374249"/>
            <ac:spMk id="126" creationId="{E4C4B653-634F-5FF3-550B-A4C8F2364F66}"/>
          </ac:spMkLst>
        </pc:spChg>
        <pc:spChg chg="add mod">
          <ac:chgData name="Mukherjee, Shouvik" userId="8a0946e8-3a6b-4d5c-947d-73f4cd578335" providerId="ADAL" clId="{26B6B46B-2815-4342-871C-06BE377A422B}" dt="2023-08-08T14:39:34.012" v="412" actId="1076"/>
          <ac:spMkLst>
            <pc:docMk/>
            <pc:sldMk cId="2618064541" sldId="2147374249"/>
            <ac:spMk id="127" creationId="{2EC9B142-A009-5DB9-DC93-FD60E4E7CEAB}"/>
          </ac:spMkLst>
        </pc:spChg>
        <pc:spChg chg="add mod">
          <ac:chgData name="Mukherjee, Shouvik" userId="8a0946e8-3a6b-4d5c-947d-73f4cd578335" providerId="ADAL" clId="{26B6B46B-2815-4342-871C-06BE377A422B}" dt="2023-08-08T14:40:31.796" v="433" actId="1076"/>
          <ac:spMkLst>
            <pc:docMk/>
            <pc:sldMk cId="2618064541" sldId="2147374249"/>
            <ac:spMk id="128" creationId="{71D91C19-9915-781B-024F-B7EF39D908F5}"/>
          </ac:spMkLst>
        </pc:spChg>
        <pc:spChg chg="add mod">
          <ac:chgData name="Mukherjee, Shouvik" userId="8a0946e8-3a6b-4d5c-947d-73f4cd578335" providerId="ADAL" clId="{26B6B46B-2815-4342-871C-06BE377A422B}" dt="2023-08-08T14:40:31.796" v="433" actId="1076"/>
          <ac:spMkLst>
            <pc:docMk/>
            <pc:sldMk cId="2618064541" sldId="2147374249"/>
            <ac:spMk id="129" creationId="{C6DC94DD-949F-1509-9C8B-962407D3A11B}"/>
          </ac:spMkLst>
        </pc:spChg>
        <pc:grpChg chg="add del mod topLvl">
          <ac:chgData name="Mukherjee, Shouvik" userId="8a0946e8-3a6b-4d5c-947d-73f4cd578335" providerId="ADAL" clId="{26B6B46B-2815-4342-871C-06BE377A422B}" dt="2023-08-08T14:33:12.722" v="328" actId="165"/>
          <ac:grpSpMkLst>
            <pc:docMk/>
            <pc:sldMk cId="2618064541" sldId="2147374249"/>
            <ac:grpSpMk id="4" creationId="{00000000-0000-0000-0000-000000000000}"/>
          </ac:grpSpMkLst>
        </pc:grpChg>
        <pc:grpChg chg="del">
          <ac:chgData name="Mukherjee, Shouvik" userId="8a0946e8-3a6b-4d5c-947d-73f4cd578335" providerId="ADAL" clId="{26B6B46B-2815-4342-871C-06BE377A422B}" dt="2023-08-08T14:32:34.745" v="320" actId="478"/>
          <ac:grpSpMkLst>
            <pc:docMk/>
            <pc:sldMk cId="2618064541" sldId="2147374249"/>
            <ac:grpSpMk id="5" creationId="{00000000-0000-0000-0000-000000000000}"/>
          </ac:grpSpMkLst>
        </pc:grpChg>
        <pc:grpChg chg="del mod">
          <ac:chgData name="Mukherjee, Shouvik" userId="8a0946e8-3a6b-4d5c-947d-73f4cd578335" providerId="ADAL" clId="{26B6B46B-2815-4342-871C-06BE377A422B}" dt="2023-08-08T14:33:03.677" v="325" actId="165"/>
          <ac:grpSpMkLst>
            <pc:docMk/>
            <pc:sldMk cId="2618064541" sldId="2147374249"/>
            <ac:grpSpMk id="7" creationId="{00000000-0000-0000-0000-000000000000}"/>
          </ac:grpSpMkLst>
        </pc:grpChg>
        <pc:grpChg chg="del">
          <ac:chgData name="Mukherjee, Shouvik" userId="8a0946e8-3a6b-4d5c-947d-73f4cd578335" providerId="ADAL" clId="{26B6B46B-2815-4342-871C-06BE377A422B}" dt="2023-08-08T14:32:44.259" v="323" actId="478"/>
          <ac:grpSpMkLst>
            <pc:docMk/>
            <pc:sldMk cId="2618064541" sldId="2147374249"/>
            <ac:grpSpMk id="76" creationId="{00000000-0000-0000-0000-000000000000}"/>
          </ac:grpSpMkLst>
        </pc:grpChg>
        <pc:graphicFrameChg chg="modGraphic">
          <ac:chgData name="Mukherjee, Shouvik" userId="8a0946e8-3a6b-4d5c-947d-73f4cd578335" providerId="ADAL" clId="{26B6B46B-2815-4342-871C-06BE377A422B}" dt="2023-08-08T14:34:24.344" v="335" actId="207"/>
          <ac:graphicFrameMkLst>
            <pc:docMk/>
            <pc:sldMk cId="2618064541" sldId="2147374249"/>
            <ac:graphicFrameMk id="15" creationId="{00000000-0000-0000-0000-000000000000}"/>
          </ac:graphicFrameMkLst>
        </pc:graphicFrameChg>
        <pc:cxnChg chg="mod">
          <ac:chgData name="Mukherjee, Shouvik" userId="8a0946e8-3a6b-4d5c-947d-73f4cd578335" providerId="ADAL" clId="{26B6B46B-2815-4342-871C-06BE377A422B}" dt="2023-08-08T14:40:50.162" v="436" actId="1076"/>
          <ac:cxnSpMkLst>
            <pc:docMk/>
            <pc:sldMk cId="2618064541" sldId="2147374249"/>
            <ac:cxnSpMk id="8" creationId="{3E7BCD1D-3BC2-75E0-476A-6C65530AAB40}"/>
          </ac:cxnSpMkLst>
        </pc:cxnChg>
        <pc:cxnChg chg="add mod">
          <ac:chgData name="Mukherjee, Shouvik" userId="8a0946e8-3a6b-4d5c-947d-73f4cd578335" providerId="ADAL" clId="{26B6B46B-2815-4342-871C-06BE377A422B}" dt="2023-08-08T14:29:09.799" v="297" actId="208"/>
          <ac:cxnSpMkLst>
            <pc:docMk/>
            <pc:sldMk cId="2618064541" sldId="2147374249"/>
            <ac:cxnSpMk id="19" creationId="{D45C1CB9-67E8-823C-DBB6-C949817DFEAD}"/>
          </ac:cxnSpMkLst>
        </pc:cxnChg>
        <pc:cxnChg chg="add mod">
          <ac:chgData name="Mukherjee, Shouvik" userId="8a0946e8-3a6b-4d5c-947d-73f4cd578335" providerId="ADAL" clId="{26B6B46B-2815-4342-871C-06BE377A422B}" dt="2023-08-08T14:29:53.979" v="302" actId="693"/>
          <ac:cxnSpMkLst>
            <pc:docMk/>
            <pc:sldMk cId="2618064541" sldId="2147374249"/>
            <ac:cxnSpMk id="35" creationId="{A7AB793E-10D3-67B5-EE11-3F45F426A806}"/>
          </ac:cxnSpMkLst>
        </pc:cxnChg>
      </pc:sldChg>
      <pc:sldChg chg="modSp add mod">
        <pc:chgData name="Mukherjee, Shouvik" userId="8a0946e8-3a6b-4d5c-947d-73f4cd578335" providerId="ADAL" clId="{26B6B46B-2815-4342-871C-06BE377A422B}" dt="2023-08-08T17:17:15.122" v="1637" actId="20577"/>
        <pc:sldMkLst>
          <pc:docMk/>
          <pc:sldMk cId="2297823369" sldId="2147374253"/>
        </pc:sldMkLst>
        <pc:spChg chg="mod">
          <ac:chgData name="Mukherjee, Shouvik" userId="8a0946e8-3a6b-4d5c-947d-73f4cd578335" providerId="ADAL" clId="{26B6B46B-2815-4342-871C-06BE377A422B}" dt="2023-08-08T17:17:15.122" v="1637" actId="20577"/>
          <ac:spMkLst>
            <pc:docMk/>
            <pc:sldMk cId="2297823369" sldId="2147374253"/>
            <ac:spMk id="2" creationId="{9EDB63B2-238D-4B76-AAF8-404000511533}"/>
          </ac:spMkLst>
        </pc:spChg>
      </pc:sldChg>
      <pc:sldMasterChg chg="addSp modSp">
        <pc:chgData name="Mukherjee, Shouvik" userId="8a0946e8-3a6b-4d5c-947d-73f4cd578335" providerId="ADAL" clId="{26B6B46B-2815-4342-871C-06BE377A422B}" dt="2023-08-08T15:22:21.908" v="1532"/>
        <pc:sldMasterMkLst>
          <pc:docMk/>
          <pc:sldMasterMk cId="1299598385" sldId="2147483672"/>
        </pc:sldMasterMkLst>
        <pc:spChg chg="add mod">
          <ac:chgData name="Mukherjee, Shouvik" userId="8a0946e8-3a6b-4d5c-947d-73f4cd578335" providerId="ADAL" clId="{26B6B46B-2815-4342-871C-06BE377A422B}" dt="2023-08-08T15:22:21.908" v="1532"/>
          <ac:spMkLst>
            <pc:docMk/>
            <pc:sldMasterMk cId="1299598385" sldId="2147483672"/>
            <ac:spMk id="5" creationId="{E5DCA7A6-FE82-079F-3D6F-12BF62700410}"/>
          </ac:spMkLst>
        </pc:spChg>
      </pc:sldMasterChg>
      <pc:sldMasterChg chg="addSp delSp modSp mod">
        <pc:chgData name="Mukherjee, Shouvik" userId="8a0946e8-3a6b-4d5c-947d-73f4cd578335" providerId="ADAL" clId="{26B6B46B-2815-4342-871C-06BE377A422B}" dt="2023-08-08T15:22:44.490" v="1536"/>
        <pc:sldMasterMkLst>
          <pc:docMk/>
          <pc:sldMasterMk cId="3998302008" sldId="2147483677"/>
        </pc:sldMasterMkLst>
        <pc:spChg chg="add mod">
          <ac:chgData name="Mukherjee, Shouvik" userId="8a0946e8-3a6b-4d5c-947d-73f4cd578335" providerId="ADAL" clId="{26B6B46B-2815-4342-871C-06BE377A422B}" dt="2023-08-08T15:22:44.490" v="1536"/>
          <ac:spMkLst>
            <pc:docMk/>
            <pc:sldMasterMk cId="3998302008" sldId="2147483677"/>
            <ac:spMk id="3" creationId="{42ACCCA0-43EE-8CF2-B5AE-9112110563CF}"/>
          </ac:spMkLst>
        </pc:spChg>
        <pc:spChg chg="del">
          <ac:chgData name="Mukherjee, Shouvik" userId="8a0946e8-3a6b-4d5c-947d-73f4cd578335" providerId="ADAL" clId="{26B6B46B-2815-4342-871C-06BE377A422B}" dt="2023-08-08T15:22:43.116" v="1535" actId="478"/>
          <ac:spMkLst>
            <pc:docMk/>
            <pc:sldMasterMk cId="3998302008" sldId="2147483677"/>
            <ac:spMk id="8" creationId="{00000000-0000-0000-0000-000000000000}"/>
          </ac:spMkLst>
        </pc:spChg>
      </pc:sldMasterChg>
      <pc:sldMasterChg chg="addSp delSp modSp mod">
        <pc:chgData name="Mukherjee, Shouvik" userId="8a0946e8-3a6b-4d5c-947d-73f4cd578335" providerId="ADAL" clId="{26B6B46B-2815-4342-871C-06BE377A422B}" dt="2023-08-08T15:22:31.777" v="1534"/>
        <pc:sldMasterMkLst>
          <pc:docMk/>
          <pc:sldMasterMk cId="2748758098" sldId="2147483757"/>
        </pc:sldMasterMkLst>
        <pc:spChg chg="add mod">
          <ac:chgData name="Mukherjee, Shouvik" userId="8a0946e8-3a6b-4d5c-947d-73f4cd578335" providerId="ADAL" clId="{26B6B46B-2815-4342-871C-06BE377A422B}" dt="2023-08-08T15:22:31.777" v="1534"/>
          <ac:spMkLst>
            <pc:docMk/>
            <pc:sldMasterMk cId="2748758098" sldId="2147483757"/>
            <ac:spMk id="5" creationId="{7352E6F5-7D66-DF1E-DC9F-674F33B309D6}"/>
          </ac:spMkLst>
        </pc:spChg>
        <pc:spChg chg="del">
          <ac:chgData name="Mukherjee, Shouvik" userId="8a0946e8-3a6b-4d5c-947d-73f4cd578335" providerId="ADAL" clId="{26B6B46B-2815-4342-871C-06BE377A422B}" dt="2023-08-08T15:22:30.580" v="1533" actId="478"/>
          <ac:spMkLst>
            <pc:docMk/>
            <pc:sldMasterMk cId="2748758098" sldId="2147483757"/>
            <ac:spMk id="11" creationId="{00000000-0000-0000-0000-000000000000}"/>
          </ac:spMkLst>
        </pc:spChg>
      </pc:sldMasterChg>
      <pc:sldMasterChg chg="addSp delSp modSp mod">
        <pc:chgData name="Mukherjee, Shouvik" userId="8a0946e8-3a6b-4d5c-947d-73f4cd578335" providerId="ADAL" clId="{26B6B46B-2815-4342-871C-06BE377A422B}" dt="2023-08-08T15:22:11.782" v="1531"/>
        <pc:sldMasterMkLst>
          <pc:docMk/>
          <pc:sldMasterMk cId="90218404" sldId="2147484071"/>
        </pc:sldMasterMkLst>
        <pc:spChg chg="add mod">
          <ac:chgData name="Mukherjee, Shouvik" userId="8a0946e8-3a6b-4d5c-947d-73f4cd578335" providerId="ADAL" clId="{26B6B46B-2815-4342-871C-06BE377A422B}" dt="2023-08-08T15:22:11.782" v="1531"/>
          <ac:spMkLst>
            <pc:docMk/>
            <pc:sldMasterMk cId="90218404" sldId="2147484071"/>
            <ac:spMk id="5" creationId="{90F0E53D-52F0-77B5-AB98-26C41DF3FA29}"/>
          </ac:spMkLst>
        </pc:spChg>
        <pc:spChg chg="del mod">
          <ac:chgData name="Mukherjee, Shouvik" userId="8a0946e8-3a6b-4d5c-947d-73f4cd578335" providerId="ADAL" clId="{26B6B46B-2815-4342-871C-06BE377A422B}" dt="2023-08-08T15:22:10.296" v="1530" actId="478"/>
          <ac:spMkLst>
            <pc:docMk/>
            <pc:sldMasterMk cId="90218404" sldId="2147484071"/>
            <ac:spMk id="21" creationId="{00000000-0000-0000-0000-000000000000}"/>
          </ac:spMkLst>
        </pc:spChg>
      </pc:sldMasterChg>
      <pc:sldMasterChg chg="modSp mod delSldLayout modSldLayout">
        <pc:chgData name="Mukherjee, Shouvik" userId="8a0946e8-3a6b-4d5c-947d-73f4cd578335" providerId="ADAL" clId="{26B6B46B-2815-4342-871C-06BE377A422B}" dt="2023-08-08T17:12:40.972" v="1572" actId="20577"/>
        <pc:sldMasterMkLst>
          <pc:docMk/>
          <pc:sldMasterMk cId="3197474883" sldId="2147484169"/>
        </pc:sldMasterMkLst>
        <pc:spChg chg="mod">
          <ac:chgData name="Mukherjee, Shouvik" userId="8a0946e8-3a6b-4d5c-947d-73f4cd578335" providerId="ADAL" clId="{26B6B46B-2815-4342-871C-06BE377A422B}" dt="2023-08-08T15:21:32.116" v="1527" actId="20577"/>
          <ac:spMkLst>
            <pc:docMk/>
            <pc:sldMasterMk cId="3197474883" sldId="2147484169"/>
            <ac:spMk id="18" creationId="{00000000-0000-0000-0000-000000000000}"/>
          </ac:spMkLst>
        </pc:spChg>
        <pc:sldLayoutChg chg="del">
          <pc:chgData name="Mukherjee, Shouvik" userId="8a0946e8-3a6b-4d5c-947d-73f4cd578335" providerId="ADAL" clId="{26B6B46B-2815-4342-871C-06BE377A422B}" dt="2023-08-08T13:35:28.858" v="0" actId="47"/>
          <pc:sldLayoutMkLst>
            <pc:docMk/>
            <pc:sldMasterMk cId="3197474883" sldId="2147484169"/>
            <pc:sldLayoutMk cId="1149009524" sldId="2147484123"/>
          </pc:sldLayoutMkLst>
        </pc:sldLayoutChg>
        <pc:sldLayoutChg chg="modSp mod">
          <pc:chgData name="Mukherjee, Shouvik" userId="8a0946e8-3a6b-4d5c-947d-73f4cd578335" providerId="ADAL" clId="{26B6B46B-2815-4342-871C-06BE377A422B}" dt="2023-08-08T17:12:34.571" v="1570" actId="20577"/>
          <pc:sldLayoutMkLst>
            <pc:docMk/>
            <pc:sldMasterMk cId="3197474883" sldId="2147484169"/>
            <pc:sldLayoutMk cId="3519907682" sldId="2147484172"/>
          </pc:sldLayoutMkLst>
          <pc:spChg chg="mod">
            <ac:chgData name="Mukherjee, Shouvik" userId="8a0946e8-3a6b-4d5c-947d-73f4cd578335" providerId="ADAL" clId="{26B6B46B-2815-4342-871C-06BE377A422B}" dt="2023-08-08T17:12:34.571" v="1570" actId="20577"/>
            <ac:spMkLst>
              <pc:docMk/>
              <pc:sldMasterMk cId="3197474883" sldId="2147484169"/>
              <pc:sldLayoutMk cId="3519907682" sldId="2147484172"/>
              <ac:spMk id="14" creationId="{00000000-0000-0000-0000-000000000000}"/>
            </ac:spMkLst>
          </pc:spChg>
        </pc:sldLayoutChg>
        <pc:sldLayoutChg chg="modSp mod">
          <pc:chgData name="Mukherjee, Shouvik" userId="8a0946e8-3a6b-4d5c-947d-73f4cd578335" providerId="ADAL" clId="{26B6B46B-2815-4342-871C-06BE377A422B}" dt="2023-08-08T17:12:40.972" v="1572" actId="20577"/>
          <pc:sldLayoutMkLst>
            <pc:docMk/>
            <pc:sldMasterMk cId="3197474883" sldId="2147484169"/>
            <pc:sldLayoutMk cId="3256207203" sldId="2147484173"/>
          </pc:sldLayoutMkLst>
          <pc:spChg chg="mod">
            <ac:chgData name="Mukherjee, Shouvik" userId="8a0946e8-3a6b-4d5c-947d-73f4cd578335" providerId="ADAL" clId="{26B6B46B-2815-4342-871C-06BE377A422B}" dt="2023-08-08T17:12:40.972" v="1572" actId="20577"/>
            <ac:spMkLst>
              <pc:docMk/>
              <pc:sldMasterMk cId="3197474883" sldId="2147484169"/>
              <pc:sldLayoutMk cId="3256207203" sldId="2147484173"/>
              <ac:spMk id="14" creationId="{00000000-0000-0000-0000-000000000000}"/>
            </ac:spMkLst>
          </pc:spChg>
        </pc:sldLayoutChg>
        <pc:sldLayoutChg chg="modSp mod">
          <pc:chgData name="Mukherjee, Shouvik" userId="8a0946e8-3a6b-4d5c-947d-73f4cd578335" providerId="ADAL" clId="{26B6B46B-2815-4342-871C-06BE377A422B}" dt="2023-08-08T17:12:11.547" v="1566" actId="20577"/>
          <pc:sldLayoutMkLst>
            <pc:docMk/>
            <pc:sldMasterMk cId="3197474883" sldId="2147484169"/>
            <pc:sldLayoutMk cId="800188973" sldId="2147484174"/>
          </pc:sldLayoutMkLst>
          <pc:spChg chg="mod">
            <ac:chgData name="Mukherjee, Shouvik" userId="8a0946e8-3a6b-4d5c-947d-73f4cd578335" providerId="ADAL" clId="{26B6B46B-2815-4342-871C-06BE377A422B}" dt="2023-08-08T17:12:11.547" v="1566" actId="20577"/>
            <ac:spMkLst>
              <pc:docMk/>
              <pc:sldMasterMk cId="3197474883" sldId="2147484169"/>
              <pc:sldLayoutMk cId="800188973" sldId="2147484174"/>
              <ac:spMk id="14" creationId="{00000000-0000-0000-0000-000000000000}"/>
            </ac:spMkLst>
          </pc:spChg>
        </pc:sldLayoutChg>
      </pc:sldMasterChg>
    </pc:docChg>
  </pc:docChgLst>
  <pc:docChgLst>
    <pc:chgData name="Halan, Mridul" userId="d8402aca-56b7-4a75-97f5-504434d76ce0" providerId="ADAL" clId="{189A3B10-D68C-4B25-8F35-EE039BD42B6F}"/>
    <pc:docChg chg="undo custSel addSld delSld modSld">
      <pc:chgData name="Halan, Mridul" userId="d8402aca-56b7-4a75-97f5-504434d76ce0" providerId="ADAL" clId="{189A3B10-D68C-4B25-8F35-EE039BD42B6F}" dt="2022-07-05T18:29:21.366" v="403" actId="2062"/>
      <pc:docMkLst>
        <pc:docMk/>
      </pc:docMkLst>
      <pc:sldChg chg="modSp mod">
        <pc:chgData name="Halan, Mridul" userId="d8402aca-56b7-4a75-97f5-504434d76ce0" providerId="ADAL" clId="{189A3B10-D68C-4B25-8F35-EE039BD42B6F}" dt="2022-07-05T06:00:41.651" v="1" actId="113"/>
        <pc:sldMkLst>
          <pc:docMk/>
          <pc:sldMk cId="2473939844" sldId="3969"/>
        </pc:sldMkLst>
        <pc:spChg chg="mod">
          <ac:chgData name="Halan, Mridul" userId="d8402aca-56b7-4a75-97f5-504434d76ce0" providerId="ADAL" clId="{189A3B10-D68C-4B25-8F35-EE039BD42B6F}" dt="2022-07-05T06:00:41.651" v="1" actId="113"/>
          <ac:spMkLst>
            <pc:docMk/>
            <pc:sldMk cId="2473939844" sldId="3969"/>
            <ac:spMk id="37" creationId="{5A56BA2F-819A-4C32-80E3-94E0687F5E5E}"/>
          </ac:spMkLst>
        </pc:spChg>
      </pc:sldChg>
      <pc:sldChg chg="modSp mod">
        <pc:chgData name="Halan, Mridul" userId="d8402aca-56b7-4a75-97f5-504434d76ce0" providerId="ADAL" clId="{189A3B10-D68C-4B25-8F35-EE039BD42B6F}" dt="2022-07-05T17:12:29.136" v="2" actId="1076"/>
        <pc:sldMkLst>
          <pc:docMk/>
          <pc:sldMk cId="484351821" sldId="6215"/>
        </pc:sldMkLst>
        <pc:spChg chg="mod">
          <ac:chgData name="Halan, Mridul" userId="d8402aca-56b7-4a75-97f5-504434d76ce0" providerId="ADAL" clId="{189A3B10-D68C-4B25-8F35-EE039BD42B6F}" dt="2022-07-05T17:12:29.136" v="2" actId="1076"/>
          <ac:spMkLst>
            <pc:docMk/>
            <pc:sldMk cId="484351821" sldId="6215"/>
            <ac:spMk id="49" creationId="{A5D26F93-D003-4D79-8A4E-A6FA474CBD95}"/>
          </ac:spMkLst>
        </pc:spChg>
      </pc:sldChg>
      <pc:sldChg chg="modSp mod">
        <pc:chgData name="Halan, Mridul" userId="d8402aca-56b7-4a75-97f5-504434d76ce0" providerId="ADAL" clId="{189A3B10-D68C-4B25-8F35-EE039BD42B6F}" dt="2022-07-05T18:14:59.388" v="382" actId="1076"/>
        <pc:sldMkLst>
          <pc:docMk/>
          <pc:sldMk cId="4092330692" sldId="6217"/>
        </pc:sldMkLst>
        <pc:picChg chg="mod">
          <ac:chgData name="Halan, Mridul" userId="d8402aca-56b7-4a75-97f5-504434d76ce0" providerId="ADAL" clId="{189A3B10-D68C-4B25-8F35-EE039BD42B6F}" dt="2022-07-05T18:14:33.012" v="378" actId="688"/>
          <ac:picMkLst>
            <pc:docMk/>
            <pc:sldMk cId="4092330692" sldId="6217"/>
            <ac:picMk id="5" creationId="{40A9EF88-E692-446F-B46A-D8AE5853FF6E}"/>
          </ac:picMkLst>
        </pc:picChg>
        <pc:picChg chg="mod">
          <ac:chgData name="Halan, Mridul" userId="d8402aca-56b7-4a75-97f5-504434d76ce0" providerId="ADAL" clId="{189A3B10-D68C-4B25-8F35-EE039BD42B6F}" dt="2022-07-05T18:14:59.388" v="382" actId="1076"/>
          <ac:picMkLst>
            <pc:docMk/>
            <pc:sldMk cId="4092330692" sldId="6217"/>
            <ac:picMk id="7" creationId="{95A4E12C-C5CC-40CC-9033-00BA8EC156A2}"/>
          </ac:picMkLst>
        </pc:picChg>
        <pc:picChg chg="mod">
          <ac:chgData name="Halan, Mridul" userId="d8402aca-56b7-4a75-97f5-504434d76ce0" providerId="ADAL" clId="{189A3B10-D68C-4B25-8F35-EE039BD42B6F}" dt="2022-07-05T18:14:46.188" v="381" actId="1076"/>
          <ac:picMkLst>
            <pc:docMk/>
            <pc:sldMk cId="4092330692" sldId="6217"/>
            <ac:picMk id="59" creationId="{20FCBABD-08DE-490C-AEB3-8C54E8BA606F}"/>
          </ac:picMkLst>
        </pc:picChg>
        <pc:picChg chg="mod">
          <ac:chgData name="Halan, Mridul" userId="d8402aca-56b7-4a75-97f5-504434d76ce0" providerId="ADAL" clId="{189A3B10-D68C-4B25-8F35-EE039BD42B6F}" dt="2022-07-05T18:14:42.825" v="380" actId="1076"/>
          <ac:picMkLst>
            <pc:docMk/>
            <pc:sldMk cId="4092330692" sldId="6217"/>
            <ac:picMk id="60" creationId="{3CD874FB-0546-4B33-A18F-8C6D57D90BBC}"/>
          </ac:picMkLst>
        </pc:picChg>
        <pc:picChg chg="mod">
          <ac:chgData name="Halan, Mridul" userId="d8402aca-56b7-4a75-97f5-504434d76ce0" providerId="ADAL" clId="{189A3B10-D68C-4B25-8F35-EE039BD42B6F}" dt="2022-07-05T18:14:36.822" v="379" actId="1076"/>
          <ac:picMkLst>
            <pc:docMk/>
            <pc:sldMk cId="4092330692" sldId="6217"/>
            <ac:picMk id="61" creationId="{3F759D33-C788-4273-9A3C-F7BEC8A605CD}"/>
          </ac:picMkLst>
        </pc:picChg>
      </pc:sldChg>
      <pc:sldChg chg="addSp delSp modSp del mod">
        <pc:chgData name="Halan, Mridul" userId="d8402aca-56b7-4a75-97f5-504434d76ce0" providerId="ADAL" clId="{189A3B10-D68C-4B25-8F35-EE039BD42B6F}" dt="2022-07-05T18:28:35.211" v="397" actId="2696"/>
        <pc:sldMkLst>
          <pc:docMk/>
          <pc:sldMk cId="1141558077" sldId="6227"/>
        </pc:sldMkLst>
        <pc:graphicFrameChg chg="add del mod">
          <ac:chgData name="Halan, Mridul" userId="d8402aca-56b7-4a75-97f5-504434d76ce0" providerId="ADAL" clId="{189A3B10-D68C-4B25-8F35-EE039BD42B6F}" dt="2022-07-05T18:16:21.470" v="385" actId="21"/>
          <ac:graphicFrameMkLst>
            <pc:docMk/>
            <pc:sldMk cId="1141558077" sldId="6227"/>
            <ac:graphicFrameMk id="5" creationId="{F251DF34-8879-4337-AEF1-142A1BB710C2}"/>
          </ac:graphicFrameMkLst>
        </pc:graphicFrameChg>
        <pc:graphicFrameChg chg="add del mod modGraphic">
          <ac:chgData name="Halan, Mridul" userId="d8402aca-56b7-4a75-97f5-504434d76ce0" providerId="ADAL" clId="{189A3B10-D68C-4B25-8F35-EE039BD42B6F}" dt="2022-07-05T17:54:41.644" v="265" actId="21"/>
          <ac:graphicFrameMkLst>
            <pc:docMk/>
            <pc:sldMk cId="1141558077" sldId="6227"/>
            <ac:graphicFrameMk id="6" creationId="{9A6352D8-4CEB-4C59-BFB5-D139445B3FF2}"/>
          </ac:graphicFrameMkLst>
        </pc:graphicFrameChg>
        <pc:graphicFrameChg chg="mod modGraphic">
          <ac:chgData name="Halan, Mridul" userId="d8402aca-56b7-4a75-97f5-504434d76ce0" providerId="ADAL" clId="{189A3B10-D68C-4B25-8F35-EE039BD42B6F}" dt="2022-07-05T18:28:23.591" v="396" actId="20577"/>
          <ac:graphicFrameMkLst>
            <pc:docMk/>
            <pc:sldMk cId="1141558077" sldId="6227"/>
            <ac:graphicFrameMk id="70" creationId="{A5607D2C-9A90-403F-9D7B-D5A60DFC328A}"/>
          </ac:graphicFrameMkLst>
        </pc:graphicFrameChg>
      </pc:sldChg>
      <pc:sldChg chg="add del">
        <pc:chgData name="Halan, Mridul" userId="d8402aca-56b7-4a75-97f5-504434d76ce0" providerId="ADAL" clId="{189A3B10-D68C-4B25-8F35-EE039BD42B6F}" dt="2022-07-05T18:28:55.470" v="399" actId="2696"/>
        <pc:sldMkLst>
          <pc:docMk/>
          <pc:sldMk cId="1175343934" sldId="6227"/>
        </pc:sldMkLst>
      </pc:sldChg>
      <pc:sldChg chg="add">
        <pc:chgData name="Halan, Mridul" userId="d8402aca-56b7-4a75-97f5-504434d76ce0" providerId="ADAL" clId="{189A3B10-D68C-4B25-8F35-EE039BD42B6F}" dt="2022-07-05T18:29:07.238" v="400"/>
        <pc:sldMkLst>
          <pc:docMk/>
          <pc:sldMk cId="4143385506" sldId="6227"/>
        </pc:sldMkLst>
      </pc:sldChg>
      <pc:sldChg chg="modSp add mod">
        <pc:chgData name="Halan, Mridul" userId="d8402aca-56b7-4a75-97f5-504434d76ce0" providerId="ADAL" clId="{189A3B10-D68C-4B25-8F35-EE039BD42B6F}" dt="2022-07-05T18:29:21.366" v="403" actId="2062"/>
        <pc:sldMkLst>
          <pc:docMk/>
          <pc:sldMk cId="83819754" sldId="6229"/>
        </pc:sldMkLst>
        <pc:graphicFrameChg chg="modGraphic">
          <ac:chgData name="Halan, Mridul" userId="d8402aca-56b7-4a75-97f5-504434d76ce0" providerId="ADAL" clId="{189A3B10-D68C-4B25-8F35-EE039BD42B6F}" dt="2022-07-05T18:29:21.366" v="403" actId="2062"/>
          <ac:graphicFrameMkLst>
            <pc:docMk/>
            <pc:sldMk cId="83819754" sldId="6229"/>
            <ac:graphicFrameMk id="6" creationId="{F2997122-C0B1-4816-9C29-107D78612FB5}"/>
          </ac:graphicFrameMkLst>
        </pc:graphicFrameChg>
      </pc:sldChg>
      <pc:sldChg chg="add del">
        <pc:chgData name="Halan, Mridul" userId="d8402aca-56b7-4a75-97f5-504434d76ce0" providerId="ADAL" clId="{189A3B10-D68C-4B25-8F35-EE039BD42B6F}" dt="2022-07-05T18:28:55.470" v="399" actId="2696"/>
        <pc:sldMkLst>
          <pc:docMk/>
          <pc:sldMk cId="2115113688" sldId="6229"/>
        </pc:sldMkLst>
      </pc:sldChg>
      <pc:sldChg chg="modSp del mod">
        <pc:chgData name="Halan, Mridul" userId="d8402aca-56b7-4a75-97f5-504434d76ce0" providerId="ADAL" clId="{189A3B10-D68C-4B25-8F35-EE039BD42B6F}" dt="2022-07-05T18:28:35.211" v="397" actId="2696"/>
        <pc:sldMkLst>
          <pc:docMk/>
          <pc:sldMk cId="4043254352" sldId="6229"/>
        </pc:sldMkLst>
        <pc:graphicFrameChg chg="mod modGraphic">
          <ac:chgData name="Halan, Mridul" userId="d8402aca-56b7-4a75-97f5-504434d76ce0" providerId="ADAL" clId="{189A3B10-D68C-4B25-8F35-EE039BD42B6F}" dt="2022-07-05T18:27:18.121" v="391" actId="5793"/>
          <ac:graphicFrameMkLst>
            <pc:docMk/>
            <pc:sldMk cId="4043254352" sldId="6229"/>
            <ac:graphicFrameMk id="6" creationId="{F2997122-C0B1-4816-9C29-107D78612FB5}"/>
          </ac:graphicFrameMkLst>
        </pc:graphicFrameChg>
      </pc:sldChg>
      <pc:sldChg chg="addSp delSp modSp add del mod">
        <pc:chgData name="Halan, Mridul" userId="d8402aca-56b7-4a75-97f5-504434d76ce0" providerId="ADAL" clId="{189A3B10-D68C-4B25-8F35-EE039BD42B6F}" dt="2022-07-05T18:06:14.982" v="326" actId="2696"/>
        <pc:sldMkLst>
          <pc:docMk/>
          <pc:sldMk cId="2577780975" sldId="6239"/>
        </pc:sldMkLst>
        <pc:graphicFrameChg chg="add del mod">
          <ac:chgData name="Halan, Mridul" userId="d8402aca-56b7-4a75-97f5-504434d76ce0" providerId="ADAL" clId="{189A3B10-D68C-4B25-8F35-EE039BD42B6F}" dt="2022-07-05T17:17:19.124" v="52" actId="21"/>
          <ac:graphicFrameMkLst>
            <pc:docMk/>
            <pc:sldMk cId="2577780975" sldId="6239"/>
            <ac:graphicFrameMk id="5" creationId="{17281798-DE6E-4F00-ABB3-66B8485A61BA}"/>
          </ac:graphicFrameMkLst>
        </pc:graphicFrameChg>
        <pc:graphicFrameChg chg="mod modGraphic">
          <ac:chgData name="Halan, Mridul" userId="d8402aca-56b7-4a75-97f5-504434d76ce0" providerId="ADAL" clId="{189A3B10-D68C-4B25-8F35-EE039BD42B6F}" dt="2022-07-05T17:27:29.140" v="208" actId="20577"/>
          <ac:graphicFrameMkLst>
            <pc:docMk/>
            <pc:sldMk cId="2577780975" sldId="6239"/>
            <ac:graphicFrameMk id="6" creationId="{F2997122-C0B1-4816-9C29-107D78612FB5}"/>
          </ac:graphicFrameMkLst>
        </pc:graphicFrameChg>
      </pc:sldChg>
      <pc:sldChg chg="addSp delSp modSp add mod">
        <pc:chgData name="Halan, Mridul" userId="d8402aca-56b7-4a75-97f5-504434d76ce0" providerId="ADAL" clId="{189A3B10-D68C-4B25-8F35-EE039BD42B6F}" dt="2022-07-05T18:27:31.151" v="392" actId="2084"/>
        <pc:sldMkLst>
          <pc:docMk/>
          <pc:sldMk cId="587108178" sldId="6240"/>
        </pc:sldMkLst>
        <pc:spChg chg="add del mod ord">
          <ac:chgData name="Halan, Mridul" userId="d8402aca-56b7-4a75-97f5-504434d76ce0" providerId="ADAL" clId="{189A3B10-D68C-4B25-8F35-EE039BD42B6F}" dt="2022-07-05T18:11:45.116" v="360" actId="11529"/>
          <ac:spMkLst>
            <pc:docMk/>
            <pc:sldMk cId="587108178" sldId="6240"/>
            <ac:spMk id="6" creationId="{7C2CFAAF-9C63-4B17-9739-01CAD90675CE}"/>
          </ac:spMkLst>
        </pc:spChg>
        <pc:graphicFrameChg chg="add del mod">
          <ac:chgData name="Halan, Mridul" userId="d8402aca-56b7-4a75-97f5-504434d76ce0" providerId="ADAL" clId="{189A3B10-D68C-4B25-8F35-EE039BD42B6F}" dt="2022-07-05T18:08:36.404" v="338" actId="21"/>
          <ac:graphicFrameMkLst>
            <pc:docMk/>
            <pc:sldMk cId="587108178" sldId="6240"/>
            <ac:graphicFrameMk id="5" creationId="{3731333B-4151-48F8-BB12-5DC121F314B2}"/>
          </ac:graphicFrameMkLst>
        </pc:graphicFrameChg>
        <pc:graphicFrameChg chg="mod modGraphic">
          <ac:chgData name="Halan, Mridul" userId="d8402aca-56b7-4a75-97f5-504434d76ce0" providerId="ADAL" clId="{189A3B10-D68C-4B25-8F35-EE039BD42B6F}" dt="2022-07-05T18:27:31.151" v="392" actId="2084"/>
          <ac:graphicFrameMkLst>
            <pc:docMk/>
            <pc:sldMk cId="587108178" sldId="6240"/>
            <ac:graphicFrameMk id="70" creationId="{A5607D2C-9A90-403F-9D7B-D5A60DFC328A}"/>
          </ac:graphicFrameMkLst>
        </pc:graphicFrameChg>
      </pc:sldChg>
      <pc:sldChg chg="add del">
        <pc:chgData name="Halan, Mridul" userId="d8402aca-56b7-4a75-97f5-504434d76ce0" providerId="ADAL" clId="{189A3B10-D68C-4B25-8F35-EE039BD42B6F}" dt="2022-07-05T18:06:21.675" v="327" actId="2696"/>
        <pc:sldMkLst>
          <pc:docMk/>
          <pc:sldMk cId="3711521378" sldId="6240"/>
        </pc:sldMkLst>
      </pc:sldChg>
      <pc:sldChg chg="modSp add mod">
        <pc:chgData name="Halan, Mridul" userId="d8402aca-56b7-4a75-97f5-504434d76ce0" providerId="ADAL" clId="{189A3B10-D68C-4B25-8F35-EE039BD42B6F}" dt="2022-07-05T18:27:38.633" v="393" actId="2084"/>
        <pc:sldMkLst>
          <pc:docMk/>
          <pc:sldMk cId="3415673890" sldId="6241"/>
        </pc:sldMkLst>
        <pc:graphicFrameChg chg="mod modGraphic">
          <ac:chgData name="Halan, Mridul" userId="d8402aca-56b7-4a75-97f5-504434d76ce0" providerId="ADAL" clId="{189A3B10-D68C-4B25-8F35-EE039BD42B6F}" dt="2022-07-05T18:27:38.633" v="393" actId="2084"/>
          <ac:graphicFrameMkLst>
            <pc:docMk/>
            <pc:sldMk cId="3415673890" sldId="6241"/>
            <ac:graphicFrameMk id="6" creationId="{F2997122-C0B1-4816-9C29-107D78612FB5}"/>
          </ac:graphicFrameMkLst>
        </pc:graphicFrameChg>
      </pc:sldChg>
      <pc:sldChg chg="add del">
        <pc:chgData name="Halan, Mridul" userId="d8402aca-56b7-4a75-97f5-504434d76ce0" providerId="ADAL" clId="{189A3B10-D68C-4B25-8F35-EE039BD42B6F}" dt="2022-07-05T18:06:21.675" v="327" actId="2696"/>
        <pc:sldMkLst>
          <pc:docMk/>
          <pc:sldMk cId="3651467156" sldId="6241"/>
        </pc:sldMkLst>
      </pc:sldChg>
    </pc:docChg>
  </pc:docChgLst>
  <pc:docChgLst>
    <pc:chgData name="Kalagara, Vijaya" userId="S::vikalagara@deloitte.com::b66aa0f1-1604-4161-b753-4146846484c3" providerId="AD" clId="Web-{CA0D996F-656F-443A-B40F-75C534D1FE8A}"/>
    <pc:docChg chg="modSld">
      <pc:chgData name="Kalagara, Vijaya" userId="S::vikalagara@deloitte.com::b66aa0f1-1604-4161-b753-4146846484c3" providerId="AD" clId="Web-{CA0D996F-656F-443A-B40F-75C534D1FE8A}" dt="2022-07-04T09:38:12.979" v="39" actId="1076"/>
      <pc:docMkLst>
        <pc:docMk/>
      </pc:docMkLst>
      <pc:sldChg chg="modSp">
        <pc:chgData name="Kalagara, Vijaya" userId="S::vikalagara@deloitte.com::b66aa0f1-1604-4161-b753-4146846484c3" providerId="AD" clId="Web-{CA0D996F-656F-443A-B40F-75C534D1FE8A}" dt="2022-07-04T09:38:12.979" v="39" actId="1076"/>
        <pc:sldMkLst>
          <pc:docMk/>
          <pc:sldMk cId="166138906" sldId="6201"/>
        </pc:sldMkLst>
        <pc:spChg chg="mod">
          <ac:chgData name="Kalagara, Vijaya" userId="S::vikalagara@deloitte.com::b66aa0f1-1604-4161-b753-4146846484c3" providerId="AD" clId="Web-{CA0D996F-656F-443A-B40F-75C534D1FE8A}" dt="2022-07-04T09:38:12.979" v="39" actId="1076"/>
          <ac:spMkLst>
            <pc:docMk/>
            <pc:sldMk cId="166138906" sldId="6201"/>
            <ac:spMk id="4" creationId="{F9108327-C6A8-43CF-80C3-E5BA9F2C269A}"/>
          </ac:spMkLst>
        </pc:spChg>
        <pc:spChg chg="mod">
          <ac:chgData name="Kalagara, Vijaya" userId="S::vikalagara@deloitte.com::b66aa0f1-1604-4161-b753-4146846484c3" providerId="AD" clId="Web-{CA0D996F-656F-443A-B40F-75C534D1FE8A}" dt="2022-07-04T09:37:50.947" v="35" actId="1076"/>
          <ac:spMkLst>
            <pc:docMk/>
            <pc:sldMk cId="166138906" sldId="6201"/>
            <ac:spMk id="7" creationId="{38ACDDE2-4569-4354-9FF9-A62F3AE8A518}"/>
          </ac:spMkLst>
        </pc:spChg>
      </pc:sldChg>
    </pc:docChg>
  </pc:docChgLst>
  <pc:docChgLst>
    <pc:chgData name="Mitra, Sayan" userId="5f9b069e-390c-41f3-af3f-6bd4b0fb9710" providerId="ADAL" clId="{FDEC2B61-D4EA-4824-82DA-C0AD1E09A0C0}"/>
    <pc:docChg chg="undo custSel addSld delSld modSld sldOrd">
      <pc:chgData name="Mitra, Sayan" userId="5f9b069e-390c-41f3-af3f-6bd4b0fb9710" providerId="ADAL" clId="{FDEC2B61-D4EA-4824-82DA-C0AD1E09A0C0}" dt="2022-06-28T11:03:35.112" v="968" actId="47"/>
      <pc:docMkLst>
        <pc:docMk/>
      </pc:docMkLst>
      <pc:sldChg chg="addSp modSp mod">
        <pc:chgData name="Mitra, Sayan" userId="5f9b069e-390c-41f3-af3f-6bd4b0fb9710" providerId="ADAL" clId="{FDEC2B61-D4EA-4824-82DA-C0AD1E09A0C0}" dt="2022-06-28T09:17:23.729" v="604" actId="20577"/>
        <pc:sldMkLst>
          <pc:docMk/>
          <pc:sldMk cId="3091055145" sldId="381"/>
        </pc:sldMkLst>
        <pc:spChg chg="add mod">
          <ac:chgData name="Mitra, Sayan" userId="5f9b069e-390c-41f3-af3f-6bd4b0fb9710" providerId="ADAL" clId="{FDEC2B61-D4EA-4824-82DA-C0AD1E09A0C0}" dt="2022-06-28T09:17:23.729" v="604" actId="20577"/>
          <ac:spMkLst>
            <pc:docMk/>
            <pc:sldMk cId="3091055145" sldId="381"/>
            <ac:spMk id="47" creationId="{9EA837DB-22E0-406C-8A71-BE13BB19A231}"/>
          </ac:spMkLst>
        </pc:spChg>
      </pc:sldChg>
      <pc:sldChg chg="addSp delSp modSp mod ord">
        <pc:chgData name="Mitra, Sayan" userId="5f9b069e-390c-41f3-af3f-6bd4b0fb9710" providerId="ADAL" clId="{FDEC2B61-D4EA-4824-82DA-C0AD1E09A0C0}" dt="2022-06-28T09:15:29.814" v="539" actId="14100"/>
        <pc:sldMkLst>
          <pc:docMk/>
          <pc:sldMk cId="1354766238" sldId="382"/>
        </pc:sldMkLst>
        <pc:spChg chg="add mod">
          <ac:chgData name="Mitra, Sayan" userId="5f9b069e-390c-41f3-af3f-6bd4b0fb9710" providerId="ADAL" clId="{FDEC2B61-D4EA-4824-82DA-C0AD1E09A0C0}" dt="2022-06-28T09:15:29.814" v="539" actId="14100"/>
          <ac:spMkLst>
            <pc:docMk/>
            <pc:sldMk cId="1354766238" sldId="382"/>
            <ac:spMk id="2" creationId="{3113F563-0FF4-4167-9361-66098056C502}"/>
          </ac:spMkLst>
        </pc:spChg>
        <pc:spChg chg="add mod">
          <ac:chgData name="Mitra, Sayan" userId="5f9b069e-390c-41f3-af3f-6bd4b0fb9710" providerId="ADAL" clId="{FDEC2B61-D4EA-4824-82DA-C0AD1E09A0C0}" dt="2022-06-28T09:14:11.700" v="498" actId="164"/>
          <ac:spMkLst>
            <pc:docMk/>
            <pc:sldMk cId="1354766238" sldId="382"/>
            <ac:spMk id="5" creationId="{16A13B86-278C-4CFC-A603-A37DE2CBE608}"/>
          </ac:spMkLst>
        </pc:spChg>
        <pc:spChg chg="mod">
          <ac:chgData name="Mitra, Sayan" userId="5f9b069e-390c-41f3-af3f-6bd4b0fb9710" providerId="ADAL" clId="{FDEC2B61-D4EA-4824-82DA-C0AD1E09A0C0}" dt="2022-06-28T09:12:57.543" v="444" actId="3064"/>
          <ac:spMkLst>
            <pc:docMk/>
            <pc:sldMk cId="1354766238" sldId="382"/>
            <ac:spMk id="10" creationId="{0CBC73E7-6E83-1761-58AB-8841E10F4047}"/>
          </ac:spMkLst>
        </pc:spChg>
        <pc:spChg chg="mod">
          <ac:chgData name="Mitra, Sayan" userId="5f9b069e-390c-41f3-af3f-6bd4b0fb9710" providerId="ADAL" clId="{FDEC2B61-D4EA-4824-82DA-C0AD1E09A0C0}" dt="2022-06-28T09:12:57.543" v="444" actId="3064"/>
          <ac:spMkLst>
            <pc:docMk/>
            <pc:sldMk cId="1354766238" sldId="382"/>
            <ac:spMk id="11" creationId="{3273F7BC-53B4-DAD1-DF0D-6D8E4724E559}"/>
          </ac:spMkLst>
        </pc:spChg>
        <pc:spChg chg="mod">
          <ac:chgData name="Mitra, Sayan" userId="5f9b069e-390c-41f3-af3f-6bd4b0fb9710" providerId="ADAL" clId="{FDEC2B61-D4EA-4824-82DA-C0AD1E09A0C0}" dt="2022-06-28T09:12:57.543" v="444" actId="3064"/>
          <ac:spMkLst>
            <pc:docMk/>
            <pc:sldMk cId="1354766238" sldId="382"/>
            <ac:spMk id="12" creationId="{1D15C1C1-A7CE-4FF9-C077-CCB025460D81}"/>
          </ac:spMkLst>
        </pc:spChg>
        <pc:spChg chg="mod">
          <ac:chgData name="Mitra, Sayan" userId="5f9b069e-390c-41f3-af3f-6bd4b0fb9710" providerId="ADAL" clId="{FDEC2B61-D4EA-4824-82DA-C0AD1E09A0C0}" dt="2022-06-28T09:12:57.543" v="444" actId="3064"/>
          <ac:spMkLst>
            <pc:docMk/>
            <pc:sldMk cId="1354766238" sldId="382"/>
            <ac:spMk id="13" creationId="{0ABDDA39-BEAD-669E-776D-89EC747332A5}"/>
          </ac:spMkLst>
        </pc:spChg>
        <pc:spChg chg="add mod">
          <ac:chgData name="Mitra, Sayan" userId="5f9b069e-390c-41f3-af3f-6bd4b0fb9710" providerId="ADAL" clId="{FDEC2B61-D4EA-4824-82DA-C0AD1E09A0C0}" dt="2022-06-28T09:15:22.250" v="531" actId="164"/>
          <ac:spMkLst>
            <pc:docMk/>
            <pc:sldMk cId="1354766238" sldId="382"/>
            <ac:spMk id="14" creationId="{31FD3538-E0B6-402F-9E51-BA99D2C815E7}"/>
          </ac:spMkLst>
        </pc:spChg>
        <pc:spChg chg="mod">
          <ac:chgData name="Mitra, Sayan" userId="5f9b069e-390c-41f3-af3f-6bd4b0fb9710" providerId="ADAL" clId="{FDEC2B61-D4EA-4824-82DA-C0AD1E09A0C0}" dt="2022-06-28T09:12:57.543" v="444" actId="3064"/>
          <ac:spMkLst>
            <pc:docMk/>
            <pc:sldMk cId="1354766238" sldId="382"/>
            <ac:spMk id="18" creationId="{D0CA8FE8-725D-90A3-0135-A0DE2C30AB38}"/>
          </ac:spMkLst>
        </pc:spChg>
        <pc:spChg chg="mod">
          <ac:chgData name="Mitra, Sayan" userId="5f9b069e-390c-41f3-af3f-6bd4b0fb9710" providerId="ADAL" clId="{FDEC2B61-D4EA-4824-82DA-C0AD1E09A0C0}" dt="2022-06-28T09:12:57.543" v="444" actId="3064"/>
          <ac:spMkLst>
            <pc:docMk/>
            <pc:sldMk cId="1354766238" sldId="382"/>
            <ac:spMk id="19" creationId="{57C8B6B5-FAC4-1DCA-1AB2-063FC89DD17B}"/>
          </ac:spMkLst>
        </pc:spChg>
        <pc:spChg chg="mod">
          <ac:chgData name="Mitra, Sayan" userId="5f9b069e-390c-41f3-af3f-6bd4b0fb9710" providerId="ADAL" clId="{FDEC2B61-D4EA-4824-82DA-C0AD1E09A0C0}" dt="2022-06-28T09:12:57.543" v="444" actId="3064"/>
          <ac:spMkLst>
            <pc:docMk/>
            <pc:sldMk cId="1354766238" sldId="382"/>
            <ac:spMk id="20" creationId="{A1BE41AE-4860-9281-7C00-38B6B7F2F312}"/>
          </ac:spMkLst>
        </pc:spChg>
        <pc:spChg chg="mod">
          <ac:chgData name="Mitra, Sayan" userId="5f9b069e-390c-41f3-af3f-6bd4b0fb9710" providerId="ADAL" clId="{FDEC2B61-D4EA-4824-82DA-C0AD1E09A0C0}" dt="2022-06-28T09:12:57.543" v="444" actId="3064"/>
          <ac:spMkLst>
            <pc:docMk/>
            <pc:sldMk cId="1354766238" sldId="382"/>
            <ac:spMk id="21" creationId="{C8164E47-F198-1A33-8B18-2092E22A9C45}"/>
          </ac:spMkLst>
        </pc:spChg>
        <pc:spChg chg="mod">
          <ac:chgData name="Mitra, Sayan" userId="5f9b069e-390c-41f3-af3f-6bd4b0fb9710" providerId="ADAL" clId="{FDEC2B61-D4EA-4824-82DA-C0AD1E09A0C0}" dt="2022-06-28T09:12:57.543" v="444" actId="3064"/>
          <ac:spMkLst>
            <pc:docMk/>
            <pc:sldMk cId="1354766238" sldId="382"/>
            <ac:spMk id="22" creationId="{BD1420BC-9342-D460-CF93-30DFAF787EA2}"/>
          </ac:spMkLst>
        </pc:spChg>
        <pc:spChg chg="mod">
          <ac:chgData name="Mitra, Sayan" userId="5f9b069e-390c-41f3-af3f-6bd4b0fb9710" providerId="ADAL" clId="{FDEC2B61-D4EA-4824-82DA-C0AD1E09A0C0}" dt="2022-06-28T09:12:57.543" v="444" actId="3064"/>
          <ac:spMkLst>
            <pc:docMk/>
            <pc:sldMk cId="1354766238" sldId="382"/>
            <ac:spMk id="23" creationId="{1E2FAA09-2E9B-EE0E-BC2B-3F88845AAA92}"/>
          </ac:spMkLst>
        </pc:spChg>
        <pc:spChg chg="mod">
          <ac:chgData name="Mitra, Sayan" userId="5f9b069e-390c-41f3-af3f-6bd4b0fb9710" providerId="ADAL" clId="{FDEC2B61-D4EA-4824-82DA-C0AD1E09A0C0}" dt="2022-06-28T09:12:57.543" v="444" actId="3064"/>
          <ac:spMkLst>
            <pc:docMk/>
            <pc:sldMk cId="1354766238" sldId="382"/>
            <ac:spMk id="24" creationId="{86E0AC90-1D24-073D-51FD-0FA385733756}"/>
          </ac:spMkLst>
        </pc:spChg>
        <pc:spChg chg="mod">
          <ac:chgData name="Mitra, Sayan" userId="5f9b069e-390c-41f3-af3f-6bd4b0fb9710" providerId="ADAL" clId="{FDEC2B61-D4EA-4824-82DA-C0AD1E09A0C0}" dt="2022-06-28T09:12:57.543" v="444" actId="3064"/>
          <ac:spMkLst>
            <pc:docMk/>
            <pc:sldMk cId="1354766238" sldId="382"/>
            <ac:spMk id="25" creationId="{D325DD5F-BB06-3C5D-0FE6-250F8973A67C}"/>
          </ac:spMkLst>
        </pc:spChg>
        <pc:spChg chg="mod">
          <ac:chgData name="Mitra, Sayan" userId="5f9b069e-390c-41f3-af3f-6bd4b0fb9710" providerId="ADAL" clId="{FDEC2B61-D4EA-4824-82DA-C0AD1E09A0C0}" dt="2022-06-28T09:12:57.543" v="444" actId="3064"/>
          <ac:spMkLst>
            <pc:docMk/>
            <pc:sldMk cId="1354766238" sldId="382"/>
            <ac:spMk id="26" creationId="{376864B2-B5A6-17A2-E623-B678B6B2FE8A}"/>
          </ac:spMkLst>
        </pc:spChg>
        <pc:spChg chg="mod">
          <ac:chgData name="Mitra, Sayan" userId="5f9b069e-390c-41f3-af3f-6bd4b0fb9710" providerId="ADAL" clId="{FDEC2B61-D4EA-4824-82DA-C0AD1E09A0C0}" dt="2022-06-28T09:12:57.543" v="444" actId="3064"/>
          <ac:spMkLst>
            <pc:docMk/>
            <pc:sldMk cId="1354766238" sldId="382"/>
            <ac:spMk id="27" creationId="{6DC7BCD6-0F57-768C-F8EF-CD72160AA397}"/>
          </ac:spMkLst>
        </pc:spChg>
        <pc:spChg chg="mod">
          <ac:chgData name="Mitra, Sayan" userId="5f9b069e-390c-41f3-af3f-6bd4b0fb9710" providerId="ADAL" clId="{FDEC2B61-D4EA-4824-82DA-C0AD1E09A0C0}" dt="2022-06-28T09:12:57.543" v="444" actId="3064"/>
          <ac:spMkLst>
            <pc:docMk/>
            <pc:sldMk cId="1354766238" sldId="382"/>
            <ac:spMk id="28" creationId="{273FD77E-D327-EE91-86A1-DA643A61EA72}"/>
          </ac:spMkLst>
        </pc:spChg>
        <pc:spChg chg="mod">
          <ac:chgData name="Mitra, Sayan" userId="5f9b069e-390c-41f3-af3f-6bd4b0fb9710" providerId="ADAL" clId="{FDEC2B61-D4EA-4824-82DA-C0AD1E09A0C0}" dt="2022-06-28T09:12:57.543" v="444" actId="3064"/>
          <ac:spMkLst>
            <pc:docMk/>
            <pc:sldMk cId="1354766238" sldId="382"/>
            <ac:spMk id="29" creationId="{FFF666DA-1681-6DD2-0122-F77BE9B5BE6D}"/>
          </ac:spMkLst>
        </pc:spChg>
        <pc:spChg chg="mod">
          <ac:chgData name="Mitra, Sayan" userId="5f9b069e-390c-41f3-af3f-6bd4b0fb9710" providerId="ADAL" clId="{FDEC2B61-D4EA-4824-82DA-C0AD1E09A0C0}" dt="2022-06-28T09:12:57.543" v="444" actId="3064"/>
          <ac:spMkLst>
            <pc:docMk/>
            <pc:sldMk cId="1354766238" sldId="382"/>
            <ac:spMk id="30" creationId="{95584826-B3D8-9F5E-8668-63066A0453D7}"/>
          </ac:spMkLst>
        </pc:spChg>
        <pc:spChg chg="mod">
          <ac:chgData name="Mitra, Sayan" userId="5f9b069e-390c-41f3-af3f-6bd4b0fb9710" providerId="ADAL" clId="{FDEC2B61-D4EA-4824-82DA-C0AD1E09A0C0}" dt="2022-06-28T09:12:57.543" v="444" actId="3064"/>
          <ac:spMkLst>
            <pc:docMk/>
            <pc:sldMk cId="1354766238" sldId="382"/>
            <ac:spMk id="31" creationId="{95B54EEA-49A8-C6B5-BAD7-22FE1B8731A2}"/>
          </ac:spMkLst>
        </pc:spChg>
        <pc:spChg chg="mod">
          <ac:chgData name="Mitra, Sayan" userId="5f9b069e-390c-41f3-af3f-6bd4b0fb9710" providerId="ADAL" clId="{FDEC2B61-D4EA-4824-82DA-C0AD1E09A0C0}" dt="2022-06-28T09:12:57.543" v="444" actId="3064"/>
          <ac:spMkLst>
            <pc:docMk/>
            <pc:sldMk cId="1354766238" sldId="382"/>
            <ac:spMk id="32" creationId="{D65A634B-3C5A-0B2A-BEDD-5D8054530D6A}"/>
          </ac:spMkLst>
        </pc:spChg>
        <pc:spChg chg="del mod">
          <ac:chgData name="Mitra, Sayan" userId="5f9b069e-390c-41f3-af3f-6bd4b0fb9710" providerId="ADAL" clId="{FDEC2B61-D4EA-4824-82DA-C0AD1E09A0C0}" dt="2022-06-28T09:12:37.661" v="441" actId="478"/>
          <ac:spMkLst>
            <pc:docMk/>
            <pc:sldMk cId="1354766238" sldId="382"/>
            <ac:spMk id="33" creationId="{2A970853-6ACE-EB5F-7E4D-067D77E9C2B6}"/>
          </ac:spMkLst>
        </pc:spChg>
        <pc:spChg chg="mod">
          <ac:chgData name="Mitra, Sayan" userId="5f9b069e-390c-41f3-af3f-6bd4b0fb9710" providerId="ADAL" clId="{FDEC2B61-D4EA-4824-82DA-C0AD1E09A0C0}" dt="2022-06-28T09:12:57.543" v="444" actId="3064"/>
          <ac:spMkLst>
            <pc:docMk/>
            <pc:sldMk cId="1354766238" sldId="382"/>
            <ac:spMk id="34" creationId="{8995B9F4-E7B8-EFD4-9FF8-3866914B49CF}"/>
          </ac:spMkLst>
        </pc:spChg>
        <pc:spChg chg="mod">
          <ac:chgData name="Mitra, Sayan" userId="5f9b069e-390c-41f3-af3f-6bd4b0fb9710" providerId="ADAL" clId="{FDEC2B61-D4EA-4824-82DA-C0AD1E09A0C0}" dt="2022-06-28T09:12:57.543" v="444" actId="3064"/>
          <ac:spMkLst>
            <pc:docMk/>
            <pc:sldMk cId="1354766238" sldId="382"/>
            <ac:spMk id="35" creationId="{7B0DFFE3-DAE8-FE8F-320F-B1EEB8A4F2CE}"/>
          </ac:spMkLst>
        </pc:spChg>
        <pc:spChg chg="mod">
          <ac:chgData name="Mitra, Sayan" userId="5f9b069e-390c-41f3-af3f-6bd4b0fb9710" providerId="ADAL" clId="{FDEC2B61-D4EA-4824-82DA-C0AD1E09A0C0}" dt="2022-06-28T09:12:57.543" v="444" actId="3064"/>
          <ac:spMkLst>
            <pc:docMk/>
            <pc:sldMk cId="1354766238" sldId="382"/>
            <ac:spMk id="36" creationId="{C3EC6908-AD71-5EF9-3FB4-957F40A4D062}"/>
          </ac:spMkLst>
        </pc:spChg>
        <pc:spChg chg="mod">
          <ac:chgData name="Mitra, Sayan" userId="5f9b069e-390c-41f3-af3f-6bd4b0fb9710" providerId="ADAL" clId="{FDEC2B61-D4EA-4824-82DA-C0AD1E09A0C0}" dt="2022-06-28T09:12:57.543" v="444" actId="3064"/>
          <ac:spMkLst>
            <pc:docMk/>
            <pc:sldMk cId="1354766238" sldId="382"/>
            <ac:spMk id="37" creationId="{7029EB9A-8FDD-31A2-141C-016662CC3A60}"/>
          </ac:spMkLst>
        </pc:spChg>
        <pc:spChg chg="add mod">
          <ac:chgData name="Mitra, Sayan" userId="5f9b069e-390c-41f3-af3f-6bd4b0fb9710" providerId="ADAL" clId="{FDEC2B61-D4EA-4824-82DA-C0AD1E09A0C0}" dt="2022-06-28T09:09:30.128" v="311" actId="6549"/>
          <ac:spMkLst>
            <pc:docMk/>
            <pc:sldMk cId="1354766238" sldId="382"/>
            <ac:spMk id="41" creationId="{5E5BF44B-A8F6-47AC-9AE5-5215FCAAB6E7}"/>
          </ac:spMkLst>
        </pc:spChg>
        <pc:spChg chg="mod">
          <ac:chgData name="Mitra, Sayan" userId="5f9b069e-390c-41f3-af3f-6bd4b0fb9710" providerId="ADAL" clId="{FDEC2B61-D4EA-4824-82DA-C0AD1E09A0C0}" dt="2022-06-28T09:12:31.273" v="440" actId="207"/>
          <ac:spMkLst>
            <pc:docMk/>
            <pc:sldMk cId="1354766238" sldId="382"/>
            <ac:spMk id="42" creationId="{8406511E-19E8-48AB-8843-DE12594A69B5}"/>
          </ac:spMkLst>
        </pc:spChg>
        <pc:grpChg chg="add mod">
          <ac:chgData name="Mitra, Sayan" userId="5f9b069e-390c-41f3-af3f-6bd4b0fb9710" providerId="ADAL" clId="{FDEC2B61-D4EA-4824-82DA-C0AD1E09A0C0}" dt="2022-06-28T09:15:22.250" v="531" actId="164"/>
          <ac:grpSpMkLst>
            <pc:docMk/>
            <pc:sldMk cId="1354766238" sldId="382"/>
            <ac:grpSpMk id="7" creationId="{3D6A3431-3EA4-4F98-9FB0-68243C06F024}"/>
          </ac:grpSpMkLst>
        </pc:grpChg>
        <pc:grpChg chg="add mod">
          <ac:chgData name="Mitra, Sayan" userId="5f9b069e-390c-41f3-af3f-6bd4b0fb9710" providerId="ADAL" clId="{FDEC2B61-D4EA-4824-82DA-C0AD1E09A0C0}" dt="2022-06-28T09:15:23.798" v="538" actId="1037"/>
          <ac:grpSpMkLst>
            <pc:docMk/>
            <pc:sldMk cId="1354766238" sldId="382"/>
            <ac:grpSpMk id="43" creationId="{B7FBD88F-5B5C-4908-A9D5-3E2697A63956}"/>
          </ac:grpSpMkLst>
        </pc:grpChg>
      </pc:sldChg>
      <pc:sldChg chg="addSp modSp">
        <pc:chgData name="Mitra, Sayan" userId="5f9b069e-390c-41f3-af3f-6bd4b0fb9710" providerId="ADAL" clId="{FDEC2B61-D4EA-4824-82DA-C0AD1E09A0C0}" dt="2022-06-28T07:19:40.062" v="271"/>
        <pc:sldMkLst>
          <pc:docMk/>
          <pc:sldMk cId="3212148087" sldId="385"/>
        </pc:sldMkLst>
        <pc:spChg chg="add mod">
          <ac:chgData name="Mitra, Sayan" userId="5f9b069e-390c-41f3-af3f-6bd4b0fb9710" providerId="ADAL" clId="{FDEC2B61-D4EA-4824-82DA-C0AD1E09A0C0}" dt="2022-06-28T07:19:40.062" v="271"/>
          <ac:spMkLst>
            <pc:docMk/>
            <pc:sldMk cId="3212148087" sldId="385"/>
            <ac:spMk id="5" creationId="{600F1DD1-7347-4AC3-828C-AD0FFAC00895}"/>
          </ac:spMkLst>
        </pc:spChg>
      </pc:sldChg>
      <pc:sldChg chg="addSp modSp">
        <pc:chgData name="Mitra, Sayan" userId="5f9b069e-390c-41f3-af3f-6bd4b0fb9710" providerId="ADAL" clId="{FDEC2B61-D4EA-4824-82DA-C0AD1E09A0C0}" dt="2022-06-28T09:20:56.481" v="725"/>
        <pc:sldMkLst>
          <pc:docMk/>
          <pc:sldMk cId="1826934169" sldId="387"/>
        </pc:sldMkLst>
        <pc:spChg chg="add mod">
          <ac:chgData name="Mitra, Sayan" userId="5f9b069e-390c-41f3-af3f-6bd4b0fb9710" providerId="ADAL" clId="{FDEC2B61-D4EA-4824-82DA-C0AD1E09A0C0}" dt="2022-06-28T09:20:56.481" v="725"/>
          <ac:spMkLst>
            <pc:docMk/>
            <pc:sldMk cId="1826934169" sldId="387"/>
            <ac:spMk id="56" creationId="{52607AC4-9456-4DA4-8036-BEDFBFC1BA6E}"/>
          </ac:spMkLst>
        </pc:spChg>
      </pc:sldChg>
      <pc:sldChg chg="del">
        <pc:chgData name="Mitra, Sayan" userId="5f9b069e-390c-41f3-af3f-6bd4b0fb9710" providerId="ADAL" clId="{FDEC2B61-D4EA-4824-82DA-C0AD1E09A0C0}" dt="2022-06-28T06:03:35.062" v="234" actId="47"/>
        <pc:sldMkLst>
          <pc:docMk/>
          <pc:sldMk cId="2730138925" sldId="391"/>
        </pc:sldMkLst>
      </pc:sldChg>
      <pc:sldChg chg="addSp modSp">
        <pc:chgData name="Mitra, Sayan" userId="5f9b069e-390c-41f3-af3f-6bd4b0fb9710" providerId="ADAL" clId="{FDEC2B61-D4EA-4824-82DA-C0AD1E09A0C0}" dt="2022-06-28T09:15:59.399" v="542"/>
        <pc:sldMkLst>
          <pc:docMk/>
          <pc:sldMk cId="1861270906" sldId="572"/>
        </pc:sldMkLst>
        <pc:spChg chg="add mod">
          <ac:chgData name="Mitra, Sayan" userId="5f9b069e-390c-41f3-af3f-6bd4b0fb9710" providerId="ADAL" clId="{FDEC2B61-D4EA-4824-82DA-C0AD1E09A0C0}" dt="2022-06-28T09:15:59.399" v="542"/>
          <ac:spMkLst>
            <pc:docMk/>
            <pc:sldMk cId="1861270906" sldId="572"/>
            <ac:spMk id="41" creationId="{153063CB-E9EC-4616-8E5F-7FD878436D33}"/>
          </ac:spMkLst>
        </pc:spChg>
      </pc:sldChg>
      <pc:sldChg chg="addSp modSp mod">
        <pc:chgData name="Mitra, Sayan" userId="5f9b069e-390c-41f3-af3f-6bd4b0fb9710" providerId="ADAL" clId="{FDEC2B61-D4EA-4824-82DA-C0AD1E09A0C0}" dt="2022-06-28T09:09:20.920" v="309" actId="20577"/>
        <pc:sldMkLst>
          <pc:docMk/>
          <pc:sldMk cId="3709311350" sldId="624"/>
        </pc:sldMkLst>
        <pc:spChg chg="mod">
          <ac:chgData name="Mitra, Sayan" userId="5f9b069e-390c-41f3-af3f-6bd4b0fb9710" providerId="ADAL" clId="{FDEC2B61-D4EA-4824-82DA-C0AD1E09A0C0}" dt="2022-06-28T05:19:10.645" v="118" actId="20577"/>
          <ac:spMkLst>
            <pc:docMk/>
            <pc:sldMk cId="3709311350" sldId="624"/>
            <ac:spMk id="2" creationId="{90B109E2-7B40-463B-983F-556B88D76AE5}"/>
          </ac:spMkLst>
        </pc:spChg>
        <pc:spChg chg="add mod">
          <ac:chgData name="Mitra, Sayan" userId="5f9b069e-390c-41f3-af3f-6bd4b0fb9710" providerId="ADAL" clId="{FDEC2B61-D4EA-4824-82DA-C0AD1E09A0C0}" dt="2022-06-28T09:09:20.920" v="309" actId="20577"/>
          <ac:spMkLst>
            <pc:docMk/>
            <pc:sldMk cId="3709311350" sldId="624"/>
            <ac:spMk id="4" creationId="{498ABFF3-40E3-4F47-9A1D-87E681E5C461}"/>
          </ac:spMkLst>
        </pc:spChg>
      </pc:sldChg>
      <pc:sldChg chg="addSp modSp mod">
        <pc:chgData name="Mitra, Sayan" userId="5f9b069e-390c-41f3-af3f-6bd4b0fb9710" providerId="ADAL" clId="{FDEC2B61-D4EA-4824-82DA-C0AD1E09A0C0}" dt="2022-06-28T09:20:48.199" v="723" actId="20577"/>
        <pc:sldMkLst>
          <pc:docMk/>
          <pc:sldMk cId="1194355145" sldId="1007"/>
        </pc:sldMkLst>
        <pc:spChg chg="add mod">
          <ac:chgData name="Mitra, Sayan" userId="5f9b069e-390c-41f3-af3f-6bd4b0fb9710" providerId="ADAL" clId="{FDEC2B61-D4EA-4824-82DA-C0AD1E09A0C0}" dt="2022-06-28T09:20:48.199" v="723" actId="20577"/>
          <ac:spMkLst>
            <pc:docMk/>
            <pc:sldMk cId="1194355145" sldId="1007"/>
            <ac:spMk id="52" creationId="{9D169E19-701C-4797-9AB7-EC808B555DAF}"/>
          </ac:spMkLst>
        </pc:spChg>
      </pc:sldChg>
      <pc:sldChg chg="addSp modSp add mod">
        <pc:chgData name="Mitra, Sayan" userId="5f9b069e-390c-41f3-af3f-6bd4b0fb9710" providerId="ADAL" clId="{FDEC2B61-D4EA-4824-82DA-C0AD1E09A0C0}" dt="2022-06-28T10:26:58.044" v="964"/>
        <pc:sldMkLst>
          <pc:docMk/>
          <pc:sldMk cId="1648647936" sldId="1020"/>
        </pc:sldMkLst>
        <pc:spChg chg="mod">
          <ac:chgData name="Mitra, Sayan" userId="5f9b069e-390c-41f3-af3f-6bd4b0fb9710" providerId="ADAL" clId="{FDEC2B61-D4EA-4824-82DA-C0AD1E09A0C0}" dt="2022-06-28T10:13:21.245" v="878"/>
          <ac:spMkLst>
            <pc:docMk/>
            <pc:sldMk cId="1648647936" sldId="1020"/>
            <ac:spMk id="3" creationId="{00000000-0000-0000-0000-000000000000}"/>
          </ac:spMkLst>
        </pc:spChg>
        <pc:spChg chg="mod">
          <ac:chgData name="Mitra, Sayan" userId="5f9b069e-390c-41f3-af3f-6bd4b0fb9710" providerId="ADAL" clId="{FDEC2B61-D4EA-4824-82DA-C0AD1E09A0C0}" dt="2022-06-28T10:13:31.456" v="902" actId="20577"/>
          <ac:spMkLst>
            <pc:docMk/>
            <pc:sldMk cId="1648647936" sldId="1020"/>
            <ac:spMk id="6" creationId="{00000000-0000-0000-0000-000000000000}"/>
          </ac:spMkLst>
        </pc:spChg>
        <pc:spChg chg="add mod">
          <ac:chgData name="Mitra, Sayan" userId="5f9b069e-390c-41f3-af3f-6bd4b0fb9710" providerId="ADAL" clId="{FDEC2B61-D4EA-4824-82DA-C0AD1E09A0C0}" dt="2022-06-28T10:13:54.459" v="935" actId="20577"/>
          <ac:spMkLst>
            <pc:docMk/>
            <pc:sldMk cId="1648647936" sldId="1020"/>
            <ac:spMk id="49" creationId="{B954BBD7-1FB5-408B-BD6D-39C233F040EA}"/>
          </ac:spMkLst>
        </pc:spChg>
        <pc:spChg chg="mod">
          <ac:chgData name="Mitra, Sayan" userId="5f9b069e-390c-41f3-af3f-6bd4b0fb9710" providerId="ADAL" clId="{FDEC2B61-D4EA-4824-82DA-C0AD1E09A0C0}" dt="2022-06-28T10:26:49.041" v="963"/>
          <ac:spMkLst>
            <pc:docMk/>
            <pc:sldMk cId="1648647936" sldId="1020"/>
            <ac:spMk id="54" creationId="{00000000-0000-0000-0000-000000000000}"/>
          </ac:spMkLst>
        </pc:spChg>
        <pc:spChg chg="mod">
          <ac:chgData name="Mitra, Sayan" userId="5f9b069e-390c-41f3-af3f-6bd4b0fb9710" providerId="ADAL" clId="{FDEC2B61-D4EA-4824-82DA-C0AD1E09A0C0}" dt="2022-06-28T10:26:37.999" v="962" actId="20577"/>
          <ac:spMkLst>
            <pc:docMk/>
            <pc:sldMk cId="1648647936" sldId="1020"/>
            <ac:spMk id="55" creationId="{00000000-0000-0000-0000-000000000000}"/>
          </ac:spMkLst>
        </pc:spChg>
        <pc:spChg chg="mod">
          <ac:chgData name="Mitra, Sayan" userId="5f9b069e-390c-41f3-af3f-6bd4b0fb9710" providerId="ADAL" clId="{FDEC2B61-D4EA-4824-82DA-C0AD1E09A0C0}" dt="2022-06-28T10:26:58.044" v="964"/>
          <ac:spMkLst>
            <pc:docMk/>
            <pc:sldMk cId="1648647936" sldId="1020"/>
            <ac:spMk id="56" creationId="{00000000-0000-0000-0000-000000000000}"/>
          </ac:spMkLst>
        </pc:spChg>
        <pc:spChg chg="mod">
          <ac:chgData name="Mitra, Sayan" userId="5f9b069e-390c-41f3-af3f-6bd4b0fb9710" providerId="ADAL" clId="{FDEC2B61-D4EA-4824-82DA-C0AD1E09A0C0}" dt="2022-06-28T10:15:48.946" v="942" actId="6549"/>
          <ac:spMkLst>
            <pc:docMk/>
            <pc:sldMk cId="1648647936" sldId="1020"/>
            <ac:spMk id="62" creationId="{00000000-0000-0000-0000-000000000000}"/>
          </ac:spMkLst>
        </pc:spChg>
      </pc:sldChg>
      <pc:sldChg chg="add del">
        <pc:chgData name="Mitra, Sayan" userId="5f9b069e-390c-41f3-af3f-6bd4b0fb9710" providerId="ADAL" clId="{FDEC2B61-D4EA-4824-82DA-C0AD1E09A0C0}" dt="2022-06-28T07:22:03.206" v="273" actId="47"/>
        <pc:sldMkLst>
          <pc:docMk/>
          <pc:sldMk cId="3021748946" sldId="1098"/>
        </pc:sldMkLst>
      </pc:sldChg>
      <pc:sldChg chg="add del">
        <pc:chgData name="Mitra, Sayan" userId="5f9b069e-390c-41f3-af3f-6bd4b0fb9710" providerId="ADAL" clId="{FDEC2B61-D4EA-4824-82DA-C0AD1E09A0C0}" dt="2022-06-28T09:18:33.057" v="613" actId="47"/>
        <pc:sldMkLst>
          <pc:docMk/>
          <pc:sldMk cId="4211343926" sldId="1099"/>
        </pc:sldMkLst>
      </pc:sldChg>
      <pc:sldChg chg="delSp modSp mod">
        <pc:chgData name="Mitra, Sayan" userId="5f9b069e-390c-41f3-af3f-6bd4b0fb9710" providerId="ADAL" clId="{FDEC2B61-D4EA-4824-82DA-C0AD1E09A0C0}" dt="2022-06-28T09:18:42.117" v="618" actId="20577"/>
        <pc:sldMkLst>
          <pc:docMk/>
          <pc:sldMk cId="2763198061" sldId="1123"/>
        </pc:sldMkLst>
        <pc:spChg chg="del">
          <ac:chgData name="Mitra, Sayan" userId="5f9b069e-390c-41f3-af3f-6bd4b0fb9710" providerId="ADAL" clId="{FDEC2B61-D4EA-4824-82DA-C0AD1E09A0C0}" dt="2022-06-28T06:02:11.213" v="232" actId="478"/>
          <ac:spMkLst>
            <pc:docMk/>
            <pc:sldMk cId="2763198061" sldId="1123"/>
            <ac:spMk id="3" creationId="{15A5C905-18D9-429A-A31E-F6B556BBD892}"/>
          </ac:spMkLst>
        </pc:spChg>
        <pc:spChg chg="del">
          <ac:chgData name="Mitra, Sayan" userId="5f9b069e-390c-41f3-af3f-6bd4b0fb9710" providerId="ADAL" clId="{FDEC2B61-D4EA-4824-82DA-C0AD1E09A0C0}" dt="2022-06-28T06:02:11.213" v="232" actId="478"/>
          <ac:spMkLst>
            <pc:docMk/>
            <pc:sldMk cId="2763198061" sldId="1123"/>
            <ac:spMk id="4" creationId="{3FEC97D4-915A-4BA1-BE78-A4D6613BB451}"/>
          </ac:spMkLst>
        </pc:spChg>
        <pc:spChg chg="del">
          <ac:chgData name="Mitra, Sayan" userId="5f9b069e-390c-41f3-af3f-6bd4b0fb9710" providerId="ADAL" clId="{FDEC2B61-D4EA-4824-82DA-C0AD1E09A0C0}" dt="2022-06-28T06:02:11.213" v="232" actId="478"/>
          <ac:spMkLst>
            <pc:docMk/>
            <pc:sldMk cId="2763198061" sldId="1123"/>
            <ac:spMk id="9" creationId="{13816957-EFE1-4922-B973-9B830849429F}"/>
          </ac:spMkLst>
        </pc:spChg>
        <pc:spChg chg="mod">
          <ac:chgData name="Mitra, Sayan" userId="5f9b069e-390c-41f3-af3f-6bd4b0fb9710" providerId="ADAL" clId="{FDEC2B61-D4EA-4824-82DA-C0AD1E09A0C0}" dt="2022-06-28T09:18:42.117" v="618" actId="20577"/>
          <ac:spMkLst>
            <pc:docMk/>
            <pc:sldMk cId="2763198061" sldId="1123"/>
            <ac:spMk id="31" creationId="{FE2CE1B7-882D-40A3-8926-E2F938813A18}"/>
          </ac:spMkLst>
        </pc:spChg>
        <pc:spChg chg="del">
          <ac:chgData name="Mitra, Sayan" userId="5f9b069e-390c-41f3-af3f-6bd4b0fb9710" providerId="ADAL" clId="{FDEC2B61-D4EA-4824-82DA-C0AD1E09A0C0}" dt="2022-06-28T06:02:11.213" v="232" actId="478"/>
          <ac:spMkLst>
            <pc:docMk/>
            <pc:sldMk cId="2763198061" sldId="1123"/>
            <ac:spMk id="34" creationId="{8B6BEF61-C33B-403D-BB16-50883D95D9A9}"/>
          </ac:spMkLst>
        </pc:spChg>
        <pc:spChg chg="del">
          <ac:chgData name="Mitra, Sayan" userId="5f9b069e-390c-41f3-af3f-6bd4b0fb9710" providerId="ADAL" clId="{FDEC2B61-D4EA-4824-82DA-C0AD1E09A0C0}" dt="2022-06-28T06:02:11.213" v="232" actId="478"/>
          <ac:spMkLst>
            <pc:docMk/>
            <pc:sldMk cId="2763198061" sldId="1123"/>
            <ac:spMk id="35" creationId="{E9DC2DFB-3F77-45A3-B39A-C16919F0D5F7}"/>
          </ac:spMkLst>
        </pc:spChg>
        <pc:spChg chg="del">
          <ac:chgData name="Mitra, Sayan" userId="5f9b069e-390c-41f3-af3f-6bd4b0fb9710" providerId="ADAL" clId="{FDEC2B61-D4EA-4824-82DA-C0AD1E09A0C0}" dt="2022-06-28T06:02:11.213" v="232" actId="478"/>
          <ac:spMkLst>
            <pc:docMk/>
            <pc:sldMk cId="2763198061" sldId="1123"/>
            <ac:spMk id="37" creationId="{21952265-2973-4FB2-971F-989C1C938CAE}"/>
          </ac:spMkLst>
        </pc:spChg>
        <pc:spChg chg="del">
          <ac:chgData name="Mitra, Sayan" userId="5f9b069e-390c-41f3-af3f-6bd4b0fb9710" providerId="ADAL" clId="{FDEC2B61-D4EA-4824-82DA-C0AD1E09A0C0}" dt="2022-06-28T06:02:11.213" v="232" actId="478"/>
          <ac:spMkLst>
            <pc:docMk/>
            <pc:sldMk cId="2763198061" sldId="1123"/>
            <ac:spMk id="43" creationId="{D18E98AB-37FA-4152-AE94-6C86AB90B19A}"/>
          </ac:spMkLst>
        </pc:spChg>
        <pc:spChg chg="del">
          <ac:chgData name="Mitra, Sayan" userId="5f9b069e-390c-41f3-af3f-6bd4b0fb9710" providerId="ADAL" clId="{FDEC2B61-D4EA-4824-82DA-C0AD1E09A0C0}" dt="2022-06-28T06:02:11.213" v="232" actId="478"/>
          <ac:spMkLst>
            <pc:docMk/>
            <pc:sldMk cId="2763198061" sldId="1123"/>
            <ac:spMk id="44" creationId="{0B7E72B8-5EC8-E448-BEB9-F94ACDD63003}"/>
          </ac:spMkLst>
        </pc:spChg>
        <pc:spChg chg="del">
          <ac:chgData name="Mitra, Sayan" userId="5f9b069e-390c-41f3-af3f-6bd4b0fb9710" providerId="ADAL" clId="{FDEC2B61-D4EA-4824-82DA-C0AD1E09A0C0}" dt="2022-06-28T06:02:11.213" v="232" actId="478"/>
          <ac:spMkLst>
            <pc:docMk/>
            <pc:sldMk cId="2763198061" sldId="1123"/>
            <ac:spMk id="45" creationId="{731D1FD0-8245-F343-93B4-566139492C23}"/>
          </ac:spMkLst>
        </pc:spChg>
        <pc:spChg chg="del">
          <ac:chgData name="Mitra, Sayan" userId="5f9b069e-390c-41f3-af3f-6bd4b0fb9710" providerId="ADAL" clId="{FDEC2B61-D4EA-4824-82DA-C0AD1E09A0C0}" dt="2022-06-28T06:02:11.213" v="232" actId="478"/>
          <ac:spMkLst>
            <pc:docMk/>
            <pc:sldMk cId="2763198061" sldId="1123"/>
            <ac:spMk id="46" creationId="{66B03893-5B1A-B743-A76C-0EB52503A61B}"/>
          </ac:spMkLst>
        </pc:spChg>
        <pc:spChg chg="del">
          <ac:chgData name="Mitra, Sayan" userId="5f9b069e-390c-41f3-af3f-6bd4b0fb9710" providerId="ADAL" clId="{FDEC2B61-D4EA-4824-82DA-C0AD1E09A0C0}" dt="2022-06-28T06:02:11.213" v="232" actId="478"/>
          <ac:spMkLst>
            <pc:docMk/>
            <pc:sldMk cId="2763198061" sldId="1123"/>
            <ac:spMk id="47" creationId="{8524FE45-9DC0-0C4E-95CE-B46961F677FE}"/>
          </ac:spMkLst>
        </pc:spChg>
        <pc:spChg chg="del">
          <ac:chgData name="Mitra, Sayan" userId="5f9b069e-390c-41f3-af3f-6bd4b0fb9710" providerId="ADAL" clId="{FDEC2B61-D4EA-4824-82DA-C0AD1E09A0C0}" dt="2022-06-28T06:02:11.213" v="232" actId="478"/>
          <ac:spMkLst>
            <pc:docMk/>
            <pc:sldMk cId="2763198061" sldId="1123"/>
            <ac:spMk id="53" creationId="{AF48D792-38BB-B44F-8F9A-FCCF316E183E}"/>
          </ac:spMkLst>
        </pc:spChg>
        <pc:spChg chg="del">
          <ac:chgData name="Mitra, Sayan" userId="5f9b069e-390c-41f3-af3f-6bd4b0fb9710" providerId="ADAL" clId="{FDEC2B61-D4EA-4824-82DA-C0AD1E09A0C0}" dt="2022-06-28T06:02:11.213" v="232" actId="478"/>
          <ac:spMkLst>
            <pc:docMk/>
            <pc:sldMk cId="2763198061" sldId="1123"/>
            <ac:spMk id="55" creationId="{EC2BCEA2-57BF-B542-88D7-AED6E573CBFB}"/>
          </ac:spMkLst>
        </pc:spChg>
        <pc:spChg chg="del">
          <ac:chgData name="Mitra, Sayan" userId="5f9b069e-390c-41f3-af3f-6bd4b0fb9710" providerId="ADAL" clId="{FDEC2B61-D4EA-4824-82DA-C0AD1E09A0C0}" dt="2022-06-28T06:02:11.213" v="232" actId="478"/>
          <ac:spMkLst>
            <pc:docMk/>
            <pc:sldMk cId="2763198061" sldId="1123"/>
            <ac:spMk id="56" creationId="{1BBD6106-4E95-425A-B059-CCD9873162B6}"/>
          </ac:spMkLst>
        </pc:spChg>
        <pc:spChg chg="del">
          <ac:chgData name="Mitra, Sayan" userId="5f9b069e-390c-41f3-af3f-6bd4b0fb9710" providerId="ADAL" clId="{FDEC2B61-D4EA-4824-82DA-C0AD1E09A0C0}" dt="2022-06-28T06:02:11.213" v="232" actId="478"/>
          <ac:spMkLst>
            <pc:docMk/>
            <pc:sldMk cId="2763198061" sldId="1123"/>
            <ac:spMk id="57" creationId="{731A014E-17C4-4099-BD34-B09C10F3DC47}"/>
          </ac:spMkLst>
        </pc:spChg>
        <pc:spChg chg="del">
          <ac:chgData name="Mitra, Sayan" userId="5f9b069e-390c-41f3-af3f-6bd4b0fb9710" providerId="ADAL" clId="{FDEC2B61-D4EA-4824-82DA-C0AD1E09A0C0}" dt="2022-06-28T06:02:11.213" v="232" actId="478"/>
          <ac:spMkLst>
            <pc:docMk/>
            <pc:sldMk cId="2763198061" sldId="1123"/>
            <ac:spMk id="67" creationId="{E72A17FD-B808-42FE-8F09-2A41DEB1749C}"/>
          </ac:spMkLst>
        </pc:spChg>
        <pc:spChg chg="del">
          <ac:chgData name="Mitra, Sayan" userId="5f9b069e-390c-41f3-af3f-6bd4b0fb9710" providerId="ADAL" clId="{FDEC2B61-D4EA-4824-82DA-C0AD1E09A0C0}" dt="2022-06-28T06:02:11.213" v="232" actId="478"/>
          <ac:spMkLst>
            <pc:docMk/>
            <pc:sldMk cId="2763198061" sldId="1123"/>
            <ac:spMk id="68" creationId="{8981C679-2B1C-4AC5-9C6C-AE44D9F48F46}"/>
          </ac:spMkLst>
        </pc:spChg>
        <pc:spChg chg="del">
          <ac:chgData name="Mitra, Sayan" userId="5f9b069e-390c-41f3-af3f-6bd4b0fb9710" providerId="ADAL" clId="{FDEC2B61-D4EA-4824-82DA-C0AD1E09A0C0}" dt="2022-06-28T06:02:11.213" v="232" actId="478"/>
          <ac:spMkLst>
            <pc:docMk/>
            <pc:sldMk cId="2763198061" sldId="1123"/>
            <ac:spMk id="69" creationId="{F6C93D57-721F-4890-A9DA-19D73614A443}"/>
          </ac:spMkLst>
        </pc:spChg>
        <pc:spChg chg="del">
          <ac:chgData name="Mitra, Sayan" userId="5f9b069e-390c-41f3-af3f-6bd4b0fb9710" providerId="ADAL" clId="{FDEC2B61-D4EA-4824-82DA-C0AD1E09A0C0}" dt="2022-06-28T06:02:11.213" v="232" actId="478"/>
          <ac:spMkLst>
            <pc:docMk/>
            <pc:sldMk cId="2763198061" sldId="1123"/>
            <ac:spMk id="70" creationId="{6962224C-6AFF-46CB-BA9A-FB750C3CE549}"/>
          </ac:spMkLst>
        </pc:spChg>
        <pc:spChg chg="del">
          <ac:chgData name="Mitra, Sayan" userId="5f9b069e-390c-41f3-af3f-6bd4b0fb9710" providerId="ADAL" clId="{FDEC2B61-D4EA-4824-82DA-C0AD1E09A0C0}" dt="2022-06-28T06:02:11.213" v="232" actId="478"/>
          <ac:spMkLst>
            <pc:docMk/>
            <pc:sldMk cId="2763198061" sldId="1123"/>
            <ac:spMk id="71" creationId="{46C47A8C-4334-45B7-BB68-824425B76055}"/>
          </ac:spMkLst>
        </pc:spChg>
        <pc:spChg chg="del">
          <ac:chgData name="Mitra, Sayan" userId="5f9b069e-390c-41f3-af3f-6bd4b0fb9710" providerId="ADAL" clId="{FDEC2B61-D4EA-4824-82DA-C0AD1E09A0C0}" dt="2022-06-28T06:02:11.213" v="232" actId="478"/>
          <ac:spMkLst>
            <pc:docMk/>
            <pc:sldMk cId="2763198061" sldId="1123"/>
            <ac:spMk id="72" creationId="{40ACA70B-3894-4CC8-A445-D6A2620E096E}"/>
          </ac:spMkLst>
        </pc:spChg>
        <pc:spChg chg="del">
          <ac:chgData name="Mitra, Sayan" userId="5f9b069e-390c-41f3-af3f-6bd4b0fb9710" providerId="ADAL" clId="{FDEC2B61-D4EA-4824-82DA-C0AD1E09A0C0}" dt="2022-06-28T06:02:11.213" v="232" actId="478"/>
          <ac:spMkLst>
            <pc:docMk/>
            <pc:sldMk cId="2763198061" sldId="1123"/>
            <ac:spMk id="73" creationId="{A96B36C5-C9EB-41A0-BD00-9AF2C980F2DE}"/>
          </ac:spMkLst>
        </pc:spChg>
        <pc:spChg chg="del">
          <ac:chgData name="Mitra, Sayan" userId="5f9b069e-390c-41f3-af3f-6bd4b0fb9710" providerId="ADAL" clId="{FDEC2B61-D4EA-4824-82DA-C0AD1E09A0C0}" dt="2022-06-28T06:02:11.213" v="232" actId="478"/>
          <ac:spMkLst>
            <pc:docMk/>
            <pc:sldMk cId="2763198061" sldId="1123"/>
            <ac:spMk id="74" creationId="{B8F5D0EE-96D5-478E-918D-E29F14EABE2B}"/>
          </ac:spMkLst>
        </pc:spChg>
        <pc:spChg chg="del">
          <ac:chgData name="Mitra, Sayan" userId="5f9b069e-390c-41f3-af3f-6bd4b0fb9710" providerId="ADAL" clId="{FDEC2B61-D4EA-4824-82DA-C0AD1E09A0C0}" dt="2022-06-28T06:02:11.213" v="232" actId="478"/>
          <ac:spMkLst>
            <pc:docMk/>
            <pc:sldMk cId="2763198061" sldId="1123"/>
            <ac:spMk id="75" creationId="{A2825DAD-B1A2-4B16-AEDD-5D0A5E0BBD3E}"/>
          </ac:spMkLst>
        </pc:spChg>
        <pc:spChg chg="del">
          <ac:chgData name="Mitra, Sayan" userId="5f9b069e-390c-41f3-af3f-6bd4b0fb9710" providerId="ADAL" clId="{FDEC2B61-D4EA-4824-82DA-C0AD1E09A0C0}" dt="2022-06-28T06:02:11.213" v="232" actId="478"/>
          <ac:spMkLst>
            <pc:docMk/>
            <pc:sldMk cId="2763198061" sldId="1123"/>
            <ac:spMk id="76" creationId="{1D597739-BB01-4512-A098-8536D90D02EE}"/>
          </ac:spMkLst>
        </pc:spChg>
        <pc:spChg chg="del">
          <ac:chgData name="Mitra, Sayan" userId="5f9b069e-390c-41f3-af3f-6bd4b0fb9710" providerId="ADAL" clId="{FDEC2B61-D4EA-4824-82DA-C0AD1E09A0C0}" dt="2022-06-28T06:02:11.213" v="232" actId="478"/>
          <ac:spMkLst>
            <pc:docMk/>
            <pc:sldMk cId="2763198061" sldId="1123"/>
            <ac:spMk id="88" creationId="{C6F58E3F-7BD9-484E-BD74-2151A1CD64AD}"/>
          </ac:spMkLst>
        </pc:spChg>
        <pc:spChg chg="del">
          <ac:chgData name="Mitra, Sayan" userId="5f9b069e-390c-41f3-af3f-6bd4b0fb9710" providerId="ADAL" clId="{FDEC2B61-D4EA-4824-82DA-C0AD1E09A0C0}" dt="2022-06-28T06:02:11.213" v="232" actId="478"/>
          <ac:spMkLst>
            <pc:docMk/>
            <pc:sldMk cId="2763198061" sldId="1123"/>
            <ac:spMk id="89" creationId="{B9B9A862-F9AC-4C0B-99CF-EB8F402E5801}"/>
          </ac:spMkLst>
        </pc:spChg>
        <pc:spChg chg="del">
          <ac:chgData name="Mitra, Sayan" userId="5f9b069e-390c-41f3-af3f-6bd4b0fb9710" providerId="ADAL" clId="{FDEC2B61-D4EA-4824-82DA-C0AD1E09A0C0}" dt="2022-06-28T06:02:11.213" v="232" actId="478"/>
          <ac:spMkLst>
            <pc:docMk/>
            <pc:sldMk cId="2763198061" sldId="1123"/>
            <ac:spMk id="90" creationId="{3568BCCE-2EAE-4480-93DD-3FA3B6EC352A}"/>
          </ac:spMkLst>
        </pc:spChg>
        <pc:spChg chg="del">
          <ac:chgData name="Mitra, Sayan" userId="5f9b069e-390c-41f3-af3f-6bd4b0fb9710" providerId="ADAL" clId="{FDEC2B61-D4EA-4824-82DA-C0AD1E09A0C0}" dt="2022-06-28T06:02:11.213" v="232" actId="478"/>
          <ac:spMkLst>
            <pc:docMk/>
            <pc:sldMk cId="2763198061" sldId="1123"/>
            <ac:spMk id="91" creationId="{B3E031F3-86B4-4AEE-8BBE-142BAD82D99E}"/>
          </ac:spMkLst>
        </pc:spChg>
        <pc:spChg chg="del">
          <ac:chgData name="Mitra, Sayan" userId="5f9b069e-390c-41f3-af3f-6bd4b0fb9710" providerId="ADAL" clId="{FDEC2B61-D4EA-4824-82DA-C0AD1E09A0C0}" dt="2022-06-28T06:02:11.213" v="232" actId="478"/>
          <ac:spMkLst>
            <pc:docMk/>
            <pc:sldMk cId="2763198061" sldId="1123"/>
            <ac:spMk id="97" creationId="{98A30F08-9294-4AC1-9975-063A25891D64}"/>
          </ac:spMkLst>
        </pc:spChg>
        <pc:spChg chg="del">
          <ac:chgData name="Mitra, Sayan" userId="5f9b069e-390c-41f3-af3f-6bd4b0fb9710" providerId="ADAL" clId="{FDEC2B61-D4EA-4824-82DA-C0AD1E09A0C0}" dt="2022-06-28T06:02:11.213" v="232" actId="478"/>
          <ac:spMkLst>
            <pc:docMk/>
            <pc:sldMk cId="2763198061" sldId="1123"/>
            <ac:spMk id="98" creationId="{1FAB82BA-5E22-45A1-A075-4FDBE78741E7}"/>
          </ac:spMkLst>
        </pc:spChg>
        <pc:spChg chg="del">
          <ac:chgData name="Mitra, Sayan" userId="5f9b069e-390c-41f3-af3f-6bd4b0fb9710" providerId="ADAL" clId="{FDEC2B61-D4EA-4824-82DA-C0AD1E09A0C0}" dt="2022-06-28T06:02:11.213" v="232" actId="478"/>
          <ac:spMkLst>
            <pc:docMk/>
            <pc:sldMk cId="2763198061" sldId="1123"/>
            <ac:spMk id="99" creationId="{FCEA781C-0590-41F7-9965-A02DA5D4AE3E}"/>
          </ac:spMkLst>
        </pc:spChg>
        <pc:spChg chg="del">
          <ac:chgData name="Mitra, Sayan" userId="5f9b069e-390c-41f3-af3f-6bd4b0fb9710" providerId="ADAL" clId="{FDEC2B61-D4EA-4824-82DA-C0AD1E09A0C0}" dt="2022-06-28T06:02:11.213" v="232" actId="478"/>
          <ac:spMkLst>
            <pc:docMk/>
            <pc:sldMk cId="2763198061" sldId="1123"/>
            <ac:spMk id="100" creationId="{106671D1-F131-447E-8BFC-A9D8DA307D8E}"/>
          </ac:spMkLst>
        </pc:spChg>
        <pc:spChg chg="del">
          <ac:chgData name="Mitra, Sayan" userId="5f9b069e-390c-41f3-af3f-6bd4b0fb9710" providerId="ADAL" clId="{FDEC2B61-D4EA-4824-82DA-C0AD1E09A0C0}" dt="2022-06-28T06:02:11.213" v="232" actId="478"/>
          <ac:spMkLst>
            <pc:docMk/>
            <pc:sldMk cId="2763198061" sldId="1123"/>
            <ac:spMk id="101" creationId="{6E6FD7CE-AB4C-462F-ABA4-45E6380E9A11}"/>
          </ac:spMkLst>
        </pc:spChg>
        <pc:spChg chg="del">
          <ac:chgData name="Mitra, Sayan" userId="5f9b069e-390c-41f3-af3f-6bd4b0fb9710" providerId="ADAL" clId="{FDEC2B61-D4EA-4824-82DA-C0AD1E09A0C0}" dt="2022-06-28T06:02:11.213" v="232" actId="478"/>
          <ac:spMkLst>
            <pc:docMk/>
            <pc:sldMk cId="2763198061" sldId="1123"/>
            <ac:spMk id="102" creationId="{035BF57A-3300-406D-9695-381597A2EF29}"/>
          </ac:spMkLst>
        </pc:spChg>
        <pc:spChg chg="del">
          <ac:chgData name="Mitra, Sayan" userId="5f9b069e-390c-41f3-af3f-6bd4b0fb9710" providerId="ADAL" clId="{FDEC2B61-D4EA-4824-82DA-C0AD1E09A0C0}" dt="2022-06-28T06:02:11.213" v="232" actId="478"/>
          <ac:spMkLst>
            <pc:docMk/>
            <pc:sldMk cId="2763198061" sldId="1123"/>
            <ac:spMk id="103" creationId="{434A6736-124F-4028-B199-F67EA890D89D}"/>
          </ac:spMkLst>
        </pc:spChg>
        <pc:spChg chg="del">
          <ac:chgData name="Mitra, Sayan" userId="5f9b069e-390c-41f3-af3f-6bd4b0fb9710" providerId="ADAL" clId="{FDEC2B61-D4EA-4824-82DA-C0AD1E09A0C0}" dt="2022-06-28T06:02:11.213" v="232" actId="478"/>
          <ac:spMkLst>
            <pc:docMk/>
            <pc:sldMk cId="2763198061" sldId="1123"/>
            <ac:spMk id="104" creationId="{CDCCCECC-AE40-4F3F-8088-E63F868FF642}"/>
          </ac:spMkLst>
        </pc:spChg>
        <pc:spChg chg="del">
          <ac:chgData name="Mitra, Sayan" userId="5f9b069e-390c-41f3-af3f-6bd4b0fb9710" providerId="ADAL" clId="{FDEC2B61-D4EA-4824-82DA-C0AD1E09A0C0}" dt="2022-06-28T06:02:11.213" v="232" actId="478"/>
          <ac:spMkLst>
            <pc:docMk/>
            <pc:sldMk cId="2763198061" sldId="1123"/>
            <ac:spMk id="105" creationId="{4007489D-EAE2-45BD-84CE-48219A833E19}"/>
          </ac:spMkLst>
        </pc:spChg>
        <pc:spChg chg="del">
          <ac:chgData name="Mitra, Sayan" userId="5f9b069e-390c-41f3-af3f-6bd4b0fb9710" providerId="ADAL" clId="{FDEC2B61-D4EA-4824-82DA-C0AD1E09A0C0}" dt="2022-06-28T06:02:11.213" v="232" actId="478"/>
          <ac:spMkLst>
            <pc:docMk/>
            <pc:sldMk cId="2763198061" sldId="1123"/>
            <ac:spMk id="106" creationId="{B3478B6A-3163-424E-A0E8-B208EAFDB1B5}"/>
          </ac:spMkLst>
        </pc:spChg>
        <pc:spChg chg="del">
          <ac:chgData name="Mitra, Sayan" userId="5f9b069e-390c-41f3-af3f-6bd4b0fb9710" providerId="ADAL" clId="{FDEC2B61-D4EA-4824-82DA-C0AD1E09A0C0}" dt="2022-06-28T06:02:11.213" v="232" actId="478"/>
          <ac:spMkLst>
            <pc:docMk/>
            <pc:sldMk cId="2763198061" sldId="1123"/>
            <ac:spMk id="107" creationId="{A1AE89F6-F550-4CE3-A8C2-7B97C21460BE}"/>
          </ac:spMkLst>
        </pc:spChg>
        <pc:spChg chg="del">
          <ac:chgData name="Mitra, Sayan" userId="5f9b069e-390c-41f3-af3f-6bd4b0fb9710" providerId="ADAL" clId="{FDEC2B61-D4EA-4824-82DA-C0AD1E09A0C0}" dt="2022-06-28T06:02:11.213" v="232" actId="478"/>
          <ac:spMkLst>
            <pc:docMk/>
            <pc:sldMk cId="2763198061" sldId="1123"/>
            <ac:spMk id="108" creationId="{9B44DE7B-2FB4-4518-A0EF-C2F379F80B9C}"/>
          </ac:spMkLst>
        </pc:spChg>
        <pc:spChg chg="del">
          <ac:chgData name="Mitra, Sayan" userId="5f9b069e-390c-41f3-af3f-6bd4b0fb9710" providerId="ADAL" clId="{FDEC2B61-D4EA-4824-82DA-C0AD1E09A0C0}" dt="2022-06-28T06:02:11.213" v="232" actId="478"/>
          <ac:spMkLst>
            <pc:docMk/>
            <pc:sldMk cId="2763198061" sldId="1123"/>
            <ac:spMk id="109" creationId="{4C039D3B-5ACE-43A8-AAEA-F43D5E2A25B0}"/>
          </ac:spMkLst>
        </pc:spChg>
        <pc:spChg chg="del">
          <ac:chgData name="Mitra, Sayan" userId="5f9b069e-390c-41f3-af3f-6bd4b0fb9710" providerId="ADAL" clId="{FDEC2B61-D4EA-4824-82DA-C0AD1E09A0C0}" dt="2022-06-28T06:02:11.213" v="232" actId="478"/>
          <ac:spMkLst>
            <pc:docMk/>
            <pc:sldMk cId="2763198061" sldId="1123"/>
            <ac:spMk id="110" creationId="{3315AC3E-6255-4D79-ACB3-BEF33B696D8A}"/>
          </ac:spMkLst>
        </pc:spChg>
        <pc:spChg chg="del">
          <ac:chgData name="Mitra, Sayan" userId="5f9b069e-390c-41f3-af3f-6bd4b0fb9710" providerId="ADAL" clId="{FDEC2B61-D4EA-4824-82DA-C0AD1E09A0C0}" dt="2022-06-28T06:02:11.213" v="232" actId="478"/>
          <ac:spMkLst>
            <pc:docMk/>
            <pc:sldMk cId="2763198061" sldId="1123"/>
            <ac:spMk id="111" creationId="{FF1D175B-93B1-4DD8-AA49-9F2FCFE3C501}"/>
          </ac:spMkLst>
        </pc:spChg>
        <pc:spChg chg="del">
          <ac:chgData name="Mitra, Sayan" userId="5f9b069e-390c-41f3-af3f-6bd4b0fb9710" providerId="ADAL" clId="{FDEC2B61-D4EA-4824-82DA-C0AD1E09A0C0}" dt="2022-06-28T06:02:11.213" v="232" actId="478"/>
          <ac:spMkLst>
            <pc:docMk/>
            <pc:sldMk cId="2763198061" sldId="1123"/>
            <ac:spMk id="112" creationId="{965F7C31-8BE3-4006-B566-5CA02FCC0E72}"/>
          </ac:spMkLst>
        </pc:spChg>
        <pc:spChg chg="del">
          <ac:chgData name="Mitra, Sayan" userId="5f9b069e-390c-41f3-af3f-6bd4b0fb9710" providerId="ADAL" clId="{FDEC2B61-D4EA-4824-82DA-C0AD1E09A0C0}" dt="2022-06-28T06:02:11.213" v="232" actId="478"/>
          <ac:spMkLst>
            <pc:docMk/>
            <pc:sldMk cId="2763198061" sldId="1123"/>
            <ac:spMk id="113" creationId="{7F9F36FA-7B4E-4428-BC85-065250E36826}"/>
          </ac:spMkLst>
        </pc:spChg>
        <pc:spChg chg="del">
          <ac:chgData name="Mitra, Sayan" userId="5f9b069e-390c-41f3-af3f-6bd4b0fb9710" providerId="ADAL" clId="{FDEC2B61-D4EA-4824-82DA-C0AD1E09A0C0}" dt="2022-06-28T06:02:11.213" v="232" actId="478"/>
          <ac:spMkLst>
            <pc:docMk/>
            <pc:sldMk cId="2763198061" sldId="1123"/>
            <ac:spMk id="114" creationId="{03265242-6377-4C0F-8705-7C3132A00EA0}"/>
          </ac:spMkLst>
        </pc:spChg>
        <pc:spChg chg="del">
          <ac:chgData name="Mitra, Sayan" userId="5f9b069e-390c-41f3-af3f-6bd4b0fb9710" providerId="ADAL" clId="{FDEC2B61-D4EA-4824-82DA-C0AD1E09A0C0}" dt="2022-06-28T06:02:11.213" v="232" actId="478"/>
          <ac:spMkLst>
            <pc:docMk/>
            <pc:sldMk cId="2763198061" sldId="1123"/>
            <ac:spMk id="115" creationId="{EA81BA4D-27D0-4436-B931-2797550FCEE6}"/>
          </ac:spMkLst>
        </pc:spChg>
        <pc:spChg chg="del">
          <ac:chgData name="Mitra, Sayan" userId="5f9b069e-390c-41f3-af3f-6bd4b0fb9710" providerId="ADAL" clId="{FDEC2B61-D4EA-4824-82DA-C0AD1E09A0C0}" dt="2022-06-28T06:02:11.213" v="232" actId="478"/>
          <ac:spMkLst>
            <pc:docMk/>
            <pc:sldMk cId="2763198061" sldId="1123"/>
            <ac:spMk id="116" creationId="{EE29E42B-4D99-4BDB-B6B0-B649364C2868}"/>
          </ac:spMkLst>
        </pc:spChg>
        <pc:spChg chg="del">
          <ac:chgData name="Mitra, Sayan" userId="5f9b069e-390c-41f3-af3f-6bd4b0fb9710" providerId="ADAL" clId="{FDEC2B61-D4EA-4824-82DA-C0AD1E09A0C0}" dt="2022-06-28T06:02:11.213" v="232" actId="478"/>
          <ac:spMkLst>
            <pc:docMk/>
            <pc:sldMk cId="2763198061" sldId="1123"/>
            <ac:spMk id="117" creationId="{10B15D39-1D98-46EE-A98E-042D0B00F92F}"/>
          </ac:spMkLst>
        </pc:spChg>
        <pc:spChg chg="del">
          <ac:chgData name="Mitra, Sayan" userId="5f9b069e-390c-41f3-af3f-6bd4b0fb9710" providerId="ADAL" clId="{FDEC2B61-D4EA-4824-82DA-C0AD1E09A0C0}" dt="2022-06-28T06:02:11.213" v="232" actId="478"/>
          <ac:spMkLst>
            <pc:docMk/>
            <pc:sldMk cId="2763198061" sldId="1123"/>
            <ac:spMk id="118" creationId="{64B51825-1C5C-4293-8416-1D4C7F144D5F}"/>
          </ac:spMkLst>
        </pc:spChg>
        <pc:spChg chg="del">
          <ac:chgData name="Mitra, Sayan" userId="5f9b069e-390c-41f3-af3f-6bd4b0fb9710" providerId="ADAL" clId="{FDEC2B61-D4EA-4824-82DA-C0AD1E09A0C0}" dt="2022-06-28T06:02:11.213" v="232" actId="478"/>
          <ac:spMkLst>
            <pc:docMk/>
            <pc:sldMk cId="2763198061" sldId="1123"/>
            <ac:spMk id="119" creationId="{E28B3EAD-2B51-4328-8696-C087A81FF0F9}"/>
          </ac:spMkLst>
        </pc:spChg>
        <pc:spChg chg="del">
          <ac:chgData name="Mitra, Sayan" userId="5f9b069e-390c-41f3-af3f-6bd4b0fb9710" providerId="ADAL" clId="{FDEC2B61-D4EA-4824-82DA-C0AD1E09A0C0}" dt="2022-06-28T06:02:11.213" v="232" actId="478"/>
          <ac:spMkLst>
            <pc:docMk/>
            <pc:sldMk cId="2763198061" sldId="1123"/>
            <ac:spMk id="120" creationId="{5DF9CDD6-27C3-41A7-96AC-9775DDDCA212}"/>
          </ac:spMkLst>
        </pc:spChg>
        <pc:spChg chg="del">
          <ac:chgData name="Mitra, Sayan" userId="5f9b069e-390c-41f3-af3f-6bd4b0fb9710" providerId="ADAL" clId="{FDEC2B61-D4EA-4824-82DA-C0AD1E09A0C0}" dt="2022-06-28T06:02:11.213" v="232" actId="478"/>
          <ac:spMkLst>
            <pc:docMk/>
            <pc:sldMk cId="2763198061" sldId="1123"/>
            <ac:spMk id="121" creationId="{62E701B9-A012-4CE9-9650-A68AE08B784A}"/>
          </ac:spMkLst>
        </pc:spChg>
        <pc:spChg chg="del">
          <ac:chgData name="Mitra, Sayan" userId="5f9b069e-390c-41f3-af3f-6bd4b0fb9710" providerId="ADAL" clId="{FDEC2B61-D4EA-4824-82DA-C0AD1E09A0C0}" dt="2022-06-28T06:02:11.213" v="232" actId="478"/>
          <ac:spMkLst>
            <pc:docMk/>
            <pc:sldMk cId="2763198061" sldId="1123"/>
            <ac:spMk id="122" creationId="{0998241E-4172-47A9-97F4-6CDA532D1DA2}"/>
          </ac:spMkLst>
        </pc:spChg>
        <pc:spChg chg="del">
          <ac:chgData name="Mitra, Sayan" userId="5f9b069e-390c-41f3-af3f-6bd4b0fb9710" providerId="ADAL" clId="{FDEC2B61-D4EA-4824-82DA-C0AD1E09A0C0}" dt="2022-06-28T06:02:11.213" v="232" actId="478"/>
          <ac:spMkLst>
            <pc:docMk/>
            <pc:sldMk cId="2763198061" sldId="1123"/>
            <ac:spMk id="123" creationId="{BF546267-5232-4FE1-8322-F911EA0C7472}"/>
          </ac:spMkLst>
        </pc:spChg>
        <pc:spChg chg="del">
          <ac:chgData name="Mitra, Sayan" userId="5f9b069e-390c-41f3-af3f-6bd4b0fb9710" providerId="ADAL" clId="{FDEC2B61-D4EA-4824-82DA-C0AD1E09A0C0}" dt="2022-06-28T06:02:11.213" v="232" actId="478"/>
          <ac:spMkLst>
            <pc:docMk/>
            <pc:sldMk cId="2763198061" sldId="1123"/>
            <ac:spMk id="124" creationId="{5544360C-F7E6-438C-83C6-499D94A00524}"/>
          </ac:spMkLst>
        </pc:spChg>
        <pc:spChg chg="del">
          <ac:chgData name="Mitra, Sayan" userId="5f9b069e-390c-41f3-af3f-6bd4b0fb9710" providerId="ADAL" clId="{FDEC2B61-D4EA-4824-82DA-C0AD1E09A0C0}" dt="2022-06-28T06:02:11.213" v="232" actId="478"/>
          <ac:spMkLst>
            <pc:docMk/>
            <pc:sldMk cId="2763198061" sldId="1123"/>
            <ac:spMk id="125" creationId="{030506DB-0231-4061-A44A-0B9C52826AE7}"/>
          </ac:spMkLst>
        </pc:spChg>
        <pc:spChg chg="del">
          <ac:chgData name="Mitra, Sayan" userId="5f9b069e-390c-41f3-af3f-6bd4b0fb9710" providerId="ADAL" clId="{FDEC2B61-D4EA-4824-82DA-C0AD1E09A0C0}" dt="2022-06-28T06:02:11.213" v="232" actId="478"/>
          <ac:spMkLst>
            <pc:docMk/>
            <pc:sldMk cId="2763198061" sldId="1123"/>
            <ac:spMk id="126" creationId="{97422626-7FD3-4776-A7B7-1885F81AF80C}"/>
          </ac:spMkLst>
        </pc:spChg>
        <pc:grpChg chg="del">
          <ac:chgData name="Mitra, Sayan" userId="5f9b069e-390c-41f3-af3f-6bd4b0fb9710" providerId="ADAL" clId="{FDEC2B61-D4EA-4824-82DA-C0AD1E09A0C0}" dt="2022-06-28T06:02:11.213" v="232" actId="478"/>
          <ac:grpSpMkLst>
            <pc:docMk/>
            <pc:sldMk cId="2763198061" sldId="1123"/>
            <ac:grpSpMk id="8" creationId="{00000000-0000-0000-0000-000000000000}"/>
          </ac:grpSpMkLst>
        </pc:grpChg>
        <pc:cxnChg chg="del">
          <ac:chgData name="Mitra, Sayan" userId="5f9b069e-390c-41f3-af3f-6bd4b0fb9710" providerId="ADAL" clId="{FDEC2B61-D4EA-4824-82DA-C0AD1E09A0C0}" dt="2022-06-28T06:02:11.213" v="232" actId="478"/>
          <ac:cxnSpMkLst>
            <pc:docMk/>
            <pc:sldMk cId="2763198061" sldId="1123"/>
            <ac:cxnSpMk id="6" creationId="{D3E30862-C783-4843-8612-EC62F9B4F041}"/>
          </ac:cxnSpMkLst>
        </pc:cxnChg>
        <pc:cxnChg chg="del">
          <ac:chgData name="Mitra, Sayan" userId="5f9b069e-390c-41f3-af3f-6bd4b0fb9710" providerId="ADAL" clId="{FDEC2B61-D4EA-4824-82DA-C0AD1E09A0C0}" dt="2022-06-28T06:02:11.213" v="232" actId="478"/>
          <ac:cxnSpMkLst>
            <pc:docMk/>
            <pc:sldMk cId="2763198061" sldId="1123"/>
            <ac:cxnSpMk id="96" creationId="{5A79B16D-A84D-45F4-AF62-9412AF9A9D1E}"/>
          </ac:cxnSpMkLst>
        </pc:cxnChg>
      </pc:sldChg>
      <pc:sldChg chg="addSp modSp add mod">
        <pc:chgData name="Mitra, Sayan" userId="5f9b069e-390c-41f3-af3f-6bd4b0fb9710" providerId="ADAL" clId="{FDEC2B61-D4EA-4824-82DA-C0AD1E09A0C0}" dt="2022-06-28T07:19:01.781" v="245" actId="20577"/>
        <pc:sldMkLst>
          <pc:docMk/>
          <pc:sldMk cId="3465684756" sldId="1139"/>
        </pc:sldMkLst>
        <pc:spChg chg="add mod">
          <ac:chgData name="Mitra, Sayan" userId="5f9b069e-390c-41f3-af3f-6bd4b0fb9710" providerId="ADAL" clId="{FDEC2B61-D4EA-4824-82DA-C0AD1E09A0C0}" dt="2022-06-28T07:19:01.781" v="245" actId="20577"/>
          <ac:spMkLst>
            <pc:docMk/>
            <pc:sldMk cId="3465684756" sldId="1139"/>
            <ac:spMk id="28" creationId="{2ACD16A9-90F8-4A51-823A-F32178C2EF6D}"/>
          </ac:spMkLst>
        </pc:spChg>
      </pc:sldChg>
      <pc:sldChg chg="addSp modSp add mod">
        <pc:chgData name="Mitra, Sayan" userId="5f9b069e-390c-41f3-af3f-6bd4b0fb9710" providerId="ADAL" clId="{FDEC2B61-D4EA-4824-82DA-C0AD1E09A0C0}" dt="2022-06-28T09:17:52.239" v="611" actId="20577"/>
        <pc:sldMkLst>
          <pc:docMk/>
          <pc:sldMk cId="2413619334" sldId="1144"/>
        </pc:sldMkLst>
        <pc:spChg chg="add mod">
          <ac:chgData name="Mitra, Sayan" userId="5f9b069e-390c-41f3-af3f-6bd4b0fb9710" providerId="ADAL" clId="{FDEC2B61-D4EA-4824-82DA-C0AD1E09A0C0}" dt="2022-06-28T09:17:52.239" v="611" actId="20577"/>
          <ac:spMkLst>
            <pc:docMk/>
            <pc:sldMk cId="2413619334" sldId="1144"/>
            <ac:spMk id="97" creationId="{4B840EC0-3657-44C7-97E4-68EEC8B80DE5}"/>
          </ac:spMkLst>
        </pc:spChg>
      </pc:sldChg>
      <pc:sldChg chg="delSp add mod">
        <pc:chgData name="Mitra, Sayan" userId="5f9b069e-390c-41f3-af3f-6bd4b0fb9710" providerId="ADAL" clId="{FDEC2B61-D4EA-4824-82DA-C0AD1E09A0C0}" dt="2022-06-28T05:53:29.892" v="231" actId="478"/>
        <pc:sldMkLst>
          <pc:docMk/>
          <pc:sldMk cId="2847178762" sldId="1161"/>
        </pc:sldMkLst>
        <pc:picChg chg="del">
          <ac:chgData name="Mitra, Sayan" userId="5f9b069e-390c-41f3-af3f-6bd4b0fb9710" providerId="ADAL" clId="{FDEC2B61-D4EA-4824-82DA-C0AD1E09A0C0}" dt="2022-06-28T05:53:29.892" v="231" actId="478"/>
          <ac:picMkLst>
            <pc:docMk/>
            <pc:sldMk cId="2847178762" sldId="1161"/>
            <ac:picMk id="67" creationId="{00000000-0000-0000-0000-000000000000}"/>
          </ac:picMkLst>
        </pc:picChg>
        <pc:picChg chg="del">
          <ac:chgData name="Mitra, Sayan" userId="5f9b069e-390c-41f3-af3f-6bd4b0fb9710" providerId="ADAL" clId="{FDEC2B61-D4EA-4824-82DA-C0AD1E09A0C0}" dt="2022-06-28T05:53:29.892" v="231" actId="478"/>
          <ac:picMkLst>
            <pc:docMk/>
            <pc:sldMk cId="2847178762" sldId="1161"/>
            <ac:picMk id="86" creationId="{00000000-0000-0000-0000-000000000000}"/>
          </ac:picMkLst>
        </pc:picChg>
        <pc:picChg chg="del">
          <ac:chgData name="Mitra, Sayan" userId="5f9b069e-390c-41f3-af3f-6bd4b0fb9710" providerId="ADAL" clId="{FDEC2B61-D4EA-4824-82DA-C0AD1E09A0C0}" dt="2022-06-28T05:53:29.892" v="231" actId="478"/>
          <ac:picMkLst>
            <pc:docMk/>
            <pc:sldMk cId="2847178762" sldId="1161"/>
            <ac:picMk id="96" creationId="{00000000-0000-0000-0000-000000000000}"/>
          </ac:picMkLst>
        </pc:picChg>
      </pc:sldChg>
      <pc:sldChg chg="del">
        <pc:chgData name="Mitra, Sayan" userId="5f9b069e-390c-41f3-af3f-6bd4b0fb9710" providerId="ADAL" clId="{FDEC2B61-D4EA-4824-82DA-C0AD1E09A0C0}" dt="2022-06-28T05:14:59.379" v="38" actId="47"/>
        <pc:sldMkLst>
          <pc:docMk/>
          <pc:sldMk cId="2787438812" sldId="1273"/>
        </pc:sldMkLst>
      </pc:sldChg>
      <pc:sldChg chg="addSp delSp modSp add mod">
        <pc:chgData name="Mitra, Sayan" userId="5f9b069e-390c-41f3-af3f-6bd4b0fb9710" providerId="ADAL" clId="{FDEC2B61-D4EA-4824-82DA-C0AD1E09A0C0}" dt="2022-06-28T09:17:39.289" v="606" actId="1076"/>
        <pc:sldMkLst>
          <pc:docMk/>
          <pc:sldMk cId="2056651951" sldId="1449"/>
        </pc:sldMkLst>
        <pc:spChg chg="add del">
          <ac:chgData name="Mitra, Sayan" userId="5f9b069e-390c-41f3-af3f-6bd4b0fb9710" providerId="ADAL" clId="{FDEC2B61-D4EA-4824-82DA-C0AD1E09A0C0}" dt="2022-06-28T07:14:17.197" v="239" actId="478"/>
          <ac:spMkLst>
            <pc:docMk/>
            <pc:sldMk cId="2056651951" sldId="1449"/>
            <ac:spMk id="5" creationId="{5A7538D1-9E50-454A-9560-8C08A455CD41}"/>
          </ac:spMkLst>
        </pc:spChg>
        <pc:spChg chg="del">
          <ac:chgData name="Mitra, Sayan" userId="5f9b069e-390c-41f3-af3f-6bd4b0fb9710" providerId="ADAL" clId="{FDEC2B61-D4EA-4824-82DA-C0AD1E09A0C0}" dt="2022-06-28T07:14:14.528" v="238" actId="478"/>
          <ac:spMkLst>
            <pc:docMk/>
            <pc:sldMk cId="2056651951" sldId="1449"/>
            <ac:spMk id="43" creationId="{00000000-0000-0000-0000-000000000000}"/>
          </ac:spMkLst>
        </pc:spChg>
        <pc:spChg chg="add mod">
          <ac:chgData name="Mitra, Sayan" userId="5f9b069e-390c-41f3-af3f-6bd4b0fb9710" providerId="ADAL" clId="{FDEC2B61-D4EA-4824-82DA-C0AD1E09A0C0}" dt="2022-06-28T09:17:39.289" v="606" actId="1076"/>
          <ac:spMkLst>
            <pc:docMk/>
            <pc:sldMk cId="2056651951" sldId="1449"/>
            <ac:spMk id="46" creationId="{78D8A209-B76F-4DB7-B7FE-0DD9B723009F}"/>
          </ac:spMkLst>
        </pc:spChg>
      </pc:sldChg>
      <pc:sldChg chg="addSp modSp add mod">
        <pc:chgData name="Mitra, Sayan" userId="5f9b069e-390c-41f3-af3f-6bd4b0fb9710" providerId="ADAL" clId="{FDEC2B61-D4EA-4824-82DA-C0AD1E09A0C0}" dt="2022-06-28T09:08:35.930" v="289" actId="20577"/>
        <pc:sldMkLst>
          <pc:docMk/>
          <pc:sldMk cId="4036808968" sldId="3321"/>
        </pc:sldMkLst>
        <pc:spChg chg="add mod">
          <ac:chgData name="Mitra, Sayan" userId="5f9b069e-390c-41f3-af3f-6bd4b0fb9710" providerId="ADAL" clId="{FDEC2B61-D4EA-4824-82DA-C0AD1E09A0C0}" dt="2022-06-28T09:08:35.930" v="289" actId="20577"/>
          <ac:spMkLst>
            <pc:docMk/>
            <pc:sldMk cId="4036808968" sldId="3321"/>
            <ac:spMk id="71" creationId="{74CFA79E-07A9-4E75-889E-2B26F8492518}"/>
          </ac:spMkLst>
        </pc:spChg>
      </pc:sldChg>
      <pc:sldChg chg="delSp modSp add del mod">
        <pc:chgData name="Mitra, Sayan" userId="5f9b069e-390c-41f3-af3f-6bd4b0fb9710" providerId="ADAL" clId="{FDEC2B61-D4EA-4824-82DA-C0AD1E09A0C0}" dt="2022-06-28T05:53:22.779" v="230" actId="47"/>
        <pc:sldMkLst>
          <pc:docMk/>
          <pc:sldMk cId="412177166" sldId="3331"/>
        </pc:sldMkLst>
        <pc:spChg chg="mod">
          <ac:chgData name="Mitra, Sayan" userId="5f9b069e-390c-41f3-af3f-6bd4b0fb9710" providerId="ADAL" clId="{FDEC2B61-D4EA-4824-82DA-C0AD1E09A0C0}" dt="2022-06-28T05:48:39.425" v="200" actId="20577"/>
          <ac:spMkLst>
            <pc:docMk/>
            <pc:sldMk cId="412177166" sldId="3331"/>
            <ac:spMk id="6" creationId="{00000000-0000-0000-0000-000000000000}"/>
          </ac:spMkLst>
        </pc:spChg>
        <pc:spChg chg="mod">
          <ac:chgData name="Mitra, Sayan" userId="5f9b069e-390c-41f3-af3f-6bd4b0fb9710" providerId="ADAL" clId="{FDEC2B61-D4EA-4824-82DA-C0AD1E09A0C0}" dt="2022-06-28T05:48:42.496" v="204" actId="20577"/>
          <ac:spMkLst>
            <pc:docMk/>
            <pc:sldMk cId="412177166" sldId="3331"/>
            <ac:spMk id="9" creationId="{00000000-0000-0000-0000-000000000000}"/>
          </ac:spMkLst>
        </pc:spChg>
        <pc:spChg chg="mod">
          <ac:chgData name="Mitra, Sayan" userId="5f9b069e-390c-41f3-af3f-6bd4b0fb9710" providerId="ADAL" clId="{FDEC2B61-D4EA-4824-82DA-C0AD1E09A0C0}" dt="2022-06-28T05:48:46.167" v="209" actId="20577"/>
          <ac:spMkLst>
            <pc:docMk/>
            <pc:sldMk cId="412177166" sldId="3331"/>
            <ac:spMk id="48" creationId="{00000000-0000-0000-0000-000000000000}"/>
          </ac:spMkLst>
        </pc:spChg>
        <pc:spChg chg="mod">
          <ac:chgData name="Mitra, Sayan" userId="5f9b069e-390c-41f3-af3f-6bd4b0fb9710" providerId="ADAL" clId="{FDEC2B61-D4EA-4824-82DA-C0AD1E09A0C0}" dt="2022-06-28T05:48:48.921" v="213" actId="20577"/>
          <ac:spMkLst>
            <pc:docMk/>
            <pc:sldMk cId="412177166" sldId="3331"/>
            <ac:spMk id="55" creationId="{00000000-0000-0000-0000-000000000000}"/>
          </ac:spMkLst>
        </pc:spChg>
        <pc:spChg chg="mod">
          <ac:chgData name="Mitra, Sayan" userId="5f9b069e-390c-41f3-af3f-6bd4b0fb9710" providerId="ADAL" clId="{FDEC2B61-D4EA-4824-82DA-C0AD1E09A0C0}" dt="2022-06-28T05:48:34.022" v="190" actId="20577"/>
          <ac:spMkLst>
            <pc:docMk/>
            <pc:sldMk cId="412177166" sldId="3331"/>
            <ac:spMk id="76" creationId="{00000000-0000-0000-0000-000000000000}"/>
          </ac:spMkLst>
        </pc:spChg>
        <pc:spChg chg="mod">
          <ac:chgData name="Mitra, Sayan" userId="5f9b069e-390c-41f3-af3f-6bd4b0fb9710" providerId="ADAL" clId="{FDEC2B61-D4EA-4824-82DA-C0AD1E09A0C0}" dt="2022-06-28T05:48:36.729" v="195" actId="20577"/>
          <ac:spMkLst>
            <pc:docMk/>
            <pc:sldMk cId="412177166" sldId="3331"/>
            <ac:spMk id="100" creationId="{00000000-0000-0000-0000-000000000000}"/>
          </ac:spMkLst>
        </pc:spChg>
        <pc:picChg chg="del">
          <ac:chgData name="Mitra, Sayan" userId="5f9b069e-390c-41f3-af3f-6bd4b0fb9710" providerId="ADAL" clId="{FDEC2B61-D4EA-4824-82DA-C0AD1E09A0C0}" dt="2022-06-28T05:48:19.092" v="181" actId="478"/>
          <ac:picMkLst>
            <pc:docMk/>
            <pc:sldMk cId="412177166" sldId="3331"/>
            <ac:picMk id="29" creationId="{00000000-0000-0000-0000-000000000000}"/>
          </ac:picMkLst>
        </pc:picChg>
        <pc:picChg chg="del">
          <ac:chgData name="Mitra, Sayan" userId="5f9b069e-390c-41f3-af3f-6bd4b0fb9710" providerId="ADAL" clId="{FDEC2B61-D4EA-4824-82DA-C0AD1E09A0C0}" dt="2022-06-28T05:48:25.078" v="183" actId="478"/>
          <ac:picMkLst>
            <pc:docMk/>
            <pc:sldMk cId="412177166" sldId="3331"/>
            <ac:picMk id="30" creationId="{00000000-0000-0000-0000-000000000000}"/>
          </ac:picMkLst>
        </pc:picChg>
        <pc:picChg chg="del">
          <ac:chgData name="Mitra, Sayan" userId="5f9b069e-390c-41f3-af3f-6bd4b0fb9710" providerId="ADAL" clId="{FDEC2B61-D4EA-4824-82DA-C0AD1E09A0C0}" dt="2022-06-28T05:48:27.261" v="184" actId="478"/>
          <ac:picMkLst>
            <pc:docMk/>
            <pc:sldMk cId="412177166" sldId="3331"/>
            <ac:picMk id="40" creationId="{00000000-0000-0000-0000-000000000000}"/>
          </ac:picMkLst>
        </pc:picChg>
        <pc:picChg chg="del">
          <ac:chgData name="Mitra, Sayan" userId="5f9b069e-390c-41f3-af3f-6bd4b0fb9710" providerId="ADAL" clId="{FDEC2B61-D4EA-4824-82DA-C0AD1E09A0C0}" dt="2022-06-28T05:48:29.746" v="185" actId="478"/>
          <ac:picMkLst>
            <pc:docMk/>
            <pc:sldMk cId="412177166" sldId="3331"/>
            <ac:picMk id="60" creationId="{00000000-0000-0000-0000-000000000000}"/>
          </ac:picMkLst>
        </pc:picChg>
        <pc:picChg chg="del">
          <ac:chgData name="Mitra, Sayan" userId="5f9b069e-390c-41f3-af3f-6bd4b0fb9710" providerId="ADAL" clId="{FDEC2B61-D4EA-4824-82DA-C0AD1E09A0C0}" dt="2022-06-28T05:48:22.199" v="182" actId="478"/>
          <ac:picMkLst>
            <pc:docMk/>
            <pc:sldMk cId="412177166" sldId="3331"/>
            <ac:picMk id="102" creationId="{00000000-0000-0000-0000-000000000000}"/>
          </ac:picMkLst>
        </pc:picChg>
      </pc:sldChg>
      <pc:sldChg chg="addSp delSp modSp add mod">
        <pc:chgData name="Mitra, Sayan" userId="5f9b069e-390c-41f3-af3f-6bd4b0fb9710" providerId="ADAL" clId="{FDEC2B61-D4EA-4824-82DA-C0AD1E09A0C0}" dt="2022-06-28T09:18:51.493" v="620"/>
        <pc:sldMkLst>
          <pc:docMk/>
          <pc:sldMk cId="3931086963" sldId="3332"/>
        </pc:sldMkLst>
        <pc:spChg chg="add del mod">
          <ac:chgData name="Mitra, Sayan" userId="5f9b069e-390c-41f3-af3f-6bd4b0fb9710" providerId="ADAL" clId="{FDEC2B61-D4EA-4824-82DA-C0AD1E09A0C0}" dt="2022-06-28T09:18:51.044" v="619" actId="478"/>
          <ac:spMkLst>
            <pc:docMk/>
            <pc:sldMk cId="3931086963" sldId="3332"/>
            <ac:spMk id="96" creationId="{ED7ED550-46D1-42D1-864C-E72AD814BD98}"/>
          </ac:spMkLst>
        </pc:spChg>
        <pc:spChg chg="add mod">
          <ac:chgData name="Mitra, Sayan" userId="5f9b069e-390c-41f3-af3f-6bd4b0fb9710" providerId="ADAL" clId="{FDEC2B61-D4EA-4824-82DA-C0AD1E09A0C0}" dt="2022-06-28T09:18:51.493" v="620"/>
          <ac:spMkLst>
            <pc:docMk/>
            <pc:sldMk cId="3931086963" sldId="3332"/>
            <ac:spMk id="112" creationId="{3E373AA0-FC72-4D88-A821-E57F4B2D924F}"/>
          </ac:spMkLst>
        </pc:spChg>
      </pc:sldChg>
      <pc:sldChg chg="modSp mod">
        <pc:chgData name="Mitra, Sayan" userId="5f9b069e-390c-41f3-af3f-6bd4b0fb9710" providerId="ADAL" clId="{FDEC2B61-D4EA-4824-82DA-C0AD1E09A0C0}" dt="2022-06-28T09:11:18.576" v="434" actId="6549"/>
        <pc:sldMkLst>
          <pc:docMk/>
          <pc:sldMk cId="3312490722" sldId="3971"/>
        </pc:sldMkLst>
        <pc:spChg chg="mod">
          <ac:chgData name="Mitra, Sayan" userId="5f9b069e-390c-41f3-af3f-6bd4b0fb9710" providerId="ADAL" clId="{FDEC2B61-D4EA-4824-82DA-C0AD1E09A0C0}" dt="2022-06-28T09:11:18.576" v="434" actId="6549"/>
          <ac:spMkLst>
            <pc:docMk/>
            <pc:sldMk cId="3312490722" sldId="3971"/>
            <ac:spMk id="2" creationId="{FD9E2819-8F4D-439D-A6D1-D0B800106549}"/>
          </ac:spMkLst>
        </pc:spChg>
      </pc:sldChg>
      <pc:sldChg chg="addSp modSp">
        <pc:chgData name="Mitra, Sayan" userId="5f9b069e-390c-41f3-af3f-6bd4b0fb9710" providerId="ADAL" clId="{FDEC2B61-D4EA-4824-82DA-C0AD1E09A0C0}" dt="2022-06-28T09:21:00.315" v="726"/>
        <pc:sldMkLst>
          <pc:docMk/>
          <pc:sldMk cId="2781786602" sldId="3975"/>
        </pc:sldMkLst>
        <pc:spChg chg="add mod">
          <ac:chgData name="Mitra, Sayan" userId="5f9b069e-390c-41f3-af3f-6bd4b0fb9710" providerId="ADAL" clId="{FDEC2B61-D4EA-4824-82DA-C0AD1E09A0C0}" dt="2022-06-28T09:21:00.315" v="726"/>
          <ac:spMkLst>
            <pc:docMk/>
            <pc:sldMk cId="2781786602" sldId="3975"/>
            <ac:spMk id="56" creationId="{8CB53F6E-3567-48F4-BC13-ACA0C098A125}"/>
          </ac:spMkLst>
        </pc:spChg>
      </pc:sldChg>
      <pc:sldChg chg="del">
        <pc:chgData name="Mitra, Sayan" userId="5f9b069e-390c-41f3-af3f-6bd4b0fb9710" providerId="ADAL" clId="{FDEC2B61-D4EA-4824-82DA-C0AD1E09A0C0}" dt="2022-06-28T09:08:00.446" v="279" actId="47"/>
        <pc:sldMkLst>
          <pc:docMk/>
          <pc:sldMk cId="2494901827" sldId="3976"/>
        </pc:sldMkLst>
      </pc:sldChg>
      <pc:sldChg chg="addSp modSp">
        <pc:chgData name="Mitra, Sayan" userId="5f9b069e-390c-41f3-af3f-6bd4b0fb9710" providerId="ADAL" clId="{FDEC2B61-D4EA-4824-82DA-C0AD1E09A0C0}" dt="2022-06-28T09:20:54.218" v="724"/>
        <pc:sldMkLst>
          <pc:docMk/>
          <pc:sldMk cId="2421038644" sldId="3982"/>
        </pc:sldMkLst>
        <pc:spChg chg="add mod">
          <ac:chgData name="Mitra, Sayan" userId="5f9b069e-390c-41f3-af3f-6bd4b0fb9710" providerId="ADAL" clId="{FDEC2B61-D4EA-4824-82DA-C0AD1E09A0C0}" dt="2022-06-28T09:20:54.218" v="724"/>
          <ac:spMkLst>
            <pc:docMk/>
            <pc:sldMk cId="2421038644" sldId="3982"/>
            <ac:spMk id="11" creationId="{A12B559C-D864-44A1-86C8-900941D766ED}"/>
          </ac:spMkLst>
        </pc:spChg>
      </pc:sldChg>
      <pc:sldChg chg="del">
        <pc:chgData name="Mitra, Sayan" userId="5f9b069e-390c-41f3-af3f-6bd4b0fb9710" providerId="ADAL" clId="{FDEC2B61-D4EA-4824-82DA-C0AD1E09A0C0}" dt="2022-06-28T05:24:55.262" v="176" actId="47"/>
        <pc:sldMkLst>
          <pc:docMk/>
          <pc:sldMk cId="1923269761" sldId="3983"/>
        </pc:sldMkLst>
      </pc:sldChg>
      <pc:sldChg chg="addSp modSp mod">
        <pc:chgData name="Mitra, Sayan" userId="5f9b069e-390c-41f3-af3f-6bd4b0fb9710" providerId="ADAL" clId="{FDEC2B61-D4EA-4824-82DA-C0AD1E09A0C0}" dt="2022-06-28T09:07:42.588" v="275" actId="6549"/>
        <pc:sldMkLst>
          <pc:docMk/>
          <pc:sldMk cId="1548796105" sldId="3985"/>
        </pc:sldMkLst>
        <pc:spChg chg="mod">
          <ac:chgData name="Mitra, Sayan" userId="5f9b069e-390c-41f3-af3f-6bd4b0fb9710" providerId="ADAL" clId="{FDEC2B61-D4EA-4824-82DA-C0AD1E09A0C0}" dt="2022-06-28T05:15:28.709" v="62" actId="6549"/>
          <ac:spMkLst>
            <pc:docMk/>
            <pc:sldMk cId="1548796105" sldId="3985"/>
            <ac:spMk id="2" creationId="{549FAAE2-AFB0-4B03-BE4B-376026BC4C1F}"/>
          </ac:spMkLst>
        </pc:spChg>
        <pc:spChg chg="add mod">
          <ac:chgData name="Mitra, Sayan" userId="5f9b069e-390c-41f3-af3f-6bd4b0fb9710" providerId="ADAL" clId="{FDEC2B61-D4EA-4824-82DA-C0AD1E09A0C0}" dt="2022-06-28T09:07:42.588" v="275" actId="6549"/>
          <ac:spMkLst>
            <pc:docMk/>
            <pc:sldMk cId="1548796105" sldId="3985"/>
            <ac:spMk id="3" creationId="{232C413D-E1BB-4255-B1FA-3B42F900F44B}"/>
          </ac:spMkLst>
        </pc:spChg>
      </pc:sldChg>
      <pc:sldChg chg="addSp modSp mod">
        <pc:chgData name="Mitra, Sayan" userId="5f9b069e-390c-41f3-af3f-6bd4b0fb9710" providerId="ADAL" clId="{FDEC2B61-D4EA-4824-82DA-C0AD1E09A0C0}" dt="2022-06-28T09:08:30.840" v="285" actId="20577"/>
        <pc:sldMkLst>
          <pc:docMk/>
          <pc:sldMk cId="1186650502" sldId="3986"/>
        </pc:sldMkLst>
        <pc:spChg chg="mod">
          <ac:chgData name="Mitra, Sayan" userId="5f9b069e-390c-41f3-af3f-6bd4b0fb9710" providerId="ADAL" clId="{FDEC2B61-D4EA-4824-82DA-C0AD1E09A0C0}" dt="2022-06-28T05:18:36.415" v="105" actId="313"/>
          <ac:spMkLst>
            <pc:docMk/>
            <pc:sldMk cId="1186650502" sldId="3986"/>
            <ac:spMk id="2" creationId="{F02F82D5-2DA0-494A-8694-A4C176CFA13A}"/>
          </ac:spMkLst>
        </pc:spChg>
        <pc:spChg chg="add mod">
          <ac:chgData name="Mitra, Sayan" userId="5f9b069e-390c-41f3-af3f-6bd4b0fb9710" providerId="ADAL" clId="{FDEC2B61-D4EA-4824-82DA-C0AD1E09A0C0}" dt="2022-06-28T09:08:30.840" v="285" actId="20577"/>
          <ac:spMkLst>
            <pc:docMk/>
            <pc:sldMk cId="1186650502" sldId="3986"/>
            <ac:spMk id="3" creationId="{E303F832-A0D8-4E61-A7C4-B3015B3AADCE}"/>
          </ac:spMkLst>
        </pc:spChg>
      </pc:sldChg>
      <pc:sldChg chg="del">
        <pc:chgData name="Mitra, Sayan" userId="5f9b069e-390c-41f3-af3f-6bd4b0fb9710" providerId="ADAL" clId="{FDEC2B61-D4EA-4824-82DA-C0AD1E09A0C0}" dt="2022-06-28T05:21:35.322" v="120" actId="47"/>
        <pc:sldMkLst>
          <pc:docMk/>
          <pc:sldMk cId="2288513161" sldId="3987"/>
        </pc:sldMkLst>
      </pc:sldChg>
      <pc:sldChg chg="del">
        <pc:chgData name="Mitra, Sayan" userId="5f9b069e-390c-41f3-af3f-6bd4b0fb9710" providerId="ADAL" clId="{FDEC2B61-D4EA-4824-82DA-C0AD1E09A0C0}" dt="2022-06-28T09:15:41.798" v="540" actId="47"/>
        <pc:sldMkLst>
          <pc:docMk/>
          <pc:sldMk cId="3504952011" sldId="3988"/>
        </pc:sldMkLst>
      </pc:sldChg>
      <pc:sldChg chg="del">
        <pc:chgData name="Mitra, Sayan" userId="5f9b069e-390c-41f3-af3f-6bd4b0fb9710" providerId="ADAL" clId="{FDEC2B61-D4EA-4824-82DA-C0AD1E09A0C0}" dt="2022-06-28T05:21:31.112" v="119" actId="47"/>
        <pc:sldMkLst>
          <pc:docMk/>
          <pc:sldMk cId="1487439021" sldId="3989"/>
        </pc:sldMkLst>
      </pc:sldChg>
      <pc:sldChg chg="add del">
        <pc:chgData name="Mitra, Sayan" userId="5f9b069e-390c-41f3-af3f-6bd4b0fb9710" providerId="ADAL" clId="{FDEC2B61-D4EA-4824-82DA-C0AD1E09A0C0}" dt="2022-06-28T07:13:57.162" v="236" actId="47"/>
        <pc:sldMkLst>
          <pc:docMk/>
          <pc:sldMk cId="2514403025" sldId="3990"/>
        </pc:sldMkLst>
      </pc:sldChg>
      <pc:sldChg chg="modSp del mod">
        <pc:chgData name="Mitra, Sayan" userId="5f9b069e-390c-41f3-af3f-6bd4b0fb9710" providerId="ADAL" clId="{FDEC2B61-D4EA-4824-82DA-C0AD1E09A0C0}" dt="2022-06-28T05:23:00.026" v="175" actId="47"/>
        <pc:sldMkLst>
          <pc:docMk/>
          <pc:sldMk cId="3530773131" sldId="3991"/>
        </pc:sldMkLst>
        <pc:spChg chg="mod">
          <ac:chgData name="Mitra, Sayan" userId="5f9b069e-390c-41f3-af3f-6bd4b0fb9710" providerId="ADAL" clId="{FDEC2B61-D4EA-4824-82DA-C0AD1E09A0C0}" dt="2022-06-28T05:22:53.766" v="173" actId="21"/>
          <ac:spMkLst>
            <pc:docMk/>
            <pc:sldMk cId="3530773131" sldId="3991"/>
            <ac:spMk id="2" creationId="{AAC25F98-4177-4E5E-A3E1-5EFD5B07874E}"/>
          </ac:spMkLst>
        </pc:spChg>
      </pc:sldChg>
      <pc:sldChg chg="del">
        <pc:chgData name="Mitra, Sayan" userId="5f9b069e-390c-41f3-af3f-6bd4b0fb9710" providerId="ADAL" clId="{FDEC2B61-D4EA-4824-82DA-C0AD1E09A0C0}" dt="2022-06-28T09:15:48.892" v="541" actId="47"/>
        <pc:sldMkLst>
          <pc:docMk/>
          <pc:sldMk cId="3493400062" sldId="3993"/>
        </pc:sldMkLst>
      </pc:sldChg>
      <pc:sldChg chg="modSp mod">
        <pc:chgData name="Mitra, Sayan" userId="5f9b069e-390c-41f3-af3f-6bd4b0fb9710" providerId="ADAL" clId="{FDEC2B61-D4EA-4824-82DA-C0AD1E09A0C0}" dt="2022-06-28T09:16:36.622" v="564" actId="20577"/>
        <pc:sldMkLst>
          <pc:docMk/>
          <pc:sldMk cId="3867399006" sldId="3994"/>
        </pc:sldMkLst>
        <pc:spChg chg="mod">
          <ac:chgData name="Mitra, Sayan" userId="5f9b069e-390c-41f3-af3f-6bd4b0fb9710" providerId="ADAL" clId="{FDEC2B61-D4EA-4824-82DA-C0AD1E09A0C0}" dt="2022-06-28T09:16:36.622" v="564" actId="20577"/>
          <ac:spMkLst>
            <pc:docMk/>
            <pc:sldMk cId="3867399006" sldId="3994"/>
            <ac:spMk id="2" creationId="{9EDB63B2-238D-4B76-AAF8-404000511533}"/>
          </ac:spMkLst>
        </pc:spChg>
      </pc:sldChg>
      <pc:sldChg chg="addSp modSp">
        <pc:chgData name="Mitra, Sayan" userId="5f9b069e-390c-41f3-af3f-6bd4b0fb9710" providerId="ADAL" clId="{FDEC2B61-D4EA-4824-82DA-C0AD1E09A0C0}" dt="2022-06-28T09:18:55.398" v="621"/>
        <pc:sldMkLst>
          <pc:docMk/>
          <pc:sldMk cId="55561715" sldId="3995"/>
        </pc:sldMkLst>
        <pc:spChg chg="add mod">
          <ac:chgData name="Mitra, Sayan" userId="5f9b069e-390c-41f3-af3f-6bd4b0fb9710" providerId="ADAL" clId="{FDEC2B61-D4EA-4824-82DA-C0AD1E09A0C0}" dt="2022-06-28T09:18:55.398" v="621"/>
          <ac:spMkLst>
            <pc:docMk/>
            <pc:sldMk cId="55561715" sldId="3995"/>
            <ac:spMk id="4" creationId="{FCE0FBDD-549E-40C0-B70C-EF1D6E2AC4C5}"/>
          </ac:spMkLst>
        </pc:spChg>
        <pc:graphicFrameChg chg="add mod">
          <ac:chgData name="Mitra, Sayan" userId="5f9b069e-390c-41f3-af3f-6bd4b0fb9710" providerId="ADAL" clId="{FDEC2B61-D4EA-4824-82DA-C0AD1E09A0C0}" dt="2022-06-28T06:02:29.207" v="233"/>
          <ac:graphicFrameMkLst>
            <pc:docMk/>
            <pc:sldMk cId="55561715" sldId="3995"/>
            <ac:graphicFrameMk id="3" creationId="{F2FDFF3B-08D1-4E12-9356-7F6CFA48CDB7}"/>
          </ac:graphicFrameMkLst>
        </pc:graphicFrameChg>
      </pc:sldChg>
      <pc:sldChg chg="addSp modSp mod">
        <pc:chgData name="Mitra, Sayan" userId="5f9b069e-390c-41f3-af3f-6bd4b0fb9710" providerId="ADAL" clId="{FDEC2B61-D4EA-4824-82DA-C0AD1E09A0C0}" dt="2022-06-28T09:19:52.784" v="654" actId="20577"/>
        <pc:sldMkLst>
          <pc:docMk/>
          <pc:sldMk cId="854952118" sldId="3996"/>
        </pc:sldMkLst>
        <pc:spChg chg="mod">
          <ac:chgData name="Mitra, Sayan" userId="5f9b069e-390c-41f3-af3f-6bd4b0fb9710" providerId="ADAL" clId="{FDEC2B61-D4EA-4824-82DA-C0AD1E09A0C0}" dt="2022-06-28T09:19:52.784" v="654" actId="20577"/>
          <ac:spMkLst>
            <pc:docMk/>
            <pc:sldMk cId="854952118" sldId="3996"/>
            <ac:spMk id="2" creationId="{61C5F1A7-8D4F-4109-A678-FE777B3562C5}"/>
          </ac:spMkLst>
        </pc:spChg>
        <pc:spChg chg="add mod">
          <ac:chgData name="Mitra, Sayan" userId="5f9b069e-390c-41f3-af3f-6bd4b0fb9710" providerId="ADAL" clId="{FDEC2B61-D4EA-4824-82DA-C0AD1E09A0C0}" dt="2022-06-28T09:19:30.631" v="641" actId="20577"/>
          <ac:spMkLst>
            <pc:docMk/>
            <pc:sldMk cId="854952118" sldId="3996"/>
            <ac:spMk id="3" creationId="{15599FA9-8921-4ED8-A9D2-BED2B1A60E45}"/>
          </ac:spMkLst>
        </pc:spChg>
      </pc:sldChg>
      <pc:sldChg chg="addSp modSp mod">
        <pc:chgData name="Mitra, Sayan" userId="5f9b069e-390c-41f3-af3f-6bd4b0fb9710" providerId="ADAL" clId="{FDEC2B61-D4EA-4824-82DA-C0AD1E09A0C0}" dt="2022-06-28T09:19:57.045" v="661" actId="20577"/>
        <pc:sldMkLst>
          <pc:docMk/>
          <pc:sldMk cId="1251110085" sldId="3997"/>
        </pc:sldMkLst>
        <pc:spChg chg="mod">
          <ac:chgData name="Mitra, Sayan" userId="5f9b069e-390c-41f3-af3f-6bd4b0fb9710" providerId="ADAL" clId="{FDEC2B61-D4EA-4824-82DA-C0AD1E09A0C0}" dt="2022-06-28T09:19:57.045" v="661" actId="20577"/>
          <ac:spMkLst>
            <pc:docMk/>
            <pc:sldMk cId="1251110085" sldId="3997"/>
            <ac:spMk id="2" creationId="{2846909B-919F-42E2-8D37-A820165205F7}"/>
          </ac:spMkLst>
        </pc:spChg>
        <pc:spChg chg="add mod">
          <ac:chgData name="Mitra, Sayan" userId="5f9b069e-390c-41f3-af3f-6bd4b0fb9710" providerId="ADAL" clId="{FDEC2B61-D4EA-4824-82DA-C0AD1E09A0C0}" dt="2022-06-28T09:19:34.796" v="642"/>
          <ac:spMkLst>
            <pc:docMk/>
            <pc:sldMk cId="1251110085" sldId="3997"/>
            <ac:spMk id="3" creationId="{08FE0DCC-BED3-489C-853D-A0AEB2EF7FDE}"/>
          </ac:spMkLst>
        </pc:spChg>
      </pc:sldChg>
      <pc:sldChg chg="addSp modSp mod">
        <pc:chgData name="Mitra, Sayan" userId="5f9b069e-390c-41f3-af3f-6bd4b0fb9710" providerId="ADAL" clId="{FDEC2B61-D4EA-4824-82DA-C0AD1E09A0C0}" dt="2022-06-28T09:20:01.586" v="668" actId="20577"/>
        <pc:sldMkLst>
          <pc:docMk/>
          <pc:sldMk cId="3622479343" sldId="3998"/>
        </pc:sldMkLst>
        <pc:spChg chg="mod">
          <ac:chgData name="Mitra, Sayan" userId="5f9b069e-390c-41f3-af3f-6bd4b0fb9710" providerId="ADAL" clId="{FDEC2B61-D4EA-4824-82DA-C0AD1E09A0C0}" dt="2022-06-28T09:20:01.586" v="668" actId="20577"/>
          <ac:spMkLst>
            <pc:docMk/>
            <pc:sldMk cId="3622479343" sldId="3998"/>
            <ac:spMk id="2" creationId="{DD7CF07E-B093-4605-A575-E7327988478D}"/>
          </ac:spMkLst>
        </pc:spChg>
        <pc:spChg chg="add mod">
          <ac:chgData name="Mitra, Sayan" userId="5f9b069e-390c-41f3-af3f-6bd4b0fb9710" providerId="ADAL" clId="{FDEC2B61-D4EA-4824-82DA-C0AD1E09A0C0}" dt="2022-06-28T09:19:36.999" v="643"/>
          <ac:spMkLst>
            <pc:docMk/>
            <pc:sldMk cId="3622479343" sldId="3998"/>
            <ac:spMk id="3" creationId="{C5EEBECB-009F-4C7F-9BED-C936FE63C5D1}"/>
          </ac:spMkLst>
        </pc:spChg>
      </pc:sldChg>
      <pc:sldChg chg="addSp modSp mod">
        <pc:chgData name="Mitra, Sayan" userId="5f9b069e-390c-41f3-af3f-6bd4b0fb9710" providerId="ADAL" clId="{FDEC2B61-D4EA-4824-82DA-C0AD1E09A0C0}" dt="2022-06-28T09:20:09.207" v="682" actId="20577"/>
        <pc:sldMkLst>
          <pc:docMk/>
          <pc:sldMk cId="2191807869" sldId="3999"/>
        </pc:sldMkLst>
        <pc:spChg chg="mod">
          <ac:chgData name="Mitra, Sayan" userId="5f9b069e-390c-41f3-af3f-6bd4b0fb9710" providerId="ADAL" clId="{FDEC2B61-D4EA-4824-82DA-C0AD1E09A0C0}" dt="2022-06-28T09:20:09.207" v="682" actId="20577"/>
          <ac:spMkLst>
            <pc:docMk/>
            <pc:sldMk cId="2191807869" sldId="3999"/>
            <ac:spMk id="2" creationId="{6DF75290-C87B-4E6B-A33D-DB3ACA957991}"/>
          </ac:spMkLst>
        </pc:spChg>
        <pc:spChg chg="add mod">
          <ac:chgData name="Mitra, Sayan" userId="5f9b069e-390c-41f3-af3f-6bd4b0fb9710" providerId="ADAL" clId="{FDEC2B61-D4EA-4824-82DA-C0AD1E09A0C0}" dt="2022-06-28T09:19:41.738" v="645"/>
          <ac:spMkLst>
            <pc:docMk/>
            <pc:sldMk cId="2191807869" sldId="3999"/>
            <ac:spMk id="3" creationId="{A3265D73-7717-4AF7-A3F6-8FA4EEB6A7EF}"/>
          </ac:spMkLst>
        </pc:spChg>
      </pc:sldChg>
      <pc:sldChg chg="addSp modSp mod">
        <pc:chgData name="Mitra, Sayan" userId="5f9b069e-390c-41f3-af3f-6bd4b0fb9710" providerId="ADAL" clId="{FDEC2B61-D4EA-4824-82DA-C0AD1E09A0C0}" dt="2022-06-28T09:20:05.473" v="675" actId="20577"/>
        <pc:sldMkLst>
          <pc:docMk/>
          <pc:sldMk cId="1717065486" sldId="4000"/>
        </pc:sldMkLst>
        <pc:spChg chg="mod">
          <ac:chgData name="Mitra, Sayan" userId="5f9b069e-390c-41f3-af3f-6bd4b0fb9710" providerId="ADAL" clId="{FDEC2B61-D4EA-4824-82DA-C0AD1E09A0C0}" dt="2022-06-28T09:20:05.473" v="675" actId="20577"/>
          <ac:spMkLst>
            <pc:docMk/>
            <pc:sldMk cId="1717065486" sldId="4000"/>
            <ac:spMk id="2" creationId="{D3374EDE-848B-4351-B2BB-A21ACBA83017}"/>
          </ac:spMkLst>
        </pc:spChg>
        <pc:spChg chg="add mod">
          <ac:chgData name="Mitra, Sayan" userId="5f9b069e-390c-41f3-af3f-6bd4b0fb9710" providerId="ADAL" clId="{FDEC2B61-D4EA-4824-82DA-C0AD1E09A0C0}" dt="2022-06-28T09:19:39.468" v="644"/>
          <ac:spMkLst>
            <pc:docMk/>
            <pc:sldMk cId="1717065486" sldId="4000"/>
            <ac:spMk id="3" creationId="{04DB15E9-CE4D-478A-875A-C1999AE4920D}"/>
          </ac:spMkLst>
        </pc:spChg>
      </pc:sldChg>
      <pc:sldChg chg="addSp modSp mod">
        <pc:chgData name="Mitra, Sayan" userId="5f9b069e-390c-41f3-af3f-6bd4b0fb9710" providerId="ADAL" clId="{FDEC2B61-D4EA-4824-82DA-C0AD1E09A0C0}" dt="2022-06-28T09:20:13.084" v="689" actId="20577"/>
        <pc:sldMkLst>
          <pc:docMk/>
          <pc:sldMk cId="537019356" sldId="4001"/>
        </pc:sldMkLst>
        <pc:spChg chg="mod">
          <ac:chgData name="Mitra, Sayan" userId="5f9b069e-390c-41f3-af3f-6bd4b0fb9710" providerId="ADAL" clId="{FDEC2B61-D4EA-4824-82DA-C0AD1E09A0C0}" dt="2022-06-28T09:20:13.084" v="689" actId="20577"/>
          <ac:spMkLst>
            <pc:docMk/>
            <pc:sldMk cId="537019356" sldId="4001"/>
            <ac:spMk id="2" creationId="{69A9F8BB-3A65-4C64-A8BC-A606E0755878}"/>
          </ac:spMkLst>
        </pc:spChg>
        <pc:spChg chg="add mod">
          <ac:chgData name="Mitra, Sayan" userId="5f9b069e-390c-41f3-af3f-6bd4b0fb9710" providerId="ADAL" clId="{FDEC2B61-D4EA-4824-82DA-C0AD1E09A0C0}" dt="2022-06-28T09:19:44.442" v="646"/>
          <ac:spMkLst>
            <pc:docMk/>
            <pc:sldMk cId="537019356" sldId="4001"/>
            <ac:spMk id="3" creationId="{E7596D80-8A10-43A5-B0E6-6FF74A58578C}"/>
          </ac:spMkLst>
        </pc:spChg>
      </pc:sldChg>
      <pc:sldChg chg="addSp modSp del mod">
        <pc:chgData name="Mitra, Sayan" userId="5f9b069e-390c-41f3-af3f-6bd4b0fb9710" providerId="ADAL" clId="{FDEC2B61-D4EA-4824-82DA-C0AD1E09A0C0}" dt="2022-06-28T11:03:35.112" v="968" actId="47"/>
        <pc:sldMkLst>
          <pc:docMk/>
          <pc:sldMk cId="2030115737" sldId="4002"/>
        </pc:sldMkLst>
        <pc:spChg chg="mod">
          <ac:chgData name="Mitra, Sayan" userId="5f9b069e-390c-41f3-af3f-6bd4b0fb9710" providerId="ADAL" clId="{FDEC2B61-D4EA-4824-82DA-C0AD1E09A0C0}" dt="2022-06-28T09:20:24.540" v="714" actId="20577"/>
          <ac:spMkLst>
            <pc:docMk/>
            <pc:sldMk cId="2030115737" sldId="4002"/>
            <ac:spMk id="2" creationId="{9DA57BF2-EF6C-4D32-B441-064A3C58C1CB}"/>
          </ac:spMkLst>
        </pc:spChg>
        <pc:spChg chg="add mod">
          <ac:chgData name="Mitra, Sayan" userId="5f9b069e-390c-41f3-af3f-6bd4b0fb9710" providerId="ADAL" clId="{FDEC2B61-D4EA-4824-82DA-C0AD1E09A0C0}" dt="2022-06-28T09:19:46.984" v="647"/>
          <ac:spMkLst>
            <pc:docMk/>
            <pc:sldMk cId="2030115737" sldId="4002"/>
            <ac:spMk id="3" creationId="{38875477-044B-4C43-BA9F-AE3F7A065644}"/>
          </ac:spMkLst>
        </pc:spChg>
      </pc:sldChg>
      <pc:sldChg chg="addSp modSp mod">
        <pc:chgData name="Mitra, Sayan" userId="5f9b069e-390c-41f3-af3f-6bd4b0fb9710" providerId="ADAL" clId="{FDEC2B61-D4EA-4824-82DA-C0AD1E09A0C0}" dt="2022-06-28T09:33:13.688" v="853" actId="20577"/>
        <pc:sldMkLst>
          <pc:docMk/>
          <pc:sldMk cId="3209615698" sldId="4005"/>
        </pc:sldMkLst>
        <pc:spChg chg="mod">
          <ac:chgData name="Mitra, Sayan" userId="5f9b069e-390c-41f3-af3f-6bd4b0fb9710" providerId="ADAL" clId="{FDEC2B61-D4EA-4824-82DA-C0AD1E09A0C0}" dt="2022-06-28T09:32:41.157" v="815" actId="20577"/>
          <ac:spMkLst>
            <pc:docMk/>
            <pc:sldMk cId="3209615698" sldId="4005"/>
            <ac:spMk id="2" creationId="{273376BB-D369-4164-BBB8-8D1B7427006F}"/>
          </ac:spMkLst>
        </pc:spChg>
        <pc:spChg chg="add mod">
          <ac:chgData name="Mitra, Sayan" userId="5f9b069e-390c-41f3-af3f-6bd4b0fb9710" providerId="ADAL" clId="{FDEC2B61-D4EA-4824-82DA-C0AD1E09A0C0}" dt="2022-06-28T09:33:13.688" v="853" actId="20577"/>
          <ac:spMkLst>
            <pc:docMk/>
            <pc:sldMk cId="3209615698" sldId="4005"/>
            <ac:spMk id="3" creationId="{99857407-D1B5-44A1-83FC-43C02CAA5EAD}"/>
          </ac:spMkLst>
        </pc:spChg>
      </pc:sldChg>
      <pc:sldChg chg="addSp modSp del">
        <pc:chgData name="Mitra, Sayan" userId="5f9b069e-390c-41f3-af3f-6bd4b0fb9710" providerId="ADAL" clId="{FDEC2B61-D4EA-4824-82DA-C0AD1E09A0C0}" dt="2022-06-28T11:01:37.563" v="966" actId="47"/>
        <pc:sldMkLst>
          <pc:docMk/>
          <pc:sldMk cId="2724543507" sldId="4007"/>
        </pc:sldMkLst>
        <pc:spChg chg="add mod">
          <ac:chgData name="Mitra, Sayan" userId="5f9b069e-390c-41f3-af3f-6bd4b0fb9710" providerId="ADAL" clId="{FDEC2B61-D4EA-4824-82DA-C0AD1E09A0C0}" dt="2022-06-28T09:33:38.925" v="865"/>
          <ac:spMkLst>
            <pc:docMk/>
            <pc:sldMk cId="2724543507" sldId="4007"/>
            <ac:spMk id="3" creationId="{4DD01677-85CA-48D0-84D5-082DA73A1489}"/>
          </ac:spMkLst>
        </pc:spChg>
      </pc:sldChg>
      <pc:sldChg chg="addSp modSp mod">
        <pc:chgData name="Mitra, Sayan" userId="5f9b069e-390c-41f3-af3f-6bd4b0fb9710" providerId="ADAL" clId="{FDEC2B61-D4EA-4824-82DA-C0AD1E09A0C0}" dt="2022-06-28T09:33:35.248" v="864" actId="20577"/>
        <pc:sldMkLst>
          <pc:docMk/>
          <pc:sldMk cId="3630096880" sldId="4008"/>
        </pc:sldMkLst>
        <pc:spChg chg="add mod">
          <ac:chgData name="Mitra, Sayan" userId="5f9b069e-390c-41f3-af3f-6bd4b0fb9710" providerId="ADAL" clId="{FDEC2B61-D4EA-4824-82DA-C0AD1E09A0C0}" dt="2022-06-28T09:33:35.248" v="864" actId="20577"/>
          <ac:spMkLst>
            <pc:docMk/>
            <pc:sldMk cId="3630096880" sldId="4008"/>
            <ac:spMk id="3" creationId="{65B31109-E6B1-4CFD-A7C5-FBA6D5A64019}"/>
          </ac:spMkLst>
        </pc:spChg>
      </pc:sldChg>
      <pc:sldChg chg="ord">
        <pc:chgData name="Mitra, Sayan" userId="5f9b069e-390c-41f3-af3f-6bd4b0fb9710" providerId="ADAL" clId="{FDEC2B61-D4EA-4824-82DA-C0AD1E09A0C0}" dt="2022-06-28T09:34:07.711" v="875"/>
        <pc:sldMkLst>
          <pc:docMk/>
          <pc:sldMk cId="2242146058" sldId="4009"/>
        </pc:sldMkLst>
      </pc:sldChg>
      <pc:sldChg chg="addSp modSp mod ord">
        <pc:chgData name="Mitra, Sayan" userId="5f9b069e-390c-41f3-af3f-6bd4b0fb9710" providerId="ADAL" clId="{FDEC2B61-D4EA-4824-82DA-C0AD1E09A0C0}" dt="2022-06-28T09:34:07.711" v="875"/>
        <pc:sldMkLst>
          <pc:docMk/>
          <pc:sldMk cId="1707497288" sldId="4010"/>
        </pc:sldMkLst>
        <pc:spChg chg="add mod">
          <ac:chgData name="Mitra, Sayan" userId="5f9b069e-390c-41f3-af3f-6bd4b0fb9710" providerId="ADAL" clId="{FDEC2B61-D4EA-4824-82DA-C0AD1E09A0C0}" dt="2022-06-28T09:33:51.423" v="871" actId="20577"/>
          <ac:spMkLst>
            <pc:docMk/>
            <pc:sldMk cId="1707497288" sldId="4010"/>
            <ac:spMk id="3" creationId="{936BBF82-FB4B-4E22-82F5-26DBC6B0FF74}"/>
          </ac:spMkLst>
        </pc:spChg>
      </pc:sldChg>
      <pc:sldChg chg="addSp modSp ord">
        <pc:chgData name="Mitra, Sayan" userId="5f9b069e-390c-41f3-af3f-6bd4b0fb9710" providerId="ADAL" clId="{FDEC2B61-D4EA-4824-82DA-C0AD1E09A0C0}" dt="2022-06-28T09:34:07.711" v="875"/>
        <pc:sldMkLst>
          <pc:docMk/>
          <pc:sldMk cId="3569400418" sldId="4011"/>
        </pc:sldMkLst>
        <pc:spChg chg="add mod">
          <ac:chgData name="Mitra, Sayan" userId="5f9b069e-390c-41f3-af3f-6bd4b0fb9710" providerId="ADAL" clId="{FDEC2B61-D4EA-4824-82DA-C0AD1E09A0C0}" dt="2022-06-28T09:33:55.769" v="872"/>
          <ac:spMkLst>
            <pc:docMk/>
            <pc:sldMk cId="3569400418" sldId="4011"/>
            <ac:spMk id="3" creationId="{BD0B0867-45CB-40E5-BFAD-666E3F02DFE2}"/>
          </ac:spMkLst>
        </pc:spChg>
      </pc:sldChg>
      <pc:sldChg chg="addSp modSp ord">
        <pc:chgData name="Mitra, Sayan" userId="5f9b069e-390c-41f3-af3f-6bd4b0fb9710" providerId="ADAL" clId="{FDEC2B61-D4EA-4824-82DA-C0AD1E09A0C0}" dt="2022-06-28T09:34:07.711" v="875"/>
        <pc:sldMkLst>
          <pc:docMk/>
          <pc:sldMk cId="2369176660" sldId="4012"/>
        </pc:sldMkLst>
        <pc:spChg chg="add mod">
          <ac:chgData name="Mitra, Sayan" userId="5f9b069e-390c-41f3-af3f-6bd4b0fb9710" providerId="ADAL" clId="{FDEC2B61-D4EA-4824-82DA-C0AD1E09A0C0}" dt="2022-06-28T09:33:58.795" v="873"/>
          <ac:spMkLst>
            <pc:docMk/>
            <pc:sldMk cId="2369176660" sldId="4012"/>
            <ac:spMk id="3" creationId="{3F36925D-9828-426A-84DF-E6340FD6DCBE}"/>
          </ac:spMkLst>
        </pc:spChg>
      </pc:sldChg>
      <pc:sldChg chg="addSp modSp mod">
        <pc:chgData name="Mitra, Sayan" userId="5f9b069e-390c-41f3-af3f-6bd4b0fb9710" providerId="ADAL" clId="{FDEC2B61-D4EA-4824-82DA-C0AD1E09A0C0}" dt="2022-06-28T09:32:34.986" v="802" actId="20577"/>
        <pc:sldMkLst>
          <pc:docMk/>
          <pc:sldMk cId="3927171300" sldId="4013"/>
        </pc:sldMkLst>
        <pc:spChg chg="mod">
          <ac:chgData name="Mitra, Sayan" userId="5f9b069e-390c-41f3-af3f-6bd4b0fb9710" providerId="ADAL" clId="{FDEC2B61-D4EA-4824-82DA-C0AD1E09A0C0}" dt="2022-06-28T09:32:34.986" v="802" actId="20577"/>
          <ac:spMkLst>
            <pc:docMk/>
            <pc:sldMk cId="3927171300" sldId="4013"/>
            <ac:spMk id="2" creationId="{05A405A3-621C-4564-993A-53E173F512C0}"/>
          </ac:spMkLst>
        </pc:spChg>
        <pc:spChg chg="add mod">
          <ac:chgData name="Mitra, Sayan" userId="5f9b069e-390c-41f3-af3f-6bd4b0fb9710" providerId="ADAL" clId="{FDEC2B61-D4EA-4824-82DA-C0AD1E09A0C0}" dt="2022-06-28T09:22:03.859" v="765" actId="20577"/>
          <ac:spMkLst>
            <pc:docMk/>
            <pc:sldMk cId="3927171300" sldId="4013"/>
            <ac:spMk id="3" creationId="{386AE64B-36DB-4320-92CA-4D16341ACA17}"/>
          </ac:spMkLst>
        </pc:spChg>
      </pc:sldChg>
      <pc:sldChg chg="addSp delSp modSp mod">
        <pc:chgData name="Mitra, Sayan" userId="5f9b069e-390c-41f3-af3f-6bd4b0fb9710" providerId="ADAL" clId="{FDEC2B61-D4EA-4824-82DA-C0AD1E09A0C0}" dt="2022-06-28T09:09:05.919" v="293"/>
        <pc:sldMkLst>
          <pc:docMk/>
          <pc:sldMk cId="3702578110" sldId="4015"/>
        </pc:sldMkLst>
        <pc:spChg chg="add del mod">
          <ac:chgData name="Mitra, Sayan" userId="5f9b069e-390c-41f3-af3f-6bd4b0fb9710" providerId="ADAL" clId="{FDEC2B61-D4EA-4824-82DA-C0AD1E09A0C0}" dt="2022-06-28T09:09:05.465" v="292" actId="478"/>
          <ac:spMkLst>
            <pc:docMk/>
            <pc:sldMk cId="3702578110" sldId="4015"/>
            <ac:spMk id="3" creationId="{B42C50D6-0690-47A7-BDE9-D82A92738FAD}"/>
          </ac:spMkLst>
        </pc:spChg>
        <pc:spChg chg="add mod">
          <ac:chgData name="Mitra, Sayan" userId="5f9b069e-390c-41f3-af3f-6bd4b0fb9710" providerId="ADAL" clId="{FDEC2B61-D4EA-4824-82DA-C0AD1E09A0C0}" dt="2022-06-28T09:09:05.919" v="293"/>
          <ac:spMkLst>
            <pc:docMk/>
            <pc:sldMk cId="3702578110" sldId="4015"/>
            <ac:spMk id="4" creationId="{FC0C1C2E-E1A5-473C-B9EA-230E25F91262}"/>
          </ac:spMkLst>
        </pc:spChg>
      </pc:sldChg>
      <pc:sldChg chg="addSp modSp mod ord">
        <pc:chgData name="Mitra, Sayan" userId="5f9b069e-390c-41f3-af3f-6bd4b0fb9710" providerId="ADAL" clId="{FDEC2B61-D4EA-4824-82DA-C0AD1E09A0C0}" dt="2022-06-28T09:51:03.398" v="876" actId="14100"/>
        <pc:sldMkLst>
          <pc:docMk/>
          <pc:sldMk cId="1443572205" sldId="4016"/>
        </pc:sldMkLst>
        <pc:spChg chg="mod">
          <ac:chgData name="Mitra, Sayan" userId="5f9b069e-390c-41f3-af3f-6bd4b0fb9710" providerId="ADAL" clId="{FDEC2B61-D4EA-4824-82DA-C0AD1E09A0C0}" dt="2022-06-28T05:22:58.018" v="174"/>
          <ac:spMkLst>
            <pc:docMk/>
            <pc:sldMk cId="1443572205" sldId="4016"/>
            <ac:spMk id="2" creationId="{9EFDF1B9-E062-4194-B9AD-599B50A33613}"/>
          </ac:spMkLst>
        </pc:spChg>
        <pc:spChg chg="mod">
          <ac:chgData name="Mitra, Sayan" userId="5f9b069e-390c-41f3-af3f-6bd4b0fb9710" providerId="ADAL" clId="{FDEC2B61-D4EA-4824-82DA-C0AD1E09A0C0}" dt="2022-06-28T09:51:03.398" v="876" actId="14100"/>
          <ac:spMkLst>
            <pc:docMk/>
            <pc:sldMk cId="1443572205" sldId="4016"/>
            <ac:spMk id="62" creationId="{6EB9C241-D337-404B-9E5B-3DD65E12D676}"/>
          </ac:spMkLst>
        </pc:spChg>
        <pc:spChg chg="add mod">
          <ac:chgData name="Mitra, Sayan" userId="5f9b069e-390c-41f3-af3f-6bd4b0fb9710" providerId="ADAL" clId="{FDEC2B61-D4EA-4824-82DA-C0AD1E09A0C0}" dt="2022-06-28T07:19:31.322" v="270" actId="20577"/>
          <ac:spMkLst>
            <pc:docMk/>
            <pc:sldMk cId="1443572205" sldId="4016"/>
            <ac:spMk id="80" creationId="{F700DC20-D916-43E6-AE5E-366A06D98045}"/>
          </ac:spMkLst>
        </pc:spChg>
      </pc:sldChg>
      <pc:sldChg chg="addSp modSp">
        <pc:chgData name="Mitra, Sayan" userId="5f9b069e-390c-41f3-af3f-6bd4b0fb9710" providerId="ADAL" clId="{FDEC2B61-D4EA-4824-82DA-C0AD1E09A0C0}" dt="2022-06-28T09:21:04.289" v="727"/>
        <pc:sldMkLst>
          <pc:docMk/>
          <pc:sldMk cId="417164709" sldId="4017"/>
        </pc:sldMkLst>
        <pc:spChg chg="add mod">
          <ac:chgData name="Mitra, Sayan" userId="5f9b069e-390c-41f3-af3f-6bd4b0fb9710" providerId="ADAL" clId="{FDEC2B61-D4EA-4824-82DA-C0AD1E09A0C0}" dt="2022-06-28T09:21:04.289" v="727"/>
          <ac:spMkLst>
            <pc:docMk/>
            <pc:sldMk cId="417164709" sldId="4017"/>
            <ac:spMk id="4" creationId="{2BD6CF1D-DFEC-45A6-BE9C-4E354FE2957E}"/>
          </ac:spMkLst>
        </pc:spChg>
      </pc:sldChg>
      <pc:sldChg chg="addSp modSp">
        <pc:chgData name="Mitra, Sayan" userId="5f9b069e-390c-41f3-af3f-6bd4b0fb9710" providerId="ADAL" clId="{FDEC2B61-D4EA-4824-82DA-C0AD1E09A0C0}" dt="2022-06-28T09:21:06.972" v="728"/>
        <pc:sldMkLst>
          <pc:docMk/>
          <pc:sldMk cId="32219922" sldId="4018"/>
        </pc:sldMkLst>
        <pc:spChg chg="add mod">
          <ac:chgData name="Mitra, Sayan" userId="5f9b069e-390c-41f3-af3f-6bd4b0fb9710" providerId="ADAL" clId="{FDEC2B61-D4EA-4824-82DA-C0AD1E09A0C0}" dt="2022-06-28T09:21:06.972" v="728"/>
          <ac:spMkLst>
            <pc:docMk/>
            <pc:sldMk cId="32219922" sldId="4018"/>
            <ac:spMk id="5" creationId="{036A6C64-4902-469F-B79F-DDC864C8142B}"/>
          </ac:spMkLst>
        </pc:spChg>
      </pc:sldChg>
      <pc:sldChg chg="addSp modSp new del mod">
        <pc:chgData name="Mitra, Sayan" userId="5f9b069e-390c-41f3-af3f-6bd4b0fb9710" providerId="ADAL" clId="{FDEC2B61-D4EA-4824-82DA-C0AD1E09A0C0}" dt="2022-06-28T05:48:13.071" v="180" actId="47"/>
        <pc:sldMkLst>
          <pc:docMk/>
          <pc:sldMk cId="364771196" sldId="4019"/>
        </pc:sldMkLst>
        <pc:spChg chg="mod">
          <ac:chgData name="Mitra, Sayan" userId="5f9b069e-390c-41f3-af3f-6bd4b0fb9710" providerId="ADAL" clId="{FDEC2B61-D4EA-4824-82DA-C0AD1E09A0C0}" dt="2022-06-28T05:12:22.786" v="14" actId="20577"/>
          <ac:spMkLst>
            <pc:docMk/>
            <pc:sldMk cId="364771196" sldId="4019"/>
            <ac:spMk id="2" creationId="{6E82D7DF-B1A4-457D-9E29-F13B94A1D7A0}"/>
          </ac:spMkLst>
        </pc:spChg>
        <pc:spChg chg="add mod">
          <ac:chgData name="Mitra, Sayan" userId="5f9b069e-390c-41f3-af3f-6bd4b0fb9710" providerId="ADAL" clId="{FDEC2B61-D4EA-4824-82DA-C0AD1E09A0C0}" dt="2022-06-28T05:13:23.559" v="23" actId="20577"/>
          <ac:spMkLst>
            <pc:docMk/>
            <pc:sldMk cId="364771196" sldId="4019"/>
            <ac:spMk id="3" creationId="{EB43ACE7-A007-439D-9134-184F1D8F3B0F}"/>
          </ac:spMkLst>
        </pc:spChg>
      </pc:sldChg>
      <pc:sldChg chg="addSp modSp add">
        <pc:chgData name="Mitra, Sayan" userId="5f9b069e-390c-41f3-af3f-6bd4b0fb9710" providerId="ADAL" clId="{FDEC2B61-D4EA-4824-82DA-C0AD1E09A0C0}" dt="2022-06-28T09:18:25.492" v="612"/>
        <pc:sldMkLst>
          <pc:docMk/>
          <pc:sldMk cId="1642340587" sldId="4019"/>
        </pc:sldMkLst>
        <pc:spChg chg="add mod">
          <ac:chgData name="Mitra, Sayan" userId="5f9b069e-390c-41f3-af3f-6bd4b0fb9710" providerId="ADAL" clId="{FDEC2B61-D4EA-4824-82DA-C0AD1E09A0C0}" dt="2022-06-28T09:18:25.492" v="612"/>
          <ac:spMkLst>
            <pc:docMk/>
            <pc:sldMk cId="1642340587" sldId="4019"/>
            <ac:spMk id="127" creationId="{99ECD6C1-3BB1-4EB4-B4E3-6BB12B97847B}"/>
          </ac:spMkLst>
        </pc:spChg>
      </pc:sldChg>
      <pc:sldChg chg="add del">
        <pc:chgData name="Mitra, Sayan" userId="5f9b069e-390c-41f3-af3f-6bd4b0fb9710" providerId="ADAL" clId="{FDEC2B61-D4EA-4824-82DA-C0AD1E09A0C0}" dt="2022-06-28T09:08:02.700" v="280" actId="47"/>
        <pc:sldMkLst>
          <pc:docMk/>
          <pc:sldMk cId="2351341090" sldId="4020"/>
        </pc:sldMkLst>
      </pc:sldChg>
      <pc:sldChg chg="add">
        <pc:chgData name="Mitra, Sayan" userId="5f9b069e-390c-41f3-af3f-6bd4b0fb9710" providerId="ADAL" clId="{FDEC2B61-D4EA-4824-82DA-C0AD1E09A0C0}" dt="2022-06-28T09:10:19.138" v="314" actId="2890"/>
        <pc:sldMkLst>
          <pc:docMk/>
          <pc:sldMk cId="2369517524" sldId="4020"/>
        </pc:sldMkLst>
      </pc:sldChg>
      <pc:sldChg chg="new del">
        <pc:chgData name="Mitra, Sayan" userId="5f9b069e-390c-41f3-af3f-6bd4b0fb9710" providerId="ADAL" clId="{FDEC2B61-D4EA-4824-82DA-C0AD1E09A0C0}" dt="2022-06-28T09:07:48.305" v="277" actId="680"/>
        <pc:sldMkLst>
          <pc:docMk/>
          <pc:sldMk cId="3238402523" sldId="4020"/>
        </pc:sldMkLst>
      </pc:sldChg>
      <pc:sldChg chg="addSp modSp new mod">
        <pc:chgData name="Mitra, Sayan" userId="5f9b069e-390c-41f3-af3f-6bd4b0fb9710" providerId="ADAL" clId="{FDEC2B61-D4EA-4824-82DA-C0AD1E09A0C0}" dt="2022-06-28T09:17:12.959" v="598" actId="20577"/>
        <pc:sldMkLst>
          <pc:docMk/>
          <pc:sldMk cId="3683221257" sldId="4021"/>
        </pc:sldMkLst>
        <pc:spChg chg="mod">
          <ac:chgData name="Mitra, Sayan" userId="5f9b069e-390c-41f3-af3f-6bd4b0fb9710" providerId="ADAL" clId="{FDEC2B61-D4EA-4824-82DA-C0AD1E09A0C0}" dt="2022-06-28T09:16:59.226" v="590" actId="20577"/>
          <ac:spMkLst>
            <pc:docMk/>
            <pc:sldMk cId="3683221257" sldId="4021"/>
            <ac:spMk id="2" creationId="{94C4DC3E-67F6-490C-AEDF-D9C8E7CDED65}"/>
          </ac:spMkLst>
        </pc:spChg>
        <pc:spChg chg="add mod">
          <ac:chgData name="Mitra, Sayan" userId="5f9b069e-390c-41f3-af3f-6bd4b0fb9710" providerId="ADAL" clId="{FDEC2B61-D4EA-4824-82DA-C0AD1E09A0C0}" dt="2022-06-28T09:17:12.959" v="598" actId="20577"/>
          <ac:spMkLst>
            <pc:docMk/>
            <pc:sldMk cId="3683221257" sldId="4021"/>
            <ac:spMk id="3" creationId="{FB5881AF-2844-48DE-8E83-7DBD52F22719}"/>
          </ac:spMkLst>
        </pc:spChg>
      </pc:sldChg>
      <pc:sldChg chg="addSp modSp new mod">
        <pc:chgData name="Mitra, Sayan" userId="5f9b069e-390c-41f3-af3f-6bd4b0fb9710" providerId="ADAL" clId="{FDEC2B61-D4EA-4824-82DA-C0AD1E09A0C0}" dt="2022-06-28T09:33:21.519" v="855" actId="20577"/>
        <pc:sldMkLst>
          <pc:docMk/>
          <pc:sldMk cId="3113324416" sldId="4022"/>
        </pc:sldMkLst>
        <pc:spChg chg="mod">
          <ac:chgData name="Mitra, Sayan" userId="5f9b069e-390c-41f3-af3f-6bd4b0fb9710" providerId="ADAL" clId="{FDEC2B61-D4EA-4824-82DA-C0AD1E09A0C0}" dt="2022-06-28T09:32:55.075" v="837" actId="20577"/>
          <ac:spMkLst>
            <pc:docMk/>
            <pc:sldMk cId="3113324416" sldId="4022"/>
            <ac:spMk id="2" creationId="{01F4866C-8C6F-4533-AA97-5861F9D45205}"/>
          </ac:spMkLst>
        </pc:spChg>
        <pc:spChg chg="add mod">
          <ac:chgData name="Mitra, Sayan" userId="5f9b069e-390c-41f3-af3f-6bd4b0fb9710" providerId="ADAL" clId="{FDEC2B61-D4EA-4824-82DA-C0AD1E09A0C0}" dt="2022-06-28T09:33:21.519" v="855" actId="20577"/>
          <ac:spMkLst>
            <pc:docMk/>
            <pc:sldMk cId="3113324416" sldId="4022"/>
            <ac:spMk id="3" creationId="{5AF5A118-2DF0-4266-8480-055AECE883C6}"/>
          </ac:spMkLst>
        </pc:spChg>
      </pc:sldChg>
      <pc:sldChg chg="add">
        <pc:chgData name="Mitra, Sayan" userId="5f9b069e-390c-41f3-af3f-6bd4b0fb9710" providerId="ADAL" clId="{FDEC2B61-D4EA-4824-82DA-C0AD1E09A0C0}" dt="2022-06-28T11:01:35.151" v="965"/>
        <pc:sldMkLst>
          <pc:docMk/>
          <pc:sldMk cId="665762817" sldId="4023"/>
        </pc:sldMkLst>
      </pc:sldChg>
      <pc:sldChg chg="add">
        <pc:chgData name="Mitra, Sayan" userId="5f9b069e-390c-41f3-af3f-6bd4b0fb9710" providerId="ADAL" clId="{FDEC2B61-D4EA-4824-82DA-C0AD1E09A0C0}" dt="2022-06-28T11:03:33.200" v="967"/>
        <pc:sldMkLst>
          <pc:docMk/>
          <pc:sldMk cId="3983028176" sldId="4024"/>
        </pc:sldMkLst>
      </pc:sldChg>
    </pc:docChg>
  </pc:docChgLst>
  <pc:docChgLst>
    <pc:chgData name="Mukherjee, Shouvik" userId="S::shomukherjee@deloitte.com::8a0946e8-3a6b-4d5c-947d-73f4cd578335" providerId="AD" clId="Web-{A6EF408A-8CF8-481D-82A9-02AB7EB77BAF}"/>
    <pc:docChg chg="modSld">
      <pc:chgData name="Mukherjee, Shouvik" userId="S::shomukherjee@deloitte.com::8a0946e8-3a6b-4d5c-947d-73f4cd578335" providerId="AD" clId="Web-{A6EF408A-8CF8-481D-82A9-02AB7EB77BAF}" dt="2023-08-08T10:01:52.533" v="512" actId="1076"/>
      <pc:docMkLst>
        <pc:docMk/>
      </pc:docMkLst>
      <pc:sldChg chg="delSp">
        <pc:chgData name="Mukherjee, Shouvik" userId="S::shomukherjee@deloitte.com::8a0946e8-3a6b-4d5c-947d-73f4cd578335" providerId="AD" clId="Web-{A6EF408A-8CF8-481D-82A9-02AB7EB77BAF}" dt="2023-08-08T09:47:44.876" v="219"/>
        <pc:sldMkLst>
          <pc:docMk/>
          <pc:sldMk cId="2843776525" sldId="6198"/>
        </pc:sldMkLst>
        <pc:picChg chg="del">
          <ac:chgData name="Mukherjee, Shouvik" userId="S::shomukherjee@deloitte.com::8a0946e8-3a6b-4d5c-947d-73f4cd578335" providerId="AD" clId="Web-{A6EF408A-8CF8-481D-82A9-02AB7EB77BAF}" dt="2023-08-08T09:47:44.876" v="219"/>
          <ac:picMkLst>
            <pc:docMk/>
            <pc:sldMk cId="2843776525" sldId="6198"/>
            <ac:picMk id="13" creationId="{4944CD0A-D1E3-3629-B713-380B958016E1}"/>
          </ac:picMkLst>
        </pc:picChg>
      </pc:sldChg>
      <pc:sldChg chg="addSp delSp modSp">
        <pc:chgData name="Mukherjee, Shouvik" userId="S::shomukherjee@deloitte.com::8a0946e8-3a6b-4d5c-947d-73f4cd578335" providerId="AD" clId="Web-{A6EF408A-8CF8-481D-82A9-02AB7EB77BAF}" dt="2023-08-08T10:01:52.533" v="512" actId="1076"/>
        <pc:sldMkLst>
          <pc:docMk/>
          <pc:sldMk cId="3576935063" sldId="6238"/>
        </pc:sldMkLst>
        <pc:spChg chg="topLvl">
          <ac:chgData name="Mukherjee, Shouvik" userId="S::shomukherjee@deloitte.com::8a0946e8-3a6b-4d5c-947d-73f4cd578335" providerId="AD" clId="Web-{A6EF408A-8CF8-481D-82A9-02AB7EB77BAF}" dt="2023-08-08T09:48:38.988" v="224"/>
          <ac:spMkLst>
            <pc:docMk/>
            <pc:sldMk cId="3576935063" sldId="6238"/>
            <ac:spMk id="3" creationId="{F1F8E0D3-40DE-900D-824F-ED3116B17DEE}"/>
          </ac:spMkLst>
        </pc:spChg>
        <pc:spChg chg="mod topLvl">
          <ac:chgData name="Mukherjee, Shouvik" userId="S::shomukherjee@deloitte.com::8a0946e8-3a6b-4d5c-947d-73f4cd578335" providerId="AD" clId="Web-{A6EF408A-8CF8-481D-82A9-02AB7EB77BAF}" dt="2023-08-08T09:56:38.578" v="502" actId="20577"/>
          <ac:spMkLst>
            <pc:docMk/>
            <pc:sldMk cId="3576935063" sldId="6238"/>
            <ac:spMk id="4" creationId="{18C41579-AFEC-1609-2526-76EC1F12969E}"/>
          </ac:spMkLst>
        </pc:spChg>
        <pc:spChg chg="del">
          <ac:chgData name="Mukherjee, Shouvik" userId="S::shomukherjee@deloitte.com::8a0946e8-3a6b-4d5c-947d-73f4cd578335" providerId="AD" clId="Web-{A6EF408A-8CF8-481D-82A9-02AB7EB77BAF}" dt="2023-08-08T09:48:23.612" v="223"/>
          <ac:spMkLst>
            <pc:docMk/>
            <pc:sldMk cId="3576935063" sldId="6238"/>
            <ac:spMk id="19" creationId="{FD9A0E7A-B42F-FEEB-0DD1-9793852858BB}"/>
          </ac:spMkLst>
        </pc:spChg>
        <pc:spChg chg="add mod">
          <ac:chgData name="Mukherjee, Shouvik" userId="S::shomukherjee@deloitte.com::8a0946e8-3a6b-4d5c-947d-73f4cd578335" providerId="AD" clId="Web-{A6EF408A-8CF8-481D-82A9-02AB7EB77BAF}" dt="2023-08-08T10:01:52.533" v="512" actId="1076"/>
          <ac:spMkLst>
            <pc:docMk/>
            <pc:sldMk cId="3576935063" sldId="6238"/>
            <ac:spMk id="21" creationId="{5FCCF408-CEA1-9D8C-1E43-BBC1B95FC50B}"/>
          </ac:spMkLst>
        </pc:spChg>
        <pc:spChg chg="mod">
          <ac:chgData name="Mukherjee, Shouvik" userId="S::shomukherjee@deloitte.com::8a0946e8-3a6b-4d5c-947d-73f4cd578335" providerId="AD" clId="Web-{A6EF408A-8CF8-481D-82A9-02AB7EB77BAF}" dt="2023-08-08T09:51:26.560" v="239" actId="20577"/>
          <ac:spMkLst>
            <pc:docMk/>
            <pc:sldMk cId="3576935063" sldId="6238"/>
            <ac:spMk id="83" creationId="{31F75B9F-C617-48CE-B56F-3B32C47CDD2C}"/>
          </ac:spMkLst>
        </pc:spChg>
        <pc:spChg chg="mod">
          <ac:chgData name="Mukherjee, Shouvik" userId="S::shomukherjee@deloitte.com::8a0946e8-3a6b-4d5c-947d-73f4cd578335" providerId="AD" clId="Web-{A6EF408A-8CF8-481D-82A9-02AB7EB77BAF}" dt="2023-08-08T09:49:07.521" v="230" actId="20577"/>
          <ac:spMkLst>
            <pc:docMk/>
            <pc:sldMk cId="3576935063" sldId="6238"/>
            <ac:spMk id="177" creationId="{25B1B997-3C04-46FA-B5D2-1CBB50C0472E}"/>
          </ac:spMkLst>
        </pc:spChg>
        <pc:spChg chg="mod">
          <ac:chgData name="Mukherjee, Shouvik" userId="S::shomukherjee@deloitte.com::8a0946e8-3a6b-4d5c-947d-73f4cd578335" providerId="AD" clId="Web-{A6EF408A-8CF8-481D-82A9-02AB7EB77BAF}" dt="2023-08-08T09:58:27.912" v="508"/>
          <ac:spMkLst>
            <pc:docMk/>
            <pc:sldMk cId="3576935063" sldId="6238"/>
            <ac:spMk id="239" creationId="{7C97E01E-8076-4F9D-A77B-3B64FB18BBD5}"/>
          </ac:spMkLst>
        </pc:spChg>
        <pc:spChg chg="mod">
          <ac:chgData name="Mukherjee, Shouvik" userId="S::shomukherjee@deloitte.com::8a0946e8-3a6b-4d5c-947d-73f4cd578335" providerId="AD" clId="Web-{A6EF408A-8CF8-481D-82A9-02AB7EB77BAF}" dt="2023-08-08T09:50:26.744" v="236" actId="20577"/>
          <ac:spMkLst>
            <pc:docMk/>
            <pc:sldMk cId="3576935063" sldId="6238"/>
            <ac:spMk id="240" creationId="{F701FC4E-7BE6-407A-86CE-BF0E615A1314}"/>
          </ac:spMkLst>
        </pc:spChg>
        <pc:spChg chg="del mod">
          <ac:chgData name="Mukherjee, Shouvik" userId="S::shomukherjee@deloitte.com::8a0946e8-3a6b-4d5c-947d-73f4cd578335" providerId="AD" clId="Web-{A6EF408A-8CF8-481D-82A9-02AB7EB77BAF}" dt="2023-08-08T10:01:46.017" v="510"/>
          <ac:spMkLst>
            <pc:docMk/>
            <pc:sldMk cId="3576935063" sldId="6238"/>
            <ac:spMk id="241" creationId="{474A5A87-F1CD-4412-85B6-0DE79F0E59C2}"/>
          </ac:spMkLst>
        </pc:spChg>
        <pc:spChg chg="del">
          <ac:chgData name="Mukherjee, Shouvik" userId="S::shomukherjee@deloitte.com::8a0946e8-3a6b-4d5c-947d-73f4cd578335" providerId="AD" clId="Web-{A6EF408A-8CF8-481D-82A9-02AB7EB77BAF}" dt="2023-08-08T09:47:57.564" v="220"/>
          <ac:spMkLst>
            <pc:docMk/>
            <pc:sldMk cId="3576935063" sldId="6238"/>
            <ac:spMk id="242" creationId="{E8AD5B86-9680-4920-9104-3CC3008820AA}"/>
          </ac:spMkLst>
        </pc:spChg>
        <pc:grpChg chg="add del mod">
          <ac:chgData name="Mukherjee, Shouvik" userId="S::shomukherjee@deloitte.com::8a0946e8-3a6b-4d5c-947d-73f4cd578335" providerId="AD" clId="Web-{A6EF408A-8CF8-481D-82A9-02AB7EB77BAF}" dt="2023-08-08T09:48:38.988" v="224"/>
          <ac:grpSpMkLst>
            <pc:docMk/>
            <pc:sldMk cId="3576935063" sldId="6238"/>
            <ac:grpSpMk id="2" creationId="{094F8C47-6007-6FF0-45B1-3E8679C98B3D}"/>
          </ac:grpSpMkLst>
        </pc:grpChg>
        <pc:grpChg chg="del topLvl">
          <ac:chgData name="Mukherjee, Shouvik" userId="S::shomukherjee@deloitte.com::8a0946e8-3a6b-4d5c-947d-73f4cd578335" providerId="AD" clId="Web-{A6EF408A-8CF8-481D-82A9-02AB7EB77BAF}" dt="2023-08-08T09:48:43.895" v="225"/>
          <ac:grpSpMkLst>
            <pc:docMk/>
            <pc:sldMk cId="3576935063" sldId="6238"/>
            <ac:grpSpMk id="7" creationId="{EB3CB07F-996F-ED8C-2FA6-6322431CDCFD}"/>
          </ac:grpSpMkLst>
        </pc:grpChg>
      </pc:sldChg>
      <pc:sldChg chg="addSp delSp modSp">
        <pc:chgData name="Mukherjee, Shouvik" userId="S::shomukherjee@deloitte.com::8a0946e8-3a6b-4d5c-947d-73f4cd578335" providerId="AD" clId="Web-{A6EF408A-8CF8-481D-82A9-02AB7EB77BAF}" dt="2023-08-08T09:47:20.484" v="218" actId="1076"/>
        <pc:sldMkLst>
          <pc:docMk/>
          <pc:sldMk cId="2952623305" sldId="6239"/>
        </pc:sldMkLst>
        <pc:spChg chg="mod">
          <ac:chgData name="Mukherjee, Shouvik" userId="S::shomukherjee@deloitte.com::8a0946e8-3a6b-4d5c-947d-73f4cd578335" providerId="AD" clId="Web-{A6EF408A-8CF8-481D-82A9-02AB7EB77BAF}" dt="2023-08-08T09:44:19.380" v="120" actId="20577"/>
          <ac:spMkLst>
            <pc:docMk/>
            <pc:sldMk cId="2952623305" sldId="6239"/>
            <ac:spMk id="6" creationId="{00000000-0000-0000-0000-000000000000}"/>
          </ac:spMkLst>
        </pc:spChg>
        <pc:spChg chg="add del mod">
          <ac:chgData name="Mukherjee, Shouvik" userId="S::shomukherjee@deloitte.com::8a0946e8-3a6b-4d5c-947d-73f4cd578335" providerId="AD" clId="Web-{A6EF408A-8CF8-481D-82A9-02AB7EB77BAF}" dt="2023-08-08T09:44:36.568" v="124"/>
          <ac:spMkLst>
            <pc:docMk/>
            <pc:sldMk cId="2952623305" sldId="6239"/>
            <ac:spMk id="10" creationId="{31E06DCB-91FF-E850-45D9-27218E034BE1}"/>
          </ac:spMkLst>
        </pc:spChg>
        <pc:spChg chg="add mod">
          <ac:chgData name="Mukherjee, Shouvik" userId="S::shomukherjee@deloitte.com::8a0946e8-3a6b-4d5c-947d-73f4cd578335" providerId="AD" clId="Web-{A6EF408A-8CF8-481D-82A9-02AB7EB77BAF}" dt="2023-08-08T09:46:57.389" v="204" actId="20577"/>
          <ac:spMkLst>
            <pc:docMk/>
            <pc:sldMk cId="2952623305" sldId="6239"/>
            <ac:spMk id="12" creationId="{5832BB9B-7670-D1E6-A596-D90200B1D397}"/>
          </ac:spMkLst>
        </pc:spChg>
        <pc:spChg chg="mod">
          <ac:chgData name="Mukherjee, Shouvik" userId="S::shomukherjee@deloitte.com::8a0946e8-3a6b-4d5c-947d-73f4cd578335" providerId="AD" clId="Web-{A6EF408A-8CF8-481D-82A9-02AB7EB77BAF}" dt="2023-08-08T09:44:14.958" v="119" actId="20577"/>
          <ac:spMkLst>
            <pc:docMk/>
            <pc:sldMk cId="2952623305" sldId="6239"/>
            <ac:spMk id="29" creationId="{00000000-0000-0000-0000-000000000000}"/>
          </ac:spMkLst>
        </pc:spChg>
        <pc:spChg chg="mod">
          <ac:chgData name="Mukherjee, Shouvik" userId="S::shomukherjee@deloitte.com::8a0946e8-3a6b-4d5c-947d-73f4cd578335" providerId="AD" clId="Web-{A6EF408A-8CF8-481D-82A9-02AB7EB77BAF}" dt="2023-08-08T09:44:09.973" v="118" actId="20577"/>
          <ac:spMkLst>
            <pc:docMk/>
            <pc:sldMk cId="2952623305" sldId="6239"/>
            <ac:spMk id="30" creationId="{00000000-0000-0000-0000-000000000000}"/>
          </ac:spMkLst>
        </pc:spChg>
        <pc:spChg chg="mod">
          <ac:chgData name="Mukherjee, Shouvik" userId="S::shomukherjee@deloitte.com::8a0946e8-3a6b-4d5c-947d-73f4cd578335" providerId="AD" clId="Web-{A6EF408A-8CF8-481D-82A9-02AB7EB77BAF}" dt="2023-08-08T09:47:19.937" v="206" actId="1076"/>
          <ac:spMkLst>
            <pc:docMk/>
            <pc:sldMk cId="2952623305" sldId="6239"/>
            <ac:spMk id="36" creationId="{00000000-0000-0000-0000-000000000000}"/>
          </ac:spMkLst>
        </pc:spChg>
        <pc:spChg chg="mod">
          <ac:chgData name="Mukherjee, Shouvik" userId="S::shomukherjee@deloitte.com::8a0946e8-3a6b-4d5c-947d-73f4cd578335" providerId="AD" clId="Web-{A6EF408A-8CF8-481D-82A9-02AB7EB77BAF}" dt="2023-08-08T09:47:19.968" v="207" actId="1076"/>
          <ac:spMkLst>
            <pc:docMk/>
            <pc:sldMk cId="2952623305" sldId="6239"/>
            <ac:spMk id="39" creationId="{00000000-0000-0000-0000-000000000000}"/>
          </ac:spMkLst>
        </pc:spChg>
        <pc:spChg chg="mod">
          <ac:chgData name="Mukherjee, Shouvik" userId="S::shomukherjee@deloitte.com::8a0946e8-3a6b-4d5c-947d-73f4cd578335" providerId="AD" clId="Web-{A6EF408A-8CF8-481D-82A9-02AB7EB77BAF}" dt="2023-08-08T09:47:20.078" v="209" actId="1076"/>
          <ac:spMkLst>
            <pc:docMk/>
            <pc:sldMk cId="2952623305" sldId="6239"/>
            <ac:spMk id="40" creationId="{00000000-0000-0000-0000-000000000000}"/>
          </ac:spMkLst>
        </pc:spChg>
        <pc:spChg chg="del">
          <ac:chgData name="Mukherjee, Shouvik" userId="S::shomukherjee@deloitte.com::8a0946e8-3a6b-4d5c-947d-73f4cd578335" providerId="AD" clId="Web-{A6EF408A-8CF8-481D-82A9-02AB7EB77BAF}" dt="2023-08-08T09:44:45.647" v="125"/>
          <ac:spMkLst>
            <pc:docMk/>
            <pc:sldMk cId="2952623305" sldId="6239"/>
            <ac:spMk id="45" creationId="{00000000-0000-0000-0000-000000000000}"/>
          </ac:spMkLst>
        </pc:spChg>
        <pc:spChg chg="del">
          <ac:chgData name="Mukherjee, Shouvik" userId="S::shomukherjee@deloitte.com::8a0946e8-3a6b-4d5c-947d-73f4cd578335" providerId="AD" clId="Web-{A6EF408A-8CF8-481D-82A9-02AB7EB77BAF}" dt="2023-08-08T09:45:13.977" v="182"/>
          <ac:spMkLst>
            <pc:docMk/>
            <pc:sldMk cId="2952623305" sldId="6239"/>
            <ac:spMk id="49" creationId="{00000000-0000-0000-0000-000000000000}"/>
          </ac:spMkLst>
        </pc:spChg>
        <pc:spChg chg="del">
          <ac:chgData name="Mukherjee, Shouvik" userId="S::shomukherjee@deloitte.com::8a0946e8-3a6b-4d5c-947d-73f4cd578335" providerId="AD" clId="Web-{A6EF408A-8CF8-481D-82A9-02AB7EB77BAF}" dt="2023-08-08T09:44:31.381" v="122"/>
          <ac:spMkLst>
            <pc:docMk/>
            <pc:sldMk cId="2952623305" sldId="6239"/>
            <ac:spMk id="79" creationId="{4F9FC9B3-CC25-4F78-9F28-BA7DFE1E4BB1}"/>
          </ac:spMkLst>
        </pc:spChg>
        <pc:spChg chg="del">
          <ac:chgData name="Mukherjee, Shouvik" userId="S::shomukherjee@deloitte.com::8a0946e8-3a6b-4d5c-947d-73f4cd578335" providerId="AD" clId="Web-{A6EF408A-8CF8-481D-82A9-02AB7EB77BAF}" dt="2023-08-08T09:44:29.037" v="121"/>
          <ac:spMkLst>
            <pc:docMk/>
            <pc:sldMk cId="2952623305" sldId="6239"/>
            <ac:spMk id="83" creationId="{463E15A1-D8A8-46C5-B5D8-E47D7B06AC53}"/>
          </ac:spMkLst>
        </pc:spChg>
        <pc:spChg chg="mod">
          <ac:chgData name="Mukherjee, Shouvik" userId="S::shomukherjee@deloitte.com::8a0946e8-3a6b-4d5c-947d-73f4cd578335" providerId="AD" clId="Web-{A6EF408A-8CF8-481D-82A9-02AB7EB77BAF}" dt="2023-08-08T09:47:20.281" v="213" actId="1076"/>
          <ac:spMkLst>
            <pc:docMk/>
            <pc:sldMk cId="2952623305" sldId="6239"/>
            <ac:spMk id="90" creationId="{00000000-0000-0000-0000-000000000000}"/>
          </ac:spMkLst>
        </pc:spChg>
        <pc:spChg chg="mod">
          <ac:chgData name="Mukherjee, Shouvik" userId="S::shomukherjee@deloitte.com::8a0946e8-3a6b-4d5c-947d-73f4cd578335" providerId="AD" clId="Web-{A6EF408A-8CF8-481D-82A9-02AB7EB77BAF}" dt="2023-08-08T09:47:20.312" v="214" actId="1076"/>
          <ac:spMkLst>
            <pc:docMk/>
            <pc:sldMk cId="2952623305" sldId="6239"/>
            <ac:spMk id="91" creationId="{9920DF9A-5043-4800-805F-AAA1D155489F}"/>
          </ac:spMkLst>
        </pc:spChg>
        <pc:spChg chg="mod">
          <ac:chgData name="Mukherjee, Shouvik" userId="S::shomukherjee@deloitte.com::8a0946e8-3a6b-4d5c-947d-73f4cd578335" providerId="AD" clId="Web-{A6EF408A-8CF8-481D-82A9-02AB7EB77BAF}" dt="2023-08-08T09:47:20.484" v="218" actId="1076"/>
          <ac:spMkLst>
            <pc:docMk/>
            <pc:sldMk cId="2952623305" sldId="6239"/>
            <ac:spMk id="96" creationId="{595DC675-922B-4430-92F5-F16D30AA31E4}"/>
          </ac:spMkLst>
        </pc:spChg>
        <pc:grpChg chg="mod">
          <ac:chgData name="Mukherjee, Shouvik" userId="S::shomukherjee@deloitte.com::8a0946e8-3a6b-4d5c-947d-73f4cd578335" providerId="AD" clId="Web-{A6EF408A-8CF8-481D-82A9-02AB7EB77BAF}" dt="2023-08-08T09:47:20.234" v="212" actId="1076"/>
          <ac:grpSpMkLst>
            <pc:docMk/>
            <pc:sldMk cId="2952623305" sldId="6239"/>
            <ac:grpSpMk id="7" creationId="{00000000-0000-0000-0000-000000000000}"/>
          </ac:grpSpMkLst>
        </pc:grpChg>
        <pc:grpChg chg="mod">
          <ac:chgData name="Mukherjee, Shouvik" userId="S::shomukherjee@deloitte.com::8a0946e8-3a6b-4d5c-947d-73f4cd578335" providerId="AD" clId="Web-{A6EF408A-8CF8-481D-82A9-02AB7EB77BAF}" dt="2023-08-08T09:47:20.187" v="211" actId="1076"/>
          <ac:grpSpMkLst>
            <pc:docMk/>
            <pc:sldMk cId="2952623305" sldId="6239"/>
            <ac:grpSpMk id="8" creationId="{00000000-0000-0000-0000-000000000000}"/>
          </ac:grpSpMkLst>
        </pc:grpChg>
        <pc:grpChg chg="mod">
          <ac:chgData name="Mukherjee, Shouvik" userId="S::shomukherjee@deloitte.com::8a0946e8-3a6b-4d5c-947d-73f4cd578335" providerId="AD" clId="Web-{A6EF408A-8CF8-481D-82A9-02AB7EB77BAF}" dt="2023-08-08T09:47:20.140" v="210" actId="1076"/>
          <ac:grpSpMkLst>
            <pc:docMk/>
            <pc:sldMk cId="2952623305" sldId="6239"/>
            <ac:grpSpMk id="9" creationId="{00000000-0000-0000-0000-000000000000}"/>
          </ac:grpSpMkLst>
        </pc:grpChg>
        <pc:grpChg chg="mod">
          <ac:chgData name="Mukherjee, Shouvik" userId="S::shomukherjee@deloitte.com::8a0946e8-3a6b-4d5c-947d-73f4cd578335" providerId="AD" clId="Web-{A6EF408A-8CF8-481D-82A9-02AB7EB77BAF}" dt="2023-08-08T09:47:20.359" v="215" actId="1076"/>
          <ac:grpSpMkLst>
            <pc:docMk/>
            <pc:sldMk cId="2952623305" sldId="6239"/>
            <ac:grpSpMk id="61" creationId="{783C2A1D-B5EC-4A4F-8E9F-BB607BEAF6BC}"/>
          </ac:grpSpMkLst>
        </pc:grpChg>
        <pc:grpChg chg="mod">
          <ac:chgData name="Mukherjee, Shouvik" userId="S::shomukherjee@deloitte.com::8a0946e8-3a6b-4d5c-947d-73f4cd578335" providerId="AD" clId="Web-{A6EF408A-8CF8-481D-82A9-02AB7EB77BAF}" dt="2023-08-08T09:47:20.406" v="216" actId="1076"/>
          <ac:grpSpMkLst>
            <pc:docMk/>
            <pc:sldMk cId="2952623305" sldId="6239"/>
            <ac:grpSpMk id="64" creationId="{CB50E966-0702-4461-9DD9-742DEC036D16}"/>
          </ac:grpSpMkLst>
        </pc:grpChg>
        <pc:grpChg chg="mod">
          <ac:chgData name="Mukherjee, Shouvik" userId="S::shomukherjee@deloitte.com::8a0946e8-3a6b-4d5c-947d-73f4cd578335" providerId="AD" clId="Web-{A6EF408A-8CF8-481D-82A9-02AB7EB77BAF}" dt="2023-08-08T09:47:20.453" v="217" actId="1076"/>
          <ac:grpSpMkLst>
            <pc:docMk/>
            <pc:sldMk cId="2952623305" sldId="6239"/>
            <ac:grpSpMk id="67" creationId="{B497CE6F-1786-426E-BE8E-C2831872FF2C}"/>
          </ac:grpSpMkLst>
        </pc:grpChg>
        <pc:picChg chg="mod">
          <ac:chgData name="Mukherjee, Shouvik" userId="S::shomukherjee@deloitte.com::8a0946e8-3a6b-4d5c-947d-73f4cd578335" providerId="AD" clId="Web-{A6EF408A-8CF8-481D-82A9-02AB7EB77BAF}" dt="2023-08-08T09:47:06.655" v="205" actId="1076"/>
          <ac:picMkLst>
            <pc:docMk/>
            <pc:sldMk cId="2952623305" sldId="6239"/>
            <ac:picMk id="3" creationId="{B341595D-7EBE-3EF4-C373-8AB52248099E}"/>
          </ac:picMkLst>
        </pc:picChg>
        <pc:cxnChg chg="mod">
          <ac:chgData name="Mukherjee, Shouvik" userId="S::shomukherjee@deloitte.com::8a0946e8-3a6b-4d5c-947d-73f4cd578335" providerId="AD" clId="Web-{A6EF408A-8CF8-481D-82A9-02AB7EB77BAF}" dt="2023-08-08T09:47:20.046" v="208" actId="1076"/>
          <ac:cxnSpMkLst>
            <pc:docMk/>
            <pc:sldMk cId="2952623305" sldId="6239"/>
            <ac:cxnSpMk id="38" creationId="{00000000-0000-0000-0000-000000000000}"/>
          </ac:cxnSpMkLst>
        </pc:cxnChg>
      </pc:sldChg>
    </pc:docChg>
  </pc:docChgLst>
  <pc:docChgLst>
    <pc:chgData name="Mukherjee, Shouvik" userId="S::shomukherjee@deloitte.com::8a0946e8-3a6b-4d5c-947d-73f4cd578335" providerId="AD" clId="Web-{6DD8DA8A-71A6-46B0-AE0F-5314B26E3138}"/>
    <pc:docChg chg="modSld">
      <pc:chgData name="Mukherjee, Shouvik" userId="S::shomukherjee@deloitte.com::8a0946e8-3a6b-4d5c-947d-73f4cd578335" providerId="AD" clId="Web-{6DD8DA8A-71A6-46B0-AE0F-5314B26E3138}" dt="2023-08-08T12:40:04.980" v="74" actId="1076"/>
      <pc:docMkLst>
        <pc:docMk/>
      </pc:docMkLst>
      <pc:sldChg chg="modSp">
        <pc:chgData name="Mukherjee, Shouvik" userId="S::shomukherjee@deloitte.com::8a0946e8-3a6b-4d5c-947d-73f4cd578335" providerId="AD" clId="Web-{6DD8DA8A-71A6-46B0-AE0F-5314B26E3138}" dt="2023-08-08T12:36:58.133" v="2" actId="1076"/>
        <pc:sldMkLst>
          <pc:docMk/>
          <pc:sldMk cId="2843776525" sldId="6198"/>
        </pc:sldMkLst>
        <pc:picChg chg="mod">
          <ac:chgData name="Mukherjee, Shouvik" userId="S::shomukherjee@deloitte.com::8a0946e8-3a6b-4d5c-947d-73f4cd578335" providerId="AD" clId="Web-{6DD8DA8A-71A6-46B0-AE0F-5314B26E3138}" dt="2023-08-08T12:36:58.133" v="2" actId="1076"/>
          <ac:picMkLst>
            <pc:docMk/>
            <pc:sldMk cId="2843776525" sldId="6198"/>
            <ac:picMk id="15" creationId="{BB734717-2644-0D45-532B-B5C517EFF540}"/>
          </ac:picMkLst>
        </pc:picChg>
      </pc:sldChg>
      <pc:sldChg chg="modSp">
        <pc:chgData name="Mukherjee, Shouvik" userId="S::shomukherjee@deloitte.com::8a0946e8-3a6b-4d5c-947d-73f4cd578335" providerId="AD" clId="Web-{6DD8DA8A-71A6-46B0-AE0F-5314B26E3138}" dt="2023-08-08T12:40:04.980" v="74" actId="1076"/>
        <pc:sldMkLst>
          <pc:docMk/>
          <pc:sldMk cId="3576935063" sldId="6238"/>
        </pc:sldMkLst>
        <pc:spChg chg="mod">
          <ac:chgData name="Mukherjee, Shouvik" userId="S::shomukherjee@deloitte.com::8a0946e8-3a6b-4d5c-947d-73f4cd578335" providerId="AD" clId="Web-{6DD8DA8A-71A6-46B0-AE0F-5314B26E3138}" dt="2023-08-08T12:38:39.197" v="53" actId="1076"/>
          <ac:spMkLst>
            <pc:docMk/>
            <pc:sldMk cId="3576935063" sldId="6238"/>
            <ac:spMk id="3" creationId="{F1F8E0D3-40DE-900D-824F-ED3116B17DEE}"/>
          </ac:spMkLst>
        </pc:spChg>
        <pc:spChg chg="mod">
          <ac:chgData name="Mukherjee, Shouvik" userId="S::shomukherjee@deloitte.com::8a0946e8-3a6b-4d5c-947d-73f4cd578335" providerId="AD" clId="Web-{6DD8DA8A-71A6-46B0-AE0F-5314B26E3138}" dt="2023-08-08T12:39:36.917" v="72" actId="20577"/>
          <ac:spMkLst>
            <pc:docMk/>
            <pc:sldMk cId="3576935063" sldId="6238"/>
            <ac:spMk id="4" creationId="{18C41579-AFEC-1609-2526-76EC1F12969E}"/>
          </ac:spMkLst>
        </pc:spChg>
        <pc:spChg chg="mod">
          <ac:chgData name="Mukherjee, Shouvik" userId="S::shomukherjee@deloitte.com::8a0946e8-3a6b-4d5c-947d-73f4cd578335" providerId="AD" clId="Web-{6DD8DA8A-71A6-46B0-AE0F-5314B26E3138}" dt="2023-08-08T12:37:57.571" v="45" actId="20577"/>
          <ac:spMkLst>
            <pc:docMk/>
            <pc:sldMk cId="3576935063" sldId="6238"/>
            <ac:spMk id="98" creationId="{F0165707-B8A7-4A2C-A722-79A8686ECA20}"/>
          </ac:spMkLst>
        </pc:spChg>
        <pc:spChg chg="mod">
          <ac:chgData name="Mukherjee, Shouvik" userId="S::shomukherjee@deloitte.com::8a0946e8-3a6b-4d5c-947d-73f4cd578335" providerId="AD" clId="Web-{6DD8DA8A-71A6-46B0-AE0F-5314B26E3138}" dt="2023-08-08T12:40:04.980" v="74" actId="1076"/>
          <ac:spMkLst>
            <pc:docMk/>
            <pc:sldMk cId="3576935063" sldId="6238"/>
            <ac:spMk id="240" creationId="{F701FC4E-7BE6-407A-86CE-BF0E615A1314}"/>
          </ac:spMkLst>
        </pc:spChg>
      </pc:sldChg>
    </pc:docChg>
  </pc:docChgLst>
  <pc:docChgLst>
    <pc:chgData name="Banerjee, Rajeswar" userId="b4ff5a26-7e17-4c5f-975b-d63f3f91df5b" providerId="ADAL" clId="{48B84013-0378-434E-9F40-413873E5FDD0}"/>
    <pc:docChg chg="custSel addSld delSld modSld">
      <pc:chgData name="Banerjee, Rajeswar" userId="b4ff5a26-7e17-4c5f-975b-d63f3f91df5b" providerId="ADAL" clId="{48B84013-0378-434E-9F40-413873E5FDD0}" dt="2022-07-04T13:09:04.013" v="424" actId="313"/>
      <pc:docMkLst>
        <pc:docMk/>
      </pc:docMkLst>
      <pc:sldChg chg="modSp del mod">
        <pc:chgData name="Banerjee, Rajeswar" userId="b4ff5a26-7e17-4c5f-975b-d63f3f91df5b" providerId="ADAL" clId="{48B84013-0378-434E-9F40-413873E5FDD0}" dt="2022-07-04T10:13:14.666" v="363" actId="47"/>
        <pc:sldMkLst>
          <pc:docMk/>
          <pc:sldMk cId="2846299048" sldId="749"/>
        </pc:sldMkLst>
        <pc:spChg chg="mod">
          <ac:chgData name="Banerjee, Rajeswar" userId="b4ff5a26-7e17-4c5f-975b-d63f3f91df5b" providerId="ADAL" clId="{48B84013-0378-434E-9F40-413873E5FDD0}" dt="2022-07-04T09:56:47.550" v="361" actId="14100"/>
          <ac:spMkLst>
            <pc:docMk/>
            <pc:sldMk cId="2846299048" sldId="749"/>
            <ac:spMk id="5"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9"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11"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12"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15"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16"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22"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23"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24" creationId="{00000000-0000-0000-0000-000000000000}"/>
          </ac:spMkLst>
        </pc:spChg>
        <pc:picChg chg="mod">
          <ac:chgData name="Banerjee, Rajeswar" userId="b4ff5a26-7e17-4c5f-975b-d63f3f91df5b" providerId="ADAL" clId="{48B84013-0378-434E-9F40-413873E5FDD0}" dt="2022-07-04T09:56:47.550" v="361" actId="14100"/>
          <ac:picMkLst>
            <pc:docMk/>
            <pc:sldMk cId="2846299048" sldId="749"/>
            <ac:picMk id="18" creationId="{8C437E68-5EA6-4799-95C2-007FC5146315}"/>
          </ac:picMkLst>
        </pc:picChg>
      </pc:sldChg>
      <pc:sldChg chg="del">
        <pc:chgData name="Banerjee, Rajeswar" userId="b4ff5a26-7e17-4c5f-975b-d63f3f91df5b" providerId="ADAL" clId="{48B84013-0378-434E-9F40-413873E5FDD0}" dt="2022-07-04T10:13:14.666" v="363" actId="47"/>
        <pc:sldMkLst>
          <pc:docMk/>
          <pc:sldMk cId="725654455" sldId="751"/>
        </pc:sldMkLst>
      </pc:sldChg>
      <pc:sldChg chg="del">
        <pc:chgData name="Banerjee, Rajeswar" userId="b4ff5a26-7e17-4c5f-975b-d63f3f91df5b" providerId="ADAL" clId="{48B84013-0378-434E-9F40-413873E5FDD0}" dt="2022-07-04T09:16:51.813" v="13" actId="47"/>
        <pc:sldMkLst>
          <pc:docMk/>
          <pc:sldMk cId="2761177778" sldId="3702"/>
        </pc:sldMkLst>
      </pc:sldChg>
      <pc:sldChg chg="del">
        <pc:chgData name="Banerjee, Rajeswar" userId="b4ff5a26-7e17-4c5f-975b-d63f3f91df5b" providerId="ADAL" clId="{48B84013-0378-434E-9F40-413873E5FDD0}" dt="2022-07-04T09:24:50.247" v="182" actId="47"/>
        <pc:sldMkLst>
          <pc:docMk/>
          <pc:sldMk cId="665762817" sldId="4023"/>
        </pc:sldMkLst>
      </pc:sldChg>
      <pc:sldChg chg="modSp mod">
        <pc:chgData name="Banerjee, Rajeswar" userId="b4ff5a26-7e17-4c5f-975b-d63f3f91df5b" providerId="ADAL" clId="{48B84013-0378-434E-9F40-413873E5FDD0}" dt="2022-07-04T09:27:43.502" v="202" actId="207"/>
        <pc:sldMkLst>
          <pc:docMk/>
          <pc:sldMk cId="2882452749" sldId="4044"/>
        </pc:sldMkLst>
        <pc:graphicFrameChg chg="modGraphic">
          <ac:chgData name="Banerjee, Rajeswar" userId="b4ff5a26-7e17-4c5f-975b-d63f3f91df5b" providerId="ADAL" clId="{48B84013-0378-434E-9F40-413873E5FDD0}" dt="2022-07-04T09:27:43.502" v="202" actId="207"/>
          <ac:graphicFrameMkLst>
            <pc:docMk/>
            <pc:sldMk cId="2882452749" sldId="4044"/>
            <ac:graphicFrameMk id="4" creationId="{0D3E0BFC-B3EC-4D3D-96B4-A257FC0B1C11}"/>
          </ac:graphicFrameMkLst>
        </pc:graphicFrameChg>
      </pc:sldChg>
      <pc:sldChg chg="del">
        <pc:chgData name="Banerjee, Rajeswar" userId="b4ff5a26-7e17-4c5f-975b-d63f3f91df5b" providerId="ADAL" clId="{48B84013-0378-434E-9F40-413873E5FDD0}" dt="2022-07-04T09:18:38.918" v="17" actId="47"/>
        <pc:sldMkLst>
          <pc:docMk/>
          <pc:sldMk cId="309885933" sldId="6191"/>
        </pc:sldMkLst>
      </pc:sldChg>
      <pc:sldChg chg="del">
        <pc:chgData name="Banerjee, Rajeswar" userId="b4ff5a26-7e17-4c5f-975b-d63f3f91df5b" providerId="ADAL" clId="{48B84013-0378-434E-9F40-413873E5FDD0}" dt="2022-07-04T09:17:41.769" v="15" actId="47"/>
        <pc:sldMkLst>
          <pc:docMk/>
          <pc:sldMk cId="3031323895" sldId="6194"/>
        </pc:sldMkLst>
      </pc:sldChg>
      <pc:sldChg chg="del">
        <pc:chgData name="Banerjee, Rajeswar" userId="b4ff5a26-7e17-4c5f-975b-d63f3f91df5b" providerId="ADAL" clId="{48B84013-0378-434E-9F40-413873E5FDD0}" dt="2022-07-03T15:02:06.116" v="3" actId="47"/>
        <pc:sldMkLst>
          <pc:docMk/>
          <pc:sldMk cId="487348583" sldId="6209"/>
        </pc:sldMkLst>
      </pc:sldChg>
      <pc:sldChg chg="del">
        <pc:chgData name="Banerjee, Rajeswar" userId="b4ff5a26-7e17-4c5f-975b-d63f3f91df5b" providerId="ADAL" clId="{48B84013-0378-434E-9F40-413873E5FDD0}" dt="2022-07-03T14:33:58.836" v="1" actId="47"/>
        <pc:sldMkLst>
          <pc:docMk/>
          <pc:sldMk cId="2620428455" sldId="6210"/>
        </pc:sldMkLst>
      </pc:sldChg>
      <pc:sldChg chg="modSp add mod">
        <pc:chgData name="Banerjee, Rajeswar" userId="b4ff5a26-7e17-4c5f-975b-d63f3f91df5b" providerId="ADAL" clId="{48B84013-0378-434E-9F40-413873E5FDD0}" dt="2022-07-04T13:09:04.013" v="424" actId="313"/>
        <pc:sldMkLst>
          <pc:docMk/>
          <pc:sldMk cId="1149257076" sldId="6212"/>
        </pc:sldMkLst>
        <pc:spChg chg="mod">
          <ac:chgData name="Banerjee, Rajeswar" userId="b4ff5a26-7e17-4c5f-975b-d63f3f91df5b" providerId="ADAL" clId="{48B84013-0378-434E-9F40-413873E5FDD0}" dt="2022-07-04T13:09:04.013" v="424" actId="313"/>
          <ac:spMkLst>
            <pc:docMk/>
            <pc:sldMk cId="1149257076" sldId="6212"/>
            <ac:spMk id="64" creationId="{63D2A507-E650-4746-B10D-A56F1567F1F0}"/>
          </ac:spMkLst>
        </pc:spChg>
      </pc:sldChg>
      <pc:sldChg chg="modSp add del">
        <pc:chgData name="Banerjee, Rajeswar" userId="b4ff5a26-7e17-4c5f-975b-d63f3f91df5b" providerId="ADAL" clId="{48B84013-0378-434E-9F40-413873E5FDD0}" dt="2022-07-04T03:49:34.341" v="11" actId="47"/>
        <pc:sldMkLst>
          <pc:docMk/>
          <pc:sldMk cId="643693842" sldId="6213"/>
        </pc:sldMkLst>
        <pc:graphicFrameChg chg="mod">
          <ac:chgData name="Banerjee, Rajeswar" userId="b4ff5a26-7e17-4c5f-975b-d63f3f91df5b" providerId="ADAL" clId="{48B84013-0378-434E-9F40-413873E5FDD0}" dt="2022-07-03T15:03:32.521" v="7" actId="13822"/>
          <ac:graphicFrameMkLst>
            <pc:docMk/>
            <pc:sldMk cId="643693842" sldId="6213"/>
            <ac:graphicFrameMk id="4" creationId="{2CD9BD51-F711-4EE1-B557-4F848BED9E5B}"/>
          </ac:graphicFrameMkLst>
        </pc:graphicFrameChg>
        <pc:graphicFrameChg chg="mod">
          <ac:chgData name="Banerjee, Rajeswar" userId="b4ff5a26-7e17-4c5f-975b-d63f3f91df5b" providerId="ADAL" clId="{48B84013-0378-434E-9F40-413873E5FDD0}" dt="2022-07-03T15:04:15.930" v="9" actId="12100"/>
          <ac:graphicFrameMkLst>
            <pc:docMk/>
            <pc:sldMk cId="643693842" sldId="6213"/>
            <ac:graphicFrameMk id="5" creationId="{A2171521-BF8F-4AFC-9FBC-309A2C423109}"/>
          </ac:graphicFrameMkLst>
        </pc:graphicFrameChg>
      </pc:sldChg>
      <pc:sldChg chg="add">
        <pc:chgData name="Banerjee, Rajeswar" userId="b4ff5a26-7e17-4c5f-975b-d63f3f91df5b" providerId="ADAL" clId="{48B84013-0378-434E-9F40-413873E5FDD0}" dt="2022-07-04T03:49:28.919" v="10"/>
        <pc:sldMkLst>
          <pc:docMk/>
          <pc:sldMk cId="4022830053" sldId="6214"/>
        </pc:sldMkLst>
      </pc:sldChg>
      <pc:sldChg chg="add">
        <pc:chgData name="Banerjee, Rajeswar" userId="b4ff5a26-7e17-4c5f-975b-d63f3f91df5b" providerId="ADAL" clId="{48B84013-0378-434E-9F40-413873E5FDD0}" dt="2022-07-04T09:16:48.623" v="12"/>
        <pc:sldMkLst>
          <pc:docMk/>
          <pc:sldMk cId="4092330692" sldId="6215"/>
        </pc:sldMkLst>
      </pc:sldChg>
      <pc:sldChg chg="modSp mod">
        <pc:chgData name="Banerjee, Rajeswar" userId="b4ff5a26-7e17-4c5f-975b-d63f3f91df5b" providerId="ADAL" clId="{48B84013-0378-434E-9F40-413873E5FDD0}" dt="2022-07-04T09:32:10.191" v="334" actId="13926"/>
        <pc:sldMkLst>
          <pc:docMk/>
          <pc:sldMk cId="4092330692" sldId="6217"/>
        </pc:sldMkLst>
        <pc:spChg chg="mod">
          <ac:chgData name="Banerjee, Rajeswar" userId="b4ff5a26-7e17-4c5f-975b-d63f3f91df5b" providerId="ADAL" clId="{48B84013-0378-434E-9F40-413873E5FDD0}" dt="2022-07-04T09:32:10.191" v="334" actId="13926"/>
          <ac:spMkLst>
            <pc:docMk/>
            <pc:sldMk cId="4092330692" sldId="6217"/>
            <ac:spMk id="69" creationId="{E28E9FC8-4737-4C4E-843F-A12B6ED84270}"/>
          </ac:spMkLst>
        </pc:spChg>
      </pc:sldChg>
      <pc:sldChg chg="addSp modSp add mod">
        <pc:chgData name="Banerjee, Rajeswar" userId="b4ff5a26-7e17-4c5f-975b-d63f3f91df5b" providerId="ADAL" clId="{48B84013-0378-434E-9F40-413873E5FDD0}" dt="2022-07-04T09:29:02.738" v="260" actId="1076"/>
        <pc:sldMkLst>
          <pc:docMk/>
          <pc:sldMk cId="426504972" sldId="6218"/>
        </pc:sldMkLst>
        <pc:spChg chg="mod">
          <ac:chgData name="Banerjee, Rajeswar" userId="b4ff5a26-7e17-4c5f-975b-d63f3f91df5b" providerId="ADAL" clId="{48B84013-0378-434E-9F40-413873E5FDD0}" dt="2022-07-04T09:28:12.125" v="208" actId="14100"/>
          <ac:spMkLst>
            <pc:docMk/>
            <pc:sldMk cId="426504972" sldId="6218"/>
            <ac:spMk id="9" creationId="{64FB0CF6-339C-4F7E-8B5C-B9A430C55B2C}"/>
          </ac:spMkLst>
        </pc:spChg>
        <pc:spChg chg="mod">
          <ac:chgData name="Banerjee, Rajeswar" userId="b4ff5a26-7e17-4c5f-975b-d63f3f91df5b" providerId="ADAL" clId="{48B84013-0378-434E-9F40-413873E5FDD0}" dt="2022-07-04T09:28:07.261" v="207" actId="14100"/>
          <ac:spMkLst>
            <pc:docMk/>
            <pc:sldMk cId="426504972" sldId="6218"/>
            <ac:spMk id="10" creationId="{7E094FE7-FF8B-43C0-B040-C7E4BE89C363}"/>
          </ac:spMkLst>
        </pc:spChg>
        <pc:spChg chg="mod">
          <ac:chgData name="Banerjee, Rajeswar" userId="b4ff5a26-7e17-4c5f-975b-d63f3f91df5b" providerId="ADAL" clId="{48B84013-0378-434E-9F40-413873E5FDD0}" dt="2022-07-04T09:28:18.120" v="220" actId="1035"/>
          <ac:spMkLst>
            <pc:docMk/>
            <pc:sldMk cId="426504972" sldId="6218"/>
            <ac:spMk id="12" creationId="{E3AD2AA0-2FB3-4BD1-ABDF-67CBC63B6B71}"/>
          </ac:spMkLst>
        </pc:spChg>
        <pc:spChg chg="mod">
          <ac:chgData name="Banerjee, Rajeswar" userId="b4ff5a26-7e17-4c5f-975b-d63f3f91df5b" providerId="ADAL" clId="{48B84013-0378-434E-9F40-413873E5FDD0}" dt="2022-07-04T09:28:18.120" v="220" actId="1035"/>
          <ac:spMkLst>
            <pc:docMk/>
            <pc:sldMk cId="426504972" sldId="6218"/>
            <ac:spMk id="13" creationId="{72FCA5CD-8F5D-421A-9931-0F41DEC5971B}"/>
          </ac:spMkLst>
        </pc:spChg>
        <pc:spChg chg="mod">
          <ac:chgData name="Banerjee, Rajeswar" userId="b4ff5a26-7e17-4c5f-975b-d63f3f91df5b" providerId="ADAL" clId="{48B84013-0378-434E-9F40-413873E5FDD0}" dt="2022-07-04T09:28:18.120" v="220" actId="1035"/>
          <ac:spMkLst>
            <pc:docMk/>
            <pc:sldMk cId="426504972" sldId="6218"/>
            <ac:spMk id="15" creationId="{076247B0-8E82-441F-9781-14A71A631FB1}"/>
          </ac:spMkLst>
        </pc:spChg>
        <pc:spChg chg="mod">
          <ac:chgData name="Banerjee, Rajeswar" userId="b4ff5a26-7e17-4c5f-975b-d63f3f91df5b" providerId="ADAL" clId="{48B84013-0378-434E-9F40-413873E5FDD0}" dt="2022-07-04T09:28:18.120" v="220" actId="1035"/>
          <ac:spMkLst>
            <pc:docMk/>
            <pc:sldMk cId="426504972" sldId="6218"/>
            <ac:spMk id="16" creationId="{47F06B9D-B952-4EC9-84F7-CCD57DDDCF94}"/>
          </ac:spMkLst>
        </pc:spChg>
        <pc:spChg chg="mod">
          <ac:chgData name="Banerjee, Rajeswar" userId="b4ff5a26-7e17-4c5f-975b-d63f3f91df5b" providerId="ADAL" clId="{48B84013-0378-434E-9F40-413873E5FDD0}" dt="2022-07-04T09:28:18.120" v="220" actId="1035"/>
          <ac:spMkLst>
            <pc:docMk/>
            <pc:sldMk cId="426504972" sldId="6218"/>
            <ac:spMk id="17" creationId="{B1A2EF0D-74DD-4508-916F-92F353F654F7}"/>
          </ac:spMkLst>
        </pc:spChg>
        <pc:spChg chg="mod">
          <ac:chgData name="Banerjee, Rajeswar" userId="b4ff5a26-7e17-4c5f-975b-d63f3f91df5b" providerId="ADAL" clId="{48B84013-0378-434E-9F40-413873E5FDD0}" dt="2022-07-04T09:28:18.120" v="220" actId="1035"/>
          <ac:spMkLst>
            <pc:docMk/>
            <pc:sldMk cId="426504972" sldId="6218"/>
            <ac:spMk id="19" creationId="{D35D8C4B-8FB6-4AB1-9A0B-23330C0380A1}"/>
          </ac:spMkLst>
        </pc:spChg>
        <pc:spChg chg="mod">
          <ac:chgData name="Banerjee, Rajeswar" userId="b4ff5a26-7e17-4c5f-975b-d63f3f91df5b" providerId="ADAL" clId="{48B84013-0378-434E-9F40-413873E5FDD0}" dt="2022-07-04T09:28:18.120" v="220" actId="1035"/>
          <ac:spMkLst>
            <pc:docMk/>
            <pc:sldMk cId="426504972" sldId="6218"/>
            <ac:spMk id="20" creationId="{254025F2-BEF7-44A1-BBDA-214B9ED38895}"/>
          </ac:spMkLst>
        </pc:spChg>
        <pc:spChg chg="mod">
          <ac:chgData name="Banerjee, Rajeswar" userId="b4ff5a26-7e17-4c5f-975b-d63f3f91df5b" providerId="ADAL" clId="{48B84013-0378-434E-9F40-413873E5FDD0}" dt="2022-07-04T09:28:18.120" v="220" actId="1035"/>
          <ac:spMkLst>
            <pc:docMk/>
            <pc:sldMk cId="426504972" sldId="6218"/>
            <ac:spMk id="22" creationId="{E33AC378-E97D-48ED-BA11-C360D3D1AEE8}"/>
          </ac:spMkLst>
        </pc:spChg>
        <pc:spChg chg="mod">
          <ac:chgData name="Banerjee, Rajeswar" userId="b4ff5a26-7e17-4c5f-975b-d63f3f91df5b" providerId="ADAL" clId="{48B84013-0378-434E-9F40-413873E5FDD0}" dt="2022-07-04T09:28:18.120" v="220" actId="1035"/>
          <ac:spMkLst>
            <pc:docMk/>
            <pc:sldMk cId="426504972" sldId="6218"/>
            <ac:spMk id="23" creationId="{9BE630EC-823A-444E-A1CC-89D7F559FF83}"/>
          </ac:spMkLst>
        </pc:spChg>
        <pc:spChg chg="mod">
          <ac:chgData name="Banerjee, Rajeswar" userId="b4ff5a26-7e17-4c5f-975b-d63f3f91df5b" providerId="ADAL" clId="{48B84013-0378-434E-9F40-413873E5FDD0}" dt="2022-07-04T09:28:18.120" v="220" actId="1035"/>
          <ac:spMkLst>
            <pc:docMk/>
            <pc:sldMk cId="426504972" sldId="6218"/>
            <ac:spMk id="24" creationId="{F017534E-A23E-436C-92AF-9F9D9D6CCFFF}"/>
          </ac:spMkLst>
        </pc:spChg>
        <pc:spChg chg="mod">
          <ac:chgData name="Banerjee, Rajeswar" userId="b4ff5a26-7e17-4c5f-975b-d63f3f91df5b" providerId="ADAL" clId="{48B84013-0378-434E-9F40-413873E5FDD0}" dt="2022-07-04T09:28:18.120" v="220" actId="1035"/>
          <ac:spMkLst>
            <pc:docMk/>
            <pc:sldMk cId="426504972" sldId="6218"/>
            <ac:spMk id="25" creationId="{8047BD10-18D6-4311-9A0C-54F044361CDC}"/>
          </ac:spMkLst>
        </pc:spChg>
        <pc:spChg chg="mod">
          <ac:chgData name="Banerjee, Rajeswar" userId="b4ff5a26-7e17-4c5f-975b-d63f3f91df5b" providerId="ADAL" clId="{48B84013-0378-434E-9F40-413873E5FDD0}" dt="2022-07-04T09:28:18.120" v="220" actId="1035"/>
          <ac:spMkLst>
            <pc:docMk/>
            <pc:sldMk cId="426504972" sldId="6218"/>
            <ac:spMk id="27" creationId="{9923A1EA-5AA1-4B07-A3AC-2823FC9F9ACD}"/>
          </ac:spMkLst>
        </pc:spChg>
        <pc:spChg chg="mod">
          <ac:chgData name="Banerjee, Rajeswar" userId="b4ff5a26-7e17-4c5f-975b-d63f3f91df5b" providerId="ADAL" clId="{48B84013-0378-434E-9F40-413873E5FDD0}" dt="2022-07-04T09:28:18.120" v="220" actId="1035"/>
          <ac:spMkLst>
            <pc:docMk/>
            <pc:sldMk cId="426504972" sldId="6218"/>
            <ac:spMk id="28" creationId="{6F875AC6-EA18-42BA-9754-EC736F3EBC49}"/>
          </ac:spMkLst>
        </pc:spChg>
        <pc:spChg chg="mod">
          <ac:chgData name="Banerjee, Rajeswar" userId="b4ff5a26-7e17-4c5f-975b-d63f3f91df5b" providerId="ADAL" clId="{48B84013-0378-434E-9F40-413873E5FDD0}" dt="2022-07-04T09:28:18.120" v="220" actId="1035"/>
          <ac:spMkLst>
            <pc:docMk/>
            <pc:sldMk cId="426504972" sldId="6218"/>
            <ac:spMk id="30" creationId="{AEBDF22E-0295-4308-9E09-5F38EA25B613}"/>
          </ac:spMkLst>
        </pc:spChg>
        <pc:spChg chg="mod">
          <ac:chgData name="Banerjee, Rajeswar" userId="b4ff5a26-7e17-4c5f-975b-d63f3f91df5b" providerId="ADAL" clId="{48B84013-0378-434E-9F40-413873E5FDD0}" dt="2022-07-04T09:28:18.120" v="220" actId="1035"/>
          <ac:spMkLst>
            <pc:docMk/>
            <pc:sldMk cId="426504972" sldId="6218"/>
            <ac:spMk id="31" creationId="{313096A9-E4E7-4EF4-9866-7AA8F46D4DBF}"/>
          </ac:spMkLst>
        </pc:spChg>
        <pc:spChg chg="add mod">
          <ac:chgData name="Banerjee, Rajeswar" userId="b4ff5a26-7e17-4c5f-975b-d63f3f91df5b" providerId="ADAL" clId="{48B84013-0378-434E-9F40-413873E5FDD0}" dt="2022-07-04T09:29:02.738" v="260" actId="1076"/>
          <ac:spMkLst>
            <pc:docMk/>
            <pc:sldMk cId="426504972" sldId="6218"/>
            <ac:spMk id="32" creationId="{5EC94472-C230-437D-864F-DA78F4E2BCED}"/>
          </ac:spMkLst>
        </pc:spChg>
        <pc:grpChg chg="mod">
          <ac:chgData name="Banerjee, Rajeswar" userId="b4ff5a26-7e17-4c5f-975b-d63f3f91df5b" providerId="ADAL" clId="{48B84013-0378-434E-9F40-413873E5FDD0}" dt="2022-07-04T09:28:18.120" v="220" actId="1035"/>
          <ac:grpSpMkLst>
            <pc:docMk/>
            <pc:sldMk cId="426504972" sldId="6218"/>
            <ac:grpSpMk id="11" creationId="{7E04117F-344A-46D6-B191-F81FC8F2431B}"/>
          </ac:grpSpMkLst>
        </pc:grpChg>
        <pc:grpChg chg="mod">
          <ac:chgData name="Banerjee, Rajeswar" userId="b4ff5a26-7e17-4c5f-975b-d63f3f91df5b" providerId="ADAL" clId="{48B84013-0378-434E-9F40-413873E5FDD0}" dt="2022-07-04T09:28:18.120" v="220" actId="1035"/>
          <ac:grpSpMkLst>
            <pc:docMk/>
            <pc:sldMk cId="426504972" sldId="6218"/>
            <ac:grpSpMk id="14" creationId="{0441D3B5-F9D3-4BD4-BFC7-502768D60092}"/>
          </ac:grpSpMkLst>
        </pc:grpChg>
        <pc:grpChg chg="mod">
          <ac:chgData name="Banerjee, Rajeswar" userId="b4ff5a26-7e17-4c5f-975b-d63f3f91df5b" providerId="ADAL" clId="{48B84013-0378-434E-9F40-413873E5FDD0}" dt="2022-07-04T09:28:18.120" v="220" actId="1035"/>
          <ac:grpSpMkLst>
            <pc:docMk/>
            <pc:sldMk cId="426504972" sldId="6218"/>
            <ac:grpSpMk id="21" creationId="{8B4A994E-746B-4A29-B7FC-CF359A03CDE7}"/>
          </ac:grpSpMkLst>
        </pc:grpChg>
        <pc:grpChg chg="mod">
          <ac:chgData name="Banerjee, Rajeswar" userId="b4ff5a26-7e17-4c5f-975b-d63f3f91df5b" providerId="ADAL" clId="{48B84013-0378-434E-9F40-413873E5FDD0}" dt="2022-07-04T09:28:18.120" v="220" actId="1035"/>
          <ac:grpSpMkLst>
            <pc:docMk/>
            <pc:sldMk cId="426504972" sldId="6218"/>
            <ac:grpSpMk id="26" creationId="{72575DCA-CCA5-4A78-932B-9F9BFB94A4F9}"/>
          </ac:grpSpMkLst>
        </pc:grpChg>
        <pc:grpChg chg="mod">
          <ac:chgData name="Banerjee, Rajeswar" userId="b4ff5a26-7e17-4c5f-975b-d63f3f91df5b" providerId="ADAL" clId="{48B84013-0378-434E-9F40-413873E5FDD0}" dt="2022-07-04T09:28:18.120" v="220" actId="1035"/>
          <ac:grpSpMkLst>
            <pc:docMk/>
            <pc:sldMk cId="426504972" sldId="6218"/>
            <ac:grpSpMk id="29" creationId="{7519D100-5B43-4417-A2FD-272183CBF5B2}"/>
          </ac:grpSpMkLst>
        </pc:grpChg>
      </pc:sldChg>
      <pc:sldChg chg="addSp delSp modSp add del mod">
        <pc:chgData name="Banerjee, Rajeswar" userId="b4ff5a26-7e17-4c5f-975b-d63f3f91df5b" providerId="ADAL" clId="{48B84013-0378-434E-9F40-413873E5FDD0}" dt="2022-07-04T13:08:32.861" v="422" actId="47"/>
        <pc:sldMkLst>
          <pc:docMk/>
          <pc:sldMk cId="2748443256" sldId="6219"/>
        </pc:sldMkLst>
        <pc:spChg chg="mod">
          <ac:chgData name="Banerjee, Rajeswar" userId="b4ff5a26-7e17-4c5f-975b-d63f3f91df5b" providerId="ADAL" clId="{48B84013-0378-434E-9F40-413873E5FDD0}" dt="2022-07-04T09:19:51.707" v="119" actId="1076"/>
          <ac:spMkLst>
            <pc:docMk/>
            <pc:sldMk cId="2748443256" sldId="6219"/>
            <ac:spMk id="2" creationId="{40DEA8BD-8A64-43E8-ABA4-688AE1E16EA0}"/>
          </ac:spMkLst>
        </pc:spChg>
        <pc:spChg chg="mod">
          <ac:chgData name="Banerjee, Rajeswar" userId="b4ff5a26-7e17-4c5f-975b-d63f3f91df5b" providerId="ADAL" clId="{48B84013-0378-434E-9F40-413873E5FDD0}" dt="2022-07-04T09:55:55.483" v="360" actId="20577"/>
          <ac:spMkLst>
            <pc:docMk/>
            <pc:sldMk cId="2748443256" sldId="6219"/>
            <ac:spMk id="8" creationId="{EF582C00-7D83-45EC-B26F-515E64D5EA94}"/>
          </ac:spMkLst>
        </pc:spChg>
        <pc:spChg chg="del">
          <ac:chgData name="Banerjee, Rajeswar" userId="b4ff5a26-7e17-4c5f-975b-d63f3f91df5b" providerId="ADAL" clId="{48B84013-0378-434E-9F40-413873E5FDD0}" dt="2022-07-04T09:18:47.485" v="18" actId="478"/>
          <ac:spMkLst>
            <pc:docMk/>
            <pc:sldMk cId="2748443256" sldId="6219"/>
            <ac:spMk id="11" creationId="{632821DF-18FC-471D-A366-04398BFF9DEA}"/>
          </ac:spMkLst>
        </pc:spChg>
        <pc:spChg chg="mod">
          <ac:chgData name="Banerjee, Rajeswar" userId="b4ff5a26-7e17-4c5f-975b-d63f3f91df5b" providerId="ADAL" clId="{48B84013-0378-434E-9F40-413873E5FDD0}" dt="2022-07-04T09:36:57.974" v="355" actId="1076"/>
          <ac:spMkLst>
            <pc:docMk/>
            <pc:sldMk cId="2748443256" sldId="6219"/>
            <ac:spMk id="13" creationId="{0B8141C8-E7A9-47F3-843B-CBA039A2E926}"/>
          </ac:spMkLst>
        </pc:spChg>
        <pc:spChg chg="add mod">
          <ac:chgData name="Banerjee, Rajeswar" userId="b4ff5a26-7e17-4c5f-975b-d63f3f91df5b" providerId="ADAL" clId="{48B84013-0378-434E-9F40-413873E5FDD0}" dt="2022-07-04T09:20:24.412" v="161" actId="1036"/>
          <ac:spMkLst>
            <pc:docMk/>
            <pc:sldMk cId="2748443256" sldId="6219"/>
            <ac:spMk id="14" creationId="{038103FA-F666-4B95-A567-DCEA843D2FC5}"/>
          </ac:spMkLst>
        </pc:spChg>
        <pc:graphicFrameChg chg="mod">
          <ac:chgData name="Banerjee, Rajeswar" userId="b4ff5a26-7e17-4c5f-975b-d63f3f91df5b" providerId="ADAL" clId="{48B84013-0378-434E-9F40-413873E5FDD0}" dt="2022-07-04T09:21:06.857" v="180" actId="1036"/>
          <ac:graphicFrameMkLst>
            <pc:docMk/>
            <pc:sldMk cId="2748443256" sldId="6219"/>
            <ac:graphicFrameMk id="10" creationId="{93EEF972-4B9B-45AF-9279-0FB15F71F230}"/>
          </ac:graphicFrameMkLst>
        </pc:graphicFrameChg>
        <pc:cxnChg chg="add mod">
          <ac:chgData name="Banerjee, Rajeswar" userId="b4ff5a26-7e17-4c5f-975b-d63f3f91df5b" providerId="ADAL" clId="{48B84013-0378-434E-9F40-413873E5FDD0}" dt="2022-07-04T09:20:19.490" v="158" actId="14100"/>
          <ac:cxnSpMkLst>
            <pc:docMk/>
            <pc:sldMk cId="2748443256" sldId="6219"/>
            <ac:cxnSpMk id="9" creationId="{5F1E4F9F-467E-4D3B-AE57-0AE4EA87CCF8}"/>
          </ac:cxnSpMkLst>
        </pc:cxnChg>
        <pc:cxnChg chg="mod">
          <ac:chgData name="Banerjee, Rajeswar" userId="b4ff5a26-7e17-4c5f-975b-d63f3f91df5b" providerId="ADAL" clId="{48B84013-0378-434E-9F40-413873E5FDD0}" dt="2022-07-04T09:37:06.447" v="357" actId="1076"/>
          <ac:cxnSpMkLst>
            <pc:docMk/>
            <pc:sldMk cId="2748443256" sldId="6219"/>
            <ac:cxnSpMk id="12" creationId="{94822BA3-4A09-4B05-99B4-4A50A8654BE4}"/>
          </ac:cxnSpMkLst>
        </pc:cxnChg>
      </pc:sldChg>
      <pc:sldChg chg="del">
        <pc:chgData name="Banerjee, Rajeswar" userId="b4ff5a26-7e17-4c5f-975b-d63f3f91df5b" providerId="ADAL" clId="{48B84013-0378-434E-9F40-413873E5FDD0}" dt="2022-07-04T10:13:14.666" v="363" actId="47"/>
        <pc:sldMkLst>
          <pc:docMk/>
          <pc:sldMk cId="293863309" sldId="6220"/>
        </pc:sldMkLst>
      </pc:sldChg>
      <pc:sldChg chg="add">
        <pc:chgData name="Banerjee, Rajeswar" userId="b4ff5a26-7e17-4c5f-975b-d63f3f91df5b" providerId="ADAL" clId="{48B84013-0378-434E-9F40-413873E5FDD0}" dt="2022-07-04T09:24:43.595" v="181"/>
        <pc:sldMkLst>
          <pc:docMk/>
          <pc:sldMk cId="1473512616" sldId="6221"/>
        </pc:sldMkLst>
      </pc:sldChg>
      <pc:sldChg chg="delSp add del mod">
        <pc:chgData name="Banerjee, Rajeswar" userId="b4ff5a26-7e17-4c5f-975b-d63f3f91df5b" providerId="ADAL" clId="{48B84013-0378-434E-9F40-413873E5FDD0}" dt="2022-07-04T10:14:38.781" v="420" actId="47"/>
        <pc:sldMkLst>
          <pc:docMk/>
          <pc:sldMk cId="3318190553" sldId="6222"/>
        </pc:sldMkLst>
        <pc:spChg chg="del">
          <ac:chgData name="Banerjee, Rajeswar" userId="b4ff5a26-7e17-4c5f-975b-d63f3f91df5b" providerId="ADAL" clId="{48B84013-0378-434E-9F40-413873E5FDD0}" dt="2022-07-04T10:13:51.845" v="407" actId="21"/>
          <ac:spMkLst>
            <pc:docMk/>
            <pc:sldMk cId="3318190553" sldId="6222"/>
            <ac:spMk id="19" creationId="{FA746C43-672D-4985-9BF8-31AC401FC362}"/>
          </ac:spMkLst>
        </pc:spChg>
        <pc:spChg chg="del">
          <ac:chgData name="Banerjee, Rajeswar" userId="b4ff5a26-7e17-4c5f-975b-d63f3f91df5b" providerId="ADAL" clId="{48B84013-0378-434E-9F40-413873E5FDD0}" dt="2022-07-04T10:13:51.845" v="407" actId="21"/>
          <ac:spMkLst>
            <pc:docMk/>
            <pc:sldMk cId="3318190553" sldId="6222"/>
            <ac:spMk id="25" creationId="{D63FB8FB-5CF9-4F06-BF70-E823953754A0}"/>
          </ac:spMkLst>
        </pc:spChg>
      </pc:sldChg>
      <pc:sldChg chg="add">
        <pc:chgData name="Banerjee, Rajeswar" userId="b4ff5a26-7e17-4c5f-975b-d63f3f91df5b" providerId="ADAL" clId="{48B84013-0378-434E-9F40-413873E5FDD0}" dt="2022-07-04T10:13:08.044" v="362"/>
        <pc:sldMkLst>
          <pc:docMk/>
          <pc:sldMk cId="3176385444" sldId="6223"/>
        </pc:sldMkLst>
      </pc:sldChg>
      <pc:sldChg chg="addSp delSp modSp add mod">
        <pc:chgData name="Banerjee, Rajeswar" userId="b4ff5a26-7e17-4c5f-975b-d63f3f91df5b" providerId="ADAL" clId="{48B84013-0378-434E-9F40-413873E5FDD0}" dt="2022-07-04T10:14:25.666" v="419" actId="14100"/>
        <pc:sldMkLst>
          <pc:docMk/>
          <pc:sldMk cId="1048668780" sldId="6224"/>
        </pc:sldMkLst>
        <pc:spChg chg="mod">
          <ac:chgData name="Banerjee, Rajeswar" userId="b4ff5a26-7e17-4c5f-975b-d63f3f91df5b" providerId="ADAL" clId="{48B84013-0378-434E-9F40-413873E5FDD0}" dt="2022-07-04T10:14:25.666" v="419" actId="14100"/>
          <ac:spMkLst>
            <pc:docMk/>
            <pc:sldMk cId="1048668780" sldId="6224"/>
            <ac:spMk id="3"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8"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1"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2"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3"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4"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5"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6"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7" creationId="{00000000-0000-0000-0000-000000000000}"/>
          </ac:spMkLst>
        </pc:spChg>
        <pc:spChg chg="del">
          <ac:chgData name="Banerjee, Rajeswar" userId="b4ff5a26-7e17-4c5f-975b-d63f3f91df5b" providerId="ADAL" clId="{48B84013-0378-434E-9F40-413873E5FDD0}" dt="2022-07-04T10:13:39.608" v="365" actId="478"/>
          <ac:spMkLst>
            <pc:docMk/>
            <pc:sldMk cId="1048668780" sldId="6224"/>
            <ac:spMk id="19" creationId="{FA746C43-672D-4985-9BF8-31AC401FC362}"/>
          </ac:spMkLst>
        </pc:spChg>
        <pc:spChg chg="add mod">
          <ac:chgData name="Banerjee, Rajeswar" userId="b4ff5a26-7e17-4c5f-975b-d63f3f91df5b" providerId="ADAL" clId="{48B84013-0378-434E-9F40-413873E5FDD0}" dt="2022-07-04T10:13:59.798" v="409" actId="1076"/>
          <ac:spMkLst>
            <pc:docMk/>
            <pc:sldMk cId="1048668780" sldId="6224"/>
            <ac:spMk id="20" creationId="{BEF43F2D-16E4-4F26-979F-8108A9D68349}"/>
          </ac:spMkLst>
        </pc:spChg>
        <pc:spChg chg="mod">
          <ac:chgData name="Banerjee, Rajeswar" userId="b4ff5a26-7e17-4c5f-975b-d63f3f91df5b" providerId="ADAL" clId="{48B84013-0378-434E-9F40-413873E5FDD0}" dt="2022-07-04T10:13:46.960" v="406" actId="1035"/>
          <ac:spMkLst>
            <pc:docMk/>
            <pc:sldMk cId="1048668780" sldId="6224"/>
            <ac:spMk id="21" creationId="{00000000-0000-0000-0000-000000000000}"/>
          </ac:spMkLst>
        </pc:spChg>
        <pc:spChg chg="add mod">
          <ac:chgData name="Banerjee, Rajeswar" userId="b4ff5a26-7e17-4c5f-975b-d63f3f91df5b" providerId="ADAL" clId="{48B84013-0378-434E-9F40-413873E5FDD0}" dt="2022-07-04T10:13:59.798" v="409" actId="1076"/>
          <ac:spMkLst>
            <pc:docMk/>
            <pc:sldMk cId="1048668780" sldId="6224"/>
            <ac:spMk id="22" creationId="{C6C5D570-7929-4A00-B815-66D588CF45E2}"/>
          </ac:spMkLst>
        </pc:spChg>
        <pc:spChg chg="mod">
          <ac:chgData name="Banerjee, Rajeswar" userId="b4ff5a26-7e17-4c5f-975b-d63f3f91df5b" providerId="ADAL" clId="{48B84013-0378-434E-9F40-413873E5FDD0}" dt="2022-07-04T10:13:46.960" v="406" actId="1035"/>
          <ac:spMkLst>
            <pc:docMk/>
            <pc:sldMk cId="1048668780" sldId="6224"/>
            <ac:spMk id="23"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24" creationId="{00000000-0000-0000-0000-000000000000}"/>
          </ac:spMkLst>
        </pc:spChg>
        <pc:spChg chg="del">
          <ac:chgData name="Banerjee, Rajeswar" userId="b4ff5a26-7e17-4c5f-975b-d63f3f91df5b" providerId="ADAL" clId="{48B84013-0378-434E-9F40-413873E5FDD0}" dt="2022-07-04T10:13:39.608" v="365" actId="478"/>
          <ac:spMkLst>
            <pc:docMk/>
            <pc:sldMk cId="1048668780" sldId="6224"/>
            <ac:spMk id="25" creationId="{D63FB8FB-5CF9-4F06-BF70-E823953754A0}"/>
          </ac:spMkLst>
        </pc:spChg>
        <pc:spChg chg="mod">
          <ac:chgData name="Banerjee, Rajeswar" userId="b4ff5a26-7e17-4c5f-975b-d63f3f91df5b" providerId="ADAL" clId="{48B84013-0378-434E-9F40-413873E5FDD0}" dt="2022-07-04T10:13:46.960" v="406" actId="1035"/>
          <ac:spMkLst>
            <pc:docMk/>
            <pc:sldMk cId="1048668780" sldId="6224"/>
            <ac:spMk id="26" creationId="{EDEBD49A-F9C1-48E4-9268-FE9D570E49A8}"/>
          </ac:spMkLst>
        </pc:spChg>
        <pc:spChg chg="mod">
          <ac:chgData name="Banerjee, Rajeswar" userId="b4ff5a26-7e17-4c5f-975b-d63f3f91df5b" providerId="ADAL" clId="{48B84013-0378-434E-9F40-413873E5FDD0}" dt="2022-07-04T10:13:46.960" v="406" actId="1035"/>
          <ac:spMkLst>
            <pc:docMk/>
            <pc:sldMk cId="1048668780" sldId="6224"/>
            <ac:spMk id="27" creationId="{D7BF1DD0-C20B-42BC-A99F-0D00ED4A7517}"/>
          </ac:spMkLst>
        </pc:spChg>
        <pc:picChg chg="mod">
          <ac:chgData name="Banerjee, Rajeswar" userId="b4ff5a26-7e17-4c5f-975b-d63f3f91df5b" providerId="ADAL" clId="{48B84013-0378-434E-9F40-413873E5FDD0}" dt="2022-07-04T10:13:46.960" v="406" actId="1035"/>
          <ac:picMkLst>
            <pc:docMk/>
            <pc:sldMk cId="1048668780" sldId="6224"/>
            <ac:picMk id="18" creationId="{8C437E68-5EA6-4799-95C2-007FC5146315}"/>
          </ac:picMkLst>
        </pc:picChg>
      </pc:sldChg>
      <pc:sldChg chg="modSp add mod">
        <pc:chgData name="Banerjee, Rajeswar" userId="b4ff5a26-7e17-4c5f-975b-d63f3f91df5b" providerId="ADAL" clId="{48B84013-0378-434E-9F40-413873E5FDD0}" dt="2022-07-04T13:08:57.595" v="423" actId="20577"/>
        <pc:sldMkLst>
          <pc:docMk/>
          <pc:sldMk cId="1597638962" sldId="6226"/>
        </pc:sldMkLst>
        <pc:spChg chg="mod">
          <ac:chgData name="Banerjee, Rajeswar" userId="b4ff5a26-7e17-4c5f-975b-d63f3f91df5b" providerId="ADAL" clId="{48B84013-0378-434E-9F40-413873E5FDD0}" dt="2022-07-04T13:08:57.595" v="423" actId="20577"/>
          <ac:spMkLst>
            <pc:docMk/>
            <pc:sldMk cId="1597638962" sldId="6226"/>
            <ac:spMk id="18" creationId="{1985AF35-FE35-46A5-A9C2-95E05E622B32}"/>
          </ac:spMkLst>
        </pc:spChg>
      </pc:sldChg>
    </pc:docChg>
  </pc:docChgLst>
  <pc:docChgLst>
    <pc:chgData name="Khiroria, Adit" userId="125b7d01-0557-4756-b3b5-aac8221948e3" providerId="ADAL" clId="{685C7AE8-664C-4A7C-A9E8-F890AD37F02A}"/>
    <pc:docChg chg="undo redo custSel modSld">
      <pc:chgData name="Khiroria, Adit" userId="125b7d01-0557-4756-b3b5-aac8221948e3" providerId="ADAL" clId="{685C7AE8-664C-4A7C-A9E8-F890AD37F02A}" dt="2022-07-04T08:33:33.209" v="488" actId="1076"/>
      <pc:docMkLst>
        <pc:docMk/>
      </pc:docMkLst>
      <pc:sldChg chg="addSp delSp modSp mod">
        <pc:chgData name="Khiroria, Adit" userId="125b7d01-0557-4756-b3b5-aac8221948e3" providerId="ADAL" clId="{685C7AE8-664C-4A7C-A9E8-F890AD37F02A}" dt="2022-07-04T08:33:33.209" v="488" actId="1076"/>
        <pc:sldMkLst>
          <pc:docMk/>
          <pc:sldMk cId="1663662808" sldId="3884"/>
        </pc:sldMkLst>
        <pc:spChg chg="mod topLvl">
          <ac:chgData name="Khiroria, Adit" userId="125b7d01-0557-4756-b3b5-aac8221948e3" providerId="ADAL" clId="{685C7AE8-664C-4A7C-A9E8-F890AD37F02A}" dt="2022-07-04T08:32:36.906" v="463" actId="165"/>
          <ac:spMkLst>
            <pc:docMk/>
            <pc:sldMk cId="1663662808" sldId="3884"/>
            <ac:spMk id="121" creationId="{B6206AB4-DA82-4728-8226-4F6E55A6AB30}"/>
          </ac:spMkLst>
        </pc:spChg>
        <pc:spChg chg="mod topLvl">
          <ac:chgData name="Khiroria, Adit" userId="125b7d01-0557-4756-b3b5-aac8221948e3" providerId="ADAL" clId="{685C7AE8-664C-4A7C-A9E8-F890AD37F02A}" dt="2022-07-04T08:32:36.906" v="463" actId="165"/>
          <ac:spMkLst>
            <pc:docMk/>
            <pc:sldMk cId="1663662808" sldId="3884"/>
            <ac:spMk id="122" creationId="{47E6C12C-BF45-48C7-8A26-CCD8EDB0A81D}"/>
          </ac:spMkLst>
        </pc:spChg>
        <pc:spChg chg="mod topLvl">
          <ac:chgData name="Khiroria, Adit" userId="125b7d01-0557-4756-b3b5-aac8221948e3" providerId="ADAL" clId="{685C7AE8-664C-4A7C-A9E8-F890AD37F02A}" dt="2022-07-04T08:32:36.906" v="463" actId="165"/>
          <ac:spMkLst>
            <pc:docMk/>
            <pc:sldMk cId="1663662808" sldId="3884"/>
            <ac:spMk id="123" creationId="{374F9905-67B1-4AA9-8CCC-F1402B0C2AB3}"/>
          </ac:spMkLst>
        </pc:spChg>
        <pc:spChg chg="mod topLvl">
          <ac:chgData name="Khiroria, Adit" userId="125b7d01-0557-4756-b3b5-aac8221948e3" providerId="ADAL" clId="{685C7AE8-664C-4A7C-A9E8-F890AD37F02A}" dt="2022-07-04T08:32:36.906" v="463" actId="165"/>
          <ac:spMkLst>
            <pc:docMk/>
            <pc:sldMk cId="1663662808" sldId="3884"/>
            <ac:spMk id="125" creationId="{BF799A72-87CE-4134-9526-325AA987EFC0}"/>
          </ac:spMkLst>
        </pc:spChg>
        <pc:spChg chg="mod topLvl">
          <ac:chgData name="Khiroria, Adit" userId="125b7d01-0557-4756-b3b5-aac8221948e3" providerId="ADAL" clId="{685C7AE8-664C-4A7C-A9E8-F890AD37F02A}" dt="2022-07-04T08:32:36.906" v="463" actId="165"/>
          <ac:spMkLst>
            <pc:docMk/>
            <pc:sldMk cId="1663662808" sldId="3884"/>
            <ac:spMk id="128" creationId="{31E08851-FF75-4B78-B3B0-BA73FD1B2DF1}"/>
          </ac:spMkLst>
        </pc:spChg>
        <pc:spChg chg="mod topLvl">
          <ac:chgData name="Khiroria, Adit" userId="125b7d01-0557-4756-b3b5-aac8221948e3" providerId="ADAL" clId="{685C7AE8-664C-4A7C-A9E8-F890AD37F02A}" dt="2022-07-04T08:32:36.906" v="463" actId="165"/>
          <ac:spMkLst>
            <pc:docMk/>
            <pc:sldMk cId="1663662808" sldId="3884"/>
            <ac:spMk id="129" creationId="{348687EB-98BF-47CF-9891-831CF82ED793}"/>
          </ac:spMkLst>
        </pc:spChg>
        <pc:spChg chg="mod topLvl">
          <ac:chgData name="Khiroria, Adit" userId="125b7d01-0557-4756-b3b5-aac8221948e3" providerId="ADAL" clId="{685C7AE8-664C-4A7C-A9E8-F890AD37F02A}" dt="2022-07-04T08:32:36.906" v="463" actId="165"/>
          <ac:spMkLst>
            <pc:docMk/>
            <pc:sldMk cId="1663662808" sldId="3884"/>
            <ac:spMk id="130" creationId="{4CD4F541-F796-4A15-BF95-DDAB9ECD3E3F}"/>
          </ac:spMkLst>
        </pc:spChg>
        <pc:spChg chg="mod topLvl">
          <ac:chgData name="Khiroria, Adit" userId="125b7d01-0557-4756-b3b5-aac8221948e3" providerId="ADAL" clId="{685C7AE8-664C-4A7C-A9E8-F890AD37F02A}" dt="2022-07-04T08:32:36.906" v="463" actId="165"/>
          <ac:spMkLst>
            <pc:docMk/>
            <pc:sldMk cId="1663662808" sldId="3884"/>
            <ac:spMk id="133" creationId="{FC978504-65E6-4DD9-998D-FF9538FDAEE7}"/>
          </ac:spMkLst>
        </pc:spChg>
        <pc:spChg chg="mod topLvl">
          <ac:chgData name="Khiroria, Adit" userId="125b7d01-0557-4756-b3b5-aac8221948e3" providerId="ADAL" clId="{685C7AE8-664C-4A7C-A9E8-F890AD37F02A}" dt="2022-07-04T08:32:36.906" v="463" actId="165"/>
          <ac:spMkLst>
            <pc:docMk/>
            <pc:sldMk cId="1663662808" sldId="3884"/>
            <ac:spMk id="136" creationId="{194EF546-EE0F-4B2F-996E-C7990AF8D029}"/>
          </ac:spMkLst>
        </pc:spChg>
        <pc:spChg chg="mod topLvl">
          <ac:chgData name="Khiroria, Adit" userId="125b7d01-0557-4756-b3b5-aac8221948e3" providerId="ADAL" clId="{685C7AE8-664C-4A7C-A9E8-F890AD37F02A}" dt="2022-07-04T08:32:36.906" v="463" actId="165"/>
          <ac:spMkLst>
            <pc:docMk/>
            <pc:sldMk cId="1663662808" sldId="3884"/>
            <ac:spMk id="153" creationId="{B0197742-02E0-497B-A828-C3EC0F49820C}"/>
          </ac:spMkLst>
        </pc:spChg>
        <pc:spChg chg="mod topLvl">
          <ac:chgData name="Khiroria, Adit" userId="125b7d01-0557-4756-b3b5-aac8221948e3" providerId="ADAL" clId="{685C7AE8-664C-4A7C-A9E8-F890AD37F02A}" dt="2022-07-04T08:32:36.906" v="463" actId="165"/>
          <ac:spMkLst>
            <pc:docMk/>
            <pc:sldMk cId="1663662808" sldId="3884"/>
            <ac:spMk id="154" creationId="{899CE587-748A-4879-B23C-415422A481FC}"/>
          </ac:spMkLst>
        </pc:spChg>
        <pc:spChg chg="mod">
          <ac:chgData name="Khiroria, Adit" userId="125b7d01-0557-4756-b3b5-aac8221948e3" providerId="ADAL" clId="{685C7AE8-664C-4A7C-A9E8-F890AD37F02A}" dt="2022-07-04T08:32:36.906" v="463" actId="165"/>
          <ac:spMkLst>
            <pc:docMk/>
            <pc:sldMk cId="1663662808" sldId="3884"/>
            <ac:spMk id="156" creationId="{10EEE181-FAF6-4B25-BD05-B2F371E52F69}"/>
          </ac:spMkLst>
        </pc:spChg>
        <pc:spChg chg="mod">
          <ac:chgData name="Khiroria, Adit" userId="125b7d01-0557-4756-b3b5-aac8221948e3" providerId="ADAL" clId="{685C7AE8-664C-4A7C-A9E8-F890AD37F02A}" dt="2022-07-04T08:32:36.906" v="463" actId="165"/>
          <ac:spMkLst>
            <pc:docMk/>
            <pc:sldMk cId="1663662808" sldId="3884"/>
            <ac:spMk id="157" creationId="{BA01877F-F4BC-4011-A306-2038A67A3E2C}"/>
          </ac:spMkLst>
        </pc:spChg>
        <pc:spChg chg="mod topLvl">
          <ac:chgData name="Khiroria, Adit" userId="125b7d01-0557-4756-b3b5-aac8221948e3" providerId="ADAL" clId="{685C7AE8-664C-4A7C-A9E8-F890AD37F02A}" dt="2022-07-04T08:32:36.906" v="463" actId="165"/>
          <ac:spMkLst>
            <pc:docMk/>
            <pc:sldMk cId="1663662808" sldId="3884"/>
            <ac:spMk id="158" creationId="{C8384978-FC95-4790-9B43-53A5237FC712}"/>
          </ac:spMkLst>
        </pc:spChg>
        <pc:spChg chg="mod topLvl">
          <ac:chgData name="Khiroria, Adit" userId="125b7d01-0557-4756-b3b5-aac8221948e3" providerId="ADAL" clId="{685C7AE8-664C-4A7C-A9E8-F890AD37F02A}" dt="2022-07-04T08:32:36.906" v="463" actId="165"/>
          <ac:spMkLst>
            <pc:docMk/>
            <pc:sldMk cId="1663662808" sldId="3884"/>
            <ac:spMk id="159" creationId="{F57DA56B-8A06-45CC-9038-637D51CE963E}"/>
          </ac:spMkLst>
        </pc:spChg>
        <pc:spChg chg="mod topLvl">
          <ac:chgData name="Khiroria, Adit" userId="125b7d01-0557-4756-b3b5-aac8221948e3" providerId="ADAL" clId="{685C7AE8-664C-4A7C-A9E8-F890AD37F02A}" dt="2022-07-04T08:32:36.906" v="463" actId="165"/>
          <ac:spMkLst>
            <pc:docMk/>
            <pc:sldMk cId="1663662808" sldId="3884"/>
            <ac:spMk id="163" creationId="{FFB9297B-42D2-49D1-992D-0A9B27782BBC}"/>
          </ac:spMkLst>
        </pc:spChg>
        <pc:spChg chg="mod topLvl">
          <ac:chgData name="Khiroria, Adit" userId="125b7d01-0557-4756-b3b5-aac8221948e3" providerId="ADAL" clId="{685C7AE8-664C-4A7C-A9E8-F890AD37F02A}" dt="2022-07-04T08:32:36.906" v="463" actId="165"/>
          <ac:spMkLst>
            <pc:docMk/>
            <pc:sldMk cId="1663662808" sldId="3884"/>
            <ac:spMk id="165" creationId="{9165E861-8FF3-4FC8-A5A3-E8B919837F11}"/>
          </ac:spMkLst>
        </pc:spChg>
        <pc:spChg chg="mod topLvl">
          <ac:chgData name="Khiroria, Adit" userId="125b7d01-0557-4756-b3b5-aac8221948e3" providerId="ADAL" clId="{685C7AE8-664C-4A7C-A9E8-F890AD37F02A}" dt="2022-07-04T08:32:36.906" v="463" actId="165"/>
          <ac:spMkLst>
            <pc:docMk/>
            <pc:sldMk cId="1663662808" sldId="3884"/>
            <ac:spMk id="167" creationId="{62248CB7-4887-4A29-BD0B-C9B718695546}"/>
          </ac:spMkLst>
        </pc:spChg>
        <pc:spChg chg="mod topLvl">
          <ac:chgData name="Khiroria, Adit" userId="125b7d01-0557-4756-b3b5-aac8221948e3" providerId="ADAL" clId="{685C7AE8-664C-4A7C-A9E8-F890AD37F02A}" dt="2022-07-04T08:32:36.906" v="463" actId="165"/>
          <ac:spMkLst>
            <pc:docMk/>
            <pc:sldMk cId="1663662808" sldId="3884"/>
            <ac:spMk id="168" creationId="{5773F202-088F-45EB-8B2B-8C48C82B9476}"/>
          </ac:spMkLst>
        </pc:spChg>
        <pc:spChg chg="mod topLvl">
          <ac:chgData name="Khiroria, Adit" userId="125b7d01-0557-4756-b3b5-aac8221948e3" providerId="ADAL" clId="{685C7AE8-664C-4A7C-A9E8-F890AD37F02A}" dt="2022-07-04T08:32:36.906" v="463" actId="165"/>
          <ac:spMkLst>
            <pc:docMk/>
            <pc:sldMk cId="1663662808" sldId="3884"/>
            <ac:spMk id="169" creationId="{252367F7-A341-4A3D-B791-6F2087019489}"/>
          </ac:spMkLst>
        </pc:spChg>
        <pc:spChg chg="mod topLvl">
          <ac:chgData name="Khiroria, Adit" userId="125b7d01-0557-4756-b3b5-aac8221948e3" providerId="ADAL" clId="{685C7AE8-664C-4A7C-A9E8-F890AD37F02A}" dt="2022-07-04T08:32:36.906" v="463" actId="165"/>
          <ac:spMkLst>
            <pc:docMk/>
            <pc:sldMk cId="1663662808" sldId="3884"/>
            <ac:spMk id="170" creationId="{DAC9575C-2558-45CE-B61B-DC048B2255E0}"/>
          </ac:spMkLst>
        </pc:spChg>
        <pc:spChg chg="mod">
          <ac:chgData name="Khiroria, Adit" userId="125b7d01-0557-4756-b3b5-aac8221948e3" providerId="ADAL" clId="{685C7AE8-664C-4A7C-A9E8-F890AD37F02A}" dt="2022-07-04T08:32:36.906" v="463" actId="165"/>
          <ac:spMkLst>
            <pc:docMk/>
            <pc:sldMk cId="1663662808" sldId="3884"/>
            <ac:spMk id="172" creationId="{F2D67F7B-80B9-4FDE-9A12-8E437B2BE213}"/>
          </ac:spMkLst>
        </pc:spChg>
        <pc:spChg chg="mod">
          <ac:chgData name="Khiroria, Adit" userId="125b7d01-0557-4756-b3b5-aac8221948e3" providerId="ADAL" clId="{685C7AE8-664C-4A7C-A9E8-F890AD37F02A}" dt="2022-07-04T08:32:36.906" v="463" actId="165"/>
          <ac:spMkLst>
            <pc:docMk/>
            <pc:sldMk cId="1663662808" sldId="3884"/>
            <ac:spMk id="175" creationId="{01D111B6-B84E-4D9C-A846-D0CF382DB737}"/>
          </ac:spMkLst>
        </pc:spChg>
        <pc:spChg chg="mod topLvl">
          <ac:chgData name="Khiroria, Adit" userId="125b7d01-0557-4756-b3b5-aac8221948e3" providerId="ADAL" clId="{685C7AE8-664C-4A7C-A9E8-F890AD37F02A}" dt="2022-07-04T08:32:36.906" v="463" actId="165"/>
          <ac:spMkLst>
            <pc:docMk/>
            <pc:sldMk cId="1663662808" sldId="3884"/>
            <ac:spMk id="179" creationId="{48A19324-88B2-4215-8AED-6ED3D2C5C2E5}"/>
          </ac:spMkLst>
        </pc:spChg>
        <pc:spChg chg="mod topLvl">
          <ac:chgData name="Khiroria, Adit" userId="125b7d01-0557-4756-b3b5-aac8221948e3" providerId="ADAL" clId="{685C7AE8-664C-4A7C-A9E8-F890AD37F02A}" dt="2022-07-04T08:32:36.906" v="463" actId="165"/>
          <ac:spMkLst>
            <pc:docMk/>
            <pc:sldMk cId="1663662808" sldId="3884"/>
            <ac:spMk id="182" creationId="{E880B4AB-1464-4565-B537-DBF816A8695B}"/>
          </ac:spMkLst>
        </pc:spChg>
        <pc:spChg chg="mod topLvl">
          <ac:chgData name="Khiroria, Adit" userId="125b7d01-0557-4756-b3b5-aac8221948e3" providerId="ADAL" clId="{685C7AE8-664C-4A7C-A9E8-F890AD37F02A}" dt="2022-07-04T08:33:33.209" v="488" actId="1076"/>
          <ac:spMkLst>
            <pc:docMk/>
            <pc:sldMk cId="1663662808" sldId="3884"/>
            <ac:spMk id="184" creationId="{B4682380-451C-40F6-8FB1-2F65451BB65E}"/>
          </ac:spMkLst>
        </pc:spChg>
        <pc:grpChg chg="add del mod">
          <ac:chgData name="Khiroria, Adit" userId="125b7d01-0557-4756-b3b5-aac8221948e3" providerId="ADAL" clId="{685C7AE8-664C-4A7C-A9E8-F890AD37F02A}" dt="2022-07-04T08:32:36.906" v="463" actId="165"/>
          <ac:grpSpMkLst>
            <pc:docMk/>
            <pc:sldMk cId="1663662808" sldId="3884"/>
            <ac:grpSpMk id="2" creationId="{431AE979-2FE5-4C8D-8CE4-7AD406A43AD9}"/>
          </ac:grpSpMkLst>
        </pc:grpChg>
        <pc:grpChg chg="mod topLvl">
          <ac:chgData name="Khiroria, Adit" userId="125b7d01-0557-4756-b3b5-aac8221948e3" providerId="ADAL" clId="{685C7AE8-664C-4A7C-A9E8-F890AD37F02A}" dt="2022-07-04T08:32:36.906" v="463" actId="165"/>
          <ac:grpSpMkLst>
            <pc:docMk/>
            <pc:sldMk cId="1663662808" sldId="3884"/>
            <ac:grpSpMk id="155" creationId="{94846170-F352-4432-A286-CC5634FE9DD6}"/>
          </ac:grpSpMkLst>
        </pc:grpChg>
        <pc:grpChg chg="mod topLvl">
          <ac:chgData name="Khiroria, Adit" userId="125b7d01-0557-4756-b3b5-aac8221948e3" providerId="ADAL" clId="{685C7AE8-664C-4A7C-A9E8-F890AD37F02A}" dt="2022-07-04T08:32:36.906" v="463" actId="165"/>
          <ac:grpSpMkLst>
            <pc:docMk/>
            <pc:sldMk cId="1663662808" sldId="3884"/>
            <ac:grpSpMk id="171" creationId="{97CBDE7A-E39C-4F1C-9068-FFAC71E1B617}"/>
          </ac:grpSpMkLst>
        </pc:grpChg>
        <pc:grpChg chg="mod topLvl">
          <ac:chgData name="Khiroria, Adit" userId="125b7d01-0557-4756-b3b5-aac8221948e3" providerId="ADAL" clId="{685C7AE8-664C-4A7C-A9E8-F890AD37F02A}" dt="2022-07-04T08:32:36.906" v="463" actId="165"/>
          <ac:grpSpMkLst>
            <pc:docMk/>
            <pc:sldMk cId="1663662808" sldId="3884"/>
            <ac:grpSpMk id="174" creationId="{98E8E2B9-4F37-4EAE-9612-60DE0BEA2C0F}"/>
          </ac:grpSpMkLst>
        </pc:grpChg>
        <pc:picChg chg="mod topLvl">
          <ac:chgData name="Khiroria, Adit" userId="125b7d01-0557-4756-b3b5-aac8221948e3" providerId="ADAL" clId="{685C7AE8-664C-4A7C-A9E8-F890AD37F02A}" dt="2022-07-04T08:32:36.906" v="463" actId="165"/>
          <ac:picMkLst>
            <pc:docMk/>
            <pc:sldMk cId="1663662808" sldId="3884"/>
            <ac:picMk id="152" creationId="{6BAC13E1-E527-4D5F-BC97-3AC37D4AA7D2}"/>
          </ac:picMkLst>
        </pc:picChg>
        <pc:picChg chg="mod topLvl">
          <ac:chgData name="Khiroria, Adit" userId="125b7d01-0557-4756-b3b5-aac8221948e3" providerId="ADAL" clId="{685C7AE8-664C-4A7C-A9E8-F890AD37F02A}" dt="2022-07-04T08:32:36.906" v="463" actId="165"/>
          <ac:picMkLst>
            <pc:docMk/>
            <pc:sldMk cId="1663662808" sldId="3884"/>
            <ac:picMk id="160" creationId="{F7C5C2A0-3157-4059-A515-7C4897A735B7}"/>
          </ac:picMkLst>
        </pc:picChg>
        <pc:picChg chg="mod topLvl">
          <ac:chgData name="Khiroria, Adit" userId="125b7d01-0557-4756-b3b5-aac8221948e3" providerId="ADAL" clId="{685C7AE8-664C-4A7C-A9E8-F890AD37F02A}" dt="2022-07-04T08:32:36.906" v="463" actId="165"/>
          <ac:picMkLst>
            <pc:docMk/>
            <pc:sldMk cId="1663662808" sldId="3884"/>
            <ac:picMk id="161" creationId="{745B9A47-37FC-4308-A8BA-5B1950B50D92}"/>
          </ac:picMkLst>
        </pc:picChg>
        <pc:picChg chg="mod topLvl">
          <ac:chgData name="Khiroria, Adit" userId="125b7d01-0557-4756-b3b5-aac8221948e3" providerId="ADAL" clId="{685C7AE8-664C-4A7C-A9E8-F890AD37F02A}" dt="2022-07-04T08:32:36.906" v="463" actId="165"/>
          <ac:picMkLst>
            <pc:docMk/>
            <pc:sldMk cId="1663662808" sldId="3884"/>
            <ac:picMk id="162" creationId="{7715C6C6-6A0F-4E13-8957-0FE95D4FD360}"/>
          </ac:picMkLst>
        </pc:picChg>
        <pc:picChg chg="mod">
          <ac:chgData name="Khiroria, Adit" userId="125b7d01-0557-4756-b3b5-aac8221948e3" providerId="ADAL" clId="{685C7AE8-664C-4A7C-A9E8-F890AD37F02A}" dt="2022-07-04T08:32:36.906" v="463" actId="165"/>
          <ac:picMkLst>
            <pc:docMk/>
            <pc:sldMk cId="1663662808" sldId="3884"/>
            <ac:picMk id="173" creationId="{27137A7F-C1AD-4473-BC61-AF2A8D4F217C}"/>
          </ac:picMkLst>
        </pc:picChg>
        <pc:picChg chg="mod">
          <ac:chgData name="Khiroria, Adit" userId="125b7d01-0557-4756-b3b5-aac8221948e3" providerId="ADAL" clId="{685C7AE8-664C-4A7C-A9E8-F890AD37F02A}" dt="2022-07-04T08:32:36.906" v="463" actId="165"/>
          <ac:picMkLst>
            <pc:docMk/>
            <pc:sldMk cId="1663662808" sldId="3884"/>
            <ac:picMk id="176" creationId="{213BC93C-E3DC-446F-8BC1-EE36A1891033}"/>
          </ac:picMkLst>
        </pc:picChg>
        <pc:picChg chg="mod topLvl">
          <ac:chgData name="Khiroria, Adit" userId="125b7d01-0557-4756-b3b5-aac8221948e3" providerId="ADAL" clId="{685C7AE8-664C-4A7C-A9E8-F890AD37F02A}" dt="2022-07-04T08:32:36.906" v="463" actId="165"/>
          <ac:picMkLst>
            <pc:docMk/>
            <pc:sldMk cId="1663662808" sldId="3884"/>
            <ac:picMk id="178" creationId="{BE2FBF24-1357-40CD-9D40-94679B3EDD59}"/>
          </ac:picMkLst>
        </pc:picChg>
        <pc:picChg chg="mod topLvl">
          <ac:chgData name="Khiroria, Adit" userId="125b7d01-0557-4756-b3b5-aac8221948e3" providerId="ADAL" clId="{685C7AE8-664C-4A7C-A9E8-F890AD37F02A}" dt="2022-07-04T08:32:36.906" v="463" actId="165"/>
          <ac:picMkLst>
            <pc:docMk/>
            <pc:sldMk cId="1663662808" sldId="3884"/>
            <ac:picMk id="180" creationId="{579348D2-BB1F-4193-9DC3-6E1A489CF76B}"/>
          </ac:picMkLst>
        </pc:picChg>
        <pc:picChg chg="mod topLvl">
          <ac:chgData name="Khiroria, Adit" userId="125b7d01-0557-4756-b3b5-aac8221948e3" providerId="ADAL" clId="{685C7AE8-664C-4A7C-A9E8-F890AD37F02A}" dt="2022-07-04T08:32:36.906" v="463" actId="165"/>
          <ac:picMkLst>
            <pc:docMk/>
            <pc:sldMk cId="1663662808" sldId="3884"/>
            <ac:picMk id="181" creationId="{F1E78598-BEF3-46B5-A2F3-5A1DC3A8C8C3}"/>
          </ac:picMkLst>
        </pc:picChg>
        <pc:picChg chg="mod topLvl">
          <ac:chgData name="Khiroria, Adit" userId="125b7d01-0557-4756-b3b5-aac8221948e3" providerId="ADAL" clId="{685C7AE8-664C-4A7C-A9E8-F890AD37F02A}" dt="2022-07-04T08:32:36.906" v="463" actId="165"/>
          <ac:picMkLst>
            <pc:docMk/>
            <pc:sldMk cId="1663662808" sldId="3884"/>
            <ac:picMk id="183" creationId="{CD6A3097-4152-47DA-BC43-7D7106733C66}"/>
          </ac:picMkLst>
        </pc:picChg>
        <pc:cxnChg chg="mod topLvl">
          <ac:chgData name="Khiroria, Adit" userId="125b7d01-0557-4756-b3b5-aac8221948e3" providerId="ADAL" clId="{685C7AE8-664C-4A7C-A9E8-F890AD37F02A}" dt="2022-07-04T08:32:36.906" v="463" actId="165"/>
          <ac:cxnSpMkLst>
            <pc:docMk/>
            <pc:sldMk cId="1663662808" sldId="3884"/>
            <ac:cxnSpMk id="120" creationId="{CC4F1120-07D8-460D-B596-74B7D6824FD9}"/>
          </ac:cxnSpMkLst>
        </pc:cxnChg>
        <pc:cxnChg chg="mod topLvl">
          <ac:chgData name="Khiroria, Adit" userId="125b7d01-0557-4756-b3b5-aac8221948e3" providerId="ADAL" clId="{685C7AE8-664C-4A7C-A9E8-F890AD37F02A}" dt="2022-07-04T08:32:36.906" v="463" actId="165"/>
          <ac:cxnSpMkLst>
            <pc:docMk/>
            <pc:sldMk cId="1663662808" sldId="3884"/>
            <ac:cxnSpMk id="164" creationId="{F50257B5-F725-49C8-8A26-6D9B5B30B3C0}"/>
          </ac:cxnSpMkLst>
        </pc:cxnChg>
        <pc:cxnChg chg="mod topLvl">
          <ac:chgData name="Khiroria, Adit" userId="125b7d01-0557-4756-b3b5-aac8221948e3" providerId="ADAL" clId="{685C7AE8-664C-4A7C-A9E8-F890AD37F02A}" dt="2022-07-04T08:32:36.906" v="463" actId="165"/>
          <ac:cxnSpMkLst>
            <pc:docMk/>
            <pc:sldMk cId="1663662808" sldId="3884"/>
            <ac:cxnSpMk id="166" creationId="{A65C0A46-9C2A-4048-8109-9D8F11638916}"/>
          </ac:cxnSpMkLst>
        </pc:cxnChg>
      </pc:sldChg>
    </pc:docChg>
  </pc:docChgLst>
  <pc:docChgLst>
    <pc:chgData name="Kalagara, Vijaya" userId="S::vikalagara@deloitte.com::b66aa0f1-1604-4161-b753-4146846484c3" providerId="AD" clId="Web-{06B6578C-B8E3-467E-A8DC-07C591816323}"/>
    <pc:docChg chg="modSld">
      <pc:chgData name="Kalagara, Vijaya" userId="S::vikalagara@deloitte.com::b66aa0f1-1604-4161-b753-4146846484c3" providerId="AD" clId="Web-{06B6578C-B8E3-467E-A8DC-07C591816323}" dt="2022-07-02T15:29:17.972" v="14" actId="1076"/>
      <pc:docMkLst>
        <pc:docMk/>
      </pc:docMkLst>
      <pc:sldChg chg="addSp delSp modSp">
        <pc:chgData name="Kalagara, Vijaya" userId="S::vikalagara@deloitte.com::b66aa0f1-1604-4161-b753-4146846484c3" providerId="AD" clId="Web-{06B6578C-B8E3-467E-A8DC-07C591816323}" dt="2022-07-02T15:29:17.972" v="14" actId="1076"/>
        <pc:sldMkLst>
          <pc:docMk/>
          <pc:sldMk cId="3779880356" sldId="3718"/>
        </pc:sldMkLst>
        <pc:picChg chg="add del mod">
          <ac:chgData name="Kalagara, Vijaya" userId="S::vikalagara@deloitte.com::b66aa0f1-1604-4161-b753-4146846484c3" providerId="AD" clId="Web-{06B6578C-B8E3-467E-A8DC-07C591816323}" dt="2022-07-02T15:28:31.939" v="8"/>
          <ac:picMkLst>
            <pc:docMk/>
            <pc:sldMk cId="3779880356" sldId="3718"/>
            <ac:picMk id="2" creationId="{8C0E8BD4-8D07-5104-866C-1A5FD8C8F397}"/>
          </ac:picMkLst>
        </pc:picChg>
        <pc:picChg chg="add mod">
          <ac:chgData name="Kalagara, Vijaya" userId="S::vikalagara@deloitte.com::b66aa0f1-1604-4161-b753-4146846484c3" providerId="AD" clId="Web-{06B6578C-B8E3-467E-A8DC-07C591816323}" dt="2022-07-02T15:29:17.972" v="14" actId="1076"/>
          <ac:picMkLst>
            <pc:docMk/>
            <pc:sldMk cId="3779880356" sldId="3718"/>
            <ac:picMk id="13" creationId="{7B5E8804-FDEC-2B9C-95DA-46C847E98A26}"/>
          </ac:picMkLst>
        </pc:picChg>
      </pc:sldChg>
      <pc:sldChg chg="addSp modSp">
        <pc:chgData name="Kalagara, Vijaya" userId="S::vikalagara@deloitte.com::b66aa0f1-1604-4161-b753-4146846484c3" providerId="AD" clId="Web-{06B6578C-B8E3-467E-A8DC-07C591816323}" dt="2022-07-02T15:27:35.515" v="6" actId="14100"/>
        <pc:sldMkLst>
          <pc:docMk/>
          <pc:sldMk cId="296474347" sldId="6193"/>
        </pc:sldMkLst>
        <pc:picChg chg="add mod">
          <ac:chgData name="Kalagara, Vijaya" userId="S::vikalagara@deloitte.com::b66aa0f1-1604-4161-b753-4146846484c3" providerId="AD" clId="Web-{06B6578C-B8E3-467E-A8DC-07C591816323}" dt="2022-07-02T15:27:35.515" v="6" actId="14100"/>
          <ac:picMkLst>
            <pc:docMk/>
            <pc:sldMk cId="296474347" sldId="6193"/>
            <ac:picMk id="3" creationId="{3F8488A7-F874-0CEE-01DD-C9AA4BF53EAE}"/>
          </ac:picMkLst>
        </pc:picChg>
      </pc:sldChg>
    </pc:docChg>
  </pc:docChgLst>
  <pc:docChgLst>
    <pc:chgData name="Sengupta, Amrita" userId="dffd0a83-e290-4d5f-944c-be72de0ecce2" providerId="ADAL" clId="{ACC8B24D-C460-4217-94A7-F133CF08F0C0}"/>
    <pc:docChg chg="undo custSel addSld delSld modSld sldOrd modMainMaster">
      <pc:chgData name="Sengupta, Amrita" userId="dffd0a83-e290-4d5f-944c-be72de0ecce2" providerId="ADAL" clId="{ACC8B24D-C460-4217-94A7-F133CF08F0C0}" dt="2023-08-08T13:23:16.522" v="2007" actId="20577"/>
      <pc:docMkLst>
        <pc:docMk/>
      </pc:docMkLst>
      <pc:sldChg chg="modSp mod">
        <pc:chgData name="Sengupta, Amrita" userId="dffd0a83-e290-4d5f-944c-be72de0ecce2" providerId="ADAL" clId="{ACC8B24D-C460-4217-94A7-F133CF08F0C0}" dt="2023-08-08T05:25:03.036" v="125" actId="255"/>
        <pc:sldMkLst>
          <pc:docMk/>
          <pc:sldMk cId="289173355" sldId="954"/>
        </pc:sldMkLst>
        <pc:spChg chg="mod">
          <ac:chgData name="Sengupta, Amrita" userId="dffd0a83-e290-4d5f-944c-be72de0ecce2" providerId="ADAL" clId="{ACC8B24D-C460-4217-94A7-F133CF08F0C0}" dt="2023-08-08T05:25:03.036" v="125" actId="255"/>
          <ac:spMkLst>
            <pc:docMk/>
            <pc:sldMk cId="289173355" sldId="954"/>
            <ac:spMk id="4" creationId="{00000000-0000-0000-0000-000000000000}"/>
          </ac:spMkLst>
        </pc:spChg>
      </pc:sldChg>
      <pc:sldChg chg="addSp delSp modSp add mod">
        <pc:chgData name="Sengupta, Amrita" userId="dffd0a83-e290-4d5f-944c-be72de0ecce2" providerId="ADAL" clId="{ACC8B24D-C460-4217-94A7-F133CF08F0C0}" dt="2023-08-08T12:17:05.340" v="1820" actId="255"/>
        <pc:sldMkLst>
          <pc:docMk/>
          <pc:sldMk cId="3289463127" sldId="1137"/>
        </pc:sldMkLst>
        <pc:spChg chg="add del mod">
          <ac:chgData name="Sengupta, Amrita" userId="dffd0a83-e290-4d5f-944c-be72de0ecce2" providerId="ADAL" clId="{ACC8B24D-C460-4217-94A7-F133CF08F0C0}" dt="2023-08-08T10:33:15.653" v="1652" actId="478"/>
          <ac:spMkLst>
            <pc:docMk/>
            <pc:sldMk cId="3289463127" sldId="1137"/>
            <ac:spMk id="2" creationId="{060CCEF0-FE7D-8044-5925-1ECD0A158A53}"/>
          </ac:spMkLst>
        </pc:spChg>
        <pc:spChg chg="mod">
          <ac:chgData name="Sengupta, Amrita" userId="dffd0a83-e290-4d5f-944c-be72de0ecce2" providerId="ADAL" clId="{ACC8B24D-C460-4217-94A7-F133CF08F0C0}" dt="2023-08-08T10:32:01.562" v="1640" actId="571"/>
          <ac:spMkLst>
            <pc:docMk/>
            <pc:sldMk cId="3289463127" sldId="1137"/>
            <ac:spMk id="5" creationId="{9B4DB02A-1409-3A73-88ED-021ABFE4015F}"/>
          </ac:spMkLst>
        </pc:spChg>
        <pc:spChg chg="mod">
          <ac:chgData name="Sengupta, Amrita" userId="dffd0a83-e290-4d5f-944c-be72de0ecce2" providerId="ADAL" clId="{ACC8B24D-C460-4217-94A7-F133CF08F0C0}" dt="2023-08-08T10:32:01.562" v="1640" actId="571"/>
          <ac:spMkLst>
            <pc:docMk/>
            <pc:sldMk cId="3289463127" sldId="1137"/>
            <ac:spMk id="6" creationId="{27B05E15-9A56-B117-2E51-672838C2A566}"/>
          </ac:spMkLst>
        </pc:spChg>
        <pc:spChg chg="mod">
          <ac:chgData name="Sengupta, Amrita" userId="dffd0a83-e290-4d5f-944c-be72de0ecce2" providerId="ADAL" clId="{ACC8B24D-C460-4217-94A7-F133CF08F0C0}" dt="2023-08-08T10:32:01.562" v="1640" actId="571"/>
          <ac:spMkLst>
            <pc:docMk/>
            <pc:sldMk cId="3289463127" sldId="1137"/>
            <ac:spMk id="7" creationId="{3C2BCD84-C8A4-CC0E-8283-910273C722AD}"/>
          </ac:spMkLst>
        </pc:spChg>
        <pc:spChg chg="mod">
          <ac:chgData name="Sengupta, Amrita" userId="dffd0a83-e290-4d5f-944c-be72de0ecce2" providerId="ADAL" clId="{ACC8B24D-C460-4217-94A7-F133CF08F0C0}" dt="2023-08-08T10:32:01.562" v="1640" actId="571"/>
          <ac:spMkLst>
            <pc:docMk/>
            <pc:sldMk cId="3289463127" sldId="1137"/>
            <ac:spMk id="8" creationId="{EEFB8170-0CEC-0A76-5073-8ED3D58B78E8}"/>
          </ac:spMkLst>
        </pc:spChg>
        <pc:spChg chg="mod">
          <ac:chgData name="Sengupta, Amrita" userId="dffd0a83-e290-4d5f-944c-be72de0ecce2" providerId="ADAL" clId="{ACC8B24D-C460-4217-94A7-F133CF08F0C0}" dt="2023-08-08T10:32:01.562" v="1640" actId="571"/>
          <ac:spMkLst>
            <pc:docMk/>
            <pc:sldMk cId="3289463127" sldId="1137"/>
            <ac:spMk id="9" creationId="{6E0D9DA8-FAB0-5768-B72F-48635811078B}"/>
          </ac:spMkLst>
        </pc:spChg>
        <pc:spChg chg="mod">
          <ac:chgData name="Sengupta, Amrita" userId="dffd0a83-e290-4d5f-944c-be72de0ecce2" providerId="ADAL" clId="{ACC8B24D-C460-4217-94A7-F133CF08F0C0}" dt="2023-08-08T10:32:01.562" v="1640" actId="571"/>
          <ac:spMkLst>
            <pc:docMk/>
            <pc:sldMk cId="3289463127" sldId="1137"/>
            <ac:spMk id="11" creationId="{69692EAB-92B1-3F58-D2CC-1893C707F6C4}"/>
          </ac:spMkLst>
        </pc:spChg>
        <pc:spChg chg="mod">
          <ac:chgData name="Sengupta, Amrita" userId="dffd0a83-e290-4d5f-944c-be72de0ecce2" providerId="ADAL" clId="{ACC8B24D-C460-4217-94A7-F133CF08F0C0}" dt="2023-08-08T10:32:01.562" v="1640" actId="571"/>
          <ac:spMkLst>
            <pc:docMk/>
            <pc:sldMk cId="3289463127" sldId="1137"/>
            <ac:spMk id="15" creationId="{84101636-36DB-6B1F-8F17-E78B0FAAAED7}"/>
          </ac:spMkLst>
        </pc:spChg>
        <pc:spChg chg="mod">
          <ac:chgData name="Sengupta, Amrita" userId="dffd0a83-e290-4d5f-944c-be72de0ecce2" providerId="ADAL" clId="{ACC8B24D-C460-4217-94A7-F133CF08F0C0}" dt="2023-08-08T10:32:01.562" v="1640" actId="571"/>
          <ac:spMkLst>
            <pc:docMk/>
            <pc:sldMk cId="3289463127" sldId="1137"/>
            <ac:spMk id="16" creationId="{2C5FEEF8-06F0-5E23-9DFB-AFB2B0EA03F4}"/>
          </ac:spMkLst>
        </pc:spChg>
        <pc:spChg chg="mod">
          <ac:chgData name="Sengupta, Amrita" userId="dffd0a83-e290-4d5f-944c-be72de0ecce2" providerId="ADAL" clId="{ACC8B24D-C460-4217-94A7-F133CF08F0C0}" dt="2023-08-08T10:32:01.562" v="1640" actId="571"/>
          <ac:spMkLst>
            <pc:docMk/>
            <pc:sldMk cId="3289463127" sldId="1137"/>
            <ac:spMk id="21" creationId="{DD59ABA0-79D3-D523-20BE-5B67B64796EF}"/>
          </ac:spMkLst>
        </pc:spChg>
        <pc:spChg chg="mod">
          <ac:chgData name="Sengupta, Amrita" userId="dffd0a83-e290-4d5f-944c-be72de0ecce2" providerId="ADAL" clId="{ACC8B24D-C460-4217-94A7-F133CF08F0C0}" dt="2023-08-08T10:32:01.562" v="1640" actId="571"/>
          <ac:spMkLst>
            <pc:docMk/>
            <pc:sldMk cId="3289463127" sldId="1137"/>
            <ac:spMk id="22" creationId="{23E137C8-81FA-1214-6CA2-DC7C1FF05E2E}"/>
          </ac:spMkLst>
        </pc:spChg>
        <pc:spChg chg="mod">
          <ac:chgData name="Sengupta, Amrita" userId="dffd0a83-e290-4d5f-944c-be72de0ecce2" providerId="ADAL" clId="{ACC8B24D-C460-4217-94A7-F133CF08F0C0}" dt="2023-08-08T10:32:01.562" v="1640" actId="571"/>
          <ac:spMkLst>
            <pc:docMk/>
            <pc:sldMk cId="3289463127" sldId="1137"/>
            <ac:spMk id="23" creationId="{71257DF8-926C-19D7-6BC6-99B8D26DF39D}"/>
          </ac:spMkLst>
        </pc:spChg>
        <pc:spChg chg="del">
          <ac:chgData name="Sengupta, Amrita" userId="dffd0a83-e290-4d5f-944c-be72de0ecce2" providerId="ADAL" clId="{ACC8B24D-C460-4217-94A7-F133CF08F0C0}" dt="2023-08-08T10:33:51.021" v="1661" actId="478"/>
          <ac:spMkLst>
            <pc:docMk/>
            <pc:sldMk cId="3289463127" sldId="1137"/>
            <ac:spMk id="24" creationId="{00000000-0000-0000-0000-000000000000}"/>
          </ac:spMkLst>
        </pc:spChg>
        <pc:spChg chg="del mod">
          <ac:chgData name="Sengupta, Amrita" userId="dffd0a83-e290-4d5f-944c-be72de0ecce2" providerId="ADAL" clId="{ACC8B24D-C460-4217-94A7-F133CF08F0C0}" dt="2023-08-08T10:34:38.487" v="1668" actId="478"/>
          <ac:spMkLst>
            <pc:docMk/>
            <pc:sldMk cId="3289463127" sldId="1137"/>
            <ac:spMk id="25" creationId="{00000000-0000-0000-0000-000000000000}"/>
          </ac:spMkLst>
        </pc:spChg>
        <pc:spChg chg="del">
          <ac:chgData name="Sengupta, Amrita" userId="dffd0a83-e290-4d5f-944c-be72de0ecce2" providerId="ADAL" clId="{ACC8B24D-C460-4217-94A7-F133CF08F0C0}" dt="2023-08-08T10:33:51.021" v="1661" actId="478"/>
          <ac:spMkLst>
            <pc:docMk/>
            <pc:sldMk cId="3289463127" sldId="1137"/>
            <ac:spMk id="37" creationId="{00000000-0000-0000-0000-000000000000}"/>
          </ac:spMkLst>
        </pc:spChg>
        <pc:spChg chg="del">
          <ac:chgData name="Sengupta, Amrita" userId="dffd0a83-e290-4d5f-944c-be72de0ecce2" providerId="ADAL" clId="{ACC8B24D-C460-4217-94A7-F133CF08F0C0}" dt="2023-08-08T10:33:51.021" v="1661" actId="478"/>
          <ac:spMkLst>
            <pc:docMk/>
            <pc:sldMk cId="3289463127" sldId="1137"/>
            <ac:spMk id="38" creationId="{00000000-0000-0000-0000-000000000000}"/>
          </ac:spMkLst>
        </pc:spChg>
        <pc:spChg chg="del">
          <ac:chgData name="Sengupta, Amrita" userId="dffd0a83-e290-4d5f-944c-be72de0ecce2" providerId="ADAL" clId="{ACC8B24D-C460-4217-94A7-F133CF08F0C0}" dt="2023-08-08T10:33:26.936" v="1654" actId="478"/>
          <ac:spMkLst>
            <pc:docMk/>
            <pc:sldMk cId="3289463127" sldId="1137"/>
            <ac:spMk id="39" creationId="{00000000-0000-0000-0000-000000000000}"/>
          </ac:spMkLst>
        </pc:spChg>
        <pc:spChg chg="del">
          <ac:chgData name="Sengupta, Amrita" userId="dffd0a83-e290-4d5f-944c-be72de0ecce2" providerId="ADAL" clId="{ACC8B24D-C460-4217-94A7-F133CF08F0C0}" dt="2023-08-08T10:33:09.272" v="1650" actId="478"/>
          <ac:spMkLst>
            <pc:docMk/>
            <pc:sldMk cId="3289463127" sldId="1137"/>
            <ac:spMk id="40" creationId="{00000000-0000-0000-0000-000000000000}"/>
          </ac:spMkLst>
        </pc:spChg>
        <pc:spChg chg="mod">
          <ac:chgData name="Sengupta, Amrita" userId="dffd0a83-e290-4d5f-944c-be72de0ecce2" providerId="ADAL" clId="{ACC8B24D-C460-4217-94A7-F133CF08F0C0}" dt="2023-08-08T10:32:01.562" v="1640" actId="571"/>
          <ac:spMkLst>
            <pc:docMk/>
            <pc:sldMk cId="3289463127" sldId="1137"/>
            <ac:spMk id="41" creationId="{E835DDC8-154E-10C1-0FEE-3AE8EB9627B7}"/>
          </ac:spMkLst>
        </pc:spChg>
        <pc:spChg chg="mod">
          <ac:chgData name="Sengupta, Amrita" userId="dffd0a83-e290-4d5f-944c-be72de0ecce2" providerId="ADAL" clId="{ACC8B24D-C460-4217-94A7-F133CF08F0C0}" dt="2023-08-08T10:32:37.379" v="1644" actId="164"/>
          <ac:spMkLst>
            <pc:docMk/>
            <pc:sldMk cId="3289463127" sldId="1137"/>
            <ac:spMk id="42" creationId="{00000000-0000-0000-0000-000000000000}"/>
          </ac:spMkLst>
        </pc:spChg>
        <pc:spChg chg="mod">
          <ac:chgData name="Sengupta, Amrita" userId="dffd0a83-e290-4d5f-944c-be72de0ecce2" providerId="ADAL" clId="{ACC8B24D-C460-4217-94A7-F133CF08F0C0}" dt="2023-08-08T10:32:37.379" v="1644" actId="164"/>
          <ac:spMkLst>
            <pc:docMk/>
            <pc:sldMk cId="3289463127" sldId="1137"/>
            <ac:spMk id="43" creationId="{00000000-0000-0000-0000-000000000000}"/>
          </ac:spMkLst>
        </pc:spChg>
        <pc:spChg chg="mod">
          <ac:chgData name="Sengupta, Amrita" userId="dffd0a83-e290-4d5f-944c-be72de0ecce2" providerId="ADAL" clId="{ACC8B24D-C460-4217-94A7-F133CF08F0C0}" dt="2023-08-08T10:32:01.562" v="1640" actId="571"/>
          <ac:spMkLst>
            <pc:docMk/>
            <pc:sldMk cId="3289463127" sldId="1137"/>
            <ac:spMk id="44" creationId="{09F0A42C-B550-E790-4100-602B44BBB326}"/>
          </ac:spMkLst>
        </pc:spChg>
        <pc:spChg chg="mod">
          <ac:chgData name="Sengupta, Amrita" userId="dffd0a83-e290-4d5f-944c-be72de0ecce2" providerId="ADAL" clId="{ACC8B24D-C460-4217-94A7-F133CF08F0C0}" dt="2023-08-08T11:29:07.873" v="1812" actId="404"/>
          <ac:spMkLst>
            <pc:docMk/>
            <pc:sldMk cId="3289463127" sldId="1137"/>
            <ac:spMk id="58" creationId="{00000000-0000-0000-0000-000000000000}"/>
          </ac:spMkLst>
        </pc:spChg>
        <pc:spChg chg="mod">
          <ac:chgData name="Sengupta, Amrita" userId="dffd0a83-e290-4d5f-944c-be72de0ecce2" providerId="ADAL" clId="{ACC8B24D-C460-4217-94A7-F133CF08F0C0}" dt="2023-08-08T12:17:05.340" v="1820" actId="255"/>
          <ac:spMkLst>
            <pc:docMk/>
            <pc:sldMk cId="3289463127" sldId="1137"/>
            <ac:spMk id="67" creationId="{00000000-0000-0000-0000-000000000000}"/>
          </ac:spMkLst>
        </pc:spChg>
        <pc:spChg chg="mod">
          <ac:chgData name="Sengupta, Amrita" userId="dffd0a83-e290-4d5f-944c-be72de0ecce2" providerId="ADAL" clId="{ACC8B24D-C460-4217-94A7-F133CF08F0C0}" dt="2023-08-08T10:32:01.562" v="1640" actId="571"/>
          <ac:spMkLst>
            <pc:docMk/>
            <pc:sldMk cId="3289463127" sldId="1137"/>
            <ac:spMk id="68" creationId="{95796EB8-B968-3887-778C-A9BDDE73E565}"/>
          </ac:spMkLst>
        </pc:spChg>
        <pc:spChg chg="mod">
          <ac:chgData name="Sengupta, Amrita" userId="dffd0a83-e290-4d5f-944c-be72de0ecce2" providerId="ADAL" clId="{ACC8B24D-C460-4217-94A7-F133CF08F0C0}" dt="2023-08-08T10:32:01.562" v="1640" actId="571"/>
          <ac:spMkLst>
            <pc:docMk/>
            <pc:sldMk cId="3289463127" sldId="1137"/>
            <ac:spMk id="69" creationId="{8AB21EA0-844E-2CD9-392C-01D3D18B881D}"/>
          </ac:spMkLst>
        </pc:spChg>
        <pc:spChg chg="mod">
          <ac:chgData name="Sengupta, Amrita" userId="dffd0a83-e290-4d5f-944c-be72de0ecce2" providerId="ADAL" clId="{ACC8B24D-C460-4217-94A7-F133CF08F0C0}" dt="2023-08-08T10:32:01.562" v="1640" actId="571"/>
          <ac:spMkLst>
            <pc:docMk/>
            <pc:sldMk cId="3289463127" sldId="1137"/>
            <ac:spMk id="70" creationId="{5B815A38-1CF4-75E8-FCF6-8C421C5AFE6E}"/>
          </ac:spMkLst>
        </pc:spChg>
        <pc:spChg chg="mod">
          <ac:chgData name="Sengupta, Amrita" userId="dffd0a83-e290-4d5f-944c-be72de0ecce2" providerId="ADAL" clId="{ACC8B24D-C460-4217-94A7-F133CF08F0C0}" dt="2023-08-08T10:32:01.562" v="1640" actId="571"/>
          <ac:spMkLst>
            <pc:docMk/>
            <pc:sldMk cId="3289463127" sldId="1137"/>
            <ac:spMk id="71" creationId="{C0FF97CB-F786-69BD-7D82-874C545EA223}"/>
          </ac:spMkLst>
        </pc:spChg>
        <pc:spChg chg="add del mod">
          <ac:chgData name="Sengupta, Amrita" userId="dffd0a83-e290-4d5f-944c-be72de0ecce2" providerId="ADAL" clId="{ACC8B24D-C460-4217-94A7-F133CF08F0C0}" dt="2023-08-08T10:33:12.985" v="1651" actId="478"/>
          <ac:spMkLst>
            <pc:docMk/>
            <pc:sldMk cId="3289463127" sldId="1137"/>
            <ac:spMk id="75" creationId="{4F7F48C5-7C43-2975-A8BC-8032664FE900}"/>
          </ac:spMkLst>
        </pc:spChg>
        <pc:spChg chg="mod">
          <ac:chgData name="Sengupta, Amrita" userId="dffd0a83-e290-4d5f-944c-be72de0ecce2" providerId="ADAL" clId="{ACC8B24D-C460-4217-94A7-F133CF08F0C0}" dt="2023-08-08T10:32:03.496" v="1641" actId="571"/>
          <ac:spMkLst>
            <pc:docMk/>
            <pc:sldMk cId="3289463127" sldId="1137"/>
            <ac:spMk id="77" creationId="{7C0A6BD6-7367-0C52-AADD-36E42E4EBF82}"/>
          </ac:spMkLst>
        </pc:spChg>
        <pc:spChg chg="mod">
          <ac:chgData name="Sengupta, Amrita" userId="dffd0a83-e290-4d5f-944c-be72de0ecce2" providerId="ADAL" clId="{ACC8B24D-C460-4217-94A7-F133CF08F0C0}" dt="2023-08-08T10:32:03.496" v="1641" actId="571"/>
          <ac:spMkLst>
            <pc:docMk/>
            <pc:sldMk cId="3289463127" sldId="1137"/>
            <ac:spMk id="78" creationId="{3096D428-7E16-D8F5-6F70-82D8EECBC2C0}"/>
          </ac:spMkLst>
        </pc:spChg>
        <pc:spChg chg="mod">
          <ac:chgData name="Sengupta, Amrita" userId="dffd0a83-e290-4d5f-944c-be72de0ecce2" providerId="ADAL" clId="{ACC8B24D-C460-4217-94A7-F133CF08F0C0}" dt="2023-08-08T10:32:03.496" v="1641" actId="571"/>
          <ac:spMkLst>
            <pc:docMk/>
            <pc:sldMk cId="3289463127" sldId="1137"/>
            <ac:spMk id="79" creationId="{3630C55D-D9B6-8710-6467-4E267C84A6B7}"/>
          </ac:spMkLst>
        </pc:spChg>
        <pc:spChg chg="mod">
          <ac:chgData name="Sengupta, Amrita" userId="dffd0a83-e290-4d5f-944c-be72de0ecce2" providerId="ADAL" clId="{ACC8B24D-C460-4217-94A7-F133CF08F0C0}" dt="2023-08-08T10:32:03.496" v="1641" actId="571"/>
          <ac:spMkLst>
            <pc:docMk/>
            <pc:sldMk cId="3289463127" sldId="1137"/>
            <ac:spMk id="80" creationId="{82AC7870-E758-DC73-762C-11E1E9098556}"/>
          </ac:spMkLst>
        </pc:spChg>
        <pc:spChg chg="mod">
          <ac:chgData name="Sengupta, Amrita" userId="dffd0a83-e290-4d5f-944c-be72de0ecce2" providerId="ADAL" clId="{ACC8B24D-C460-4217-94A7-F133CF08F0C0}" dt="2023-08-08T10:32:03.496" v="1641" actId="571"/>
          <ac:spMkLst>
            <pc:docMk/>
            <pc:sldMk cId="3289463127" sldId="1137"/>
            <ac:spMk id="81" creationId="{CA827CC6-5B6D-1E8D-D4B1-E101C7C3280E}"/>
          </ac:spMkLst>
        </pc:spChg>
        <pc:spChg chg="mod">
          <ac:chgData name="Sengupta, Amrita" userId="dffd0a83-e290-4d5f-944c-be72de0ecce2" providerId="ADAL" clId="{ACC8B24D-C460-4217-94A7-F133CF08F0C0}" dt="2023-08-08T10:32:03.496" v="1641" actId="571"/>
          <ac:spMkLst>
            <pc:docMk/>
            <pc:sldMk cId="3289463127" sldId="1137"/>
            <ac:spMk id="82" creationId="{5EAE73C7-9066-7BF7-03E1-DB147BEE28E1}"/>
          </ac:spMkLst>
        </pc:spChg>
        <pc:spChg chg="mod">
          <ac:chgData name="Sengupta, Amrita" userId="dffd0a83-e290-4d5f-944c-be72de0ecce2" providerId="ADAL" clId="{ACC8B24D-C460-4217-94A7-F133CF08F0C0}" dt="2023-08-08T10:32:03.496" v="1641" actId="571"/>
          <ac:spMkLst>
            <pc:docMk/>
            <pc:sldMk cId="3289463127" sldId="1137"/>
            <ac:spMk id="83" creationId="{EA314A2A-1B32-5685-E7A6-E5ED019ED54E}"/>
          </ac:spMkLst>
        </pc:spChg>
        <pc:spChg chg="mod">
          <ac:chgData name="Sengupta, Amrita" userId="dffd0a83-e290-4d5f-944c-be72de0ecce2" providerId="ADAL" clId="{ACC8B24D-C460-4217-94A7-F133CF08F0C0}" dt="2023-08-08T10:32:03.496" v="1641" actId="571"/>
          <ac:spMkLst>
            <pc:docMk/>
            <pc:sldMk cId="3289463127" sldId="1137"/>
            <ac:spMk id="84" creationId="{D76F080C-6EDB-4D65-1472-5B4DAFFF576B}"/>
          </ac:spMkLst>
        </pc:spChg>
        <pc:spChg chg="mod">
          <ac:chgData name="Sengupta, Amrita" userId="dffd0a83-e290-4d5f-944c-be72de0ecce2" providerId="ADAL" clId="{ACC8B24D-C460-4217-94A7-F133CF08F0C0}" dt="2023-08-08T10:32:03.496" v="1641" actId="571"/>
          <ac:spMkLst>
            <pc:docMk/>
            <pc:sldMk cId="3289463127" sldId="1137"/>
            <ac:spMk id="85" creationId="{30C34987-949A-078D-62B5-E7F858F19FDB}"/>
          </ac:spMkLst>
        </pc:spChg>
        <pc:spChg chg="mod">
          <ac:chgData name="Sengupta, Amrita" userId="dffd0a83-e290-4d5f-944c-be72de0ecce2" providerId="ADAL" clId="{ACC8B24D-C460-4217-94A7-F133CF08F0C0}" dt="2023-08-08T10:32:03.496" v="1641" actId="571"/>
          <ac:spMkLst>
            <pc:docMk/>
            <pc:sldMk cId="3289463127" sldId="1137"/>
            <ac:spMk id="86" creationId="{6B3CE73F-B767-8DF5-C025-4E1BF66142FC}"/>
          </ac:spMkLst>
        </pc:spChg>
        <pc:spChg chg="mod">
          <ac:chgData name="Sengupta, Amrita" userId="dffd0a83-e290-4d5f-944c-be72de0ecce2" providerId="ADAL" clId="{ACC8B24D-C460-4217-94A7-F133CF08F0C0}" dt="2023-08-08T10:32:03.496" v="1641" actId="571"/>
          <ac:spMkLst>
            <pc:docMk/>
            <pc:sldMk cId="3289463127" sldId="1137"/>
            <ac:spMk id="87" creationId="{D501F71B-9A6A-EA9C-6E74-13E99814EA91}"/>
          </ac:spMkLst>
        </pc:spChg>
        <pc:spChg chg="mod">
          <ac:chgData name="Sengupta, Amrita" userId="dffd0a83-e290-4d5f-944c-be72de0ecce2" providerId="ADAL" clId="{ACC8B24D-C460-4217-94A7-F133CF08F0C0}" dt="2023-08-08T10:32:03.496" v="1641" actId="571"/>
          <ac:spMkLst>
            <pc:docMk/>
            <pc:sldMk cId="3289463127" sldId="1137"/>
            <ac:spMk id="88" creationId="{698BB9AC-15A5-2070-ECC8-D4AAEE8609E7}"/>
          </ac:spMkLst>
        </pc:spChg>
        <pc:spChg chg="mod">
          <ac:chgData name="Sengupta, Amrita" userId="dffd0a83-e290-4d5f-944c-be72de0ecce2" providerId="ADAL" clId="{ACC8B24D-C460-4217-94A7-F133CF08F0C0}" dt="2023-08-08T10:32:03.496" v="1641" actId="571"/>
          <ac:spMkLst>
            <pc:docMk/>
            <pc:sldMk cId="3289463127" sldId="1137"/>
            <ac:spMk id="89" creationId="{57386563-8D54-12E7-694D-B0265A19D721}"/>
          </ac:spMkLst>
        </pc:spChg>
        <pc:spChg chg="mod">
          <ac:chgData name="Sengupta, Amrita" userId="dffd0a83-e290-4d5f-944c-be72de0ecce2" providerId="ADAL" clId="{ACC8B24D-C460-4217-94A7-F133CF08F0C0}" dt="2023-08-08T10:32:03.496" v="1641" actId="571"/>
          <ac:spMkLst>
            <pc:docMk/>
            <pc:sldMk cId="3289463127" sldId="1137"/>
            <ac:spMk id="90" creationId="{B861B0F8-0825-6553-0A3B-28429F3D73C6}"/>
          </ac:spMkLst>
        </pc:spChg>
        <pc:spChg chg="mod">
          <ac:chgData name="Sengupta, Amrita" userId="dffd0a83-e290-4d5f-944c-be72de0ecce2" providerId="ADAL" clId="{ACC8B24D-C460-4217-94A7-F133CF08F0C0}" dt="2023-08-08T10:32:03.496" v="1641" actId="571"/>
          <ac:spMkLst>
            <pc:docMk/>
            <pc:sldMk cId="3289463127" sldId="1137"/>
            <ac:spMk id="91" creationId="{51173CBF-C4CD-9054-AA54-241771EE4ABE}"/>
          </ac:spMkLst>
        </pc:spChg>
        <pc:spChg chg="mod">
          <ac:chgData name="Sengupta, Amrita" userId="dffd0a83-e290-4d5f-944c-be72de0ecce2" providerId="ADAL" clId="{ACC8B24D-C460-4217-94A7-F133CF08F0C0}" dt="2023-08-08T10:32:03.496" v="1641" actId="571"/>
          <ac:spMkLst>
            <pc:docMk/>
            <pc:sldMk cId="3289463127" sldId="1137"/>
            <ac:spMk id="92" creationId="{8E7D23A4-4877-B5B1-D5D6-6DDA59C79CD6}"/>
          </ac:spMkLst>
        </pc:spChg>
        <pc:spChg chg="mod">
          <ac:chgData name="Sengupta, Amrita" userId="dffd0a83-e290-4d5f-944c-be72de0ecce2" providerId="ADAL" clId="{ACC8B24D-C460-4217-94A7-F133CF08F0C0}" dt="2023-08-08T10:32:03.496" v="1641" actId="571"/>
          <ac:spMkLst>
            <pc:docMk/>
            <pc:sldMk cId="3289463127" sldId="1137"/>
            <ac:spMk id="93" creationId="{798507CA-CE02-7BC3-9F83-35E69D8C4586}"/>
          </ac:spMkLst>
        </pc:spChg>
        <pc:spChg chg="add del mod">
          <ac:chgData name="Sengupta, Amrita" userId="dffd0a83-e290-4d5f-944c-be72de0ecce2" providerId="ADAL" clId="{ACC8B24D-C460-4217-94A7-F133CF08F0C0}" dt="2023-08-08T10:33:02.684" v="1648" actId="478"/>
          <ac:spMkLst>
            <pc:docMk/>
            <pc:sldMk cId="3289463127" sldId="1137"/>
            <ac:spMk id="96" creationId="{33DB9AEE-EABB-22EE-9833-D787FEA558D3}"/>
          </ac:spMkLst>
        </pc:spChg>
        <pc:spChg chg="add del mod">
          <ac:chgData name="Sengupta, Amrita" userId="dffd0a83-e290-4d5f-944c-be72de0ecce2" providerId="ADAL" clId="{ACC8B24D-C460-4217-94A7-F133CF08F0C0}" dt="2023-08-08T10:33:05.949" v="1649" actId="478"/>
          <ac:spMkLst>
            <pc:docMk/>
            <pc:sldMk cId="3289463127" sldId="1137"/>
            <ac:spMk id="98" creationId="{FBC945AD-FF80-B7BE-D5A6-795D660826B8}"/>
          </ac:spMkLst>
        </pc:spChg>
        <pc:spChg chg="add mod">
          <ac:chgData name="Sengupta, Amrita" userId="dffd0a83-e290-4d5f-944c-be72de0ecce2" providerId="ADAL" clId="{ACC8B24D-C460-4217-94A7-F133CF08F0C0}" dt="2023-08-08T10:32:37.379" v="1644" actId="164"/>
          <ac:spMkLst>
            <pc:docMk/>
            <pc:sldMk cId="3289463127" sldId="1137"/>
            <ac:spMk id="102" creationId="{88C9EFB7-603C-F14F-37BF-16AE599CA865}"/>
          </ac:spMkLst>
        </pc:spChg>
        <pc:spChg chg="add mod">
          <ac:chgData name="Sengupta, Amrita" userId="dffd0a83-e290-4d5f-944c-be72de0ecce2" providerId="ADAL" clId="{ACC8B24D-C460-4217-94A7-F133CF08F0C0}" dt="2023-08-08T10:32:37.379" v="1644" actId="164"/>
          <ac:spMkLst>
            <pc:docMk/>
            <pc:sldMk cId="3289463127" sldId="1137"/>
            <ac:spMk id="104" creationId="{F37D5798-665A-E853-A97F-B384C11EF96E}"/>
          </ac:spMkLst>
        </pc:spChg>
        <pc:grpChg chg="del">
          <ac:chgData name="Sengupta, Amrita" userId="dffd0a83-e290-4d5f-944c-be72de0ecce2" providerId="ADAL" clId="{ACC8B24D-C460-4217-94A7-F133CF08F0C0}" dt="2023-08-08T10:34:41.622" v="1669" actId="478"/>
          <ac:grpSpMkLst>
            <pc:docMk/>
            <pc:sldMk cId="3289463127" sldId="1137"/>
            <ac:grpSpMk id="3" creationId="{00000000-0000-0000-0000-000000000000}"/>
          </ac:grpSpMkLst>
        </pc:grpChg>
        <pc:grpChg chg="add del mod">
          <ac:chgData name="Sengupta, Amrita" userId="dffd0a83-e290-4d5f-944c-be72de0ecce2" providerId="ADAL" clId="{ACC8B24D-C460-4217-94A7-F133CF08F0C0}" dt="2023-08-08T10:33:33.897" v="1656" actId="478"/>
          <ac:grpSpMkLst>
            <pc:docMk/>
            <pc:sldMk cId="3289463127" sldId="1137"/>
            <ac:grpSpMk id="4" creationId="{1125B0C5-FF4B-DCCB-CE8A-9D93821A2358}"/>
          </ac:grpSpMkLst>
        </pc:grpChg>
        <pc:grpChg chg="del mod">
          <ac:chgData name="Sengupta, Amrita" userId="dffd0a83-e290-4d5f-944c-be72de0ecce2" providerId="ADAL" clId="{ACC8B24D-C460-4217-94A7-F133CF08F0C0}" dt="2023-08-08T10:33:37.100" v="1657" actId="478"/>
          <ac:grpSpMkLst>
            <pc:docMk/>
            <pc:sldMk cId="3289463127" sldId="1137"/>
            <ac:grpSpMk id="45" creationId="{00000000-0000-0000-0000-000000000000}"/>
          </ac:grpSpMkLst>
        </pc:grpChg>
        <pc:grpChg chg="add mod">
          <ac:chgData name="Sengupta, Amrita" userId="dffd0a83-e290-4d5f-944c-be72de0ecce2" providerId="ADAL" clId="{ACC8B24D-C460-4217-94A7-F133CF08F0C0}" dt="2023-08-08T10:32:37.379" v="1644" actId="164"/>
          <ac:grpSpMkLst>
            <pc:docMk/>
            <pc:sldMk cId="3289463127" sldId="1137"/>
            <ac:grpSpMk id="76" creationId="{D499B075-5035-AA4D-1C38-052F8580AEFF}"/>
          </ac:grpSpMkLst>
        </pc:grpChg>
        <pc:grpChg chg="add mod">
          <ac:chgData name="Sengupta, Amrita" userId="dffd0a83-e290-4d5f-944c-be72de0ecce2" providerId="ADAL" clId="{ACC8B24D-C460-4217-94A7-F133CF08F0C0}" dt="2023-08-08T11:02:09.110" v="1691" actId="14100"/>
          <ac:grpSpMkLst>
            <pc:docMk/>
            <pc:sldMk cId="3289463127" sldId="1137"/>
            <ac:grpSpMk id="106" creationId="{30FCB397-FCF1-C215-319B-28C2EAFEF825}"/>
          </ac:grpSpMkLst>
        </pc:grpChg>
        <pc:cxnChg chg="del mod">
          <ac:chgData name="Sengupta, Amrita" userId="dffd0a83-e290-4d5f-944c-be72de0ecce2" providerId="ADAL" clId="{ACC8B24D-C460-4217-94A7-F133CF08F0C0}" dt="2023-08-08T10:34:38.487" v="1668" actId="478"/>
          <ac:cxnSpMkLst>
            <pc:docMk/>
            <pc:sldMk cId="3289463127" sldId="1137"/>
            <ac:cxnSpMk id="10" creationId="{00000000-0000-0000-0000-000000000000}"/>
          </ac:cxnSpMkLst>
        </pc:cxnChg>
        <pc:cxnChg chg="del mod">
          <ac:chgData name="Sengupta, Amrita" userId="dffd0a83-e290-4d5f-944c-be72de0ecce2" providerId="ADAL" clId="{ACC8B24D-C460-4217-94A7-F133CF08F0C0}" dt="2023-08-08T10:34:38.487" v="1668" actId="478"/>
          <ac:cxnSpMkLst>
            <pc:docMk/>
            <pc:sldMk cId="3289463127" sldId="1137"/>
            <ac:cxnSpMk id="20" creationId="{00000000-0000-0000-0000-000000000000}"/>
          </ac:cxnSpMkLst>
        </pc:cxnChg>
        <pc:cxnChg chg="del mod">
          <ac:chgData name="Sengupta, Amrita" userId="dffd0a83-e290-4d5f-944c-be72de0ecce2" providerId="ADAL" clId="{ACC8B24D-C460-4217-94A7-F133CF08F0C0}" dt="2023-08-08T10:34:38.487" v="1668" actId="478"/>
          <ac:cxnSpMkLst>
            <pc:docMk/>
            <pc:sldMk cId="3289463127" sldId="1137"/>
            <ac:cxnSpMk id="48" creationId="{00000000-0000-0000-0000-000000000000}"/>
          </ac:cxnSpMkLst>
        </pc:cxnChg>
        <pc:cxnChg chg="del">
          <ac:chgData name="Sengupta, Amrita" userId="dffd0a83-e290-4d5f-944c-be72de0ecce2" providerId="ADAL" clId="{ACC8B24D-C460-4217-94A7-F133CF08F0C0}" dt="2023-08-08T10:34:02.236" v="1662" actId="478"/>
          <ac:cxnSpMkLst>
            <pc:docMk/>
            <pc:sldMk cId="3289463127" sldId="1137"/>
            <ac:cxnSpMk id="52" creationId="{00000000-0000-0000-0000-000000000000}"/>
          </ac:cxnSpMkLst>
        </pc:cxnChg>
        <pc:cxnChg chg="del">
          <ac:chgData name="Sengupta, Amrita" userId="dffd0a83-e290-4d5f-944c-be72de0ecce2" providerId="ADAL" clId="{ACC8B24D-C460-4217-94A7-F133CF08F0C0}" dt="2023-08-08T10:34:08.019" v="1664" actId="478"/>
          <ac:cxnSpMkLst>
            <pc:docMk/>
            <pc:sldMk cId="3289463127" sldId="1137"/>
            <ac:cxnSpMk id="66" creationId="{00000000-0000-0000-0000-000000000000}"/>
          </ac:cxnSpMkLst>
        </pc:cxnChg>
        <pc:cxnChg chg="add del mod">
          <ac:chgData name="Sengupta, Amrita" userId="dffd0a83-e290-4d5f-944c-be72de0ecce2" providerId="ADAL" clId="{ACC8B24D-C460-4217-94A7-F133CF08F0C0}" dt="2023-08-08T10:34:05.512" v="1663" actId="478"/>
          <ac:cxnSpMkLst>
            <pc:docMk/>
            <pc:sldMk cId="3289463127" sldId="1137"/>
            <ac:cxnSpMk id="72" creationId="{3093672F-B281-8ABA-4AA7-1685D060CA50}"/>
          </ac:cxnSpMkLst>
        </pc:cxnChg>
        <pc:cxnChg chg="add del mod">
          <ac:chgData name="Sengupta, Amrita" userId="dffd0a83-e290-4d5f-944c-be72de0ecce2" providerId="ADAL" clId="{ACC8B24D-C460-4217-94A7-F133CF08F0C0}" dt="2023-08-08T10:34:38.487" v="1668" actId="478"/>
          <ac:cxnSpMkLst>
            <pc:docMk/>
            <pc:sldMk cId="3289463127" sldId="1137"/>
            <ac:cxnSpMk id="73" creationId="{0D107C3C-2BF1-B1D8-777C-C5B21607DAB9}"/>
          </ac:cxnSpMkLst>
        </pc:cxnChg>
        <pc:cxnChg chg="add del mod">
          <ac:chgData name="Sengupta, Amrita" userId="dffd0a83-e290-4d5f-944c-be72de0ecce2" providerId="ADAL" clId="{ACC8B24D-C460-4217-94A7-F133CF08F0C0}" dt="2023-08-08T10:34:38.487" v="1668" actId="478"/>
          <ac:cxnSpMkLst>
            <pc:docMk/>
            <pc:sldMk cId="3289463127" sldId="1137"/>
            <ac:cxnSpMk id="74" creationId="{0CC19449-1D21-FF94-3370-04CA3AFDE87E}"/>
          </ac:cxnSpMkLst>
        </pc:cxnChg>
        <pc:cxnChg chg="add del mod">
          <ac:chgData name="Sengupta, Amrita" userId="dffd0a83-e290-4d5f-944c-be72de0ecce2" providerId="ADAL" clId="{ACC8B24D-C460-4217-94A7-F133CF08F0C0}" dt="2023-08-08T10:33:46.078" v="1660" actId="478"/>
          <ac:cxnSpMkLst>
            <pc:docMk/>
            <pc:sldMk cId="3289463127" sldId="1137"/>
            <ac:cxnSpMk id="94" creationId="{694DA325-445F-D699-7C4B-8FD89CAFDB93}"/>
          </ac:cxnSpMkLst>
        </pc:cxnChg>
        <pc:cxnChg chg="add del mod">
          <ac:chgData name="Sengupta, Amrita" userId="dffd0a83-e290-4d5f-944c-be72de0ecce2" providerId="ADAL" clId="{ACC8B24D-C460-4217-94A7-F133CF08F0C0}" dt="2023-08-08T10:34:14.164" v="1666" actId="478"/>
          <ac:cxnSpMkLst>
            <pc:docMk/>
            <pc:sldMk cId="3289463127" sldId="1137"/>
            <ac:cxnSpMk id="95" creationId="{64ABEBC0-2075-86A1-7B7C-F4AE02C73E0E}"/>
          </ac:cxnSpMkLst>
        </pc:cxnChg>
        <pc:cxnChg chg="add del mod">
          <ac:chgData name="Sengupta, Amrita" userId="dffd0a83-e290-4d5f-944c-be72de0ecce2" providerId="ADAL" clId="{ACC8B24D-C460-4217-94A7-F133CF08F0C0}" dt="2023-08-08T10:33:31.377" v="1655" actId="478"/>
          <ac:cxnSpMkLst>
            <pc:docMk/>
            <pc:sldMk cId="3289463127" sldId="1137"/>
            <ac:cxnSpMk id="97" creationId="{36A39BC3-4522-1B85-C2EC-969ED5D83E94}"/>
          </ac:cxnSpMkLst>
        </pc:cxnChg>
        <pc:cxnChg chg="add del mod">
          <ac:chgData name="Sengupta, Amrita" userId="dffd0a83-e290-4d5f-944c-be72de0ecce2" providerId="ADAL" clId="{ACC8B24D-C460-4217-94A7-F133CF08F0C0}" dt="2023-08-08T10:34:11.080" v="1665" actId="478"/>
          <ac:cxnSpMkLst>
            <pc:docMk/>
            <pc:sldMk cId="3289463127" sldId="1137"/>
            <ac:cxnSpMk id="99" creationId="{A7B8C3B4-FC6D-342A-50AE-85329989AA3E}"/>
          </ac:cxnSpMkLst>
        </pc:cxnChg>
        <pc:cxnChg chg="add mod">
          <ac:chgData name="Sengupta, Amrita" userId="dffd0a83-e290-4d5f-944c-be72de0ecce2" providerId="ADAL" clId="{ACC8B24D-C460-4217-94A7-F133CF08F0C0}" dt="2023-08-08T10:32:37.379" v="1644" actId="164"/>
          <ac:cxnSpMkLst>
            <pc:docMk/>
            <pc:sldMk cId="3289463127" sldId="1137"/>
            <ac:cxnSpMk id="100" creationId="{1C5341B9-7169-3FB3-BA58-4D0B49E17A3E}"/>
          </ac:cxnSpMkLst>
        </pc:cxnChg>
        <pc:cxnChg chg="add mod">
          <ac:chgData name="Sengupta, Amrita" userId="dffd0a83-e290-4d5f-944c-be72de0ecce2" providerId="ADAL" clId="{ACC8B24D-C460-4217-94A7-F133CF08F0C0}" dt="2023-08-08T10:32:37.379" v="1644" actId="164"/>
          <ac:cxnSpMkLst>
            <pc:docMk/>
            <pc:sldMk cId="3289463127" sldId="1137"/>
            <ac:cxnSpMk id="101" creationId="{6E027AB7-B70E-AADD-73B0-F89878485C07}"/>
          </ac:cxnSpMkLst>
        </pc:cxnChg>
        <pc:cxnChg chg="add mod">
          <ac:chgData name="Sengupta, Amrita" userId="dffd0a83-e290-4d5f-944c-be72de0ecce2" providerId="ADAL" clId="{ACC8B24D-C460-4217-94A7-F133CF08F0C0}" dt="2023-08-08T10:32:37.379" v="1644" actId="164"/>
          <ac:cxnSpMkLst>
            <pc:docMk/>
            <pc:sldMk cId="3289463127" sldId="1137"/>
            <ac:cxnSpMk id="103" creationId="{9D01A71C-6F8F-B383-FE6A-A6205294FDCB}"/>
          </ac:cxnSpMkLst>
        </pc:cxnChg>
        <pc:cxnChg chg="add mod">
          <ac:chgData name="Sengupta, Amrita" userId="dffd0a83-e290-4d5f-944c-be72de0ecce2" providerId="ADAL" clId="{ACC8B24D-C460-4217-94A7-F133CF08F0C0}" dt="2023-08-08T10:32:37.379" v="1644" actId="164"/>
          <ac:cxnSpMkLst>
            <pc:docMk/>
            <pc:sldMk cId="3289463127" sldId="1137"/>
            <ac:cxnSpMk id="105" creationId="{7465A33C-9BF7-9F62-6677-DDC990784CAB}"/>
          </ac:cxnSpMkLst>
        </pc:cxnChg>
      </pc:sldChg>
      <pc:sldChg chg="addSp delSp modSp mod">
        <pc:chgData name="Sengupta, Amrita" userId="dffd0a83-e290-4d5f-944c-be72de0ecce2" providerId="ADAL" clId="{ACC8B24D-C460-4217-94A7-F133CF08F0C0}" dt="2023-08-08T10:12:14.119" v="1623" actId="20577"/>
        <pc:sldMkLst>
          <pc:docMk/>
          <pc:sldMk cId="2473939844" sldId="3969"/>
        </pc:sldMkLst>
        <pc:spChg chg="add del">
          <ac:chgData name="Sengupta, Amrita" userId="dffd0a83-e290-4d5f-944c-be72de0ecce2" providerId="ADAL" clId="{ACC8B24D-C460-4217-94A7-F133CF08F0C0}" dt="2023-08-08T07:33:56.919" v="1077" actId="478"/>
          <ac:spMkLst>
            <pc:docMk/>
            <pc:sldMk cId="2473939844" sldId="3969"/>
            <ac:spMk id="27" creationId="{1B0C322B-64AC-42FE-A1C4-61FF5DFDAECA}"/>
          </ac:spMkLst>
        </pc:spChg>
        <pc:spChg chg="add del">
          <ac:chgData name="Sengupta, Amrita" userId="dffd0a83-e290-4d5f-944c-be72de0ecce2" providerId="ADAL" clId="{ACC8B24D-C460-4217-94A7-F133CF08F0C0}" dt="2023-08-08T07:33:59.120" v="1078" actId="478"/>
          <ac:spMkLst>
            <pc:docMk/>
            <pc:sldMk cId="2473939844" sldId="3969"/>
            <ac:spMk id="28" creationId="{A44F4B57-6219-4542-8BF2-D297602A3CF1}"/>
          </ac:spMkLst>
        </pc:spChg>
        <pc:spChg chg="add del mod">
          <ac:chgData name="Sengupta, Amrita" userId="dffd0a83-e290-4d5f-944c-be72de0ecce2" providerId="ADAL" clId="{ACC8B24D-C460-4217-94A7-F133CF08F0C0}" dt="2023-08-08T10:12:14.119" v="1623" actId="20577"/>
          <ac:spMkLst>
            <pc:docMk/>
            <pc:sldMk cId="2473939844" sldId="3969"/>
            <ac:spMk id="29" creationId="{CC652346-BBC4-49DD-A7C8-BBCF7F7DA393}"/>
          </ac:spMkLst>
        </pc:spChg>
        <pc:spChg chg="mod">
          <ac:chgData name="Sengupta, Amrita" userId="dffd0a83-e290-4d5f-944c-be72de0ecce2" providerId="ADAL" clId="{ACC8B24D-C460-4217-94A7-F133CF08F0C0}" dt="2023-08-08T07:33:55.756" v="1076" actId="20577"/>
          <ac:spMkLst>
            <pc:docMk/>
            <pc:sldMk cId="2473939844" sldId="3969"/>
            <ac:spMk id="30" creationId="{BAEDD00A-B953-4595-B8CB-05917E029F6A}"/>
          </ac:spMkLst>
        </pc:spChg>
      </pc:sldChg>
      <pc:sldChg chg="del">
        <pc:chgData name="Sengupta, Amrita" userId="dffd0a83-e290-4d5f-944c-be72de0ecce2" providerId="ADAL" clId="{ACC8B24D-C460-4217-94A7-F133CF08F0C0}" dt="2023-08-08T05:27:31.798" v="138" actId="47"/>
        <pc:sldMkLst>
          <pc:docMk/>
          <pc:sldMk cId="2609729079" sldId="3973"/>
        </pc:sldMkLst>
      </pc:sldChg>
      <pc:sldChg chg="del">
        <pc:chgData name="Sengupta, Amrita" userId="dffd0a83-e290-4d5f-944c-be72de0ecce2" providerId="ADAL" clId="{ACC8B24D-C460-4217-94A7-F133CF08F0C0}" dt="2023-08-08T05:27:46.907" v="144" actId="47"/>
        <pc:sldMkLst>
          <pc:docMk/>
          <pc:sldMk cId="65114440" sldId="4006"/>
        </pc:sldMkLst>
      </pc:sldChg>
      <pc:sldChg chg="del">
        <pc:chgData name="Sengupta, Amrita" userId="dffd0a83-e290-4d5f-944c-be72de0ecce2" providerId="ADAL" clId="{ACC8B24D-C460-4217-94A7-F133CF08F0C0}" dt="2023-08-08T05:27:37.034" v="141" actId="47"/>
        <pc:sldMkLst>
          <pc:docMk/>
          <pc:sldMk cId="2242146058" sldId="4009"/>
        </pc:sldMkLst>
      </pc:sldChg>
      <pc:sldChg chg="del">
        <pc:chgData name="Sengupta, Amrita" userId="dffd0a83-e290-4d5f-944c-be72de0ecce2" providerId="ADAL" clId="{ACC8B24D-C460-4217-94A7-F133CF08F0C0}" dt="2023-08-08T05:27:25.620" v="133" actId="47"/>
        <pc:sldMkLst>
          <pc:docMk/>
          <pc:sldMk cId="319499498" sldId="4037"/>
        </pc:sldMkLst>
      </pc:sldChg>
      <pc:sldChg chg="del">
        <pc:chgData name="Sengupta, Amrita" userId="dffd0a83-e290-4d5f-944c-be72de0ecce2" providerId="ADAL" clId="{ACC8B24D-C460-4217-94A7-F133CF08F0C0}" dt="2023-08-08T05:27:29.483" v="136" actId="47"/>
        <pc:sldMkLst>
          <pc:docMk/>
          <pc:sldMk cId="3265637863" sldId="4039"/>
        </pc:sldMkLst>
      </pc:sldChg>
      <pc:sldChg chg="addSp delSp modSp mod">
        <pc:chgData name="Sengupta, Amrita" userId="dffd0a83-e290-4d5f-944c-be72de0ecce2" providerId="ADAL" clId="{ACC8B24D-C460-4217-94A7-F133CF08F0C0}" dt="2023-08-08T13:23:16.522" v="2007" actId="20577"/>
        <pc:sldMkLst>
          <pc:docMk/>
          <pc:sldMk cId="3627085183" sldId="6187"/>
        </pc:sldMkLst>
        <pc:spChg chg="mod">
          <ac:chgData name="Sengupta, Amrita" userId="dffd0a83-e290-4d5f-944c-be72de0ecce2" providerId="ADAL" clId="{ACC8B24D-C460-4217-94A7-F133CF08F0C0}" dt="2023-08-08T13:22:12.185" v="2002" actId="1076"/>
          <ac:spMkLst>
            <pc:docMk/>
            <pc:sldMk cId="3627085183" sldId="6187"/>
            <ac:spMk id="2" creationId="{EF5ED846-31EA-42B1-87CA-5AF9F3EB4F42}"/>
          </ac:spMkLst>
        </pc:spChg>
        <pc:spChg chg="del">
          <ac:chgData name="Sengupta, Amrita" userId="dffd0a83-e290-4d5f-944c-be72de0ecce2" providerId="ADAL" clId="{ACC8B24D-C460-4217-94A7-F133CF08F0C0}" dt="2023-08-08T06:26:13.498" v="435" actId="478"/>
          <ac:spMkLst>
            <pc:docMk/>
            <pc:sldMk cId="3627085183" sldId="6187"/>
            <ac:spMk id="63" creationId="{80079A57-EFA3-4229-B8C6-F038FC38668F}"/>
          </ac:spMkLst>
        </pc:spChg>
        <pc:spChg chg="del mod">
          <ac:chgData name="Sengupta, Amrita" userId="dffd0a83-e290-4d5f-944c-be72de0ecce2" providerId="ADAL" clId="{ACC8B24D-C460-4217-94A7-F133CF08F0C0}" dt="2023-08-08T06:26:41.979" v="443" actId="478"/>
          <ac:spMkLst>
            <pc:docMk/>
            <pc:sldMk cId="3627085183" sldId="6187"/>
            <ac:spMk id="64" creationId="{B6B277C8-A38A-4B2B-A878-22236DD17494}"/>
          </ac:spMkLst>
        </pc:spChg>
        <pc:spChg chg="del">
          <ac:chgData name="Sengupta, Amrita" userId="dffd0a83-e290-4d5f-944c-be72de0ecce2" providerId="ADAL" clId="{ACC8B24D-C460-4217-94A7-F133CF08F0C0}" dt="2023-08-08T06:26:13.498" v="435" actId="478"/>
          <ac:spMkLst>
            <pc:docMk/>
            <pc:sldMk cId="3627085183" sldId="6187"/>
            <ac:spMk id="65" creationId="{6943BBF4-3B98-4042-8EE2-2AABA2DD2FB9}"/>
          </ac:spMkLst>
        </pc:spChg>
        <pc:spChg chg="del mod">
          <ac:chgData name="Sengupta, Amrita" userId="dffd0a83-e290-4d5f-944c-be72de0ecce2" providerId="ADAL" clId="{ACC8B24D-C460-4217-94A7-F133CF08F0C0}" dt="2023-08-08T06:26:26.262" v="437" actId="478"/>
          <ac:spMkLst>
            <pc:docMk/>
            <pc:sldMk cId="3627085183" sldId="6187"/>
            <ac:spMk id="66" creationId="{5151C850-9076-4BC2-AC98-D25FAED37963}"/>
          </ac:spMkLst>
        </pc:spChg>
        <pc:spChg chg="mod">
          <ac:chgData name="Sengupta, Amrita" userId="dffd0a83-e290-4d5f-944c-be72de0ecce2" providerId="ADAL" clId="{ACC8B24D-C460-4217-94A7-F133CF08F0C0}" dt="2023-08-08T13:21:16.466" v="2000" actId="13926"/>
          <ac:spMkLst>
            <pc:docMk/>
            <pc:sldMk cId="3627085183" sldId="6187"/>
            <ac:spMk id="68" creationId="{4178F852-FD39-4D29-AB14-F068204CB1A1}"/>
          </ac:spMkLst>
        </pc:spChg>
        <pc:spChg chg="mod">
          <ac:chgData name="Sengupta, Amrita" userId="dffd0a83-e290-4d5f-944c-be72de0ecce2" providerId="ADAL" clId="{ACC8B24D-C460-4217-94A7-F133CF08F0C0}" dt="2023-08-08T12:10:21.459" v="1815" actId="13822"/>
          <ac:spMkLst>
            <pc:docMk/>
            <pc:sldMk cId="3627085183" sldId="6187"/>
            <ac:spMk id="69" creationId="{EB3515E4-416D-4968-8CAE-51A2834666A8}"/>
          </ac:spMkLst>
        </pc:spChg>
        <pc:spChg chg="del">
          <ac:chgData name="Sengupta, Amrita" userId="dffd0a83-e290-4d5f-944c-be72de0ecce2" providerId="ADAL" clId="{ACC8B24D-C460-4217-94A7-F133CF08F0C0}" dt="2023-08-08T06:26:13.498" v="435" actId="478"/>
          <ac:spMkLst>
            <pc:docMk/>
            <pc:sldMk cId="3627085183" sldId="6187"/>
            <ac:spMk id="73" creationId="{D7D8D293-CE81-49F9-87DE-C65234793A5E}"/>
          </ac:spMkLst>
        </pc:spChg>
        <pc:spChg chg="del mod">
          <ac:chgData name="Sengupta, Amrita" userId="dffd0a83-e290-4d5f-944c-be72de0ecce2" providerId="ADAL" clId="{ACC8B24D-C460-4217-94A7-F133CF08F0C0}" dt="2023-08-08T06:26:31.713" v="439" actId="478"/>
          <ac:spMkLst>
            <pc:docMk/>
            <pc:sldMk cId="3627085183" sldId="6187"/>
            <ac:spMk id="76" creationId="{12F9A131-18FA-40C3-BCAD-8F42A59A35CD}"/>
          </ac:spMkLst>
        </pc:spChg>
        <pc:spChg chg="del">
          <ac:chgData name="Sengupta, Amrita" userId="dffd0a83-e290-4d5f-944c-be72de0ecce2" providerId="ADAL" clId="{ACC8B24D-C460-4217-94A7-F133CF08F0C0}" dt="2023-08-08T06:26:13.498" v="435" actId="478"/>
          <ac:spMkLst>
            <pc:docMk/>
            <pc:sldMk cId="3627085183" sldId="6187"/>
            <ac:spMk id="77" creationId="{8CF91DA3-383A-47FE-8E3A-1AE00B3D2D43}"/>
          </ac:spMkLst>
        </pc:spChg>
        <pc:spChg chg="del">
          <ac:chgData name="Sengupta, Amrita" userId="dffd0a83-e290-4d5f-944c-be72de0ecce2" providerId="ADAL" clId="{ACC8B24D-C460-4217-94A7-F133CF08F0C0}" dt="2023-08-08T06:26:34.190" v="440" actId="478"/>
          <ac:spMkLst>
            <pc:docMk/>
            <pc:sldMk cId="3627085183" sldId="6187"/>
            <ac:spMk id="78" creationId="{13F3297C-E760-4E13-BC7C-C47622837057}"/>
          </ac:spMkLst>
        </pc:spChg>
        <pc:spChg chg="del">
          <ac:chgData name="Sengupta, Amrita" userId="dffd0a83-e290-4d5f-944c-be72de0ecce2" providerId="ADAL" clId="{ACC8B24D-C460-4217-94A7-F133CF08F0C0}" dt="2023-08-08T06:26:13.498" v="435" actId="478"/>
          <ac:spMkLst>
            <pc:docMk/>
            <pc:sldMk cId="3627085183" sldId="6187"/>
            <ac:spMk id="80" creationId="{A70DF5E8-0F7A-4E0F-89A2-86DC11E79486}"/>
          </ac:spMkLst>
        </pc:spChg>
        <pc:spChg chg="del">
          <ac:chgData name="Sengupta, Amrita" userId="dffd0a83-e290-4d5f-944c-be72de0ecce2" providerId="ADAL" clId="{ACC8B24D-C460-4217-94A7-F133CF08F0C0}" dt="2023-08-08T06:26:38.646" v="441" actId="478"/>
          <ac:spMkLst>
            <pc:docMk/>
            <pc:sldMk cId="3627085183" sldId="6187"/>
            <ac:spMk id="81" creationId="{A07C7363-E934-4EB3-8F50-6EA45C1554DC}"/>
          </ac:spMkLst>
        </pc:spChg>
        <pc:spChg chg="del">
          <ac:chgData name="Sengupta, Amrita" userId="dffd0a83-e290-4d5f-944c-be72de0ecce2" providerId="ADAL" clId="{ACC8B24D-C460-4217-94A7-F133CF08F0C0}" dt="2023-08-08T06:26:13.498" v="435" actId="478"/>
          <ac:spMkLst>
            <pc:docMk/>
            <pc:sldMk cId="3627085183" sldId="6187"/>
            <ac:spMk id="82" creationId="{DF0AD8F2-53B7-4BB4-9B41-622F772A9712}"/>
          </ac:spMkLst>
        </pc:spChg>
        <pc:spChg chg="del mod">
          <ac:chgData name="Sengupta, Amrita" userId="dffd0a83-e290-4d5f-944c-be72de0ecce2" providerId="ADAL" clId="{ACC8B24D-C460-4217-94A7-F133CF08F0C0}" dt="2023-08-08T06:26:47.516" v="445" actId="478"/>
          <ac:spMkLst>
            <pc:docMk/>
            <pc:sldMk cId="3627085183" sldId="6187"/>
            <ac:spMk id="83" creationId="{1488FD9A-41F0-482A-ABAD-231DC8743E73}"/>
          </ac:spMkLst>
        </pc:spChg>
        <pc:spChg chg="del">
          <ac:chgData name="Sengupta, Amrita" userId="dffd0a83-e290-4d5f-944c-be72de0ecce2" providerId="ADAL" clId="{ACC8B24D-C460-4217-94A7-F133CF08F0C0}" dt="2023-08-08T06:26:13.498" v="435" actId="478"/>
          <ac:spMkLst>
            <pc:docMk/>
            <pc:sldMk cId="3627085183" sldId="6187"/>
            <ac:spMk id="85" creationId="{0ECCE100-B51B-420E-99FD-CECB225987D3}"/>
          </ac:spMkLst>
        </pc:spChg>
        <pc:spChg chg="del">
          <ac:chgData name="Sengupta, Amrita" userId="dffd0a83-e290-4d5f-944c-be72de0ecce2" providerId="ADAL" clId="{ACC8B24D-C460-4217-94A7-F133CF08F0C0}" dt="2023-08-08T06:26:50.970" v="446" actId="478"/>
          <ac:spMkLst>
            <pc:docMk/>
            <pc:sldMk cId="3627085183" sldId="6187"/>
            <ac:spMk id="86" creationId="{A6472DD0-AD5F-44FC-8B08-443A8A4866A4}"/>
          </ac:spMkLst>
        </pc:spChg>
        <pc:spChg chg="del">
          <ac:chgData name="Sengupta, Amrita" userId="dffd0a83-e290-4d5f-944c-be72de0ecce2" providerId="ADAL" clId="{ACC8B24D-C460-4217-94A7-F133CF08F0C0}" dt="2023-08-08T06:26:07.096" v="434" actId="478"/>
          <ac:spMkLst>
            <pc:docMk/>
            <pc:sldMk cId="3627085183" sldId="6187"/>
            <ac:spMk id="87" creationId="{21D4F5B0-A21D-495E-A2B4-0D34D24370D8}"/>
          </ac:spMkLst>
        </pc:spChg>
        <pc:spChg chg="del">
          <ac:chgData name="Sengupta, Amrita" userId="dffd0a83-e290-4d5f-944c-be72de0ecce2" providerId="ADAL" clId="{ACC8B24D-C460-4217-94A7-F133CF08F0C0}" dt="2023-08-08T06:26:03.555" v="433" actId="478"/>
          <ac:spMkLst>
            <pc:docMk/>
            <pc:sldMk cId="3627085183" sldId="6187"/>
            <ac:spMk id="88" creationId="{F748BDD8-0491-462A-A698-DB8D077C1E24}"/>
          </ac:spMkLst>
        </pc:spChg>
        <pc:spChg chg="mod">
          <ac:chgData name="Sengupta, Amrita" userId="dffd0a83-e290-4d5f-944c-be72de0ecce2" providerId="ADAL" clId="{ACC8B24D-C460-4217-94A7-F133CF08F0C0}" dt="2023-08-08T07:12:06.003" v="999" actId="1076"/>
          <ac:spMkLst>
            <pc:docMk/>
            <pc:sldMk cId="3627085183" sldId="6187"/>
            <ac:spMk id="89" creationId="{2041A8B6-EB65-4408-A7D6-05D61C441C77}"/>
          </ac:spMkLst>
        </pc:spChg>
        <pc:spChg chg="del mod">
          <ac:chgData name="Sengupta, Amrita" userId="dffd0a83-e290-4d5f-944c-be72de0ecce2" providerId="ADAL" clId="{ACC8B24D-C460-4217-94A7-F133CF08F0C0}" dt="2023-08-08T06:25:28.112" v="417" actId="478"/>
          <ac:spMkLst>
            <pc:docMk/>
            <pc:sldMk cId="3627085183" sldId="6187"/>
            <ac:spMk id="94" creationId="{D23AF1B2-9830-4710-AE94-0815A8E95639}"/>
          </ac:spMkLst>
        </pc:spChg>
        <pc:spChg chg="del mod">
          <ac:chgData name="Sengupta, Amrita" userId="dffd0a83-e290-4d5f-944c-be72de0ecce2" providerId="ADAL" clId="{ACC8B24D-C460-4217-94A7-F133CF08F0C0}" dt="2023-08-08T06:56:38.512" v="562" actId="478"/>
          <ac:spMkLst>
            <pc:docMk/>
            <pc:sldMk cId="3627085183" sldId="6187"/>
            <ac:spMk id="97" creationId="{0CB6EC1D-099C-435B-82D1-7ECE329FE0B0}"/>
          </ac:spMkLst>
        </pc:spChg>
        <pc:grpChg chg="del">
          <ac:chgData name="Sengupta, Amrita" userId="dffd0a83-e290-4d5f-944c-be72de0ecce2" providerId="ADAL" clId="{ACC8B24D-C460-4217-94A7-F133CF08F0C0}" dt="2023-08-08T06:25:07.908" v="413" actId="478"/>
          <ac:grpSpMkLst>
            <pc:docMk/>
            <pc:sldMk cId="3627085183" sldId="6187"/>
            <ac:grpSpMk id="67" creationId="{477E4DE9-FB9C-4138-B7D5-F1610B8EB18F}"/>
          </ac:grpSpMkLst>
        </pc:grpChg>
        <pc:grpChg chg="mod">
          <ac:chgData name="Sengupta, Amrita" userId="dffd0a83-e290-4d5f-944c-be72de0ecce2" providerId="ADAL" clId="{ACC8B24D-C460-4217-94A7-F133CF08F0C0}" dt="2023-08-08T08:33:43.757" v="1098" actId="1076"/>
          <ac:grpSpMkLst>
            <pc:docMk/>
            <pc:sldMk cId="3627085183" sldId="6187"/>
            <ac:grpSpMk id="72" creationId="{2863131F-764C-4313-A97C-E4AC3A6A20BB}"/>
          </ac:grpSpMkLst>
        </pc:grpChg>
        <pc:graphicFrameChg chg="add del mod modGraphic">
          <ac:chgData name="Sengupta, Amrita" userId="dffd0a83-e290-4d5f-944c-be72de0ecce2" providerId="ADAL" clId="{ACC8B24D-C460-4217-94A7-F133CF08F0C0}" dt="2023-08-08T06:51:58.620" v="459" actId="478"/>
          <ac:graphicFrameMkLst>
            <pc:docMk/>
            <pc:sldMk cId="3627085183" sldId="6187"/>
            <ac:graphicFrameMk id="3" creationId="{608A6E09-FEA2-596A-1AA7-08FF744EF22C}"/>
          </ac:graphicFrameMkLst>
        </pc:graphicFrameChg>
        <pc:graphicFrameChg chg="add mod modGraphic">
          <ac:chgData name="Sengupta, Amrita" userId="dffd0a83-e290-4d5f-944c-be72de0ecce2" providerId="ADAL" clId="{ACC8B24D-C460-4217-94A7-F133CF08F0C0}" dt="2023-08-08T13:23:16.522" v="2007" actId="20577"/>
          <ac:graphicFrameMkLst>
            <pc:docMk/>
            <pc:sldMk cId="3627085183" sldId="6187"/>
            <ac:graphicFrameMk id="4" creationId="{E8E290EF-630B-BA6E-1225-4A4E47D98C44}"/>
          </ac:graphicFrameMkLst>
        </pc:graphicFrameChg>
        <pc:picChg chg="add mod">
          <ac:chgData name="Sengupta, Amrita" userId="dffd0a83-e290-4d5f-944c-be72de0ecce2" providerId="ADAL" clId="{ACC8B24D-C460-4217-94A7-F133CF08F0C0}" dt="2023-08-08T08:33:04.730" v="1094" actId="1076"/>
          <ac:picMkLst>
            <pc:docMk/>
            <pc:sldMk cId="3627085183" sldId="6187"/>
            <ac:picMk id="1026" creationId="{18CBA105-7150-693F-1EF4-1CCB2C583418}"/>
          </ac:picMkLst>
        </pc:picChg>
        <pc:cxnChg chg="mod">
          <ac:chgData name="Sengupta, Amrita" userId="dffd0a83-e290-4d5f-944c-be72de0ecce2" providerId="ADAL" clId="{ACC8B24D-C460-4217-94A7-F133CF08F0C0}" dt="2023-08-08T12:10:21.459" v="1815" actId="13822"/>
          <ac:cxnSpMkLst>
            <pc:docMk/>
            <pc:sldMk cId="3627085183" sldId="6187"/>
            <ac:cxnSpMk id="71" creationId="{3152D22D-DA03-4633-8004-712258EA2C9F}"/>
          </ac:cxnSpMkLst>
        </pc:cxnChg>
        <pc:cxnChg chg="del">
          <ac:chgData name="Sengupta, Amrita" userId="dffd0a83-e290-4d5f-944c-be72de0ecce2" providerId="ADAL" clId="{ACC8B24D-C460-4217-94A7-F133CF08F0C0}" dt="2023-08-08T06:25:30.218" v="418" actId="478"/>
          <ac:cxnSpMkLst>
            <pc:docMk/>
            <pc:sldMk cId="3627085183" sldId="6187"/>
            <ac:cxnSpMk id="93" creationId="{00616407-01DD-4F7E-A234-DC9E2AC887B3}"/>
          </ac:cxnSpMkLst>
        </pc:cxnChg>
      </pc:sldChg>
      <pc:sldChg chg="modSp mod">
        <pc:chgData name="Sengupta, Amrita" userId="dffd0a83-e290-4d5f-944c-be72de0ecce2" providerId="ADAL" clId="{ACC8B24D-C460-4217-94A7-F133CF08F0C0}" dt="2023-08-08T09:33:57.641" v="1233" actId="14100"/>
        <pc:sldMkLst>
          <pc:docMk/>
          <pc:sldMk cId="2840196612" sldId="6189"/>
        </pc:sldMkLst>
        <pc:spChg chg="mod">
          <ac:chgData name="Sengupta, Amrita" userId="dffd0a83-e290-4d5f-944c-be72de0ecce2" providerId="ADAL" clId="{ACC8B24D-C460-4217-94A7-F133CF08F0C0}" dt="2023-08-08T09:33:57.641" v="1233" actId="14100"/>
          <ac:spMkLst>
            <pc:docMk/>
            <pc:sldMk cId="2840196612" sldId="6189"/>
            <ac:spMk id="2" creationId="{68541C34-8170-444D-B82E-63863DB67DF6}"/>
          </ac:spMkLst>
        </pc:spChg>
      </pc:sldChg>
      <pc:sldChg chg="del">
        <pc:chgData name="Sengupta, Amrita" userId="dffd0a83-e290-4d5f-944c-be72de0ecce2" providerId="ADAL" clId="{ACC8B24D-C460-4217-94A7-F133CF08F0C0}" dt="2023-08-08T05:27:21.584" v="130" actId="47"/>
        <pc:sldMkLst>
          <pc:docMk/>
          <pc:sldMk cId="3848024527" sldId="6190"/>
        </pc:sldMkLst>
      </pc:sldChg>
      <pc:sldChg chg="del">
        <pc:chgData name="Sengupta, Amrita" userId="dffd0a83-e290-4d5f-944c-be72de0ecce2" providerId="ADAL" clId="{ACC8B24D-C460-4217-94A7-F133CF08F0C0}" dt="2023-08-08T05:27:24.520" v="132" actId="47"/>
        <pc:sldMkLst>
          <pc:docMk/>
          <pc:sldMk cId="3850041774" sldId="6192"/>
        </pc:sldMkLst>
      </pc:sldChg>
      <pc:sldChg chg="del">
        <pc:chgData name="Sengupta, Amrita" userId="dffd0a83-e290-4d5f-944c-be72de0ecce2" providerId="ADAL" clId="{ACC8B24D-C460-4217-94A7-F133CF08F0C0}" dt="2023-08-08T05:27:44.009" v="142" actId="47"/>
        <pc:sldMkLst>
          <pc:docMk/>
          <pc:sldMk cId="2716093337" sldId="6196"/>
        </pc:sldMkLst>
      </pc:sldChg>
      <pc:sldChg chg="modSp mod">
        <pc:chgData name="Sengupta, Amrita" userId="dffd0a83-e290-4d5f-944c-be72de0ecce2" providerId="ADAL" clId="{ACC8B24D-C460-4217-94A7-F133CF08F0C0}" dt="2023-08-08T12:18:38.260" v="1823" actId="1076"/>
        <pc:sldMkLst>
          <pc:docMk/>
          <pc:sldMk cId="2843776525" sldId="6198"/>
        </pc:sldMkLst>
        <pc:spChg chg="mod">
          <ac:chgData name="Sengupta, Amrita" userId="dffd0a83-e290-4d5f-944c-be72de0ecce2" providerId="ADAL" clId="{ACC8B24D-C460-4217-94A7-F133CF08F0C0}" dt="2023-08-08T12:18:23.200" v="1822" actId="1076"/>
          <ac:spMkLst>
            <pc:docMk/>
            <pc:sldMk cId="2843776525" sldId="6198"/>
            <ac:spMk id="66" creationId="{842E14E8-DCF0-4845-9EA2-73ACA719299E}"/>
          </ac:spMkLst>
        </pc:spChg>
        <pc:spChg chg="mod">
          <ac:chgData name="Sengupta, Amrita" userId="dffd0a83-e290-4d5f-944c-be72de0ecce2" providerId="ADAL" clId="{ACC8B24D-C460-4217-94A7-F133CF08F0C0}" dt="2023-08-08T12:18:38.260" v="1823" actId="1076"/>
          <ac:spMkLst>
            <pc:docMk/>
            <pc:sldMk cId="2843776525" sldId="6198"/>
            <ac:spMk id="67" creationId="{6A5B0F3A-17CF-4EE7-B022-52286E14C876}"/>
          </ac:spMkLst>
        </pc:spChg>
        <pc:spChg chg="mod">
          <ac:chgData name="Sengupta, Amrita" userId="dffd0a83-e290-4d5f-944c-be72de0ecce2" providerId="ADAL" clId="{ACC8B24D-C460-4217-94A7-F133CF08F0C0}" dt="2023-08-08T11:07:17.703" v="1694" actId="1076"/>
          <ac:spMkLst>
            <pc:docMk/>
            <pc:sldMk cId="2843776525" sldId="6198"/>
            <ac:spMk id="177" creationId="{25B1B997-3C04-46FA-B5D2-1CBB50C0472E}"/>
          </ac:spMkLst>
        </pc:spChg>
        <pc:grpChg chg="mod">
          <ac:chgData name="Sengupta, Amrita" userId="dffd0a83-e290-4d5f-944c-be72de0ecce2" providerId="ADAL" clId="{ACC8B24D-C460-4217-94A7-F133CF08F0C0}" dt="2023-08-08T11:07:21.780" v="1695" actId="1076"/>
          <ac:grpSpMkLst>
            <pc:docMk/>
            <pc:sldMk cId="2843776525" sldId="6198"/>
            <ac:grpSpMk id="11" creationId="{EC19C175-E4D4-D30B-9FFA-3662C9F7EBE1}"/>
          </ac:grpSpMkLst>
        </pc:grpChg>
        <pc:grpChg chg="mod">
          <ac:chgData name="Sengupta, Amrita" userId="dffd0a83-e290-4d5f-944c-be72de0ecce2" providerId="ADAL" clId="{ACC8B24D-C460-4217-94A7-F133CF08F0C0}" dt="2023-08-08T11:07:04.568" v="1692" actId="1076"/>
          <ac:grpSpMkLst>
            <pc:docMk/>
            <pc:sldMk cId="2843776525" sldId="6198"/>
            <ac:grpSpMk id="172" creationId="{9AE31258-B29B-4474-A482-77C350EE72A6}"/>
          </ac:grpSpMkLst>
        </pc:grpChg>
        <pc:picChg chg="mod">
          <ac:chgData name="Sengupta, Amrita" userId="dffd0a83-e290-4d5f-944c-be72de0ecce2" providerId="ADAL" clId="{ACC8B24D-C460-4217-94A7-F133CF08F0C0}" dt="2023-08-08T11:07:10.296" v="1693" actId="1076"/>
          <ac:picMkLst>
            <pc:docMk/>
            <pc:sldMk cId="2843776525" sldId="6198"/>
            <ac:picMk id="3" creationId="{AA456107-981C-8C30-ACF1-8953D7A8E7E5}"/>
          </ac:picMkLst>
        </pc:picChg>
      </pc:sldChg>
      <pc:sldChg chg="del">
        <pc:chgData name="Sengupta, Amrita" userId="dffd0a83-e290-4d5f-944c-be72de0ecce2" providerId="ADAL" clId="{ACC8B24D-C460-4217-94A7-F133CF08F0C0}" dt="2023-08-08T05:27:32.662" v="139" actId="47"/>
        <pc:sldMkLst>
          <pc:docMk/>
          <pc:sldMk cId="166138906" sldId="6201"/>
        </pc:sldMkLst>
      </pc:sldChg>
      <pc:sldChg chg="del">
        <pc:chgData name="Sengupta, Amrita" userId="dffd0a83-e290-4d5f-944c-be72de0ecce2" providerId="ADAL" clId="{ACC8B24D-C460-4217-94A7-F133CF08F0C0}" dt="2023-08-08T05:27:07.685" v="128" actId="47"/>
        <pc:sldMkLst>
          <pc:docMk/>
          <pc:sldMk cId="2633053517" sldId="6202"/>
        </pc:sldMkLst>
      </pc:sldChg>
      <pc:sldChg chg="del">
        <pc:chgData name="Sengupta, Amrita" userId="dffd0a83-e290-4d5f-944c-be72de0ecce2" providerId="ADAL" clId="{ACC8B24D-C460-4217-94A7-F133CF08F0C0}" dt="2023-08-08T05:27:15.866" v="129" actId="47"/>
        <pc:sldMkLst>
          <pc:docMk/>
          <pc:sldMk cId="685797491" sldId="6208"/>
        </pc:sldMkLst>
      </pc:sldChg>
      <pc:sldChg chg="del">
        <pc:chgData name="Sengupta, Amrita" userId="dffd0a83-e290-4d5f-944c-be72de0ecce2" providerId="ADAL" clId="{ACC8B24D-C460-4217-94A7-F133CF08F0C0}" dt="2023-08-08T05:27:30.711" v="137" actId="47"/>
        <pc:sldMkLst>
          <pc:docMk/>
          <pc:sldMk cId="4022830053" sldId="6214"/>
        </pc:sldMkLst>
      </pc:sldChg>
      <pc:sldChg chg="del">
        <pc:chgData name="Sengupta, Amrita" userId="dffd0a83-e290-4d5f-944c-be72de0ecce2" providerId="ADAL" clId="{ACC8B24D-C460-4217-94A7-F133CF08F0C0}" dt="2023-08-08T05:27:35.366" v="140" actId="47"/>
        <pc:sldMkLst>
          <pc:docMk/>
          <pc:sldMk cId="484351821" sldId="6215"/>
        </pc:sldMkLst>
      </pc:sldChg>
      <pc:sldChg chg="del">
        <pc:chgData name="Sengupta, Amrita" userId="dffd0a83-e290-4d5f-944c-be72de0ecce2" providerId="ADAL" clId="{ACC8B24D-C460-4217-94A7-F133CF08F0C0}" dt="2023-08-08T05:27:28.427" v="135" actId="47"/>
        <pc:sldMkLst>
          <pc:docMk/>
          <pc:sldMk cId="3176385444" sldId="6223"/>
        </pc:sldMkLst>
      </pc:sldChg>
      <pc:sldChg chg="del">
        <pc:chgData name="Sengupta, Amrita" userId="dffd0a83-e290-4d5f-944c-be72de0ecce2" providerId="ADAL" clId="{ACC8B24D-C460-4217-94A7-F133CF08F0C0}" dt="2023-08-08T05:27:26.251" v="134" actId="47"/>
        <pc:sldMkLst>
          <pc:docMk/>
          <pc:sldMk cId="1048668780" sldId="6224"/>
        </pc:sldMkLst>
      </pc:sldChg>
      <pc:sldChg chg="del">
        <pc:chgData name="Sengupta, Amrita" userId="dffd0a83-e290-4d5f-944c-be72de0ecce2" providerId="ADAL" clId="{ACC8B24D-C460-4217-94A7-F133CF08F0C0}" dt="2023-08-08T05:27:45.472" v="143" actId="47"/>
        <pc:sldMkLst>
          <pc:docMk/>
          <pc:sldMk cId="4088684023" sldId="6225"/>
        </pc:sldMkLst>
      </pc:sldChg>
      <pc:sldChg chg="del">
        <pc:chgData name="Sengupta, Amrita" userId="dffd0a83-e290-4d5f-944c-be72de0ecce2" providerId="ADAL" clId="{ACC8B24D-C460-4217-94A7-F133CF08F0C0}" dt="2023-08-08T05:27:23.281" v="131" actId="47"/>
        <pc:sldMkLst>
          <pc:docMk/>
          <pc:sldMk cId="1597638962" sldId="6226"/>
        </pc:sldMkLst>
      </pc:sldChg>
      <pc:sldChg chg="del">
        <pc:chgData name="Sengupta, Amrita" userId="dffd0a83-e290-4d5f-944c-be72de0ecce2" providerId="ADAL" clId="{ACC8B24D-C460-4217-94A7-F133CF08F0C0}" dt="2023-08-08T05:29:11.115" v="147" actId="47"/>
        <pc:sldMkLst>
          <pc:docMk/>
          <pc:sldMk cId="851322213" sldId="6232"/>
        </pc:sldMkLst>
      </pc:sldChg>
      <pc:sldChg chg="del">
        <pc:chgData name="Sengupta, Amrita" userId="dffd0a83-e290-4d5f-944c-be72de0ecce2" providerId="ADAL" clId="{ACC8B24D-C460-4217-94A7-F133CF08F0C0}" dt="2023-08-08T05:29:12.606" v="148" actId="47"/>
        <pc:sldMkLst>
          <pc:docMk/>
          <pc:sldMk cId="4074865643" sldId="6233"/>
        </pc:sldMkLst>
      </pc:sldChg>
      <pc:sldChg chg="addSp modSp add del mod">
        <pc:chgData name="Sengupta, Amrita" userId="dffd0a83-e290-4d5f-944c-be72de0ecce2" providerId="ADAL" clId="{ACC8B24D-C460-4217-94A7-F133CF08F0C0}" dt="2023-08-08T09:34:12.266" v="1234" actId="113"/>
        <pc:sldMkLst>
          <pc:docMk/>
          <pc:sldMk cId="978093527" sldId="6236"/>
        </pc:sldMkLst>
        <pc:spChg chg="add mod">
          <ac:chgData name="Sengupta, Amrita" userId="dffd0a83-e290-4d5f-944c-be72de0ecce2" providerId="ADAL" clId="{ACC8B24D-C460-4217-94A7-F133CF08F0C0}" dt="2023-08-08T06:12:21.395" v="357" actId="403"/>
          <ac:spMkLst>
            <pc:docMk/>
            <pc:sldMk cId="978093527" sldId="6236"/>
            <ac:spMk id="3" creationId="{695AF3D9-2516-A92E-CB5D-5F4B9A4EAC4A}"/>
          </ac:spMkLst>
        </pc:spChg>
        <pc:spChg chg="mod">
          <ac:chgData name="Sengupta, Amrita" userId="dffd0a83-e290-4d5f-944c-be72de0ecce2" providerId="ADAL" clId="{ACC8B24D-C460-4217-94A7-F133CF08F0C0}" dt="2023-08-08T09:34:12.266" v="1234" actId="113"/>
          <ac:spMkLst>
            <pc:docMk/>
            <pc:sldMk cId="978093527" sldId="6236"/>
            <ac:spMk id="6" creationId="{7B436ACD-942B-4C57-BF8E-4F303DD8C115}"/>
          </ac:spMkLst>
        </pc:spChg>
        <pc:spChg chg="mod">
          <ac:chgData name="Sengupta, Amrita" userId="dffd0a83-e290-4d5f-944c-be72de0ecce2" providerId="ADAL" clId="{ACC8B24D-C460-4217-94A7-F133CF08F0C0}" dt="2023-08-08T06:10:45.682" v="344" actId="5793"/>
          <ac:spMkLst>
            <pc:docMk/>
            <pc:sldMk cId="978093527" sldId="6236"/>
            <ac:spMk id="10" creationId="{5CEFFFF9-271C-40EC-9DDB-F1AA995CD729}"/>
          </ac:spMkLst>
        </pc:spChg>
      </pc:sldChg>
      <pc:sldChg chg="modSp mod">
        <pc:chgData name="Sengupta, Amrita" userId="dffd0a83-e290-4d5f-944c-be72de0ecce2" providerId="ADAL" clId="{ACC8B24D-C460-4217-94A7-F133CF08F0C0}" dt="2023-08-08T12:20:48.902" v="1849" actId="20577"/>
        <pc:sldMkLst>
          <pc:docMk/>
          <pc:sldMk cId="3576935063" sldId="6238"/>
        </pc:sldMkLst>
        <pc:spChg chg="mod">
          <ac:chgData name="Sengupta, Amrita" userId="dffd0a83-e290-4d5f-944c-be72de0ecce2" providerId="ADAL" clId="{ACC8B24D-C460-4217-94A7-F133CF08F0C0}" dt="2023-08-08T12:20:48.902" v="1849" actId="20577"/>
          <ac:spMkLst>
            <pc:docMk/>
            <pc:sldMk cId="3576935063" sldId="6238"/>
            <ac:spMk id="4" creationId="{18C41579-AFEC-1609-2526-76EC1F12969E}"/>
          </ac:spMkLst>
        </pc:spChg>
        <pc:spChg chg="mod">
          <ac:chgData name="Sengupta, Amrita" userId="dffd0a83-e290-4d5f-944c-be72de0ecce2" providerId="ADAL" clId="{ACC8B24D-C460-4217-94A7-F133CF08F0C0}" dt="2023-08-08T09:31:14.684" v="1169" actId="255"/>
          <ac:spMkLst>
            <pc:docMk/>
            <pc:sldMk cId="3576935063" sldId="6238"/>
            <ac:spMk id="174" creationId="{20768565-56D0-45F1-85AD-2DD3A7BA0D3E}"/>
          </ac:spMkLst>
        </pc:spChg>
        <pc:spChg chg="mod">
          <ac:chgData name="Sengupta, Amrita" userId="dffd0a83-e290-4d5f-944c-be72de0ecce2" providerId="ADAL" clId="{ACC8B24D-C460-4217-94A7-F133CF08F0C0}" dt="2023-08-08T09:31:01.647" v="1168" actId="403"/>
          <ac:spMkLst>
            <pc:docMk/>
            <pc:sldMk cId="3576935063" sldId="6238"/>
            <ac:spMk id="176" creationId="{29FE7E3D-7626-47D1-8071-AF929110629C}"/>
          </ac:spMkLst>
        </pc:spChg>
        <pc:spChg chg="mod">
          <ac:chgData name="Sengupta, Amrita" userId="dffd0a83-e290-4d5f-944c-be72de0ecce2" providerId="ADAL" clId="{ACC8B24D-C460-4217-94A7-F133CF08F0C0}" dt="2023-08-08T09:30:49.555" v="1166" actId="1076"/>
          <ac:spMkLst>
            <pc:docMk/>
            <pc:sldMk cId="3576935063" sldId="6238"/>
            <ac:spMk id="242" creationId="{E8AD5B86-9680-4920-9104-3CC3008820AA}"/>
          </ac:spMkLst>
        </pc:spChg>
        <pc:grpChg chg="mod">
          <ac:chgData name="Sengupta, Amrita" userId="dffd0a83-e290-4d5f-944c-be72de0ecce2" providerId="ADAL" clId="{ACC8B24D-C460-4217-94A7-F133CF08F0C0}" dt="2023-08-08T09:30:54.002" v="1167" actId="14100"/>
          <ac:grpSpMkLst>
            <pc:docMk/>
            <pc:sldMk cId="3576935063" sldId="6238"/>
            <ac:grpSpMk id="161" creationId="{3B5BE337-AF73-4CC3-98D8-FC667FB6604F}"/>
          </ac:grpSpMkLst>
        </pc:grpChg>
      </pc:sldChg>
      <pc:sldChg chg="modSp mod">
        <pc:chgData name="Sengupta, Amrita" userId="dffd0a83-e290-4d5f-944c-be72de0ecce2" providerId="ADAL" clId="{ACC8B24D-C460-4217-94A7-F133CF08F0C0}" dt="2023-08-08T12:31:38.381" v="1856" actId="20577"/>
        <pc:sldMkLst>
          <pc:docMk/>
          <pc:sldMk cId="2952623305" sldId="6239"/>
        </pc:sldMkLst>
        <pc:spChg chg="mod">
          <ac:chgData name="Sengupta, Amrita" userId="dffd0a83-e290-4d5f-944c-be72de0ecce2" providerId="ADAL" clId="{ACC8B24D-C460-4217-94A7-F133CF08F0C0}" dt="2023-08-08T12:31:38.381" v="1856" actId="20577"/>
          <ac:spMkLst>
            <pc:docMk/>
            <pc:sldMk cId="2952623305" sldId="6239"/>
            <ac:spMk id="96" creationId="{595DC675-922B-4430-92F5-F16D30AA31E4}"/>
          </ac:spMkLst>
        </pc:spChg>
      </pc:sldChg>
      <pc:sldChg chg="add del">
        <pc:chgData name="Sengupta, Amrita" userId="dffd0a83-e290-4d5f-944c-be72de0ecce2" providerId="ADAL" clId="{ACC8B24D-C460-4217-94A7-F133CF08F0C0}" dt="2023-08-08T05:26:56.085" v="127" actId="47"/>
        <pc:sldMkLst>
          <pc:docMk/>
          <pc:sldMk cId="1121876199" sldId="6242"/>
        </pc:sldMkLst>
      </pc:sldChg>
      <pc:sldChg chg="modSp add del mod">
        <pc:chgData name="Sengupta, Amrita" userId="dffd0a83-e290-4d5f-944c-be72de0ecce2" providerId="ADAL" clId="{ACC8B24D-C460-4217-94A7-F133CF08F0C0}" dt="2023-08-08T12:34:37.118" v="1867" actId="20577"/>
        <pc:sldMkLst>
          <pc:docMk/>
          <pc:sldMk cId="940398634" sldId="2147374239"/>
        </pc:sldMkLst>
        <pc:spChg chg="mod">
          <ac:chgData name="Sengupta, Amrita" userId="dffd0a83-e290-4d5f-944c-be72de0ecce2" providerId="ADAL" clId="{ACC8B24D-C460-4217-94A7-F133CF08F0C0}" dt="2023-08-08T09:29:57.868" v="1163" actId="13926"/>
          <ac:spMkLst>
            <pc:docMk/>
            <pc:sldMk cId="940398634" sldId="2147374239"/>
            <ac:spMk id="23" creationId="{9965E049-C563-4387-9529-EBC758B26681}"/>
          </ac:spMkLst>
        </pc:spChg>
        <pc:spChg chg="mod">
          <ac:chgData name="Sengupta, Amrita" userId="dffd0a83-e290-4d5f-944c-be72de0ecce2" providerId="ADAL" clId="{ACC8B24D-C460-4217-94A7-F133CF08F0C0}" dt="2023-08-08T12:34:37.118" v="1867" actId="20577"/>
          <ac:spMkLst>
            <pc:docMk/>
            <pc:sldMk cId="940398634" sldId="2147374239"/>
            <ac:spMk id="24" creationId="{82DEC17D-3607-4D5F-8EBD-3DBE78D792EA}"/>
          </ac:spMkLst>
        </pc:spChg>
        <pc:picChg chg="mod">
          <ac:chgData name="Sengupta, Amrita" userId="dffd0a83-e290-4d5f-944c-be72de0ecce2" providerId="ADAL" clId="{ACC8B24D-C460-4217-94A7-F133CF08F0C0}" dt="2023-08-08T08:58:15.158" v="1134" actId="1076"/>
          <ac:picMkLst>
            <pc:docMk/>
            <pc:sldMk cId="940398634" sldId="2147374239"/>
            <ac:picMk id="7" creationId="{892CABC3-A72F-4FAA-8E84-E930777961FD}"/>
          </ac:picMkLst>
        </pc:picChg>
      </pc:sldChg>
      <pc:sldChg chg="modSp add del mod">
        <pc:chgData name="Sengupta, Amrita" userId="dffd0a83-e290-4d5f-944c-be72de0ecce2" providerId="ADAL" clId="{ACC8B24D-C460-4217-94A7-F133CF08F0C0}" dt="2023-08-08T12:35:29.323" v="1868"/>
        <pc:sldMkLst>
          <pc:docMk/>
          <pc:sldMk cId="791165860" sldId="2147374240"/>
        </pc:sldMkLst>
        <pc:spChg chg="mod">
          <ac:chgData name="Sengupta, Amrita" userId="dffd0a83-e290-4d5f-944c-be72de0ecce2" providerId="ADAL" clId="{ACC8B24D-C460-4217-94A7-F133CF08F0C0}" dt="2023-08-08T09:30:05.263" v="1164" actId="13926"/>
          <ac:spMkLst>
            <pc:docMk/>
            <pc:sldMk cId="791165860" sldId="2147374240"/>
            <ac:spMk id="7" creationId="{C5FC92DE-1EF5-4C86-BD05-69562A154BE1}"/>
          </ac:spMkLst>
        </pc:spChg>
        <pc:spChg chg="mod">
          <ac:chgData name="Sengupta, Amrita" userId="dffd0a83-e290-4d5f-944c-be72de0ecce2" providerId="ADAL" clId="{ACC8B24D-C460-4217-94A7-F133CF08F0C0}" dt="2023-08-08T12:35:29.323" v="1868"/>
          <ac:spMkLst>
            <pc:docMk/>
            <pc:sldMk cId="791165860" sldId="2147374240"/>
            <ac:spMk id="8" creationId="{C9F3FE1B-6A8A-4453-8150-E16E03E9FD0B}"/>
          </ac:spMkLst>
        </pc:spChg>
      </pc:sldChg>
      <pc:sldChg chg="modSp add del mod">
        <pc:chgData name="Sengupta, Amrita" userId="dffd0a83-e290-4d5f-944c-be72de0ecce2" providerId="ADAL" clId="{ACC8B24D-C460-4217-94A7-F133CF08F0C0}" dt="2023-08-08T12:36:06.586" v="1873" actId="313"/>
        <pc:sldMkLst>
          <pc:docMk/>
          <pc:sldMk cId="3122577525" sldId="2147374241"/>
        </pc:sldMkLst>
        <pc:spChg chg="mod">
          <ac:chgData name="Sengupta, Amrita" userId="dffd0a83-e290-4d5f-944c-be72de0ecce2" providerId="ADAL" clId="{ACC8B24D-C460-4217-94A7-F133CF08F0C0}" dt="2023-08-08T09:30:17.562" v="1165" actId="13926"/>
          <ac:spMkLst>
            <pc:docMk/>
            <pc:sldMk cId="3122577525" sldId="2147374241"/>
            <ac:spMk id="7" creationId="{C5FC92DE-1EF5-4C86-BD05-69562A154BE1}"/>
          </ac:spMkLst>
        </pc:spChg>
        <pc:spChg chg="mod">
          <ac:chgData name="Sengupta, Amrita" userId="dffd0a83-e290-4d5f-944c-be72de0ecce2" providerId="ADAL" clId="{ACC8B24D-C460-4217-94A7-F133CF08F0C0}" dt="2023-08-08T12:36:06.586" v="1873" actId="313"/>
          <ac:spMkLst>
            <pc:docMk/>
            <pc:sldMk cId="3122577525" sldId="2147374241"/>
            <ac:spMk id="8" creationId="{C9F3FE1B-6A8A-4453-8150-E16E03E9FD0B}"/>
          </ac:spMkLst>
        </pc:spChg>
      </pc:sldChg>
      <pc:sldChg chg="modSp add mod">
        <pc:chgData name="Sengupta, Amrita" userId="dffd0a83-e290-4d5f-944c-be72de0ecce2" providerId="ADAL" clId="{ACC8B24D-C460-4217-94A7-F133CF08F0C0}" dt="2023-08-08T09:33:28.624" v="1231" actId="20577"/>
        <pc:sldMkLst>
          <pc:docMk/>
          <pc:sldMk cId="3625631729" sldId="2147374242"/>
        </pc:sldMkLst>
        <pc:spChg chg="mod">
          <ac:chgData name="Sengupta, Amrita" userId="dffd0a83-e290-4d5f-944c-be72de0ecce2" providerId="ADAL" clId="{ACC8B24D-C460-4217-94A7-F133CF08F0C0}" dt="2023-08-08T09:33:28.624" v="1231" actId="20577"/>
          <ac:spMkLst>
            <pc:docMk/>
            <pc:sldMk cId="3625631729" sldId="2147374242"/>
            <ac:spMk id="2" creationId="{9EDB63B2-238D-4B76-AAF8-404000511533}"/>
          </ac:spMkLst>
        </pc:spChg>
      </pc:sldChg>
      <pc:sldChg chg="new del">
        <pc:chgData name="Sengupta, Amrita" userId="dffd0a83-e290-4d5f-944c-be72de0ecce2" providerId="ADAL" clId="{ACC8B24D-C460-4217-94A7-F133CF08F0C0}" dt="2023-08-08T09:47:53.587" v="1236" actId="47"/>
        <pc:sldMkLst>
          <pc:docMk/>
          <pc:sldMk cId="1761180913" sldId="2147374243"/>
        </pc:sldMkLst>
      </pc:sldChg>
      <pc:sldChg chg="addSp delSp modSp add mod ord">
        <pc:chgData name="Sengupta, Amrita" userId="dffd0a83-e290-4d5f-944c-be72de0ecce2" providerId="ADAL" clId="{ACC8B24D-C460-4217-94A7-F133CF08F0C0}" dt="2023-08-08T12:51:33.889" v="1955" actId="1440"/>
        <pc:sldMkLst>
          <pc:docMk/>
          <pc:sldMk cId="3225141042" sldId="2147374243"/>
        </pc:sldMkLst>
        <pc:spChg chg="add del mod">
          <ac:chgData name="Sengupta, Amrita" userId="dffd0a83-e290-4d5f-944c-be72de0ecce2" providerId="ADAL" clId="{ACC8B24D-C460-4217-94A7-F133CF08F0C0}" dt="2023-08-08T12:46:04.559" v="1891" actId="21"/>
          <ac:spMkLst>
            <pc:docMk/>
            <pc:sldMk cId="3225141042" sldId="2147374243"/>
            <ac:spMk id="4" creationId="{DC7DDA4A-06D0-A4EF-6937-DB84F1731FC3}"/>
          </ac:spMkLst>
        </pc:spChg>
        <pc:spChg chg="del topLvl">
          <ac:chgData name="Sengupta, Amrita" userId="dffd0a83-e290-4d5f-944c-be72de0ecce2" providerId="ADAL" clId="{ACC8B24D-C460-4217-94A7-F133CF08F0C0}" dt="2023-08-08T10:10:12.727" v="1586" actId="478"/>
          <ac:spMkLst>
            <pc:docMk/>
            <pc:sldMk cId="3225141042" sldId="2147374243"/>
            <ac:spMk id="7" creationId="{C5FC92DE-1EF5-4C86-BD05-69562A154BE1}"/>
          </ac:spMkLst>
        </pc:spChg>
        <pc:spChg chg="mod topLvl">
          <ac:chgData name="Sengupta, Amrita" userId="dffd0a83-e290-4d5f-944c-be72de0ecce2" providerId="ADAL" clId="{ACC8B24D-C460-4217-94A7-F133CF08F0C0}" dt="2023-08-08T12:36:15.585" v="1874" actId="313"/>
          <ac:spMkLst>
            <pc:docMk/>
            <pc:sldMk cId="3225141042" sldId="2147374243"/>
            <ac:spMk id="8" creationId="{C9F3FE1B-6A8A-4453-8150-E16E03E9FD0B}"/>
          </ac:spMkLst>
        </pc:spChg>
        <pc:spChg chg="add del mod">
          <ac:chgData name="Sengupta, Amrita" userId="dffd0a83-e290-4d5f-944c-be72de0ecce2" providerId="ADAL" clId="{ACC8B24D-C460-4217-94A7-F133CF08F0C0}" dt="2023-08-08T12:45:44.083" v="1888" actId="478"/>
          <ac:spMkLst>
            <pc:docMk/>
            <pc:sldMk cId="3225141042" sldId="2147374243"/>
            <ac:spMk id="9" creationId="{A4BF0128-9148-BC5B-D0E2-9F6238B6FDA5}"/>
          </ac:spMkLst>
        </pc:spChg>
        <pc:spChg chg="add mod">
          <ac:chgData name="Sengupta, Amrita" userId="dffd0a83-e290-4d5f-944c-be72de0ecce2" providerId="ADAL" clId="{ACC8B24D-C460-4217-94A7-F133CF08F0C0}" dt="2023-08-08T12:47:28.869" v="1945" actId="20577"/>
          <ac:spMkLst>
            <pc:docMk/>
            <pc:sldMk cId="3225141042" sldId="2147374243"/>
            <ac:spMk id="14" creationId="{3329215D-F806-9A70-28E3-2C44B3D66135}"/>
          </ac:spMkLst>
        </pc:spChg>
        <pc:grpChg chg="del">
          <ac:chgData name="Sengupta, Amrita" userId="dffd0a83-e290-4d5f-944c-be72de0ecce2" providerId="ADAL" clId="{ACC8B24D-C460-4217-94A7-F133CF08F0C0}" dt="2023-08-08T10:10:12.727" v="1586" actId="478"/>
          <ac:grpSpMkLst>
            <pc:docMk/>
            <pc:sldMk cId="3225141042" sldId="2147374243"/>
            <ac:grpSpMk id="6" creationId="{35C4B1DA-3B42-4F70-9DFF-971292ADAD87}"/>
          </ac:grpSpMkLst>
        </pc:grpChg>
        <pc:picChg chg="add del mod">
          <ac:chgData name="Sengupta, Amrita" userId="dffd0a83-e290-4d5f-944c-be72de0ecce2" providerId="ADAL" clId="{ACC8B24D-C460-4217-94A7-F133CF08F0C0}" dt="2023-08-08T12:45:04.659" v="1878" actId="478"/>
          <ac:picMkLst>
            <pc:docMk/>
            <pc:sldMk cId="3225141042" sldId="2147374243"/>
            <ac:picMk id="3" creationId="{B46173B1-1523-73F3-D87D-3B859174B46C}"/>
          </ac:picMkLst>
        </pc:picChg>
        <pc:picChg chg="del">
          <ac:chgData name="Sengupta, Amrita" userId="dffd0a83-e290-4d5f-944c-be72de0ecce2" providerId="ADAL" clId="{ACC8B24D-C460-4217-94A7-F133CF08F0C0}" dt="2023-08-08T09:48:05.890" v="1238" actId="478"/>
          <ac:picMkLst>
            <pc:docMk/>
            <pc:sldMk cId="3225141042" sldId="2147374243"/>
            <ac:picMk id="5" creationId="{FB9A1B15-323C-4E27-AEC9-A3FFCB943B23}"/>
          </ac:picMkLst>
        </pc:picChg>
        <pc:picChg chg="add del mod">
          <ac:chgData name="Sengupta, Amrita" userId="dffd0a83-e290-4d5f-944c-be72de0ecce2" providerId="ADAL" clId="{ACC8B24D-C460-4217-94A7-F133CF08F0C0}" dt="2023-08-08T11:23:15.093" v="1803" actId="478"/>
          <ac:picMkLst>
            <pc:docMk/>
            <pc:sldMk cId="3225141042" sldId="2147374243"/>
            <ac:picMk id="10" creationId="{8208AB59-87D9-E32B-5F5D-3F6C2D48A399}"/>
          </ac:picMkLst>
        </pc:picChg>
        <pc:picChg chg="add del mod">
          <ac:chgData name="Sengupta, Amrita" userId="dffd0a83-e290-4d5f-944c-be72de0ecce2" providerId="ADAL" clId="{ACC8B24D-C460-4217-94A7-F133CF08F0C0}" dt="2023-08-08T12:45:32.625" v="1885" actId="478"/>
          <ac:picMkLst>
            <pc:docMk/>
            <pc:sldMk cId="3225141042" sldId="2147374243"/>
            <ac:picMk id="11" creationId="{52424E23-2D33-46F4-F3EB-A72F12003913}"/>
          </ac:picMkLst>
        </pc:picChg>
        <pc:picChg chg="add mod">
          <ac:chgData name="Sengupta, Amrita" userId="dffd0a83-e290-4d5f-944c-be72de0ecce2" providerId="ADAL" clId="{ACC8B24D-C460-4217-94A7-F133CF08F0C0}" dt="2023-08-08T12:51:33.889" v="1955" actId="1440"/>
          <ac:picMkLst>
            <pc:docMk/>
            <pc:sldMk cId="3225141042" sldId="2147374243"/>
            <ac:picMk id="13" creationId="{F0E601EC-29DB-3FAE-8F49-1BE82AD1846D}"/>
          </ac:picMkLst>
        </pc:picChg>
        <pc:picChg chg="add mod">
          <ac:chgData name="Sengupta, Amrita" userId="dffd0a83-e290-4d5f-944c-be72de0ecce2" providerId="ADAL" clId="{ACC8B24D-C460-4217-94A7-F133CF08F0C0}" dt="2023-08-08T12:48:13.432" v="1947" actId="1076"/>
          <ac:picMkLst>
            <pc:docMk/>
            <pc:sldMk cId="3225141042" sldId="2147374243"/>
            <ac:picMk id="16" creationId="{6F81BAA2-A01E-5C7F-7F94-028B19437FF7}"/>
          </ac:picMkLst>
        </pc:picChg>
      </pc:sldChg>
      <pc:sldChg chg="new del">
        <pc:chgData name="Sengupta, Amrita" userId="dffd0a83-e290-4d5f-944c-be72de0ecce2" providerId="ADAL" clId="{ACC8B24D-C460-4217-94A7-F133CF08F0C0}" dt="2023-08-08T09:50:10.156" v="1246" actId="47"/>
        <pc:sldMkLst>
          <pc:docMk/>
          <pc:sldMk cId="1560590392" sldId="2147374244"/>
        </pc:sldMkLst>
      </pc:sldChg>
      <pc:sldChg chg="addSp delSp modSp add mod ord">
        <pc:chgData name="Sengupta, Amrita" userId="dffd0a83-e290-4d5f-944c-be72de0ecce2" providerId="ADAL" clId="{ACC8B24D-C460-4217-94A7-F133CF08F0C0}" dt="2023-08-08T12:54:37.172" v="1984" actId="20577"/>
        <pc:sldMkLst>
          <pc:docMk/>
          <pc:sldMk cId="2626695583" sldId="2147374244"/>
        </pc:sldMkLst>
        <pc:spChg chg="del mod topLvl">
          <ac:chgData name="Sengupta, Amrita" userId="dffd0a83-e290-4d5f-944c-be72de0ecce2" providerId="ADAL" clId="{ACC8B24D-C460-4217-94A7-F133CF08F0C0}" dt="2023-08-08T10:10:03.265" v="1585" actId="478"/>
          <ac:spMkLst>
            <pc:docMk/>
            <pc:sldMk cId="2626695583" sldId="2147374244"/>
            <ac:spMk id="7" creationId="{C5FC92DE-1EF5-4C86-BD05-69562A154BE1}"/>
          </ac:spMkLst>
        </pc:spChg>
        <pc:spChg chg="mod topLvl">
          <ac:chgData name="Sengupta, Amrita" userId="dffd0a83-e290-4d5f-944c-be72de0ecce2" providerId="ADAL" clId="{ACC8B24D-C460-4217-94A7-F133CF08F0C0}" dt="2023-08-08T12:36:21.418" v="1875" actId="313"/>
          <ac:spMkLst>
            <pc:docMk/>
            <pc:sldMk cId="2626695583" sldId="2147374244"/>
            <ac:spMk id="8" creationId="{C9F3FE1B-6A8A-4453-8150-E16E03E9FD0B}"/>
          </ac:spMkLst>
        </pc:spChg>
        <pc:spChg chg="add del mod">
          <ac:chgData name="Sengupta, Amrita" userId="dffd0a83-e290-4d5f-944c-be72de0ecce2" providerId="ADAL" clId="{ACC8B24D-C460-4217-94A7-F133CF08F0C0}" dt="2023-08-08T12:51:46.746" v="1957" actId="478"/>
          <ac:spMkLst>
            <pc:docMk/>
            <pc:sldMk cId="2626695583" sldId="2147374244"/>
            <ac:spMk id="10" creationId="{33E8E37E-9E42-117A-DC13-3FD4AE14190B}"/>
          </ac:spMkLst>
        </pc:spChg>
        <pc:spChg chg="add mod">
          <ac:chgData name="Sengupta, Amrita" userId="dffd0a83-e290-4d5f-944c-be72de0ecce2" providerId="ADAL" clId="{ACC8B24D-C460-4217-94A7-F133CF08F0C0}" dt="2023-08-08T12:54:37.172" v="1984" actId="20577"/>
          <ac:spMkLst>
            <pc:docMk/>
            <pc:sldMk cId="2626695583" sldId="2147374244"/>
            <ac:spMk id="23" creationId="{C9713507-8081-9154-D858-CE44786D9DA0}"/>
          </ac:spMkLst>
        </pc:spChg>
        <pc:grpChg chg="del">
          <ac:chgData name="Sengupta, Amrita" userId="dffd0a83-e290-4d5f-944c-be72de0ecce2" providerId="ADAL" clId="{ACC8B24D-C460-4217-94A7-F133CF08F0C0}" dt="2023-08-08T10:10:03.265" v="1585" actId="478"/>
          <ac:grpSpMkLst>
            <pc:docMk/>
            <pc:sldMk cId="2626695583" sldId="2147374244"/>
            <ac:grpSpMk id="6" creationId="{35C4B1DA-3B42-4F70-9DFF-971292ADAD87}"/>
          </ac:grpSpMkLst>
        </pc:grpChg>
        <pc:picChg chg="del mod">
          <ac:chgData name="Sengupta, Amrita" userId="dffd0a83-e290-4d5f-944c-be72de0ecce2" providerId="ADAL" clId="{ACC8B24D-C460-4217-94A7-F133CF08F0C0}" dt="2023-08-08T12:50:49.342" v="1949" actId="478"/>
          <ac:picMkLst>
            <pc:docMk/>
            <pc:sldMk cId="2626695583" sldId="2147374244"/>
            <ac:picMk id="3" creationId="{768C4FC7-CC75-893C-F182-D1C078A57DE7}"/>
          </ac:picMkLst>
        </pc:picChg>
        <pc:picChg chg="del">
          <ac:chgData name="Sengupta, Amrita" userId="dffd0a83-e290-4d5f-944c-be72de0ecce2" providerId="ADAL" clId="{ACC8B24D-C460-4217-94A7-F133CF08F0C0}" dt="2023-08-08T09:52:49.822" v="1248" actId="478"/>
          <ac:picMkLst>
            <pc:docMk/>
            <pc:sldMk cId="2626695583" sldId="2147374244"/>
            <ac:picMk id="5" creationId="{FB9A1B15-323C-4E27-AEC9-A3FFCB943B23}"/>
          </ac:picMkLst>
        </pc:picChg>
        <pc:picChg chg="add del mod">
          <ac:chgData name="Sengupta, Amrita" userId="dffd0a83-e290-4d5f-944c-be72de0ecce2" providerId="ADAL" clId="{ACC8B24D-C460-4217-94A7-F133CF08F0C0}" dt="2023-08-08T12:51:59.521" v="1958" actId="478"/>
          <ac:picMkLst>
            <pc:docMk/>
            <pc:sldMk cId="2626695583" sldId="2147374244"/>
            <ac:picMk id="9" creationId="{15E14E12-E096-4095-CDC9-04EC40E1DB80}"/>
          </ac:picMkLst>
        </pc:picChg>
        <pc:picChg chg="add del mod">
          <ac:chgData name="Sengupta, Amrita" userId="dffd0a83-e290-4d5f-944c-be72de0ecce2" providerId="ADAL" clId="{ACC8B24D-C460-4217-94A7-F133CF08F0C0}" dt="2023-08-08T11:17:37.526" v="1792" actId="478"/>
          <ac:picMkLst>
            <pc:docMk/>
            <pc:sldMk cId="2626695583" sldId="2147374244"/>
            <ac:picMk id="12" creationId="{9F4D2D2B-1A7E-B396-0DF6-9D5828752CF5}"/>
          </ac:picMkLst>
        </pc:picChg>
        <pc:picChg chg="add del mod">
          <ac:chgData name="Sengupta, Amrita" userId="dffd0a83-e290-4d5f-944c-be72de0ecce2" providerId="ADAL" clId="{ACC8B24D-C460-4217-94A7-F133CF08F0C0}" dt="2023-08-08T11:18:25.205" v="1794" actId="21"/>
          <ac:picMkLst>
            <pc:docMk/>
            <pc:sldMk cId="2626695583" sldId="2147374244"/>
            <ac:picMk id="14" creationId="{DDFDAD5D-E5D4-C41C-5E68-A8F6B959C9C3}"/>
          </ac:picMkLst>
        </pc:picChg>
        <pc:picChg chg="add del mod">
          <ac:chgData name="Sengupta, Amrita" userId="dffd0a83-e290-4d5f-944c-be72de0ecce2" providerId="ADAL" clId="{ACC8B24D-C460-4217-94A7-F133CF08F0C0}" dt="2023-08-08T11:21:15.832" v="1799" actId="478"/>
          <ac:picMkLst>
            <pc:docMk/>
            <pc:sldMk cId="2626695583" sldId="2147374244"/>
            <ac:picMk id="16" creationId="{7FFA62C0-6558-EB52-B208-844565807059}"/>
          </ac:picMkLst>
        </pc:picChg>
        <pc:picChg chg="add mod">
          <ac:chgData name="Sengupta, Amrita" userId="dffd0a83-e290-4d5f-944c-be72de0ecce2" providerId="ADAL" clId="{ACC8B24D-C460-4217-94A7-F133CF08F0C0}" dt="2023-08-08T11:23:43.702" v="1806" actId="1076"/>
          <ac:picMkLst>
            <pc:docMk/>
            <pc:sldMk cId="2626695583" sldId="2147374244"/>
            <ac:picMk id="18" creationId="{890BD000-1BFF-7A30-8278-3BC325D2F44D}"/>
          </ac:picMkLst>
        </pc:picChg>
        <pc:picChg chg="add mod">
          <ac:chgData name="Sengupta, Amrita" userId="dffd0a83-e290-4d5f-944c-be72de0ecce2" providerId="ADAL" clId="{ACC8B24D-C460-4217-94A7-F133CF08F0C0}" dt="2023-08-08T12:54:02.567" v="1964" actId="1440"/>
          <ac:picMkLst>
            <pc:docMk/>
            <pc:sldMk cId="2626695583" sldId="2147374244"/>
            <ac:picMk id="20" creationId="{87B5BBBA-7FE1-E5ED-2923-EB416486497A}"/>
          </ac:picMkLst>
        </pc:picChg>
        <pc:picChg chg="add mod">
          <ac:chgData name="Sengupta, Amrita" userId="dffd0a83-e290-4d5f-944c-be72de0ecce2" providerId="ADAL" clId="{ACC8B24D-C460-4217-94A7-F133CF08F0C0}" dt="2023-08-08T12:54:06.643" v="1965" actId="1440"/>
          <ac:picMkLst>
            <pc:docMk/>
            <pc:sldMk cId="2626695583" sldId="2147374244"/>
            <ac:picMk id="22" creationId="{B16628C0-FBA5-641D-CBC3-A4AEB41CDF44}"/>
          </ac:picMkLst>
        </pc:picChg>
      </pc:sldChg>
      <pc:sldChg chg="add del">
        <pc:chgData name="Sengupta, Amrita" userId="dffd0a83-e290-4d5f-944c-be72de0ecce2" providerId="ADAL" clId="{ACC8B24D-C460-4217-94A7-F133CF08F0C0}" dt="2023-08-08T09:48:22.961" v="1240" actId="47"/>
        <pc:sldMkLst>
          <pc:docMk/>
          <pc:sldMk cId="3859357211" sldId="2147374244"/>
        </pc:sldMkLst>
      </pc:sldChg>
      <pc:sldChg chg="addSp delSp new del mod">
        <pc:chgData name="Sengupta, Amrita" userId="dffd0a83-e290-4d5f-944c-be72de0ecce2" providerId="ADAL" clId="{ACC8B24D-C460-4217-94A7-F133CF08F0C0}" dt="2023-08-08T10:12:40.477" v="1625" actId="47"/>
        <pc:sldMkLst>
          <pc:docMk/>
          <pc:sldMk cId="3236259177" sldId="2147374245"/>
        </pc:sldMkLst>
        <pc:picChg chg="add del">
          <ac:chgData name="Sengupta, Amrita" userId="dffd0a83-e290-4d5f-944c-be72de0ecce2" providerId="ADAL" clId="{ACC8B24D-C460-4217-94A7-F133CF08F0C0}" dt="2023-08-08T09:58:40.134" v="1275" actId="21"/>
          <ac:picMkLst>
            <pc:docMk/>
            <pc:sldMk cId="3236259177" sldId="2147374245"/>
            <ac:picMk id="7" creationId="{4A3FAE47-9E80-9432-8878-3C189F2E3071}"/>
          </ac:picMkLst>
        </pc:picChg>
      </pc:sldChg>
      <pc:sldChg chg="addSp delSp modSp add mod">
        <pc:chgData name="Sengupta, Amrita" userId="dffd0a83-e290-4d5f-944c-be72de0ecce2" providerId="ADAL" clId="{ACC8B24D-C460-4217-94A7-F133CF08F0C0}" dt="2023-08-08T13:13:20.381" v="1999" actId="478"/>
        <pc:sldMkLst>
          <pc:docMk/>
          <pc:sldMk cId="3106095672" sldId="2147374246"/>
        </pc:sldMkLst>
        <pc:spChg chg="del topLvl">
          <ac:chgData name="Sengupta, Amrita" userId="dffd0a83-e290-4d5f-944c-be72de0ecce2" providerId="ADAL" clId="{ACC8B24D-C460-4217-94A7-F133CF08F0C0}" dt="2023-08-08T10:10:24.544" v="1587" actId="478"/>
          <ac:spMkLst>
            <pc:docMk/>
            <pc:sldMk cId="3106095672" sldId="2147374246"/>
            <ac:spMk id="7" creationId="{C5FC92DE-1EF5-4C86-BD05-69562A154BE1}"/>
          </ac:spMkLst>
        </pc:spChg>
        <pc:spChg chg="mod topLvl">
          <ac:chgData name="Sengupta, Amrita" userId="dffd0a83-e290-4d5f-944c-be72de0ecce2" providerId="ADAL" clId="{ACC8B24D-C460-4217-94A7-F133CF08F0C0}" dt="2023-08-08T12:36:27.134" v="1876" actId="313"/>
          <ac:spMkLst>
            <pc:docMk/>
            <pc:sldMk cId="3106095672" sldId="2147374246"/>
            <ac:spMk id="8" creationId="{C9F3FE1B-6A8A-4453-8150-E16E03E9FD0B}"/>
          </ac:spMkLst>
        </pc:spChg>
        <pc:spChg chg="add del mod">
          <ac:chgData name="Sengupta, Amrita" userId="dffd0a83-e290-4d5f-944c-be72de0ecce2" providerId="ADAL" clId="{ACC8B24D-C460-4217-94A7-F133CF08F0C0}" dt="2023-08-08T13:12:34.322" v="1994" actId="478"/>
          <ac:spMkLst>
            <pc:docMk/>
            <pc:sldMk cId="3106095672" sldId="2147374246"/>
            <ac:spMk id="10" creationId="{577D4DDF-B9F5-91D8-8FC8-862249CD3E2A}"/>
          </ac:spMkLst>
        </pc:spChg>
        <pc:spChg chg="add del mod">
          <ac:chgData name="Sengupta, Amrita" userId="dffd0a83-e290-4d5f-944c-be72de0ecce2" providerId="ADAL" clId="{ACC8B24D-C460-4217-94A7-F133CF08F0C0}" dt="2023-08-08T13:13:20.381" v="1999" actId="478"/>
          <ac:spMkLst>
            <pc:docMk/>
            <pc:sldMk cId="3106095672" sldId="2147374246"/>
            <ac:spMk id="11" creationId="{BE616728-7871-D08E-C62B-D92087772A02}"/>
          </ac:spMkLst>
        </pc:spChg>
        <pc:grpChg chg="del">
          <ac:chgData name="Sengupta, Amrita" userId="dffd0a83-e290-4d5f-944c-be72de0ecce2" providerId="ADAL" clId="{ACC8B24D-C460-4217-94A7-F133CF08F0C0}" dt="2023-08-08T10:10:24.544" v="1587" actId="478"/>
          <ac:grpSpMkLst>
            <pc:docMk/>
            <pc:sldMk cId="3106095672" sldId="2147374246"/>
            <ac:grpSpMk id="6" creationId="{35C4B1DA-3B42-4F70-9DFF-971292ADAD87}"/>
          </ac:grpSpMkLst>
        </pc:grpChg>
        <pc:picChg chg="add mod">
          <ac:chgData name="Sengupta, Amrita" userId="dffd0a83-e290-4d5f-944c-be72de0ecce2" providerId="ADAL" clId="{ACC8B24D-C460-4217-94A7-F133CF08F0C0}" dt="2023-08-08T13:08:50.617" v="1987" actId="14100"/>
          <ac:picMkLst>
            <pc:docMk/>
            <pc:sldMk cId="3106095672" sldId="2147374246"/>
            <ac:picMk id="2" creationId="{9AB7E187-971B-8CA4-4850-E26D3BD92265}"/>
          </ac:picMkLst>
        </pc:picChg>
        <pc:picChg chg="add del mod modCrop">
          <ac:chgData name="Sengupta, Amrita" userId="dffd0a83-e290-4d5f-944c-be72de0ecce2" providerId="ADAL" clId="{ACC8B24D-C460-4217-94A7-F133CF08F0C0}" dt="2023-08-08T13:10:37.044" v="1988" actId="478"/>
          <ac:picMkLst>
            <pc:docMk/>
            <pc:sldMk cId="3106095672" sldId="2147374246"/>
            <ac:picMk id="4" creationId="{130973FD-186F-72CD-1147-B65E78A92DD0}"/>
          </ac:picMkLst>
        </pc:picChg>
        <pc:picChg chg="del">
          <ac:chgData name="Sengupta, Amrita" userId="dffd0a83-e290-4d5f-944c-be72de0ecce2" providerId="ADAL" clId="{ACC8B24D-C460-4217-94A7-F133CF08F0C0}" dt="2023-08-08T09:58:44.975" v="1276" actId="478"/>
          <ac:picMkLst>
            <pc:docMk/>
            <pc:sldMk cId="3106095672" sldId="2147374246"/>
            <ac:picMk id="5" creationId="{FB9A1B15-323C-4E27-AEC9-A3FFCB943B23}"/>
          </ac:picMkLst>
        </pc:picChg>
      </pc:sldChg>
      <pc:sldChg chg="addSp delSp modSp add del mod">
        <pc:chgData name="Sengupta, Amrita" userId="dffd0a83-e290-4d5f-944c-be72de0ecce2" providerId="ADAL" clId="{ACC8B24D-C460-4217-94A7-F133CF08F0C0}" dt="2023-08-08T10:12:35.920" v="1624" actId="47"/>
        <pc:sldMkLst>
          <pc:docMk/>
          <pc:sldMk cId="3829687423" sldId="2147374247"/>
        </pc:sldMkLst>
        <pc:spChg chg="add del mod">
          <ac:chgData name="Sengupta, Amrita" userId="dffd0a83-e290-4d5f-944c-be72de0ecce2" providerId="ADAL" clId="{ACC8B24D-C460-4217-94A7-F133CF08F0C0}" dt="2023-08-08T10:02:55.634" v="1301" actId="478"/>
          <ac:spMkLst>
            <pc:docMk/>
            <pc:sldMk cId="3829687423" sldId="2147374247"/>
            <ac:spMk id="2" creationId="{2AC192B4-8B65-6D93-AE4F-68181D334904}"/>
          </ac:spMkLst>
        </pc:spChg>
        <pc:spChg chg="add del mod">
          <ac:chgData name="Sengupta, Amrita" userId="dffd0a83-e290-4d5f-944c-be72de0ecce2" providerId="ADAL" clId="{ACC8B24D-C460-4217-94A7-F133CF08F0C0}" dt="2023-08-08T10:10:52.126" v="1594" actId="21"/>
          <ac:spMkLst>
            <pc:docMk/>
            <pc:sldMk cId="3829687423" sldId="2147374247"/>
            <ac:spMk id="5" creationId="{29450C0E-C68F-EB47-5C95-1910165D6809}"/>
          </ac:spMkLst>
        </pc:spChg>
        <pc:picChg chg="del">
          <ac:chgData name="Sengupta, Amrita" userId="dffd0a83-e290-4d5f-944c-be72de0ecce2" providerId="ADAL" clId="{ACC8B24D-C460-4217-94A7-F133CF08F0C0}" dt="2023-08-08T10:02:17.415" v="1297" actId="478"/>
          <ac:picMkLst>
            <pc:docMk/>
            <pc:sldMk cId="3829687423" sldId="2147374247"/>
            <ac:picMk id="3" creationId="{B46173B1-1523-73F3-D87D-3B859174B46C}"/>
          </ac:picMkLst>
        </pc:picChg>
      </pc:sldChg>
      <pc:sldMasterChg chg="addSldLayout delSldLayout modSldLayout">
        <pc:chgData name="Sengupta, Amrita" userId="dffd0a83-e290-4d5f-944c-be72de0ecce2" providerId="ADAL" clId="{ACC8B24D-C460-4217-94A7-F133CF08F0C0}" dt="2023-08-08T12:17:04.439" v="1819" actId="11236"/>
        <pc:sldMasterMkLst>
          <pc:docMk/>
          <pc:sldMasterMk cId="2748758098" sldId="2147483757"/>
        </pc:sldMasterMkLst>
        <pc:sldLayoutChg chg="addSp delSp new del mod">
          <pc:chgData name="Sengupta, Amrita" userId="dffd0a83-e290-4d5f-944c-be72de0ecce2" providerId="ADAL" clId="{ACC8B24D-C460-4217-94A7-F133CF08F0C0}" dt="2023-08-08T12:17:04.439" v="1819" actId="11236"/>
          <pc:sldLayoutMkLst>
            <pc:docMk/>
            <pc:sldMasterMk cId="2748758098" sldId="2147483757"/>
            <pc:sldLayoutMk cId="710423780" sldId="2147483824"/>
          </pc:sldLayoutMkLst>
          <pc:spChg chg="add del">
            <ac:chgData name="Sengupta, Amrita" userId="dffd0a83-e290-4d5f-944c-be72de0ecce2" providerId="ADAL" clId="{ACC8B24D-C460-4217-94A7-F133CF08F0C0}" dt="2023-08-08T12:17:03.520" v="1818"/>
            <ac:spMkLst>
              <pc:docMk/>
              <pc:sldMasterMk cId="2748758098" sldId="2147483757"/>
              <pc:sldLayoutMk cId="710423780" sldId="2147483824"/>
              <ac:spMk id="2" creationId="{268E106B-6219-97D9-EAD2-6B0F1F612A5C}"/>
            </ac:spMkLst>
          </pc:spChg>
        </pc:sldLayoutChg>
      </pc:sldMasterChg>
      <pc:sldMasterChg chg="addSldLayout delSldLayout">
        <pc:chgData name="Sengupta, Amrita" userId="dffd0a83-e290-4d5f-944c-be72de0ecce2" providerId="ADAL" clId="{ACC8B24D-C460-4217-94A7-F133CF08F0C0}" dt="2023-08-08T05:28:16.832" v="146" actId="47"/>
        <pc:sldMasterMkLst>
          <pc:docMk/>
          <pc:sldMasterMk cId="3197474883" sldId="2147484169"/>
        </pc:sldMasterMkLst>
        <pc:sldLayoutChg chg="add del">
          <pc:chgData name="Sengupta, Amrita" userId="dffd0a83-e290-4d5f-944c-be72de0ecce2" providerId="ADAL" clId="{ACC8B24D-C460-4217-94A7-F133CF08F0C0}" dt="2023-08-08T05:26:56.085" v="127" actId="47"/>
          <pc:sldLayoutMkLst>
            <pc:docMk/>
            <pc:sldMasterMk cId="3197474883" sldId="2147484169"/>
            <pc:sldLayoutMk cId="1470090935" sldId="2147484164"/>
          </pc:sldLayoutMkLst>
        </pc:sldLayoutChg>
        <pc:sldLayoutChg chg="add del">
          <pc:chgData name="Sengupta, Amrita" userId="dffd0a83-e290-4d5f-944c-be72de0ecce2" providerId="ADAL" clId="{ACC8B24D-C460-4217-94A7-F133CF08F0C0}" dt="2023-08-08T05:28:16.832" v="146" actId="47"/>
          <pc:sldLayoutMkLst>
            <pc:docMk/>
            <pc:sldMasterMk cId="3197474883" sldId="2147484169"/>
            <pc:sldLayoutMk cId="4142106097" sldId="2147484217"/>
          </pc:sldLayoutMkLst>
        </pc:sldLayoutChg>
      </pc:sldMasterChg>
    </pc:docChg>
  </pc:docChgLst>
  <pc:docChgLst>
    <pc:chgData name="Banerjee, Rajeswar" userId="b4ff5a26-7e17-4c5f-975b-d63f3f91df5b" providerId="ADAL" clId="{842D18C2-2737-4395-A67E-7AC55F911857}"/>
    <pc:docChg chg="undo redo custSel modSld modMainMaster replTag">
      <pc:chgData name="Banerjee, Rajeswar" userId="b4ff5a26-7e17-4c5f-975b-d63f3f91df5b" providerId="ADAL" clId="{842D18C2-2737-4395-A67E-7AC55F911857}" dt="2023-08-08T17:21:52.860" v="95" actId="478"/>
      <pc:docMkLst>
        <pc:docMk/>
      </pc:docMkLst>
      <pc:sldChg chg="addSp delSp modSp mod">
        <pc:chgData name="Banerjee, Rajeswar" userId="b4ff5a26-7e17-4c5f-975b-d63f3f91df5b" providerId="ADAL" clId="{842D18C2-2737-4395-A67E-7AC55F911857}" dt="2023-08-08T17:21:52.860" v="95" actId="478"/>
        <pc:sldMkLst>
          <pc:docMk/>
          <pc:sldMk cId="2473939844" sldId="3969"/>
        </pc:sldMkLst>
        <pc:spChg chg="add mod">
          <ac:chgData name="Banerjee, Rajeswar" userId="b4ff5a26-7e17-4c5f-975b-d63f3f91df5b" providerId="ADAL" clId="{842D18C2-2737-4395-A67E-7AC55F911857}" dt="2023-08-08T17:20:54.077" v="25" actId="207"/>
          <ac:spMkLst>
            <pc:docMk/>
            <pc:sldMk cId="2473939844" sldId="3969"/>
            <ac:spMk id="2" creationId="{BF7A7D77-E89F-3EFF-2967-F7D5433C9400}"/>
          </ac:spMkLst>
        </pc:spChg>
        <pc:spChg chg="add mod">
          <ac:chgData name="Banerjee, Rajeswar" userId="b4ff5a26-7e17-4c5f-975b-d63f3f91df5b" providerId="ADAL" clId="{842D18C2-2737-4395-A67E-7AC55F911857}" dt="2023-08-08T17:20:58.448" v="26" actId="207"/>
          <ac:spMkLst>
            <pc:docMk/>
            <pc:sldMk cId="2473939844" sldId="3969"/>
            <ac:spMk id="3" creationId="{E597574E-5A9F-A15C-17F3-ACC3D2297AAF}"/>
          </ac:spMkLst>
        </pc:spChg>
        <pc:spChg chg="add mod">
          <ac:chgData name="Banerjee, Rajeswar" userId="b4ff5a26-7e17-4c5f-975b-d63f3f91df5b" providerId="ADAL" clId="{842D18C2-2737-4395-A67E-7AC55F911857}" dt="2023-08-08T17:20:37.504" v="21" actId="1076"/>
          <ac:spMkLst>
            <pc:docMk/>
            <pc:sldMk cId="2473939844" sldId="3969"/>
            <ac:spMk id="4" creationId="{D6F8CFC4-D265-BF2D-967D-73E28358A416}"/>
          </ac:spMkLst>
        </pc:spChg>
        <pc:spChg chg="add del mod">
          <ac:chgData name="Banerjee, Rajeswar" userId="b4ff5a26-7e17-4c5f-975b-d63f3f91df5b" providerId="ADAL" clId="{842D18C2-2737-4395-A67E-7AC55F911857}" dt="2023-08-08T17:21:52.860" v="95" actId="478"/>
          <ac:spMkLst>
            <pc:docMk/>
            <pc:sldMk cId="2473939844" sldId="3969"/>
            <ac:spMk id="5" creationId="{70893C1A-52E1-1D9F-7E5D-FCAC5909CA9D}"/>
          </ac:spMkLst>
        </pc:spChg>
        <pc:spChg chg="add del mod">
          <ac:chgData name="Banerjee, Rajeswar" userId="b4ff5a26-7e17-4c5f-975b-d63f3f91df5b" providerId="ADAL" clId="{842D18C2-2737-4395-A67E-7AC55F911857}" dt="2023-08-08T17:21:52.860" v="95" actId="478"/>
          <ac:spMkLst>
            <pc:docMk/>
            <pc:sldMk cId="2473939844" sldId="3969"/>
            <ac:spMk id="6" creationId="{9E765574-2EAC-E192-6086-D5039855FC39}"/>
          </ac:spMkLst>
        </pc:spChg>
        <pc:spChg chg="add del mod">
          <ac:chgData name="Banerjee, Rajeswar" userId="b4ff5a26-7e17-4c5f-975b-d63f3f91df5b" providerId="ADAL" clId="{842D18C2-2737-4395-A67E-7AC55F911857}" dt="2023-08-08T17:21:52.860" v="95" actId="478"/>
          <ac:spMkLst>
            <pc:docMk/>
            <pc:sldMk cId="2473939844" sldId="3969"/>
            <ac:spMk id="7" creationId="{1B622F9F-4C90-FC40-9472-59D3722721E1}"/>
          </ac:spMkLst>
        </pc:spChg>
        <pc:spChg chg="mod">
          <ac:chgData name="Banerjee, Rajeswar" userId="b4ff5a26-7e17-4c5f-975b-d63f3f91df5b" providerId="ADAL" clId="{842D18C2-2737-4395-A67E-7AC55F911857}" dt="2023-08-08T17:20:05.300" v="13" actId="1076"/>
          <ac:spMkLst>
            <pc:docMk/>
            <pc:sldMk cId="2473939844" sldId="3969"/>
            <ac:spMk id="29" creationId="{CC652346-BBC4-49DD-A7C8-BBCF7F7DA393}"/>
          </ac:spMkLst>
        </pc:spChg>
        <pc:spChg chg="mod">
          <ac:chgData name="Banerjee, Rajeswar" userId="b4ff5a26-7e17-4c5f-975b-d63f3f91df5b" providerId="ADAL" clId="{842D18C2-2737-4395-A67E-7AC55F911857}" dt="2023-08-08T17:19:47.793" v="4"/>
          <ac:spMkLst>
            <pc:docMk/>
            <pc:sldMk cId="2473939844" sldId="3969"/>
            <ac:spMk id="30" creationId="{BAEDD00A-B953-4595-B8CB-05917E029F6A}"/>
          </ac:spMkLst>
        </pc:spChg>
      </pc:sldChg>
      <pc:sldChg chg="modSp mod">
        <pc:chgData name="Banerjee, Rajeswar" userId="b4ff5a26-7e17-4c5f-975b-d63f3f91df5b" providerId="ADAL" clId="{842D18C2-2737-4395-A67E-7AC55F911857}" dt="2023-08-08T17:21:08.581" v="80"/>
        <pc:sldMkLst>
          <pc:docMk/>
          <pc:sldMk cId="2952623305" sldId="6239"/>
        </pc:sldMkLst>
        <pc:graphicFrameChg chg="mod">
          <ac:chgData name="Banerjee, Rajeswar" userId="b4ff5a26-7e17-4c5f-975b-d63f3f91df5b" providerId="ADAL" clId="{842D18C2-2737-4395-A67E-7AC55F911857}" dt="2023-08-08T17:21:08.581" v="80"/>
          <ac:graphicFrameMkLst>
            <pc:docMk/>
            <pc:sldMk cId="2952623305" sldId="6239"/>
            <ac:graphicFrameMk id="4" creationId="{00000000-0000-0000-0000-000000000000}"/>
          </ac:graphicFrameMkLst>
        </pc:graphicFrameChg>
      </pc:sldChg>
      <pc:sldMasterChg chg="addSp delSp modSp mod">
        <pc:chgData name="Banerjee, Rajeswar" userId="b4ff5a26-7e17-4c5f-975b-d63f3f91df5b" providerId="ADAL" clId="{842D18C2-2737-4395-A67E-7AC55F911857}" dt="2023-08-08T17:21:08.555" v="74"/>
        <pc:sldMasterMkLst>
          <pc:docMk/>
          <pc:sldMasterMk cId="1299598385" sldId="2147483672"/>
        </pc:sldMasterMkLst>
        <pc:spChg chg="mod">
          <ac:chgData name="Banerjee, Rajeswar" userId="b4ff5a26-7e17-4c5f-975b-d63f3f91df5b" providerId="ADAL" clId="{842D18C2-2737-4395-A67E-7AC55F911857}" dt="2023-08-08T17:21:08.343" v="27" actId="948"/>
          <ac:spMkLst>
            <pc:docMk/>
            <pc:sldMasterMk cId="1299598385" sldId="2147483672"/>
            <ac:spMk id="2" creationId="{00000000-0000-0000-0000-000000000000}"/>
          </ac:spMkLst>
        </pc:spChg>
        <pc:spChg chg="add del mod modVis">
          <ac:chgData name="Banerjee, Rajeswar" userId="b4ff5a26-7e17-4c5f-975b-d63f3f91df5b" providerId="ADAL" clId="{842D18C2-2737-4395-A67E-7AC55F911857}" dt="2023-08-08T17:21:08.542" v="72"/>
          <ac:spMkLst>
            <pc:docMk/>
            <pc:sldMasterMk cId="1299598385" sldId="2147483672"/>
            <ac:spMk id="6" creationId="{02009B5C-0183-9212-4F6D-B4B84A3B5D09}"/>
          </ac:spMkLst>
        </pc:spChg>
        <pc:graphicFrameChg chg="mod">
          <ac:chgData name="Banerjee, Rajeswar" userId="b4ff5a26-7e17-4c5f-975b-d63f3f91df5b" providerId="ADAL" clId="{842D18C2-2737-4395-A67E-7AC55F911857}" dt="2023-08-08T17:21:08.555" v="74"/>
          <ac:graphicFrameMkLst>
            <pc:docMk/>
            <pc:sldMasterMk cId="1299598385" sldId="2147483672"/>
            <ac:graphicFrameMk id="4" creationId="{00000000-0000-0000-0000-000000000000}"/>
          </ac:graphicFrameMkLst>
        </pc:graphicFrameChg>
      </pc:sldMasterChg>
      <pc:sldMasterChg chg="addSp delSp modSp mod">
        <pc:chgData name="Banerjee, Rajeswar" userId="b4ff5a26-7e17-4c5f-975b-d63f3f91df5b" providerId="ADAL" clId="{842D18C2-2737-4395-A67E-7AC55F911857}" dt="2023-08-08T17:21:08.568" v="78"/>
        <pc:sldMasterMkLst>
          <pc:docMk/>
          <pc:sldMasterMk cId="2748758098" sldId="2147483757"/>
        </pc:sldMasterMkLst>
        <pc:spChg chg="mod">
          <ac:chgData name="Banerjee, Rajeswar" userId="b4ff5a26-7e17-4c5f-975b-d63f3f91df5b" providerId="ADAL" clId="{842D18C2-2737-4395-A67E-7AC55F911857}" dt="2023-08-08T17:21:08.445" v="48" actId="948"/>
          <ac:spMkLst>
            <pc:docMk/>
            <pc:sldMasterMk cId="2748758098" sldId="2147483757"/>
            <ac:spMk id="2" creationId="{00000000-0000-0000-0000-000000000000}"/>
          </ac:spMkLst>
        </pc:spChg>
        <pc:spChg chg="add del mod modVis">
          <ac:chgData name="Banerjee, Rajeswar" userId="b4ff5a26-7e17-4c5f-975b-d63f3f91df5b" providerId="ADAL" clId="{842D18C2-2737-4395-A67E-7AC55F911857}" dt="2023-08-08T17:21:08.558" v="76"/>
          <ac:spMkLst>
            <pc:docMk/>
            <pc:sldMasterMk cId="2748758098" sldId="2147483757"/>
            <ac:spMk id="6" creationId="{2168CCBB-1CC4-D414-572E-D39F000ADE6A}"/>
          </ac:spMkLst>
        </pc:spChg>
        <pc:graphicFrameChg chg="mod">
          <ac:chgData name="Banerjee, Rajeswar" userId="b4ff5a26-7e17-4c5f-975b-d63f3f91df5b" providerId="ADAL" clId="{842D18C2-2737-4395-A67E-7AC55F911857}" dt="2023-08-08T17:21:08.568" v="78"/>
          <ac:graphicFrameMkLst>
            <pc:docMk/>
            <pc:sldMasterMk cId="2748758098" sldId="2147483757"/>
            <ac:graphicFrameMk id="4" creationId="{00000000-0000-0000-0000-000000000000}"/>
          </ac:graphicFrameMkLst>
        </pc:graphicFrameChg>
      </pc:sldMasterChg>
    </pc:docChg>
  </pc:docChgLst>
  <pc:docChgLst>
    <pc:chgData name="Mitra, Sayan" userId="5f9b069e-390c-41f3-af3f-6bd4b0fb9710" providerId="ADAL" clId="{247990A0-5FB5-454A-A678-7CD2BB4D3666}"/>
    <pc:docChg chg="undo custSel addSld delSld modSld sldOrd modMainMaster">
      <pc:chgData name="Mitra, Sayan" userId="5f9b069e-390c-41f3-af3f-6bd4b0fb9710" providerId="ADAL" clId="{247990A0-5FB5-454A-A678-7CD2BB4D3666}" dt="2022-07-06T05:47:54.312" v="1559" actId="20577"/>
      <pc:docMkLst>
        <pc:docMk/>
      </pc:docMkLst>
      <pc:sldChg chg="del">
        <pc:chgData name="Mitra, Sayan" userId="5f9b069e-390c-41f3-af3f-6bd4b0fb9710" providerId="ADAL" clId="{247990A0-5FB5-454A-A678-7CD2BB4D3666}" dt="2022-07-05T23:56:39.968" v="1488" actId="47"/>
        <pc:sldMkLst>
          <pc:docMk/>
          <pc:sldMk cId="4276926512" sldId="1257"/>
        </pc:sldMkLst>
      </pc:sldChg>
      <pc:sldChg chg="add del">
        <pc:chgData name="Mitra, Sayan" userId="5f9b069e-390c-41f3-af3f-6bd4b0fb9710" providerId="ADAL" clId="{247990A0-5FB5-454A-A678-7CD2BB4D3666}" dt="2022-07-05T17:59:06.436" v="821" actId="47"/>
        <pc:sldMkLst>
          <pc:docMk/>
          <pc:sldMk cId="2239265673" sldId="1258"/>
        </pc:sldMkLst>
      </pc:sldChg>
      <pc:sldChg chg="del">
        <pc:chgData name="Mitra, Sayan" userId="5f9b069e-390c-41f3-af3f-6bd4b0fb9710" providerId="ADAL" clId="{247990A0-5FB5-454A-A678-7CD2BB4D3666}" dt="2022-07-05T13:40:53.866" v="232" actId="47"/>
        <pc:sldMkLst>
          <pc:docMk/>
          <pc:sldMk cId="3779880356" sldId="3718"/>
        </pc:sldMkLst>
      </pc:sldChg>
      <pc:sldChg chg="modSp mod">
        <pc:chgData name="Mitra, Sayan" userId="5f9b069e-390c-41f3-af3f-6bd4b0fb9710" providerId="ADAL" clId="{247990A0-5FB5-454A-A678-7CD2BB4D3666}" dt="2022-07-05T23:28:47.587" v="1244" actId="20577"/>
        <pc:sldMkLst>
          <pc:docMk/>
          <pc:sldMk cId="1663662808" sldId="3884"/>
        </pc:sldMkLst>
        <pc:spChg chg="mod">
          <ac:chgData name="Mitra, Sayan" userId="5f9b069e-390c-41f3-af3f-6bd4b0fb9710" providerId="ADAL" clId="{247990A0-5FB5-454A-A678-7CD2BB4D3666}" dt="2022-07-05T23:28:47.587" v="1244" actId="20577"/>
          <ac:spMkLst>
            <pc:docMk/>
            <pc:sldMk cId="1663662808" sldId="3884"/>
            <ac:spMk id="170" creationId="{DAC9575C-2558-45CE-B61B-DC048B2255E0}"/>
          </ac:spMkLst>
        </pc:spChg>
      </pc:sldChg>
      <pc:sldChg chg="modSp mod">
        <pc:chgData name="Mitra, Sayan" userId="5f9b069e-390c-41f3-af3f-6bd4b0fb9710" providerId="ADAL" clId="{247990A0-5FB5-454A-A678-7CD2BB4D3666}" dt="2022-07-05T06:07:11.477" v="111" actId="122"/>
        <pc:sldMkLst>
          <pc:docMk/>
          <pc:sldMk cId="2609729079" sldId="3973"/>
        </pc:sldMkLst>
        <pc:spChg chg="mod">
          <ac:chgData name="Mitra, Sayan" userId="5f9b069e-390c-41f3-af3f-6bd4b0fb9710" providerId="ADAL" clId="{247990A0-5FB5-454A-A678-7CD2BB4D3666}" dt="2022-07-05T06:07:11.477" v="111" actId="122"/>
          <ac:spMkLst>
            <pc:docMk/>
            <pc:sldMk cId="2609729079" sldId="3973"/>
            <ac:spMk id="2" creationId="{E292EFBE-B496-44A6-A122-0C95C05E453E}"/>
          </ac:spMkLst>
        </pc:spChg>
      </pc:sldChg>
      <pc:sldChg chg="del">
        <pc:chgData name="Mitra, Sayan" userId="5f9b069e-390c-41f3-af3f-6bd4b0fb9710" providerId="ADAL" clId="{247990A0-5FB5-454A-A678-7CD2BB4D3666}" dt="2022-07-05T06:04:08.945" v="79" actId="47"/>
        <pc:sldMkLst>
          <pc:docMk/>
          <pc:sldMk cId="2836539942" sldId="4036"/>
        </pc:sldMkLst>
      </pc:sldChg>
      <pc:sldChg chg="del">
        <pc:chgData name="Mitra, Sayan" userId="5f9b069e-390c-41f3-af3f-6bd4b0fb9710" providerId="ADAL" clId="{247990A0-5FB5-454A-A678-7CD2BB4D3666}" dt="2022-07-05T06:04:13.156" v="80" actId="47"/>
        <pc:sldMkLst>
          <pc:docMk/>
          <pc:sldMk cId="2437914700" sldId="4047"/>
        </pc:sldMkLst>
      </pc:sldChg>
      <pc:sldChg chg="addSp delSp modSp ord">
        <pc:chgData name="Mitra, Sayan" userId="5f9b069e-390c-41f3-af3f-6bd4b0fb9710" providerId="ADAL" clId="{247990A0-5FB5-454A-A678-7CD2BB4D3666}" dt="2022-07-06T03:38:52.225" v="1539"/>
        <pc:sldMkLst>
          <pc:docMk/>
          <pc:sldMk cId="296474347" sldId="6193"/>
        </pc:sldMkLst>
        <pc:picChg chg="add del mod">
          <ac:chgData name="Mitra, Sayan" userId="5f9b069e-390c-41f3-af3f-6bd4b0fb9710" providerId="ADAL" clId="{247990A0-5FB5-454A-A678-7CD2BB4D3666}" dt="2022-07-05T23:42:11.691" v="1372" actId="21"/>
          <ac:picMkLst>
            <pc:docMk/>
            <pc:sldMk cId="296474347" sldId="6193"/>
            <ac:picMk id="31" creationId="{CF44B8E7-02A7-4F5B-A1FD-64204DD71FB7}"/>
          </ac:picMkLst>
        </pc:picChg>
      </pc:sldChg>
      <pc:sldChg chg="addSp delSp modSp add del mod">
        <pc:chgData name="Mitra, Sayan" userId="5f9b069e-390c-41f3-af3f-6bd4b0fb9710" providerId="ADAL" clId="{247990A0-5FB5-454A-A678-7CD2BB4D3666}" dt="2022-07-06T03:38:43.528" v="1537" actId="20577"/>
        <pc:sldMkLst>
          <pc:docMk/>
          <pc:sldMk cId="616035977" sldId="6195"/>
        </pc:sldMkLst>
        <pc:spChg chg="mod">
          <ac:chgData name="Mitra, Sayan" userId="5f9b069e-390c-41f3-af3f-6bd4b0fb9710" providerId="ADAL" clId="{247990A0-5FB5-454A-A678-7CD2BB4D3666}" dt="2022-07-05T18:02:19.708" v="878" actId="1076"/>
          <ac:spMkLst>
            <pc:docMk/>
            <pc:sldMk cId="616035977" sldId="6195"/>
            <ac:spMk id="43" creationId="{00000000-0000-0000-0000-000000000000}"/>
          </ac:spMkLst>
        </pc:spChg>
        <pc:graphicFrameChg chg="modGraphic">
          <ac:chgData name="Mitra, Sayan" userId="5f9b069e-390c-41f3-af3f-6bd4b0fb9710" providerId="ADAL" clId="{247990A0-5FB5-454A-A678-7CD2BB4D3666}" dt="2022-07-05T23:51:55.581" v="1442" actId="2"/>
          <ac:graphicFrameMkLst>
            <pc:docMk/>
            <pc:sldMk cId="616035977" sldId="6195"/>
            <ac:graphicFrameMk id="33" creationId="{76B8DA39-C6E7-4811-BC03-A35DE91307C1}"/>
          </ac:graphicFrameMkLst>
        </pc:graphicFrameChg>
        <pc:graphicFrameChg chg="modGraphic">
          <ac:chgData name="Mitra, Sayan" userId="5f9b069e-390c-41f3-af3f-6bd4b0fb9710" providerId="ADAL" clId="{247990A0-5FB5-454A-A678-7CD2BB4D3666}" dt="2022-07-05T23:52:04.876" v="1443" actId="313"/>
          <ac:graphicFrameMkLst>
            <pc:docMk/>
            <pc:sldMk cId="616035977" sldId="6195"/>
            <ac:graphicFrameMk id="44" creationId="{EA1BD4C7-6066-4202-91C1-99F94F4EFBF1}"/>
          </ac:graphicFrameMkLst>
        </pc:graphicFrameChg>
        <pc:graphicFrameChg chg="modGraphic">
          <ac:chgData name="Mitra, Sayan" userId="5f9b069e-390c-41f3-af3f-6bd4b0fb9710" providerId="ADAL" clId="{247990A0-5FB5-454A-A678-7CD2BB4D3666}" dt="2022-07-06T03:38:43.528" v="1537" actId="20577"/>
          <ac:graphicFrameMkLst>
            <pc:docMk/>
            <pc:sldMk cId="616035977" sldId="6195"/>
            <ac:graphicFrameMk id="66" creationId="{429ED90D-CD75-4E83-89A5-50CE66F1F333}"/>
          </ac:graphicFrameMkLst>
        </pc:graphicFrameChg>
        <pc:picChg chg="del">
          <ac:chgData name="Mitra, Sayan" userId="5f9b069e-390c-41f3-af3f-6bd4b0fb9710" providerId="ADAL" clId="{247990A0-5FB5-454A-A678-7CD2BB4D3666}" dt="2022-07-05T23:42:14.675" v="1373" actId="478"/>
          <ac:picMkLst>
            <pc:docMk/>
            <pc:sldMk cId="616035977" sldId="6195"/>
            <ac:picMk id="10" creationId="{64205FDB-151E-435E-8569-C1401906D38E}"/>
          </ac:picMkLst>
        </pc:picChg>
        <pc:picChg chg="mod">
          <ac:chgData name="Mitra, Sayan" userId="5f9b069e-390c-41f3-af3f-6bd4b0fb9710" providerId="ADAL" clId="{247990A0-5FB5-454A-A678-7CD2BB4D3666}" dt="2022-07-05T23:42:29.908" v="1378" actId="14100"/>
          <ac:picMkLst>
            <pc:docMk/>
            <pc:sldMk cId="616035977" sldId="6195"/>
            <ac:picMk id="38" creationId="{172E31E9-EF82-4B11-9959-BCE8C5921A5C}"/>
          </ac:picMkLst>
        </pc:picChg>
        <pc:picChg chg="add mod">
          <ac:chgData name="Mitra, Sayan" userId="5f9b069e-390c-41f3-af3f-6bd4b0fb9710" providerId="ADAL" clId="{247990A0-5FB5-454A-A678-7CD2BB4D3666}" dt="2022-07-05T23:42:46.346" v="1383" actId="14100"/>
          <ac:picMkLst>
            <pc:docMk/>
            <pc:sldMk cId="616035977" sldId="6195"/>
            <ac:picMk id="39" creationId="{C2876EB5-430D-4BF1-A0DB-7EA3EE117C7A}"/>
          </ac:picMkLst>
        </pc:picChg>
        <pc:picChg chg="mod">
          <ac:chgData name="Mitra, Sayan" userId="5f9b069e-390c-41f3-af3f-6bd4b0fb9710" providerId="ADAL" clId="{247990A0-5FB5-454A-A678-7CD2BB4D3666}" dt="2022-07-05T00:53:26.692" v="10" actId="14100"/>
          <ac:picMkLst>
            <pc:docMk/>
            <pc:sldMk cId="616035977" sldId="6195"/>
            <ac:picMk id="47" creationId="{B3916295-7B2A-4A48-9FE3-C3522A3C0143}"/>
          </ac:picMkLst>
        </pc:picChg>
        <pc:picChg chg="del">
          <ac:chgData name="Mitra, Sayan" userId="5f9b069e-390c-41f3-af3f-6bd4b0fb9710" providerId="ADAL" clId="{247990A0-5FB5-454A-A678-7CD2BB4D3666}" dt="2022-07-05T00:52:43.720" v="6" actId="478"/>
          <ac:picMkLst>
            <pc:docMk/>
            <pc:sldMk cId="616035977" sldId="6195"/>
            <ac:picMk id="5138" creationId="{3DC3E315-339F-4037-9102-F7FDB4C4ABF9}"/>
          </ac:picMkLst>
        </pc:picChg>
        <pc:picChg chg="mod">
          <ac:chgData name="Mitra, Sayan" userId="5f9b069e-390c-41f3-af3f-6bd4b0fb9710" providerId="ADAL" clId="{247990A0-5FB5-454A-A678-7CD2BB4D3666}" dt="2022-07-05T00:53:20.843" v="9" actId="14100"/>
          <ac:picMkLst>
            <pc:docMk/>
            <pc:sldMk cId="616035977" sldId="6195"/>
            <ac:picMk id="5140" creationId="{C9E5924F-31F2-4215-A13A-016C24DB6931}"/>
          </ac:picMkLst>
        </pc:picChg>
        <pc:picChg chg="add mod">
          <ac:chgData name="Mitra, Sayan" userId="5f9b069e-390c-41f3-af3f-6bd4b0fb9710" providerId="ADAL" clId="{247990A0-5FB5-454A-A678-7CD2BB4D3666}" dt="2022-07-05T01:00:17.154" v="15" actId="14100"/>
          <ac:picMkLst>
            <pc:docMk/>
            <pc:sldMk cId="616035977" sldId="6195"/>
            <ac:picMk id="125955" creationId="{2A9B2800-8DC5-47FC-AF1B-ED30C3AEE7DA}"/>
          </ac:picMkLst>
        </pc:picChg>
      </pc:sldChg>
      <pc:sldChg chg="modSp mod">
        <pc:chgData name="Mitra, Sayan" userId="5f9b069e-390c-41f3-af3f-6bd4b0fb9710" providerId="ADAL" clId="{247990A0-5FB5-454A-A678-7CD2BB4D3666}" dt="2022-07-06T00:03:18.096" v="1510" actId="20577"/>
        <pc:sldMkLst>
          <pc:docMk/>
          <pc:sldMk cId="2843776525" sldId="6198"/>
        </pc:sldMkLst>
        <pc:spChg chg="mod">
          <ac:chgData name="Mitra, Sayan" userId="5f9b069e-390c-41f3-af3f-6bd4b0fb9710" providerId="ADAL" clId="{247990A0-5FB5-454A-A678-7CD2BB4D3666}" dt="2022-07-05T23:51:53.005" v="1441" actId="2"/>
          <ac:spMkLst>
            <pc:docMk/>
            <pc:sldMk cId="2843776525" sldId="6198"/>
            <ac:spMk id="66" creationId="{842E14E8-DCF0-4845-9EA2-73ACA719299E}"/>
          </ac:spMkLst>
        </pc:spChg>
        <pc:spChg chg="mod">
          <ac:chgData name="Mitra, Sayan" userId="5f9b069e-390c-41f3-af3f-6bd4b0fb9710" providerId="ADAL" clId="{247990A0-5FB5-454A-A678-7CD2BB4D3666}" dt="2022-07-06T00:03:18.096" v="1510" actId="20577"/>
          <ac:spMkLst>
            <pc:docMk/>
            <pc:sldMk cId="2843776525" sldId="6198"/>
            <ac:spMk id="76" creationId="{9654A25B-2A00-4FC1-96A3-03B88F688FF3}"/>
          </ac:spMkLst>
        </pc:spChg>
      </pc:sldChg>
      <pc:sldChg chg="modSp mod">
        <pc:chgData name="Mitra, Sayan" userId="5f9b069e-390c-41f3-af3f-6bd4b0fb9710" providerId="ADAL" clId="{247990A0-5FB5-454A-A678-7CD2BB4D3666}" dt="2022-07-05T06:07:53.950" v="151" actId="20577"/>
        <pc:sldMkLst>
          <pc:docMk/>
          <pc:sldMk cId="166138906" sldId="6201"/>
        </pc:sldMkLst>
        <pc:spChg chg="mod">
          <ac:chgData name="Mitra, Sayan" userId="5f9b069e-390c-41f3-af3f-6bd4b0fb9710" providerId="ADAL" clId="{247990A0-5FB5-454A-A678-7CD2BB4D3666}" dt="2022-07-05T06:07:53.950" v="151" actId="20577"/>
          <ac:spMkLst>
            <pc:docMk/>
            <pc:sldMk cId="166138906" sldId="6201"/>
            <ac:spMk id="2" creationId="{40DEA8BD-8A64-43E8-ABA4-688AE1E16EA0}"/>
          </ac:spMkLst>
        </pc:spChg>
      </pc:sldChg>
      <pc:sldChg chg="modSp mod">
        <pc:chgData name="Mitra, Sayan" userId="5f9b069e-390c-41f3-af3f-6bd4b0fb9710" providerId="ADAL" clId="{247990A0-5FB5-454A-A678-7CD2BB4D3666}" dt="2022-07-05T15:16:15.328" v="429" actId="20577"/>
        <pc:sldMkLst>
          <pc:docMk/>
          <pc:sldMk cId="551029900" sldId="6211"/>
        </pc:sldMkLst>
        <pc:spChg chg="mod">
          <ac:chgData name="Mitra, Sayan" userId="5f9b069e-390c-41f3-af3f-6bd4b0fb9710" providerId="ADAL" clId="{247990A0-5FB5-454A-A678-7CD2BB4D3666}" dt="2022-07-05T13:46:16.445" v="330" actId="6549"/>
          <ac:spMkLst>
            <pc:docMk/>
            <pc:sldMk cId="551029900" sldId="6211"/>
            <ac:spMk id="2" creationId="{D228B4AA-1B2A-4218-BE9D-B8F9DA8C3DB3}"/>
          </ac:spMkLst>
        </pc:spChg>
        <pc:spChg chg="mod">
          <ac:chgData name="Mitra, Sayan" userId="5f9b069e-390c-41f3-af3f-6bd4b0fb9710" providerId="ADAL" clId="{247990A0-5FB5-454A-A678-7CD2BB4D3666}" dt="2022-07-05T15:16:15.328" v="429" actId="20577"/>
          <ac:spMkLst>
            <pc:docMk/>
            <pc:sldMk cId="551029900" sldId="6211"/>
            <ac:spMk id="22" creationId="{57726576-B782-4B0D-B009-C52A4AE82A82}"/>
          </ac:spMkLst>
        </pc:spChg>
        <pc:spChg chg="mod">
          <ac:chgData name="Mitra, Sayan" userId="5f9b069e-390c-41f3-af3f-6bd4b0fb9710" providerId="ADAL" clId="{247990A0-5FB5-454A-A678-7CD2BB4D3666}" dt="2022-07-05T13:46:37.281" v="331" actId="6549"/>
          <ac:spMkLst>
            <pc:docMk/>
            <pc:sldMk cId="551029900" sldId="6211"/>
            <ac:spMk id="109" creationId="{C1DDEBA6-7C8C-4142-9CDC-B939147EA49E}"/>
          </ac:spMkLst>
        </pc:spChg>
        <pc:spChg chg="mod">
          <ac:chgData name="Mitra, Sayan" userId="5f9b069e-390c-41f3-af3f-6bd4b0fb9710" providerId="ADAL" clId="{247990A0-5FB5-454A-A678-7CD2BB4D3666}" dt="2022-07-05T13:46:50.642" v="333" actId="6549"/>
          <ac:spMkLst>
            <pc:docMk/>
            <pc:sldMk cId="551029900" sldId="6211"/>
            <ac:spMk id="110" creationId="{5084ABCE-5896-4DDA-92EE-6F55788EA4F7}"/>
          </ac:spMkLst>
        </pc:spChg>
        <pc:spChg chg="mod">
          <ac:chgData name="Mitra, Sayan" userId="5f9b069e-390c-41f3-af3f-6bd4b0fb9710" providerId="ADAL" clId="{247990A0-5FB5-454A-A678-7CD2BB4D3666}" dt="2022-07-05T13:48:05.979" v="344" actId="6549"/>
          <ac:spMkLst>
            <pc:docMk/>
            <pc:sldMk cId="551029900" sldId="6211"/>
            <ac:spMk id="112" creationId="{2871C0D4-1DAE-4F53-9616-4BAAC046F114}"/>
          </ac:spMkLst>
        </pc:spChg>
        <pc:spChg chg="mod">
          <ac:chgData name="Mitra, Sayan" userId="5f9b069e-390c-41f3-af3f-6bd4b0fb9710" providerId="ADAL" clId="{247990A0-5FB5-454A-A678-7CD2BB4D3666}" dt="2022-07-05T13:48:54.168" v="347" actId="6549"/>
          <ac:spMkLst>
            <pc:docMk/>
            <pc:sldMk cId="551029900" sldId="6211"/>
            <ac:spMk id="113" creationId="{655E9A60-F16E-4D0F-BC76-2538743B09C5}"/>
          </ac:spMkLst>
        </pc:spChg>
        <pc:spChg chg="mod">
          <ac:chgData name="Mitra, Sayan" userId="5f9b069e-390c-41f3-af3f-6bd4b0fb9710" providerId="ADAL" clId="{247990A0-5FB5-454A-A678-7CD2BB4D3666}" dt="2022-07-05T13:47:37.807" v="334" actId="6549"/>
          <ac:spMkLst>
            <pc:docMk/>
            <pc:sldMk cId="551029900" sldId="6211"/>
            <ac:spMk id="114" creationId="{41C0E3E3-38A8-4578-B09E-1F8DFEF3B3B3}"/>
          </ac:spMkLst>
        </pc:spChg>
        <pc:spChg chg="mod">
          <ac:chgData name="Mitra, Sayan" userId="5f9b069e-390c-41f3-af3f-6bd4b0fb9710" providerId="ADAL" clId="{247990A0-5FB5-454A-A678-7CD2BB4D3666}" dt="2022-07-05T13:47:46.307" v="342" actId="1038"/>
          <ac:spMkLst>
            <pc:docMk/>
            <pc:sldMk cId="551029900" sldId="6211"/>
            <ac:spMk id="158" creationId="{AFC99699-835A-458B-9ACB-A5212518E169}"/>
          </ac:spMkLst>
        </pc:spChg>
        <pc:spChg chg="mod">
          <ac:chgData name="Mitra, Sayan" userId="5f9b069e-390c-41f3-af3f-6bd4b0fb9710" providerId="ADAL" clId="{247990A0-5FB5-454A-A678-7CD2BB4D3666}" dt="2022-07-05T13:47:46.307" v="342" actId="1038"/>
          <ac:spMkLst>
            <pc:docMk/>
            <pc:sldMk cId="551029900" sldId="6211"/>
            <ac:spMk id="160" creationId="{D1925ED6-ACA6-42F6-B7D0-7B0B4386FD93}"/>
          </ac:spMkLst>
        </pc:spChg>
      </pc:sldChg>
      <pc:sldChg chg="delSp modSp mod delAnim modAnim">
        <pc:chgData name="Mitra, Sayan" userId="5f9b069e-390c-41f3-af3f-6bd4b0fb9710" providerId="ADAL" clId="{247990A0-5FB5-454A-A678-7CD2BB4D3666}" dt="2022-07-05T00:51:37.279" v="5" actId="1076"/>
        <pc:sldMkLst>
          <pc:docMk/>
          <pc:sldMk cId="484351821" sldId="6215"/>
        </pc:sldMkLst>
        <pc:spChg chg="del">
          <ac:chgData name="Mitra, Sayan" userId="5f9b069e-390c-41f3-af3f-6bd4b0fb9710" providerId="ADAL" clId="{247990A0-5FB5-454A-A678-7CD2BB4D3666}" dt="2022-07-05T00:50:22.873" v="0" actId="478"/>
          <ac:spMkLst>
            <pc:docMk/>
            <pc:sldMk cId="484351821" sldId="6215"/>
            <ac:spMk id="46" creationId="{54F548C3-F423-47FD-AF1E-638A5B5A0688}"/>
          </ac:spMkLst>
        </pc:spChg>
        <pc:spChg chg="mod">
          <ac:chgData name="Mitra, Sayan" userId="5f9b069e-390c-41f3-af3f-6bd4b0fb9710" providerId="ADAL" clId="{247990A0-5FB5-454A-A678-7CD2BB4D3666}" dt="2022-07-05T00:51:37.279" v="5" actId="1076"/>
          <ac:spMkLst>
            <pc:docMk/>
            <pc:sldMk cId="484351821" sldId="6215"/>
            <ac:spMk id="49" creationId="{A5D26F93-D003-4D79-8A4E-A6FA474CBD95}"/>
          </ac:spMkLst>
        </pc:spChg>
        <pc:spChg chg="del">
          <ac:chgData name="Mitra, Sayan" userId="5f9b069e-390c-41f3-af3f-6bd4b0fb9710" providerId="ADAL" clId="{247990A0-5FB5-454A-A678-7CD2BB4D3666}" dt="2022-07-05T00:50:22.873" v="0" actId="478"/>
          <ac:spMkLst>
            <pc:docMk/>
            <pc:sldMk cId="484351821" sldId="6215"/>
            <ac:spMk id="58" creationId="{41DBE52E-F20F-488A-A4D5-DF4A6A460F57}"/>
          </ac:spMkLst>
        </pc:spChg>
        <pc:grpChg chg="del">
          <ac:chgData name="Mitra, Sayan" userId="5f9b069e-390c-41f3-af3f-6bd4b0fb9710" providerId="ADAL" clId="{247990A0-5FB5-454A-A678-7CD2BB4D3666}" dt="2022-07-05T00:50:30.081" v="2" actId="478"/>
          <ac:grpSpMkLst>
            <pc:docMk/>
            <pc:sldMk cId="484351821" sldId="6215"/>
            <ac:grpSpMk id="51" creationId="{95B29BF0-EADE-4B54-B86E-0D226D9BEA0C}"/>
          </ac:grpSpMkLst>
        </pc:grpChg>
        <pc:grpChg chg="del">
          <ac:chgData name="Mitra, Sayan" userId="5f9b069e-390c-41f3-af3f-6bd4b0fb9710" providerId="ADAL" clId="{247990A0-5FB5-454A-A678-7CD2BB4D3666}" dt="2022-07-05T00:50:27.418" v="1" actId="478"/>
          <ac:grpSpMkLst>
            <pc:docMk/>
            <pc:sldMk cId="484351821" sldId="6215"/>
            <ac:grpSpMk id="54" creationId="{16352CEF-2F22-4F6C-B3AA-32D65A4B02D2}"/>
          </ac:grpSpMkLst>
        </pc:grpChg>
      </pc:sldChg>
      <pc:sldChg chg="addSp delSp modSp del mod">
        <pc:chgData name="Mitra, Sayan" userId="5f9b069e-390c-41f3-af3f-6bd4b0fb9710" providerId="ADAL" clId="{247990A0-5FB5-454A-A678-7CD2BB4D3666}" dt="2022-07-05T23:57:11.858" v="1491" actId="47"/>
        <pc:sldMkLst>
          <pc:docMk/>
          <pc:sldMk cId="4092330692" sldId="6217"/>
        </pc:sldMkLst>
        <pc:spChg chg="mod">
          <ac:chgData name="Mitra, Sayan" userId="5f9b069e-390c-41f3-af3f-6bd4b0fb9710" providerId="ADAL" clId="{247990A0-5FB5-454A-A678-7CD2BB4D3666}" dt="2022-07-05T17:30:28.220" v="445" actId="20577"/>
          <ac:spMkLst>
            <pc:docMk/>
            <pc:sldMk cId="4092330692" sldId="6217"/>
            <ac:spMk id="6" creationId="{00000000-0000-0000-0000-000000000000}"/>
          </ac:spMkLst>
        </pc:spChg>
        <pc:spChg chg="add del mod">
          <ac:chgData name="Mitra, Sayan" userId="5f9b069e-390c-41f3-af3f-6bd4b0fb9710" providerId="ADAL" clId="{247990A0-5FB5-454A-A678-7CD2BB4D3666}" dt="2022-07-05T23:37:41.429" v="1268" actId="14100"/>
          <ac:spMkLst>
            <pc:docMk/>
            <pc:sldMk cId="4092330692" sldId="6217"/>
            <ac:spMk id="11" creationId="{00000000-0000-0000-0000-000000000000}"/>
          </ac:spMkLst>
        </pc:spChg>
        <pc:spChg chg="mod">
          <ac:chgData name="Mitra, Sayan" userId="5f9b069e-390c-41f3-af3f-6bd4b0fb9710" providerId="ADAL" clId="{247990A0-5FB5-454A-A678-7CD2BB4D3666}" dt="2022-07-05T05:42:04.012" v="66" actId="113"/>
          <ac:spMkLst>
            <pc:docMk/>
            <pc:sldMk cId="4092330692" sldId="6217"/>
            <ac:spMk id="37" creationId="{00000000-0000-0000-0000-000000000000}"/>
          </ac:spMkLst>
        </pc:spChg>
        <pc:spChg chg="mod">
          <ac:chgData name="Mitra, Sayan" userId="5f9b069e-390c-41f3-af3f-6bd4b0fb9710" providerId="ADAL" clId="{247990A0-5FB5-454A-A678-7CD2BB4D3666}" dt="2022-07-05T18:42:08.465" v="1018" actId="120"/>
          <ac:spMkLst>
            <pc:docMk/>
            <pc:sldMk cId="4092330692" sldId="6217"/>
            <ac:spMk id="69" creationId="{E28E9FC8-4737-4C4E-843F-A12B6ED84270}"/>
          </ac:spMkLst>
        </pc:spChg>
        <pc:spChg chg="del">
          <ac:chgData name="Mitra, Sayan" userId="5f9b069e-390c-41f3-af3f-6bd4b0fb9710" providerId="ADAL" clId="{247990A0-5FB5-454A-A678-7CD2BB4D3666}" dt="2022-07-05T17:30:31.974" v="446" actId="478"/>
          <ac:spMkLst>
            <pc:docMk/>
            <pc:sldMk cId="4092330692" sldId="6217"/>
            <ac:spMk id="74" creationId="{00000000-0000-0000-0000-000000000000}"/>
          </ac:spMkLst>
        </pc:spChg>
        <pc:spChg chg="mod">
          <ac:chgData name="Mitra, Sayan" userId="5f9b069e-390c-41f3-af3f-6bd4b0fb9710" providerId="ADAL" clId="{247990A0-5FB5-454A-A678-7CD2BB4D3666}" dt="2022-07-05T23:33:23.108" v="1247" actId="6549"/>
          <ac:spMkLst>
            <pc:docMk/>
            <pc:sldMk cId="4092330692" sldId="6217"/>
            <ac:spMk id="76" creationId="{00000000-0000-0000-0000-000000000000}"/>
          </ac:spMkLst>
        </pc:spChg>
        <pc:spChg chg="mod">
          <ac:chgData name="Mitra, Sayan" userId="5f9b069e-390c-41f3-af3f-6bd4b0fb9710" providerId="ADAL" clId="{247990A0-5FB5-454A-A678-7CD2BB4D3666}" dt="2022-07-05T23:37:43.462" v="1269" actId="14100"/>
          <ac:spMkLst>
            <pc:docMk/>
            <pc:sldMk cId="4092330692" sldId="6217"/>
            <ac:spMk id="78" creationId="{00000000-0000-0000-0000-000000000000}"/>
          </ac:spMkLst>
        </pc:spChg>
        <pc:spChg chg="mod">
          <ac:chgData name="Mitra, Sayan" userId="5f9b069e-390c-41f3-af3f-6bd4b0fb9710" providerId="ADAL" clId="{247990A0-5FB5-454A-A678-7CD2BB4D3666}" dt="2022-07-05T23:34:08.938" v="1263" actId="20577"/>
          <ac:spMkLst>
            <pc:docMk/>
            <pc:sldMk cId="4092330692" sldId="6217"/>
            <ac:spMk id="79" creationId="{00000000-0000-0000-0000-000000000000}"/>
          </ac:spMkLst>
        </pc:spChg>
        <pc:picChg chg="del mod">
          <ac:chgData name="Mitra, Sayan" userId="5f9b069e-390c-41f3-af3f-6bd4b0fb9710" providerId="ADAL" clId="{247990A0-5FB5-454A-A678-7CD2BB4D3666}" dt="2022-07-05T23:33:25.225" v="1248" actId="478"/>
          <ac:picMkLst>
            <pc:docMk/>
            <pc:sldMk cId="4092330692" sldId="6217"/>
            <ac:picMk id="5" creationId="{40A9EF88-E692-446F-B46A-D8AE5853FF6E}"/>
          </ac:picMkLst>
        </pc:picChg>
        <pc:picChg chg="mod">
          <ac:chgData name="Mitra, Sayan" userId="5f9b069e-390c-41f3-af3f-6bd4b0fb9710" providerId="ADAL" clId="{247990A0-5FB5-454A-A678-7CD2BB4D3666}" dt="2022-07-05T23:33:30.322" v="1261" actId="1035"/>
          <ac:picMkLst>
            <pc:docMk/>
            <pc:sldMk cId="4092330692" sldId="6217"/>
            <ac:picMk id="7" creationId="{95A4E12C-C5CC-40CC-9033-00BA8EC156A2}"/>
          </ac:picMkLst>
        </pc:picChg>
        <pc:picChg chg="mod">
          <ac:chgData name="Mitra, Sayan" userId="5f9b069e-390c-41f3-af3f-6bd4b0fb9710" providerId="ADAL" clId="{247990A0-5FB5-454A-A678-7CD2BB4D3666}" dt="2022-07-05T18:41:29.941" v="1016" actId="1036"/>
          <ac:picMkLst>
            <pc:docMk/>
            <pc:sldMk cId="4092330692" sldId="6217"/>
            <ac:picMk id="60" creationId="{3CD874FB-0546-4B33-A18F-8C6D57D90BBC}"/>
          </ac:picMkLst>
        </pc:picChg>
        <pc:picChg chg="mod">
          <ac:chgData name="Mitra, Sayan" userId="5f9b069e-390c-41f3-af3f-6bd4b0fb9710" providerId="ADAL" clId="{247990A0-5FB5-454A-A678-7CD2BB4D3666}" dt="2022-07-05T18:41:36.805" v="1017" actId="14100"/>
          <ac:picMkLst>
            <pc:docMk/>
            <pc:sldMk cId="4092330692" sldId="6217"/>
            <ac:picMk id="61" creationId="{3F759D33-C788-4273-9A3C-F7BEC8A605CD}"/>
          </ac:picMkLst>
        </pc:picChg>
      </pc:sldChg>
      <pc:sldChg chg="modSp mod">
        <pc:chgData name="Mitra, Sayan" userId="5f9b069e-390c-41f3-af3f-6bd4b0fb9710" providerId="ADAL" clId="{247990A0-5FB5-454A-A678-7CD2BB4D3666}" dt="2022-07-05T15:37:26.591" v="442" actId="20577"/>
        <pc:sldMkLst>
          <pc:docMk/>
          <pc:sldMk cId="3176385444" sldId="6223"/>
        </pc:sldMkLst>
        <pc:spChg chg="mod">
          <ac:chgData name="Mitra, Sayan" userId="5f9b069e-390c-41f3-af3f-6bd4b0fb9710" providerId="ADAL" clId="{247990A0-5FB5-454A-A678-7CD2BB4D3666}" dt="2022-07-05T15:37:26.591" v="442" actId="20577"/>
          <ac:spMkLst>
            <pc:docMk/>
            <pc:sldMk cId="3176385444" sldId="6223"/>
            <ac:spMk id="3" creationId="{56ABD41D-4A61-4F6C-B72A-14E2F1FDC4C2}"/>
          </ac:spMkLst>
        </pc:spChg>
        <pc:graphicFrameChg chg="modGraphic">
          <ac:chgData name="Mitra, Sayan" userId="5f9b069e-390c-41f3-af3f-6bd4b0fb9710" providerId="ADAL" clId="{247990A0-5FB5-454A-A678-7CD2BB4D3666}" dt="2022-07-05T15:37:16.925" v="431" actId="14100"/>
          <ac:graphicFrameMkLst>
            <pc:docMk/>
            <pc:sldMk cId="3176385444" sldId="6223"/>
            <ac:graphicFrameMk id="5" creationId="{479A05EA-D033-4B78-A48A-AAB6B2315622}"/>
          </ac:graphicFrameMkLst>
        </pc:graphicFrameChg>
      </pc:sldChg>
      <pc:sldChg chg="modSp mod">
        <pc:chgData name="Mitra, Sayan" userId="5f9b069e-390c-41f3-af3f-6bd4b0fb9710" providerId="ADAL" clId="{247990A0-5FB5-454A-A678-7CD2BB4D3666}" dt="2022-07-05T23:52:36.095" v="1444" actId="313"/>
        <pc:sldMkLst>
          <pc:docMk/>
          <pc:sldMk cId="4088684023" sldId="6225"/>
        </pc:sldMkLst>
        <pc:spChg chg="mod">
          <ac:chgData name="Mitra, Sayan" userId="5f9b069e-390c-41f3-af3f-6bd4b0fb9710" providerId="ADAL" clId="{247990A0-5FB5-454A-A678-7CD2BB4D3666}" dt="2022-07-05T23:52:36.095" v="1444" actId="313"/>
          <ac:spMkLst>
            <pc:docMk/>
            <pc:sldMk cId="4088684023" sldId="6225"/>
            <ac:spMk id="2" creationId="{188B5FD8-DE7F-4FEB-9F3A-5D07FE22260C}"/>
          </ac:spMkLst>
        </pc:spChg>
      </pc:sldChg>
      <pc:sldChg chg="modSp mod">
        <pc:chgData name="Mitra, Sayan" userId="5f9b069e-390c-41f3-af3f-6bd4b0fb9710" providerId="ADAL" clId="{247990A0-5FB5-454A-A678-7CD2BB4D3666}" dt="2022-07-05T17:55:43.257" v="818" actId="20577"/>
        <pc:sldMkLst>
          <pc:docMk/>
          <pc:sldMk cId="1141558077" sldId="6227"/>
        </pc:sldMkLst>
        <pc:graphicFrameChg chg="mod modGraphic">
          <ac:chgData name="Mitra, Sayan" userId="5f9b069e-390c-41f3-af3f-6bd4b0fb9710" providerId="ADAL" clId="{247990A0-5FB5-454A-A678-7CD2BB4D3666}" dt="2022-07-05T17:55:43.257" v="818" actId="20577"/>
          <ac:graphicFrameMkLst>
            <pc:docMk/>
            <pc:sldMk cId="1141558077" sldId="6227"/>
            <ac:graphicFrameMk id="70" creationId="{A5607D2C-9A90-403F-9D7B-D5A60DFC328A}"/>
          </ac:graphicFrameMkLst>
        </pc:graphicFrameChg>
      </pc:sldChg>
      <pc:sldChg chg="modSp del mod">
        <pc:chgData name="Mitra, Sayan" userId="5f9b069e-390c-41f3-af3f-6bd4b0fb9710" providerId="ADAL" clId="{247990A0-5FB5-454A-A678-7CD2BB4D3666}" dt="2022-07-05T23:49:08.886" v="1438" actId="47"/>
        <pc:sldMkLst>
          <pc:docMk/>
          <pc:sldMk cId="4143385506" sldId="6227"/>
        </pc:sldMkLst>
        <pc:graphicFrameChg chg="mod modGraphic">
          <ac:chgData name="Mitra, Sayan" userId="5f9b069e-390c-41f3-af3f-6bd4b0fb9710" providerId="ADAL" clId="{247990A0-5FB5-454A-A678-7CD2BB4D3666}" dt="2022-07-05T18:47:49.258" v="1240" actId="20577"/>
          <ac:graphicFrameMkLst>
            <pc:docMk/>
            <pc:sldMk cId="4143385506" sldId="6227"/>
            <ac:graphicFrameMk id="70" creationId="{A5607D2C-9A90-403F-9D7B-D5A60DFC328A}"/>
          </ac:graphicFrameMkLst>
        </pc:graphicFrameChg>
      </pc:sldChg>
      <pc:sldChg chg="modSp del mod">
        <pc:chgData name="Mitra, Sayan" userId="5f9b069e-390c-41f3-af3f-6bd4b0fb9710" providerId="ADAL" clId="{247990A0-5FB5-454A-A678-7CD2BB4D3666}" dt="2022-07-05T23:49:09.472" v="1439" actId="47"/>
        <pc:sldMkLst>
          <pc:docMk/>
          <pc:sldMk cId="83819754" sldId="6229"/>
        </pc:sldMkLst>
        <pc:graphicFrameChg chg="mod modGraphic">
          <ac:chgData name="Mitra, Sayan" userId="5f9b069e-390c-41f3-af3f-6bd4b0fb9710" providerId="ADAL" clId="{247990A0-5FB5-454A-A678-7CD2BB4D3666}" dt="2022-07-05T18:34:23.301" v="990" actId="113"/>
          <ac:graphicFrameMkLst>
            <pc:docMk/>
            <pc:sldMk cId="83819754" sldId="6229"/>
            <ac:graphicFrameMk id="6" creationId="{F2997122-C0B1-4816-9C29-107D78612FB5}"/>
          </ac:graphicFrameMkLst>
        </pc:graphicFrameChg>
      </pc:sldChg>
      <pc:sldChg chg="modSp mod">
        <pc:chgData name="Mitra, Sayan" userId="5f9b069e-390c-41f3-af3f-6bd4b0fb9710" providerId="ADAL" clId="{247990A0-5FB5-454A-A678-7CD2BB4D3666}" dt="2022-07-05T17:42:58.597" v="786" actId="20577"/>
        <pc:sldMkLst>
          <pc:docMk/>
          <pc:sldMk cId="4043254352" sldId="6229"/>
        </pc:sldMkLst>
        <pc:graphicFrameChg chg="mod modGraphic">
          <ac:chgData name="Mitra, Sayan" userId="5f9b069e-390c-41f3-af3f-6bd4b0fb9710" providerId="ADAL" clId="{247990A0-5FB5-454A-A678-7CD2BB4D3666}" dt="2022-07-05T17:42:58.597" v="786" actId="20577"/>
          <ac:graphicFrameMkLst>
            <pc:docMk/>
            <pc:sldMk cId="4043254352" sldId="6229"/>
            <ac:graphicFrameMk id="6" creationId="{F2997122-C0B1-4816-9C29-107D78612FB5}"/>
          </ac:graphicFrameMkLst>
        </pc:graphicFrameChg>
      </pc:sldChg>
      <pc:sldChg chg="del">
        <pc:chgData name="Mitra, Sayan" userId="5f9b069e-390c-41f3-af3f-6bd4b0fb9710" providerId="ADAL" clId="{247990A0-5FB5-454A-A678-7CD2BB4D3666}" dt="2022-07-05T14:58:22.859" v="391" actId="47"/>
        <pc:sldMkLst>
          <pc:docMk/>
          <pc:sldMk cId="1059635595" sldId="6230"/>
        </pc:sldMkLst>
      </pc:sldChg>
      <pc:sldChg chg="addSp delSp modSp mod">
        <pc:chgData name="Mitra, Sayan" userId="5f9b069e-390c-41f3-af3f-6bd4b0fb9710" providerId="ADAL" clId="{247990A0-5FB5-454A-A678-7CD2BB4D3666}" dt="2022-07-05T18:32:25.444" v="980" actId="1037"/>
        <pc:sldMkLst>
          <pc:docMk/>
          <pc:sldMk cId="3887181450" sldId="6231"/>
        </pc:sldMkLst>
        <pc:spChg chg="mod">
          <ac:chgData name="Mitra, Sayan" userId="5f9b069e-390c-41f3-af3f-6bd4b0fb9710" providerId="ADAL" clId="{247990A0-5FB5-454A-A678-7CD2BB4D3666}" dt="2022-07-05T04:03:06.049" v="16" actId="14100"/>
          <ac:spMkLst>
            <pc:docMk/>
            <pc:sldMk cId="3887181450" sldId="6231"/>
            <ac:spMk id="126" creationId="{F32661FD-A489-44E8-B3D2-16D20863D1C6}"/>
          </ac:spMkLst>
        </pc:spChg>
        <pc:spChg chg="mod">
          <ac:chgData name="Mitra, Sayan" userId="5f9b069e-390c-41f3-af3f-6bd4b0fb9710" providerId="ADAL" clId="{247990A0-5FB5-454A-A678-7CD2BB4D3666}" dt="2022-07-05T04:03:57.355" v="33" actId="1038"/>
          <ac:spMkLst>
            <pc:docMk/>
            <pc:sldMk cId="3887181450" sldId="6231"/>
            <ac:spMk id="155" creationId="{DDAA4C94-4B64-4D4F-BE77-B75FDEC1B1C4}"/>
          </ac:spMkLst>
        </pc:spChg>
        <pc:spChg chg="mod">
          <ac:chgData name="Mitra, Sayan" userId="5f9b069e-390c-41f3-af3f-6bd4b0fb9710" providerId="ADAL" clId="{247990A0-5FB5-454A-A678-7CD2BB4D3666}" dt="2022-07-05T18:32:25.444" v="980" actId="1037"/>
          <ac:spMkLst>
            <pc:docMk/>
            <pc:sldMk cId="3887181450" sldId="6231"/>
            <ac:spMk id="159" creationId="{5E8FD718-6CEA-4E67-8ACB-77114F7DE95B}"/>
          </ac:spMkLst>
        </pc:spChg>
        <pc:spChg chg="mod">
          <ac:chgData name="Mitra, Sayan" userId="5f9b069e-390c-41f3-af3f-6bd4b0fb9710" providerId="ADAL" clId="{247990A0-5FB5-454A-A678-7CD2BB4D3666}" dt="2022-07-05T18:32:25.444" v="980" actId="1037"/>
          <ac:spMkLst>
            <pc:docMk/>
            <pc:sldMk cId="3887181450" sldId="6231"/>
            <ac:spMk id="163" creationId="{7F28C062-5AE9-476D-9F51-51DC8D89C429}"/>
          </ac:spMkLst>
        </pc:spChg>
        <pc:spChg chg="mod">
          <ac:chgData name="Mitra, Sayan" userId="5f9b069e-390c-41f3-af3f-6bd4b0fb9710" providerId="ADAL" clId="{247990A0-5FB5-454A-A678-7CD2BB4D3666}" dt="2022-07-05T18:31:36.603" v="969" actId="14100"/>
          <ac:spMkLst>
            <pc:docMk/>
            <pc:sldMk cId="3887181450" sldId="6231"/>
            <ac:spMk id="244" creationId="{7A00F606-2092-441A-91F5-FABF005828C5}"/>
          </ac:spMkLst>
        </pc:spChg>
        <pc:spChg chg="mod">
          <ac:chgData name="Mitra, Sayan" userId="5f9b069e-390c-41f3-af3f-6bd4b0fb9710" providerId="ADAL" clId="{247990A0-5FB5-454A-A678-7CD2BB4D3666}" dt="2022-07-05T18:32:25.444" v="980" actId="1037"/>
          <ac:spMkLst>
            <pc:docMk/>
            <pc:sldMk cId="3887181450" sldId="6231"/>
            <ac:spMk id="247" creationId="{568EEEE1-619E-4D17-9A6E-19A8B8FC4EC3}"/>
          </ac:spMkLst>
        </pc:spChg>
        <pc:spChg chg="mod">
          <ac:chgData name="Mitra, Sayan" userId="5f9b069e-390c-41f3-af3f-6bd4b0fb9710" providerId="ADAL" clId="{247990A0-5FB5-454A-A678-7CD2BB4D3666}" dt="2022-07-05T18:31:42.032" v="970" actId="14100"/>
          <ac:spMkLst>
            <pc:docMk/>
            <pc:sldMk cId="3887181450" sldId="6231"/>
            <ac:spMk id="253" creationId="{D698B611-C25C-4A98-9A0B-E5EB481F8DF7}"/>
          </ac:spMkLst>
        </pc:spChg>
        <pc:grpChg chg="mod">
          <ac:chgData name="Mitra, Sayan" userId="5f9b069e-390c-41f3-af3f-6bd4b0fb9710" providerId="ADAL" clId="{247990A0-5FB5-454A-A678-7CD2BB4D3666}" dt="2022-07-05T04:03:40.425" v="26" actId="14100"/>
          <ac:grpSpMkLst>
            <pc:docMk/>
            <pc:sldMk cId="3887181450" sldId="6231"/>
            <ac:grpSpMk id="145" creationId="{A2C5E4FB-AE81-4A53-BCFC-220AF0D8A58A}"/>
          </ac:grpSpMkLst>
        </pc:grpChg>
        <pc:grpChg chg="add mod">
          <ac:chgData name="Mitra, Sayan" userId="5f9b069e-390c-41f3-af3f-6bd4b0fb9710" providerId="ADAL" clId="{247990A0-5FB5-454A-A678-7CD2BB4D3666}" dt="2022-07-05T18:32:25.444" v="980" actId="1037"/>
          <ac:grpSpMkLst>
            <pc:docMk/>
            <pc:sldMk cId="3887181450" sldId="6231"/>
            <ac:grpSpMk id="157" creationId="{A619BAC4-BD68-493C-877A-F2F9DB7FF34A}"/>
          </ac:grpSpMkLst>
        </pc:grpChg>
        <pc:grpChg chg="add mod">
          <ac:chgData name="Mitra, Sayan" userId="5f9b069e-390c-41f3-af3f-6bd4b0fb9710" providerId="ADAL" clId="{247990A0-5FB5-454A-A678-7CD2BB4D3666}" dt="2022-07-05T18:32:25.444" v="980" actId="1037"/>
          <ac:grpSpMkLst>
            <pc:docMk/>
            <pc:sldMk cId="3887181450" sldId="6231"/>
            <ac:grpSpMk id="162" creationId="{EDF1E59F-EF36-4C8B-AEB7-7B9B5D53FA7A}"/>
          </ac:grpSpMkLst>
        </pc:grpChg>
        <pc:grpChg chg="mod">
          <ac:chgData name="Mitra, Sayan" userId="5f9b069e-390c-41f3-af3f-6bd4b0fb9710" providerId="ADAL" clId="{247990A0-5FB5-454A-A678-7CD2BB4D3666}" dt="2022-07-05T04:03:39.380" v="24" actId="14100"/>
          <ac:grpSpMkLst>
            <pc:docMk/>
            <pc:sldMk cId="3887181450" sldId="6231"/>
            <ac:grpSpMk id="178" creationId="{E895CABC-9B9B-43C0-A75A-CEB1B14B634C}"/>
          </ac:grpSpMkLst>
        </pc:grpChg>
        <pc:grpChg chg="mod">
          <ac:chgData name="Mitra, Sayan" userId="5f9b069e-390c-41f3-af3f-6bd4b0fb9710" providerId="ADAL" clId="{247990A0-5FB5-454A-A678-7CD2BB4D3666}" dt="2022-07-05T18:30:06.174" v="886" actId="465"/>
          <ac:grpSpMkLst>
            <pc:docMk/>
            <pc:sldMk cId="3887181450" sldId="6231"/>
            <ac:grpSpMk id="243" creationId="{BC7B1A54-65EA-4DA3-BB19-BEAF74930DE4}"/>
          </ac:grpSpMkLst>
        </pc:grpChg>
        <pc:grpChg chg="mod">
          <ac:chgData name="Mitra, Sayan" userId="5f9b069e-390c-41f3-af3f-6bd4b0fb9710" providerId="ADAL" clId="{247990A0-5FB5-454A-A678-7CD2BB4D3666}" dt="2022-07-05T18:32:25.444" v="980" actId="1037"/>
          <ac:grpSpMkLst>
            <pc:docMk/>
            <pc:sldMk cId="3887181450" sldId="6231"/>
            <ac:grpSpMk id="246" creationId="{F80F4932-AA2A-42EC-A0D9-8A53564C8185}"/>
          </ac:grpSpMkLst>
        </pc:grpChg>
        <pc:grpChg chg="del">
          <ac:chgData name="Mitra, Sayan" userId="5f9b069e-390c-41f3-af3f-6bd4b0fb9710" providerId="ADAL" clId="{247990A0-5FB5-454A-A678-7CD2BB4D3666}" dt="2022-07-05T18:29:27.290" v="879" actId="478"/>
          <ac:grpSpMkLst>
            <pc:docMk/>
            <pc:sldMk cId="3887181450" sldId="6231"/>
            <ac:grpSpMk id="249" creationId="{1634C393-6A02-432E-91CE-2682B1DE22E2}"/>
          </ac:grpSpMkLst>
        </pc:grpChg>
        <pc:grpChg chg="mod">
          <ac:chgData name="Mitra, Sayan" userId="5f9b069e-390c-41f3-af3f-6bd4b0fb9710" providerId="ADAL" clId="{247990A0-5FB5-454A-A678-7CD2BB4D3666}" dt="2022-07-05T18:31:12.946" v="967" actId="1035"/>
          <ac:grpSpMkLst>
            <pc:docMk/>
            <pc:sldMk cId="3887181450" sldId="6231"/>
            <ac:grpSpMk id="252" creationId="{20BB14FA-0E7C-42EE-A82F-30763CA7C3F5}"/>
          </ac:grpSpMkLst>
        </pc:grpChg>
        <pc:picChg chg="mod">
          <ac:chgData name="Mitra, Sayan" userId="5f9b069e-390c-41f3-af3f-6bd4b0fb9710" providerId="ADAL" clId="{247990A0-5FB5-454A-A678-7CD2BB4D3666}" dt="2022-07-05T18:32:25.444" v="980" actId="1037"/>
          <ac:picMkLst>
            <pc:docMk/>
            <pc:sldMk cId="3887181450" sldId="6231"/>
            <ac:picMk id="160" creationId="{C1DC0813-2D09-490C-8376-CB15D53028B7}"/>
          </ac:picMkLst>
        </pc:picChg>
        <pc:picChg chg="mod">
          <ac:chgData name="Mitra, Sayan" userId="5f9b069e-390c-41f3-af3f-6bd4b0fb9710" providerId="ADAL" clId="{247990A0-5FB5-454A-A678-7CD2BB4D3666}" dt="2022-07-05T18:32:25.444" v="980" actId="1037"/>
          <ac:picMkLst>
            <pc:docMk/>
            <pc:sldMk cId="3887181450" sldId="6231"/>
            <ac:picMk id="164" creationId="{4E10FF98-8F2F-4F09-A352-11205105D6EE}"/>
          </ac:picMkLst>
        </pc:picChg>
        <pc:picChg chg="mod">
          <ac:chgData name="Mitra, Sayan" userId="5f9b069e-390c-41f3-af3f-6bd4b0fb9710" providerId="ADAL" clId="{247990A0-5FB5-454A-A678-7CD2BB4D3666}" dt="2022-07-05T04:07:49.343" v="36" actId="14100"/>
          <ac:picMkLst>
            <pc:docMk/>
            <pc:sldMk cId="3887181450" sldId="6231"/>
            <ac:picMk id="179" creationId="{FEC67B5E-11A7-48AD-9609-1BF8C9B88F7D}"/>
          </ac:picMkLst>
        </pc:picChg>
        <pc:picChg chg="mod">
          <ac:chgData name="Mitra, Sayan" userId="5f9b069e-390c-41f3-af3f-6bd4b0fb9710" providerId="ADAL" clId="{247990A0-5FB5-454A-A678-7CD2BB4D3666}" dt="2022-07-05T18:30:02.951" v="885" actId="12788"/>
          <ac:picMkLst>
            <pc:docMk/>
            <pc:sldMk cId="3887181450" sldId="6231"/>
            <ac:picMk id="245" creationId="{F0273769-BEC2-43C9-AF44-FCE6ECCE41DC}"/>
          </ac:picMkLst>
        </pc:picChg>
        <pc:picChg chg="mod">
          <ac:chgData name="Mitra, Sayan" userId="5f9b069e-390c-41f3-af3f-6bd4b0fb9710" providerId="ADAL" clId="{247990A0-5FB5-454A-A678-7CD2BB4D3666}" dt="2022-07-05T18:32:25.444" v="980" actId="1037"/>
          <ac:picMkLst>
            <pc:docMk/>
            <pc:sldMk cId="3887181450" sldId="6231"/>
            <ac:picMk id="248" creationId="{5E3AC728-F2DC-459C-8C5C-E911FD55668D}"/>
          </ac:picMkLst>
        </pc:picChg>
        <pc:picChg chg="mod">
          <ac:chgData name="Mitra, Sayan" userId="5f9b069e-390c-41f3-af3f-6bd4b0fb9710" providerId="ADAL" clId="{247990A0-5FB5-454A-A678-7CD2BB4D3666}" dt="2022-07-05T18:31:12.946" v="967" actId="1035"/>
          <ac:picMkLst>
            <pc:docMk/>
            <pc:sldMk cId="3887181450" sldId="6231"/>
            <ac:picMk id="254" creationId="{522ADD94-7651-478A-831C-084D1709ED0B}"/>
          </ac:picMkLst>
        </pc:picChg>
        <pc:cxnChg chg="mod">
          <ac:chgData name="Mitra, Sayan" userId="5f9b069e-390c-41f3-af3f-6bd4b0fb9710" providerId="ADAL" clId="{247990A0-5FB5-454A-A678-7CD2BB4D3666}" dt="2022-07-05T04:03:57.355" v="33" actId="1038"/>
          <ac:cxnSpMkLst>
            <pc:docMk/>
            <pc:sldMk cId="3887181450" sldId="6231"/>
            <ac:cxnSpMk id="156" creationId="{A603A399-3E24-400C-92B3-5D675D987533}"/>
          </ac:cxnSpMkLst>
        </pc:cxnChg>
      </pc:sldChg>
      <pc:sldChg chg="addSp delSp modSp mod">
        <pc:chgData name="Mitra, Sayan" userId="5f9b069e-390c-41f3-af3f-6bd4b0fb9710" providerId="ADAL" clId="{247990A0-5FB5-454A-A678-7CD2BB4D3666}" dt="2022-07-05T23:54:03.706" v="1476" actId="1035"/>
        <pc:sldMkLst>
          <pc:docMk/>
          <pc:sldMk cId="851322213" sldId="6232"/>
        </pc:sldMkLst>
        <pc:spChg chg="mod">
          <ac:chgData name="Mitra, Sayan" userId="5f9b069e-390c-41f3-af3f-6bd4b0fb9710" providerId="ADAL" clId="{247990A0-5FB5-454A-A678-7CD2BB4D3666}" dt="2022-07-05T15:08:54.955" v="406" actId="6549"/>
          <ac:spMkLst>
            <pc:docMk/>
            <pc:sldMk cId="851322213" sldId="6232"/>
            <ac:spMk id="70" creationId="{1B6D19CB-BA09-40D6-A717-441F2CB7319D}"/>
          </ac:spMkLst>
        </pc:spChg>
        <pc:spChg chg="mod">
          <ac:chgData name="Mitra, Sayan" userId="5f9b069e-390c-41f3-af3f-6bd4b0fb9710" providerId="ADAL" clId="{247990A0-5FB5-454A-A678-7CD2BB4D3666}" dt="2022-07-05T23:54:03.706" v="1476" actId="1035"/>
          <ac:spMkLst>
            <pc:docMk/>
            <pc:sldMk cId="851322213" sldId="6232"/>
            <ac:spMk id="137" creationId="{9BD5639C-7F65-4FA3-AA07-B9AFCCE112E8}"/>
          </ac:spMkLst>
        </pc:spChg>
        <pc:spChg chg="del">
          <ac:chgData name="Mitra, Sayan" userId="5f9b069e-390c-41f3-af3f-6bd4b0fb9710" providerId="ADAL" clId="{247990A0-5FB5-454A-A678-7CD2BB4D3666}" dt="2022-07-05T23:53:48.782" v="1446" actId="478"/>
          <ac:spMkLst>
            <pc:docMk/>
            <pc:sldMk cId="851322213" sldId="6232"/>
            <ac:spMk id="144" creationId="{EB546FE7-1481-4732-A19E-73011C2A01AE}"/>
          </ac:spMkLst>
        </pc:spChg>
        <pc:spChg chg="mod">
          <ac:chgData name="Mitra, Sayan" userId="5f9b069e-390c-41f3-af3f-6bd4b0fb9710" providerId="ADAL" clId="{247990A0-5FB5-454A-A678-7CD2BB4D3666}" dt="2022-07-05T23:54:03.706" v="1476" actId="1035"/>
          <ac:spMkLst>
            <pc:docMk/>
            <pc:sldMk cId="851322213" sldId="6232"/>
            <ac:spMk id="146" creationId="{0B1E54CB-04F0-4CA0-991A-5BB2116DC7E8}"/>
          </ac:spMkLst>
        </pc:spChg>
        <pc:grpChg chg="mod">
          <ac:chgData name="Mitra, Sayan" userId="5f9b069e-390c-41f3-af3f-6bd4b0fb9710" providerId="ADAL" clId="{247990A0-5FB5-454A-A678-7CD2BB4D3666}" dt="2022-07-05T23:54:03.706" v="1476" actId="1035"/>
          <ac:grpSpMkLst>
            <pc:docMk/>
            <pc:sldMk cId="851322213" sldId="6232"/>
            <ac:grpSpMk id="74" creationId="{EAD57067-E8C2-40BD-A651-3963BB74E3B2}"/>
          </ac:grpSpMkLst>
        </pc:grpChg>
        <pc:grpChg chg="add del">
          <ac:chgData name="Mitra, Sayan" userId="5f9b069e-390c-41f3-af3f-6bd4b0fb9710" providerId="ADAL" clId="{247990A0-5FB5-454A-A678-7CD2BB4D3666}" dt="2022-07-05T23:53:48.782" v="1446" actId="478"/>
          <ac:grpSpMkLst>
            <pc:docMk/>
            <pc:sldMk cId="851322213" sldId="6232"/>
            <ac:grpSpMk id="138" creationId="{19AF41CB-40CF-48B2-8D4A-38635EFD7168}"/>
          </ac:grpSpMkLst>
        </pc:grpChg>
        <pc:cxnChg chg="del">
          <ac:chgData name="Mitra, Sayan" userId="5f9b069e-390c-41f3-af3f-6bd4b0fb9710" providerId="ADAL" clId="{247990A0-5FB5-454A-A678-7CD2BB4D3666}" dt="2022-07-05T23:53:48.782" v="1446" actId="478"/>
          <ac:cxnSpMkLst>
            <pc:docMk/>
            <pc:sldMk cId="851322213" sldId="6232"/>
            <ac:cxnSpMk id="143" creationId="{37F20620-95C8-4235-BA62-F59F48A78169}"/>
          </ac:cxnSpMkLst>
        </pc:cxnChg>
        <pc:cxnChg chg="mod">
          <ac:chgData name="Mitra, Sayan" userId="5f9b069e-390c-41f3-af3f-6bd4b0fb9710" providerId="ADAL" clId="{247990A0-5FB5-454A-A678-7CD2BB4D3666}" dt="2022-07-05T23:54:03.706" v="1476" actId="1035"/>
          <ac:cxnSpMkLst>
            <pc:docMk/>
            <pc:sldMk cId="851322213" sldId="6232"/>
            <ac:cxnSpMk id="145" creationId="{FA58D644-A3D8-4371-9779-14A6079D9122}"/>
          </ac:cxnSpMkLst>
        </pc:cxnChg>
      </pc:sldChg>
      <pc:sldChg chg="add del">
        <pc:chgData name="Mitra, Sayan" userId="5f9b069e-390c-41f3-af3f-6bd4b0fb9710" providerId="ADAL" clId="{247990A0-5FB5-454A-A678-7CD2BB4D3666}" dt="2022-07-06T01:11:08.260" v="1511"/>
        <pc:sldMkLst>
          <pc:docMk/>
          <pc:sldMk cId="2707760952" sldId="6234"/>
        </pc:sldMkLst>
      </pc:sldChg>
      <pc:sldChg chg="modSp add del mod">
        <pc:chgData name="Mitra, Sayan" userId="5f9b069e-390c-41f3-af3f-6bd4b0fb9710" providerId="ADAL" clId="{247990A0-5FB5-454A-A678-7CD2BB4D3666}" dt="2022-07-06T01:11:08.260" v="1511"/>
        <pc:sldMkLst>
          <pc:docMk/>
          <pc:sldMk cId="978093527" sldId="6236"/>
        </pc:sldMkLst>
        <pc:spChg chg="mod">
          <ac:chgData name="Mitra, Sayan" userId="5f9b069e-390c-41f3-af3f-6bd4b0fb9710" providerId="ADAL" clId="{247990A0-5FB5-454A-A678-7CD2BB4D3666}" dt="2022-07-05T23:53:04.719" v="1445" actId="313"/>
          <ac:spMkLst>
            <pc:docMk/>
            <pc:sldMk cId="978093527" sldId="6236"/>
            <ac:spMk id="6" creationId="{7B436ACD-942B-4C57-BF8E-4F303DD8C115}"/>
          </ac:spMkLst>
        </pc:spChg>
      </pc:sldChg>
      <pc:sldChg chg="addSp modSp add del mod">
        <pc:chgData name="Mitra, Sayan" userId="5f9b069e-390c-41f3-af3f-6bd4b0fb9710" providerId="ADAL" clId="{247990A0-5FB5-454A-A678-7CD2BB4D3666}" dt="2022-07-05T13:40:15.233" v="231" actId="47"/>
        <pc:sldMkLst>
          <pc:docMk/>
          <pc:sldMk cId="191395887" sldId="6237"/>
        </pc:sldMkLst>
        <pc:spChg chg="mod">
          <ac:chgData name="Mitra, Sayan" userId="5f9b069e-390c-41f3-af3f-6bd4b0fb9710" providerId="ADAL" clId="{247990A0-5FB5-454A-A678-7CD2BB4D3666}" dt="2022-07-05T13:37:02.268" v="179" actId="1038"/>
          <ac:spMkLst>
            <pc:docMk/>
            <pc:sldMk cId="191395887" sldId="6237"/>
            <ac:spMk id="17" creationId="{00000000-0000-0000-0000-000000000000}"/>
          </ac:spMkLst>
        </pc:spChg>
        <pc:spChg chg="mod">
          <ac:chgData name="Mitra, Sayan" userId="5f9b069e-390c-41f3-af3f-6bd4b0fb9710" providerId="ADAL" clId="{247990A0-5FB5-454A-A678-7CD2BB4D3666}" dt="2022-07-05T13:37:02.268" v="179" actId="1038"/>
          <ac:spMkLst>
            <pc:docMk/>
            <pc:sldMk cId="191395887" sldId="6237"/>
            <ac:spMk id="18" creationId="{00000000-0000-0000-0000-000000000000}"/>
          </ac:spMkLst>
        </pc:spChg>
        <pc:spChg chg="mod">
          <ac:chgData name="Mitra, Sayan" userId="5f9b069e-390c-41f3-af3f-6bd4b0fb9710" providerId="ADAL" clId="{247990A0-5FB5-454A-A678-7CD2BB4D3666}" dt="2022-07-05T13:36:10.245" v="162" actId="1076"/>
          <ac:spMkLst>
            <pc:docMk/>
            <pc:sldMk cId="191395887" sldId="6237"/>
            <ac:spMk id="21" creationId="{00000000-0000-0000-0000-000000000000}"/>
          </ac:spMkLst>
        </pc:spChg>
        <pc:spChg chg="mod">
          <ac:chgData name="Mitra, Sayan" userId="5f9b069e-390c-41f3-af3f-6bd4b0fb9710" providerId="ADAL" clId="{247990A0-5FB5-454A-A678-7CD2BB4D3666}" dt="2022-07-05T13:36:10.245" v="162" actId="1076"/>
          <ac:spMkLst>
            <pc:docMk/>
            <pc:sldMk cId="191395887" sldId="6237"/>
            <ac:spMk id="22" creationId="{00000000-0000-0000-0000-000000000000}"/>
          </ac:spMkLst>
        </pc:spChg>
        <pc:spChg chg="mod">
          <ac:chgData name="Mitra, Sayan" userId="5f9b069e-390c-41f3-af3f-6bd4b0fb9710" providerId="ADAL" clId="{247990A0-5FB5-454A-A678-7CD2BB4D3666}" dt="2022-07-05T13:38:08.465" v="213" actId="1038"/>
          <ac:spMkLst>
            <pc:docMk/>
            <pc:sldMk cId="191395887" sldId="6237"/>
            <ac:spMk id="26" creationId="{00000000-0000-0000-0000-000000000000}"/>
          </ac:spMkLst>
        </pc:spChg>
        <pc:spChg chg="mod">
          <ac:chgData name="Mitra, Sayan" userId="5f9b069e-390c-41f3-af3f-6bd4b0fb9710" providerId="ADAL" clId="{247990A0-5FB5-454A-A678-7CD2BB4D3666}" dt="2022-07-05T13:38:08.465" v="213" actId="1038"/>
          <ac:spMkLst>
            <pc:docMk/>
            <pc:sldMk cId="191395887" sldId="6237"/>
            <ac:spMk id="27" creationId="{00000000-0000-0000-0000-000000000000}"/>
          </ac:spMkLst>
        </pc:spChg>
        <pc:spChg chg="mod">
          <ac:chgData name="Mitra, Sayan" userId="5f9b069e-390c-41f3-af3f-6bd4b0fb9710" providerId="ADAL" clId="{247990A0-5FB5-454A-A678-7CD2BB4D3666}" dt="2022-07-05T13:37:19.742" v="197" actId="1076"/>
          <ac:spMkLst>
            <pc:docMk/>
            <pc:sldMk cId="191395887" sldId="6237"/>
            <ac:spMk id="62" creationId="{00000000-0000-0000-0000-000000000000}"/>
          </ac:spMkLst>
        </pc:spChg>
        <pc:spChg chg="mod">
          <ac:chgData name="Mitra, Sayan" userId="5f9b069e-390c-41f3-af3f-6bd4b0fb9710" providerId="ADAL" clId="{247990A0-5FB5-454A-A678-7CD2BB4D3666}" dt="2022-07-05T13:37:19.742" v="197" actId="1076"/>
          <ac:spMkLst>
            <pc:docMk/>
            <pc:sldMk cId="191395887" sldId="6237"/>
            <ac:spMk id="63" creationId="{00000000-0000-0000-0000-000000000000}"/>
          </ac:spMkLst>
        </pc:spChg>
        <pc:grpChg chg="add mod">
          <ac:chgData name="Mitra, Sayan" userId="5f9b069e-390c-41f3-af3f-6bd4b0fb9710" providerId="ADAL" clId="{247990A0-5FB5-454A-A678-7CD2BB4D3666}" dt="2022-07-05T13:36:00.879" v="161" actId="1076"/>
          <ac:grpSpMkLst>
            <pc:docMk/>
            <pc:sldMk cId="191395887" sldId="6237"/>
            <ac:grpSpMk id="2" creationId="{B9CDBC95-EE52-4DEE-8A75-DFA7AB60401B}"/>
          </ac:grpSpMkLst>
        </pc:grpChg>
        <pc:grpChg chg="mod">
          <ac:chgData name="Mitra, Sayan" userId="5f9b069e-390c-41f3-af3f-6bd4b0fb9710" providerId="ADAL" clId="{247990A0-5FB5-454A-A678-7CD2BB4D3666}" dt="2022-07-05T13:34:54.377" v="153" actId="164"/>
          <ac:grpSpMkLst>
            <pc:docMk/>
            <pc:sldMk cId="191395887" sldId="6237"/>
            <ac:grpSpMk id="4" creationId="{00000000-0000-0000-0000-000000000000}"/>
          </ac:grpSpMkLst>
        </pc:grpChg>
        <pc:grpChg chg="mod">
          <ac:chgData name="Mitra, Sayan" userId="5f9b069e-390c-41f3-af3f-6bd4b0fb9710" providerId="ADAL" clId="{247990A0-5FB5-454A-A678-7CD2BB4D3666}" dt="2022-07-05T13:36:10.245" v="162" actId="1076"/>
          <ac:grpSpMkLst>
            <pc:docMk/>
            <pc:sldMk cId="191395887" sldId="6237"/>
            <ac:grpSpMk id="5" creationId="{00000000-0000-0000-0000-000000000000}"/>
          </ac:grpSpMkLst>
        </pc:grpChg>
        <pc:grpChg chg="mod">
          <ac:chgData name="Mitra, Sayan" userId="5f9b069e-390c-41f3-af3f-6bd4b0fb9710" providerId="ADAL" clId="{247990A0-5FB5-454A-A678-7CD2BB4D3666}" dt="2022-07-05T13:38:08.465" v="213" actId="1038"/>
          <ac:grpSpMkLst>
            <pc:docMk/>
            <pc:sldMk cId="191395887" sldId="6237"/>
            <ac:grpSpMk id="8" creationId="{00000000-0000-0000-0000-000000000000}"/>
          </ac:grpSpMkLst>
        </pc:grpChg>
        <pc:grpChg chg="mod">
          <ac:chgData name="Mitra, Sayan" userId="5f9b069e-390c-41f3-af3f-6bd4b0fb9710" providerId="ADAL" clId="{247990A0-5FB5-454A-A678-7CD2BB4D3666}" dt="2022-07-05T13:37:02.268" v="179" actId="1038"/>
          <ac:grpSpMkLst>
            <pc:docMk/>
            <pc:sldMk cId="191395887" sldId="6237"/>
            <ac:grpSpMk id="9" creationId="{00000000-0000-0000-0000-000000000000}"/>
          </ac:grpSpMkLst>
        </pc:grpChg>
        <pc:grpChg chg="mod">
          <ac:chgData name="Mitra, Sayan" userId="5f9b069e-390c-41f3-af3f-6bd4b0fb9710" providerId="ADAL" clId="{247990A0-5FB5-454A-A678-7CD2BB4D3666}" dt="2022-07-05T13:37:19.742" v="197" actId="1076"/>
          <ac:grpSpMkLst>
            <pc:docMk/>
            <pc:sldMk cId="191395887" sldId="6237"/>
            <ac:grpSpMk id="10" creationId="{00000000-0000-0000-0000-000000000000}"/>
          </ac:grpSpMkLst>
        </pc:grpChg>
        <pc:grpChg chg="mod">
          <ac:chgData name="Mitra, Sayan" userId="5f9b069e-390c-41f3-af3f-6bd4b0fb9710" providerId="ADAL" clId="{247990A0-5FB5-454A-A678-7CD2BB4D3666}" dt="2022-07-05T13:35:35.769" v="159" actId="164"/>
          <ac:grpSpMkLst>
            <pc:docMk/>
            <pc:sldMk cId="191395887" sldId="6237"/>
            <ac:grpSpMk id="11" creationId="{00000000-0000-0000-0000-000000000000}"/>
          </ac:grpSpMkLst>
        </pc:grpChg>
        <pc:grpChg chg="mod">
          <ac:chgData name="Mitra, Sayan" userId="5f9b069e-390c-41f3-af3f-6bd4b0fb9710" providerId="ADAL" clId="{247990A0-5FB5-454A-A678-7CD2BB4D3666}" dt="2022-07-05T13:35:29.613" v="158" actId="164"/>
          <ac:grpSpMkLst>
            <pc:docMk/>
            <pc:sldMk cId="191395887" sldId="6237"/>
            <ac:grpSpMk id="12" creationId="{00000000-0000-0000-0000-000000000000}"/>
          </ac:grpSpMkLst>
        </pc:grpChg>
        <pc:grpChg chg="add mod">
          <ac:chgData name="Mitra, Sayan" userId="5f9b069e-390c-41f3-af3f-6bd4b0fb9710" providerId="ADAL" clId="{247990A0-5FB5-454A-A678-7CD2BB4D3666}" dt="2022-07-05T13:37:02.268" v="179" actId="1038"/>
          <ac:grpSpMkLst>
            <pc:docMk/>
            <pc:sldMk cId="191395887" sldId="6237"/>
            <ac:grpSpMk id="19" creationId="{13391E1F-827F-41B9-8728-1F953720CD76}"/>
          </ac:grpSpMkLst>
        </pc:grpChg>
        <pc:grpChg chg="add mod">
          <ac:chgData name="Mitra, Sayan" userId="5f9b069e-390c-41f3-af3f-6bd4b0fb9710" providerId="ADAL" clId="{247990A0-5FB5-454A-A678-7CD2BB4D3666}" dt="2022-07-05T13:37:19.742" v="197" actId="1076"/>
          <ac:grpSpMkLst>
            <pc:docMk/>
            <pc:sldMk cId="191395887" sldId="6237"/>
            <ac:grpSpMk id="20" creationId="{5CA605C2-5B3F-4C5B-AE6A-5127CA373BB2}"/>
          </ac:grpSpMkLst>
        </pc:grpChg>
        <pc:grpChg chg="add mod">
          <ac:chgData name="Mitra, Sayan" userId="5f9b069e-390c-41f3-af3f-6bd4b0fb9710" providerId="ADAL" clId="{247990A0-5FB5-454A-A678-7CD2BB4D3666}" dt="2022-07-05T13:38:08.465" v="213" actId="1038"/>
          <ac:grpSpMkLst>
            <pc:docMk/>
            <pc:sldMk cId="191395887" sldId="6237"/>
            <ac:grpSpMk id="23" creationId="{0FF60E07-EBBF-48D4-8B8D-DB4AFC5380FA}"/>
          </ac:grpSpMkLst>
        </pc:grpChg>
        <pc:grpChg chg="add mod">
          <ac:chgData name="Mitra, Sayan" userId="5f9b069e-390c-41f3-af3f-6bd4b0fb9710" providerId="ADAL" clId="{247990A0-5FB5-454A-A678-7CD2BB4D3666}" dt="2022-07-05T13:36:10.245" v="162" actId="1076"/>
          <ac:grpSpMkLst>
            <pc:docMk/>
            <pc:sldMk cId="191395887" sldId="6237"/>
            <ac:grpSpMk id="28" creationId="{381CE61C-1C79-4A48-8167-DDA72E0B9EB3}"/>
          </ac:grpSpMkLst>
        </pc:grpChg>
        <pc:grpChg chg="add mod">
          <ac:chgData name="Mitra, Sayan" userId="5f9b069e-390c-41f3-af3f-6bd4b0fb9710" providerId="ADAL" clId="{247990A0-5FB5-454A-A678-7CD2BB4D3666}" dt="2022-07-05T13:35:29.613" v="158" actId="164"/>
          <ac:grpSpMkLst>
            <pc:docMk/>
            <pc:sldMk cId="191395887" sldId="6237"/>
            <ac:grpSpMk id="29" creationId="{BF76E6A4-9B26-4505-9CA0-7FC33BADD7E8}"/>
          </ac:grpSpMkLst>
        </pc:grpChg>
        <pc:grpChg chg="add mod">
          <ac:chgData name="Mitra, Sayan" userId="5f9b069e-390c-41f3-af3f-6bd4b0fb9710" providerId="ADAL" clId="{247990A0-5FB5-454A-A678-7CD2BB4D3666}" dt="2022-07-05T13:35:35.769" v="159" actId="164"/>
          <ac:grpSpMkLst>
            <pc:docMk/>
            <pc:sldMk cId="191395887" sldId="6237"/>
            <ac:grpSpMk id="30" creationId="{AF6F39DE-9084-4A8F-A3FD-258AD77C9C91}"/>
          </ac:grpSpMkLst>
        </pc:grpChg>
        <pc:grpChg chg="add mod">
          <ac:chgData name="Mitra, Sayan" userId="5f9b069e-390c-41f3-af3f-6bd4b0fb9710" providerId="ADAL" clId="{247990A0-5FB5-454A-A678-7CD2BB4D3666}" dt="2022-07-05T13:35:47.759" v="160" actId="164"/>
          <ac:grpSpMkLst>
            <pc:docMk/>
            <pc:sldMk cId="191395887" sldId="6237"/>
            <ac:grpSpMk id="31" creationId="{209EC2D9-EE0B-46A8-B235-E6B2EEEAA245}"/>
          </ac:grpSpMkLst>
        </pc:grpChg>
        <pc:grpChg chg="mod">
          <ac:chgData name="Mitra, Sayan" userId="5f9b069e-390c-41f3-af3f-6bd4b0fb9710" providerId="ADAL" clId="{247990A0-5FB5-454A-A678-7CD2BB4D3666}" dt="2022-07-05T13:35:47.759" v="160" actId="164"/>
          <ac:grpSpMkLst>
            <pc:docMk/>
            <pc:sldMk cId="191395887" sldId="6237"/>
            <ac:grpSpMk id="33" creationId="{DA6B47CC-279F-4AD7-8B4C-C5743F06AE3E}"/>
          </ac:grpSpMkLst>
        </pc:grpChg>
        <pc:picChg chg="mod">
          <ac:chgData name="Mitra, Sayan" userId="5f9b069e-390c-41f3-af3f-6bd4b0fb9710" providerId="ADAL" clId="{247990A0-5FB5-454A-A678-7CD2BB4D3666}" dt="2022-07-05T13:37:02.268" v="179" actId="1038"/>
          <ac:picMkLst>
            <pc:docMk/>
            <pc:sldMk cId="191395887" sldId="6237"/>
            <ac:picMk id="13" creationId="{7B5E8804-FDEC-2B9C-95DA-46C847E98A26}"/>
          </ac:picMkLst>
        </pc:picChg>
        <pc:picChg chg="mod">
          <ac:chgData name="Mitra, Sayan" userId="5f9b069e-390c-41f3-af3f-6bd4b0fb9710" providerId="ADAL" clId="{247990A0-5FB5-454A-A678-7CD2BB4D3666}" dt="2022-07-05T13:35:29.613" v="158" actId="164"/>
          <ac:picMkLst>
            <pc:docMk/>
            <pc:sldMk cId="191395887" sldId="6237"/>
            <ac:picMk id="16" creationId="{4C7FFE5B-9091-4CD5-9D22-B0DD4D5E184A}"/>
          </ac:picMkLst>
        </pc:picChg>
        <pc:picChg chg="mod">
          <ac:chgData name="Mitra, Sayan" userId="5f9b069e-390c-41f3-af3f-6bd4b0fb9710" providerId="ADAL" clId="{247990A0-5FB5-454A-A678-7CD2BB4D3666}" dt="2022-07-05T13:37:19.742" v="197" actId="1076"/>
          <ac:picMkLst>
            <pc:docMk/>
            <pc:sldMk cId="191395887" sldId="6237"/>
            <ac:picMk id="34" creationId="{CAF450C8-6D7B-40C9-B704-56BF7AA0BA83}"/>
          </ac:picMkLst>
        </pc:picChg>
        <pc:picChg chg="mod">
          <ac:chgData name="Mitra, Sayan" userId="5f9b069e-390c-41f3-af3f-6bd4b0fb9710" providerId="ADAL" clId="{247990A0-5FB5-454A-A678-7CD2BB4D3666}" dt="2022-07-05T13:35:35.769" v="159" actId="164"/>
          <ac:picMkLst>
            <pc:docMk/>
            <pc:sldMk cId="191395887" sldId="6237"/>
            <ac:picMk id="35" creationId="{052C810A-B2DF-41DE-9409-E7B81B1D2CD6}"/>
          </ac:picMkLst>
        </pc:picChg>
        <pc:picChg chg="mod">
          <ac:chgData name="Mitra, Sayan" userId="5f9b069e-390c-41f3-af3f-6bd4b0fb9710" providerId="ADAL" clId="{247990A0-5FB5-454A-A678-7CD2BB4D3666}" dt="2022-07-05T13:36:10.245" v="162" actId="1076"/>
          <ac:picMkLst>
            <pc:docMk/>
            <pc:sldMk cId="191395887" sldId="6237"/>
            <ac:picMk id="37" creationId="{26B73C00-C2A9-4E1D-86C1-9427316ED17F}"/>
          </ac:picMkLst>
        </pc:picChg>
        <pc:picChg chg="mod">
          <ac:chgData name="Mitra, Sayan" userId="5f9b069e-390c-41f3-af3f-6bd4b0fb9710" providerId="ADAL" clId="{247990A0-5FB5-454A-A678-7CD2BB4D3666}" dt="2022-07-05T13:38:08.465" v="213" actId="1038"/>
          <ac:picMkLst>
            <pc:docMk/>
            <pc:sldMk cId="191395887" sldId="6237"/>
            <ac:picMk id="39" creationId="{A2B24A8C-4228-4479-AC7A-CD8CD6C442BC}"/>
          </ac:picMkLst>
        </pc:picChg>
        <pc:picChg chg="mod">
          <ac:chgData name="Mitra, Sayan" userId="5f9b069e-390c-41f3-af3f-6bd4b0fb9710" providerId="ADAL" clId="{247990A0-5FB5-454A-A678-7CD2BB4D3666}" dt="2022-07-05T13:34:54.377" v="153" actId="164"/>
          <ac:picMkLst>
            <pc:docMk/>
            <pc:sldMk cId="191395887" sldId="6237"/>
            <ac:picMk id="41" creationId="{3436487B-B473-4839-8259-D2329A94BA6A}"/>
          </ac:picMkLst>
        </pc:picChg>
        <pc:picChg chg="mod">
          <ac:chgData name="Mitra, Sayan" userId="5f9b069e-390c-41f3-af3f-6bd4b0fb9710" providerId="ADAL" clId="{247990A0-5FB5-454A-A678-7CD2BB4D3666}" dt="2022-07-05T13:35:47.759" v="160" actId="164"/>
          <ac:picMkLst>
            <pc:docMk/>
            <pc:sldMk cId="191395887" sldId="6237"/>
            <ac:picMk id="1026" creationId="{DB65D9E8-42CF-470D-89DE-4C414AE713D4}"/>
          </ac:picMkLst>
        </pc:picChg>
        <pc:cxnChg chg="add mod">
          <ac:chgData name="Mitra, Sayan" userId="5f9b069e-390c-41f3-af3f-6bd4b0fb9710" providerId="ADAL" clId="{247990A0-5FB5-454A-A678-7CD2BB4D3666}" dt="2022-07-05T13:38:13.349" v="214" actId="14100"/>
          <ac:cxnSpMkLst>
            <pc:docMk/>
            <pc:sldMk cId="191395887" sldId="6237"/>
            <ac:cxnSpMk id="38" creationId="{B6975CDE-1AF3-46EC-BD53-166F939D310E}"/>
          </ac:cxnSpMkLst>
        </pc:cxnChg>
        <pc:cxnChg chg="add">
          <ac:chgData name="Mitra, Sayan" userId="5f9b069e-390c-41f3-af3f-6bd4b0fb9710" providerId="ADAL" clId="{247990A0-5FB5-454A-A678-7CD2BB4D3666}" dt="2022-07-05T13:37:48.944" v="199" actId="11529"/>
          <ac:cxnSpMkLst>
            <pc:docMk/>
            <pc:sldMk cId="191395887" sldId="6237"/>
            <ac:cxnSpMk id="45" creationId="{D10D818A-B0E1-45DC-8EAF-60E4C4B515DA}"/>
          </ac:cxnSpMkLst>
        </pc:cxnChg>
        <pc:cxnChg chg="add">
          <ac:chgData name="Mitra, Sayan" userId="5f9b069e-390c-41f3-af3f-6bd4b0fb9710" providerId="ADAL" clId="{247990A0-5FB5-454A-A678-7CD2BB4D3666}" dt="2022-07-05T13:38:03.298" v="200" actId="11529"/>
          <ac:cxnSpMkLst>
            <pc:docMk/>
            <pc:sldMk cId="191395887" sldId="6237"/>
            <ac:cxnSpMk id="47" creationId="{85DE82F5-1C45-4ABA-94CD-3B2C8ABB43C7}"/>
          </ac:cxnSpMkLst>
        </pc:cxnChg>
        <pc:cxnChg chg="add">
          <ac:chgData name="Mitra, Sayan" userId="5f9b069e-390c-41f3-af3f-6bd4b0fb9710" providerId="ADAL" clId="{247990A0-5FB5-454A-A678-7CD2BB4D3666}" dt="2022-07-05T13:38:28.443" v="215" actId="11529"/>
          <ac:cxnSpMkLst>
            <pc:docMk/>
            <pc:sldMk cId="191395887" sldId="6237"/>
            <ac:cxnSpMk id="50" creationId="{B40CA32F-E7C3-4213-90FA-713CD5D2FA8C}"/>
          </ac:cxnSpMkLst>
        </pc:cxnChg>
        <pc:cxnChg chg="add">
          <ac:chgData name="Mitra, Sayan" userId="5f9b069e-390c-41f3-af3f-6bd4b0fb9710" providerId="ADAL" clId="{247990A0-5FB5-454A-A678-7CD2BB4D3666}" dt="2022-07-05T13:38:39.687" v="216" actId="11529"/>
          <ac:cxnSpMkLst>
            <pc:docMk/>
            <pc:sldMk cId="191395887" sldId="6237"/>
            <ac:cxnSpMk id="52" creationId="{CE09433F-AC35-4297-8C7F-863032EF1D13}"/>
          </ac:cxnSpMkLst>
        </pc:cxnChg>
      </pc:sldChg>
      <pc:sldChg chg="addSp delSp modSp add mod addCm delCm">
        <pc:chgData name="Mitra, Sayan" userId="5f9b069e-390c-41f3-af3f-6bd4b0fb9710" providerId="ADAL" clId="{247990A0-5FB5-454A-A678-7CD2BB4D3666}" dt="2022-07-05T23:55:35.093" v="1487" actId="692"/>
        <pc:sldMkLst>
          <pc:docMk/>
          <pc:sldMk cId="2460166273" sldId="6238"/>
        </pc:sldMkLst>
        <pc:spChg chg="add mod">
          <ac:chgData name="Mitra, Sayan" userId="5f9b069e-390c-41f3-af3f-6bd4b0fb9710" providerId="ADAL" clId="{247990A0-5FB5-454A-A678-7CD2BB4D3666}" dt="2022-07-05T23:55:35.093" v="1487" actId="692"/>
          <ac:spMkLst>
            <pc:docMk/>
            <pc:sldMk cId="2460166273" sldId="6238"/>
            <ac:spMk id="20" creationId="{47DC49C3-ACA2-4949-9833-997E911D2B49}"/>
          </ac:spMkLst>
        </pc:spChg>
        <pc:spChg chg="mod">
          <ac:chgData name="Mitra, Sayan" userId="5f9b069e-390c-41f3-af3f-6bd4b0fb9710" providerId="ADAL" clId="{247990A0-5FB5-454A-A678-7CD2BB4D3666}" dt="2022-07-05T13:40:06.775" v="230" actId="1038"/>
          <ac:spMkLst>
            <pc:docMk/>
            <pc:sldMk cId="2460166273" sldId="6238"/>
            <ac:spMk id="26" creationId="{00000000-0000-0000-0000-000000000000}"/>
          </ac:spMkLst>
        </pc:spChg>
        <pc:spChg chg="mod">
          <ac:chgData name="Mitra, Sayan" userId="5f9b069e-390c-41f3-af3f-6bd4b0fb9710" providerId="ADAL" clId="{247990A0-5FB5-454A-A678-7CD2BB4D3666}" dt="2022-07-05T13:40:06.775" v="230" actId="1038"/>
          <ac:spMkLst>
            <pc:docMk/>
            <pc:sldMk cId="2460166273" sldId="6238"/>
            <ac:spMk id="27" creationId="{00000000-0000-0000-0000-000000000000}"/>
          </ac:spMkLst>
        </pc:spChg>
        <pc:spChg chg="add del mod topLvl">
          <ac:chgData name="Mitra, Sayan" userId="5f9b069e-390c-41f3-af3f-6bd4b0fb9710" providerId="ADAL" clId="{247990A0-5FB5-454A-A678-7CD2BB4D3666}" dt="2022-07-05T23:54:41.589" v="1479" actId="478"/>
          <ac:spMkLst>
            <pc:docMk/>
            <pc:sldMk cId="2460166273" sldId="6238"/>
            <ac:spMk id="36" creationId="{E880922B-2571-4272-970E-ED010AA8C03A}"/>
          </ac:spMkLst>
        </pc:spChg>
        <pc:spChg chg="mod topLvl">
          <ac:chgData name="Mitra, Sayan" userId="5f9b069e-390c-41f3-af3f-6bd4b0fb9710" providerId="ADAL" clId="{247990A0-5FB5-454A-A678-7CD2BB4D3666}" dt="2022-07-05T23:54:46.560" v="1480" actId="14100"/>
          <ac:spMkLst>
            <pc:docMk/>
            <pc:sldMk cId="2460166273" sldId="6238"/>
            <ac:spMk id="40" creationId="{8A7FD379-AE0F-4B68-9756-B86604DC0B46}"/>
          </ac:spMkLst>
        </pc:spChg>
        <pc:grpChg chg="add mod">
          <ac:chgData name="Mitra, Sayan" userId="5f9b069e-390c-41f3-af3f-6bd4b0fb9710" providerId="ADAL" clId="{247990A0-5FB5-454A-A678-7CD2BB4D3666}" dt="2022-07-05T13:39:54.709" v="224" actId="1076"/>
          <ac:grpSpMkLst>
            <pc:docMk/>
            <pc:sldMk cId="2460166273" sldId="6238"/>
            <ac:grpSpMk id="2" creationId="{67F0BD0C-9FBE-4CAB-B705-FB51E242835D}"/>
          </ac:grpSpMkLst>
        </pc:grpChg>
        <pc:grpChg chg="mod">
          <ac:chgData name="Mitra, Sayan" userId="5f9b069e-390c-41f3-af3f-6bd4b0fb9710" providerId="ADAL" clId="{247990A0-5FB5-454A-A678-7CD2BB4D3666}" dt="2022-07-05T13:39:23.327" v="220" actId="164"/>
          <ac:grpSpMkLst>
            <pc:docMk/>
            <pc:sldMk cId="2460166273" sldId="6238"/>
            <ac:grpSpMk id="4" creationId="{00000000-0000-0000-0000-000000000000}"/>
          </ac:grpSpMkLst>
        </pc:grpChg>
        <pc:grpChg chg="mod">
          <ac:chgData name="Mitra, Sayan" userId="5f9b069e-390c-41f3-af3f-6bd4b0fb9710" providerId="ADAL" clId="{247990A0-5FB5-454A-A678-7CD2BB4D3666}" dt="2022-07-05T13:40:06.775" v="230" actId="1038"/>
          <ac:grpSpMkLst>
            <pc:docMk/>
            <pc:sldMk cId="2460166273" sldId="6238"/>
            <ac:grpSpMk id="8" creationId="{00000000-0000-0000-0000-000000000000}"/>
          </ac:grpSpMkLst>
        </pc:grpChg>
        <pc:grpChg chg="add mod">
          <ac:chgData name="Mitra, Sayan" userId="5f9b069e-390c-41f3-af3f-6bd4b0fb9710" providerId="ADAL" clId="{247990A0-5FB5-454A-A678-7CD2BB4D3666}" dt="2022-07-05T13:40:06.775" v="230" actId="1038"/>
          <ac:grpSpMkLst>
            <pc:docMk/>
            <pc:sldMk cId="2460166273" sldId="6238"/>
            <ac:grpSpMk id="19" creationId="{29B7136F-A342-4E96-B86A-F635D3C9F646}"/>
          </ac:grpSpMkLst>
        </pc:grpChg>
        <pc:grpChg chg="add del">
          <ac:chgData name="Mitra, Sayan" userId="5f9b069e-390c-41f3-af3f-6bd4b0fb9710" providerId="ADAL" clId="{247990A0-5FB5-454A-A678-7CD2BB4D3666}" dt="2022-07-05T23:54:41.589" v="1479" actId="478"/>
          <ac:grpSpMkLst>
            <pc:docMk/>
            <pc:sldMk cId="2460166273" sldId="6238"/>
            <ac:grpSpMk id="33" creationId="{DA6B47CC-279F-4AD7-8B4C-C5743F06AE3E}"/>
          </ac:grpSpMkLst>
        </pc:grpChg>
        <pc:picChg chg="mod">
          <ac:chgData name="Mitra, Sayan" userId="5f9b069e-390c-41f3-af3f-6bd4b0fb9710" providerId="ADAL" clId="{247990A0-5FB5-454A-A678-7CD2BB4D3666}" dt="2022-07-05T13:40:06.775" v="230" actId="1038"/>
          <ac:picMkLst>
            <pc:docMk/>
            <pc:sldMk cId="2460166273" sldId="6238"/>
            <ac:picMk id="39" creationId="{A2B24A8C-4228-4479-AC7A-CD8CD6C442BC}"/>
          </ac:picMkLst>
        </pc:picChg>
        <pc:picChg chg="mod">
          <ac:chgData name="Mitra, Sayan" userId="5f9b069e-390c-41f3-af3f-6bd4b0fb9710" providerId="ADAL" clId="{247990A0-5FB5-454A-A678-7CD2BB4D3666}" dt="2022-07-05T13:39:23.327" v="220" actId="164"/>
          <ac:picMkLst>
            <pc:docMk/>
            <pc:sldMk cId="2460166273" sldId="6238"/>
            <ac:picMk id="41" creationId="{3436487B-B473-4839-8259-D2329A94BA6A}"/>
          </ac:picMkLst>
        </pc:picChg>
      </pc:sldChg>
      <pc:sldChg chg="ord">
        <pc:chgData name="Mitra, Sayan" userId="5f9b069e-390c-41f3-af3f-6bd4b0fb9710" providerId="ADAL" clId="{247990A0-5FB5-454A-A678-7CD2BB4D3666}" dt="2022-07-05T17:39:29.331" v="730"/>
        <pc:sldMkLst>
          <pc:docMk/>
          <pc:sldMk cId="2577780975" sldId="6239"/>
        </pc:sldMkLst>
      </pc:sldChg>
      <pc:sldChg chg="modSp mod">
        <pc:chgData name="Mitra, Sayan" userId="5f9b069e-390c-41f3-af3f-6bd4b0fb9710" providerId="ADAL" clId="{247990A0-5FB5-454A-A678-7CD2BB4D3666}" dt="2022-07-05T18:47:00.880" v="1227" actId="20577"/>
        <pc:sldMkLst>
          <pc:docMk/>
          <pc:sldMk cId="587108178" sldId="6240"/>
        </pc:sldMkLst>
        <pc:graphicFrameChg chg="modGraphic">
          <ac:chgData name="Mitra, Sayan" userId="5f9b069e-390c-41f3-af3f-6bd4b0fb9710" providerId="ADAL" clId="{247990A0-5FB5-454A-A678-7CD2BB4D3666}" dt="2022-07-05T18:47:00.880" v="1227" actId="20577"/>
          <ac:graphicFrameMkLst>
            <pc:docMk/>
            <pc:sldMk cId="587108178" sldId="6240"/>
            <ac:graphicFrameMk id="70" creationId="{A5607D2C-9A90-403F-9D7B-D5A60DFC328A}"/>
          </ac:graphicFrameMkLst>
        </pc:graphicFrameChg>
      </pc:sldChg>
      <pc:sldChg chg="modSp mod">
        <pc:chgData name="Mitra, Sayan" userId="5f9b069e-390c-41f3-af3f-6bd4b0fb9710" providerId="ADAL" clId="{247990A0-5FB5-454A-A678-7CD2BB4D3666}" dt="2022-07-06T03:39:21.696" v="1544" actId="6549"/>
        <pc:sldMkLst>
          <pc:docMk/>
          <pc:sldMk cId="3415673890" sldId="6241"/>
        </pc:sldMkLst>
        <pc:graphicFrameChg chg="mod modGraphic">
          <ac:chgData name="Mitra, Sayan" userId="5f9b069e-390c-41f3-af3f-6bd4b0fb9710" providerId="ADAL" clId="{247990A0-5FB5-454A-A678-7CD2BB4D3666}" dt="2022-07-06T03:39:21.696" v="1544" actId="6549"/>
          <ac:graphicFrameMkLst>
            <pc:docMk/>
            <pc:sldMk cId="3415673890" sldId="6241"/>
            <ac:graphicFrameMk id="6" creationId="{F2997122-C0B1-4816-9C29-107D78612FB5}"/>
          </ac:graphicFrameMkLst>
        </pc:graphicFrameChg>
      </pc:sldChg>
      <pc:sldChg chg="addSp delSp modSp add mod">
        <pc:chgData name="Mitra, Sayan" userId="5f9b069e-390c-41f3-af3f-6bd4b0fb9710" providerId="ADAL" clId="{247990A0-5FB5-454A-A678-7CD2BB4D3666}" dt="2022-07-06T05:47:54.312" v="1559" actId="20577"/>
        <pc:sldMkLst>
          <pc:docMk/>
          <pc:sldMk cId="1121876199" sldId="6242"/>
        </pc:sldMkLst>
        <pc:spChg chg="add del">
          <ac:chgData name="Mitra, Sayan" userId="5f9b069e-390c-41f3-af3f-6bd4b0fb9710" providerId="ADAL" clId="{247990A0-5FB5-454A-A678-7CD2BB4D3666}" dt="2022-07-06T05:47:33.999" v="1546"/>
          <ac:spMkLst>
            <pc:docMk/>
            <pc:sldMk cId="1121876199" sldId="6242"/>
            <ac:spMk id="9" creationId="{C3044412-9596-4CD9-9DDA-21C920452CC8}"/>
          </ac:spMkLst>
        </pc:spChg>
        <pc:spChg chg="add del">
          <ac:chgData name="Mitra, Sayan" userId="5f9b069e-390c-41f3-af3f-6bd4b0fb9710" providerId="ADAL" clId="{247990A0-5FB5-454A-A678-7CD2BB4D3666}" dt="2022-07-06T05:47:37.511" v="1549"/>
          <ac:spMkLst>
            <pc:docMk/>
            <pc:sldMk cId="1121876199" sldId="6242"/>
            <ac:spMk id="10" creationId="{31AB1B49-2F1F-44DF-93A2-AD5F59A9E020}"/>
          </ac:spMkLst>
        </pc:spChg>
        <pc:spChg chg="add del mod">
          <ac:chgData name="Mitra, Sayan" userId="5f9b069e-390c-41f3-af3f-6bd4b0fb9710" providerId="ADAL" clId="{247990A0-5FB5-454A-A678-7CD2BB4D3666}" dt="2022-07-05T23:38:26.561" v="1313" actId="1036"/>
          <ac:spMkLst>
            <pc:docMk/>
            <pc:sldMk cId="1121876199" sldId="6242"/>
            <ac:spMk id="11" creationId="{00000000-0000-0000-0000-000000000000}"/>
          </ac:spMkLst>
        </pc:spChg>
        <pc:spChg chg="add del">
          <ac:chgData name="Mitra, Sayan" userId="5f9b069e-390c-41f3-af3f-6bd4b0fb9710" providerId="ADAL" clId="{247990A0-5FB5-454A-A678-7CD2BB4D3666}" dt="2022-07-06T05:47:40.513" v="1551"/>
          <ac:spMkLst>
            <pc:docMk/>
            <pc:sldMk cId="1121876199" sldId="6242"/>
            <ac:spMk id="12" creationId="{B843CF55-3CEB-4FB4-85DE-0991433494D1}"/>
          </ac:spMkLst>
        </pc:spChg>
        <pc:spChg chg="add del">
          <ac:chgData name="Mitra, Sayan" userId="5f9b069e-390c-41f3-af3f-6bd4b0fb9710" providerId="ADAL" clId="{247990A0-5FB5-454A-A678-7CD2BB4D3666}" dt="2022-07-06T05:47:43.959" v="1553"/>
          <ac:spMkLst>
            <pc:docMk/>
            <pc:sldMk cId="1121876199" sldId="6242"/>
            <ac:spMk id="14" creationId="{B47B9F5E-EAA6-43CF-BC8D-8572506599C3}"/>
          </ac:spMkLst>
        </pc:spChg>
        <pc:spChg chg="mod">
          <ac:chgData name="Mitra, Sayan" userId="5f9b069e-390c-41f3-af3f-6bd4b0fb9710" providerId="ADAL" clId="{247990A0-5FB5-454A-A678-7CD2BB4D3666}" dt="2022-07-06T05:47:54.312" v="1559" actId="20577"/>
          <ac:spMkLst>
            <pc:docMk/>
            <pc:sldMk cId="1121876199" sldId="6242"/>
            <ac:spMk id="37" creationId="{00000000-0000-0000-0000-000000000000}"/>
          </ac:spMkLst>
        </pc:spChg>
        <pc:spChg chg="add mod">
          <ac:chgData name="Mitra, Sayan" userId="5f9b069e-390c-41f3-af3f-6bd4b0fb9710" providerId="ADAL" clId="{247990A0-5FB5-454A-A678-7CD2BB4D3666}" dt="2022-07-05T23:40:20.394" v="1366"/>
          <ac:spMkLst>
            <pc:docMk/>
            <pc:sldMk cId="1121876199" sldId="6242"/>
            <ac:spMk id="70" creationId="{F0D32E40-1E14-452F-B02E-0FF28AD9BFA8}"/>
          </ac:spMkLst>
        </pc:spChg>
        <pc:spChg chg="add del">
          <ac:chgData name="Mitra, Sayan" userId="5f9b069e-390c-41f3-af3f-6bd4b0fb9710" providerId="ADAL" clId="{247990A0-5FB5-454A-A678-7CD2BB4D3666}" dt="2022-07-05T23:40:11.300" v="1363" actId="22"/>
          <ac:spMkLst>
            <pc:docMk/>
            <pc:sldMk cId="1121876199" sldId="6242"/>
            <ac:spMk id="72" creationId="{6BA645DE-F862-4A11-AC41-E5561C874C96}"/>
          </ac:spMkLst>
        </pc:spChg>
        <pc:spChg chg="mod">
          <ac:chgData name="Mitra, Sayan" userId="5f9b069e-390c-41f3-af3f-6bd4b0fb9710" providerId="ADAL" clId="{247990A0-5FB5-454A-A678-7CD2BB4D3666}" dt="2022-07-05T23:47:09.083" v="1437" actId="465"/>
          <ac:spMkLst>
            <pc:docMk/>
            <pc:sldMk cId="1121876199" sldId="6242"/>
            <ac:spMk id="76" creationId="{00000000-0000-0000-0000-000000000000}"/>
          </ac:spMkLst>
        </pc:spChg>
        <pc:spChg chg="mod">
          <ac:chgData name="Mitra, Sayan" userId="5f9b069e-390c-41f3-af3f-6bd4b0fb9710" providerId="ADAL" clId="{247990A0-5FB5-454A-A678-7CD2BB4D3666}" dt="2022-07-05T23:47:09.083" v="1437" actId="465"/>
          <ac:spMkLst>
            <pc:docMk/>
            <pc:sldMk cId="1121876199" sldId="6242"/>
            <ac:spMk id="78" creationId="{00000000-0000-0000-0000-000000000000}"/>
          </ac:spMkLst>
        </pc:spChg>
        <pc:spChg chg="mod">
          <ac:chgData name="Mitra, Sayan" userId="5f9b069e-390c-41f3-af3f-6bd4b0fb9710" providerId="ADAL" clId="{247990A0-5FB5-454A-A678-7CD2BB4D3666}" dt="2022-07-05T23:47:09.083" v="1437" actId="465"/>
          <ac:spMkLst>
            <pc:docMk/>
            <pc:sldMk cId="1121876199" sldId="6242"/>
            <ac:spMk id="79" creationId="{00000000-0000-0000-0000-000000000000}"/>
          </ac:spMkLst>
        </pc:spChg>
        <pc:picChg chg="del mod">
          <ac:chgData name="Mitra, Sayan" userId="5f9b069e-390c-41f3-af3f-6bd4b0fb9710" providerId="ADAL" clId="{247990A0-5FB5-454A-A678-7CD2BB4D3666}" dt="2022-07-05T23:40:33.393" v="1367" actId="478"/>
          <ac:picMkLst>
            <pc:docMk/>
            <pc:sldMk cId="1121876199" sldId="6242"/>
            <ac:picMk id="7" creationId="{95A4E12C-C5CC-40CC-9033-00BA8EC156A2}"/>
          </ac:picMkLst>
        </pc:picChg>
        <pc:picChg chg="add mod">
          <ac:chgData name="Mitra, Sayan" userId="5f9b069e-390c-41f3-af3f-6bd4b0fb9710" providerId="ADAL" clId="{247990A0-5FB5-454A-A678-7CD2BB4D3666}" dt="2022-07-05T23:46:53.103" v="1436" actId="465"/>
          <ac:picMkLst>
            <pc:docMk/>
            <pc:sldMk cId="1121876199" sldId="6242"/>
            <ac:picMk id="8" creationId="{D56042E7-6F35-406D-9338-F8777AD92C11}"/>
          </ac:picMkLst>
        </pc:picChg>
        <pc:picChg chg="mod">
          <ac:chgData name="Mitra, Sayan" userId="5f9b069e-390c-41f3-af3f-6bd4b0fb9710" providerId="ADAL" clId="{247990A0-5FB5-454A-A678-7CD2BB4D3666}" dt="2022-07-05T23:46:53.103" v="1436" actId="465"/>
          <ac:picMkLst>
            <pc:docMk/>
            <pc:sldMk cId="1121876199" sldId="6242"/>
            <ac:picMk id="59" creationId="{20FCBABD-08DE-490C-AEB3-8C54E8BA606F}"/>
          </ac:picMkLst>
        </pc:picChg>
        <pc:picChg chg="mod">
          <ac:chgData name="Mitra, Sayan" userId="5f9b069e-390c-41f3-af3f-6bd4b0fb9710" providerId="ADAL" clId="{247990A0-5FB5-454A-A678-7CD2BB4D3666}" dt="2022-07-05T23:46:53.103" v="1436" actId="465"/>
          <ac:picMkLst>
            <pc:docMk/>
            <pc:sldMk cId="1121876199" sldId="6242"/>
            <ac:picMk id="60" creationId="{3CD874FB-0546-4B33-A18F-8C6D57D90BBC}"/>
          </ac:picMkLst>
        </pc:picChg>
        <pc:picChg chg="mod">
          <ac:chgData name="Mitra, Sayan" userId="5f9b069e-390c-41f3-af3f-6bd4b0fb9710" providerId="ADAL" clId="{247990A0-5FB5-454A-A678-7CD2BB4D3666}" dt="2022-07-05T23:46:53.103" v="1436" actId="465"/>
          <ac:picMkLst>
            <pc:docMk/>
            <pc:sldMk cId="1121876199" sldId="6242"/>
            <ac:picMk id="61" creationId="{3F759D33-C788-4273-9A3C-F7BEC8A605CD}"/>
          </ac:picMkLst>
        </pc:picChg>
        <pc:picChg chg="add mod">
          <ac:chgData name="Mitra, Sayan" userId="5f9b069e-390c-41f3-af3f-6bd4b0fb9710" providerId="ADAL" clId="{247990A0-5FB5-454A-A678-7CD2BB4D3666}" dt="2022-07-05T23:46:53.103" v="1436" actId="465"/>
          <ac:picMkLst>
            <pc:docMk/>
            <pc:sldMk cId="1121876199" sldId="6242"/>
            <ac:picMk id="71" creationId="{75CFE1B2-61D9-441F-9D55-45569D5497CE}"/>
          </ac:picMkLst>
        </pc:picChg>
      </pc:sldChg>
      <pc:sldMasterChg chg="addSldLayout delSldLayout modSldLayout">
        <pc:chgData name="Mitra, Sayan" userId="5f9b069e-390c-41f3-af3f-6bd4b0fb9710" providerId="ADAL" clId="{247990A0-5FB5-454A-A678-7CD2BB4D3666}" dt="2022-07-05T17:59:06.436" v="821" actId="47"/>
        <pc:sldMasterMkLst>
          <pc:docMk/>
          <pc:sldMasterMk cId="3197474883" sldId="2147484169"/>
        </pc:sldMasterMkLst>
        <pc:sldLayoutChg chg="add del">
          <pc:chgData name="Mitra, Sayan" userId="5f9b069e-390c-41f3-af3f-6bd4b0fb9710" providerId="ADAL" clId="{247990A0-5FB5-454A-A678-7CD2BB4D3666}" dt="2022-07-05T17:59:06.436" v="821" actId="47"/>
          <pc:sldLayoutMkLst>
            <pc:docMk/>
            <pc:sldMasterMk cId="3197474883" sldId="2147484169"/>
            <pc:sldLayoutMk cId="1090091517" sldId="2147484068"/>
          </pc:sldLayoutMkLst>
        </pc:sldLayoutChg>
        <pc:sldLayoutChg chg="modSp mod">
          <pc:chgData name="Mitra, Sayan" userId="5f9b069e-390c-41f3-af3f-6bd4b0fb9710" providerId="ADAL" clId="{247990A0-5FB5-454A-A678-7CD2BB4D3666}" dt="2022-07-05T04:19:29.351" v="38" actId="20577"/>
          <pc:sldLayoutMkLst>
            <pc:docMk/>
            <pc:sldMasterMk cId="3197474883" sldId="2147484169"/>
            <pc:sldLayoutMk cId="3256207203" sldId="2147484173"/>
          </pc:sldLayoutMkLst>
          <pc:spChg chg="mod">
            <ac:chgData name="Mitra, Sayan" userId="5f9b069e-390c-41f3-af3f-6bd4b0fb9710" providerId="ADAL" clId="{247990A0-5FB5-454A-A678-7CD2BB4D3666}" dt="2022-07-05T04:19:29.351" v="38" actId="20577"/>
            <ac:spMkLst>
              <pc:docMk/>
              <pc:sldMasterMk cId="3197474883" sldId="2147484169"/>
              <pc:sldLayoutMk cId="3256207203" sldId="2147484173"/>
              <ac:spMk id="14" creationId="{00000000-0000-0000-0000-000000000000}"/>
            </ac:spMkLst>
          </pc:spChg>
        </pc:sldLayoutChg>
      </pc:sldMasterChg>
    </pc:docChg>
  </pc:docChgLst>
  <pc:docChgLst>
    <pc:chgData name="Banerjee, Rajeswar" userId="S::rajbanerjee@deloitte.com::b4ff5a26-7e17-4c5f-975b-d63f3f91df5b" providerId="AD" clId="Web-{9ADE1673-5A09-4599-B669-0E4FBB1C37B3}"/>
    <pc:docChg chg="modSld">
      <pc:chgData name="Banerjee, Rajeswar" userId="S::rajbanerjee@deloitte.com::b4ff5a26-7e17-4c5f-975b-d63f3f91df5b" providerId="AD" clId="Web-{9ADE1673-5A09-4599-B669-0E4FBB1C37B3}" dt="2022-07-04T09:16:35.593" v="1"/>
      <pc:docMkLst>
        <pc:docMk/>
      </pc:docMkLst>
      <pc:sldChg chg="addSp delSp modSp">
        <pc:chgData name="Banerjee, Rajeswar" userId="S::rajbanerjee@deloitte.com::b4ff5a26-7e17-4c5f-975b-d63f3f91df5b" providerId="AD" clId="Web-{9ADE1673-5A09-4599-B669-0E4FBB1C37B3}" dt="2022-07-04T09:16:35.593" v="1"/>
        <pc:sldMkLst>
          <pc:docMk/>
          <pc:sldMk cId="2761177778" sldId="3702"/>
        </pc:sldMkLst>
        <pc:picChg chg="add del mod">
          <ac:chgData name="Banerjee, Rajeswar" userId="S::rajbanerjee@deloitte.com::b4ff5a26-7e17-4c5f-975b-d63f3f91df5b" providerId="AD" clId="Web-{9ADE1673-5A09-4599-B669-0E4FBB1C37B3}" dt="2022-07-04T09:16:35.593" v="1"/>
          <ac:picMkLst>
            <pc:docMk/>
            <pc:sldMk cId="2761177778" sldId="3702"/>
            <ac:picMk id="8" creationId="{58E7561E-1F61-E131-40EF-BC7DD3C8343C}"/>
          </ac:picMkLst>
        </pc:picChg>
      </pc:sldChg>
    </pc:docChg>
  </pc:docChgLst>
  <pc:docChgLst>
    <pc:chgData name="Kalagara, Vijaya" userId="S::vikalagara@deloitte.com::b66aa0f1-1604-4161-b753-4146846484c3" providerId="AD" clId="Web-{2A408927-F775-4593-817D-47E7C27661E1}"/>
    <pc:docChg chg="modSld">
      <pc:chgData name="Kalagara, Vijaya" userId="S::vikalagara@deloitte.com::b66aa0f1-1604-4161-b753-4146846484c3" providerId="AD" clId="Web-{2A408927-F775-4593-817D-47E7C27661E1}" dt="2022-07-04T07:51:17.811" v="36" actId="1076"/>
      <pc:docMkLst>
        <pc:docMk/>
      </pc:docMkLst>
      <pc:sldChg chg="addSp delSp modSp">
        <pc:chgData name="Kalagara, Vijaya" userId="S::vikalagara@deloitte.com::b66aa0f1-1604-4161-b753-4146846484c3" providerId="AD" clId="Web-{2A408927-F775-4593-817D-47E7C27661E1}" dt="2022-07-04T07:51:17.811" v="36" actId="1076"/>
        <pc:sldMkLst>
          <pc:docMk/>
          <pc:sldMk cId="296474347" sldId="6193"/>
        </pc:sldMkLst>
        <pc:picChg chg="add mod">
          <ac:chgData name="Kalagara, Vijaya" userId="S::vikalagara@deloitte.com::b66aa0f1-1604-4161-b753-4146846484c3" providerId="AD" clId="Web-{2A408927-F775-4593-817D-47E7C27661E1}" dt="2022-07-04T07:50:54.045" v="34" actId="1076"/>
          <ac:picMkLst>
            <pc:docMk/>
            <pc:sldMk cId="296474347" sldId="6193"/>
            <ac:picMk id="4" creationId="{4A9FF542-8EE4-88E0-C308-D74791B6EF7A}"/>
          </ac:picMkLst>
        </pc:picChg>
        <pc:picChg chg="add mod">
          <ac:chgData name="Kalagara, Vijaya" userId="S::vikalagara@deloitte.com::b66aa0f1-1604-4161-b753-4146846484c3" providerId="AD" clId="Web-{2A408927-F775-4593-817D-47E7C27661E1}" dt="2022-07-04T07:49:28.730" v="21" actId="1076"/>
          <ac:picMkLst>
            <pc:docMk/>
            <pc:sldMk cId="296474347" sldId="6193"/>
            <ac:picMk id="5" creationId="{BFC3CFBC-595A-19EE-404A-4948F7003607}"/>
          </ac:picMkLst>
        </pc:picChg>
        <pc:picChg chg="add mod">
          <ac:chgData name="Kalagara, Vijaya" userId="S::vikalagara@deloitte.com::b66aa0f1-1604-4161-b753-4146846484c3" providerId="AD" clId="Web-{2A408927-F775-4593-817D-47E7C27661E1}" dt="2022-07-04T07:51:17.811" v="36" actId="1076"/>
          <ac:picMkLst>
            <pc:docMk/>
            <pc:sldMk cId="296474347" sldId="6193"/>
            <ac:picMk id="6" creationId="{896ED200-194A-67E5-9EB7-B9555C15E4BB}"/>
          </ac:picMkLst>
        </pc:picChg>
        <pc:picChg chg="mod">
          <ac:chgData name="Kalagara, Vijaya" userId="S::vikalagara@deloitte.com::b66aa0f1-1604-4161-b753-4146846484c3" providerId="AD" clId="Web-{2A408927-F775-4593-817D-47E7C27661E1}" dt="2022-07-04T07:48:27.213" v="13" actId="14100"/>
          <ac:picMkLst>
            <pc:docMk/>
            <pc:sldMk cId="296474347" sldId="6193"/>
            <ac:picMk id="9" creationId="{28A32980-96D8-450F-AB61-98744ADF7F8A}"/>
          </ac:picMkLst>
        </pc:picChg>
        <pc:picChg chg="del">
          <ac:chgData name="Kalagara, Vijaya" userId="S::vikalagara@deloitte.com::b66aa0f1-1604-4161-b753-4146846484c3" providerId="AD" clId="Web-{2A408927-F775-4593-817D-47E7C27661E1}" dt="2022-07-04T07:46:46.195" v="2"/>
          <ac:picMkLst>
            <pc:docMk/>
            <pc:sldMk cId="296474347" sldId="6193"/>
            <ac:picMk id="11" creationId="{1A81F120-8E2B-4573-A894-BD570823D9EC}"/>
          </ac:picMkLst>
        </pc:picChg>
        <pc:picChg chg="del">
          <ac:chgData name="Kalagara, Vijaya" userId="S::vikalagara@deloitte.com::b66aa0f1-1604-4161-b753-4146846484c3" providerId="AD" clId="Web-{2A408927-F775-4593-817D-47E7C27661E1}" dt="2022-07-04T07:46:40.398" v="0"/>
          <ac:picMkLst>
            <pc:docMk/>
            <pc:sldMk cId="296474347" sldId="6193"/>
            <ac:picMk id="3088" creationId="{3C98D521-CF2B-41ED-9EC9-ACBC1F6AA29F}"/>
          </ac:picMkLst>
        </pc:picChg>
        <pc:picChg chg="del">
          <ac:chgData name="Kalagara, Vijaya" userId="S::vikalagara@deloitte.com::b66aa0f1-1604-4161-b753-4146846484c3" providerId="AD" clId="Web-{2A408927-F775-4593-817D-47E7C27661E1}" dt="2022-07-04T07:46:43.195" v="1"/>
          <ac:picMkLst>
            <pc:docMk/>
            <pc:sldMk cId="296474347" sldId="6193"/>
            <ac:picMk id="3090" creationId="{F296AE81-1E90-4D4D-850F-05108B3C880D}"/>
          </ac:picMkLst>
        </pc:picChg>
        <pc:picChg chg="mod">
          <ac:chgData name="Kalagara, Vijaya" userId="S::vikalagara@deloitte.com::b66aa0f1-1604-4161-b753-4146846484c3" providerId="AD" clId="Web-{2A408927-F775-4593-817D-47E7C27661E1}" dt="2022-07-04T07:50:43.857" v="32" actId="1076"/>
          <ac:picMkLst>
            <pc:docMk/>
            <pc:sldMk cId="296474347" sldId="6193"/>
            <ac:picMk id="3092" creationId="{11AA9C88-49B3-41BE-9F5B-4CCF66ABBFD5}"/>
          </ac:picMkLst>
        </pc:picChg>
      </pc:sldChg>
    </pc:docChg>
  </pc:docChgLst>
  <pc:docChgLst>
    <pc:chgData name="Sahu, Tarun" userId="34c9ff64-5c29-4520-bcfa-4d02091bfc33" providerId="ADAL" clId="{5B196EE5-EBA0-49EA-8801-701B36FB9B5A}"/>
    <pc:docChg chg="custSel modSld">
      <pc:chgData name="Sahu, Tarun" userId="34c9ff64-5c29-4520-bcfa-4d02091bfc33" providerId="ADAL" clId="{5B196EE5-EBA0-49EA-8801-701B36FB9B5A}" dt="2022-07-05T18:33:25.963" v="114" actId="20577"/>
      <pc:docMkLst>
        <pc:docMk/>
      </pc:docMkLst>
      <pc:sldChg chg="modSp mod">
        <pc:chgData name="Sahu, Tarun" userId="34c9ff64-5c29-4520-bcfa-4d02091bfc33" providerId="ADAL" clId="{5B196EE5-EBA0-49EA-8801-701B36FB9B5A}" dt="2022-07-05T18:33:25.963" v="114" actId="20577"/>
        <pc:sldMkLst>
          <pc:docMk/>
          <pc:sldMk cId="587108178" sldId="6240"/>
        </pc:sldMkLst>
        <pc:graphicFrameChg chg="modGraphic">
          <ac:chgData name="Sahu, Tarun" userId="34c9ff64-5c29-4520-bcfa-4d02091bfc33" providerId="ADAL" clId="{5B196EE5-EBA0-49EA-8801-701B36FB9B5A}" dt="2022-07-05T18:33:25.963" v="114" actId="20577"/>
          <ac:graphicFrameMkLst>
            <pc:docMk/>
            <pc:sldMk cId="587108178" sldId="6240"/>
            <ac:graphicFrameMk id="70" creationId="{A5607D2C-9A90-403F-9D7B-D5A60DFC328A}"/>
          </ac:graphicFrameMkLst>
        </pc:graphicFrameChg>
      </pc:sldChg>
      <pc:sldChg chg="modSp mod">
        <pc:chgData name="Sahu, Tarun" userId="34c9ff64-5c29-4520-bcfa-4d02091bfc33" providerId="ADAL" clId="{5B196EE5-EBA0-49EA-8801-701B36FB9B5A}" dt="2022-07-05T18:31:31.218" v="112" actId="207"/>
        <pc:sldMkLst>
          <pc:docMk/>
          <pc:sldMk cId="3415673890" sldId="6241"/>
        </pc:sldMkLst>
        <pc:graphicFrameChg chg="mod modGraphic">
          <ac:chgData name="Sahu, Tarun" userId="34c9ff64-5c29-4520-bcfa-4d02091bfc33" providerId="ADAL" clId="{5B196EE5-EBA0-49EA-8801-701B36FB9B5A}" dt="2022-07-05T18:31:31.218" v="112" actId="207"/>
          <ac:graphicFrameMkLst>
            <pc:docMk/>
            <pc:sldMk cId="3415673890" sldId="6241"/>
            <ac:graphicFrameMk id="6" creationId="{F2997122-C0B1-4816-9C29-107D78612FB5}"/>
          </ac:graphicFrameMkLst>
        </pc:graphicFrameChg>
      </pc:sldChg>
    </pc:docChg>
  </pc:docChgLst>
  <pc:docChgLst>
    <pc:chgData name="Khiroria, Adit" userId="125b7d01-0557-4756-b3b5-aac8221948e3" providerId="ADAL" clId="{2A534007-7919-4860-9D91-EF53D666E740}"/>
    <pc:docChg chg="undo custSel modSld">
      <pc:chgData name="Khiroria, Adit" userId="125b7d01-0557-4756-b3b5-aac8221948e3" providerId="ADAL" clId="{2A534007-7919-4860-9D91-EF53D666E740}" dt="2022-06-30T14:30:06.241" v="3633" actId="14100"/>
      <pc:docMkLst>
        <pc:docMk/>
      </pc:docMkLst>
      <pc:sldChg chg="addSp delSp modSp mod">
        <pc:chgData name="Khiroria, Adit" userId="125b7d01-0557-4756-b3b5-aac8221948e3" providerId="ADAL" clId="{2A534007-7919-4860-9D91-EF53D666E740}" dt="2022-06-30T14:30:01.591" v="3632" actId="14100"/>
        <pc:sldMkLst>
          <pc:docMk/>
          <pc:sldMk cId="3683221257" sldId="4021"/>
        </pc:sldMkLst>
        <pc:spChg chg="mod">
          <ac:chgData name="Khiroria, Adit" userId="125b7d01-0557-4756-b3b5-aac8221948e3" providerId="ADAL" clId="{2A534007-7919-4860-9D91-EF53D666E740}" dt="2022-06-30T13:56:20.166" v="3477" actId="948"/>
          <ac:spMkLst>
            <pc:docMk/>
            <pc:sldMk cId="3683221257" sldId="4021"/>
            <ac:spMk id="2" creationId="{94C4DC3E-67F6-490C-AEDF-D9C8E7CDED65}"/>
          </ac:spMkLst>
        </pc:spChg>
        <pc:spChg chg="mod">
          <ac:chgData name="Khiroria, Adit" userId="125b7d01-0557-4756-b3b5-aac8221948e3" providerId="ADAL" clId="{2A534007-7919-4860-9D91-EF53D666E740}" dt="2022-06-30T11:47:36.606" v="886"/>
          <ac:spMkLst>
            <pc:docMk/>
            <pc:sldMk cId="3683221257" sldId="4021"/>
            <ac:spMk id="6" creationId="{CA1B0F0F-BF18-470B-926F-BAA7A27B57A2}"/>
          </ac:spMkLst>
        </pc:spChg>
        <pc:spChg chg="mod">
          <ac:chgData name="Khiroria, Adit" userId="125b7d01-0557-4756-b3b5-aac8221948e3" providerId="ADAL" clId="{2A534007-7919-4860-9D91-EF53D666E740}" dt="2022-06-30T11:47:36.606" v="886"/>
          <ac:spMkLst>
            <pc:docMk/>
            <pc:sldMk cId="3683221257" sldId="4021"/>
            <ac:spMk id="7" creationId="{5F7A02D1-5767-4243-A1E1-07F72B13ECB5}"/>
          </ac:spMkLst>
        </pc:spChg>
        <pc:spChg chg="mod">
          <ac:chgData name="Khiroria, Adit" userId="125b7d01-0557-4756-b3b5-aac8221948e3" providerId="ADAL" clId="{2A534007-7919-4860-9D91-EF53D666E740}" dt="2022-06-30T11:47:36.606" v="886"/>
          <ac:spMkLst>
            <pc:docMk/>
            <pc:sldMk cId="3683221257" sldId="4021"/>
            <ac:spMk id="8" creationId="{D659DC83-3EF8-4528-8B57-8F2ACC6552FF}"/>
          </ac:spMkLst>
        </pc:spChg>
        <pc:spChg chg="mod">
          <ac:chgData name="Khiroria, Adit" userId="125b7d01-0557-4756-b3b5-aac8221948e3" providerId="ADAL" clId="{2A534007-7919-4860-9D91-EF53D666E740}" dt="2022-06-30T11:47:36.606" v="886"/>
          <ac:spMkLst>
            <pc:docMk/>
            <pc:sldMk cId="3683221257" sldId="4021"/>
            <ac:spMk id="9" creationId="{97D796CA-5599-43B6-8167-1F86DAD3D9B9}"/>
          </ac:spMkLst>
        </pc:spChg>
        <pc:spChg chg="mod">
          <ac:chgData name="Khiroria, Adit" userId="125b7d01-0557-4756-b3b5-aac8221948e3" providerId="ADAL" clId="{2A534007-7919-4860-9D91-EF53D666E740}" dt="2022-06-30T11:47:36.606" v="886"/>
          <ac:spMkLst>
            <pc:docMk/>
            <pc:sldMk cId="3683221257" sldId="4021"/>
            <ac:spMk id="10" creationId="{D5D05672-C73B-4937-892F-EA2043D0CBE5}"/>
          </ac:spMkLst>
        </pc:spChg>
        <pc:spChg chg="mod">
          <ac:chgData name="Khiroria, Adit" userId="125b7d01-0557-4756-b3b5-aac8221948e3" providerId="ADAL" clId="{2A534007-7919-4860-9D91-EF53D666E740}" dt="2022-06-30T11:47:36.606" v="886"/>
          <ac:spMkLst>
            <pc:docMk/>
            <pc:sldMk cId="3683221257" sldId="4021"/>
            <ac:spMk id="12" creationId="{F9D8EC9E-1F1E-4CE4-9620-743CE22E458A}"/>
          </ac:spMkLst>
        </pc:spChg>
        <pc:spChg chg="mod">
          <ac:chgData name="Khiroria, Adit" userId="125b7d01-0557-4756-b3b5-aac8221948e3" providerId="ADAL" clId="{2A534007-7919-4860-9D91-EF53D666E740}" dt="2022-06-30T11:47:36.606" v="886"/>
          <ac:spMkLst>
            <pc:docMk/>
            <pc:sldMk cId="3683221257" sldId="4021"/>
            <ac:spMk id="13" creationId="{4F0A5463-C985-447D-B2A4-947556FC3AE9}"/>
          </ac:spMkLst>
        </pc:spChg>
        <pc:spChg chg="mod">
          <ac:chgData name="Khiroria, Adit" userId="125b7d01-0557-4756-b3b5-aac8221948e3" providerId="ADAL" clId="{2A534007-7919-4860-9D91-EF53D666E740}" dt="2022-06-30T11:47:36.606" v="886"/>
          <ac:spMkLst>
            <pc:docMk/>
            <pc:sldMk cId="3683221257" sldId="4021"/>
            <ac:spMk id="15" creationId="{BC97E948-FA7E-4833-8294-E087251B342B}"/>
          </ac:spMkLst>
        </pc:spChg>
        <pc:spChg chg="mod">
          <ac:chgData name="Khiroria, Adit" userId="125b7d01-0557-4756-b3b5-aac8221948e3" providerId="ADAL" clId="{2A534007-7919-4860-9D91-EF53D666E740}" dt="2022-06-30T11:47:36.606" v="886"/>
          <ac:spMkLst>
            <pc:docMk/>
            <pc:sldMk cId="3683221257" sldId="4021"/>
            <ac:spMk id="16" creationId="{D4FEA2D0-E8FE-4541-A091-27616C5D9C52}"/>
          </ac:spMkLst>
        </pc:spChg>
        <pc:spChg chg="mod">
          <ac:chgData name="Khiroria, Adit" userId="125b7d01-0557-4756-b3b5-aac8221948e3" providerId="ADAL" clId="{2A534007-7919-4860-9D91-EF53D666E740}" dt="2022-06-30T11:47:36.606" v="886"/>
          <ac:spMkLst>
            <pc:docMk/>
            <pc:sldMk cId="3683221257" sldId="4021"/>
            <ac:spMk id="17" creationId="{56FBCCE3-1D99-4842-B3AF-5E682408D437}"/>
          </ac:spMkLst>
        </pc:spChg>
        <pc:spChg chg="mod">
          <ac:chgData name="Khiroria, Adit" userId="125b7d01-0557-4756-b3b5-aac8221948e3" providerId="ADAL" clId="{2A534007-7919-4860-9D91-EF53D666E740}" dt="2022-06-30T11:47:36.606" v="886"/>
          <ac:spMkLst>
            <pc:docMk/>
            <pc:sldMk cId="3683221257" sldId="4021"/>
            <ac:spMk id="19" creationId="{8F207EBA-A1E8-4C01-997C-F4319C4F9FEB}"/>
          </ac:spMkLst>
        </pc:spChg>
        <pc:spChg chg="mod">
          <ac:chgData name="Khiroria, Adit" userId="125b7d01-0557-4756-b3b5-aac8221948e3" providerId="ADAL" clId="{2A534007-7919-4860-9D91-EF53D666E740}" dt="2022-06-30T11:47:36.606" v="886"/>
          <ac:spMkLst>
            <pc:docMk/>
            <pc:sldMk cId="3683221257" sldId="4021"/>
            <ac:spMk id="20" creationId="{BA17ED9A-18ED-495F-A03C-9F8335F0B2D9}"/>
          </ac:spMkLst>
        </pc:spChg>
        <pc:spChg chg="mod">
          <ac:chgData name="Khiroria, Adit" userId="125b7d01-0557-4756-b3b5-aac8221948e3" providerId="ADAL" clId="{2A534007-7919-4860-9D91-EF53D666E740}" dt="2022-06-30T11:47:47.978" v="890"/>
          <ac:spMkLst>
            <pc:docMk/>
            <pc:sldMk cId="3683221257" sldId="4021"/>
            <ac:spMk id="22" creationId="{BF3E50F0-59BA-482B-872A-B78C09AEA1C1}"/>
          </ac:spMkLst>
        </pc:spChg>
        <pc:spChg chg="mod">
          <ac:chgData name="Khiroria, Adit" userId="125b7d01-0557-4756-b3b5-aac8221948e3" providerId="ADAL" clId="{2A534007-7919-4860-9D91-EF53D666E740}" dt="2022-06-30T11:47:47.978" v="890"/>
          <ac:spMkLst>
            <pc:docMk/>
            <pc:sldMk cId="3683221257" sldId="4021"/>
            <ac:spMk id="23" creationId="{D39ECCF9-5B53-4D95-ABEF-F94BFA591A37}"/>
          </ac:spMkLst>
        </pc:spChg>
        <pc:spChg chg="mod">
          <ac:chgData name="Khiroria, Adit" userId="125b7d01-0557-4756-b3b5-aac8221948e3" providerId="ADAL" clId="{2A534007-7919-4860-9D91-EF53D666E740}" dt="2022-06-30T11:47:47.978" v="890"/>
          <ac:spMkLst>
            <pc:docMk/>
            <pc:sldMk cId="3683221257" sldId="4021"/>
            <ac:spMk id="24" creationId="{2419CEF7-A8F8-4B4E-A411-7A1B1D7F3134}"/>
          </ac:spMkLst>
        </pc:spChg>
        <pc:spChg chg="mod">
          <ac:chgData name="Khiroria, Adit" userId="125b7d01-0557-4756-b3b5-aac8221948e3" providerId="ADAL" clId="{2A534007-7919-4860-9D91-EF53D666E740}" dt="2022-06-30T11:47:47.978" v="890"/>
          <ac:spMkLst>
            <pc:docMk/>
            <pc:sldMk cId="3683221257" sldId="4021"/>
            <ac:spMk id="25" creationId="{2F832D3E-94BB-44C5-884A-440D86C28FD8}"/>
          </ac:spMkLst>
        </pc:spChg>
        <pc:spChg chg="mod">
          <ac:chgData name="Khiroria, Adit" userId="125b7d01-0557-4756-b3b5-aac8221948e3" providerId="ADAL" clId="{2A534007-7919-4860-9D91-EF53D666E740}" dt="2022-06-30T11:47:47.978" v="890"/>
          <ac:spMkLst>
            <pc:docMk/>
            <pc:sldMk cId="3683221257" sldId="4021"/>
            <ac:spMk id="26" creationId="{9E4A0A6B-21E2-4DD8-87B5-7A571CA12968}"/>
          </ac:spMkLst>
        </pc:spChg>
        <pc:spChg chg="mod">
          <ac:chgData name="Khiroria, Adit" userId="125b7d01-0557-4756-b3b5-aac8221948e3" providerId="ADAL" clId="{2A534007-7919-4860-9D91-EF53D666E740}" dt="2022-06-30T11:47:47.978" v="890"/>
          <ac:spMkLst>
            <pc:docMk/>
            <pc:sldMk cId="3683221257" sldId="4021"/>
            <ac:spMk id="28" creationId="{75C15912-6793-46F6-99B2-F6CBF8AA49EF}"/>
          </ac:spMkLst>
        </pc:spChg>
        <pc:spChg chg="mod">
          <ac:chgData name="Khiroria, Adit" userId="125b7d01-0557-4756-b3b5-aac8221948e3" providerId="ADAL" clId="{2A534007-7919-4860-9D91-EF53D666E740}" dt="2022-06-30T11:47:47.978" v="890"/>
          <ac:spMkLst>
            <pc:docMk/>
            <pc:sldMk cId="3683221257" sldId="4021"/>
            <ac:spMk id="29" creationId="{6379059D-844C-4AE1-BAE8-ECD66C1FE3E8}"/>
          </ac:spMkLst>
        </pc:spChg>
        <pc:spChg chg="mod">
          <ac:chgData name="Khiroria, Adit" userId="125b7d01-0557-4756-b3b5-aac8221948e3" providerId="ADAL" clId="{2A534007-7919-4860-9D91-EF53D666E740}" dt="2022-06-30T11:47:47.978" v="890"/>
          <ac:spMkLst>
            <pc:docMk/>
            <pc:sldMk cId="3683221257" sldId="4021"/>
            <ac:spMk id="31" creationId="{081A4FAE-5A83-46F8-A98B-02FCA084ED53}"/>
          </ac:spMkLst>
        </pc:spChg>
        <pc:spChg chg="mod">
          <ac:chgData name="Khiroria, Adit" userId="125b7d01-0557-4756-b3b5-aac8221948e3" providerId="ADAL" clId="{2A534007-7919-4860-9D91-EF53D666E740}" dt="2022-06-30T11:47:47.978" v="890"/>
          <ac:spMkLst>
            <pc:docMk/>
            <pc:sldMk cId="3683221257" sldId="4021"/>
            <ac:spMk id="32" creationId="{DFCE725B-0F7C-4B52-A189-69F20DDDBEC6}"/>
          </ac:spMkLst>
        </pc:spChg>
        <pc:spChg chg="mod">
          <ac:chgData name="Khiroria, Adit" userId="125b7d01-0557-4756-b3b5-aac8221948e3" providerId="ADAL" clId="{2A534007-7919-4860-9D91-EF53D666E740}" dt="2022-06-30T11:47:47.978" v="890"/>
          <ac:spMkLst>
            <pc:docMk/>
            <pc:sldMk cId="3683221257" sldId="4021"/>
            <ac:spMk id="33" creationId="{BAD1B8F5-B13E-41D1-8BFD-F03A984FC864}"/>
          </ac:spMkLst>
        </pc:spChg>
        <pc:spChg chg="mod">
          <ac:chgData name="Khiroria, Adit" userId="125b7d01-0557-4756-b3b5-aac8221948e3" providerId="ADAL" clId="{2A534007-7919-4860-9D91-EF53D666E740}" dt="2022-06-30T13:56:56.913" v="3528" actId="948"/>
          <ac:spMkLst>
            <pc:docMk/>
            <pc:sldMk cId="3683221257" sldId="4021"/>
            <ac:spMk id="35" creationId="{0DEFEB98-F6A1-48BD-ACCA-B0473118E282}"/>
          </ac:spMkLst>
        </pc:spChg>
        <pc:spChg chg="mod">
          <ac:chgData name="Khiroria, Adit" userId="125b7d01-0557-4756-b3b5-aac8221948e3" providerId="ADAL" clId="{2A534007-7919-4860-9D91-EF53D666E740}" dt="2022-06-30T11:47:47.978" v="890"/>
          <ac:spMkLst>
            <pc:docMk/>
            <pc:sldMk cId="3683221257" sldId="4021"/>
            <ac:spMk id="36" creationId="{4E0C4E91-3CC4-4C9A-AEF1-73BB826ED45B}"/>
          </ac:spMkLst>
        </pc:spChg>
        <pc:spChg chg="add del mod modVis">
          <ac:chgData name="Khiroria, Adit" userId="125b7d01-0557-4756-b3b5-aac8221948e3" providerId="ADAL" clId="{2A534007-7919-4860-9D91-EF53D666E740}" dt="2022-06-30T13:56:20.254" v="3516"/>
          <ac:spMkLst>
            <pc:docMk/>
            <pc:sldMk cId="3683221257" sldId="4021"/>
            <ac:spMk id="37" creationId="{13D5F627-0F5C-49BF-8FCD-F2562DF8D83A}"/>
          </ac:spMkLst>
        </pc:spChg>
        <pc:spChg chg="mod">
          <ac:chgData name="Khiroria, Adit" userId="125b7d01-0557-4756-b3b5-aac8221948e3" providerId="ADAL" clId="{2A534007-7919-4860-9D91-EF53D666E740}" dt="2022-06-30T13:56:32.628" v="3521"/>
          <ac:spMkLst>
            <pc:docMk/>
            <pc:sldMk cId="3683221257" sldId="4021"/>
            <ac:spMk id="44" creationId="{089A1056-917B-4D27-A11F-11E86BB69CDB}"/>
          </ac:spMkLst>
        </pc:spChg>
        <pc:spChg chg="mod">
          <ac:chgData name="Khiroria, Adit" userId="125b7d01-0557-4756-b3b5-aac8221948e3" providerId="ADAL" clId="{2A534007-7919-4860-9D91-EF53D666E740}" dt="2022-06-30T13:56:32.628" v="3521"/>
          <ac:spMkLst>
            <pc:docMk/>
            <pc:sldMk cId="3683221257" sldId="4021"/>
            <ac:spMk id="45" creationId="{465D60C2-E2FD-46F7-B649-7F35F3425F92}"/>
          </ac:spMkLst>
        </pc:spChg>
        <pc:spChg chg="mod">
          <ac:chgData name="Khiroria, Adit" userId="125b7d01-0557-4756-b3b5-aac8221948e3" providerId="ADAL" clId="{2A534007-7919-4860-9D91-EF53D666E740}" dt="2022-06-30T13:56:32.628" v="3521"/>
          <ac:spMkLst>
            <pc:docMk/>
            <pc:sldMk cId="3683221257" sldId="4021"/>
            <ac:spMk id="46" creationId="{19DC5EE7-3141-45A8-9C86-3DBBF7E48C25}"/>
          </ac:spMkLst>
        </pc:spChg>
        <pc:spChg chg="mod">
          <ac:chgData name="Khiroria, Adit" userId="125b7d01-0557-4756-b3b5-aac8221948e3" providerId="ADAL" clId="{2A534007-7919-4860-9D91-EF53D666E740}" dt="2022-06-30T13:56:32.628" v="3521"/>
          <ac:spMkLst>
            <pc:docMk/>
            <pc:sldMk cId="3683221257" sldId="4021"/>
            <ac:spMk id="47" creationId="{0E6AD0D3-7EF1-4505-B970-A445B4CBD681}"/>
          </ac:spMkLst>
        </pc:spChg>
        <pc:spChg chg="mod">
          <ac:chgData name="Khiroria, Adit" userId="125b7d01-0557-4756-b3b5-aac8221948e3" providerId="ADAL" clId="{2A534007-7919-4860-9D91-EF53D666E740}" dt="2022-06-30T13:56:32.628" v="3521"/>
          <ac:spMkLst>
            <pc:docMk/>
            <pc:sldMk cId="3683221257" sldId="4021"/>
            <ac:spMk id="48" creationId="{D0E0E0F8-258B-40EE-B034-41B4B77B9FCD}"/>
          </ac:spMkLst>
        </pc:spChg>
        <pc:spChg chg="mod">
          <ac:chgData name="Khiroria, Adit" userId="125b7d01-0557-4756-b3b5-aac8221948e3" providerId="ADAL" clId="{2A534007-7919-4860-9D91-EF53D666E740}" dt="2022-06-30T13:56:32.628" v="3521"/>
          <ac:spMkLst>
            <pc:docMk/>
            <pc:sldMk cId="3683221257" sldId="4021"/>
            <ac:spMk id="49" creationId="{52217072-2BEA-41E6-859C-082904A1ACC8}"/>
          </ac:spMkLst>
        </pc:spChg>
        <pc:spChg chg="mod">
          <ac:chgData name="Khiroria, Adit" userId="125b7d01-0557-4756-b3b5-aac8221948e3" providerId="ADAL" clId="{2A534007-7919-4860-9D91-EF53D666E740}" dt="2022-06-30T13:56:32.628" v="3521"/>
          <ac:spMkLst>
            <pc:docMk/>
            <pc:sldMk cId="3683221257" sldId="4021"/>
            <ac:spMk id="50" creationId="{37B0284C-8095-4E0D-9154-890D30EAB675}"/>
          </ac:spMkLst>
        </pc:spChg>
        <pc:spChg chg="mod">
          <ac:chgData name="Khiroria, Adit" userId="125b7d01-0557-4756-b3b5-aac8221948e3" providerId="ADAL" clId="{2A534007-7919-4860-9D91-EF53D666E740}" dt="2022-06-30T13:56:32.628" v="3521"/>
          <ac:spMkLst>
            <pc:docMk/>
            <pc:sldMk cId="3683221257" sldId="4021"/>
            <ac:spMk id="51" creationId="{A8B6D560-33E7-4C1F-93DE-97161D34C52B}"/>
          </ac:spMkLst>
        </pc:spChg>
        <pc:spChg chg="mod">
          <ac:chgData name="Khiroria, Adit" userId="125b7d01-0557-4756-b3b5-aac8221948e3" providerId="ADAL" clId="{2A534007-7919-4860-9D91-EF53D666E740}" dt="2022-06-30T13:56:32.628" v="3521"/>
          <ac:spMkLst>
            <pc:docMk/>
            <pc:sldMk cId="3683221257" sldId="4021"/>
            <ac:spMk id="52" creationId="{3155B34F-6C3D-4F55-A6D5-1184F62825CD}"/>
          </ac:spMkLst>
        </pc:spChg>
        <pc:spChg chg="mod">
          <ac:chgData name="Khiroria, Adit" userId="125b7d01-0557-4756-b3b5-aac8221948e3" providerId="ADAL" clId="{2A534007-7919-4860-9D91-EF53D666E740}" dt="2022-06-30T13:56:32.628" v="3521"/>
          <ac:spMkLst>
            <pc:docMk/>
            <pc:sldMk cId="3683221257" sldId="4021"/>
            <ac:spMk id="53" creationId="{1F664B1C-54EF-4860-83EF-872F8E38A021}"/>
          </ac:spMkLst>
        </pc:spChg>
        <pc:spChg chg="mod">
          <ac:chgData name="Khiroria, Adit" userId="125b7d01-0557-4756-b3b5-aac8221948e3" providerId="ADAL" clId="{2A534007-7919-4860-9D91-EF53D666E740}" dt="2022-06-30T13:56:32.628" v="3521"/>
          <ac:spMkLst>
            <pc:docMk/>
            <pc:sldMk cId="3683221257" sldId="4021"/>
            <ac:spMk id="54" creationId="{4BF9D377-618A-4AC2-A5D1-4835A852919E}"/>
          </ac:spMkLst>
        </pc:spChg>
        <pc:spChg chg="mod">
          <ac:chgData name="Khiroria, Adit" userId="125b7d01-0557-4756-b3b5-aac8221948e3" providerId="ADAL" clId="{2A534007-7919-4860-9D91-EF53D666E740}" dt="2022-06-30T13:56:32.628" v="3521"/>
          <ac:spMkLst>
            <pc:docMk/>
            <pc:sldMk cId="3683221257" sldId="4021"/>
            <ac:spMk id="55" creationId="{A00D7712-636F-4BC0-A60C-4A7B568FBA7E}"/>
          </ac:spMkLst>
        </pc:spChg>
        <pc:spChg chg="mod">
          <ac:chgData name="Khiroria, Adit" userId="125b7d01-0557-4756-b3b5-aac8221948e3" providerId="ADAL" clId="{2A534007-7919-4860-9D91-EF53D666E740}" dt="2022-06-30T13:56:32.628" v="3521"/>
          <ac:spMkLst>
            <pc:docMk/>
            <pc:sldMk cId="3683221257" sldId="4021"/>
            <ac:spMk id="56" creationId="{38967F64-4FFE-4521-9A84-2ECDB70E5DA5}"/>
          </ac:spMkLst>
        </pc:spChg>
        <pc:spChg chg="add mod">
          <ac:chgData name="Khiroria, Adit" userId="125b7d01-0557-4756-b3b5-aac8221948e3" providerId="ADAL" clId="{2A534007-7919-4860-9D91-EF53D666E740}" dt="2022-06-30T13:56:32.628" v="3521"/>
          <ac:spMkLst>
            <pc:docMk/>
            <pc:sldMk cId="3683221257" sldId="4021"/>
            <ac:spMk id="57" creationId="{34DD133B-D378-4BDA-A763-4AA95875043A}"/>
          </ac:spMkLst>
        </pc:spChg>
        <pc:spChg chg="mod">
          <ac:chgData name="Khiroria, Adit" userId="125b7d01-0557-4756-b3b5-aac8221948e3" providerId="ADAL" clId="{2A534007-7919-4860-9D91-EF53D666E740}" dt="2022-06-30T14:24:50.735" v="3564" actId="14100"/>
          <ac:spMkLst>
            <pc:docMk/>
            <pc:sldMk cId="3683221257" sldId="4021"/>
            <ac:spMk id="59" creationId="{5A4356C9-D240-49DA-98F7-BFA7799C6CF9}"/>
          </ac:spMkLst>
        </pc:spChg>
        <pc:spChg chg="mod">
          <ac:chgData name="Khiroria, Adit" userId="125b7d01-0557-4756-b3b5-aac8221948e3" providerId="ADAL" clId="{2A534007-7919-4860-9D91-EF53D666E740}" dt="2022-06-30T14:24:52.723" v="3565" actId="122"/>
          <ac:spMkLst>
            <pc:docMk/>
            <pc:sldMk cId="3683221257" sldId="4021"/>
            <ac:spMk id="60" creationId="{21FA694D-D509-4244-8930-310976FF65FB}"/>
          </ac:spMkLst>
        </pc:spChg>
        <pc:spChg chg="mod">
          <ac:chgData name="Khiroria, Adit" userId="125b7d01-0557-4756-b3b5-aac8221948e3" providerId="ADAL" clId="{2A534007-7919-4860-9D91-EF53D666E740}" dt="2022-06-30T14:22:42.586" v="3536" actId="165"/>
          <ac:spMkLst>
            <pc:docMk/>
            <pc:sldMk cId="3683221257" sldId="4021"/>
            <ac:spMk id="62" creationId="{E0BB1843-D5F4-47DF-9C2D-C5526C93CA98}"/>
          </ac:spMkLst>
        </pc:spChg>
        <pc:spChg chg="mod">
          <ac:chgData name="Khiroria, Adit" userId="125b7d01-0557-4756-b3b5-aac8221948e3" providerId="ADAL" clId="{2A534007-7919-4860-9D91-EF53D666E740}" dt="2022-06-30T14:22:42.586" v="3536" actId="165"/>
          <ac:spMkLst>
            <pc:docMk/>
            <pc:sldMk cId="3683221257" sldId="4021"/>
            <ac:spMk id="63" creationId="{65A37685-3A5E-4FF7-AE61-961832A6EF8B}"/>
          </ac:spMkLst>
        </pc:spChg>
        <pc:spChg chg="mod">
          <ac:chgData name="Khiroria, Adit" userId="125b7d01-0557-4756-b3b5-aac8221948e3" providerId="ADAL" clId="{2A534007-7919-4860-9D91-EF53D666E740}" dt="2022-06-30T14:22:42.586" v="3536" actId="165"/>
          <ac:spMkLst>
            <pc:docMk/>
            <pc:sldMk cId="3683221257" sldId="4021"/>
            <ac:spMk id="64" creationId="{000B3099-5CF9-4B07-849E-247835804FA4}"/>
          </ac:spMkLst>
        </pc:spChg>
        <pc:spChg chg="mod">
          <ac:chgData name="Khiroria, Adit" userId="125b7d01-0557-4756-b3b5-aac8221948e3" providerId="ADAL" clId="{2A534007-7919-4860-9D91-EF53D666E740}" dt="2022-06-30T14:22:42.586" v="3536" actId="165"/>
          <ac:spMkLst>
            <pc:docMk/>
            <pc:sldMk cId="3683221257" sldId="4021"/>
            <ac:spMk id="65" creationId="{F4E80E36-CA97-4F5C-AFEA-0093F839F17F}"/>
          </ac:spMkLst>
        </pc:spChg>
        <pc:spChg chg="mod">
          <ac:chgData name="Khiroria, Adit" userId="125b7d01-0557-4756-b3b5-aac8221948e3" providerId="ADAL" clId="{2A534007-7919-4860-9D91-EF53D666E740}" dt="2022-06-30T14:22:42.586" v="3536" actId="165"/>
          <ac:spMkLst>
            <pc:docMk/>
            <pc:sldMk cId="3683221257" sldId="4021"/>
            <ac:spMk id="66" creationId="{7F4D7D4E-4C15-45EB-B89D-6DBE26BDDF09}"/>
          </ac:spMkLst>
        </pc:spChg>
        <pc:spChg chg="mod">
          <ac:chgData name="Khiroria, Adit" userId="125b7d01-0557-4756-b3b5-aac8221948e3" providerId="ADAL" clId="{2A534007-7919-4860-9D91-EF53D666E740}" dt="2022-06-30T14:22:42.586" v="3536" actId="165"/>
          <ac:spMkLst>
            <pc:docMk/>
            <pc:sldMk cId="3683221257" sldId="4021"/>
            <ac:spMk id="67" creationId="{06401C71-55FE-405D-B944-5D50B488F890}"/>
          </ac:spMkLst>
        </pc:spChg>
        <pc:spChg chg="mod">
          <ac:chgData name="Khiroria, Adit" userId="125b7d01-0557-4756-b3b5-aac8221948e3" providerId="ADAL" clId="{2A534007-7919-4860-9D91-EF53D666E740}" dt="2022-06-30T14:22:42.586" v="3536" actId="165"/>
          <ac:spMkLst>
            <pc:docMk/>
            <pc:sldMk cId="3683221257" sldId="4021"/>
            <ac:spMk id="68" creationId="{864CA89C-282A-49F3-99CB-93AE64EDB627}"/>
          </ac:spMkLst>
        </pc:spChg>
        <pc:spChg chg="mod">
          <ac:chgData name="Khiroria, Adit" userId="125b7d01-0557-4756-b3b5-aac8221948e3" providerId="ADAL" clId="{2A534007-7919-4860-9D91-EF53D666E740}" dt="2022-06-30T14:22:42.586" v="3536" actId="165"/>
          <ac:spMkLst>
            <pc:docMk/>
            <pc:sldMk cId="3683221257" sldId="4021"/>
            <ac:spMk id="69" creationId="{C2C19BC6-100C-4B28-93F4-4250A270D86D}"/>
          </ac:spMkLst>
        </pc:spChg>
        <pc:spChg chg="mod">
          <ac:chgData name="Khiroria, Adit" userId="125b7d01-0557-4756-b3b5-aac8221948e3" providerId="ADAL" clId="{2A534007-7919-4860-9D91-EF53D666E740}" dt="2022-06-30T14:22:42.586" v="3536" actId="165"/>
          <ac:spMkLst>
            <pc:docMk/>
            <pc:sldMk cId="3683221257" sldId="4021"/>
            <ac:spMk id="70" creationId="{260FBA76-E37A-4F00-87F0-4EF35B8913F1}"/>
          </ac:spMkLst>
        </pc:spChg>
        <pc:spChg chg="mod">
          <ac:chgData name="Khiroria, Adit" userId="125b7d01-0557-4756-b3b5-aac8221948e3" providerId="ADAL" clId="{2A534007-7919-4860-9D91-EF53D666E740}" dt="2022-06-30T14:22:42.586" v="3536" actId="165"/>
          <ac:spMkLst>
            <pc:docMk/>
            <pc:sldMk cId="3683221257" sldId="4021"/>
            <ac:spMk id="71" creationId="{2996296E-3CC4-4565-A30A-7C5B7DBB8366}"/>
          </ac:spMkLst>
        </pc:spChg>
        <pc:spChg chg="mod">
          <ac:chgData name="Khiroria, Adit" userId="125b7d01-0557-4756-b3b5-aac8221948e3" providerId="ADAL" clId="{2A534007-7919-4860-9D91-EF53D666E740}" dt="2022-06-30T14:22:42.586" v="3536" actId="165"/>
          <ac:spMkLst>
            <pc:docMk/>
            <pc:sldMk cId="3683221257" sldId="4021"/>
            <ac:spMk id="72" creationId="{2CF3980E-129B-49D1-A807-EDF680E193A2}"/>
          </ac:spMkLst>
        </pc:spChg>
        <pc:spChg chg="mod">
          <ac:chgData name="Khiroria, Adit" userId="125b7d01-0557-4756-b3b5-aac8221948e3" providerId="ADAL" clId="{2A534007-7919-4860-9D91-EF53D666E740}" dt="2022-06-30T14:22:42.586" v="3536" actId="165"/>
          <ac:spMkLst>
            <pc:docMk/>
            <pc:sldMk cId="3683221257" sldId="4021"/>
            <ac:spMk id="73" creationId="{9B9F59A4-8923-4DC0-B637-386F0400BABC}"/>
          </ac:spMkLst>
        </pc:spChg>
        <pc:spChg chg="mod">
          <ac:chgData name="Khiroria, Adit" userId="125b7d01-0557-4756-b3b5-aac8221948e3" providerId="ADAL" clId="{2A534007-7919-4860-9D91-EF53D666E740}" dt="2022-06-30T14:23:02.628" v="3541" actId="14100"/>
          <ac:spMkLst>
            <pc:docMk/>
            <pc:sldMk cId="3683221257" sldId="4021"/>
            <ac:spMk id="78" creationId="{1858830D-B717-42EA-AD60-C7DD9A999716}"/>
          </ac:spMkLst>
        </pc:spChg>
        <pc:spChg chg="mod">
          <ac:chgData name="Khiroria, Adit" userId="125b7d01-0557-4756-b3b5-aac8221948e3" providerId="ADAL" clId="{2A534007-7919-4860-9D91-EF53D666E740}" dt="2022-06-30T14:22:42.586" v="3536" actId="165"/>
          <ac:spMkLst>
            <pc:docMk/>
            <pc:sldMk cId="3683221257" sldId="4021"/>
            <ac:spMk id="79" creationId="{64859FA4-A7B6-4362-A10B-8BEE6D7CFA4D}"/>
          </ac:spMkLst>
        </pc:spChg>
        <pc:spChg chg="mod">
          <ac:chgData name="Khiroria, Adit" userId="125b7d01-0557-4756-b3b5-aac8221948e3" providerId="ADAL" clId="{2A534007-7919-4860-9D91-EF53D666E740}" dt="2022-06-30T14:22:42.586" v="3536" actId="165"/>
          <ac:spMkLst>
            <pc:docMk/>
            <pc:sldMk cId="3683221257" sldId="4021"/>
            <ac:spMk id="80" creationId="{FC966FDF-7A5E-4E26-B7E2-F413AA6B21BA}"/>
          </ac:spMkLst>
        </pc:spChg>
        <pc:spChg chg="mod">
          <ac:chgData name="Khiroria, Adit" userId="125b7d01-0557-4756-b3b5-aac8221948e3" providerId="ADAL" clId="{2A534007-7919-4860-9D91-EF53D666E740}" dt="2022-06-30T14:22:42.586" v="3536" actId="165"/>
          <ac:spMkLst>
            <pc:docMk/>
            <pc:sldMk cId="3683221257" sldId="4021"/>
            <ac:spMk id="84" creationId="{29EC86C5-3EAA-4447-AFF1-C85454B8D394}"/>
          </ac:spMkLst>
        </pc:spChg>
        <pc:spChg chg="mod">
          <ac:chgData name="Khiroria, Adit" userId="125b7d01-0557-4756-b3b5-aac8221948e3" providerId="ADAL" clId="{2A534007-7919-4860-9D91-EF53D666E740}" dt="2022-06-30T14:22:42.586" v="3536" actId="165"/>
          <ac:spMkLst>
            <pc:docMk/>
            <pc:sldMk cId="3683221257" sldId="4021"/>
            <ac:spMk id="85" creationId="{F6F01112-9F6F-4756-8BFF-38373A947FFC}"/>
          </ac:spMkLst>
        </pc:spChg>
        <pc:spChg chg="mod">
          <ac:chgData name="Khiroria, Adit" userId="125b7d01-0557-4756-b3b5-aac8221948e3" providerId="ADAL" clId="{2A534007-7919-4860-9D91-EF53D666E740}" dt="2022-06-30T14:22:42.586" v="3536" actId="165"/>
          <ac:spMkLst>
            <pc:docMk/>
            <pc:sldMk cId="3683221257" sldId="4021"/>
            <ac:spMk id="86" creationId="{EB296142-9250-4831-AC55-6AA8A0AF7653}"/>
          </ac:spMkLst>
        </pc:spChg>
        <pc:spChg chg="mod">
          <ac:chgData name="Khiroria, Adit" userId="125b7d01-0557-4756-b3b5-aac8221948e3" providerId="ADAL" clId="{2A534007-7919-4860-9D91-EF53D666E740}" dt="2022-06-30T14:22:42.586" v="3536" actId="165"/>
          <ac:spMkLst>
            <pc:docMk/>
            <pc:sldMk cId="3683221257" sldId="4021"/>
            <ac:spMk id="87" creationId="{07E3F9B8-1BAE-4FD2-B0F5-77B98924C9E0}"/>
          </ac:spMkLst>
        </pc:spChg>
        <pc:spChg chg="mod">
          <ac:chgData name="Khiroria, Adit" userId="125b7d01-0557-4756-b3b5-aac8221948e3" providerId="ADAL" clId="{2A534007-7919-4860-9D91-EF53D666E740}" dt="2022-06-30T14:22:42.586" v="3536" actId="165"/>
          <ac:spMkLst>
            <pc:docMk/>
            <pc:sldMk cId="3683221257" sldId="4021"/>
            <ac:spMk id="88" creationId="{C0644229-B4AD-4020-B10D-EBA2DD093A30}"/>
          </ac:spMkLst>
        </pc:spChg>
        <pc:spChg chg="mod">
          <ac:chgData name="Khiroria, Adit" userId="125b7d01-0557-4756-b3b5-aac8221948e3" providerId="ADAL" clId="{2A534007-7919-4860-9D91-EF53D666E740}" dt="2022-06-30T14:23:00.582" v="3540" actId="14100"/>
          <ac:spMkLst>
            <pc:docMk/>
            <pc:sldMk cId="3683221257" sldId="4021"/>
            <ac:spMk id="89" creationId="{5959BEE1-0B06-494E-8B0C-7F98B8E1AA19}"/>
          </ac:spMkLst>
        </pc:spChg>
        <pc:spChg chg="mod">
          <ac:chgData name="Khiroria, Adit" userId="125b7d01-0557-4756-b3b5-aac8221948e3" providerId="ADAL" clId="{2A534007-7919-4860-9D91-EF53D666E740}" dt="2022-06-30T14:22:42.586" v="3536" actId="165"/>
          <ac:spMkLst>
            <pc:docMk/>
            <pc:sldMk cId="3683221257" sldId="4021"/>
            <ac:spMk id="90" creationId="{25B61A02-9678-4F54-A007-1C283C2B17C8}"/>
          </ac:spMkLst>
        </pc:spChg>
        <pc:spChg chg="mod">
          <ac:chgData name="Khiroria, Adit" userId="125b7d01-0557-4756-b3b5-aac8221948e3" providerId="ADAL" clId="{2A534007-7919-4860-9D91-EF53D666E740}" dt="2022-06-30T14:22:42.586" v="3536" actId="165"/>
          <ac:spMkLst>
            <pc:docMk/>
            <pc:sldMk cId="3683221257" sldId="4021"/>
            <ac:spMk id="91" creationId="{DF6560FB-F7ED-41E2-9DED-4F083F1CAF22}"/>
          </ac:spMkLst>
        </pc:spChg>
        <pc:spChg chg="mod">
          <ac:chgData name="Khiroria, Adit" userId="125b7d01-0557-4756-b3b5-aac8221948e3" providerId="ADAL" clId="{2A534007-7919-4860-9D91-EF53D666E740}" dt="2022-06-30T14:22:42.586" v="3536" actId="165"/>
          <ac:spMkLst>
            <pc:docMk/>
            <pc:sldMk cId="3683221257" sldId="4021"/>
            <ac:spMk id="92" creationId="{901DD221-D882-4875-9F36-1CAB205F2E0F}"/>
          </ac:spMkLst>
        </pc:spChg>
        <pc:spChg chg="mod">
          <ac:chgData name="Khiroria, Adit" userId="125b7d01-0557-4756-b3b5-aac8221948e3" providerId="ADAL" clId="{2A534007-7919-4860-9D91-EF53D666E740}" dt="2022-06-30T14:22:42.586" v="3536" actId="165"/>
          <ac:spMkLst>
            <pc:docMk/>
            <pc:sldMk cId="3683221257" sldId="4021"/>
            <ac:spMk id="93" creationId="{2D766F9C-7C11-4563-B35F-3C4159153C64}"/>
          </ac:spMkLst>
        </pc:spChg>
        <pc:spChg chg="mod">
          <ac:chgData name="Khiroria, Adit" userId="125b7d01-0557-4756-b3b5-aac8221948e3" providerId="ADAL" clId="{2A534007-7919-4860-9D91-EF53D666E740}" dt="2022-06-30T14:22:42.586" v="3536" actId="165"/>
          <ac:spMkLst>
            <pc:docMk/>
            <pc:sldMk cId="3683221257" sldId="4021"/>
            <ac:spMk id="94" creationId="{0D77D96C-53E3-4C79-B1A6-DA1370E4C033}"/>
          </ac:spMkLst>
        </pc:spChg>
        <pc:spChg chg="mod">
          <ac:chgData name="Khiroria, Adit" userId="125b7d01-0557-4756-b3b5-aac8221948e3" providerId="ADAL" clId="{2A534007-7919-4860-9D91-EF53D666E740}" dt="2022-06-30T14:22:42.586" v="3536" actId="165"/>
          <ac:spMkLst>
            <pc:docMk/>
            <pc:sldMk cId="3683221257" sldId="4021"/>
            <ac:spMk id="95" creationId="{68F69704-2692-44BA-9ED7-644137C75E7F}"/>
          </ac:spMkLst>
        </pc:spChg>
        <pc:spChg chg="mod">
          <ac:chgData name="Khiroria, Adit" userId="125b7d01-0557-4756-b3b5-aac8221948e3" providerId="ADAL" clId="{2A534007-7919-4860-9D91-EF53D666E740}" dt="2022-06-30T14:22:42.586" v="3536" actId="165"/>
          <ac:spMkLst>
            <pc:docMk/>
            <pc:sldMk cId="3683221257" sldId="4021"/>
            <ac:spMk id="96" creationId="{32FDE3CD-ECEC-470C-BEEF-2BECA3E37AB4}"/>
          </ac:spMkLst>
        </pc:spChg>
        <pc:spChg chg="mod">
          <ac:chgData name="Khiroria, Adit" userId="125b7d01-0557-4756-b3b5-aac8221948e3" providerId="ADAL" clId="{2A534007-7919-4860-9D91-EF53D666E740}" dt="2022-06-30T14:22:42.586" v="3536" actId="165"/>
          <ac:spMkLst>
            <pc:docMk/>
            <pc:sldMk cId="3683221257" sldId="4021"/>
            <ac:spMk id="97" creationId="{09BFE7D0-416C-4420-B00E-7929A9853532}"/>
          </ac:spMkLst>
        </pc:spChg>
        <pc:spChg chg="mod">
          <ac:chgData name="Khiroria, Adit" userId="125b7d01-0557-4756-b3b5-aac8221948e3" providerId="ADAL" clId="{2A534007-7919-4860-9D91-EF53D666E740}" dt="2022-06-30T14:22:42.586" v="3536" actId="165"/>
          <ac:spMkLst>
            <pc:docMk/>
            <pc:sldMk cId="3683221257" sldId="4021"/>
            <ac:spMk id="98" creationId="{ED8FD1F7-F1DF-453D-BCA9-06D0601B49C3}"/>
          </ac:spMkLst>
        </pc:spChg>
        <pc:spChg chg="mod">
          <ac:chgData name="Khiroria, Adit" userId="125b7d01-0557-4756-b3b5-aac8221948e3" providerId="ADAL" clId="{2A534007-7919-4860-9D91-EF53D666E740}" dt="2022-06-30T14:22:42.586" v="3536" actId="165"/>
          <ac:spMkLst>
            <pc:docMk/>
            <pc:sldMk cId="3683221257" sldId="4021"/>
            <ac:spMk id="99" creationId="{9D62AA39-DE15-4515-99BB-6CF6BAAEB497}"/>
          </ac:spMkLst>
        </pc:spChg>
        <pc:spChg chg="mod">
          <ac:chgData name="Khiroria, Adit" userId="125b7d01-0557-4756-b3b5-aac8221948e3" providerId="ADAL" clId="{2A534007-7919-4860-9D91-EF53D666E740}" dt="2022-06-30T14:22:42.586" v="3536" actId="165"/>
          <ac:spMkLst>
            <pc:docMk/>
            <pc:sldMk cId="3683221257" sldId="4021"/>
            <ac:spMk id="100" creationId="{C399E53D-DE50-4909-8F59-0B9C9FE1E640}"/>
          </ac:spMkLst>
        </pc:spChg>
        <pc:spChg chg="mod">
          <ac:chgData name="Khiroria, Adit" userId="125b7d01-0557-4756-b3b5-aac8221948e3" providerId="ADAL" clId="{2A534007-7919-4860-9D91-EF53D666E740}" dt="2022-06-30T14:22:42.586" v="3536" actId="165"/>
          <ac:spMkLst>
            <pc:docMk/>
            <pc:sldMk cId="3683221257" sldId="4021"/>
            <ac:spMk id="101" creationId="{6C40AFC3-337A-4CFF-A82F-62255E3A0C67}"/>
          </ac:spMkLst>
        </pc:spChg>
        <pc:spChg chg="mod">
          <ac:chgData name="Khiroria, Adit" userId="125b7d01-0557-4756-b3b5-aac8221948e3" providerId="ADAL" clId="{2A534007-7919-4860-9D91-EF53D666E740}" dt="2022-06-30T14:22:42.586" v="3536" actId="165"/>
          <ac:spMkLst>
            <pc:docMk/>
            <pc:sldMk cId="3683221257" sldId="4021"/>
            <ac:spMk id="102" creationId="{4F069CFC-8643-4E2D-A69D-8DC8428BECBE}"/>
          </ac:spMkLst>
        </pc:spChg>
        <pc:spChg chg="mod">
          <ac:chgData name="Khiroria, Adit" userId="125b7d01-0557-4756-b3b5-aac8221948e3" providerId="ADAL" clId="{2A534007-7919-4860-9D91-EF53D666E740}" dt="2022-06-30T14:22:42.586" v="3536" actId="165"/>
          <ac:spMkLst>
            <pc:docMk/>
            <pc:sldMk cId="3683221257" sldId="4021"/>
            <ac:spMk id="103" creationId="{A2AAD1BD-9519-4AC6-9B12-0650CF64EA5B}"/>
          </ac:spMkLst>
        </pc:spChg>
        <pc:spChg chg="mod">
          <ac:chgData name="Khiroria, Adit" userId="125b7d01-0557-4756-b3b5-aac8221948e3" providerId="ADAL" clId="{2A534007-7919-4860-9D91-EF53D666E740}" dt="2022-06-30T14:22:42.586" v="3536" actId="165"/>
          <ac:spMkLst>
            <pc:docMk/>
            <pc:sldMk cId="3683221257" sldId="4021"/>
            <ac:spMk id="104" creationId="{188D939B-1EC8-4441-A8FB-31AE6834195F}"/>
          </ac:spMkLst>
        </pc:spChg>
        <pc:spChg chg="mod">
          <ac:chgData name="Khiroria, Adit" userId="125b7d01-0557-4756-b3b5-aac8221948e3" providerId="ADAL" clId="{2A534007-7919-4860-9D91-EF53D666E740}" dt="2022-06-30T14:22:42.586" v="3536" actId="165"/>
          <ac:spMkLst>
            <pc:docMk/>
            <pc:sldMk cId="3683221257" sldId="4021"/>
            <ac:spMk id="105" creationId="{D4E4CA92-1AC8-4D5A-8E79-2310F52936BC}"/>
          </ac:spMkLst>
        </pc:spChg>
        <pc:spChg chg="add mod topLvl">
          <ac:chgData name="Khiroria, Adit" userId="125b7d01-0557-4756-b3b5-aac8221948e3" providerId="ADAL" clId="{2A534007-7919-4860-9D91-EF53D666E740}" dt="2022-06-30T14:22:42.586" v="3536" actId="165"/>
          <ac:spMkLst>
            <pc:docMk/>
            <pc:sldMk cId="3683221257" sldId="4021"/>
            <ac:spMk id="106" creationId="{3D0B423B-F1E5-45B1-8C35-8B1FF304B383}"/>
          </ac:spMkLst>
        </pc:spChg>
        <pc:spChg chg="mod">
          <ac:chgData name="Khiroria, Adit" userId="125b7d01-0557-4756-b3b5-aac8221948e3" providerId="ADAL" clId="{2A534007-7919-4860-9D91-EF53D666E740}" dt="2022-06-30T14:25:01.450" v="3569" actId="404"/>
          <ac:spMkLst>
            <pc:docMk/>
            <pc:sldMk cId="3683221257" sldId="4021"/>
            <ac:spMk id="108" creationId="{79AE6268-4E09-412E-AB80-FE88158F797C}"/>
          </ac:spMkLst>
        </pc:spChg>
        <pc:spChg chg="mod">
          <ac:chgData name="Khiroria, Adit" userId="125b7d01-0557-4756-b3b5-aac8221948e3" providerId="ADAL" clId="{2A534007-7919-4860-9D91-EF53D666E740}" dt="2022-06-30T14:25:01.450" v="3569" actId="404"/>
          <ac:spMkLst>
            <pc:docMk/>
            <pc:sldMk cId="3683221257" sldId="4021"/>
            <ac:spMk id="109" creationId="{C4B6C997-1F7F-4472-9FD8-8C08F18B9886}"/>
          </ac:spMkLst>
        </pc:spChg>
        <pc:spChg chg="mod">
          <ac:chgData name="Khiroria, Adit" userId="125b7d01-0557-4756-b3b5-aac8221948e3" providerId="ADAL" clId="{2A534007-7919-4860-9D91-EF53D666E740}" dt="2022-06-30T14:25:01.450" v="3569" actId="404"/>
          <ac:spMkLst>
            <pc:docMk/>
            <pc:sldMk cId="3683221257" sldId="4021"/>
            <ac:spMk id="110" creationId="{2CAF76BA-4112-493F-BE1C-EB4569C08EE0}"/>
          </ac:spMkLst>
        </pc:spChg>
        <pc:spChg chg="mod">
          <ac:chgData name="Khiroria, Adit" userId="125b7d01-0557-4756-b3b5-aac8221948e3" providerId="ADAL" clId="{2A534007-7919-4860-9D91-EF53D666E740}" dt="2022-06-30T14:25:01.450" v="3569" actId="404"/>
          <ac:spMkLst>
            <pc:docMk/>
            <pc:sldMk cId="3683221257" sldId="4021"/>
            <ac:spMk id="111" creationId="{77DDB055-5B61-4E91-B183-790552A1ABB6}"/>
          </ac:spMkLst>
        </pc:spChg>
        <pc:spChg chg="mod">
          <ac:chgData name="Khiroria, Adit" userId="125b7d01-0557-4756-b3b5-aac8221948e3" providerId="ADAL" clId="{2A534007-7919-4860-9D91-EF53D666E740}" dt="2022-06-30T14:25:01.450" v="3569" actId="404"/>
          <ac:spMkLst>
            <pc:docMk/>
            <pc:sldMk cId="3683221257" sldId="4021"/>
            <ac:spMk id="115" creationId="{0A6E08A3-40D5-4845-9230-489FA48D7194}"/>
          </ac:spMkLst>
        </pc:spChg>
        <pc:spChg chg="mod">
          <ac:chgData name="Khiroria, Adit" userId="125b7d01-0557-4756-b3b5-aac8221948e3" providerId="ADAL" clId="{2A534007-7919-4860-9D91-EF53D666E740}" dt="2022-06-30T14:25:01.450" v="3569" actId="404"/>
          <ac:spMkLst>
            <pc:docMk/>
            <pc:sldMk cId="3683221257" sldId="4021"/>
            <ac:spMk id="116" creationId="{3636B678-CFE6-4FB5-AF62-5EC027955AF7}"/>
          </ac:spMkLst>
        </pc:spChg>
        <pc:spChg chg="mod">
          <ac:chgData name="Khiroria, Adit" userId="125b7d01-0557-4756-b3b5-aac8221948e3" providerId="ADAL" clId="{2A534007-7919-4860-9D91-EF53D666E740}" dt="2022-06-30T14:25:08.151" v="3572" actId="404"/>
          <ac:spMkLst>
            <pc:docMk/>
            <pc:sldMk cId="3683221257" sldId="4021"/>
            <ac:spMk id="117" creationId="{1E26E715-59C1-4610-983B-AD50C00F1877}"/>
          </ac:spMkLst>
        </pc:spChg>
        <pc:spChg chg="mod">
          <ac:chgData name="Khiroria, Adit" userId="125b7d01-0557-4756-b3b5-aac8221948e3" providerId="ADAL" clId="{2A534007-7919-4860-9D91-EF53D666E740}" dt="2022-06-30T14:25:01.450" v="3569" actId="404"/>
          <ac:spMkLst>
            <pc:docMk/>
            <pc:sldMk cId="3683221257" sldId="4021"/>
            <ac:spMk id="119" creationId="{D659A7F4-2A43-49AD-8387-BBC501D20B02}"/>
          </ac:spMkLst>
        </pc:spChg>
        <pc:spChg chg="mod">
          <ac:chgData name="Khiroria, Adit" userId="125b7d01-0557-4756-b3b5-aac8221948e3" providerId="ADAL" clId="{2A534007-7919-4860-9D91-EF53D666E740}" dt="2022-06-30T14:23:34.637" v="3547" actId="1076"/>
          <ac:spMkLst>
            <pc:docMk/>
            <pc:sldMk cId="3683221257" sldId="4021"/>
            <ac:spMk id="121" creationId="{163B2ABF-F6A2-4633-B670-4DD986AD0B89}"/>
          </ac:spMkLst>
        </pc:spChg>
        <pc:spChg chg="mod">
          <ac:chgData name="Khiroria, Adit" userId="125b7d01-0557-4756-b3b5-aac8221948e3" providerId="ADAL" clId="{2A534007-7919-4860-9D91-EF53D666E740}" dt="2022-06-30T14:23:34.637" v="3547" actId="1076"/>
          <ac:spMkLst>
            <pc:docMk/>
            <pc:sldMk cId="3683221257" sldId="4021"/>
            <ac:spMk id="128" creationId="{4C2065AD-B145-48CF-AB65-F28610E46803}"/>
          </ac:spMkLst>
        </pc:spChg>
        <pc:spChg chg="mod">
          <ac:chgData name="Khiroria, Adit" userId="125b7d01-0557-4756-b3b5-aac8221948e3" providerId="ADAL" clId="{2A534007-7919-4860-9D91-EF53D666E740}" dt="2022-06-30T14:23:34.637" v="3547" actId="1076"/>
          <ac:spMkLst>
            <pc:docMk/>
            <pc:sldMk cId="3683221257" sldId="4021"/>
            <ac:spMk id="129" creationId="{4756A69B-CAE2-4AE2-BB17-031784CFD087}"/>
          </ac:spMkLst>
        </pc:spChg>
        <pc:spChg chg="mod">
          <ac:chgData name="Khiroria, Adit" userId="125b7d01-0557-4756-b3b5-aac8221948e3" providerId="ADAL" clId="{2A534007-7919-4860-9D91-EF53D666E740}" dt="2022-06-30T14:23:34.637" v="3547" actId="1076"/>
          <ac:spMkLst>
            <pc:docMk/>
            <pc:sldMk cId="3683221257" sldId="4021"/>
            <ac:spMk id="131" creationId="{239B3B1D-4373-4825-B773-A41114B9E9E4}"/>
          </ac:spMkLst>
        </pc:spChg>
        <pc:spChg chg="mod">
          <ac:chgData name="Khiroria, Adit" userId="125b7d01-0557-4756-b3b5-aac8221948e3" providerId="ADAL" clId="{2A534007-7919-4860-9D91-EF53D666E740}" dt="2022-06-30T14:23:34.637" v="3547" actId="1076"/>
          <ac:spMkLst>
            <pc:docMk/>
            <pc:sldMk cId="3683221257" sldId="4021"/>
            <ac:spMk id="132" creationId="{F205FD38-D049-40A1-BCD4-38C1D648178F}"/>
          </ac:spMkLst>
        </pc:spChg>
        <pc:spChg chg="mod">
          <ac:chgData name="Khiroria, Adit" userId="125b7d01-0557-4756-b3b5-aac8221948e3" providerId="ADAL" clId="{2A534007-7919-4860-9D91-EF53D666E740}" dt="2022-06-30T14:23:34.637" v="3547" actId="1076"/>
          <ac:spMkLst>
            <pc:docMk/>
            <pc:sldMk cId="3683221257" sldId="4021"/>
            <ac:spMk id="133" creationId="{19F1B231-B08A-45CC-9102-32E6FF7565C4}"/>
          </ac:spMkLst>
        </pc:spChg>
        <pc:spChg chg="mod">
          <ac:chgData name="Khiroria, Adit" userId="125b7d01-0557-4756-b3b5-aac8221948e3" providerId="ADAL" clId="{2A534007-7919-4860-9D91-EF53D666E740}" dt="2022-06-30T14:23:58.987" v="3554" actId="1076"/>
          <ac:spMkLst>
            <pc:docMk/>
            <pc:sldMk cId="3683221257" sldId="4021"/>
            <ac:spMk id="135" creationId="{C2B38012-2C87-4C8E-916B-8DBF9233127A}"/>
          </ac:spMkLst>
        </pc:spChg>
        <pc:spChg chg="mod">
          <ac:chgData name="Khiroria, Adit" userId="125b7d01-0557-4756-b3b5-aac8221948e3" providerId="ADAL" clId="{2A534007-7919-4860-9D91-EF53D666E740}" dt="2022-06-30T14:23:54.870" v="3553" actId="1076"/>
          <ac:spMkLst>
            <pc:docMk/>
            <pc:sldMk cId="3683221257" sldId="4021"/>
            <ac:spMk id="136" creationId="{FBD3A267-E231-445B-93FF-762A2BA95903}"/>
          </ac:spMkLst>
        </pc:spChg>
        <pc:spChg chg="mod">
          <ac:chgData name="Khiroria, Adit" userId="125b7d01-0557-4756-b3b5-aac8221948e3" providerId="ADAL" clId="{2A534007-7919-4860-9D91-EF53D666E740}" dt="2022-06-30T14:23:34.637" v="3547" actId="1076"/>
          <ac:spMkLst>
            <pc:docMk/>
            <pc:sldMk cId="3683221257" sldId="4021"/>
            <ac:spMk id="137" creationId="{22E2A287-4547-45FC-8B4A-F1EBD506A85D}"/>
          </ac:spMkLst>
        </pc:spChg>
        <pc:spChg chg="mod">
          <ac:chgData name="Khiroria, Adit" userId="125b7d01-0557-4756-b3b5-aac8221948e3" providerId="ADAL" clId="{2A534007-7919-4860-9D91-EF53D666E740}" dt="2022-06-30T14:23:34.637" v="3547" actId="1076"/>
          <ac:spMkLst>
            <pc:docMk/>
            <pc:sldMk cId="3683221257" sldId="4021"/>
            <ac:spMk id="138" creationId="{551A6602-1C1A-4F97-B69A-A3E2887D9E19}"/>
          </ac:spMkLst>
        </pc:spChg>
        <pc:spChg chg="mod">
          <ac:chgData name="Khiroria, Adit" userId="125b7d01-0557-4756-b3b5-aac8221948e3" providerId="ADAL" clId="{2A534007-7919-4860-9D91-EF53D666E740}" dt="2022-06-30T14:23:34.637" v="3547" actId="1076"/>
          <ac:spMkLst>
            <pc:docMk/>
            <pc:sldMk cId="3683221257" sldId="4021"/>
            <ac:spMk id="139" creationId="{3CBF580F-FDEC-4FEF-80ED-0B6AAB26402B}"/>
          </ac:spMkLst>
        </pc:spChg>
        <pc:spChg chg="mod">
          <ac:chgData name="Khiroria, Adit" userId="125b7d01-0557-4756-b3b5-aac8221948e3" providerId="ADAL" clId="{2A534007-7919-4860-9D91-EF53D666E740}" dt="2022-06-30T14:23:34.637" v="3547" actId="1076"/>
          <ac:spMkLst>
            <pc:docMk/>
            <pc:sldMk cId="3683221257" sldId="4021"/>
            <ac:spMk id="140" creationId="{2254F669-B9DE-49D3-B0B1-F32F6FE4F175}"/>
          </ac:spMkLst>
        </pc:spChg>
        <pc:spChg chg="mod">
          <ac:chgData name="Khiroria, Adit" userId="125b7d01-0557-4756-b3b5-aac8221948e3" providerId="ADAL" clId="{2A534007-7919-4860-9D91-EF53D666E740}" dt="2022-06-30T14:23:34.637" v="3547" actId="1076"/>
          <ac:spMkLst>
            <pc:docMk/>
            <pc:sldMk cId="3683221257" sldId="4021"/>
            <ac:spMk id="141" creationId="{2FFE1598-AB25-4251-8488-4750C24B0F04}"/>
          </ac:spMkLst>
        </pc:spChg>
        <pc:spChg chg="mod">
          <ac:chgData name="Khiroria, Adit" userId="125b7d01-0557-4756-b3b5-aac8221948e3" providerId="ADAL" clId="{2A534007-7919-4860-9D91-EF53D666E740}" dt="2022-06-30T14:23:34.637" v="3547" actId="1076"/>
          <ac:spMkLst>
            <pc:docMk/>
            <pc:sldMk cId="3683221257" sldId="4021"/>
            <ac:spMk id="142" creationId="{D4AB6132-5A02-404E-8358-64AB6B3B45C1}"/>
          </ac:spMkLst>
        </pc:spChg>
        <pc:spChg chg="mod">
          <ac:chgData name="Khiroria, Adit" userId="125b7d01-0557-4756-b3b5-aac8221948e3" providerId="ADAL" clId="{2A534007-7919-4860-9D91-EF53D666E740}" dt="2022-06-30T14:23:34.637" v="3547" actId="1076"/>
          <ac:spMkLst>
            <pc:docMk/>
            <pc:sldMk cId="3683221257" sldId="4021"/>
            <ac:spMk id="144" creationId="{62CC35FA-0FFE-4DCA-A275-FD4D2F759156}"/>
          </ac:spMkLst>
        </pc:spChg>
        <pc:spChg chg="mod">
          <ac:chgData name="Khiroria, Adit" userId="125b7d01-0557-4756-b3b5-aac8221948e3" providerId="ADAL" clId="{2A534007-7919-4860-9D91-EF53D666E740}" dt="2022-06-30T14:23:34.637" v="3547" actId="1076"/>
          <ac:spMkLst>
            <pc:docMk/>
            <pc:sldMk cId="3683221257" sldId="4021"/>
            <ac:spMk id="145" creationId="{A3D24574-66B7-4484-A8F5-0AD2F759932F}"/>
          </ac:spMkLst>
        </pc:spChg>
        <pc:spChg chg="mod">
          <ac:chgData name="Khiroria, Adit" userId="125b7d01-0557-4756-b3b5-aac8221948e3" providerId="ADAL" clId="{2A534007-7919-4860-9D91-EF53D666E740}" dt="2022-06-30T14:23:34.637" v="3547" actId="1076"/>
          <ac:spMkLst>
            <pc:docMk/>
            <pc:sldMk cId="3683221257" sldId="4021"/>
            <ac:spMk id="146" creationId="{1A478768-B7E0-4459-949C-4F5803B2C256}"/>
          </ac:spMkLst>
        </pc:spChg>
        <pc:spChg chg="mod">
          <ac:chgData name="Khiroria, Adit" userId="125b7d01-0557-4756-b3b5-aac8221948e3" providerId="ADAL" clId="{2A534007-7919-4860-9D91-EF53D666E740}" dt="2022-06-30T14:23:34.637" v="3547" actId="1076"/>
          <ac:spMkLst>
            <pc:docMk/>
            <pc:sldMk cId="3683221257" sldId="4021"/>
            <ac:spMk id="147" creationId="{B34EFD62-0B92-4FB7-8EDB-9C8BAC109781}"/>
          </ac:spMkLst>
        </pc:spChg>
        <pc:spChg chg="mod">
          <ac:chgData name="Khiroria, Adit" userId="125b7d01-0557-4756-b3b5-aac8221948e3" providerId="ADAL" clId="{2A534007-7919-4860-9D91-EF53D666E740}" dt="2022-06-30T14:23:34.637" v="3547" actId="1076"/>
          <ac:spMkLst>
            <pc:docMk/>
            <pc:sldMk cId="3683221257" sldId="4021"/>
            <ac:spMk id="148" creationId="{2F6F65D3-A78E-4C8D-810D-687650A70EA0}"/>
          </ac:spMkLst>
        </pc:spChg>
        <pc:spChg chg="mod">
          <ac:chgData name="Khiroria, Adit" userId="125b7d01-0557-4756-b3b5-aac8221948e3" providerId="ADAL" clId="{2A534007-7919-4860-9D91-EF53D666E740}" dt="2022-06-30T14:23:34.637" v="3547" actId="1076"/>
          <ac:spMkLst>
            <pc:docMk/>
            <pc:sldMk cId="3683221257" sldId="4021"/>
            <ac:spMk id="149" creationId="{BC8B7D9D-07DA-4637-8356-F8CBD61C5FE1}"/>
          </ac:spMkLst>
        </pc:spChg>
        <pc:spChg chg="mod">
          <ac:chgData name="Khiroria, Adit" userId="125b7d01-0557-4756-b3b5-aac8221948e3" providerId="ADAL" clId="{2A534007-7919-4860-9D91-EF53D666E740}" dt="2022-06-30T14:23:34.637" v="3547" actId="1076"/>
          <ac:spMkLst>
            <pc:docMk/>
            <pc:sldMk cId="3683221257" sldId="4021"/>
            <ac:spMk id="150" creationId="{322B188B-8E1F-40EE-8435-7D3D3D7D88B9}"/>
          </ac:spMkLst>
        </pc:spChg>
        <pc:spChg chg="add mod topLvl">
          <ac:chgData name="Khiroria, Adit" userId="125b7d01-0557-4756-b3b5-aac8221948e3" providerId="ADAL" clId="{2A534007-7919-4860-9D91-EF53D666E740}" dt="2022-06-30T14:23:34.637" v="3547" actId="1076"/>
          <ac:spMkLst>
            <pc:docMk/>
            <pc:sldMk cId="3683221257" sldId="4021"/>
            <ac:spMk id="151" creationId="{CEFBAC22-4F37-4527-BC03-43EE48B8B321}"/>
          </ac:spMkLst>
        </pc:spChg>
        <pc:spChg chg="add mod topLvl">
          <ac:chgData name="Khiroria, Adit" userId="125b7d01-0557-4756-b3b5-aac8221948e3" providerId="ADAL" clId="{2A534007-7919-4860-9D91-EF53D666E740}" dt="2022-06-30T14:23:40.710" v="3549" actId="1076"/>
          <ac:spMkLst>
            <pc:docMk/>
            <pc:sldMk cId="3683221257" sldId="4021"/>
            <ac:spMk id="152" creationId="{1212C606-400A-4D63-BC6B-CCDC2479104B}"/>
          </ac:spMkLst>
        </pc:spChg>
        <pc:spChg chg="mod topLvl">
          <ac:chgData name="Khiroria, Adit" userId="125b7d01-0557-4756-b3b5-aac8221948e3" providerId="ADAL" clId="{2A534007-7919-4860-9D91-EF53D666E740}" dt="2022-06-30T14:26:21.083" v="3587" actId="404"/>
          <ac:spMkLst>
            <pc:docMk/>
            <pc:sldMk cId="3683221257" sldId="4021"/>
            <ac:spMk id="159" creationId="{8D62B4DF-B231-44BF-91A9-B1AAD56BD290}"/>
          </ac:spMkLst>
        </pc:spChg>
        <pc:spChg chg="del mod topLvl">
          <ac:chgData name="Khiroria, Adit" userId="125b7d01-0557-4756-b3b5-aac8221948e3" providerId="ADAL" clId="{2A534007-7919-4860-9D91-EF53D666E740}" dt="2022-06-30T14:28:54.494" v="3622" actId="478"/>
          <ac:spMkLst>
            <pc:docMk/>
            <pc:sldMk cId="3683221257" sldId="4021"/>
            <ac:spMk id="160" creationId="{E2C2AA4B-38D4-4F30-8687-1D1FE9854197}"/>
          </ac:spMkLst>
        </pc:spChg>
        <pc:spChg chg="del mod topLvl">
          <ac:chgData name="Khiroria, Adit" userId="125b7d01-0557-4756-b3b5-aac8221948e3" providerId="ADAL" clId="{2A534007-7919-4860-9D91-EF53D666E740}" dt="2022-06-30T14:28:56.004" v="3623" actId="478"/>
          <ac:spMkLst>
            <pc:docMk/>
            <pc:sldMk cId="3683221257" sldId="4021"/>
            <ac:spMk id="161" creationId="{B51068A9-86FE-4949-9627-393FD68E87F2}"/>
          </ac:spMkLst>
        </pc:spChg>
        <pc:spChg chg="mod">
          <ac:chgData name="Khiroria, Adit" userId="125b7d01-0557-4756-b3b5-aac8221948e3" providerId="ADAL" clId="{2A534007-7919-4860-9D91-EF53D666E740}" dt="2022-06-30T14:27:33.201" v="3600" actId="1076"/>
          <ac:spMkLst>
            <pc:docMk/>
            <pc:sldMk cId="3683221257" sldId="4021"/>
            <ac:spMk id="162" creationId="{792CA852-ACA4-410C-8598-089C56F4CF56}"/>
          </ac:spMkLst>
        </pc:spChg>
        <pc:spChg chg="mod">
          <ac:chgData name="Khiroria, Adit" userId="125b7d01-0557-4756-b3b5-aac8221948e3" providerId="ADAL" clId="{2A534007-7919-4860-9D91-EF53D666E740}" dt="2022-06-30T14:27:33.201" v="3600" actId="1076"/>
          <ac:spMkLst>
            <pc:docMk/>
            <pc:sldMk cId="3683221257" sldId="4021"/>
            <ac:spMk id="163" creationId="{8974C9A1-9554-477C-846E-715DE53DE729}"/>
          </ac:spMkLst>
        </pc:spChg>
        <pc:spChg chg="mod">
          <ac:chgData name="Khiroria, Adit" userId="125b7d01-0557-4756-b3b5-aac8221948e3" providerId="ADAL" clId="{2A534007-7919-4860-9D91-EF53D666E740}" dt="2022-06-30T14:27:33.201" v="3600" actId="1076"/>
          <ac:spMkLst>
            <pc:docMk/>
            <pc:sldMk cId="3683221257" sldId="4021"/>
            <ac:spMk id="164" creationId="{990C77B2-37F7-4F20-AA91-DA87B25BED12}"/>
          </ac:spMkLst>
        </pc:spChg>
        <pc:spChg chg="mod">
          <ac:chgData name="Khiroria, Adit" userId="125b7d01-0557-4756-b3b5-aac8221948e3" providerId="ADAL" clId="{2A534007-7919-4860-9D91-EF53D666E740}" dt="2022-06-30T14:27:33.201" v="3600" actId="1076"/>
          <ac:spMkLst>
            <pc:docMk/>
            <pc:sldMk cId="3683221257" sldId="4021"/>
            <ac:spMk id="165" creationId="{EB2E83B7-F6B1-4EC5-8965-C93B673CD26D}"/>
          </ac:spMkLst>
        </pc:spChg>
        <pc:spChg chg="mod">
          <ac:chgData name="Khiroria, Adit" userId="125b7d01-0557-4756-b3b5-aac8221948e3" providerId="ADAL" clId="{2A534007-7919-4860-9D91-EF53D666E740}" dt="2022-06-30T14:27:33.201" v="3600" actId="1076"/>
          <ac:spMkLst>
            <pc:docMk/>
            <pc:sldMk cId="3683221257" sldId="4021"/>
            <ac:spMk id="166" creationId="{0937DA69-2144-4976-8A49-A5D68C0D7267}"/>
          </ac:spMkLst>
        </pc:spChg>
        <pc:spChg chg="mod">
          <ac:chgData name="Khiroria, Adit" userId="125b7d01-0557-4756-b3b5-aac8221948e3" providerId="ADAL" clId="{2A534007-7919-4860-9D91-EF53D666E740}" dt="2022-06-30T14:27:33.201" v="3600" actId="1076"/>
          <ac:spMkLst>
            <pc:docMk/>
            <pc:sldMk cId="3683221257" sldId="4021"/>
            <ac:spMk id="167" creationId="{50B521A6-0A88-434D-8F58-32E4870D751E}"/>
          </ac:spMkLst>
        </pc:spChg>
        <pc:spChg chg="mod">
          <ac:chgData name="Khiroria, Adit" userId="125b7d01-0557-4756-b3b5-aac8221948e3" providerId="ADAL" clId="{2A534007-7919-4860-9D91-EF53D666E740}" dt="2022-06-30T14:27:33.201" v="3600" actId="1076"/>
          <ac:spMkLst>
            <pc:docMk/>
            <pc:sldMk cId="3683221257" sldId="4021"/>
            <ac:spMk id="168" creationId="{1D7960A7-08FF-4EA6-A335-2DA9057456ED}"/>
          </ac:spMkLst>
        </pc:spChg>
        <pc:spChg chg="del mod topLvl">
          <ac:chgData name="Khiroria, Adit" userId="125b7d01-0557-4756-b3b5-aac8221948e3" providerId="ADAL" clId="{2A534007-7919-4860-9D91-EF53D666E740}" dt="2022-06-30T14:28:53.039" v="3621" actId="478"/>
          <ac:spMkLst>
            <pc:docMk/>
            <pc:sldMk cId="3683221257" sldId="4021"/>
            <ac:spMk id="169" creationId="{4CA07FC3-56D0-41F9-A6C5-17324461CC7A}"/>
          </ac:spMkLst>
        </pc:spChg>
        <pc:spChg chg="mod topLvl">
          <ac:chgData name="Khiroria, Adit" userId="125b7d01-0557-4756-b3b5-aac8221948e3" providerId="ADAL" clId="{2A534007-7919-4860-9D91-EF53D666E740}" dt="2022-06-30T14:29:43.979" v="3629" actId="404"/>
          <ac:spMkLst>
            <pc:docMk/>
            <pc:sldMk cId="3683221257" sldId="4021"/>
            <ac:spMk id="176" creationId="{7C0C1225-4082-4BB5-B847-C0C1D22384E8}"/>
          </ac:spMkLst>
        </pc:spChg>
        <pc:spChg chg="mod topLvl">
          <ac:chgData name="Khiroria, Adit" userId="125b7d01-0557-4756-b3b5-aac8221948e3" providerId="ADAL" clId="{2A534007-7919-4860-9D91-EF53D666E740}" dt="2022-06-30T14:28:43.918" v="3619" actId="1076"/>
          <ac:spMkLst>
            <pc:docMk/>
            <pc:sldMk cId="3683221257" sldId="4021"/>
            <ac:spMk id="177" creationId="{0DAF6643-9B99-4C9E-AB17-D8CBBDDB2BA9}"/>
          </ac:spMkLst>
        </pc:spChg>
        <pc:spChg chg="mod">
          <ac:chgData name="Khiroria, Adit" userId="125b7d01-0557-4756-b3b5-aac8221948e3" providerId="ADAL" clId="{2A534007-7919-4860-9D91-EF53D666E740}" dt="2022-06-30T14:28:02.396" v="3606" actId="165"/>
          <ac:spMkLst>
            <pc:docMk/>
            <pc:sldMk cId="3683221257" sldId="4021"/>
            <ac:spMk id="179" creationId="{EFBEA453-C3B2-425D-82DF-53891511B36F}"/>
          </ac:spMkLst>
        </pc:spChg>
        <pc:spChg chg="mod">
          <ac:chgData name="Khiroria, Adit" userId="125b7d01-0557-4756-b3b5-aac8221948e3" providerId="ADAL" clId="{2A534007-7919-4860-9D91-EF53D666E740}" dt="2022-06-30T14:28:02.396" v="3606" actId="165"/>
          <ac:spMkLst>
            <pc:docMk/>
            <pc:sldMk cId="3683221257" sldId="4021"/>
            <ac:spMk id="180" creationId="{A621709E-3696-4CE9-A3B0-593F8E3B02E0}"/>
          </ac:spMkLst>
        </pc:spChg>
        <pc:spChg chg="mod">
          <ac:chgData name="Khiroria, Adit" userId="125b7d01-0557-4756-b3b5-aac8221948e3" providerId="ADAL" clId="{2A534007-7919-4860-9D91-EF53D666E740}" dt="2022-06-30T14:28:02.396" v="3606" actId="165"/>
          <ac:spMkLst>
            <pc:docMk/>
            <pc:sldMk cId="3683221257" sldId="4021"/>
            <ac:spMk id="181" creationId="{6493CE9C-056C-442B-AA0A-7F0CCBC6E512}"/>
          </ac:spMkLst>
        </pc:spChg>
        <pc:spChg chg="mod">
          <ac:chgData name="Khiroria, Adit" userId="125b7d01-0557-4756-b3b5-aac8221948e3" providerId="ADAL" clId="{2A534007-7919-4860-9D91-EF53D666E740}" dt="2022-06-30T14:29:47.177" v="3630" actId="404"/>
          <ac:spMkLst>
            <pc:docMk/>
            <pc:sldMk cId="3683221257" sldId="4021"/>
            <ac:spMk id="183" creationId="{B8B52E45-04A5-4CF7-BF46-106AA8623800}"/>
          </ac:spMkLst>
        </pc:spChg>
        <pc:spChg chg="mod">
          <ac:chgData name="Khiroria, Adit" userId="125b7d01-0557-4756-b3b5-aac8221948e3" providerId="ADAL" clId="{2A534007-7919-4860-9D91-EF53D666E740}" dt="2022-06-30T14:28:38.277" v="3618" actId="1076"/>
          <ac:spMkLst>
            <pc:docMk/>
            <pc:sldMk cId="3683221257" sldId="4021"/>
            <ac:spMk id="184" creationId="{C0915715-B921-46AA-BA05-3329E6412743}"/>
          </ac:spMkLst>
        </pc:spChg>
        <pc:spChg chg="mod">
          <ac:chgData name="Khiroria, Adit" userId="125b7d01-0557-4756-b3b5-aac8221948e3" providerId="ADAL" clId="{2A534007-7919-4860-9D91-EF53D666E740}" dt="2022-06-30T14:27:17.038" v="3597" actId="122"/>
          <ac:spMkLst>
            <pc:docMk/>
            <pc:sldMk cId="3683221257" sldId="4021"/>
            <ac:spMk id="185" creationId="{3F5F10FA-DADB-49C1-B9E7-BE919E879931}"/>
          </ac:spMkLst>
        </pc:spChg>
        <pc:spChg chg="mod">
          <ac:chgData name="Khiroria, Adit" userId="125b7d01-0557-4756-b3b5-aac8221948e3" providerId="ADAL" clId="{2A534007-7919-4860-9D91-EF53D666E740}" dt="2022-06-30T14:27:23.924" v="3599" actId="14100"/>
          <ac:spMkLst>
            <pc:docMk/>
            <pc:sldMk cId="3683221257" sldId="4021"/>
            <ac:spMk id="186" creationId="{65E4FB64-1AAC-4D8B-A2DC-FEC1186AEDCA}"/>
          </ac:spMkLst>
        </pc:spChg>
        <pc:spChg chg="mod">
          <ac:chgData name="Khiroria, Adit" userId="125b7d01-0557-4756-b3b5-aac8221948e3" providerId="ADAL" clId="{2A534007-7919-4860-9D91-EF53D666E740}" dt="2022-06-30T14:27:37.445" v="3601" actId="1076"/>
          <ac:spMkLst>
            <pc:docMk/>
            <pc:sldMk cId="3683221257" sldId="4021"/>
            <ac:spMk id="187" creationId="{4B43764A-34B2-45DF-B3A5-BA881FDAC559}"/>
          </ac:spMkLst>
        </pc:spChg>
        <pc:spChg chg="mod">
          <ac:chgData name="Khiroria, Adit" userId="125b7d01-0557-4756-b3b5-aac8221948e3" providerId="ADAL" clId="{2A534007-7919-4860-9D91-EF53D666E740}" dt="2022-06-30T14:26:42.961" v="3589" actId="165"/>
          <ac:spMkLst>
            <pc:docMk/>
            <pc:sldMk cId="3683221257" sldId="4021"/>
            <ac:spMk id="188" creationId="{36AA9077-F848-4ABF-A0FF-97D248DAD81A}"/>
          </ac:spMkLst>
        </pc:spChg>
        <pc:spChg chg="mod">
          <ac:chgData name="Khiroria, Adit" userId="125b7d01-0557-4756-b3b5-aac8221948e3" providerId="ADAL" clId="{2A534007-7919-4860-9D91-EF53D666E740}" dt="2022-06-30T14:26:42.961" v="3589" actId="165"/>
          <ac:spMkLst>
            <pc:docMk/>
            <pc:sldMk cId="3683221257" sldId="4021"/>
            <ac:spMk id="189" creationId="{7D40DE82-9978-4FF9-BFE7-196D2D086F6B}"/>
          </ac:spMkLst>
        </pc:spChg>
        <pc:spChg chg="mod">
          <ac:chgData name="Khiroria, Adit" userId="125b7d01-0557-4756-b3b5-aac8221948e3" providerId="ADAL" clId="{2A534007-7919-4860-9D91-EF53D666E740}" dt="2022-06-30T14:26:42.961" v="3589" actId="165"/>
          <ac:spMkLst>
            <pc:docMk/>
            <pc:sldMk cId="3683221257" sldId="4021"/>
            <ac:spMk id="190" creationId="{1C0F37A6-DD4C-4FC0-8032-021711752BC5}"/>
          </ac:spMkLst>
        </pc:spChg>
        <pc:spChg chg="mod">
          <ac:chgData name="Khiroria, Adit" userId="125b7d01-0557-4756-b3b5-aac8221948e3" providerId="ADAL" clId="{2A534007-7919-4860-9D91-EF53D666E740}" dt="2022-06-30T14:25:36.678" v="3576"/>
          <ac:spMkLst>
            <pc:docMk/>
            <pc:sldMk cId="3683221257" sldId="4021"/>
            <ac:spMk id="194" creationId="{2E7FB20F-E2C8-49E9-ACDC-5C47D597BA92}"/>
          </ac:spMkLst>
        </pc:spChg>
        <pc:spChg chg="mod">
          <ac:chgData name="Khiroria, Adit" userId="125b7d01-0557-4756-b3b5-aac8221948e3" providerId="ADAL" clId="{2A534007-7919-4860-9D91-EF53D666E740}" dt="2022-06-30T14:25:36.678" v="3576"/>
          <ac:spMkLst>
            <pc:docMk/>
            <pc:sldMk cId="3683221257" sldId="4021"/>
            <ac:spMk id="195" creationId="{3A66815E-E005-431C-B4FA-E8C9FF698136}"/>
          </ac:spMkLst>
        </pc:spChg>
        <pc:spChg chg="mod">
          <ac:chgData name="Khiroria, Adit" userId="125b7d01-0557-4756-b3b5-aac8221948e3" providerId="ADAL" clId="{2A534007-7919-4860-9D91-EF53D666E740}" dt="2022-06-30T14:25:36.678" v="3576"/>
          <ac:spMkLst>
            <pc:docMk/>
            <pc:sldMk cId="3683221257" sldId="4021"/>
            <ac:spMk id="196" creationId="{A9AD1987-F3FA-47B2-889C-3C8A2293C8CD}"/>
          </ac:spMkLst>
        </pc:spChg>
        <pc:spChg chg="mod">
          <ac:chgData name="Khiroria, Adit" userId="125b7d01-0557-4756-b3b5-aac8221948e3" providerId="ADAL" clId="{2A534007-7919-4860-9D91-EF53D666E740}" dt="2022-06-30T14:25:36.678" v="3576"/>
          <ac:spMkLst>
            <pc:docMk/>
            <pc:sldMk cId="3683221257" sldId="4021"/>
            <ac:spMk id="197" creationId="{E81DA8F2-4F61-46B0-8FD2-15C467E0DC6F}"/>
          </ac:spMkLst>
        </pc:spChg>
        <pc:spChg chg="mod">
          <ac:chgData name="Khiroria, Adit" userId="125b7d01-0557-4756-b3b5-aac8221948e3" providerId="ADAL" clId="{2A534007-7919-4860-9D91-EF53D666E740}" dt="2022-06-30T14:25:36.678" v="3576"/>
          <ac:spMkLst>
            <pc:docMk/>
            <pc:sldMk cId="3683221257" sldId="4021"/>
            <ac:spMk id="198" creationId="{FAD49BFC-3261-409D-9DAA-F4131FE79A2D}"/>
          </ac:spMkLst>
        </pc:spChg>
        <pc:spChg chg="mod">
          <ac:chgData name="Khiroria, Adit" userId="125b7d01-0557-4756-b3b5-aac8221948e3" providerId="ADAL" clId="{2A534007-7919-4860-9D91-EF53D666E740}" dt="2022-06-30T14:25:36.678" v="3576"/>
          <ac:spMkLst>
            <pc:docMk/>
            <pc:sldMk cId="3683221257" sldId="4021"/>
            <ac:spMk id="199" creationId="{62F04B08-27B8-4CFD-A44E-38A9D502BD54}"/>
          </ac:spMkLst>
        </pc:spChg>
        <pc:spChg chg="mod">
          <ac:chgData name="Khiroria, Adit" userId="125b7d01-0557-4756-b3b5-aac8221948e3" providerId="ADAL" clId="{2A534007-7919-4860-9D91-EF53D666E740}" dt="2022-06-30T14:25:36.678" v="3576"/>
          <ac:spMkLst>
            <pc:docMk/>
            <pc:sldMk cId="3683221257" sldId="4021"/>
            <ac:spMk id="200" creationId="{E3B555A7-5413-462A-BA14-A9538206626D}"/>
          </ac:spMkLst>
        </pc:spChg>
        <pc:spChg chg="mod">
          <ac:chgData name="Khiroria, Adit" userId="125b7d01-0557-4756-b3b5-aac8221948e3" providerId="ADAL" clId="{2A534007-7919-4860-9D91-EF53D666E740}" dt="2022-06-30T14:25:36.678" v="3576"/>
          <ac:spMkLst>
            <pc:docMk/>
            <pc:sldMk cId="3683221257" sldId="4021"/>
            <ac:spMk id="201" creationId="{B7D0CDD6-A4CB-47D5-A8AC-4F98B331809E}"/>
          </ac:spMkLst>
        </pc:spChg>
        <pc:spChg chg="mod">
          <ac:chgData name="Khiroria, Adit" userId="125b7d01-0557-4756-b3b5-aac8221948e3" providerId="ADAL" clId="{2A534007-7919-4860-9D91-EF53D666E740}" dt="2022-06-30T14:25:36.678" v="3576"/>
          <ac:spMkLst>
            <pc:docMk/>
            <pc:sldMk cId="3683221257" sldId="4021"/>
            <ac:spMk id="202" creationId="{F0ACA134-7514-40DA-91BB-36013C99A3D2}"/>
          </ac:spMkLst>
        </pc:spChg>
        <pc:spChg chg="mod">
          <ac:chgData name="Khiroria, Adit" userId="125b7d01-0557-4756-b3b5-aac8221948e3" providerId="ADAL" clId="{2A534007-7919-4860-9D91-EF53D666E740}" dt="2022-06-30T14:25:36.678" v="3576"/>
          <ac:spMkLst>
            <pc:docMk/>
            <pc:sldMk cId="3683221257" sldId="4021"/>
            <ac:spMk id="203" creationId="{1CC427EA-FA6D-4BD1-B0BB-E5BD66F53C6C}"/>
          </ac:spMkLst>
        </pc:spChg>
        <pc:spChg chg="mod">
          <ac:chgData name="Khiroria, Adit" userId="125b7d01-0557-4756-b3b5-aac8221948e3" providerId="ADAL" clId="{2A534007-7919-4860-9D91-EF53D666E740}" dt="2022-06-30T14:25:36.678" v="3576"/>
          <ac:spMkLst>
            <pc:docMk/>
            <pc:sldMk cId="3683221257" sldId="4021"/>
            <ac:spMk id="204" creationId="{38DEB093-03C0-4E6D-A6B5-3D2957554079}"/>
          </ac:spMkLst>
        </pc:spChg>
        <pc:spChg chg="mod">
          <ac:chgData name="Khiroria, Adit" userId="125b7d01-0557-4756-b3b5-aac8221948e3" providerId="ADAL" clId="{2A534007-7919-4860-9D91-EF53D666E740}" dt="2022-06-30T14:25:36.678" v="3576"/>
          <ac:spMkLst>
            <pc:docMk/>
            <pc:sldMk cId="3683221257" sldId="4021"/>
            <ac:spMk id="211" creationId="{CDEECD96-0B4D-41A4-8797-54EED1CCC150}"/>
          </ac:spMkLst>
        </pc:spChg>
        <pc:spChg chg="mod">
          <ac:chgData name="Khiroria, Adit" userId="125b7d01-0557-4756-b3b5-aac8221948e3" providerId="ADAL" clId="{2A534007-7919-4860-9D91-EF53D666E740}" dt="2022-06-30T14:25:36.678" v="3576"/>
          <ac:spMkLst>
            <pc:docMk/>
            <pc:sldMk cId="3683221257" sldId="4021"/>
            <ac:spMk id="212" creationId="{EA196F85-0A20-4841-B9CA-523E6E4E7C11}"/>
          </ac:spMkLst>
        </pc:spChg>
        <pc:spChg chg="mod">
          <ac:chgData name="Khiroria, Adit" userId="125b7d01-0557-4756-b3b5-aac8221948e3" providerId="ADAL" clId="{2A534007-7919-4860-9D91-EF53D666E740}" dt="2022-06-30T14:25:36.678" v="3576"/>
          <ac:spMkLst>
            <pc:docMk/>
            <pc:sldMk cId="3683221257" sldId="4021"/>
            <ac:spMk id="214" creationId="{6448ED6A-E017-435F-9779-FC6E7387D65B}"/>
          </ac:spMkLst>
        </pc:spChg>
        <pc:spChg chg="mod">
          <ac:chgData name="Khiroria, Adit" userId="125b7d01-0557-4756-b3b5-aac8221948e3" providerId="ADAL" clId="{2A534007-7919-4860-9D91-EF53D666E740}" dt="2022-06-30T14:25:36.678" v="3576"/>
          <ac:spMkLst>
            <pc:docMk/>
            <pc:sldMk cId="3683221257" sldId="4021"/>
            <ac:spMk id="215" creationId="{AF28104C-D6A3-449A-A356-7AAB5F3736A8}"/>
          </ac:spMkLst>
        </pc:spChg>
        <pc:spChg chg="mod">
          <ac:chgData name="Khiroria, Adit" userId="125b7d01-0557-4756-b3b5-aac8221948e3" providerId="ADAL" clId="{2A534007-7919-4860-9D91-EF53D666E740}" dt="2022-06-30T14:25:36.678" v="3576"/>
          <ac:spMkLst>
            <pc:docMk/>
            <pc:sldMk cId="3683221257" sldId="4021"/>
            <ac:spMk id="216" creationId="{1F62ED47-8DE0-41E4-A338-2C40B446511A}"/>
          </ac:spMkLst>
        </pc:spChg>
        <pc:spChg chg="mod">
          <ac:chgData name="Khiroria, Adit" userId="125b7d01-0557-4756-b3b5-aac8221948e3" providerId="ADAL" clId="{2A534007-7919-4860-9D91-EF53D666E740}" dt="2022-06-30T14:25:36.678" v="3576"/>
          <ac:spMkLst>
            <pc:docMk/>
            <pc:sldMk cId="3683221257" sldId="4021"/>
            <ac:spMk id="218" creationId="{DB8136A3-F15D-4782-907C-AAADF969695A}"/>
          </ac:spMkLst>
        </pc:spChg>
        <pc:spChg chg="mod">
          <ac:chgData name="Khiroria, Adit" userId="125b7d01-0557-4756-b3b5-aac8221948e3" providerId="ADAL" clId="{2A534007-7919-4860-9D91-EF53D666E740}" dt="2022-06-30T14:25:36.678" v="3576"/>
          <ac:spMkLst>
            <pc:docMk/>
            <pc:sldMk cId="3683221257" sldId="4021"/>
            <ac:spMk id="219" creationId="{9C685F3A-185C-4446-8CF4-0EC1AFCDC6FA}"/>
          </ac:spMkLst>
        </pc:spChg>
        <pc:spChg chg="mod">
          <ac:chgData name="Khiroria, Adit" userId="125b7d01-0557-4756-b3b5-aac8221948e3" providerId="ADAL" clId="{2A534007-7919-4860-9D91-EF53D666E740}" dt="2022-06-30T14:25:36.678" v="3576"/>
          <ac:spMkLst>
            <pc:docMk/>
            <pc:sldMk cId="3683221257" sldId="4021"/>
            <ac:spMk id="220" creationId="{25469A03-9A78-4059-AB8E-EEEB9FF7D6A9}"/>
          </ac:spMkLst>
        </pc:spChg>
        <pc:spChg chg="mod">
          <ac:chgData name="Khiroria, Adit" userId="125b7d01-0557-4756-b3b5-aac8221948e3" providerId="ADAL" clId="{2A534007-7919-4860-9D91-EF53D666E740}" dt="2022-06-30T14:25:36.678" v="3576"/>
          <ac:spMkLst>
            <pc:docMk/>
            <pc:sldMk cId="3683221257" sldId="4021"/>
            <ac:spMk id="221" creationId="{C839CAA3-2015-40CA-B457-E40164CF45ED}"/>
          </ac:spMkLst>
        </pc:spChg>
        <pc:spChg chg="mod">
          <ac:chgData name="Khiroria, Adit" userId="125b7d01-0557-4756-b3b5-aac8221948e3" providerId="ADAL" clId="{2A534007-7919-4860-9D91-EF53D666E740}" dt="2022-06-30T14:25:36.678" v="3576"/>
          <ac:spMkLst>
            <pc:docMk/>
            <pc:sldMk cId="3683221257" sldId="4021"/>
            <ac:spMk id="222" creationId="{C038E84E-B358-49E1-81F0-451D49E514DC}"/>
          </ac:spMkLst>
        </pc:spChg>
        <pc:spChg chg="mod">
          <ac:chgData name="Khiroria, Adit" userId="125b7d01-0557-4756-b3b5-aac8221948e3" providerId="ADAL" clId="{2A534007-7919-4860-9D91-EF53D666E740}" dt="2022-06-30T14:25:36.678" v="3576"/>
          <ac:spMkLst>
            <pc:docMk/>
            <pc:sldMk cId="3683221257" sldId="4021"/>
            <ac:spMk id="223" creationId="{412B7761-2EB2-4C5E-B729-7076AD10318A}"/>
          </ac:spMkLst>
        </pc:spChg>
        <pc:spChg chg="mod">
          <ac:chgData name="Khiroria, Adit" userId="125b7d01-0557-4756-b3b5-aac8221948e3" providerId="ADAL" clId="{2A534007-7919-4860-9D91-EF53D666E740}" dt="2022-06-30T14:25:36.678" v="3576"/>
          <ac:spMkLst>
            <pc:docMk/>
            <pc:sldMk cId="3683221257" sldId="4021"/>
            <ac:spMk id="224" creationId="{A663DE95-713C-457F-9D32-D59E93E964F8}"/>
          </ac:spMkLst>
        </pc:spChg>
        <pc:spChg chg="mod">
          <ac:chgData name="Khiroria, Adit" userId="125b7d01-0557-4756-b3b5-aac8221948e3" providerId="ADAL" clId="{2A534007-7919-4860-9D91-EF53D666E740}" dt="2022-06-30T14:25:36.678" v="3576"/>
          <ac:spMkLst>
            <pc:docMk/>
            <pc:sldMk cId="3683221257" sldId="4021"/>
            <ac:spMk id="225" creationId="{9FAF4A9F-0443-4EA8-8FDD-19C777BD5C93}"/>
          </ac:spMkLst>
        </pc:spChg>
        <pc:spChg chg="add mod">
          <ac:chgData name="Khiroria, Adit" userId="125b7d01-0557-4756-b3b5-aac8221948e3" providerId="ADAL" clId="{2A534007-7919-4860-9D91-EF53D666E740}" dt="2022-06-30T14:29:16.321" v="3626" actId="14100"/>
          <ac:spMkLst>
            <pc:docMk/>
            <pc:sldMk cId="3683221257" sldId="4021"/>
            <ac:spMk id="227" creationId="{FBFBA1C1-4804-4D90-9794-A93A92756EDA}"/>
          </ac:spMkLst>
        </pc:spChg>
        <pc:grpChg chg="add del mod">
          <ac:chgData name="Khiroria, Adit" userId="125b7d01-0557-4756-b3b5-aac8221948e3" providerId="ADAL" clId="{2A534007-7919-4860-9D91-EF53D666E740}" dt="2022-06-30T11:47:38.371" v="887"/>
          <ac:grpSpMkLst>
            <pc:docMk/>
            <pc:sldMk cId="3683221257" sldId="4021"/>
            <ac:grpSpMk id="4" creationId="{2DB4F677-1236-431E-B863-B5B4DED3BD86}"/>
          </ac:grpSpMkLst>
        </pc:grpChg>
        <pc:grpChg chg="add del mod">
          <ac:chgData name="Khiroria, Adit" userId="125b7d01-0557-4756-b3b5-aac8221948e3" providerId="ADAL" clId="{2A534007-7919-4860-9D91-EF53D666E740}" dt="2022-06-30T11:47:38.371" v="887"/>
          <ac:grpSpMkLst>
            <pc:docMk/>
            <pc:sldMk cId="3683221257" sldId="4021"/>
            <ac:grpSpMk id="11" creationId="{CBADE03E-1872-4FDC-ADA2-CB9471F6D922}"/>
          </ac:grpSpMkLst>
        </pc:grpChg>
        <pc:grpChg chg="add del mod">
          <ac:chgData name="Khiroria, Adit" userId="125b7d01-0557-4756-b3b5-aac8221948e3" providerId="ADAL" clId="{2A534007-7919-4860-9D91-EF53D666E740}" dt="2022-06-30T11:47:38.371" v="887"/>
          <ac:grpSpMkLst>
            <pc:docMk/>
            <pc:sldMk cId="3683221257" sldId="4021"/>
            <ac:grpSpMk id="14" creationId="{2F695287-F7C5-45B7-8A40-07696026D683}"/>
          </ac:grpSpMkLst>
        </pc:grpChg>
        <pc:grpChg chg="add del mod">
          <ac:chgData name="Khiroria, Adit" userId="125b7d01-0557-4756-b3b5-aac8221948e3" providerId="ADAL" clId="{2A534007-7919-4860-9D91-EF53D666E740}" dt="2022-06-30T11:47:38.371" v="887"/>
          <ac:grpSpMkLst>
            <pc:docMk/>
            <pc:sldMk cId="3683221257" sldId="4021"/>
            <ac:grpSpMk id="18" creationId="{0076BE6A-26D2-4E37-ADEA-F020524876E0}"/>
          </ac:grpSpMkLst>
        </pc:grpChg>
        <pc:grpChg chg="add mod">
          <ac:chgData name="Khiroria, Adit" userId="125b7d01-0557-4756-b3b5-aac8221948e3" providerId="ADAL" clId="{2A534007-7919-4860-9D91-EF53D666E740}" dt="2022-06-30T13:56:30.403" v="3519" actId="164"/>
          <ac:grpSpMkLst>
            <pc:docMk/>
            <pc:sldMk cId="3683221257" sldId="4021"/>
            <ac:grpSpMk id="21" creationId="{46C13272-8D2C-4001-B961-FC259D3C88D8}"/>
          </ac:grpSpMkLst>
        </pc:grpChg>
        <pc:grpChg chg="add mod">
          <ac:chgData name="Khiroria, Adit" userId="125b7d01-0557-4756-b3b5-aac8221948e3" providerId="ADAL" clId="{2A534007-7919-4860-9D91-EF53D666E740}" dt="2022-06-30T13:56:30.403" v="3519" actId="164"/>
          <ac:grpSpMkLst>
            <pc:docMk/>
            <pc:sldMk cId="3683221257" sldId="4021"/>
            <ac:grpSpMk id="27" creationId="{37BEBC7D-BE34-48D4-8A3D-C3264018CAEE}"/>
          </ac:grpSpMkLst>
        </pc:grpChg>
        <pc:grpChg chg="add mod">
          <ac:chgData name="Khiroria, Adit" userId="125b7d01-0557-4756-b3b5-aac8221948e3" providerId="ADAL" clId="{2A534007-7919-4860-9D91-EF53D666E740}" dt="2022-06-30T13:56:30.403" v="3519" actId="164"/>
          <ac:grpSpMkLst>
            <pc:docMk/>
            <pc:sldMk cId="3683221257" sldId="4021"/>
            <ac:grpSpMk id="30" creationId="{8E4F78CC-FDA1-4414-9601-AEA2E5B13B90}"/>
          </ac:grpSpMkLst>
        </pc:grpChg>
        <pc:grpChg chg="add mod">
          <ac:chgData name="Khiroria, Adit" userId="125b7d01-0557-4756-b3b5-aac8221948e3" providerId="ADAL" clId="{2A534007-7919-4860-9D91-EF53D666E740}" dt="2022-06-30T13:56:30.403" v="3519" actId="164"/>
          <ac:grpSpMkLst>
            <pc:docMk/>
            <pc:sldMk cId="3683221257" sldId="4021"/>
            <ac:grpSpMk id="34" creationId="{C308E3C9-8A1C-49E3-A932-37FC6B431F97}"/>
          </ac:grpSpMkLst>
        </pc:grpChg>
        <pc:grpChg chg="add mod">
          <ac:chgData name="Khiroria, Adit" userId="125b7d01-0557-4756-b3b5-aac8221948e3" providerId="ADAL" clId="{2A534007-7919-4860-9D91-EF53D666E740}" dt="2022-06-30T14:30:01.591" v="3632" actId="14100"/>
          <ac:grpSpMkLst>
            <pc:docMk/>
            <pc:sldMk cId="3683221257" sldId="4021"/>
            <ac:grpSpMk id="38" creationId="{1A60CC3A-07F1-44A9-B8B4-D9692FDF16B0}"/>
          </ac:grpSpMkLst>
        </pc:grpChg>
        <pc:grpChg chg="add del mod">
          <ac:chgData name="Khiroria, Adit" userId="125b7d01-0557-4756-b3b5-aac8221948e3" providerId="ADAL" clId="{2A534007-7919-4860-9D91-EF53D666E740}" dt="2022-06-30T13:56:49.361" v="3524" actId="478"/>
          <ac:grpSpMkLst>
            <pc:docMk/>
            <pc:sldMk cId="3683221257" sldId="4021"/>
            <ac:grpSpMk id="39" creationId="{6BEB9140-1F7A-4C9E-876F-E79A4B83F7DE}"/>
          </ac:grpSpMkLst>
        </pc:grpChg>
        <pc:grpChg chg="mod">
          <ac:chgData name="Khiroria, Adit" userId="125b7d01-0557-4756-b3b5-aac8221948e3" providerId="ADAL" clId="{2A534007-7919-4860-9D91-EF53D666E740}" dt="2022-06-30T13:56:32.628" v="3521"/>
          <ac:grpSpMkLst>
            <pc:docMk/>
            <pc:sldMk cId="3683221257" sldId="4021"/>
            <ac:grpSpMk id="40" creationId="{B8CCF158-FD82-4ED8-9977-2522C7CE19B2}"/>
          </ac:grpSpMkLst>
        </pc:grpChg>
        <pc:grpChg chg="mod">
          <ac:chgData name="Khiroria, Adit" userId="125b7d01-0557-4756-b3b5-aac8221948e3" providerId="ADAL" clId="{2A534007-7919-4860-9D91-EF53D666E740}" dt="2022-06-30T13:56:32.628" v="3521"/>
          <ac:grpSpMkLst>
            <pc:docMk/>
            <pc:sldMk cId="3683221257" sldId="4021"/>
            <ac:grpSpMk id="41" creationId="{1C0C9EA0-6A2D-4159-B4E3-E2F07A9D6761}"/>
          </ac:grpSpMkLst>
        </pc:grpChg>
        <pc:grpChg chg="mod">
          <ac:chgData name="Khiroria, Adit" userId="125b7d01-0557-4756-b3b5-aac8221948e3" providerId="ADAL" clId="{2A534007-7919-4860-9D91-EF53D666E740}" dt="2022-06-30T13:56:32.628" v="3521"/>
          <ac:grpSpMkLst>
            <pc:docMk/>
            <pc:sldMk cId="3683221257" sldId="4021"/>
            <ac:grpSpMk id="42" creationId="{11FF0E78-B729-470D-B0F9-D429CAF5FC71}"/>
          </ac:grpSpMkLst>
        </pc:grpChg>
        <pc:grpChg chg="mod">
          <ac:chgData name="Khiroria, Adit" userId="125b7d01-0557-4756-b3b5-aac8221948e3" providerId="ADAL" clId="{2A534007-7919-4860-9D91-EF53D666E740}" dt="2022-06-30T13:56:32.628" v="3521"/>
          <ac:grpSpMkLst>
            <pc:docMk/>
            <pc:sldMk cId="3683221257" sldId="4021"/>
            <ac:grpSpMk id="43" creationId="{184B5556-A60D-4097-81BF-EA3B292438B6}"/>
          </ac:grpSpMkLst>
        </pc:grpChg>
        <pc:grpChg chg="add mod topLvl">
          <ac:chgData name="Khiroria, Adit" userId="125b7d01-0557-4756-b3b5-aac8221948e3" providerId="ADAL" clId="{2A534007-7919-4860-9D91-EF53D666E740}" dt="2022-06-30T14:22:42.586" v="3536" actId="165"/>
          <ac:grpSpMkLst>
            <pc:docMk/>
            <pc:sldMk cId="3683221257" sldId="4021"/>
            <ac:grpSpMk id="58" creationId="{0202F5EA-E960-4CAD-9F91-2D904F2074E7}"/>
          </ac:grpSpMkLst>
        </pc:grpChg>
        <pc:grpChg chg="mod">
          <ac:chgData name="Khiroria, Adit" userId="125b7d01-0557-4756-b3b5-aac8221948e3" providerId="ADAL" clId="{2A534007-7919-4860-9D91-EF53D666E740}" dt="2022-06-30T14:22:42.586" v="3536" actId="165"/>
          <ac:grpSpMkLst>
            <pc:docMk/>
            <pc:sldMk cId="3683221257" sldId="4021"/>
            <ac:grpSpMk id="61" creationId="{121552EC-4C6C-4A09-A1E8-5EAFB30AA746}"/>
          </ac:grpSpMkLst>
        </pc:grpChg>
        <pc:grpChg chg="add mod topLvl">
          <ac:chgData name="Khiroria, Adit" userId="125b7d01-0557-4756-b3b5-aac8221948e3" providerId="ADAL" clId="{2A534007-7919-4860-9D91-EF53D666E740}" dt="2022-06-30T14:22:42.586" v="3536" actId="165"/>
          <ac:grpSpMkLst>
            <pc:docMk/>
            <pc:sldMk cId="3683221257" sldId="4021"/>
            <ac:grpSpMk id="74" creationId="{3569670D-531F-4ABD-8A02-800B0FB01B96}"/>
          </ac:grpSpMkLst>
        </pc:grpChg>
        <pc:grpChg chg="mod">
          <ac:chgData name="Khiroria, Adit" userId="125b7d01-0557-4756-b3b5-aac8221948e3" providerId="ADAL" clId="{2A534007-7919-4860-9D91-EF53D666E740}" dt="2022-06-30T14:22:42.586" v="3536" actId="165"/>
          <ac:grpSpMkLst>
            <pc:docMk/>
            <pc:sldMk cId="3683221257" sldId="4021"/>
            <ac:grpSpMk id="75" creationId="{97778117-445C-42DD-95BE-64724A27B837}"/>
          </ac:grpSpMkLst>
        </pc:grpChg>
        <pc:grpChg chg="mod">
          <ac:chgData name="Khiroria, Adit" userId="125b7d01-0557-4756-b3b5-aac8221948e3" providerId="ADAL" clId="{2A534007-7919-4860-9D91-EF53D666E740}" dt="2022-06-30T14:22:42.586" v="3536" actId="165"/>
          <ac:grpSpMkLst>
            <pc:docMk/>
            <pc:sldMk cId="3683221257" sldId="4021"/>
            <ac:grpSpMk id="76" creationId="{1AAC562B-3965-40BA-B365-FACF71AA3631}"/>
          </ac:grpSpMkLst>
        </pc:grpChg>
        <pc:grpChg chg="mod">
          <ac:chgData name="Khiroria, Adit" userId="125b7d01-0557-4756-b3b5-aac8221948e3" providerId="ADAL" clId="{2A534007-7919-4860-9D91-EF53D666E740}" dt="2022-06-30T14:22:42.586" v="3536" actId="165"/>
          <ac:grpSpMkLst>
            <pc:docMk/>
            <pc:sldMk cId="3683221257" sldId="4021"/>
            <ac:grpSpMk id="77" creationId="{66950A4C-A698-4EFB-B6B5-FD8ABB506AFE}"/>
          </ac:grpSpMkLst>
        </pc:grpChg>
        <pc:grpChg chg="add mod topLvl">
          <ac:chgData name="Khiroria, Adit" userId="125b7d01-0557-4756-b3b5-aac8221948e3" providerId="ADAL" clId="{2A534007-7919-4860-9D91-EF53D666E740}" dt="2022-06-30T14:25:00.124" v="3568" actId="14100"/>
          <ac:grpSpMkLst>
            <pc:docMk/>
            <pc:sldMk cId="3683221257" sldId="4021"/>
            <ac:grpSpMk id="107" creationId="{F4AFACC6-B83F-4672-9298-F8BD8398DE2E}"/>
          </ac:grpSpMkLst>
        </pc:grpChg>
        <pc:grpChg chg="add mod topLvl">
          <ac:chgData name="Khiroria, Adit" userId="125b7d01-0557-4756-b3b5-aac8221948e3" providerId="ADAL" clId="{2A534007-7919-4860-9D91-EF53D666E740}" dt="2022-06-30T14:23:34.637" v="3547" actId="1076"/>
          <ac:grpSpMkLst>
            <pc:docMk/>
            <pc:sldMk cId="3683221257" sldId="4021"/>
            <ac:grpSpMk id="120" creationId="{5A8EDBC5-CD97-4D10-8DD8-9B35B89A009D}"/>
          </ac:grpSpMkLst>
        </pc:grpChg>
        <pc:grpChg chg="mod">
          <ac:chgData name="Khiroria, Adit" userId="125b7d01-0557-4756-b3b5-aac8221948e3" providerId="ADAL" clId="{2A534007-7919-4860-9D91-EF53D666E740}" dt="2022-06-30T14:23:34.637" v="3547" actId="1076"/>
          <ac:grpSpMkLst>
            <pc:docMk/>
            <pc:sldMk cId="3683221257" sldId="4021"/>
            <ac:grpSpMk id="122" creationId="{465BCCF1-17C7-4397-BCA7-FD87CE2BA977}"/>
          </ac:grpSpMkLst>
        </pc:grpChg>
        <pc:grpChg chg="mod">
          <ac:chgData name="Khiroria, Adit" userId="125b7d01-0557-4756-b3b5-aac8221948e3" providerId="ADAL" clId="{2A534007-7919-4860-9D91-EF53D666E740}" dt="2022-06-30T14:23:34.637" v="3547" actId="1076"/>
          <ac:grpSpMkLst>
            <pc:docMk/>
            <pc:sldMk cId="3683221257" sldId="4021"/>
            <ac:grpSpMk id="123" creationId="{08407946-7FCB-4AA1-8DF8-A40282C333DA}"/>
          </ac:grpSpMkLst>
        </pc:grpChg>
        <pc:grpChg chg="mod">
          <ac:chgData name="Khiroria, Adit" userId="125b7d01-0557-4756-b3b5-aac8221948e3" providerId="ADAL" clId="{2A534007-7919-4860-9D91-EF53D666E740}" dt="2022-06-30T14:23:34.637" v="3547" actId="1076"/>
          <ac:grpSpMkLst>
            <pc:docMk/>
            <pc:sldMk cId="3683221257" sldId="4021"/>
            <ac:grpSpMk id="124" creationId="{A4450959-F7E3-49A1-B32D-3C01B547FCAC}"/>
          </ac:grpSpMkLst>
        </pc:grpChg>
        <pc:grpChg chg="mod">
          <ac:chgData name="Khiroria, Adit" userId="125b7d01-0557-4756-b3b5-aac8221948e3" providerId="ADAL" clId="{2A534007-7919-4860-9D91-EF53D666E740}" dt="2022-06-30T14:23:34.637" v="3547" actId="1076"/>
          <ac:grpSpMkLst>
            <pc:docMk/>
            <pc:sldMk cId="3683221257" sldId="4021"/>
            <ac:grpSpMk id="125" creationId="{B1A4DE0F-5665-484F-B977-2B1F036E3DA7}"/>
          </ac:grpSpMkLst>
        </pc:grpChg>
        <pc:grpChg chg="mod">
          <ac:chgData name="Khiroria, Adit" userId="125b7d01-0557-4756-b3b5-aac8221948e3" providerId="ADAL" clId="{2A534007-7919-4860-9D91-EF53D666E740}" dt="2022-06-30T14:23:34.637" v="3547" actId="1076"/>
          <ac:grpSpMkLst>
            <pc:docMk/>
            <pc:sldMk cId="3683221257" sldId="4021"/>
            <ac:grpSpMk id="127" creationId="{58B25BD3-F77E-4365-A510-041FA49A0AAC}"/>
          </ac:grpSpMkLst>
        </pc:grpChg>
        <pc:grpChg chg="mod">
          <ac:chgData name="Khiroria, Adit" userId="125b7d01-0557-4756-b3b5-aac8221948e3" providerId="ADAL" clId="{2A534007-7919-4860-9D91-EF53D666E740}" dt="2022-06-30T14:23:34.637" v="3547" actId="1076"/>
          <ac:grpSpMkLst>
            <pc:docMk/>
            <pc:sldMk cId="3683221257" sldId="4021"/>
            <ac:grpSpMk id="130" creationId="{6EA32A8D-CEA0-414D-9566-4FB89D2A6646}"/>
          </ac:grpSpMkLst>
        </pc:grpChg>
        <pc:grpChg chg="add mod topLvl">
          <ac:chgData name="Khiroria, Adit" userId="125b7d01-0557-4756-b3b5-aac8221948e3" providerId="ADAL" clId="{2A534007-7919-4860-9D91-EF53D666E740}" dt="2022-06-30T14:23:34.637" v="3547" actId="1076"/>
          <ac:grpSpMkLst>
            <pc:docMk/>
            <pc:sldMk cId="3683221257" sldId="4021"/>
            <ac:grpSpMk id="143" creationId="{0109DF15-FB09-4C15-8C09-EB4706C8B0C1}"/>
          </ac:grpSpMkLst>
        </pc:grpChg>
        <pc:grpChg chg="add del mod">
          <ac:chgData name="Khiroria, Adit" userId="125b7d01-0557-4756-b3b5-aac8221948e3" providerId="ADAL" clId="{2A534007-7919-4860-9D91-EF53D666E740}" dt="2022-06-30T14:22:42.586" v="3536" actId="165"/>
          <ac:grpSpMkLst>
            <pc:docMk/>
            <pc:sldMk cId="3683221257" sldId="4021"/>
            <ac:grpSpMk id="153" creationId="{38567BF2-A10D-4E32-9167-1C123E7D06B5}"/>
          </ac:grpSpMkLst>
        </pc:grpChg>
        <pc:grpChg chg="add del mod">
          <ac:chgData name="Khiroria, Adit" userId="125b7d01-0557-4756-b3b5-aac8221948e3" providerId="ADAL" clId="{2A534007-7919-4860-9D91-EF53D666E740}" dt="2022-06-30T14:24:06.676" v="3557" actId="478"/>
          <ac:grpSpMkLst>
            <pc:docMk/>
            <pc:sldMk cId="3683221257" sldId="4021"/>
            <ac:grpSpMk id="154" creationId="{FD1C7D7F-171A-480E-A949-89DD559FDCE3}"/>
          </ac:grpSpMkLst>
        </pc:grpChg>
        <pc:grpChg chg="add del mod">
          <ac:chgData name="Khiroria, Adit" userId="125b7d01-0557-4756-b3b5-aac8221948e3" providerId="ADAL" clId="{2A534007-7919-4860-9D91-EF53D666E740}" dt="2022-06-30T14:26:12.685" v="3585" actId="165"/>
          <ac:grpSpMkLst>
            <pc:docMk/>
            <pc:sldMk cId="3683221257" sldId="4021"/>
            <ac:grpSpMk id="156" creationId="{E6A44BC4-994B-4635-A4BF-912F6CEF415D}"/>
          </ac:grpSpMkLst>
        </pc:grpChg>
        <pc:grpChg chg="del mod topLvl">
          <ac:chgData name="Khiroria, Adit" userId="125b7d01-0557-4756-b3b5-aac8221948e3" providerId="ADAL" clId="{2A534007-7919-4860-9D91-EF53D666E740}" dt="2022-06-30T14:26:34.875" v="3588" actId="165"/>
          <ac:grpSpMkLst>
            <pc:docMk/>
            <pc:sldMk cId="3683221257" sldId="4021"/>
            <ac:grpSpMk id="157" creationId="{7843D5C6-FD5F-4A1A-A9E4-9BF85278DFE6}"/>
          </ac:grpSpMkLst>
        </pc:grpChg>
        <pc:grpChg chg="mod topLvl">
          <ac:chgData name="Khiroria, Adit" userId="125b7d01-0557-4756-b3b5-aac8221948e3" providerId="ADAL" clId="{2A534007-7919-4860-9D91-EF53D666E740}" dt="2022-06-30T14:27:33.201" v="3600" actId="1076"/>
          <ac:grpSpMkLst>
            <pc:docMk/>
            <pc:sldMk cId="3683221257" sldId="4021"/>
            <ac:grpSpMk id="158" creationId="{3A003594-A79D-42A1-9B77-91B2755888C9}"/>
          </ac:grpSpMkLst>
        </pc:grpChg>
        <pc:grpChg chg="del mod topLvl">
          <ac:chgData name="Khiroria, Adit" userId="125b7d01-0557-4756-b3b5-aac8221948e3" providerId="ADAL" clId="{2A534007-7919-4860-9D91-EF53D666E740}" dt="2022-06-30T14:26:42.961" v="3589" actId="165"/>
          <ac:grpSpMkLst>
            <pc:docMk/>
            <pc:sldMk cId="3683221257" sldId="4021"/>
            <ac:grpSpMk id="170" creationId="{44BE4792-6D01-483B-A3F2-F17C598F24A1}"/>
          </ac:grpSpMkLst>
        </pc:grpChg>
        <pc:grpChg chg="mod topLvl">
          <ac:chgData name="Khiroria, Adit" userId="125b7d01-0557-4756-b3b5-aac8221948e3" providerId="ADAL" clId="{2A534007-7919-4860-9D91-EF53D666E740}" dt="2022-06-30T14:26:51.406" v="3590" actId="1076"/>
          <ac:grpSpMkLst>
            <pc:docMk/>
            <pc:sldMk cId="3683221257" sldId="4021"/>
            <ac:grpSpMk id="171" creationId="{1827E1D1-ACBE-4B9C-8B02-8EF041FFAC75}"/>
          </ac:grpSpMkLst>
        </pc:grpChg>
        <pc:grpChg chg="mod topLvl">
          <ac:chgData name="Khiroria, Adit" userId="125b7d01-0557-4756-b3b5-aac8221948e3" providerId="ADAL" clId="{2A534007-7919-4860-9D91-EF53D666E740}" dt="2022-06-30T14:27:07.251" v="3594" actId="1076"/>
          <ac:grpSpMkLst>
            <pc:docMk/>
            <pc:sldMk cId="3683221257" sldId="4021"/>
            <ac:grpSpMk id="172" creationId="{4826BC1B-180B-487E-80B4-A80B52B8C797}"/>
          </ac:grpSpMkLst>
        </pc:grpChg>
        <pc:grpChg chg="mod topLvl">
          <ac:chgData name="Khiroria, Adit" userId="125b7d01-0557-4756-b3b5-aac8221948e3" providerId="ADAL" clId="{2A534007-7919-4860-9D91-EF53D666E740}" dt="2022-06-30T14:28:49.940" v="3620" actId="1076"/>
          <ac:grpSpMkLst>
            <pc:docMk/>
            <pc:sldMk cId="3683221257" sldId="4021"/>
            <ac:grpSpMk id="173" creationId="{999833D9-546D-44C1-9D5A-3F64FAFAC1C9}"/>
          </ac:grpSpMkLst>
        </pc:grpChg>
        <pc:grpChg chg="del mod topLvl">
          <ac:chgData name="Khiroria, Adit" userId="125b7d01-0557-4756-b3b5-aac8221948e3" providerId="ADAL" clId="{2A534007-7919-4860-9D91-EF53D666E740}" dt="2022-06-30T14:28:02.396" v="3606" actId="165"/>
          <ac:grpSpMkLst>
            <pc:docMk/>
            <pc:sldMk cId="3683221257" sldId="4021"/>
            <ac:grpSpMk id="175" creationId="{9BD11BFF-2B81-45C8-98DB-661D6F09485A}"/>
          </ac:grpSpMkLst>
        </pc:grpChg>
        <pc:grpChg chg="mod topLvl">
          <ac:chgData name="Khiroria, Adit" userId="125b7d01-0557-4756-b3b5-aac8221948e3" providerId="ADAL" clId="{2A534007-7919-4860-9D91-EF53D666E740}" dt="2022-06-30T14:28:09.229" v="3609" actId="1076"/>
          <ac:grpSpMkLst>
            <pc:docMk/>
            <pc:sldMk cId="3683221257" sldId="4021"/>
            <ac:grpSpMk id="178" creationId="{3B99758A-DC7F-4651-9DEA-F028F3C1ABEB}"/>
          </ac:grpSpMkLst>
        </pc:grpChg>
        <pc:grpChg chg="add del mod">
          <ac:chgData name="Khiroria, Adit" userId="125b7d01-0557-4756-b3b5-aac8221948e3" providerId="ADAL" clId="{2A534007-7919-4860-9D91-EF53D666E740}" dt="2022-06-30T14:25:38.882" v="3577"/>
          <ac:grpSpMkLst>
            <pc:docMk/>
            <pc:sldMk cId="3683221257" sldId="4021"/>
            <ac:grpSpMk id="191" creationId="{C06EC27B-9AF0-455F-977E-FC41C745B0C3}"/>
          </ac:grpSpMkLst>
        </pc:grpChg>
        <pc:grpChg chg="mod">
          <ac:chgData name="Khiroria, Adit" userId="125b7d01-0557-4756-b3b5-aac8221948e3" providerId="ADAL" clId="{2A534007-7919-4860-9D91-EF53D666E740}" dt="2022-06-30T14:25:36.678" v="3576"/>
          <ac:grpSpMkLst>
            <pc:docMk/>
            <pc:sldMk cId="3683221257" sldId="4021"/>
            <ac:grpSpMk id="192" creationId="{8FD6E610-F899-4B7B-8029-948057481169}"/>
          </ac:grpSpMkLst>
        </pc:grpChg>
        <pc:grpChg chg="mod">
          <ac:chgData name="Khiroria, Adit" userId="125b7d01-0557-4756-b3b5-aac8221948e3" providerId="ADAL" clId="{2A534007-7919-4860-9D91-EF53D666E740}" dt="2022-06-30T14:25:36.678" v="3576"/>
          <ac:grpSpMkLst>
            <pc:docMk/>
            <pc:sldMk cId="3683221257" sldId="4021"/>
            <ac:grpSpMk id="193" creationId="{D7697F38-BEE7-400E-99E9-01E93CFBCEC9}"/>
          </ac:grpSpMkLst>
        </pc:grpChg>
        <pc:grpChg chg="mod">
          <ac:chgData name="Khiroria, Adit" userId="125b7d01-0557-4756-b3b5-aac8221948e3" providerId="ADAL" clId="{2A534007-7919-4860-9D91-EF53D666E740}" dt="2022-06-30T14:25:36.678" v="3576"/>
          <ac:grpSpMkLst>
            <pc:docMk/>
            <pc:sldMk cId="3683221257" sldId="4021"/>
            <ac:grpSpMk id="205" creationId="{8D474415-A9BB-4FB0-AA88-BCAD3CDE81E7}"/>
          </ac:grpSpMkLst>
        </pc:grpChg>
        <pc:grpChg chg="mod">
          <ac:chgData name="Khiroria, Adit" userId="125b7d01-0557-4756-b3b5-aac8221948e3" providerId="ADAL" clId="{2A534007-7919-4860-9D91-EF53D666E740}" dt="2022-06-30T14:25:36.678" v="3576"/>
          <ac:grpSpMkLst>
            <pc:docMk/>
            <pc:sldMk cId="3683221257" sldId="4021"/>
            <ac:grpSpMk id="206" creationId="{6F1EF347-B2BD-49BD-9A7E-856D7A877A90}"/>
          </ac:grpSpMkLst>
        </pc:grpChg>
        <pc:grpChg chg="mod">
          <ac:chgData name="Khiroria, Adit" userId="125b7d01-0557-4756-b3b5-aac8221948e3" providerId="ADAL" clId="{2A534007-7919-4860-9D91-EF53D666E740}" dt="2022-06-30T14:25:36.678" v="3576"/>
          <ac:grpSpMkLst>
            <pc:docMk/>
            <pc:sldMk cId="3683221257" sldId="4021"/>
            <ac:grpSpMk id="207" creationId="{86226CB0-77D4-4FFD-9136-FFFB898E754F}"/>
          </ac:grpSpMkLst>
        </pc:grpChg>
        <pc:grpChg chg="mod">
          <ac:chgData name="Khiroria, Adit" userId="125b7d01-0557-4756-b3b5-aac8221948e3" providerId="ADAL" clId="{2A534007-7919-4860-9D91-EF53D666E740}" dt="2022-06-30T14:25:36.678" v="3576"/>
          <ac:grpSpMkLst>
            <pc:docMk/>
            <pc:sldMk cId="3683221257" sldId="4021"/>
            <ac:grpSpMk id="208" creationId="{B0958F71-E9DF-4633-825B-A3977D4AD416}"/>
          </ac:grpSpMkLst>
        </pc:grpChg>
        <pc:grpChg chg="mod">
          <ac:chgData name="Khiroria, Adit" userId="125b7d01-0557-4756-b3b5-aac8221948e3" providerId="ADAL" clId="{2A534007-7919-4860-9D91-EF53D666E740}" dt="2022-06-30T14:25:36.678" v="3576"/>
          <ac:grpSpMkLst>
            <pc:docMk/>
            <pc:sldMk cId="3683221257" sldId="4021"/>
            <ac:grpSpMk id="210" creationId="{ADC3AE9A-EA44-4611-A7F7-7159E478F5C6}"/>
          </ac:grpSpMkLst>
        </pc:grpChg>
        <pc:grpChg chg="mod">
          <ac:chgData name="Khiroria, Adit" userId="125b7d01-0557-4756-b3b5-aac8221948e3" providerId="ADAL" clId="{2A534007-7919-4860-9D91-EF53D666E740}" dt="2022-06-30T14:25:36.678" v="3576"/>
          <ac:grpSpMkLst>
            <pc:docMk/>
            <pc:sldMk cId="3683221257" sldId="4021"/>
            <ac:grpSpMk id="213" creationId="{8640984A-DF64-435B-ABD8-9801CE3216F2}"/>
          </ac:grpSpMkLst>
        </pc:grpChg>
        <pc:graphicFrameChg chg="add mod ord modVis">
          <ac:chgData name="Khiroria, Adit" userId="125b7d01-0557-4756-b3b5-aac8221948e3" providerId="ADAL" clId="{2A534007-7919-4860-9D91-EF53D666E740}" dt="2022-06-30T13:56:20.260" v="3518"/>
          <ac:graphicFrameMkLst>
            <pc:docMk/>
            <pc:sldMk cId="3683221257" sldId="4021"/>
            <ac:graphicFrameMk id="3" creationId="{10A29BEB-F34D-4138-A183-1CE52AFC3616}"/>
          </ac:graphicFrameMkLst>
        </pc:graphicFrameChg>
        <pc:picChg chg="mod">
          <ac:chgData name="Khiroria, Adit" userId="125b7d01-0557-4756-b3b5-aac8221948e3" providerId="ADAL" clId="{2A534007-7919-4860-9D91-EF53D666E740}" dt="2022-06-30T14:24:02.691" v="3556" actId="1076"/>
          <ac:picMkLst>
            <pc:docMk/>
            <pc:sldMk cId="3683221257" sldId="4021"/>
            <ac:picMk id="126" creationId="{ADF55494-72FD-4F21-A3BC-0FD76E0A6672}"/>
          </ac:picMkLst>
        </pc:picChg>
        <pc:picChg chg="mod">
          <ac:chgData name="Khiroria, Adit" userId="125b7d01-0557-4756-b3b5-aac8221948e3" providerId="ADAL" clId="{2A534007-7919-4860-9D91-EF53D666E740}" dt="2022-06-30T14:23:54.870" v="3553" actId="1076"/>
          <ac:picMkLst>
            <pc:docMk/>
            <pc:sldMk cId="3683221257" sldId="4021"/>
            <ac:picMk id="134" creationId="{09A01DBD-7635-4CA4-8EA8-F9DA66A41891}"/>
          </ac:picMkLst>
        </pc:picChg>
        <pc:picChg chg="del mod">
          <ac:chgData name="Khiroria, Adit" userId="125b7d01-0557-4756-b3b5-aac8221948e3" providerId="ADAL" clId="{2A534007-7919-4860-9D91-EF53D666E740}" dt="2022-06-30T14:24:38.781" v="3562" actId="478"/>
          <ac:picMkLst>
            <pc:docMk/>
            <pc:sldMk cId="3683221257" sldId="4021"/>
            <ac:picMk id="155" creationId="{81EBD498-C458-48DA-88C5-1C1001DB7A6F}"/>
          </ac:picMkLst>
        </pc:picChg>
        <pc:picChg chg="del mod topLvl">
          <ac:chgData name="Khiroria, Adit" userId="125b7d01-0557-4756-b3b5-aac8221948e3" providerId="ADAL" clId="{2A534007-7919-4860-9D91-EF53D666E740}" dt="2022-06-30T14:28:54.494" v="3622" actId="478"/>
          <ac:picMkLst>
            <pc:docMk/>
            <pc:sldMk cId="3683221257" sldId="4021"/>
            <ac:picMk id="174" creationId="{EC6E4272-E32D-4F30-BEFD-B96373B6B00E}"/>
          </ac:picMkLst>
        </pc:picChg>
        <pc:picChg chg="mod">
          <ac:chgData name="Khiroria, Adit" userId="125b7d01-0557-4756-b3b5-aac8221948e3" providerId="ADAL" clId="{2A534007-7919-4860-9D91-EF53D666E740}" dt="2022-06-30T14:28:35.018" v="3617" actId="14100"/>
          <ac:picMkLst>
            <pc:docMk/>
            <pc:sldMk cId="3683221257" sldId="4021"/>
            <ac:picMk id="182" creationId="{611B9B4A-8099-4280-8E0F-F069713FE755}"/>
          </ac:picMkLst>
        </pc:picChg>
        <pc:picChg chg="mod">
          <ac:chgData name="Khiroria, Adit" userId="125b7d01-0557-4756-b3b5-aac8221948e3" providerId="ADAL" clId="{2A534007-7919-4860-9D91-EF53D666E740}" dt="2022-06-30T14:25:36.678" v="3576"/>
          <ac:picMkLst>
            <pc:docMk/>
            <pc:sldMk cId="3683221257" sldId="4021"/>
            <ac:picMk id="209" creationId="{AABF2727-8F84-4EB8-899F-5B9C6E1AEDBF}"/>
          </ac:picMkLst>
        </pc:picChg>
        <pc:picChg chg="mod">
          <ac:chgData name="Khiroria, Adit" userId="125b7d01-0557-4756-b3b5-aac8221948e3" providerId="ADAL" clId="{2A534007-7919-4860-9D91-EF53D666E740}" dt="2022-06-30T14:25:36.678" v="3576"/>
          <ac:picMkLst>
            <pc:docMk/>
            <pc:sldMk cId="3683221257" sldId="4021"/>
            <ac:picMk id="217" creationId="{D92B80B1-D788-4CA5-ADE4-853E6210E0BC}"/>
          </ac:picMkLst>
        </pc:picChg>
        <pc:picChg chg="add del mod">
          <ac:chgData name="Khiroria, Adit" userId="125b7d01-0557-4756-b3b5-aac8221948e3" providerId="ADAL" clId="{2A534007-7919-4860-9D91-EF53D666E740}" dt="2022-06-30T14:26:00.075" v="3581" actId="478"/>
          <ac:picMkLst>
            <pc:docMk/>
            <pc:sldMk cId="3683221257" sldId="4021"/>
            <ac:picMk id="226" creationId="{3866CFFD-E24C-4573-B999-3BFEC8DA3843}"/>
          </ac:picMkLst>
        </pc:picChg>
        <pc:cxnChg chg="mod">
          <ac:chgData name="Khiroria, Adit" userId="125b7d01-0557-4756-b3b5-aac8221948e3" providerId="ADAL" clId="{2A534007-7919-4860-9D91-EF53D666E740}" dt="2022-06-30T14:22:42.586" v="3536" actId="165"/>
          <ac:cxnSpMkLst>
            <pc:docMk/>
            <pc:sldMk cId="3683221257" sldId="4021"/>
            <ac:cxnSpMk id="81" creationId="{8984ABBF-DF82-4BEC-BAE4-FC5F12DC1B86}"/>
          </ac:cxnSpMkLst>
        </pc:cxnChg>
        <pc:cxnChg chg="mod">
          <ac:chgData name="Khiroria, Adit" userId="125b7d01-0557-4756-b3b5-aac8221948e3" providerId="ADAL" clId="{2A534007-7919-4860-9D91-EF53D666E740}" dt="2022-06-30T14:22:42.586" v="3536" actId="165"/>
          <ac:cxnSpMkLst>
            <pc:docMk/>
            <pc:sldMk cId="3683221257" sldId="4021"/>
            <ac:cxnSpMk id="82" creationId="{9A010963-0D03-44F9-8B19-2836F76C6598}"/>
          </ac:cxnSpMkLst>
        </pc:cxnChg>
        <pc:cxnChg chg="mod">
          <ac:chgData name="Khiroria, Adit" userId="125b7d01-0557-4756-b3b5-aac8221948e3" providerId="ADAL" clId="{2A534007-7919-4860-9D91-EF53D666E740}" dt="2022-06-30T14:22:42.586" v="3536" actId="165"/>
          <ac:cxnSpMkLst>
            <pc:docMk/>
            <pc:sldMk cId="3683221257" sldId="4021"/>
            <ac:cxnSpMk id="83" creationId="{D7EF1947-F2E9-48BE-98C1-64936D02B334}"/>
          </ac:cxnSpMkLst>
        </pc:cxnChg>
        <pc:cxnChg chg="mod">
          <ac:chgData name="Khiroria, Adit" userId="125b7d01-0557-4756-b3b5-aac8221948e3" providerId="ADAL" clId="{2A534007-7919-4860-9D91-EF53D666E740}" dt="2022-06-30T14:22:42.586" v="3536" actId="165"/>
          <ac:cxnSpMkLst>
            <pc:docMk/>
            <pc:sldMk cId="3683221257" sldId="4021"/>
            <ac:cxnSpMk id="112" creationId="{B81D3178-A585-4F60-A195-A96FBA102897}"/>
          </ac:cxnSpMkLst>
        </pc:cxnChg>
        <pc:cxnChg chg="mod">
          <ac:chgData name="Khiroria, Adit" userId="125b7d01-0557-4756-b3b5-aac8221948e3" providerId="ADAL" clId="{2A534007-7919-4860-9D91-EF53D666E740}" dt="2022-06-30T14:22:42.586" v="3536" actId="165"/>
          <ac:cxnSpMkLst>
            <pc:docMk/>
            <pc:sldMk cId="3683221257" sldId="4021"/>
            <ac:cxnSpMk id="113" creationId="{DE1A8889-6DBE-44BD-BC2C-47C5CE7A67E2}"/>
          </ac:cxnSpMkLst>
        </pc:cxnChg>
        <pc:cxnChg chg="mod">
          <ac:chgData name="Khiroria, Adit" userId="125b7d01-0557-4756-b3b5-aac8221948e3" providerId="ADAL" clId="{2A534007-7919-4860-9D91-EF53D666E740}" dt="2022-06-30T14:22:42.586" v="3536" actId="165"/>
          <ac:cxnSpMkLst>
            <pc:docMk/>
            <pc:sldMk cId="3683221257" sldId="4021"/>
            <ac:cxnSpMk id="114" creationId="{6DE7E1F5-4130-459E-AD2C-549EE9B7012F}"/>
          </ac:cxnSpMkLst>
        </pc:cxnChg>
        <pc:cxnChg chg="mod">
          <ac:chgData name="Khiroria, Adit" userId="125b7d01-0557-4756-b3b5-aac8221948e3" providerId="ADAL" clId="{2A534007-7919-4860-9D91-EF53D666E740}" dt="2022-06-30T14:22:42.586" v="3536" actId="165"/>
          <ac:cxnSpMkLst>
            <pc:docMk/>
            <pc:sldMk cId="3683221257" sldId="4021"/>
            <ac:cxnSpMk id="118" creationId="{441A8A76-0D56-454B-91F9-454574790010}"/>
          </ac:cxnSpMkLst>
        </pc:cxnChg>
      </pc:sldChg>
      <pc:sldChg chg="addSp delSp modSp mod">
        <pc:chgData name="Khiroria, Adit" userId="125b7d01-0557-4756-b3b5-aac8221948e3" providerId="ADAL" clId="{2A534007-7919-4860-9D91-EF53D666E740}" dt="2022-06-30T14:30:06.241" v="3633" actId="14100"/>
        <pc:sldMkLst>
          <pc:docMk/>
          <pc:sldMk cId="4221800723" sldId="4030"/>
        </pc:sldMkLst>
        <pc:spChg chg="del mod ord">
          <ac:chgData name="Khiroria, Adit" userId="125b7d01-0557-4756-b3b5-aac8221948e3" providerId="ADAL" clId="{2A534007-7919-4860-9D91-EF53D666E740}" dt="2022-06-30T12:02:30.381" v="1802" actId="478"/>
          <ac:spMkLst>
            <pc:docMk/>
            <pc:sldMk cId="4221800723" sldId="4030"/>
            <ac:spMk id="2" creationId="{ACFBCFFE-3595-4163-91E6-406213D1C110}"/>
          </ac:spMkLst>
        </pc:spChg>
        <pc:spChg chg="mod ord">
          <ac:chgData name="Khiroria, Adit" userId="125b7d01-0557-4756-b3b5-aac8221948e3" providerId="ADAL" clId="{2A534007-7919-4860-9D91-EF53D666E740}" dt="2022-06-30T09:37:33.142" v="446"/>
          <ac:spMkLst>
            <pc:docMk/>
            <pc:sldMk cId="4221800723" sldId="4030"/>
            <ac:spMk id="3" creationId="{89E06F76-FBF9-41C6-88C3-1A5F05339F88}"/>
          </ac:spMkLst>
        </pc:spChg>
        <pc:spChg chg="mod">
          <ac:chgData name="Khiroria, Adit" userId="125b7d01-0557-4756-b3b5-aac8221948e3" providerId="ADAL" clId="{2A534007-7919-4860-9D91-EF53D666E740}" dt="2022-06-30T09:00:45.912" v="6" actId="165"/>
          <ac:spMkLst>
            <pc:docMk/>
            <pc:sldMk cId="4221800723" sldId="4030"/>
            <ac:spMk id="22" creationId="{A8061C92-D6C9-4938-8AB8-CD6757183E94}"/>
          </ac:spMkLst>
        </pc:spChg>
        <pc:spChg chg="mod">
          <ac:chgData name="Khiroria, Adit" userId="125b7d01-0557-4756-b3b5-aac8221948e3" providerId="ADAL" clId="{2A534007-7919-4860-9D91-EF53D666E740}" dt="2022-06-30T09:00:45.912" v="6" actId="165"/>
          <ac:spMkLst>
            <pc:docMk/>
            <pc:sldMk cId="4221800723" sldId="4030"/>
            <ac:spMk id="23" creationId="{BAB7AFA6-362B-4EA8-A5D8-1E5A6A73897E}"/>
          </ac:spMkLst>
        </pc:spChg>
        <pc:spChg chg="mod">
          <ac:chgData name="Khiroria, Adit" userId="125b7d01-0557-4756-b3b5-aac8221948e3" providerId="ADAL" clId="{2A534007-7919-4860-9D91-EF53D666E740}" dt="2022-06-30T09:00:45.912" v="6" actId="165"/>
          <ac:spMkLst>
            <pc:docMk/>
            <pc:sldMk cId="4221800723" sldId="4030"/>
            <ac:spMk id="24" creationId="{85C70436-72C4-4BA7-9AEE-680F5D3C7AB9}"/>
          </ac:spMkLst>
        </pc:spChg>
        <pc:spChg chg="mod">
          <ac:chgData name="Khiroria, Adit" userId="125b7d01-0557-4756-b3b5-aac8221948e3" providerId="ADAL" clId="{2A534007-7919-4860-9D91-EF53D666E740}" dt="2022-06-30T09:00:45.912" v="6" actId="165"/>
          <ac:spMkLst>
            <pc:docMk/>
            <pc:sldMk cId="4221800723" sldId="4030"/>
            <ac:spMk id="25" creationId="{A4482632-FBF6-4F8B-90AD-9F38892221AE}"/>
          </ac:spMkLst>
        </pc:spChg>
        <pc:spChg chg="mod">
          <ac:chgData name="Khiroria, Adit" userId="125b7d01-0557-4756-b3b5-aac8221948e3" providerId="ADAL" clId="{2A534007-7919-4860-9D91-EF53D666E740}" dt="2022-06-30T09:00:45.912" v="6" actId="165"/>
          <ac:spMkLst>
            <pc:docMk/>
            <pc:sldMk cId="4221800723" sldId="4030"/>
            <ac:spMk id="26" creationId="{8DADCA9B-B54A-4406-85C6-EFD32173DA7D}"/>
          </ac:spMkLst>
        </pc:spChg>
        <pc:spChg chg="mod">
          <ac:chgData name="Khiroria, Adit" userId="125b7d01-0557-4756-b3b5-aac8221948e3" providerId="ADAL" clId="{2A534007-7919-4860-9D91-EF53D666E740}" dt="2022-06-30T09:00:45.912" v="6" actId="165"/>
          <ac:spMkLst>
            <pc:docMk/>
            <pc:sldMk cId="4221800723" sldId="4030"/>
            <ac:spMk id="27" creationId="{1D63429A-E231-4AA9-BDF5-4B87F817F39B}"/>
          </ac:spMkLst>
        </pc:spChg>
        <pc:spChg chg="mod">
          <ac:chgData name="Khiroria, Adit" userId="125b7d01-0557-4756-b3b5-aac8221948e3" providerId="ADAL" clId="{2A534007-7919-4860-9D91-EF53D666E740}" dt="2022-06-30T09:00:45.912" v="6" actId="165"/>
          <ac:spMkLst>
            <pc:docMk/>
            <pc:sldMk cId="4221800723" sldId="4030"/>
            <ac:spMk id="28" creationId="{30E2AEFB-04D6-42D4-B9DB-D498A66FCA2C}"/>
          </ac:spMkLst>
        </pc:spChg>
        <pc:spChg chg="mod">
          <ac:chgData name="Khiroria, Adit" userId="125b7d01-0557-4756-b3b5-aac8221948e3" providerId="ADAL" clId="{2A534007-7919-4860-9D91-EF53D666E740}" dt="2022-06-30T09:00:45.912" v="6" actId="165"/>
          <ac:spMkLst>
            <pc:docMk/>
            <pc:sldMk cId="4221800723" sldId="4030"/>
            <ac:spMk id="29" creationId="{9C305398-8C30-4C7F-BF11-CD0DD1B381ED}"/>
          </ac:spMkLst>
        </pc:spChg>
        <pc:spChg chg="mod">
          <ac:chgData name="Khiroria, Adit" userId="125b7d01-0557-4756-b3b5-aac8221948e3" providerId="ADAL" clId="{2A534007-7919-4860-9D91-EF53D666E740}" dt="2022-06-30T09:00:45.912" v="6" actId="165"/>
          <ac:spMkLst>
            <pc:docMk/>
            <pc:sldMk cId="4221800723" sldId="4030"/>
            <ac:spMk id="30" creationId="{0F70C09B-2187-4495-B804-85A4D981FE05}"/>
          </ac:spMkLst>
        </pc:spChg>
        <pc:spChg chg="mod">
          <ac:chgData name="Khiroria, Adit" userId="125b7d01-0557-4756-b3b5-aac8221948e3" providerId="ADAL" clId="{2A534007-7919-4860-9D91-EF53D666E740}" dt="2022-06-30T09:00:45.912" v="6" actId="165"/>
          <ac:spMkLst>
            <pc:docMk/>
            <pc:sldMk cId="4221800723" sldId="4030"/>
            <ac:spMk id="31" creationId="{D0D719DC-8BB2-4D6D-917A-CF7F67020B43}"/>
          </ac:spMkLst>
        </pc:spChg>
        <pc:spChg chg="mod">
          <ac:chgData name="Khiroria, Adit" userId="125b7d01-0557-4756-b3b5-aac8221948e3" providerId="ADAL" clId="{2A534007-7919-4860-9D91-EF53D666E740}" dt="2022-06-30T09:00:45.912" v="6" actId="165"/>
          <ac:spMkLst>
            <pc:docMk/>
            <pc:sldMk cId="4221800723" sldId="4030"/>
            <ac:spMk id="32" creationId="{C8D0B6A7-2277-45C5-82FC-258ACE6901FA}"/>
          </ac:spMkLst>
        </pc:spChg>
        <pc:spChg chg="mod">
          <ac:chgData name="Khiroria, Adit" userId="125b7d01-0557-4756-b3b5-aac8221948e3" providerId="ADAL" clId="{2A534007-7919-4860-9D91-EF53D666E740}" dt="2022-06-30T09:00:45.912" v="6" actId="165"/>
          <ac:spMkLst>
            <pc:docMk/>
            <pc:sldMk cId="4221800723" sldId="4030"/>
            <ac:spMk id="33" creationId="{7784C90C-32E8-47F7-A7CE-61A62F1FE096}"/>
          </ac:spMkLst>
        </pc:spChg>
        <pc:spChg chg="mod">
          <ac:chgData name="Khiroria, Adit" userId="125b7d01-0557-4756-b3b5-aac8221948e3" providerId="ADAL" clId="{2A534007-7919-4860-9D91-EF53D666E740}" dt="2022-06-30T09:00:45.912" v="6" actId="165"/>
          <ac:spMkLst>
            <pc:docMk/>
            <pc:sldMk cId="4221800723" sldId="4030"/>
            <ac:spMk id="34" creationId="{DD01DAB9-3774-4F87-AD3F-A5E6E9945274}"/>
          </ac:spMkLst>
        </pc:spChg>
        <pc:spChg chg="mod">
          <ac:chgData name="Khiroria, Adit" userId="125b7d01-0557-4756-b3b5-aac8221948e3" providerId="ADAL" clId="{2A534007-7919-4860-9D91-EF53D666E740}" dt="2022-06-30T09:00:45.912" v="6" actId="165"/>
          <ac:spMkLst>
            <pc:docMk/>
            <pc:sldMk cId="4221800723" sldId="4030"/>
            <ac:spMk id="35" creationId="{503D479A-C101-4490-92A3-0CBDF436AC24}"/>
          </ac:spMkLst>
        </pc:spChg>
        <pc:spChg chg="mod">
          <ac:chgData name="Khiroria, Adit" userId="125b7d01-0557-4756-b3b5-aac8221948e3" providerId="ADAL" clId="{2A534007-7919-4860-9D91-EF53D666E740}" dt="2022-06-30T09:00:45.912" v="6" actId="165"/>
          <ac:spMkLst>
            <pc:docMk/>
            <pc:sldMk cId="4221800723" sldId="4030"/>
            <ac:spMk id="36" creationId="{5B977F2C-2C37-4BAD-819C-287A2BEC552B}"/>
          </ac:spMkLst>
        </pc:spChg>
        <pc:spChg chg="mod">
          <ac:chgData name="Khiroria, Adit" userId="125b7d01-0557-4756-b3b5-aac8221948e3" providerId="ADAL" clId="{2A534007-7919-4860-9D91-EF53D666E740}" dt="2022-06-30T09:00:45.912" v="6" actId="165"/>
          <ac:spMkLst>
            <pc:docMk/>
            <pc:sldMk cId="4221800723" sldId="4030"/>
            <ac:spMk id="37" creationId="{D80C4C59-2C1D-467B-8039-5B2AA4EE778B}"/>
          </ac:spMkLst>
        </pc:spChg>
        <pc:spChg chg="mod">
          <ac:chgData name="Khiroria, Adit" userId="125b7d01-0557-4756-b3b5-aac8221948e3" providerId="ADAL" clId="{2A534007-7919-4860-9D91-EF53D666E740}" dt="2022-06-30T09:00:45.912" v="6" actId="165"/>
          <ac:spMkLst>
            <pc:docMk/>
            <pc:sldMk cId="4221800723" sldId="4030"/>
            <ac:spMk id="38" creationId="{BA74FAD4-4C98-4CCF-8090-3C46197098F6}"/>
          </ac:spMkLst>
        </pc:spChg>
        <pc:spChg chg="mod">
          <ac:chgData name="Khiroria, Adit" userId="125b7d01-0557-4756-b3b5-aac8221948e3" providerId="ADAL" clId="{2A534007-7919-4860-9D91-EF53D666E740}" dt="2022-06-30T09:00:45.912" v="6" actId="165"/>
          <ac:spMkLst>
            <pc:docMk/>
            <pc:sldMk cId="4221800723" sldId="4030"/>
            <ac:spMk id="39" creationId="{00908446-5995-4F8D-A9B9-7D3609948E61}"/>
          </ac:spMkLst>
        </pc:spChg>
        <pc:spChg chg="mod">
          <ac:chgData name="Khiroria, Adit" userId="125b7d01-0557-4756-b3b5-aac8221948e3" providerId="ADAL" clId="{2A534007-7919-4860-9D91-EF53D666E740}" dt="2022-06-30T09:00:45.912" v="6" actId="165"/>
          <ac:spMkLst>
            <pc:docMk/>
            <pc:sldMk cId="4221800723" sldId="4030"/>
            <ac:spMk id="40" creationId="{40FA22A7-E85C-4E6F-A349-DFE2CD9C7A00}"/>
          </ac:spMkLst>
        </pc:spChg>
        <pc:spChg chg="mod">
          <ac:chgData name="Khiroria, Adit" userId="125b7d01-0557-4756-b3b5-aac8221948e3" providerId="ADAL" clId="{2A534007-7919-4860-9D91-EF53D666E740}" dt="2022-06-30T09:00:45.912" v="6" actId="165"/>
          <ac:spMkLst>
            <pc:docMk/>
            <pc:sldMk cId="4221800723" sldId="4030"/>
            <ac:spMk id="41" creationId="{875821E1-C8A7-4EBF-AA73-471723CFA28B}"/>
          </ac:spMkLst>
        </pc:spChg>
        <pc:spChg chg="mod">
          <ac:chgData name="Khiroria, Adit" userId="125b7d01-0557-4756-b3b5-aac8221948e3" providerId="ADAL" clId="{2A534007-7919-4860-9D91-EF53D666E740}" dt="2022-06-30T09:00:45.912" v="6" actId="165"/>
          <ac:spMkLst>
            <pc:docMk/>
            <pc:sldMk cId="4221800723" sldId="4030"/>
            <ac:spMk id="42" creationId="{6AF46A33-FDE0-479A-B75D-220CDD257E40}"/>
          </ac:spMkLst>
        </pc:spChg>
        <pc:spChg chg="mod">
          <ac:chgData name="Khiroria, Adit" userId="125b7d01-0557-4756-b3b5-aac8221948e3" providerId="ADAL" clId="{2A534007-7919-4860-9D91-EF53D666E740}" dt="2022-06-30T09:00:45.912" v="6" actId="165"/>
          <ac:spMkLst>
            <pc:docMk/>
            <pc:sldMk cId="4221800723" sldId="4030"/>
            <ac:spMk id="43" creationId="{CCEB3732-89B5-40E0-9C1B-B9BA7D076412}"/>
          </ac:spMkLst>
        </pc:spChg>
        <pc:spChg chg="mod">
          <ac:chgData name="Khiroria, Adit" userId="125b7d01-0557-4756-b3b5-aac8221948e3" providerId="ADAL" clId="{2A534007-7919-4860-9D91-EF53D666E740}" dt="2022-06-30T09:00:45.912" v="6" actId="165"/>
          <ac:spMkLst>
            <pc:docMk/>
            <pc:sldMk cId="4221800723" sldId="4030"/>
            <ac:spMk id="44" creationId="{739B0A98-6D1F-485E-9741-93E679D350A5}"/>
          </ac:spMkLst>
        </pc:spChg>
        <pc:spChg chg="mod">
          <ac:chgData name="Khiroria, Adit" userId="125b7d01-0557-4756-b3b5-aac8221948e3" providerId="ADAL" clId="{2A534007-7919-4860-9D91-EF53D666E740}" dt="2022-06-30T09:00:45.912" v="6" actId="165"/>
          <ac:spMkLst>
            <pc:docMk/>
            <pc:sldMk cId="4221800723" sldId="4030"/>
            <ac:spMk id="45" creationId="{3CC60340-782F-4804-AB8E-2C714A9C5C8D}"/>
          </ac:spMkLst>
        </pc:spChg>
        <pc:spChg chg="mod">
          <ac:chgData name="Khiroria, Adit" userId="125b7d01-0557-4756-b3b5-aac8221948e3" providerId="ADAL" clId="{2A534007-7919-4860-9D91-EF53D666E740}" dt="2022-06-30T09:00:45.912" v="6" actId="165"/>
          <ac:spMkLst>
            <pc:docMk/>
            <pc:sldMk cId="4221800723" sldId="4030"/>
            <ac:spMk id="46" creationId="{B0C9BBB5-67BD-4D33-B84C-28B5F5F4F06A}"/>
          </ac:spMkLst>
        </pc:spChg>
        <pc:spChg chg="mod">
          <ac:chgData name="Khiroria, Adit" userId="125b7d01-0557-4756-b3b5-aac8221948e3" providerId="ADAL" clId="{2A534007-7919-4860-9D91-EF53D666E740}" dt="2022-06-30T09:00:45.912" v="6" actId="165"/>
          <ac:spMkLst>
            <pc:docMk/>
            <pc:sldMk cId="4221800723" sldId="4030"/>
            <ac:spMk id="47" creationId="{A2AAC9A5-E8B6-4C4D-98A8-95245102B856}"/>
          </ac:spMkLst>
        </pc:spChg>
        <pc:spChg chg="mod">
          <ac:chgData name="Khiroria, Adit" userId="125b7d01-0557-4756-b3b5-aac8221948e3" providerId="ADAL" clId="{2A534007-7919-4860-9D91-EF53D666E740}" dt="2022-06-30T09:00:45.912" v="6" actId="165"/>
          <ac:spMkLst>
            <pc:docMk/>
            <pc:sldMk cId="4221800723" sldId="4030"/>
            <ac:spMk id="48" creationId="{D50BBB82-6089-465B-92E6-6DAEA66748AA}"/>
          </ac:spMkLst>
        </pc:spChg>
        <pc:spChg chg="mod">
          <ac:chgData name="Khiroria, Adit" userId="125b7d01-0557-4756-b3b5-aac8221948e3" providerId="ADAL" clId="{2A534007-7919-4860-9D91-EF53D666E740}" dt="2022-06-30T09:00:45.912" v="6" actId="165"/>
          <ac:spMkLst>
            <pc:docMk/>
            <pc:sldMk cId="4221800723" sldId="4030"/>
            <ac:spMk id="49" creationId="{2BF92B95-070F-4523-B73E-347CECB30506}"/>
          </ac:spMkLst>
        </pc:spChg>
        <pc:spChg chg="mod">
          <ac:chgData name="Khiroria, Adit" userId="125b7d01-0557-4756-b3b5-aac8221948e3" providerId="ADAL" clId="{2A534007-7919-4860-9D91-EF53D666E740}" dt="2022-06-30T09:00:45.912" v="6" actId="165"/>
          <ac:spMkLst>
            <pc:docMk/>
            <pc:sldMk cId="4221800723" sldId="4030"/>
            <ac:spMk id="50" creationId="{6C94AC5E-9711-4EBD-B16A-10F686AF16E8}"/>
          </ac:spMkLst>
        </pc:spChg>
        <pc:spChg chg="mod">
          <ac:chgData name="Khiroria, Adit" userId="125b7d01-0557-4756-b3b5-aac8221948e3" providerId="ADAL" clId="{2A534007-7919-4860-9D91-EF53D666E740}" dt="2022-06-30T11:47:25.139" v="884" actId="165"/>
          <ac:spMkLst>
            <pc:docMk/>
            <pc:sldMk cId="4221800723" sldId="4030"/>
            <ac:spMk id="51" creationId="{C9C93959-84AF-45BE-B0D2-3D5FBF7D8E5F}"/>
          </ac:spMkLst>
        </pc:spChg>
        <pc:spChg chg="mod">
          <ac:chgData name="Khiroria, Adit" userId="125b7d01-0557-4756-b3b5-aac8221948e3" providerId="ADAL" clId="{2A534007-7919-4860-9D91-EF53D666E740}" dt="2022-06-30T11:47:25.139" v="884" actId="165"/>
          <ac:spMkLst>
            <pc:docMk/>
            <pc:sldMk cId="4221800723" sldId="4030"/>
            <ac:spMk id="52" creationId="{274B5D2E-F872-4DEB-8D08-947F1B33E2E9}"/>
          </ac:spMkLst>
        </pc:spChg>
        <pc:spChg chg="mod">
          <ac:chgData name="Khiroria, Adit" userId="125b7d01-0557-4756-b3b5-aac8221948e3" providerId="ADAL" clId="{2A534007-7919-4860-9D91-EF53D666E740}" dt="2022-06-30T11:47:25.139" v="884" actId="165"/>
          <ac:spMkLst>
            <pc:docMk/>
            <pc:sldMk cId="4221800723" sldId="4030"/>
            <ac:spMk id="53" creationId="{AAD74E6A-8FC7-439A-9DCD-6651475F6811}"/>
          </ac:spMkLst>
        </pc:spChg>
        <pc:spChg chg="mod">
          <ac:chgData name="Khiroria, Adit" userId="125b7d01-0557-4756-b3b5-aac8221948e3" providerId="ADAL" clId="{2A534007-7919-4860-9D91-EF53D666E740}" dt="2022-06-30T11:47:25.139" v="884" actId="165"/>
          <ac:spMkLst>
            <pc:docMk/>
            <pc:sldMk cId="4221800723" sldId="4030"/>
            <ac:spMk id="54" creationId="{D946ABB1-9B87-4968-883B-025F802BC3E2}"/>
          </ac:spMkLst>
        </pc:spChg>
        <pc:spChg chg="mod">
          <ac:chgData name="Khiroria, Adit" userId="125b7d01-0557-4756-b3b5-aac8221948e3" providerId="ADAL" clId="{2A534007-7919-4860-9D91-EF53D666E740}" dt="2022-06-30T11:47:25.139" v="884" actId="165"/>
          <ac:spMkLst>
            <pc:docMk/>
            <pc:sldMk cId="4221800723" sldId="4030"/>
            <ac:spMk id="55" creationId="{C3B82114-4DA6-458B-974A-F433846F88EA}"/>
          </ac:spMkLst>
        </pc:spChg>
        <pc:spChg chg="mod">
          <ac:chgData name="Khiroria, Adit" userId="125b7d01-0557-4756-b3b5-aac8221948e3" providerId="ADAL" clId="{2A534007-7919-4860-9D91-EF53D666E740}" dt="2022-06-30T11:47:25.139" v="884" actId="165"/>
          <ac:spMkLst>
            <pc:docMk/>
            <pc:sldMk cId="4221800723" sldId="4030"/>
            <ac:spMk id="56" creationId="{41D6F327-79DD-4BD9-B2F5-7BEF580FC902}"/>
          </ac:spMkLst>
        </pc:spChg>
        <pc:spChg chg="mod">
          <ac:chgData name="Khiroria, Adit" userId="125b7d01-0557-4756-b3b5-aac8221948e3" providerId="ADAL" clId="{2A534007-7919-4860-9D91-EF53D666E740}" dt="2022-06-30T11:47:25.139" v="884" actId="165"/>
          <ac:spMkLst>
            <pc:docMk/>
            <pc:sldMk cId="4221800723" sldId="4030"/>
            <ac:spMk id="57" creationId="{8A72454E-DED3-4306-B9BB-DFE31EB96991}"/>
          </ac:spMkLst>
        </pc:spChg>
        <pc:spChg chg="mod">
          <ac:chgData name="Khiroria, Adit" userId="125b7d01-0557-4756-b3b5-aac8221948e3" providerId="ADAL" clId="{2A534007-7919-4860-9D91-EF53D666E740}" dt="2022-06-30T11:47:25.139" v="884" actId="165"/>
          <ac:spMkLst>
            <pc:docMk/>
            <pc:sldMk cId="4221800723" sldId="4030"/>
            <ac:spMk id="58" creationId="{E813BE90-727B-4B72-A359-7DF6D5699FF8}"/>
          </ac:spMkLst>
        </pc:spChg>
        <pc:spChg chg="mod">
          <ac:chgData name="Khiroria, Adit" userId="125b7d01-0557-4756-b3b5-aac8221948e3" providerId="ADAL" clId="{2A534007-7919-4860-9D91-EF53D666E740}" dt="2022-06-30T11:47:25.139" v="884" actId="165"/>
          <ac:spMkLst>
            <pc:docMk/>
            <pc:sldMk cId="4221800723" sldId="4030"/>
            <ac:spMk id="59" creationId="{58A7F31F-563B-4925-BE8C-04F97A3EB28B}"/>
          </ac:spMkLst>
        </pc:spChg>
        <pc:spChg chg="mod">
          <ac:chgData name="Khiroria, Adit" userId="125b7d01-0557-4756-b3b5-aac8221948e3" providerId="ADAL" clId="{2A534007-7919-4860-9D91-EF53D666E740}" dt="2022-06-30T11:47:25.139" v="884" actId="165"/>
          <ac:spMkLst>
            <pc:docMk/>
            <pc:sldMk cId="4221800723" sldId="4030"/>
            <ac:spMk id="60" creationId="{251144F2-6979-4DEF-81DF-7CB99A8ED9CB}"/>
          </ac:spMkLst>
        </pc:spChg>
        <pc:spChg chg="mod">
          <ac:chgData name="Khiroria, Adit" userId="125b7d01-0557-4756-b3b5-aac8221948e3" providerId="ADAL" clId="{2A534007-7919-4860-9D91-EF53D666E740}" dt="2022-06-30T11:47:25.139" v="884" actId="165"/>
          <ac:spMkLst>
            <pc:docMk/>
            <pc:sldMk cId="4221800723" sldId="4030"/>
            <ac:spMk id="61" creationId="{566FB313-EB40-4720-83B9-63C7F08AAFA0}"/>
          </ac:spMkLst>
        </pc:spChg>
        <pc:spChg chg="mod">
          <ac:chgData name="Khiroria, Adit" userId="125b7d01-0557-4756-b3b5-aac8221948e3" providerId="ADAL" clId="{2A534007-7919-4860-9D91-EF53D666E740}" dt="2022-06-30T11:47:25.139" v="884" actId="165"/>
          <ac:spMkLst>
            <pc:docMk/>
            <pc:sldMk cId="4221800723" sldId="4030"/>
            <ac:spMk id="62" creationId="{53A57615-F4FB-40EC-8AEE-E8CC0B65E489}"/>
          </ac:spMkLst>
        </pc:spChg>
        <pc:spChg chg="mod">
          <ac:chgData name="Khiroria, Adit" userId="125b7d01-0557-4756-b3b5-aac8221948e3" providerId="ADAL" clId="{2A534007-7919-4860-9D91-EF53D666E740}" dt="2022-06-30T11:47:25.139" v="884" actId="165"/>
          <ac:spMkLst>
            <pc:docMk/>
            <pc:sldMk cId="4221800723" sldId="4030"/>
            <ac:spMk id="63" creationId="{EF7059A5-EF2D-4F24-98D8-EECF84B7A4B0}"/>
          </ac:spMkLst>
        </pc:spChg>
        <pc:spChg chg="mod">
          <ac:chgData name="Khiroria, Adit" userId="125b7d01-0557-4756-b3b5-aac8221948e3" providerId="ADAL" clId="{2A534007-7919-4860-9D91-EF53D666E740}" dt="2022-06-30T11:47:25.139" v="884" actId="165"/>
          <ac:spMkLst>
            <pc:docMk/>
            <pc:sldMk cId="4221800723" sldId="4030"/>
            <ac:spMk id="64" creationId="{3B874B85-3F08-4069-A6D3-1163FA850C1B}"/>
          </ac:spMkLst>
        </pc:spChg>
        <pc:spChg chg="mod">
          <ac:chgData name="Khiroria, Adit" userId="125b7d01-0557-4756-b3b5-aac8221948e3" providerId="ADAL" clId="{2A534007-7919-4860-9D91-EF53D666E740}" dt="2022-06-30T11:47:25.139" v="884" actId="165"/>
          <ac:spMkLst>
            <pc:docMk/>
            <pc:sldMk cId="4221800723" sldId="4030"/>
            <ac:spMk id="65" creationId="{C61822AA-F85B-414D-91E7-D9DD4CD97FDA}"/>
          </ac:spMkLst>
        </pc:spChg>
        <pc:spChg chg="mod">
          <ac:chgData name="Khiroria, Adit" userId="125b7d01-0557-4756-b3b5-aac8221948e3" providerId="ADAL" clId="{2A534007-7919-4860-9D91-EF53D666E740}" dt="2022-06-30T11:57:41.183" v="1626" actId="948"/>
          <ac:spMkLst>
            <pc:docMk/>
            <pc:sldMk cId="4221800723" sldId="4030"/>
            <ac:spMk id="66" creationId="{842E14E8-DCF0-4845-9EA2-73ACA719299E}"/>
          </ac:spMkLst>
        </pc:spChg>
        <pc:spChg chg="mod">
          <ac:chgData name="Khiroria, Adit" userId="125b7d01-0557-4756-b3b5-aac8221948e3" providerId="ADAL" clId="{2A534007-7919-4860-9D91-EF53D666E740}" dt="2022-06-30T11:47:25.139" v="884" actId="165"/>
          <ac:spMkLst>
            <pc:docMk/>
            <pc:sldMk cId="4221800723" sldId="4030"/>
            <ac:spMk id="67" creationId="{6A5B0F3A-17CF-4EE7-B022-52286E14C876}"/>
          </ac:spMkLst>
        </pc:spChg>
        <pc:spChg chg="mod">
          <ac:chgData name="Khiroria, Adit" userId="125b7d01-0557-4756-b3b5-aac8221948e3" providerId="ADAL" clId="{2A534007-7919-4860-9D91-EF53D666E740}" dt="2022-06-30T11:47:25.139" v="884" actId="165"/>
          <ac:spMkLst>
            <pc:docMk/>
            <pc:sldMk cId="4221800723" sldId="4030"/>
            <ac:spMk id="68" creationId="{7724315D-1721-4A75-97DB-9E0426708DAB}"/>
          </ac:spMkLst>
        </pc:spChg>
        <pc:spChg chg="mod">
          <ac:chgData name="Khiroria, Adit" userId="125b7d01-0557-4756-b3b5-aac8221948e3" providerId="ADAL" clId="{2A534007-7919-4860-9D91-EF53D666E740}" dt="2022-06-30T11:47:25.139" v="884" actId="165"/>
          <ac:spMkLst>
            <pc:docMk/>
            <pc:sldMk cId="4221800723" sldId="4030"/>
            <ac:spMk id="69" creationId="{A7F8C70F-0D99-4D36-A609-601AEA2C4C42}"/>
          </ac:spMkLst>
        </pc:spChg>
        <pc:spChg chg="mod">
          <ac:chgData name="Khiroria, Adit" userId="125b7d01-0557-4756-b3b5-aac8221948e3" providerId="ADAL" clId="{2A534007-7919-4860-9D91-EF53D666E740}" dt="2022-06-30T11:47:25.139" v="884" actId="165"/>
          <ac:spMkLst>
            <pc:docMk/>
            <pc:sldMk cId="4221800723" sldId="4030"/>
            <ac:spMk id="70" creationId="{77D4CB37-F685-45A6-8DDD-D57661B15257}"/>
          </ac:spMkLst>
        </pc:spChg>
        <pc:spChg chg="mod">
          <ac:chgData name="Khiroria, Adit" userId="125b7d01-0557-4756-b3b5-aac8221948e3" providerId="ADAL" clId="{2A534007-7919-4860-9D91-EF53D666E740}" dt="2022-06-30T11:47:25.139" v="884" actId="165"/>
          <ac:spMkLst>
            <pc:docMk/>
            <pc:sldMk cId="4221800723" sldId="4030"/>
            <ac:spMk id="71" creationId="{1A1372C9-6883-4D9E-AA82-23FF02225136}"/>
          </ac:spMkLst>
        </pc:spChg>
        <pc:spChg chg="mod">
          <ac:chgData name="Khiroria, Adit" userId="125b7d01-0557-4756-b3b5-aac8221948e3" providerId="ADAL" clId="{2A534007-7919-4860-9D91-EF53D666E740}" dt="2022-06-30T11:47:25.139" v="884" actId="165"/>
          <ac:spMkLst>
            <pc:docMk/>
            <pc:sldMk cId="4221800723" sldId="4030"/>
            <ac:spMk id="72" creationId="{D773AE03-8941-4B14-BE4A-9DFDB2D31320}"/>
          </ac:spMkLst>
        </pc:spChg>
        <pc:spChg chg="mod">
          <ac:chgData name="Khiroria, Adit" userId="125b7d01-0557-4756-b3b5-aac8221948e3" providerId="ADAL" clId="{2A534007-7919-4860-9D91-EF53D666E740}" dt="2022-06-30T11:47:25.139" v="884" actId="165"/>
          <ac:spMkLst>
            <pc:docMk/>
            <pc:sldMk cId="4221800723" sldId="4030"/>
            <ac:spMk id="73" creationId="{04D584DC-6CE6-4441-9392-0E7C60C4F235}"/>
          </ac:spMkLst>
        </pc:spChg>
        <pc:spChg chg="mod">
          <ac:chgData name="Khiroria, Adit" userId="125b7d01-0557-4756-b3b5-aac8221948e3" providerId="ADAL" clId="{2A534007-7919-4860-9D91-EF53D666E740}" dt="2022-06-30T11:47:25.139" v="884" actId="165"/>
          <ac:spMkLst>
            <pc:docMk/>
            <pc:sldMk cId="4221800723" sldId="4030"/>
            <ac:spMk id="74" creationId="{A4673A95-800C-4B14-A81F-40459524D818}"/>
          </ac:spMkLst>
        </pc:spChg>
        <pc:spChg chg="mod">
          <ac:chgData name="Khiroria, Adit" userId="125b7d01-0557-4756-b3b5-aac8221948e3" providerId="ADAL" clId="{2A534007-7919-4860-9D91-EF53D666E740}" dt="2022-06-30T11:47:25.139" v="884" actId="165"/>
          <ac:spMkLst>
            <pc:docMk/>
            <pc:sldMk cId="4221800723" sldId="4030"/>
            <ac:spMk id="75" creationId="{C0414E89-61FC-4E1E-A750-708024257AA1}"/>
          </ac:spMkLst>
        </pc:spChg>
        <pc:spChg chg="add del mod modVis">
          <ac:chgData name="Khiroria, Adit" userId="125b7d01-0557-4756-b3b5-aac8221948e3" providerId="ADAL" clId="{2A534007-7919-4860-9D91-EF53D666E740}" dt="2022-06-30T09:37:33.162" v="466"/>
          <ac:spMkLst>
            <pc:docMk/>
            <pc:sldMk cId="4221800723" sldId="4030"/>
            <ac:spMk id="76" creationId="{CA2E3E77-7446-4325-90F1-8DC47D625E4A}"/>
          </ac:spMkLst>
        </pc:spChg>
        <pc:spChg chg="add mod">
          <ac:chgData name="Khiroria, Adit" userId="125b7d01-0557-4756-b3b5-aac8221948e3" providerId="ADAL" clId="{2A534007-7919-4860-9D91-EF53D666E740}" dt="2022-06-30T11:46:57.798" v="877" actId="164"/>
          <ac:spMkLst>
            <pc:docMk/>
            <pc:sldMk cId="4221800723" sldId="4030"/>
            <ac:spMk id="80" creationId="{8AB3790C-8B29-49AD-BDA9-C303F7DA46D1}"/>
          </ac:spMkLst>
        </pc:spChg>
        <pc:spChg chg="del mod topLvl">
          <ac:chgData name="Khiroria, Adit" userId="125b7d01-0557-4756-b3b5-aac8221948e3" providerId="ADAL" clId="{2A534007-7919-4860-9D91-EF53D666E740}" dt="2022-06-30T11:47:00.043" v="878" actId="478"/>
          <ac:spMkLst>
            <pc:docMk/>
            <pc:sldMk cId="4221800723" sldId="4030"/>
            <ac:spMk id="82" creationId="{F92BFD85-9D08-4236-9E71-138924037B9E}"/>
          </ac:spMkLst>
        </pc:spChg>
        <pc:spChg chg="del mod topLvl">
          <ac:chgData name="Khiroria, Adit" userId="125b7d01-0557-4756-b3b5-aac8221948e3" providerId="ADAL" clId="{2A534007-7919-4860-9D91-EF53D666E740}" dt="2022-06-30T11:47:00.043" v="878" actId="478"/>
          <ac:spMkLst>
            <pc:docMk/>
            <pc:sldMk cId="4221800723" sldId="4030"/>
            <ac:spMk id="83" creationId="{4D6A7F80-5673-423C-85CF-CFA81421D313}"/>
          </ac:spMkLst>
        </pc:spChg>
        <pc:spChg chg="del mod topLvl">
          <ac:chgData name="Khiroria, Adit" userId="125b7d01-0557-4756-b3b5-aac8221948e3" providerId="ADAL" clId="{2A534007-7919-4860-9D91-EF53D666E740}" dt="2022-06-30T11:47:00.043" v="878" actId="478"/>
          <ac:spMkLst>
            <pc:docMk/>
            <pc:sldMk cId="4221800723" sldId="4030"/>
            <ac:spMk id="84" creationId="{9F56FBD7-9614-49A3-8514-461CD322D79C}"/>
          </ac:spMkLst>
        </pc:spChg>
        <pc:spChg chg="del mod topLvl">
          <ac:chgData name="Khiroria, Adit" userId="125b7d01-0557-4756-b3b5-aac8221948e3" providerId="ADAL" clId="{2A534007-7919-4860-9D91-EF53D666E740}" dt="2022-06-30T11:47:00.043" v="878" actId="478"/>
          <ac:spMkLst>
            <pc:docMk/>
            <pc:sldMk cId="4221800723" sldId="4030"/>
            <ac:spMk id="85" creationId="{0B01F9AE-EFC0-49A1-8AE9-65FD2BB70E86}"/>
          </ac:spMkLst>
        </pc:spChg>
        <pc:spChg chg="del mod topLvl">
          <ac:chgData name="Khiroria, Adit" userId="125b7d01-0557-4756-b3b5-aac8221948e3" providerId="ADAL" clId="{2A534007-7919-4860-9D91-EF53D666E740}" dt="2022-06-30T11:47:00.043" v="878" actId="478"/>
          <ac:spMkLst>
            <pc:docMk/>
            <pc:sldMk cId="4221800723" sldId="4030"/>
            <ac:spMk id="86" creationId="{F1DDAC59-214B-4024-BF72-66A288CCB591}"/>
          </ac:spMkLst>
        </pc:spChg>
        <pc:spChg chg="del mod topLvl">
          <ac:chgData name="Khiroria, Adit" userId="125b7d01-0557-4756-b3b5-aac8221948e3" providerId="ADAL" clId="{2A534007-7919-4860-9D91-EF53D666E740}" dt="2022-06-30T11:47:00.043" v="878" actId="478"/>
          <ac:spMkLst>
            <pc:docMk/>
            <pc:sldMk cId="4221800723" sldId="4030"/>
            <ac:spMk id="87" creationId="{BCF1D1D4-B55E-4347-9A05-C147667AB76D}"/>
          </ac:spMkLst>
        </pc:spChg>
        <pc:spChg chg="del mod topLvl">
          <ac:chgData name="Khiroria, Adit" userId="125b7d01-0557-4756-b3b5-aac8221948e3" providerId="ADAL" clId="{2A534007-7919-4860-9D91-EF53D666E740}" dt="2022-06-30T11:47:00.043" v="878" actId="478"/>
          <ac:spMkLst>
            <pc:docMk/>
            <pc:sldMk cId="4221800723" sldId="4030"/>
            <ac:spMk id="88" creationId="{93AE6235-E1CD-4890-B743-2B06A4133B08}"/>
          </ac:spMkLst>
        </pc:spChg>
        <pc:spChg chg="del mod topLvl">
          <ac:chgData name="Khiroria, Adit" userId="125b7d01-0557-4756-b3b5-aac8221948e3" providerId="ADAL" clId="{2A534007-7919-4860-9D91-EF53D666E740}" dt="2022-06-30T11:47:00.043" v="878" actId="478"/>
          <ac:spMkLst>
            <pc:docMk/>
            <pc:sldMk cId="4221800723" sldId="4030"/>
            <ac:spMk id="89" creationId="{80660234-B487-4216-82D2-3EADDEC4F01D}"/>
          </ac:spMkLst>
        </pc:spChg>
        <pc:spChg chg="mod">
          <ac:chgData name="Khiroria, Adit" userId="125b7d01-0557-4756-b3b5-aac8221948e3" providerId="ADAL" clId="{2A534007-7919-4860-9D91-EF53D666E740}" dt="2022-06-30T11:44:41.189" v="811" actId="165"/>
          <ac:spMkLst>
            <pc:docMk/>
            <pc:sldMk cId="4221800723" sldId="4030"/>
            <ac:spMk id="91" creationId="{8F6DE3E2-8432-4D8F-80D2-974CAF4A86CE}"/>
          </ac:spMkLst>
        </pc:spChg>
        <pc:spChg chg="mod">
          <ac:chgData name="Khiroria, Adit" userId="125b7d01-0557-4756-b3b5-aac8221948e3" providerId="ADAL" clId="{2A534007-7919-4860-9D91-EF53D666E740}" dt="2022-06-30T11:44:41.189" v="811" actId="165"/>
          <ac:spMkLst>
            <pc:docMk/>
            <pc:sldMk cId="4221800723" sldId="4030"/>
            <ac:spMk id="92" creationId="{D4AAEC60-326F-4F48-A91B-87A38D2577FB}"/>
          </ac:spMkLst>
        </pc:spChg>
        <pc:spChg chg="mod">
          <ac:chgData name="Khiroria, Adit" userId="125b7d01-0557-4756-b3b5-aac8221948e3" providerId="ADAL" clId="{2A534007-7919-4860-9D91-EF53D666E740}" dt="2022-06-30T11:44:41.189" v="811" actId="165"/>
          <ac:spMkLst>
            <pc:docMk/>
            <pc:sldMk cId="4221800723" sldId="4030"/>
            <ac:spMk id="93" creationId="{AAAC3F55-1C30-4780-AEF3-FEEC7C1A1099}"/>
          </ac:spMkLst>
        </pc:spChg>
        <pc:spChg chg="mod">
          <ac:chgData name="Khiroria, Adit" userId="125b7d01-0557-4756-b3b5-aac8221948e3" providerId="ADAL" clId="{2A534007-7919-4860-9D91-EF53D666E740}" dt="2022-06-30T11:44:41.189" v="811" actId="165"/>
          <ac:spMkLst>
            <pc:docMk/>
            <pc:sldMk cId="4221800723" sldId="4030"/>
            <ac:spMk id="94" creationId="{684F9210-603B-4E6F-A646-103DCAFCC325}"/>
          </ac:spMkLst>
        </pc:spChg>
        <pc:spChg chg="mod">
          <ac:chgData name="Khiroria, Adit" userId="125b7d01-0557-4756-b3b5-aac8221948e3" providerId="ADAL" clId="{2A534007-7919-4860-9D91-EF53D666E740}" dt="2022-06-30T11:44:41.189" v="811" actId="165"/>
          <ac:spMkLst>
            <pc:docMk/>
            <pc:sldMk cId="4221800723" sldId="4030"/>
            <ac:spMk id="95" creationId="{F0E63387-11F5-4E92-9B4A-B2C3EB387D0F}"/>
          </ac:spMkLst>
        </pc:spChg>
        <pc:spChg chg="mod">
          <ac:chgData name="Khiroria, Adit" userId="125b7d01-0557-4756-b3b5-aac8221948e3" providerId="ADAL" clId="{2A534007-7919-4860-9D91-EF53D666E740}" dt="2022-06-30T11:44:41.189" v="811" actId="165"/>
          <ac:spMkLst>
            <pc:docMk/>
            <pc:sldMk cId="4221800723" sldId="4030"/>
            <ac:spMk id="96" creationId="{5AE4BC75-31DD-4B58-8215-A2DE70569029}"/>
          </ac:spMkLst>
        </pc:spChg>
        <pc:spChg chg="mod">
          <ac:chgData name="Khiroria, Adit" userId="125b7d01-0557-4756-b3b5-aac8221948e3" providerId="ADAL" clId="{2A534007-7919-4860-9D91-EF53D666E740}" dt="2022-06-30T11:44:41.189" v="811" actId="165"/>
          <ac:spMkLst>
            <pc:docMk/>
            <pc:sldMk cId="4221800723" sldId="4030"/>
            <ac:spMk id="97" creationId="{FDA294A7-27B1-4BB0-8154-BDCC6FC49E85}"/>
          </ac:spMkLst>
        </pc:spChg>
        <pc:spChg chg="mod">
          <ac:chgData name="Khiroria, Adit" userId="125b7d01-0557-4756-b3b5-aac8221948e3" providerId="ADAL" clId="{2A534007-7919-4860-9D91-EF53D666E740}" dt="2022-06-30T11:44:41.189" v="811" actId="165"/>
          <ac:spMkLst>
            <pc:docMk/>
            <pc:sldMk cId="4221800723" sldId="4030"/>
            <ac:spMk id="98" creationId="{6FB43179-DBB9-4AC9-816E-ACB04802B597}"/>
          </ac:spMkLst>
        </pc:spChg>
        <pc:spChg chg="mod">
          <ac:chgData name="Khiroria, Adit" userId="125b7d01-0557-4756-b3b5-aac8221948e3" providerId="ADAL" clId="{2A534007-7919-4860-9D91-EF53D666E740}" dt="2022-06-30T11:43:40.788" v="795"/>
          <ac:spMkLst>
            <pc:docMk/>
            <pc:sldMk cId="4221800723" sldId="4030"/>
            <ac:spMk id="109" creationId="{3E6741FF-5FC0-4316-AE0E-2CE31622E776}"/>
          </ac:spMkLst>
        </pc:spChg>
        <pc:spChg chg="mod">
          <ac:chgData name="Khiroria, Adit" userId="125b7d01-0557-4756-b3b5-aac8221948e3" providerId="ADAL" clId="{2A534007-7919-4860-9D91-EF53D666E740}" dt="2022-06-30T11:43:40.788" v="795"/>
          <ac:spMkLst>
            <pc:docMk/>
            <pc:sldMk cId="4221800723" sldId="4030"/>
            <ac:spMk id="111" creationId="{1DF63A88-5A8D-493B-A783-502EECF23226}"/>
          </ac:spMkLst>
        </pc:spChg>
        <pc:spChg chg="mod">
          <ac:chgData name="Khiroria, Adit" userId="125b7d01-0557-4756-b3b5-aac8221948e3" providerId="ADAL" clId="{2A534007-7919-4860-9D91-EF53D666E740}" dt="2022-06-30T11:43:40.788" v="795"/>
          <ac:spMkLst>
            <pc:docMk/>
            <pc:sldMk cId="4221800723" sldId="4030"/>
            <ac:spMk id="116" creationId="{2C9661DC-2B73-410A-8019-DB8D79C0FF58}"/>
          </ac:spMkLst>
        </pc:spChg>
        <pc:spChg chg="mod">
          <ac:chgData name="Khiroria, Adit" userId="125b7d01-0557-4756-b3b5-aac8221948e3" providerId="ADAL" clId="{2A534007-7919-4860-9D91-EF53D666E740}" dt="2022-06-30T11:43:40.788" v="795"/>
          <ac:spMkLst>
            <pc:docMk/>
            <pc:sldMk cId="4221800723" sldId="4030"/>
            <ac:spMk id="125" creationId="{6EF2106A-0773-49EA-B469-A915DE69B989}"/>
          </ac:spMkLst>
        </pc:spChg>
        <pc:spChg chg="mod">
          <ac:chgData name="Khiroria, Adit" userId="125b7d01-0557-4756-b3b5-aac8221948e3" providerId="ADAL" clId="{2A534007-7919-4860-9D91-EF53D666E740}" dt="2022-06-30T11:43:40.788" v="795"/>
          <ac:spMkLst>
            <pc:docMk/>
            <pc:sldMk cId="4221800723" sldId="4030"/>
            <ac:spMk id="126" creationId="{FAD08031-B344-481A-AC25-26CC7993790F}"/>
          </ac:spMkLst>
        </pc:spChg>
        <pc:spChg chg="mod">
          <ac:chgData name="Khiroria, Adit" userId="125b7d01-0557-4756-b3b5-aac8221948e3" providerId="ADAL" clId="{2A534007-7919-4860-9D91-EF53D666E740}" dt="2022-06-30T11:43:40.788" v="795"/>
          <ac:spMkLst>
            <pc:docMk/>
            <pc:sldMk cId="4221800723" sldId="4030"/>
            <ac:spMk id="127" creationId="{652AE8E0-AEF3-40B3-B6D8-71DEEF864FD6}"/>
          </ac:spMkLst>
        </pc:spChg>
        <pc:spChg chg="mod">
          <ac:chgData name="Khiroria, Adit" userId="125b7d01-0557-4756-b3b5-aac8221948e3" providerId="ADAL" clId="{2A534007-7919-4860-9D91-EF53D666E740}" dt="2022-06-30T11:43:40.788" v="795"/>
          <ac:spMkLst>
            <pc:docMk/>
            <pc:sldMk cId="4221800723" sldId="4030"/>
            <ac:spMk id="128" creationId="{5ACA47F8-E7F3-48CC-8852-02F441FAFE80}"/>
          </ac:spMkLst>
        </pc:spChg>
        <pc:spChg chg="mod">
          <ac:chgData name="Khiroria, Adit" userId="125b7d01-0557-4756-b3b5-aac8221948e3" providerId="ADAL" clId="{2A534007-7919-4860-9D91-EF53D666E740}" dt="2022-06-30T11:43:40.788" v="795"/>
          <ac:spMkLst>
            <pc:docMk/>
            <pc:sldMk cId="4221800723" sldId="4030"/>
            <ac:spMk id="129" creationId="{0A7924A4-4799-466C-8DCF-5AD5A0CDEC73}"/>
          </ac:spMkLst>
        </pc:spChg>
        <pc:spChg chg="mod">
          <ac:chgData name="Khiroria, Adit" userId="125b7d01-0557-4756-b3b5-aac8221948e3" providerId="ADAL" clId="{2A534007-7919-4860-9D91-EF53D666E740}" dt="2022-06-30T11:43:40.788" v="795"/>
          <ac:spMkLst>
            <pc:docMk/>
            <pc:sldMk cId="4221800723" sldId="4030"/>
            <ac:spMk id="130" creationId="{D47B1166-87B4-40DB-AF37-6D31A1CF16D5}"/>
          </ac:spMkLst>
        </pc:spChg>
        <pc:spChg chg="mod">
          <ac:chgData name="Khiroria, Adit" userId="125b7d01-0557-4756-b3b5-aac8221948e3" providerId="ADAL" clId="{2A534007-7919-4860-9D91-EF53D666E740}" dt="2022-06-30T11:43:40.788" v="795"/>
          <ac:spMkLst>
            <pc:docMk/>
            <pc:sldMk cId="4221800723" sldId="4030"/>
            <ac:spMk id="131" creationId="{CB986C82-0011-4C64-AE41-AAB3654DC60E}"/>
          </ac:spMkLst>
        </pc:spChg>
        <pc:spChg chg="mod">
          <ac:chgData name="Khiroria, Adit" userId="125b7d01-0557-4756-b3b5-aac8221948e3" providerId="ADAL" clId="{2A534007-7919-4860-9D91-EF53D666E740}" dt="2022-06-30T11:43:40.788" v="795"/>
          <ac:spMkLst>
            <pc:docMk/>
            <pc:sldMk cId="4221800723" sldId="4030"/>
            <ac:spMk id="132" creationId="{A3D0CE34-0B07-427E-B81F-AEB8EB768239}"/>
          </ac:spMkLst>
        </pc:spChg>
        <pc:spChg chg="mod">
          <ac:chgData name="Khiroria, Adit" userId="125b7d01-0557-4756-b3b5-aac8221948e3" providerId="ADAL" clId="{2A534007-7919-4860-9D91-EF53D666E740}" dt="2022-06-30T11:43:40.788" v="795"/>
          <ac:spMkLst>
            <pc:docMk/>
            <pc:sldMk cId="4221800723" sldId="4030"/>
            <ac:spMk id="133" creationId="{7B30FC96-0E76-4677-BBF9-6A06844BE433}"/>
          </ac:spMkLst>
        </pc:spChg>
        <pc:spChg chg="mod">
          <ac:chgData name="Khiroria, Adit" userId="125b7d01-0557-4756-b3b5-aac8221948e3" providerId="ADAL" clId="{2A534007-7919-4860-9D91-EF53D666E740}" dt="2022-06-30T11:43:40.788" v="795"/>
          <ac:spMkLst>
            <pc:docMk/>
            <pc:sldMk cId="4221800723" sldId="4030"/>
            <ac:spMk id="134" creationId="{E8AA1644-7220-4203-97E4-D7263E29C90A}"/>
          </ac:spMkLst>
        </pc:spChg>
        <pc:spChg chg="mod">
          <ac:chgData name="Khiroria, Adit" userId="125b7d01-0557-4756-b3b5-aac8221948e3" providerId="ADAL" clId="{2A534007-7919-4860-9D91-EF53D666E740}" dt="2022-06-30T11:43:40.788" v="795"/>
          <ac:spMkLst>
            <pc:docMk/>
            <pc:sldMk cId="4221800723" sldId="4030"/>
            <ac:spMk id="135" creationId="{B7DA1F8C-E6A9-4533-891C-633189ADE8D2}"/>
          </ac:spMkLst>
        </pc:spChg>
        <pc:spChg chg="mod">
          <ac:chgData name="Khiroria, Adit" userId="125b7d01-0557-4756-b3b5-aac8221948e3" providerId="ADAL" clId="{2A534007-7919-4860-9D91-EF53D666E740}" dt="2022-06-30T11:43:40.788" v="795"/>
          <ac:spMkLst>
            <pc:docMk/>
            <pc:sldMk cId="4221800723" sldId="4030"/>
            <ac:spMk id="136" creationId="{6545140F-3E16-4039-B832-EF1AE616AB67}"/>
          </ac:spMkLst>
        </pc:spChg>
        <pc:spChg chg="mod">
          <ac:chgData name="Khiroria, Adit" userId="125b7d01-0557-4756-b3b5-aac8221948e3" providerId="ADAL" clId="{2A534007-7919-4860-9D91-EF53D666E740}" dt="2022-06-30T11:43:40.788" v="795"/>
          <ac:spMkLst>
            <pc:docMk/>
            <pc:sldMk cId="4221800723" sldId="4030"/>
            <ac:spMk id="137" creationId="{BD5ECD70-3E12-43DE-85E6-4A8438848933}"/>
          </ac:spMkLst>
        </pc:spChg>
        <pc:spChg chg="mod">
          <ac:chgData name="Khiroria, Adit" userId="125b7d01-0557-4756-b3b5-aac8221948e3" providerId="ADAL" clId="{2A534007-7919-4860-9D91-EF53D666E740}" dt="2022-06-30T11:43:40.788" v="795"/>
          <ac:spMkLst>
            <pc:docMk/>
            <pc:sldMk cId="4221800723" sldId="4030"/>
            <ac:spMk id="138" creationId="{F0DE7B38-4CB7-421D-98F5-AF87191C21AB}"/>
          </ac:spMkLst>
        </pc:spChg>
        <pc:spChg chg="mod">
          <ac:chgData name="Khiroria, Adit" userId="125b7d01-0557-4756-b3b5-aac8221948e3" providerId="ADAL" clId="{2A534007-7919-4860-9D91-EF53D666E740}" dt="2022-06-30T11:43:40.788" v="795"/>
          <ac:spMkLst>
            <pc:docMk/>
            <pc:sldMk cId="4221800723" sldId="4030"/>
            <ac:spMk id="139" creationId="{881A6B75-59EA-4314-9364-41C9C4406A48}"/>
          </ac:spMkLst>
        </pc:spChg>
        <pc:spChg chg="mod">
          <ac:chgData name="Khiroria, Adit" userId="125b7d01-0557-4756-b3b5-aac8221948e3" providerId="ADAL" clId="{2A534007-7919-4860-9D91-EF53D666E740}" dt="2022-06-30T11:43:40.788" v="795"/>
          <ac:spMkLst>
            <pc:docMk/>
            <pc:sldMk cId="4221800723" sldId="4030"/>
            <ac:spMk id="140" creationId="{B528549E-3FEA-4880-9F73-16F3F56D0B08}"/>
          </ac:spMkLst>
        </pc:spChg>
        <pc:spChg chg="add del mod">
          <ac:chgData name="Khiroria, Adit" userId="125b7d01-0557-4756-b3b5-aac8221948e3" providerId="ADAL" clId="{2A534007-7919-4860-9D91-EF53D666E740}" dt="2022-06-30T13:55:25.289" v="3134" actId="478"/>
          <ac:spMkLst>
            <pc:docMk/>
            <pc:sldMk cId="4221800723" sldId="4030"/>
            <ac:spMk id="149" creationId="{F71CA833-F241-4CCA-B5C2-29235C11CF38}"/>
          </ac:spMkLst>
        </pc:spChg>
        <pc:spChg chg="add del mod">
          <ac:chgData name="Khiroria, Adit" userId="125b7d01-0557-4756-b3b5-aac8221948e3" providerId="ADAL" clId="{2A534007-7919-4860-9D91-EF53D666E740}" dt="2022-06-30T12:01:19.537" v="1646" actId="478"/>
          <ac:spMkLst>
            <pc:docMk/>
            <pc:sldMk cId="4221800723" sldId="4030"/>
            <ac:spMk id="150" creationId="{8BE3C7A7-350A-4643-8F10-CA294BAE19A7}"/>
          </ac:spMkLst>
        </pc:spChg>
        <pc:spChg chg="add del mod">
          <ac:chgData name="Khiroria, Adit" userId="125b7d01-0557-4756-b3b5-aac8221948e3" providerId="ADAL" clId="{2A534007-7919-4860-9D91-EF53D666E740}" dt="2022-06-30T12:01:19.537" v="1646" actId="478"/>
          <ac:spMkLst>
            <pc:docMk/>
            <pc:sldMk cId="4221800723" sldId="4030"/>
            <ac:spMk id="151" creationId="{516141A4-CCB9-43B3-B8A8-D8053EC14AFE}"/>
          </ac:spMkLst>
        </pc:spChg>
        <pc:spChg chg="add del mod">
          <ac:chgData name="Khiroria, Adit" userId="125b7d01-0557-4756-b3b5-aac8221948e3" providerId="ADAL" clId="{2A534007-7919-4860-9D91-EF53D666E740}" dt="2022-06-30T12:01:19.537" v="1646" actId="478"/>
          <ac:spMkLst>
            <pc:docMk/>
            <pc:sldMk cId="4221800723" sldId="4030"/>
            <ac:spMk id="152" creationId="{1155ACF1-2D9F-410E-8FC3-C58795A2B837}"/>
          </ac:spMkLst>
        </pc:spChg>
        <pc:spChg chg="add del mod">
          <ac:chgData name="Khiroria, Adit" userId="125b7d01-0557-4756-b3b5-aac8221948e3" providerId="ADAL" clId="{2A534007-7919-4860-9D91-EF53D666E740}" dt="2022-06-30T12:01:19.537" v="1646" actId="478"/>
          <ac:spMkLst>
            <pc:docMk/>
            <pc:sldMk cId="4221800723" sldId="4030"/>
            <ac:spMk id="153" creationId="{7EFF84A4-A152-4F60-9DDD-0B558A9A33BB}"/>
          </ac:spMkLst>
        </pc:spChg>
        <pc:spChg chg="add del mod">
          <ac:chgData name="Khiroria, Adit" userId="125b7d01-0557-4756-b3b5-aac8221948e3" providerId="ADAL" clId="{2A534007-7919-4860-9D91-EF53D666E740}" dt="2022-06-30T12:01:23.420" v="1648" actId="478"/>
          <ac:spMkLst>
            <pc:docMk/>
            <pc:sldMk cId="4221800723" sldId="4030"/>
            <ac:spMk id="154" creationId="{F559A963-DC35-4641-BB09-C9E6E7951EA1}"/>
          </ac:spMkLst>
        </pc:spChg>
        <pc:spChg chg="add del mod">
          <ac:chgData name="Khiroria, Adit" userId="125b7d01-0557-4756-b3b5-aac8221948e3" providerId="ADAL" clId="{2A534007-7919-4860-9D91-EF53D666E740}" dt="2022-06-30T12:01:22.742" v="1647" actId="478"/>
          <ac:spMkLst>
            <pc:docMk/>
            <pc:sldMk cId="4221800723" sldId="4030"/>
            <ac:spMk id="155" creationId="{AB2A3BD7-9548-4960-94C2-365BFFB368D8}"/>
          </ac:spMkLst>
        </pc:spChg>
        <pc:spChg chg="add mod">
          <ac:chgData name="Khiroria, Adit" userId="125b7d01-0557-4756-b3b5-aac8221948e3" providerId="ADAL" clId="{2A534007-7919-4860-9D91-EF53D666E740}" dt="2022-06-30T11:48:03.932" v="895" actId="14100"/>
          <ac:spMkLst>
            <pc:docMk/>
            <pc:sldMk cId="4221800723" sldId="4030"/>
            <ac:spMk id="157" creationId="{7FC6A7F5-66CA-4D80-9459-3E6DC317AC23}"/>
          </ac:spMkLst>
        </pc:spChg>
        <pc:spChg chg="add mod">
          <ac:chgData name="Khiroria, Adit" userId="125b7d01-0557-4756-b3b5-aac8221948e3" providerId="ADAL" clId="{2A534007-7919-4860-9D91-EF53D666E740}" dt="2022-06-30T11:55:39.827" v="1474" actId="207"/>
          <ac:spMkLst>
            <pc:docMk/>
            <pc:sldMk cId="4221800723" sldId="4030"/>
            <ac:spMk id="159" creationId="{E13FEC8C-A364-452E-9BFE-00C697610D87}"/>
          </ac:spMkLst>
        </pc:spChg>
        <pc:spChg chg="add mod">
          <ac:chgData name="Khiroria, Adit" userId="125b7d01-0557-4756-b3b5-aac8221948e3" providerId="ADAL" clId="{2A534007-7919-4860-9D91-EF53D666E740}" dt="2022-06-30T11:55:39.827" v="1474" actId="207"/>
          <ac:spMkLst>
            <pc:docMk/>
            <pc:sldMk cId="4221800723" sldId="4030"/>
            <ac:spMk id="160" creationId="{66EC6520-0908-416C-B513-02D2E5435B2E}"/>
          </ac:spMkLst>
        </pc:spChg>
        <pc:spChg chg="add del mod">
          <ac:chgData name="Khiroria, Adit" userId="125b7d01-0557-4756-b3b5-aac8221948e3" providerId="ADAL" clId="{2A534007-7919-4860-9D91-EF53D666E740}" dt="2022-06-30T11:50:28.492" v="1074"/>
          <ac:spMkLst>
            <pc:docMk/>
            <pc:sldMk cId="4221800723" sldId="4030"/>
            <ac:spMk id="161" creationId="{EF278634-6F72-479D-B699-A692FD1607CC}"/>
          </ac:spMkLst>
        </pc:spChg>
        <pc:spChg chg="add mod">
          <ac:chgData name="Khiroria, Adit" userId="125b7d01-0557-4756-b3b5-aac8221948e3" providerId="ADAL" clId="{2A534007-7919-4860-9D91-EF53D666E740}" dt="2022-06-30T11:55:39.827" v="1474" actId="207"/>
          <ac:spMkLst>
            <pc:docMk/>
            <pc:sldMk cId="4221800723" sldId="4030"/>
            <ac:spMk id="162" creationId="{32EA7601-F665-4663-A943-C740EDB8D6ED}"/>
          </ac:spMkLst>
        </pc:spChg>
        <pc:spChg chg="add mod">
          <ac:chgData name="Khiroria, Adit" userId="125b7d01-0557-4756-b3b5-aac8221948e3" providerId="ADAL" clId="{2A534007-7919-4860-9D91-EF53D666E740}" dt="2022-06-30T11:55:39.827" v="1474" actId="207"/>
          <ac:spMkLst>
            <pc:docMk/>
            <pc:sldMk cId="4221800723" sldId="4030"/>
            <ac:spMk id="163" creationId="{4AA1C2E3-8C5E-4769-B2DC-0858B3545ACE}"/>
          </ac:spMkLst>
        </pc:spChg>
        <pc:spChg chg="add mod">
          <ac:chgData name="Khiroria, Adit" userId="125b7d01-0557-4756-b3b5-aac8221948e3" providerId="ADAL" clId="{2A534007-7919-4860-9D91-EF53D666E740}" dt="2022-06-30T11:55:39.827" v="1474" actId="207"/>
          <ac:spMkLst>
            <pc:docMk/>
            <pc:sldMk cId="4221800723" sldId="4030"/>
            <ac:spMk id="164" creationId="{EC259B11-5126-45F0-B181-9A5B1F6E51EE}"/>
          </ac:spMkLst>
        </pc:spChg>
        <pc:spChg chg="add mod">
          <ac:chgData name="Khiroria, Adit" userId="125b7d01-0557-4756-b3b5-aac8221948e3" providerId="ADAL" clId="{2A534007-7919-4860-9D91-EF53D666E740}" dt="2022-06-30T11:55:39.827" v="1474" actId="207"/>
          <ac:spMkLst>
            <pc:docMk/>
            <pc:sldMk cId="4221800723" sldId="4030"/>
            <ac:spMk id="165" creationId="{AEBA340B-6B78-4A37-BA60-FBF585913678}"/>
          </ac:spMkLst>
        </pc:spChg>
        <pc:spChg chg="add mod">
          <ac:chgData name="Khiroria, Adit" userId="125b7d01-0557-4756-b3b5-aac8221948e3" providerId="ADAL" clId="{2A534007-7919-4860-9D91-EF53D666E740}" dt="2022-06-30T11:55:39.827" v="1474" actId="207"/>
          <ac:spMkLst>
            <pc:docMk/>
            <pc:sldMk cId="4221800723" sldId="4030"/>
            <ac:spMk id="166" creationId="{065174F0-B1F2-4361-93C9-018F0BD01CA6}"/>
          </ac:spMkLst>
        </pc:spChg>
        <pc:spChg chg="add mod">
          <ac:chgData name="Khiroria, Adit" userId="125b7d01-0557-4756-b3b5-aac8221948e3" providerId="ADAL" clId="{2A534007-7919-4860-9D91-EF53D666E740}" dt="2022-06-30T11:55:39.827" v="1474" actId="207"/>
          <ac:spMkLst>
            <pc:docMk/>
            <pc:sldMk cId="4221800723" sldId="4030"/>
            <ac:spMk id="167" creationId="{8449EED0-47B9-4424-8866-A53D66F4C46D}"/>
          </ac:spMkLst>
        </pc:spChg>
        <pc:spChg chg="add mod">
          <ac:chgData name="Khiroria, Adit" userId="125b7d01-0557-4756-b3b5-aac8221948e3" providerId="ADAL" clId="{2A534007-7919-4860-9D91-EF53D666E740}" dt="2022-06-30T11:55:39.827" v="1474" actId="207"/>
          <ac:spMkLst>
            <pc:docMk/>
            <pc:sldMk cId="4221800723" sldId="4030"/>
            <ac:spMk id="168" creationId="{2FBA48B1-F803-4A18-9041-1456D968CE07}"/>
          </ac:spMkLst>
        </pc:spChg>
        <pc:spChg chg="add mod">
          <ac:chgData name="Khiroria, Adit" userId="125b7d01-0557-4756-b3b5-aac8221948e3" providerId="ADAL" clId="{2A534007-7919-4860-9D91-EF53D666E740}" dt="2022-06-30T11:58:16.152" v="1633" actId="1076"/>
          <ac:spMkLst>
            <pc:docMk/>
            <pc:sldMk cId="4221800723" sldId="4030"/>
            <ac:spMk id="170" creationId="{1B35CAAB-E7EE-4ABB-A06D-351F5D0F1747}"/>
          </ac:spMkLst>
        </pc:spChg>
        <pc:spChg chg="add del mod modVis">
          <ac:chgData name="Khiroria, Adit" userId="125b7d01-0557-4756-b3b5-aac8221948e3" providerId="ADAL" clId="{2A534007-7919-4860-9D91-EF53D666E740}" dt="2022-06-30T11:57:13.304" v="1616" actId="962"/>
          <ac:spMkLst>
            <pc:docMk/>
            <pc:sldMk cId="4221800723" sldId="4030"/>
            <ac:spMk id="171" creationId="{9392EE4A-327C-44BF-ABD9-48E3B336A67A}"/>
          </ac:spMkLst>
        </pc:spChg>
        <pc:spChg chg="add mod">
          <ac:chgData name="Khiroria, Adit" userId="125b7d01-0557-4756-b3b5-aac8221948e3" providerId="ADAL" clId="{2A534007-7919-4860-9D91-EF53D666E740}" dt="2022-06-30T13:55:36.933" v="3166" actId="20577"/>
          <ac:spMkLst>
            <pc:docMk/>
            <pc:sldMk cId="4221800723" sldId="4030"/>
            <ac:spMk id="173" creationId="{2902D771-32AE-4766-8E6B-96BC2B04E50B}"/>
          </ac:spMkLst>
        </pc:spChg>
        <pc:spChg chg="add del mod">
          <ac:chgData name="Khiroria, Adit" userId="125b7d01-0557-4756-b3b5-aac8221948e3" providerId="ADAL" clId="{2A534007-7919-4860-9D91-EF53D666E740}" dt="2022-06-30T12:02:32.228" v="1805" actId="478"/>
          <ac:spMkLst>
            <pc:docMk/>
            <pc:sldMk cId="4221800723" sldId="4030"/>
            <ac:spMk id="176" creationId="{9B252AEA-DC7A-409B-BADC-AD676899FD09}"/>
          </ac:spMkLst>
        </pc:spChg>
        <pc:spChg chg="add mod">
          <ac:chgData name="Khiroria, Adit" userId="125b7d01-0557-4756-b3b5-aac8221948e3" providerId="ADAL" clId="{2A534007-7919-4860-9D91-EF53D666E740}" dt="2022-06-30T13:56:10.877" v="3390" actId="948"/>
          <ac:spMkLst>
            <pc:docMk/>
            <pc:sldMk cId="4221800723" sldId="4030"/>
            <ac:spMk id="177" creationId="{25B1B997-3C04-46FA-B5D2-1CBB50C0472E}"/>
          </ac:spMkLst>
        </pc:spChg>
        <pc:spChg chg="add del mod modVis">
          <ac:chgData name="Khiroria, Adit" userId="125b7d01-0557-4756-b3b5-aac8221948e3" providerId="ADAL" clId="{2A534007-7919-4860-9D91-EF53D666E740}" dt="2022-06-30T12:02:32.815" v="1846"/>
          <ac:spMkLst>
            <pc:docMk/>
            <pc:sldMk cId="4221800723" sldId="4030"/>
            <ac:spMk id="178" creationId="{5CF1D4C5-11C4-43D6-ABBC-4EF39C0B35FA}"/>
          </ac:spMkLst>
        </pc:spChg>
        <pc:spChg chg="add del mod modVis">
          <ac:chgData name="Khiroria, Adit" userId="125b7d01-0557-4756-b3b5-aac8221948e3" providerId="ADAL" clId="{2A534007-7919-4860-9D91-EF53D666E740}" dt="2022-06-30T12:02:35.395" v="1892"/>
          <ac:spMkLst>
            <pc:docMk/>
            <pc:sldMk cId="4221800723" sldId="4030"/>
            <ac:spMk id="179" creationId="{8E822C28-9050-4071-9F9B-74AA1A29D64E}"/>
          </ac:spMkLst>
        </pc:spChg>
        <pc:spChg chg="add del mod modVis">
          <ac:chgData name="Khiroria, Adit" userId="125b7d01-0557-4756-b3b5-aac8221948e3" providerId="ADAL" clId="{2A534007-7919-4860-9D91-EF53D666E740}" dt="2022-06-30T12:02:44.459" v="1980"/>
          <ac:spMkLst>
            <pc:docMk/>
            <pc:sldMk cId="4221800723" sldId="4030"/>
            <ac:spMk id="180" creationId="{809DCB82-D26C-4551-9203-EE81B40A395B}"/>
          </ac:spMkLst>
        </pc:spChg>
        <pc:spChg chg="add del mod modVis">
          <ac:chgData name="Khiroria, Adit" userId="125b7d01-0557-4756-b3b5-aac8221948e3" providerId="ADAL" clId="{2A534007-7919-4860-9D91-EF53D666E740}" dt="2022-06-30T12:02:50.866" v="2047"/>
          <ac:spMkLst>
            <pc:docMk/>
            <pc:sldMk cId="4221800723" sldId="4030"/>
            <ac:spMk id="181" creationId="{6DBEF73B-3501-442C-B43D-BC07350439B6}"/>
          </ac:spMkLst>
        </pc:spChg>
        <pc:spChg chg="add del mod modVis">
          <ac:chgData name="Khiroria, Adit" userId="125b7d01-0557-4756-b3b5-aac8221948e3" providerId="ADAL" clId="{2A534007-7919-4860-9D91-EF53D666E740}" dt="2022-06-30T12:02:52.877" v="2103"/>
          <ac:spMkLst>
            <pc:docMk/>
            <pc:sldMk cId="4221800723" sldId="4030"/>
            <ac:spMk id="182" creationId="{166C3D3C-9BD8-42DC-B35F-CBA6990FE62D}"/>
          </ac:spMkLst>
        </pc:spChg>
        <pc:spChg chg="add del mod modVis">
          <ac:chgData name="Khiroria, Adit" userId="125b7d01-0557-4756-b3b5-aac8221948e3" providerId="ADAL" clId="{2A534007-7919-4860-9D91-EF53D666E740}" dt="2022-06-30T12:02:56.209" v="2150"/>
          <ac:spMkLst>
            <pc:docMk/>
            <pc:sldMk cId="4221800723" sldId="4030"/>
            <ac:spMk id="183" creationId="{C551592B-9195-4961-972A-AF66898BCE5B}"/>
          </ac:spMkLst>
        </pc:spChg>
        <pc:spChg chg="add del mod modVis">
          <ac:chgData name="Khiroria, Adit" userId="125b7d01-0557-4756-b3b5-aac8221948e3" providerId="ADAL" clId="{2A534007-7919-4860-9D91-EF53D666E740}" dt="2022-06-30T12:02:57.457" v="2197"/>
          <ac:spMkLst>
            <pc:docMk/>
            <pc:sldMk cId="4221800723" sldId="4030"/>
            <ac:spMk id="184" creationId="{0CC123C3-1635-43EB-B743-5955EC7270BF}"/>
          </ac:spMkLst>
        </pc:spChg>
        <pc:spChg chg="add del mod modVis">
          <ac:chgData name="Khiroria, Adit" userId="125b7d01-0557-4756-b3b5-aac8221948e3" providerId="ADAL" clId="{2A534007-7919-4860-9D91-EF53D666E740}" dt="2022-06-30T12:03:01.923" v="2264"/>
          <ac:spMkLst>
            <pc:docMk/>
            <pc:sldMk cId="4221800723" sldId="4030"/>
            <ac:spMk id="185" creationId="{F74ECD6C-4C28-4ABF-91A0-2EF3238C3AA1}"/>
          </ac:spMkLst>
        </pc:spChg>
        <pc:spChg chg="add del mod modVis">
          <ac:chgData name="Khiroria, Adit" userId="125b7d01-0557-4756-b3b5-aac8221948e3" providerId="ADAL" clId="{2A534007-7919-4860-9D91-EF53D666E740}" dt="2022-06-30T12:03:05.597" v="2326"/>
          <ac:spMkLst>
            <pc:docMk/>
            <pc:sldMk cId="4221800723" sldId="4030"/>
            <ac:spMk id="186" creationId="{9D529738-45A5-410F-993D-D9D8A2959090}"/>
          </ac:spMkLst>
        </pc:spChg>
        <pc:spChg chg="add del mod modVis">
          <ac:chgData name="Khiroria, Adit" userId="125b7d01-0557-4756-b3b5-aac8221948e3" providerId="ADAL" clId="{2A534007-7919-4860-9D91-EF53D666E740}" dt="2022-06-30T12:03:07.969" v="2379"/>
          <ac:spMkLst>
            <pc:docMk/>
            <pc:sldMk cId="4221800723" sldId="4030"/>
            <ac:spMk id="187" creationId="{53DA0377-08C6-44EA-ACEF-80B7A634B15F}"/>
          </ac:spMkLst>
        </pc:spChg>
        <pc:spChg chg="add del mod modVis">
          <ac:chgData name="Khiroria, Adit" userId="125b7d01-0557-4756-b3b5-aac8221948e3" providerId="ADAL" clId="{2A534007-7919-4860-9D91-EF53D666E740}" dt="2022-06-30T12:03:09.986" v="2425"/>
          <ac:spMkLst>
            <pc:docMk/>
            <pc:sldMk cId="4221800723" sldId="4030"/>
            <ac:spMk id="188" creationId="{4A8756ED-F2BC-4786-BE5F-8B065F09F3E6}"/>
          </ac:spMkLst>
        </pc:spChg>
        <pc:spChg chg="add del mod modVis">
          <ac:chgData name="Khiroria, Adit" userId="125b7d01-0557-4756-b3b5-aac8221948e3" providerId="ADAL" clId="{2A534007-7919-4860-9D91-EF53D666E740}" dt="2022-06-30T12:03:14.504" v="2487"/>
          <ac:spMkLst>
            <pc:docMk/>
            <pc:sldMk cId="4221800723" sldId="4030"/>
            <ac:spMk id="189" creationId="{5D05C787-3AE5-43DD-9D81-FC3F71A9308C}"/>
          </ac:spMkLst>
        </pc:spChg>
        <pc:spChg chg="add del mod modVis">
          <ac:chgData name="Khiroria, Adit" userId="125b7d01-0557-4756-b3b5-aac8221948e3" providerId="ADAL" clId="{2A534007-7919-4860-9D91-EF53D666E740}" dt="2022-06-30T12:03:15.682" v="2534"/>
          <ac:spMkLst>
            <pc:docMk/>
            <pc:sldMk cId="4221800723" sldId="4030"/>
            <ac:spMk id="190" creationId="{3D581F67-C6C9-45B7-9F9B-55147BBD825D}"/>
          </ac:spMkLst>
        </pc:spChg>
        <pc:spChg chg="add del mod modVis">
          <ac:chgData name="Khiroria, Adit" userId="125b7d01-0557-4756-b3b5-aac8221948e3" providerId="ADAL" clId="{2A534007-7919-4860-9D91-EF53D666E740}" dt="2022-06-30T12:03:17.841" v="2590"/>
          <ac:spMkLst>
            <pc:docMk/>
            <pc:sldMk cId="4221800723" sldId="4030"/>
            <ac:spMk id="191" creationId="{F61D9321-5275-4B89-9396-A5C653DE701A}"/>
          </ac:spMkLst>
        </pc:spChg>
        <pc:spChg chg="mod topLvl">
          <ac:chgData name="Khiroria, Adit" userId="125b7d01-0557-4756-b3b5-aac8221948e3" providerId="ADAL" clId="{2A534007-7919-4860-9D91-EF53D666E740}" dt="2022-06-30T12:34:06.929" v="3102" actId="113"/>
          <ac:spMkLst>
            <pc:docMk/>
            <pc:sldMk cId="4221800723" sldId="4030"/>
            <ac:spMk id="194" creationId="{A2B6A873-45C3-459F-9BCF-0E8F55BB2E1E}"/>
          </ac:spMkLst>
        </pc:spChg>
        <pc:spChg chg="mod topLvl">
          <ac:chgData name="Khiroria, Adit" userId="125b7d01-0557-4756-b3b5-aac8221948e3" providerId="ADAL" clId="{2A534007-7919-4860-9D91-EF53D666E740}" dt="2022-06-30T12:34:16.830" v="3108" actId="1076"/>
          <ac:spMkLst>
            <pc:docMk/>
            <pc:sldMk cId="4221800723" sldId="4030"/>
            <ac:spMk id="195" creationId="{59979AAE-C370-4D1B-95E0-A21123716A83}"/>
          </ac:spMkLst>
        </pc:spChg>
        <pc:spChg chg="mod topLvl">
          <ac:chgData name="Khiroria, Adit" userId="125b7d01-0557-4756-b3b5-aac8221948e3" providerId="ADAL" clId="{2A534007-7919-4860-9D91-EF53D666E740}" dt="2022-06-30T12:34:08.692" v="3103" actId="113"/>
          <ac:spMkLst>
            <pc:docMk/>
            <pc:sldMk cId="4221800723" sldId="4030"/>
            <ac:spMk id="196" creationId="{9FCD5EFE-12F3-4FBC-934C-450B0BEFC711}"/>
          </ac:spMkLst>
        </pc:spChg>
        <pc:spChg chg="mod topLvl">
          <ac:chgData name="Khiroria, Adit" userId="125b7d01-0557-4756-b3b5-aac8221948e3" providerId="ADAL" clId="{2A534007-7919-4860-9D91-EF53D666E740}" dt="2022-06-30T12:11:41.762" v="3092" actId="14100"/>
          <ac:spMkLst>
            <pc:docMk/>
            <pc:sldMk cId="4221800723" sldId="4030"/>
            <ac:spMk id="197" creationId="{69128E1F-5292-4202-A871-BD4432948B5D}"/>
          </ac:spMkLst>
        </pc:spChg>
        <pc:spChg chg="mod topLvl">
          <ac:chgData name="Khiroria, Adit" userId="125b7d01-0557-4756-b3b5-aac8221948e3" providerId="ADAL" clId="{2A534007-7919-4860-9D91-EF53D666E740}" dt="2022-06-30T12:34:10.384" v="3104" actId="113"/>
          <ac:spMkLst>
            <pc:docMk/>
            <pc:sldMk cId="4221800723" sldId="4030"/>
            <ac:spMk id="198" creationId="{6D74F905-E489-4380-8C68-744F4A968F20}"/>
          </ac:spMkLst>
        </pc:spChg>
        <pc:spChg chg="mod topLvl">
          <ac:chgData name="Khiroria, Adit" userId="125b7d01-0557-4756-b3b5-aac8221948e3" providerId="ADAL" clId="{2A534007-7919-4860-9D91-EF53D666E740}" dt="2022-06-30T12:11:41.762" v="3092" actId="14100"/>
          <ac:spMkLst>
            <pc:docMk/>
            <pc:sldMk cId="4221800723" sldId="4030"/>
            <ac:spMk id="199" creationId="{D8C9DA4D-26DC-46B5-BED2-6520CF5D7668}"/>
          </ac:spMkLst>
        </pc:spChg>
        <pc:spChg chg="mod topLvl">
          <ac:chgData name="Khiroria, Adit" userId="125b7d01-0557-4756-b3b5-aac8221948e3" providerId="ADAL" clId="{2A534007-7919-4860-9D91-EF53D666E740}" dt="2022-06-30T12:34:12.032" v="3105" actId="113"/>
          <ac:spMkLst>
            <pc:docMk/>
            <pc:sldMk cId="4221800723" sldId="4030"/>
            <ac:spMk id="200" creationId="{4B527542-10C3-48F6-8758-C9FDADD37AA5}"/>
          </ac:spMkLst>
        </pc:spChg>
        <pc:spChg chg="mod topLvl">
          <ac:chgData name="Khiroria, Adit" userId="125b7d01-0557-4756-b3b5-aac8221948e3" providerId="ADAL" clId="{2A534007-7919-4860-9D91-EF53D666E740}" dt="2022-06-30T12:11:41.762" v="3092" actId="14100"/>
          <ac:spMkLst>
            <pc:docMk/>
            <pc:sldMk cId="4221800723" sldId="4030"/>
            <ac:spMk id="201" creationId="{56C8CA81-554A-4A32-BE72-7B6D2620A0C6}"/>
          </ac:spMkLst>
        </pc:spChg>
        <pc:spChg chg="mod topLvl">
          <ac:chgData name="Khiroria, Adit" userId="125b7d01-0557-4756-b3b5-aac8221948e3" providerId="ADAL" clId="{2A534007-7919-4860-9D91-EF53D666E740}" dt="2022-06-30T12:34:13.552" v="3106" actId="113"/>
          <ac:spMkLst>
            <pc:docMk/>
            <pc:sldMk cId="4221800723" sldId="4030"/>
            <ac:spMk id="202" creationId="{2ED1251F-CC56-4941-9911-D222823FDD0F}"/>
          </ac:spMkLst>
        </pc:spChg>
        <pc:spChg chg="mod topLvl">
          <ac:chgData name="Khiroria, Adit" userId="125b7d01-0557-4756-b3b5-aac8221948e3" providerId="ADAL" clId="{2A534007-7919-4860-9D91-EF53D666E740}" dt="2022-06-30T12:11:41.762" v="3092" actId="14100"/>
          <ac:spMkLst>
            <pc:docMk/>
            <pc:sldMk cId="4221800723" sldId="4030"/>
            <ac:spMk id="203" creationId="{23D2EE46-C9D8-4E29-A9A8-19AE61067F06}"/>
          </ac:spMkLst>
        </pc:spChg>
        <pc:spChg chg="mod">
          <ac:chgData name="Khiroria, Adit" userId="125b7d01-0557-4756-b3b5-aac8221948e3" providerId="ADAL" clId="{2A534007-7919-4860-9D91-EF53D666E740}" dt="2022-06-30T12:34:27.660" v="3110" actId="207"/>
          <ac:spMkLst>
            <pc:docMk/>
            <pc:sldMk cId="4221800723" sldId="4030"/>
            <ac:spMk id="205" creationId="{A945959B-07F9-4BBC-BD1A-85E40FCE04EA}"/>
          </ac:spMkLst>
        </pc:spChg>
        <pc:spChg chg="mod">
          <ac:chgData name="Khiroria, Adit" userId="125b7d01-0557-4756-b3b5-aac8221948e3" providerId="ADAL" clId="{2A534007-7919-4860-9D91-EF53D666E740}" dt="2022-06-30T12:34:27.660" v="3110" actId="207"/>
          <ac:spMkLst>
            <pc:docMk/>
            <pc:sldMk cId="4221800723" sldId="4030"/>
            <ac:spMk id="206" creationId="{5C7035F9-AD4C-48F4-994D-92EB2A4158A9}"/>
          </ac:spMkLst>
        </pc:spChg>
        <pc:spChg chg="mod">
          <ac:chgData name="Khiroria, Adit" userId="125b7d01-0557-4756-b3b5-aac8221948e3" providerId="ADAL" clId="{2A534007-7919-4860-9D91-EF53D666E740}" dt="2022-06-30T12:34:27.660" v="3110" actId="207"/>
          <ac:spMkLst>
            <pc:docMk/>
            <pc:sldMk cId="4221800723" sldId="4030"/>
            <ac:spMk id="207" creationId="{B90587FD-BE4B-49BD-8258-D5E089C0D60D}"/>
          </ac:spMkLst>
        </pc:spChg>
        <pc:spChg chg="mod">
          <ac:chgData name="Khiroria, Adit" userId="125b7d01-0557-4756-b3b5-aac8221948e3" providerId="ADAL" clId="{2A534007-7919-4860-9D91-EF53D666E740}" dt="2022-06-30T12:38:11.518" v="3115" actId="207"/>
          <ac:spMkLst>
            <pc:docMk/>
            <pc:sldMk cId="4221800723" sldId="4030"/>
            <ac:spMk id="209" creationId="{906EB9AF-3040-4F17-867D-8D30AAC1DD76}"/>
          </ac:spMkLst>
        </pc:spChg>
        <pc:spChg chg="mod">
          <ac:chgData name="Khiroria, Adit" userId="125b7d01-0557-4756-b3b5-aac8221948e3" providerId="ADAL" clId="{2A534007-7919-4860-9D91-EF53D666E740}" dt="2022-06-30T12:38:11.518" v="3115" actId="207"/>
          <ac:spMkLst>
            <pc:docMk/>
            <pc:sldMk cId="4221800723" sldId="4030"/>
            <ac:spMk id="210" creationId="{FEEA4594-CE0A-4607-80F5-ED14743638BF}"/>
          </ac:spMkLst>
        </pc:spChg>
        <pc:spChg chg="mod">
          <ac:chgData name="Khiroria, Adit" userId="125b7d01-0557-4756-b3b5-aac8221948e3" providerId="ADAL" clId="{2A534007-7919-4860-9D91-EF53D666E740}" dt="2022-06-30T12:38:11.518" v="3115" actId="207"/>
          <ac:spMkLst>
            <pc:docMk/>
            <pc:sldMk cId="4221800723" sldId="4030"/>
            <ac:spMk id="211" creationId="{27991739-E3E2-4A35-B84A-BDFDB8DBC60A}"/>
          </ac:spMkLst>
        </pc:spChg>
        <pc:spChg chg="mod">
          <ac:chgData name="Khiroria, Adit" userId="125b7d01-0557-4756-b3b5-aac8221948e3" providerId="ADAL" clId="{2A534007-7919-4860-9D91-EF53D666E740}" dt="2022-06-30T12:38:11.518" v="3115" actId="207"/>
          <ac:spMkLst>
            <pc:docMk/>
            <pc:sldMk cId="4221800723" sldId="4030"/>
            <ac:spMk id="212" creationId="{1FC59DAB-FC30-4028-9963-6B30B93A5BFB}"/>
          </ac:spMkLst>
        </pc:spChg>
        <pc:spChg chg="mod">
          <ac:chgData name="Khiroria, Adit" userId="125b7d01-0557-4756-b3b5-aac8221948e3" providerId="ADAL" clId="{2A534007-7919-4860-9D91-EF53D666E740}" dt="2022-06-30T12:38:11.518" v="3115" actId="207"/>
          <ac:spMkLst>
            <pc:docMk/>
            <pc:sldMk cId="4221800723" sldId="4030"/>
            <ac:spMk id="213" creationId="{5ECA687C-26ED-4FF9-8ED7-6F6B553D6DD4}"/>
          </ac:spMkLst>
        </pc:spChg>
        <pc:spChg chg="mod">
          <ac:chgData name="Khiroria, Adit" userId="125b7d01-0557-4756-b3b5-aac8221948e3" providerId="ADAL" clId="{2A534007-7919-4860-9D91-EF53D666E740}" dt="2022-06-30T12:38:11.518" v="3115" actId="207"/>
          <ac:spMkLst>
            <pc:docMk/>
            <pc:sldMk cId="4221800723" sldId="4030"/>
            <ac:spMk id="214" creationId="{8A7FC5C0-6F9E-4F6C-B4AC-266B1324C60B}"/>
          </ac:spMkLst>
        </pc:spChg>
        <pc:spChg chg="mod">
          <ac:chgData name="Khiroria, Adit" userId="125b7d01-0557-4756-b3b5-aac8221948e3" providerId="ADAL" clId="{2A534007-7919-4860-9D91-EF53D666E740}" dt="2022-06-30T12:38:11.518" v="3115" actId="207"/>
          <ac:spMkLst>
            <pc:docMk/>
            <pc:sldMk cId="4221800723" sldId="4030"/>
            <ac:spMk id="215" creationId="{E811B2F9-20D6-4132-B307-475532AE9C74}"/>
          </ac:spMkLst>
        </pc:spChg>
        <pc:spChg chg="mod">
          <ac:chgData name="Khiroria, Adit" userId="125b7d01-0557-4756-b3b5-aac8221948e3" providerId="ADAL" clId="{2A534007-7919-4860-9D91-EF53D666E740}" dt="2022-06-30T12:38:11.518" v="3115" actId="207"/>
          <ac:spMkLst>
            <pc:docMk/>
            <pc:sldMk cId="4221800723" sldId="4030"/>
            <ac:spMk id="216" creationId="{CF11AB51-445E-4F5C-8865-6602B45F76DB}"/>
          </ac:spMkLst>
        </pc:spChg>
        <pc:spChg chg="mod">
          <ac:chgData name="Khiroria, Adit" userId="125b7d01-0557-4756-b3b5-aac8221948e3" providerId="ADAL" clId="{2A534007-7919-4860-9D91-EF53D666E740}" dt="2022-06-30T12:38:11.518" v="3115" actId="207"/>
          <ac:spMkLst>
            <pc:docMk/>
            <pc:sldMk cId="4221800723" sldId="4030"/>
            <ac:spMk id="217" creationId="{7F96CDD6-47C1-4EA6-8DAE-059851322E10}"/>
          </ac:spMkLst>
        </pc:spChg>
        <pc:spChg chg="mod">
          <ac:chgData name="Khiroria, Adit" userId="125b7d01-0557-4756-b3b5-aac8221948e3" providerId="ADAL" clId="{2A534007-7919-4860-9D91-EF53D666E740}" dt="2022-06-30T12:38:11.518" v="3115" actId="207"/>
          <ac:spMkLst>
            <pc:docMk/>
            <pc:sldMk cId="4221800723" sldId="4030"/>
            <ac:spMk id="218" creationId="{7D9A176B-5D98-4F81-8100-52CDCECF2076}"/>
          </ac:spMkLst>
        </pc:spChg>
        <pc:spChg chg="mod">
          <ac:chgData name="Khiroria, Adit" userId="125b7d01-0557-4756-b3b5-aac8221948e3" providerId="ADAL" clId="{2A534007-7919-4860-9D91-EF53D666E740}" dt="2022-06-30T12:38:41.112" v="3121" actId="207"/>
          <ac:spMkLst>
            <pc:docMk/>
            <pc:sldMk cId="4221800723" sldId="4030"/>
            <ac:spMk id="220" creationId="{99A5771F-BF82-4F96-9A89-87BD6025D717}"/>
          </ac:spMkLst>
        </pc:spChg>
        <pc:spChg chg="mod">
          <ac:chgData name="Khiroria, Adit" userId="125b7d01-0557-4756-b3b5-aac8221948e3" providerId="ADAL" clId="{2A534007-7919-4860-9D91-EF53D666E740}" dt="2022-06-30T12:38:41.112" v="3121" actId="207"/>
          <ac:spMkLst>
            <pc:docMk/>
            <pc:sldMk cId="4221800723" sldId="4030"/>
            <ac:spMk id="221" creationId="{7FE2EA04-1928-41C6-A2B5-3E3BAC9C81F3}"/>
          </ac:spMkLst>
        </pc:spChg>
        <pc:spChg chg="mod">
          <ac:chgData name="Khiroria, Adit" userId="125b7d01-0557-4756-b3b5-aac8221948e3" providerId="ADAL" clId="{2A534007-7919-4860-9D91-EF53D666E740}" dt="2022-06-30T12:39:24.536" v="3127" actId="207"/>
          <ac:spMkLst>
            <pc:docMk/>
            <pc:sldMk cId="4221800723" sldId="4030"/>
            <ac:spMk id="223" creationId="{5FB6DB51-C482-4794-AA65-4A5882B79285}"/>
          </ac:spMkLst>
        </pc:spChg>
        <pc:spChg chg="mod">
          <ac:chgData name="Khiroria, Adit" userId="125b7d01-0557-4756-b3b5-aac8221948e3" providerId="ADAL" clId="{2A534007-7919-4860-9D91-EF53D666E740}" dt="2022-06-30T12:39:24.536" v="3127" actId="207"/>
          <ac:spMkLst>
            <pc:docMk/>
            <pc:sldMk cId="4221800723" sldId="4030"/>
            <ac:spMk id="224" creationId="{957E1C9C-9872-487F-96A3-A18B29A7B79E}"/>
          </ac:spMkLst>
        </pc:spChg>
        <pc:spChg chg="mod">
          <ac:chgData name="Khiroria, Adit" userId="125b7d01-0557-4756-b3b5-aac8221948e3" providerId="ADAL" clId="{2A534007-7919-4860-9D91-EF53D666E740}" dt="2022-06-30T12:39:24.536" v="3127" actId="207"/>
          <ac:spMkLst>
            <pc:docMk/>
            <pc:sldMk cId="4221800723" sldId="4030"/>
            <ac:spMk id="225" creationId="{EC4540B7-AB7E-42D8-A19A-F38064F1876E}"/>
          </ac:spMkLst>
        </pc:spChg>
        <pc:spChg chg="mod">
          <ac:chgData name="Khiroria, Adit" userId="125b7d01-0557-4756-b3b5-aac8221948e3" providerId="ADAL" clId="{2A534007-7919-4860-9D91-EF53D666E740}" dt="2022-06-30T12:39:24.536" v="3127" actId="207"/>
          <ac:spMkLst>
            <pc:docMk/>
            <pc:sldMk cId="4221800723" sldId="4030"/>
            <ac:spMk id="226" creationId="{F165D411-C85A-4783-994B-A2C185CC22BF}"/>
          </ac:spMkLst>
        </pc:spChg>
        <pc:spChg chg="mod">
          <ac:chgData name="Khiroria, Adit" userId="125b7d01-0557-4756-b3b5-aac8221948e3" providerId="ADAL" clId="{2A534007-7919-4860-9D91-EF53D666E740}" dt="2022-06-30T12:39:24.536" v="3127" actId="207"/>
          <ac:spMkLst>
            <pc:docMk/>
            <pc:sldMk cId="4221800723" sldId="4030"/>
            <ac:spMk id="227" creationId="{0DF3F4F8-FF78-49EC-A414-8AA1AE40F2F1}"/>
          </ac:spMkLst>
        </pc:spChg>
        <pc:spChg chg="mod">
          <ac:chgData name="Khiroria, Adit" userId="125b7d01-0557-4756-b3b5-aac8221948e3" providerId="ADAL" clId="{2A534007-7919-4860-9D91-EF53D666E740}" dt="2022-06-30T12:39:24.536" v="3127" actId="207"/>
          <ac:spMkLst>
            <pc:docMk/>
            <pc:sldMk cId="4221800723" sldId="4030"/>
            <ac:spMk id="228" creationId="{C96A0EFD-5AB9-4AA6-BEBE-650416EE500C}"/>
          </ac:spMkLst>
        </pc:spChg>
        <pc:spChg chg="mod">
          <ac:chgData name="Khiroria, Adit" userId="125b7d01-0557-4756-b3b5-aac8221948e3" providerId="ADAL" clId="{2A534007-7919-4860-9D91-EF53D666E740}" dt="2022-06-30T12:39:24.536" v="3127" actId="207"/>
          <ac:spMkLst>
            <pc:docMk/>
            <pc:sldMk cId="4221800723" sldId="4030"/>
            <ac:spMk id="229" creationId="{42E6E131-BFD3-4BB1-89B2-6CC8D02F6347}"/>
          </ac:spMkLst>
        </pc:spChg>
        <pc:spChg chg="mod">
          <ac:chgData name="Khiroria, Adit" userId="125b7d01-0557-4756-b3b5-aac8221948e3" providerId="ADAL" clId="{2A534007-7919-4860-9D91-EF53D666E740}" dt="2022-06-30T12:39:24.536" v="3127" actId="207"/>
          <ac:spMkLst>
            <pc:docMk/>
            <pc:sldMk cId="4221800723" sldId="4030"/>
            <ac:spMk id="230" creationId="{928637DD-D4F3-4A22-AE72-9FC7593FC79F}"/>
          </ac:spMkLst>
        </pc:spChg>
        <pc:spChg chg="mod">
          <ac:chgData name="Khiroria, Adit" userId="125b7d01-0557-4756-b3b5-aac8221948e3" providerId="ADAL" clId="{2A534007-7919-4860-9D91-EF53D666E740}" dt="2022-06-30T13:55:03.338" v="3132" actId="207"/>
          <ac:spMkLst>
            <pc:docMk/>
            <pc:sldMk cId="4221800723" sldId="4030"/>
            <ac:spMk id="232" creationId="{3D439489-5AA2-435A-BD95-41A984ED6F51}"/>
          </ac:spMkLst>
        </pc:spChg>
        <pc:spChg chg="mod">
          <ac:chgData name="Khiroria, Adit" userId="125b7d01-0557-4756-b3b5-aac8221948e3" providerId="ADAL" clId="{2A534007-7919-4860-9D91-EF53D666E740}" dt="2022-06-30T13:55:03.338" v="3132" actId="207"/>
          <ac:spMkLst>
            <pc:docMk/>
            <pc:sldMk cId="4221800723" sldId="4030"/>
            <ac:spMk id="233" creationId="{CBB1FEBB-B6F1-403E-95C6-941386E2B167}"/>
          </ac:spMkLst>
        </pc:spChg>
        <pc:spChg chg="add del mod modVis">
          <ac:chgData name="Khiroria, Adit" userId="125b7d01-0557-4756-b3b5-aac8221948e3" providerId="ADAL" clId="{2A534007-7919-4860-9D91-EF53D666E740}" dt="2022-06-30T13:56:05.641" v="3225"/>
          <ac:spMkLst>
            <pc:docMk/>
            <pc:sldMk cId="4221800723" sldId="4030"/>
            <ac:spMk id="234" creationId="{5885B2BB-BE5D-4482-9A2D-6BD033D8A87B}"/>
          </ac:spMkLst>
        </pc:spChg>
        <pc:spChg chg="add del mod modVis">
          <ac:chgData name="Khiroria, Adit" userId="125b7d01-0557-4756-b3b5-aac8221948e3" providerId="ADAL" clId="{2A534007-7919-4860-9D91-EF53D666E740}" dt="2022-06-30T13:56:06.923" v="3273"/>
          <ac:spMkLst>
            <pc:docMk/>
            <pc:sldMk cId="4221800723" sldId="4030"/>
            <ac:spMk id="235" creationId="{83C1A1BF-00BF-4D4E-B046-EA8BAA267353}"/>
          </ac:spMkLst>
        </pc:spChg>
        <pc:spChg chg="add del mod modVis">
          <ac:chgData name="Khiroria, Adit" userId="125b7d01-0557-4756-b3b5-aac8221948e3" providerId="ADAL" clId="{2A534007-7919-4860-9D91-EF53D666E740}" dt="2022-06-30T13:56:08.639" v="3316"/>
          <ac:spMkLst>
            <pc:docMk/>
            <pc:sldMk cId="4221800723" sldId="4030"/>
            <ac:spMk id="236" creationId="{AAE3133E-C571-4FCB-9C8C-759D32E894F3}"/>
          </ac:spMkLst>
        </pc:spChg>
        <pc:spChg chg="add del mod modVis">
          <ac:chgData name="Khiroria, Adit" userId="125b7d01-0557-4756-b3b5-aac8221948e3" providerId="ADAL" clId="{2A534007-7919-4860-9D91-EF53D666E740}" dt="2022-06-30T13:56:10.094" v="3386"/>
          <ac:spMkLst>
            <pc:docMk/>
            <pc:sldMk cId="4221800723" sldId="4030"/>
            <ac:spMk id="237" creationId="{17D630E8-F0F7-4C8A-8A6B-516DD15FCE5B}"/>
          </ac:spMkLst>
        </pc:spChg>
        <pc:spChg chg="add del mod modVis">
          <ac:chgData name="Khiroria, Adit" userId="125b7d01-0557-4756-b3b5-aac8221948e3" providerId="ADAL" clId="{2A534007-7919-4860-9D91-EF53D666E740}" dt="2022-06-30T13:56:10.946" v="3429"/>
          <ac:spMkLst>
            <pc:docMk/>
            <pc:sldMk cId="4221800723" sldId="4030"/>
            <ac:spMk id="238" creationId="{DAF19FA1-2083-4FBA-9423-4C52650864D7}"/>
          </ac:spMkLst>
        </pc:spChg>
        <pc:grpChg chg="add del mod">
          <ac:chgData name="Khiroria, Adit" userId="125b7d01-0557-4756-b3b5-aac8221948e3" providerId="ADAL" clId="{2A534007-7919-4860-9D91-EF53D666E740}" dt="2022-06-30T09:00:45.912" v="6" actId="165"/>
          <ac:grpSpMkLst>
            <pc:docMk/>
            <pc:sldMk cId="4221800723" sldId="4030"/>
            <ac:grpSpMk id="5" creationId="{FD4D313A-C458-4C1F-93DF-8E06F67F2CFB}"/>
          </ac:grpSpMkLst>
        </pc:grpChg>
        <pc:grpChg chg="add del mod ord topLvl">
          <ac:chgData name="Khiroria, Adit" userId="125b7d01-0557-4756-b3b5-aac8221948e3" providerId="ADAL" clId="{2A534007-7919-4860-9D91-EF53D666E740}" dt="2022-06-30T11:47:46.919" v="889" actId="21"/>
          <ac:grpSpMkLst>
            <pc:docMk/>
            <pc:sldMk cId="4221800723" sldId="4030"/>
            <ac:grpSpMk id="6" creationId="{21221AFD-4E0E-4EEF-879B-CC5D6783A440}"/>
          </ac:grpSpMkLst>
        </pc:grpChg>
        <pc:grpChg chg="mod ord topLvl">
          <ac:chgData name="Khiroria, Adit" userId="125b7d01-0557-4756-b3b5-aac8221948e3" providerId="ADAL" clId="{2A534007-7919-4860-9D91-EF53D666E740}" dt="2022-06-30T11:57:25.293" v="1622" actId="164"/>
          <ac:grpSpMkLst>
            <pc:docMk/>
            <pc:sldMk cId="4221800723" sldId="4030"/>
            <ac:grpSpMk id="7" creationId="{FFDAD633-ADB3-4AE1-BF9C-B0EBC4A7B44A}"/>
          </ac:grpSpMkLst>
        </pc:grpChg>
        <pc:grpChg chg="mod ord topLvl">
          <ac:chgData name="Khiroria, Adit" userId="125b7d01-0557-4756-b3b5-aac8221948e3" providerId="ADAL" clId="{2A534007-7919-4860-9D91-EF53D666E740}" dt="2022-06-30T11:57:25.293" v="1622" actId="164"/>
          <ac:grpSpMkLst>
            <pc:docMk/>
            <pc:sldMk cId="4221800723" sldId="4030"/>
            <ac:grpSpMk id="8" creationId="{2620D3EF-B559-483B-A8D1-6FCA18510DD9}"/>
          </ac:grpSpMkLst>
        </pc:grpChg>
        <pc:grpChg chg="mod ord topLvl">
          <ac:chgData name="Khiroria, Adit" userId="125b7d01-0557-4756-b3b5-aac8221948e3" providerId="ADAL" clId="{2A534007-7919-4860-9D91-EF53D666E740}" dt="2022-06-30T11:57:25.293" v="1622" actId="164"/>
          <ac:grpSpMkLst>
            <pc:docMk/>
            <pc:sldMk cId="4221800723" sldId="4030"/>
            <ac:grpSpMk id="9" creationId="{B8248389-72BD-4C24-AA20-7C90A000C741}"/>
          </ac:grpSpMkLst>
        </pc:grpChg>
        <pc:grpChg chg="mod ord topLvl">
          <ac:chgData name="Khiroria, Adit" userId="125b7d01-0557-4756-b3b5-aac8221948e3" providerId="ADAL" clId="{2A534007-7919-4860-9D91-EF53D666E740}" dt="2022-06-30T11:57:25.293" v="1622" actId="164"/>
          <ac:grpSpMkLst>
            <pc:docMk/>
            <pc:sldMk cId="4221800723" sldId="4030"/>
            <ac:grpSpMk id="10" creationId="{B9B3CDB4-7056-48A6-A8CD-B18BD24233DF}"/>
          </ac:grpSpMkLst>
        </pc:grpChg>
        <pc:grpChg chg="add del mod ord topLvl">
          <ac:chgData name="Khiroria, Adit" userId="125b7d01-0557-4756-b3b5-aac8221948e3" providerId="ADAL" clId="{2A534007-7919-4860-9D91-EF53D666E740}" dt="2022-06-30T11:47:46.919" v="889" actId="21"/>
          <ac:grpSpMkLst>
            <pc:docMk/>
            <pc:sldMk cId="4221800723" sldId="4030"/>
            <ac:grpSpMk id="11" creationId="{D83255D2-2077-484D-8A76-B71ED010EDE8}"/>
          </ac:grpSpMkLst>
        </pc:grpChg>
        <pc:grpChg chg="add del mod ord topLvl">
          <ac:chgData name="Khiroria, Adit" userId="125b7d01-0557-4756-b3b5-aac8221948e3" providerId="ADAL" clId="{2A534007-7919-4860-9D91-EF53D666E740}" dt="2022-06-30T11:47:46.919" v="889" actId="21"/>
          <ac:grpSpMkLst>
            <pc:docMk/>
            <pc:sldMk cId="4221800723" sldId="4030"/>
            <ac:grpSpMk id="12" creationId="{A026E583-C654-40EC-BE43-FC06C7DB822B}"/>
          </ac:grpSpMkLst>
        </pc:grpChg>
        <pc:grpChg chg="add del mod ord topLvl">
          <ac:chgData name="Khiroria, Adit" userId="125b7d01-0557-4756-b3b5-aac8221948e3" providerId="ADAL" clId="{2A534007-7919-4860-9D91-EF53D666E740}" dt="2022-06-30T11:47:46.919" v="889" actId="21"/>
          <ac:grpSpMkLst>
            <pc:docMk/>
            <pc:sldMk cId="4221800723" sldId="4030"/>
            <ac:grpSpMk id="13" creationId="{958B0B8D-E995-4882-A7E2-D3EA3856BBBF}"/>
          </ac:grpSpMkLst>
        </pc:grpChg>
        <pc:grpChg chg="del mod topLvl">
          <ac:chgData name="Khiroria, Adit" userId="125b7d01-0557-4756-b3b5-aac8221948e3" providerId="ADAL" clId="{2A534007-7919-4860-9D91-EF53D666E740}" dt="2022-06-30T09:00:49.052" v="7" actId="478"/>
          <ac:grpSpMkLst>
            <pc:docMk/>
            <pc:sldMk cId="4221800723" sldId="4030"/>
            <ac:grpSpMk id="14" creationId="{8A19754F-9E18-484E-B621-249432183259}"/>
          </ac:grpSpMkLst>
        </pc:grpChg>
        <pc:grpChg chg="del mod topLvl">
          <ac:chgData name="Khiroria, Adit" userId="125b7d01-0557-4756-b3b5-aac8221948e3" providerId="ADAL" clId="{2A534007-7919-4860-9D91-EF53D666E740}" dt="2022-06-30T09:00:49.052" v="7" actId="478"/>
          <ac:grpSpMkLst>
            <pc:docMk/>
            <pc:sldMk cId="4221800723" sldId="4030"/>
            <ac:grpSpMk id="15" creationId="{26989740-9DE1-4826-8957-9FD6C1969CEA}"/>
          </ac:grpSpMkLst>
        </pc:grpChg>
        <pc:grpChg chg="del mod topLvl">
          <ac:chgData name="Khiroria, Adit" userId="125b7d01-0557-4756-b3b5-aac8221948e3" providerId="ADAL" clId="{2A534007-7919-4860-9D91-EF53D666E740}" dt="2022-06-30T09:00:49.052" v="7" actId="478"/>
          <ac:grpSpMkLst>
            <pc:docMk/>
            <pc:sldMk cId="4221800723" sldId="4030"/>
            <ac:grpSpMk id="16" creationId="{00C9DF6E-0F5F-4203-8790-D746B9384E78}"/>
          </ac:grpSpMkLst>
        </pc:grpChg>
        <pc:grpChg chg="del mod topLvl">
          <ac:chgData name="Khiroria, Adit" userId="125b7d01-0557-4756-b3b5-aac8221948e3" providerId="ADAL" clId="{2A534007-7919-4860-9D91-EF53D666E740}" dt="2022-06-30T09:00:49.052" v="7" actId="478"/>
          <ac:grpSpMkLst>
            <pc:docMk/>
            <pc:sldMk cId="4221800723" sldId="4030"/>
            <ac:grpSpMk id="17" creationId="{79F59904-8D7E-41CC-895D-37B7C947E8E4}"/>
          </ac:grpSpMkLst>
        </pc:grpChg>
        <pc:grpChg chg="del mod topLvl">
          <ac:chgData name="Khiroria, Adit" userId="125b7d01-0557-4756-b3b5-aac8221948e3" providerId="ADAL" clId="{2A534007-7919-4860-9D91-EF53D666E740}" dt="2022-06-30T09:00:49.052" v="7" actId="478"/>
          <ac:grpSpMkLst>
            <pc:docMk/>
            <pc:sldMk cId="4221800723" sldId="4030"/>
            <ac:grpSpMk id="18" creationId="{BD4A9757-324C-4BD6-8F61-398FF1F39837}"/>
          </ac:grpSpMkLst>
        </pc:grpChg>
        <pc:grpChg chg="del mod topLvl">
          <ac:chgData name="Khiroria, Adit" userId="125b7d01-0557-4756-b3b5-aac8221948e3" providerId="ADAL" clId="{2A534007-7919-4860-9D91-EF53D666E740}" dt="2022-06-30T09:00:49.052" v="7" actId="478"/>
          <ac:grpSpMkLst>
            <pc:docMk/>
            <pc:sldMk cId="4221800723" sldId="4030"/>
            <ac:grpSpMk id="19" creationId="{D9AE9DEF-3F3C-4CF3-80B5-2D66ADF5E691}"/>
          </ac:grpSpMkLst>
        </pc:grpChg>
        <pc:grpChg chg="del mod topLvl">
          <ac:chgData name="Khiroria, Adit" userId="125b7d01-0557-4756-b3b5-aac8221948e3" providerId="ADAL" clId="{2A534007-7919-4860-9D91-EF53D666E740}" dt="2022-06-30T09:00:49.052" v="7" actId="478"/>
          <ac:grpSpMkLst>
            <pc:docMk/>
            <pc:sldMk cId="4221800723" sldId="4030"/>
            <ac:grpSpMk id="20" creationId="{CA2B4E44-E286-4E30-859D-DC6443D8F91C}"/>
          </ac:grpSpMkLst>
        </pc:grpChg>
        <pc:grpChg chg="del mod topLvl">
          <ac:chgData name="Khiroria, Adit" userId="125b7d01-0557-4756-b3b5-aac8221948e3" providerId="ADAL" clId="{2A534007-7919-4860-9D91-EF53D666E740}" dt="2022-06-30T09:00:49.052" v="7" actId="478"/>
          <ac:grpSpMkLst>
            <pc:docMk/>
            <pc:sldMk cId="4221800723" sldId="4030"/>
            <ac:grpSpMk id="21" creationId="{77416959-B424-4EDD-9644-5D47AD32C06F}"/>
          </ac:grpSpMkLst>
        </pc:grpChg>
        <pc:grpChg chg="add del mod">
          <ac:chgData name="Khiroria, Adit" userId="125b7d01-0557-4756-b3b5-aac8221948e3" providerId="ADAL" clId="{2A534007-7919-4860-9D91-EF53D666E740}" dt="2022-06-30T11:47:25.139" v="884" actId="165"/>
          <ac:grpSpMkLst>
            <pc:docMk/>
            <pc:sldMk cId="4221800723" sldId="4030"/>
            <ac:grpSpMk id="78" creationId="{9E4BBCCA-528C-40F5-894A-F31CDD77679A}"/>
          </ac:grpSpMkLst>
        </pc:grpChg>
        <pc:grpChg chg="add del mod">
          <ac:chgData name="Khiroria, Adit" userId="125b7d01-0557-4756-b3b5-aac8221948e3" providerId="ADAL" clId="{2A534007-7919-4860-9D91-EF53D666E740}" dt="2022-06-30T11:44:41.189" v="811" actId="165"/>
          <ac:grpSpMkLst>
            <pc:docMk/>
            <pc:sldMk cId="4221800723" sldId="4030"/>
            <ac:grpSpMk id="81" creationId="{159B9E22-C51C-4222-8223-99FC2D441FD2}"/>
          </ac:grpSpMkLst>
        </pc:grpChg>
        <pc:grpChg chg="del mod topLvl">
          <ac:chgData name="Khiroria, Adit" userId="125b7d01-0557-4756-b3b5-aac8221948e3" providerId="ADAL" clId="{2A534007-7919-4860-9D91-EF53D666E740}" dt="2022-06-30T11:47:00.043" v="878" actId="478"/>
          <ac:grpSpMkLst>
            <pc:docMk/>
            <pc:sldMk cId="4221800723" sldId="4030"/>
            <ac:grpSpMk id="90" creationId="{AE92CB35-059E-4587-8D36-3C3CD189C2DB}"/>
          </ac:grpSpMkLst>
        </pc:grpChg>
        <pc:grpChg chg="add mod">
          <ac:chgData name="Khiroria, Adit" userId="125b7d01-0557-4756-b3b5-aac8221948e3" providerId="ADAL" clId="{2A534007-7919-4860-9D91-EF53D666E740}" dt="2022-06-30T11:46:57.798" v="877" actId="164"/>
          <ac:grpSpMkLst>
            <pc:docMk/>
            <pc:sldMk cId="4221800723" sldId="4030"/>
            <ac:grpSpMk id="107" creationId="{FEEBB2E8-4DB5-4037-8EFC-F0381C20AB56}"/>
          </ac:grpSpMkLst>
        </pc:grpChg>
        <pc:grpChg chg="mod">
          <ac:chgData name="Khiroria, Adit" userId="125b7d01-0557-4756-b3b5-aac8221948e3" providerId="ADAL" clId="{2A534007-7919-4860-9D91-EF53D666E740}" dt="2022-06-30T11:43:40.788" v="795"/>
          <ac:grpSpMkLst>
            <pc:docMk/>
            <pc:sldMk cId="4221800723" sldId="4030"/>
            <ac:grpSpMk id="108" creationId="{F6397AA2-B168-400C-ABA5-90AA5865FEC3}"/>
          </ac:grpSpMkLst>
        </pc:grpChg>
        <pc:grpChg chg="mod">
          <ac:chgData name="Khiroria, Adit" userId="125b7d01-0557-4756-b3b5-aac8221948e3" providerId="ADAL" clId="{2A534007-7919-4860-9D91-EF53D666E740}" dt="2022-06-30T11:43:40.788" v="795"/>
          <ac:grpSpMkLst>
            <pc:docMk/>
            <pc:sldMk cId="4221800723" sldId="4030"/>
            <ac:grpSpMk id="110" creationId="{4CAF08A9-388A-461A-A21B-D03CB4919133}"/>
          </ac:grpSpMkLst>
        </pc:grpChg>
        <pc:grpChg chg="add del mod">
          <ac:chgData name="Khiroria, Adit" userId="125b7d01-0557-4756-b3b5-aac8221948e3" providerId="ADAL" clId="{2A534007-7919-4860-9D91-EF53D666E740}" dt="2022-06-30T12:01:15.987" v="1643" actId="478"/>
          <ac:grpSpMkLst>
            <pc:docMk/>
            <pc:sldMk cId="4221800723" sldId="4030"/>
            <ac:grpSpMk id="156" creationId="{DD425C66-0C1D-4133-B8BA-19ADF0393B84}"/>
          </ac:grpSpMkLst>
        </pc:grpChg>
        <pc:grpChg chg="add mod">
          <ac:chgData name="Khiroria, Adit" userId="125b7d01-0557-4756-b3b5-aac8221948e3" providerId="ADAL" clId="{2A534007-7919-4860-9D91-EF53D666E740}" dt="2022-06-30T11:57:56.990" v="1627" actId="14100"/>
          <ac:grpSpMkLst>
            <pc:docMk/>
            <pc:sldMk cId="4221800723" sldId="4030"/>
            <ac:grpSpMk id="169" creationId="{426BF6D9-8237-4F09-824A-5D38E1BEA472}"/>
          </ac:grpSpMkLst>
        </pc:grpChg>
        <pc:grpChg chg="add mod">
          <ac:chgData name="Khiroria, Adit" userId="125b7d01-0557-4756-b3b5-aac8221948e3" providerId="ADAL" clId="{2A534007-7919-4860-9D91-EF53D666E740}" dt="2022-06-30T14:30:06.241" v="3633" actId="14100"/>
          <ac:grpSpMkLst>
            <pc:docMk/>
            <pc:sldMk cId="4221800723" sldId="4030"/>
            <ac:grpSpMk id="172" creationId="{9AE31258-B29B-4474-A482-77C350EE72A6}"/>
          </ac:grpSpMkLst>
        </pc:grpChg>
        <pc:grpChg chg="del mod">
          <ac:chgData name="Khiroria, Adit" userId="125b7d01-0557-4756-b3b5-aac8221948e3" providerId="ADAL" clId="{2A534007-7919-4860-9D91-EF53D666E740}" dt="2022-06-30T12:11:35.938" v="3086" actId="165"/>
          <ac:grpSpMkLst>
            <pc:docMk/>
            <pc:sldMk cId="4221800723" sldId="4030"/>
            <ac:grpSpMk id="193" creationId="{E2FA6AF5-73CD-4F48-8FE5-11A45414472B}"/>
          </ac:grpSpMkLst>
        </pc:grpChg>
        <pc:grpChg chg="add mod">
          <ac:chgData name="Khiroria, Adit" userId="125b7d01-0557-4756-b3b5-aac8221948e3" providerId="ADAL" clId="{2A534007-7919-4860-9D91-EF53D666E740}" dt="2022-06-30T12:34:27.660" v="3110" actId="207"/>
          <ac:grpSpMkLst>
            <pc:docMk/>
            <pc:sldMk cId="4221800723" sldId="4030"/>
            <ac:grpSpMk id="204" creationId="{4C2A12B6-3F65-4A77-ADC8-0F6DE1F31560}"/>
          </ac:grpSpMkLst>
        </pc:grpChg>
        <pc:grpChg chg="add mod">
          <ac:chgData name="Khiroria, Adit" userId="125b7d01-0557-4756-b3b5-aac8221948e3" providerId="ADAL" clId="{2A534007-7919-4860-9D91-EF53D666E740}" dt="2022-06-30T12:38:16.907" v="3116" actId="1076"/>
          <ac:grpSpMkLst>
            <pc:docMk/>
            <pc:sldMk cId="4221800723" sldId="4030"/>
            <ac:grpSpMk id="208" creationId="{2D43BE8C-55CD-4D14-BFBB-E167AEC537C3}"/>
          </ac:grpSpMkLst>
        </pc:grpChg>
        <pc:grpChg chg="add mod">
          <ac:chgData name="Khiroria, Adit" userId="125b7d01-0557-4756-b3b5-aac8221948e3" providerId="ADAL" clId="{2A534007-7919-4860-9D91-EF53D666E740}" dt="2022-06-30T12:38:45.742" v="3122" actId="1076"/>
          <ac:grpSpMkLst>
            <pc:docMk/>
            <pc:sldMk cId="4221800723" sldId="4030"/>
            <ac:grpSpMk id="219" creationId="{839D4B9F-876F-4787-8DCA-8CC865517D77}"/>
          </ac:grpSpMkLst>
        </pc:grpChg>
        <pc:grpChg chg="add mod">
          <ac:chgData name="Khiroria, Adit" userId="125b7d01-0557-4756-b3b5-aac8221948e3" providerId="ADAL" clId="{2A534007-7919-4860-9D91-EF53D666E740}" dt="2022-06-30T12:39:29.438" v="3128" actId="1076"/>
          <ac:grpSpMkLst>
            <pc:docMk/>
            <pc:sldMk cId="4221800723" sldId="4030"/>
            <ac:grpSpMk id="222" creationId="{CE4FB837-ECC4-404D-8D8C-DB47FA66FCB8}"/>
          </ac:grpSpMkLst>
        </pc:grpChg>
        <pc:grpChg chg="add mod">
          <ac:chgData name="Khiroria, Adit" userId="125b7d01-0557-4756-b3b5-aac8221948e3" providerId="ADAL" clId="{2A534007-7919-4860-9D91-EF53D666E740}" dt="2022-06-30T13:55:13.010" v="3133" actId="1076"/>
          <ac:grpSpMkLst>
            <pc:docMk/>
            <pc:sldMk cId="4221800723" sldId="4030"/>
            <ac:grpSpMk id="231" creationId="{1E6F6A2E-4024-4D0F-95D5-40EB38CB7361}"/>
          </ac:grpSpMkLst>
        </pc:grpChg>
        <pc:graphicFrameChg chg="add mod ord modVis">
          <ac:chgData name="Khiroria, Adit" userId="125b7d01-0557-4756-b3b5-aac8221948e3" providerId="ADAL" clId="{2A534007-7919-4860-9D91-EF53D666E740}" dt="2022-06-30T13:56:10.953" v="3431"/>
          <ac:graphicFrameMkLst>
            <pc:docMk/>
            <pc:sldMk cId="4221800723" sldId="4030"/>
            <ac:graphicFrameMk id="77" creationId="{60F44C62-3A61-4A0C-B336-448F2737615E}"/>
          </ac:graphicFrameMkLst>
        </pc:graphicFrameChg>
        <pc:graphicFrameChg chg="add del mod modGraphic">
          <ac:chgData name="Khiroria, Adit" userId="125b7d01-0557-4756-b3b5-aac8221948e3" providerId="ADAL" clId="{2A534007-7919-4860-9D91-EF53D666E740}" dt="2022-06-30T12:11:04.689" v="3062" actId="18245"/>
          <ac:graphicFrameMkLst>
            <pc:docMk/>
            <pc:sldMk cId="4221800723" sldId="4030"/>
            <ac:graphicFrameMk id="192" creationId="{BA1AC439-C88B-453B-A95A-19AD32B9203B}"/>
          </ac:graphicFrameMkLst>
        </pc:graphicFrameChg>
        <pc:picChg chg="add del mod ord">
          <ac:chgData name="Khiroria, Adit" userId="125b7d01-0557-4756-b3b5-aac8221948e3" providerId="ADAL" clId="{2A534007-7919-4860-9D91-EF53D666E740}" dt="2022-06-30T09:42:01.252" v="778" actId="478"/>
          <ac:picMkLst>
            <pc:docMk/>
            <pc:sldMk cId="4221800723" sldId="4030"/>
            <ac:picMk id="4" creationId="{745F8342-057D-4D5A-BF5E-3FA137E271C2}"/>
          </ac:picMkLst>
        </pc:picChg>
        <pc:picChg chg="add del mod">
          <ac:chgData name="Khiroria, Adit" userId="125b7d01-0557-4756-b3b5-aac8221948e3" providerId="ADAL" clId="{2A534007-7919-4860-9D91-EF53D666E740}" dt="2022-06-30T12:01:18.189" v="1645" actId="478"/>
          <ac:picMkLst>
            <pc:docMk/>
            <pc:sldMk cId="4221800723" sldId="4030"/>
            <ac:picMk id="79" creationId="{7D67B3FF-7A1F-4EB7-A1F9-982BB8E69BC8}"/>
          </ac:picMkLst>
        </pc:picChg>
        <pc:picChg chg="mod">
          <ac:chgData name="Khiroria, Adit" userId="125b7d01-0557-4756-b3b5-aac8221948e3" providerId="ADAL" clId="{2A534007-7919-4860-9D91-EF53D666E740}" dt="2022-06-30T11:44:41.189" v="811" actId="165"/>
          <ac:picMkLst>
            <pc:docMk/>
            <pc:sldMk cId="4221800723" sldId="4030"/>
            <ac:picMk id="99" creationId="{C6F066A9-0E40-44C0-9C5F-2EB411FEC023}"/>
          </ac:picMkLst>
        </pc:picChg>
        <pc:picChg chg="mod">
          <ac:chgData name="Khiroria, Adit" userId="125b7d01-0557-4756-b3b5-aac8221948e3" providerId="ADAL" clId="{2A534007-7919-4860-9D91-EF53D666E740}" dt="2022-06-30T11:44:41.189" v="811" actId="165"/>
          <ac:picMkLst>
            <pc:docMk/>
            <pc:sldMk cId="4221800723" sldId="4030"/>
            <ac:picMk id="100" creationId="{B4CCA040-3467-45F0-83BC-F060F17A316E}"/>
          </ac:picMkLst>
        </pc:picChg>
        <pc:picChg chg="mod">
          <ac:chgData name="Khiroria, Adit" userId="125b7d01-0557-4756-b3b5-aac8221948e3" providerId="ADAL" clId="{2A534007-7919-4860-9D91-EF53D666E740}" dt="2022-06-30T11:44:41.189" v="811" actId="165"/>
          <ac:picMkLst>
            <pc:docMk/>
            <pc:sldMk cId="4221800723" sldId="4030"/>
            <ac:picMk id="101" creationId="{56AFD084-3E78-43C3-A607-813F4E5B6F53}"/>
          </ac:picMkLst>
        </pc:picChg>
        <pc:picChg chg="mod">
          <ac:chgData name="Khiroria, Adit" userId="125b7d01-0557-4756-b3b5-aac8221948e3" providerId="ADAL" clId="{2A534007-7919-4860-9D91-EF53D666E740}" dt="2022-06-30T11:44:41.189" v="811" actId="165"/>
          <ac:picMkLst>
            <pc:docMk/>
            <pc:sldMk cId="4221800723" sldId="4030"/>
            <ac:picMk id="102" creationId="{2D775589-BBA6-462C-B6FE-E772970545F1}"/>
          </ac:picMkLst>
        </pc:picChg>
        <pc:picChg chg="mod">
          <ac:chgData name="Khiroria, Adit" userId="125b7d01-0557-4756-b3b5-aac8221948e3" providerId="ADAL" clId="{2A534007-7919-4860-9D91-EF53D666E740}" dt="2022-06-30T11:44:41.189" v="811" actId="165"/>
          <ac:picMkLst>
            <pc:docMk/>
            <pc:sldMk cId="4221800723" sldId="4030"/>
            <ac:picMk id="103" creationId="{4CC9FDBC-3BEB-4D25-9F69-9079A575BCE6}"/>
          </ac:picMkLst>
        </pc:picChg>
        <pc:picChg chg="mod">
          <ac:chgData name="Khiroria, Adit" userId="125b7d01-0557-4756-b3b5-aac8221948e3" providerId="ADAL" clId="{2A534007-7919-4860-9D91-EF53D666E740}" dt="2022-06-30T11:44:41.189" v="811" actId="165"/>
          <ac:picMkLst>
            <pc:docMk/>
            <pc:sldMk cId="4221800723" sldId="4030"/>
            <ac:picMk id="104" creationId="{61823E25-72DA-4F26-B646-AC079F0A8B14}"/>
          </ac:picMkLst>
        </pc:picChg>
        <pc:picChg chg="mod">
          <ac:chgData name="Khiroria, Adit" userId="125b7d01-0557-4756-b3b5-aac8221948e3" providerId="ADAL" clId="{2A534007-7919-4860-9D91-EF53D666E740}" dt="2022-06-30T11:44:41.189" v="811" actId="165"/>
          <ac:picMkLst>
            <pc:docMk/>
            <pc:sldMk cId="4221800723" sldId="4030"/>
            <ac:picMk id="105" creationId="{09581F44-2A7F-47CE-9B0A-349F05EF6FF5}"/>
          </ac:picMkLst>
        </pc:picChg>
        <pc:picChg chg="mod">
          <ac:chgData name="Khiroria, Adit" userId="125b7d01-0557-4756-b3b5-aac8221948e3" providerId="ADAL" clId="{2A534007-7919-4860-9D91-EF53D666E740}" dt="2022-06-30T11:44:41.189" v="811" actId="165"/>
          <ac:picMkLst>
            <pc:docMk/>
            <pc:sldMk cId="4221800723" sldId="4030"/>
            <ac:picMk id="106" creationId="{1908676F-4AC8-43F1-8F8C-40204C35CC13}"/>
          </ac:picMkLst>
        </pc:picChg>
        <pc:picChg chg="mod">
          <ac:chgData name="Khiroria, Adit" userId="125b7d01-0557-4756-b3b5-aac8221948e3" providerId="ADAL" clId="{2A534007-7919-4860-9D91-EF53D666E740}" dt="2022-06-30T11:43:40.788" v="795"/>
          <ac:picMkLst>
            <pc:docMk/>
            <pc:sldMk cId="4221800723" sldId="4030"/>
            <ac:picMk id="117" creationId="{FD4FBBC1-EA27-4AEB-B1CC-D764BBE49F08}"/>
          </ac:picMkLst>
        </pc:picChg>
        <pc:picChg chg="mod">
          <ac:chgData name="Khiroria, Adit" userId="125b7d01-0557-4756-b3b5-aac8221948e3" providerId="ADAL" clId="{2A534007-7919-4860-9D91-EF53D666E740}" dt="2022-06-30T11:43:40.788" v="795"/>
          <ac:picMkLst>
            <pc:docMk/>
            <pc:sldMk cId="4221800723" sldId="4030"/>
            <ac:picMk id="118" creationId="{D873C155-CE6F-466A-A3FE-0CEF4053575F}"/>
          </ac:picMkLst>
        </pc:picChg>
        <pc:picChg chg="mod">
          <ac:chgData name="Khiroria, Adit" userId="125b7d01-0557-4756-b3b5-aac8221948e3" providerId="ADAL" clId="{2A534007-7919-4860-9D91-EF53D666E740}" dt="2022-06-30T11:43:40.788" v="795"/>
          <ac:picMkLst>
            <pc:docMk/>
            <pc:sldMk cId="4221800723" sldId="4030"/>
            <ac:picMk id="119" creationId="{F8B8425B-13D3-4977-9FBB-E04CBEFB93E3}"/>
          </ac:picMkLst>
        </pc:picChg>
        <pc:picChg chg="mod">
          <ac:chgData name="Khiroria, Adit" userId="125b7d01-0557-4756-b3b5-aac8221948e3" providerId="ADAL" clId="{2A534007-7919-4860-9D91-EF53D666E740}" dt="2022-06-30T11:43:40.788" v="795"/>
          <ac:picMkLst>
            <pc:docMk/>
            <pc:sldMk cId="4221800723" sldId="4030"/>
            <ac:picMk id="120" creationId="{C9D98E44-D905-4C5A-88F6-8FD297B8E7EE}"/>
          </ac:picMkLst>
        </pc:picChg>
        <pc:picChg chg="mod">
          <ac:chgData name="Khiroria, Adit" userId="125b7d01-0557-4756-b3b5-aac8221948e3" providerId="ADAL" clId="{2A534007-7919-4860-9D91-EF53D666E740}" dt="2022-06-30T11:43:40.788" v="795"/>
          <ac:picMkLst>
            <pc:docMk/>
            <pc:sldMk cId="4221800723" sldId="4030"/>
            <ac:picMk id="121" creationId="{646BB389-F62F-441B-BEF4-0748E0DC9503}"/>
          </ac:picMkLst>
        </pc:picChg>
        <pc:picChg chg="mod">
          <ac:chgData name="Khiroria, Adit" userId="125b7d01-0557-4756-b3b5-aac8221948e3" providerId="ADAL" clId="{2A534007-7919-4860-9D91-EF53D666E740}" dt="2022-06-30T11:43:40.788" v="795"/>
          <ac:picMkLst>
            <pc:docMk/>
            <pc:sldMk cId="4221800723" sldId="4030"/>
            <ac:picMk id="122" creationId="{CF77BA87-FB9C-48DE-A474-2E2E5ACD7858}"/>
          </ac:picMkLst>
        </pc:picChg>
        <pc:picChg chg="mod">
          <ac:chgData name="Khiroria, Adit" userId="125b7d01-0557-4756-b3b5-aac8221948e3" providerId="ADAL" clId="{2A534007-7919-4860-9D91-EF53D666E740}" dt="2022-06-30T11:43:40.788" v="795"/>
          <ac:picMkLst>
            <pc:docMk/>
            <pc:sldMk cId="4221800723" sldId="4030"/>
            <ac:picMk id="123" creationId="{4931DBDF-6923-4683-A0C6-9884C5D97238}"/>
          </ac:picMkLst>
        </pc:picChg>
        <pc:picChg chg="mod">
          <ac:chgData name="Khiroria, Adit" userId="125b7d01-0557-4756-b3b5-aac8221948e3" providerId="ADAL" clId="{2A534007-7919-4860-9D91-EF53D666E740}" dt="2022-06-30T11:43:40.788" v="795"/>
          <ac:picMkLst>
            <pc:docMk/>
            <pc:sldMk cId="4221800723" sldId="4030"/>
            <ac:picMk id="124" creationId="{7AE4F342-EAE9-4507-B776-1C39A2B2AA0B}"/>
          </ac:picMkLst>
        </pc:picChg>
        <pc:picChg chg="add del mod">
          <ac:chgData name="Khiroria, Adit" userId="125b7d01-0557-4756-b3b5-aac8221948e3" providerId="ADAL" clId="{2A534007-7919-4860-9D91-EF53D666E740}" dt="2022-06-30T12:01:17.089" v="1644" actId="478"/>
          <ac:picMkLst>
            <pc:docMk/>
            <pc:sldMk cId="4221800723" sldId="4030"/>
            <ac:picMk id="158" creationId="{87CDC43B-5A7D-4D7E-874E-EA35F7C04BFA}"/>
          </ac:picMkLst>
        </pc:picChg>
        <pc:picChg chg="add del mod">
          <ac:chgData name="Khiroria, Adit" userId="125b7d01-0557-4756-b3b5-aac8221948e3" providerId="ADAL" clId="{2A534007-7919-4860-9D91-EF53D666E740}" dt="2022-06-30T12:11:19.581" v="3065" actId="478"/>
          <ac:picMkLst>
            <pc:docMk/>
            <pc:sldMk cId="4221800723" sldId="4030"/>
            <ac:picMk id="174" creationId="{54EA8D2A-ACDF-48E5-B5CC-8543254F40F0}"/>
          </ac:picMkLst>
        </pc:picChg>
        <pc:cxnChg chg="mod">
          <ac:chgData name="Khiroria, Adit" userId="125b7d01-0557-4756-b3b5-aac8221948e3" providerId="ADAL" clId="{2A534007-7919-4860-9D91-EF53D666E740}" dt="2022-06-30T11:43:40.788" v="795"/>
          <ac:cxnSpMkLst>
            <pc:docMk/>
            <pc:sldMk cId="4221800723" sldId="4030"/>
            <ac:cxnSpMk id="112" creationId="{BDD20563-DF2E-4C88-A685-45FAE1BDACD2}"/>
          </ac:cxnSpMkLst>
        </pc:cxnChg>
        <pc:cxnChg chg="mod">
          <ac:chgData name="Khiroria, Adit" userId="125b7d01-0557-4756-b3b5-aac8221948e3" providerId="ADAL" clId="{2A534007-7919-4860-9D91-EF53D666E740}" dt="2022-06-30T11:43:40.788" v="795"/>
          <ac:cxnSpMkLst>
            <pc:docMk/>
            <pc:sldMk cId="4221800723" sldId="4030"/>
            <ac:cxnSpMk id="113" creationId="{9571FA2A-0714-4752-9205-4B373F02B2D0}"/>
          </ac:cxnSpMkLst>
        </pc:cxnChg>
        <pc:cxnChg chg="mod">
          <ac:chgData name="Khiroria, Adit" userId="125b7d01-0557-4756-b3b5-aac8221948e3" providerId="ADAL" clId="{2A534007-7919-4860-9D91-EF53D666E740}" dt="2022-06-30T11:43:40.788" v="795"/>
          <ac:cxnSpMkLst>
            <pc:docMk/>
            <pc:sldMk cId="4221800723" sldId="4030"/>
            <ac:cxnSpMk id="114" creationId="{935B0AEB-243B-43D0-A21E-75201045998D}"/>
          </ac:cxnSpMkLst>
        </pc:cxnChg>
        <pc:cxnChg chg="mod">
          <ac:chgData name="Khiroria, Adit" userId="125b7d01-0557-4756-b3b5-aac8221948e3" providerId="ADAL" clId="{2A534007-7919-4860-9D91-EF53D666E740}" dt="2022-06-30T11:43:40.788" v="795"/>
          <ac:cxnSpMkLst>
            <pc:docMk/>
            <pc:sldMk cId="4221800723" sldId="4030"/>
            <ac:cxnSpMk id="115" creationId="{6E5CDBAF-C0D9-44D0-ABB0-26B0C2B8DB2D}"/>
          </ac:cxnSpMkLst>
        </pc:cxnChg>
        <pc:cxnChg chg="mod">
          <ac:chgData name="Khiroria, Adit" userId="125b7d01-0557-4756-b3b5-aac8221948e3" providerId="ADAL" clId="{2A534007-7919-4860-9D91-EF53D666E740}" dt="2022-06-30T12:01:15.987" v="1643" actId="478"/>
          <ac:cxnSpMkLst>
            <pc:docMk/>
            <pc:sldMk cId="4221800723" sldId="4030"/>
            <ac:cxnSpMk id="141" creationId="{8D224EBF-6B19-4719-B6C8-D266A9432543}"/>
          </ac:cxnSpMkLst>
        </pc:cxnChg>
        <pc:cxnChg chg="mod">
          <ac:chgData name="Khiroria, Adit" userId="125b7d01-0557-4756-b3b5-aac8221948e3" providerId="ADAL" clId="{2A534007-7919-4860-9D91-EF53D666E740}" dt="2022-06-30T12:01:15.987" v="1643" actId="478"/>
          <ac:cxnSpMkLst>
            <pc:docMk/>
            <pc:sldMk cId="4221800723" sldId="4030"/>
            <ac:cxnSpMk id="142" creationId="{AC48D19E-81A3-4EF1-9153-22BD44D9DEA6}"/>
          </ac:cxnSpMkLst>
        </pc:cxnChg>
        <pc:cxnChg chg="mod">
          <ac:chgData name="Khiroria, Adit" userId="125b7d01-0557-4756-b3b5-aac8221948e3" providerId="ADAL" clId="{2A534007-7919-4860-9D91-EF53D666E740}" dt="2022-06-30T12:01:15.987" v="1643" actId="478"/>
          <ac:cxnSpMkLst>
            <pc:docMk/>
            <pc:sldMk cId="4221800723" sldId="4030"/>
            <ac:cxnSpMk id="143" creationId="{17F83091-8BB2-4F37-9F42-3CE012FF2EE8}"/>
          </ac:cxnSpMkLst>
        </pc:cxnChg>
        <pc:cxnChg chg="mod">
          <ac:chgData name="Khiroria, Adit" userId="125b7d01-0557-4756-b3b5-aac8221948e3" providerId="ADAL" clId="{2A534007-7919-4860-9D91-EF53D666E740}" dt="2022-06-30T12:01:15.987" v="1643" actId="478"/>
          <ac:cxnSpMkLst>
            <pc:docMk/>
            <pc:sldMk cId="4221800723" sldId="4030"/>
            <ac:cxnSpMk id="144" creationId="{743E9042-5B9C-4E91-9068-CFFD42B840B8}"/>
          </ac:cxnSpMkLst>
        </pc:cxnChg>
        <pc:cxnChg chg="mod">
          <ac:chgData name="Khiroria, Adit" userId="125b7d01-0557-4756-b3b5-aac8221948e3" providerId="ADAL" clId="{2A534007-7919-4860-9D91-EF53D666E740}" dt="2022-06-30T11:43:40.788" v="795"/>
          <ac:cxnSpMkLst>
            <pc:docMk/>
            <pc:sldMk cId="4221800723" sldId="4030"/>
            <ac:cxnSpMk id="145" creationId="{319DF879-9FB3-446A-82F9-020DAE6FF785}"/>
          </ac:cxnSpMkLst>
        </pc:cxnChg>
        <pc:cxnChg chg="mod">
          <ac:chgData name="Khiroria, Adit" userId="125b7d01-0557-4756-b3b5-aac8221948e3" providerId="ADAL" clId="{2A534007-7919-4860-9D91-EF53D666E740}" dt="2022-06-30T11:43:40.788" v="795"/>
          <ac:cxnSpMkLst>
            <pc:docMk/>
            <pc:sldMk cId="4221800723" sldId="4030"/>
            <ac:cxnSpMk id="146" creationId="{C18C2D67-7D43-45B6-AC6C-C8F68BEF6AA5}"/>
          </ac:cxnSpMkLst>
        </pc:cxnChg>
        <pc:cxnChg chg="mod">
          <ac:chgData name="Khiroria, Adit" userId="125b7d01-0557-4756-b3b5-aac8221948e3" providerId="ADAL" clId="{2A534007-7919-4860-9D91-EF53D666E740}" dt="2022-06-30T11:43:40.788" v="795"/>
          <ac:cxnSpMkLst>
            <pc:docMk/>
            <pc:sldMk cId="4221800723" sldId="4030"/>
            <ac:cxnSpMk id="147" creationId="{06A4B76F-52B6-48C6-BE4A-013FE0D106DB}"/>
          </ac:cxnSpMkLst>
        </pc:cxnChg>
        <pc:cxnChg chg="mod">
          <ac:chgData name="Khiroria, Adit" userId="125b7d01-0557-4756-b3b5-aac8221948e3" providerId="ADAL" clId="{2A534007-7919-4860-9D91-EF53D666E740}" dt="2022-06-30T11:43:40.788" v="795"/>
          <ac:cxnSpMkLst>
            <pc:docMk/>
            <pc:sldMk cId="4221800723" sldId="4030"/>
            <ac:cxnSpMk id="148" creationId="{63E8A1D6-7910-4F41-8142-B190E2577856}"/>
          </ac:cxnSpMkLst>
        </pc:cxnChg>
      </pc:sldChg>
    </pc:docChg>
  </pc:docChgLst>
  <pc:docChgLst>
    <pc:chgData name="Kalagara, Vijaya" userId="S::vikalagara@deloitte.com::b66aa0f1-1604-4161-b753-4146846484c3" providerId="AD" clId="Web-{BA2533B7-D680-44B9-B9F2-FE9E8F8689FF}"/>
    <pc:docChg chg="modSld">
      <pc:chgData name="Kalagara, Vijaya" userId="S::vikalagara@deloitte.com::b66aa0f1-1604-4161-b753-4146846484c3" providerId="AD" clId="Web-{BA2533B7-D680-44B9-B9F2-FE9E8F8689FF}" dt="2022-07-01T04:32:29.369" v="10" actId="20577"/>
      <pc:docMkLst>
        <pc:docMk/>
      </pc:docMkLst>
      <pc:sldChg chg="modSp">
        <pc:chgData name="Kalagara, Vijaya" userId="S::vikalagara@deloitte.com::b66aa0f1-1604-4161-b753-4146846484c3" providerId="AD" clId="Web-{BA2533B7-D680-44B9-B9F2-FE9E8F8689FF}" dt="2022-07-01T04:32:29.369" v="10" actId="20577"/>
        <pc:sldMkLst>
          <pc:docMk/>
          <pc:sldMk cId="3927171300" sldId="4013"/>
        </pc:sldMkLst>
        <pc:spChg chg="mod">
          <ac:chgData name="Kalagara, Vijaya" userId="S::vikalagara@deloitte.com::b66aa0f1-1604-4161-b753-4146846484c3" providerId="AD" clId="Web-{BA2533B7-D680-44B9-B9F2-FE9E8F8689FF}" dt="2022-07-01T04:32:29.369" v="10" actId="20577"/>
          <ac:spMkLst>
            <pc:docMk/>
            <pc:sldMk cId="3927171300" sldId="4013"/>
            <ac:spMk id="26" creationId="{6E4DA83E-E552-4E1F-8253-2E43A502F504}"/>
          </ac:spMkLst>
        </pc:spChg>
      </pc:sldChg>
    </pc:docChg>
  </pc:docChgLst>
  <pc:docChgLst>
    <pc:chgData name="Kalagara, Vijaya" userId="S::vikalagara@deloitte.com::b66aa0f1-1604-4161-b753-4146846484c3" providerId="AD" clId="Web-{3B7DD8AF-5DB0-4833-B093-E55B413ECD92}"/>
    <pc:docChg chg="modSld">
      <pc:chgData name="Kalagara, Vijaya" userId="S::vikalagara@deloitte.com::b66aa0f1-1604-4161-b753-4146846484c3" providerId="AD" clId="Web-{3B7DD8AF-5DB0-4833-B093-E55B413ECD92}" dt="2022-07-02T15:21:57.487" v="3"/>
      <pc:docMkLst>
        <pc:docMk/>
      </pc:docMkLst>
      <pc:sldChg chg="addSp delSp modSp">
        <pc:chgData name="Kalagara, Vijaya" userId="S::vikalagara@deloitte.com::b66aa0f1-1604-4161-b753-4146846484c3" providerId="AD" clId="Web-{3B7DD8AF-5DB0-4833-B093-E55B413ECD92}" dt="2022-07-02T15:21:22.017" v="1"/>
        <pc:sldMkLst>
          <pc:docMk/>
          <pc:sldMk cId="3927171300" sldId="4013"/>
        </pc:sldMkLst>
        <pc:picChg chg="add del mod">
          <ac:chgData name="Kalagara, Vijaya" userId="S::vikalagara@deloitte.com::b66aa0f1-1604-4161-b753-4146846484c3" providerId="AD" clId="Web-{3B7DD8AF-5DB0-4833-B093-E55B413ECD92}" dt="2022-07-02T15:21:22.017" v="1"/>
          <ac:picMkLst>
            <pc:docMk/>
            <pc:sldMk cId="3927171300" sldId="4013"/>
            <ac:picMk id="3" creationId="{825157D3-FA6C-84F3-4B17-D34E5898E27D}"/>
          </ac:picMkLst>
        </pc:picChg>
      </pc:sldChg>
      <pc:sldChg chg="addSp delSp modSp">
        <pc:chgData name="Kalagara, Vijaya" userId="S::vikalagara@deloitte.com::b66aa0f1-1604-4161-b753-4146846484c3" providerId="AD" clId="Web-{3B7DD8AF-5DB0-4833-B093-E55B413ECD92}" dt="2022-07-02T15:21:57.487" v="3"/>
        <pc:sldMkLst>
          <pc:docMk/>
          <pc:sldMk cId="2716093337" sldId="6196"/>
        </pc:sldMkLst>
        <pc:picChg chg="add del mod">
          <ac:chgData name="Kalagara, Vijaya" userId="S::vikalagara@deloitte.com::b66aa0f1-1604-4161-b753-4146846484c3" providerId="AD" clId="Web-{3B7DD8AF-5DB0-4833-B093-E55B413ECD92}" dt="2022-07-02T15:21:57.487" v="3"/>
          <ac:picMkLst>
            <pc:docMk/>
            <pc:sldMk cId="2716093337" sldId="6196"/>
            <ac:picMk id="6" creationId="{2FCCEAD6-0F54-34A1-95A0-850FEB19B07D}"/>
          </ac:picMkLst>
        </pc:picChg>
      </pc:sldChg>
    </pc:docChg>
  </pc:docChgLst>
  <pc:docChgLst>
    <pc:chgData name="Kalagara, Vijaya" userId="S::vikalagara@deloitte.com::b66aa0f1-1604-4161-b753-4146846484c3" providerId="AD" clId="Web-{867DB0FD-0D05-40DC-89C3-67CFDFE0B0EF}"/>
    <pc:docChg chg="delSld modSld">
      <pc:chgData name="Kalagara, Vijaya" userId="S::vikalagara@deloitte.com::b66aa0f1-1604-4161-b753-4146846484c3" providerId="AD" clId="Web-{867DB0FD-0D05-40DC-89C3-67CFDFE0B0EF}" dt="2022-07-02T15:24:44.858" v="2"/>
      <pc:docMkLst>
        <pc:docMk/>
      </pc:docMkLst>
      <pc:sldChg chg="addSp delSp modSp">
        <pc:chgData name="Kalagara, Vijaya" userId="S::vikalagara@deloitte.com::b66aa0f1-1604-4161-b753-4146846484c3" providerId="AD" clId="Web-{867DB0FD-0D05-40DC-89C3-67CFDFE0B0EF}" dt="2022-07-02T15:24:44.858" v="2"/>
        <pc:sldMkLst>
          <pc:docMk/>
          <pc:sldMk cId="2242146058" sldId="4009"/>
        </pc:sldMkLst>
        <pc:picChg chg="add del mod">
          <ac:chgData name="Kalagara, Vijaya" userId="S::vikalagara@deloitte.com::b66aa0f1-1604-4161-b753-4146846484c3" providerId="AD" clId="Web-{867DB0FD-0D05-40DC-89C3-67CFDFE0B0EF}" dt="2022-07-02T15:24:44.858" v="2"/>
          <ac:picMkLst>
            <pc:docMk/>
            <pc:sldMk cId="2242146058" sldId="4009"/>
            <ac:picMk id="3" creationId="{4C33F0FC-5F1E-9AD9-82D5-0E420AEA9E87}"/>
          </ac:picMkLst>
        </pc:picChg>
      </pc:sldChg>
      <pc:sldChg chg="del">
        <pc:chgData name="Kalagara, Vijaya" userId="S::vikalagara@deloitte.com::b66aa0f1-1604-4161-b753-4146846484c3" providerId="AD" clId="Web-{867DB0FD-0D05-40DC-89C3-67CFDFE0B0EF}" dt="2022-07-02T15:24:31.998" v="0"/>
        <pc:sldMkLst>
          <pc:docMk/>
          <pc:sldMk cId="3927171300" sldId="4013"/>
        </pc:sldMkLst>
      </pc:sldChg>
    </pc:docChg>
  </pc:docChgLst>
  <pc:docChgLst>
    <pc:chgData name="Mitra, Sayan" userId="5f9b069e-390c-41f3-af3f-6bd4b0fb9710" providerId="ADAL" clId="{603CB73D-5ABF-4B35-AB35-B8B719F0AA85}"/>
    <pc:docChg chg="undo redo custSel addSld delSld modSld sldOrd modMainMaster">
      <pc:chgData name="Mitra, Sayan" userId="5f9b069e-390c-41f3-af3f-6bd4b0fb9710" providerId="ADAL" clId="{603CB73D-5ABF-4B35-AB35-B8B719F0AA85}" dt="2022-07-04T17:29:50.370" v="14622" actId="20577"/>
      <pc:docMkLst>
        <pc:docMk/>
      </pc:docMkLst>
      <pc:sldChg chg="addSp delSp modSp del mod">
        <pc:chgData name="Mitra, Sayan" userId="5f9b069e-390c-41f3-af3f-6bd4b0fb9710" providerId="ADAL" clId="{603CB73D-5ABF-4B35-AB35-B8B719F0AA85}" dt="2022-07-04T10:34:29.649" v="14231" actId="47"/>
        <pc:sldMkLst>
          <pc:docMk/>
          <pc:sldMk cId="0" sldId="260"/>
        </pc:sldMkLst>
        <pc:spChg chg="add mod">
          <ac:chgData name="Mitra, Sayan" userId="5f9b069e-390c-41f3-af3f-6bd4b0fb9710" providerId="ADAL" clId="{603CB73D-5ABF-4B35-AB35-B8B719F0AA85}" dt="2022-07-02T17:00:27.672" v="3494" actId="14100"/>
          <ac:spMkLst>
            <pc:docMk/>
            <pc:sldMk cId="0" sldId="260"/>
            <ac:spMk id="3" creationId="{30688C3C-B5CE-40DD-BE6A-3148EAA334DB}"/>
          </ac:spMkLst>
        </pc:spChg>
        <pc:spChg chg="mod">
          <ac:chgData name="Mitra, Sayan" userId="5f9b069e-390c-41f3-af3f-6bd4b0fb9710" providerId="ADAL" clId="{603CB73D-5ABF-4B35-AB35-B8B719F0AA85}" dt="2022-07-02T16:49:47.804" v="3323" actId="27803"/>
          <ac:spMkLst>
            <pc:docMk/>
            <pc:sldMk cId="0" sldId="260"/>
            <ac:spMk id="7" creationId="{93770A00-3113-4235-BA8F-F90F5B2C52D3}"/>
          </ac:spMkLst>
        </pc:spChg>
        <pc:spChg chg="mod">
          <ac:chgData name="Mitra, Sayan" userId="5f9b069e-390c-41f3-af3f-6bd4b0fb9710" providerId="ADAL" clId="{603CB73D-5ABF-4B35-AB35-B8B719F0AA85}" dt="2022-07-02T16:50:45.991" v="3336" actId="207"/>
          <ac:spMkLst>
            <pc:docMk/>
            <pc:sldMk cId="0" sldId="260"/>
            <ac:spMk id="8" creationId="{0D2F0007-E5B9-4B93-B9F5-5E16CD39B5B7}"/>
          </ac:spMkLst>
        </pc:spChg>
        <pc:spChg chg="add mod ord">
          <ac:chgData name="Mitra, Sayan" userId="5f9b069e-390c-41f3-af3f-6bd4b0fb9710" providerId="ADAL" clId="{603CB73D-5ABF-4B35-AB35-B8B719F0AA85}" dt="2022-07-02T16:55:49.862" v="3447" actId="167"/>
          <ac:spMkLst>
            <pc:docMk/>
            <pc:sldMk cId="0" sldId="260"/>
            <ac:spMk id="11" creationId="{00762CBF-892A-402B-BA0E-F7255CE4A24E}"/>
          </ac:spMkLst>
        </pc:spChg>
        <pc:spChg chg="del mod">
          <ac:chgData name="Mitra, Sayan" userId="5f9b069e-390c-41f3-af3f-6bd4b0fb9710" providerId="ADAL" clId="{603CB73D-5ABF-4B35-AB35-B8B719F0AA85}" dt="2022-07-02T17:00:43.103" v="3496" actId="478"/>
          <ac:spMkLst>
            <pc:docMk/>
            <pc:sldMk cId="0" sldId="260"/>
            <ac:spMk id="22" creationId="{00000000-0000-0000-0000-000000000000}"/>
          </ac:spMkLst>
        </pc:spChg>
        <pc:spChg chg="mod">
          <ac:chgData name="Mitra, Sayan" userId="5f9b069e-390c-41f3-af3f-6bd4b0fb9710" providerId="ADAL" clId="{603CB73D-5ABF-4B35-AB35-B8B719F0AA85}" dt="2022-07-02T16:59:27.922" v="3491" actId="313"/>
          <ac:spMkLst>
            <pc:docMk/>
            <pc:sldMk cId="0" sldId="260"/>
            <ac:spMk id="63" creationId="{C1663F23-E644-4C09-AC17-ACFE93CCAD00}"/>
          </ac:spMkLst>
        </pc:spChg>
        <pc:spChg chg="add del mod">
          <ac:chgData name="Mitra, Sayan" userId="5f9b069e-390c-41f3-af3f-6bd4b0fb9710" providerId="ADAL" clId="{603CB73D-5ABF-4B35-AB35-B8B719F0AA85}" dt="2022-07-02T16:54:05.825" v="3435" actId="478"/>
          <ac:spMkLst>
            <pc:docMk/>
            <pc:sldMk cId="0" sldId="260"/>
            <ac:spMk id="66" creationId="{D86B68F1-7121-4275-AFA8-B2BCF37094AA}"/>
          </ac:spMkLst>
        </pc:spChg>
        <pc:spChg chg="mod">
          <ac:chgData name="Mitra, Sayan" userId="5f9b069e-390c-41f3-af3f-6bd4b0fb9710" providerId="ADAL" clId="{603CB73D-5ABF-4B35-AB35-B8B719F0AA85}" dt="2022-07-02T16:57:29.468" v="3481" actId="12788"/>
          <ac:spMkLst>
            <pc:docMk/>
            <pc:sldMk cId="0" sldId="260"/>
            <ac:spMk id="67" creationId="{8D8F6903-AF4D-47AE-BB1D-645253284DE6}"/>
          </ac:spMkLst>
        </pc:spChg>
        <pc:spChg chg="del mod">
          <ac:chgData name="Mitra, Sayan" userId="5f9b069e-390c-41f3-af3f-6bd4b0fb9710" providerId="ADAL" clId="{603CB73D-5ABF-4B35-AB35-B8B719F0AA85}" dt="2022-07-02T16:59:47.424" v="3492" actId="478"/>
          <ac:spMkLst>
            <pc:docMk/>
            <pc:sldMk cId="0" sldId="260"/>
            <ac:spMk id="82" creationId="{858E6F79-A613-4AA1-99C1-E01BE33916F0}"/>
          </ac:spMkLst>
        </pc:spChg>
        <pc:spChg chg="del">
          <ac:chgData name="Mitra, Sayan" userId="5f9b069e-390c-41f3-af3f-6bd4b0fb9710" providerId="ADAL" clId="{603CB73D-5ABF-4B35-AB35-B8B719F0AA85}" dt="2022-07-02T16:59:47.424" v="3492" actId="478"/>
          <ac:spMkLst>
            <pc:docMk/>
            <pc:sldMk cId="0" sldId="260"/>
            <ac:spMk id="103" creationId="{89462BFB-C678-4672-A436-FD2DE16E2422}"/>
          </ac:spMkLst>
        </pc:spChg>
        <pc:spChg chg="mod">
          <ac:chgData name="Mitra, Sayan" userId="5f9b069e-390c-41f3-af3f-6bd4b0fb9710" providerId="ADAL" clId="{603CB73D-5ABF-4B35-AB35-B8B719F0AA85}" dt="2022-07-02T16:57:29.468" v="3481" actId="12788"/>
          <ac:spMkLst>
            <pc:docMk/>
            <pc:sldMk cId="0" sldId="260"/>
            <ac:spMk id="104" creationId="{64B48B72-E47B-43A2-8B89-EE83804E379D}"/>
          </ac:spMkLst>
        </pc:spChg>
        <pc:spChg chg="del mod">
          <ac:chgData name="Mitra, Sayan" userId="5f9b069e-390c-41f3-af3f-6bd4b0fb9710" providerId="ADAL" clId="{603CB73D-5ABF-4B35-AB35-B8B719F0AA85}" dt="2022-07-02T16:59:47.424" v="3492" actId="478"/>
          <ac:spMkLst>
            <pc:docMk/>
            <pc:sldMk cId="0" sldId="260"/>
            <ac:spMk id="105" creationId="{A18E19EC-891F-4CD8-A748-E17C8C387D8C}"/>
          </ac:spMkLst>
        </pc:spChg>
        <pc:spChg chg="del">
          <ac:chgData name="Mitra, Sayan" userId="5f9b069e-390c-41f3-af3f-6bd4b0fb9710" providerId="ADAL" clId="{603CB73D-5ABF-4B35-AB35-B8B719F0AA85}" dt="2022-07-02T16:55:56.468" v="3448" actId="478"/>
          <ac:spMkLst>
            <pc:docMk/>
            <pc:sldMk cId="0" sldId="260"/>
            <ac:spMk id="110" creationId="{0E8C0761-CEBE-4447-8CEC-7FC8C82B1C58}"/>
          </ac:spMkLst>
        </pc:spChg>
        <pc:spChg chg="mod">
          <ac:chgData name="Mitra, Sayan" userId="5f9b069e-390c-41f3-af3f-6bd4b0fb9710" providerId="ADAL" clId="{603CB73D-5ABF-4B35-AB35-B8B719F0AA85}" dt="2022-07-02T16:57:29.468" v="3481" actId="12788"/>
          <ac:spMkLst>
            <pc:docMk/>
            <pc:sldMk cId="0" sldId="260"/>
            <ac:spMk id="117" creationId="{42EC8AC3-0A20-42DB-B2C1-B821B3F9D68C}"/>
          </ac:spMkLst>
        </pc:spChg>
        <pc:spChg chg="mod">
          <ac:chgData name="Mitra, Sayan" userId="5f9b069e-390c-41f3-af3f-6bd4b0fb9710" providerId="ADAL" clId="{603CB73D-5ABF-4B35-AB35-B8B719F0AA85}" dt="2022-07-02T16:57:29.468" v="3481" actId="12788"/>
          <ac:spMkLst>
            <pc:docMk/>
            <pc:sldMk cId="0" sldId="260"/>
            <ac:spMk id="118" creationId="{0A1BA352-AB33-4A06-B96D-9298F668CF9A}"/>
          </ac:spMkLst>
        </pc:spChg>
        <pc:spChg chg="mod">
          <ac:chgData name="Mitra, Sayan" userId="5f9b069e-390c-41f3-af3f-6bd4b0fb9710" providerId="ADAL" clId="{603CB73D-5ABF-4B35-AB35-B8B719F0AA85}" dt="2022-07-02T16:57:41.710" v="3484" actId="552"/>
          <ac:spMkLst>
            <pc:docMk/>
            <pc:sldMk cId="0" sldId="260"/>
            <ac:spMk id="120" creationId="{C7B1C4FD-E95B-4A33-BD45-8B6B2BEF9D61}"/>
          </ac:spMkLst>
        </pc:spChg>
        <pc:spChg chg="mod">
          <ac:chgData name="Mitra, Sayan" userId="5f9b069e-390c-41f3-af3f-6bd4b0fb9710" providerId="ADAL" clId="{603CB73D-5ABF-4B35-AB35-B8B719F0AA85}" dt="2022-07-02T16:57:41.710" v="3484" actId="552"/>
          <ac:spMkLst>
            <pc:docMk/>
            <pc:sldMk cId="0" sldId="260"/>
            <ac:spMk id="121" creationId="{DF68C146-C461-4FA5-8FB6-973C6A450CD1}"/>
          </ac:spMkLst>
        </pc:spChg>
        <pc:spChg chg="mod">
          <ac:chgData name="Mitra, Sayan" userId="5f9b069e-390c-41f3-af3f-6bd4b0fb9710" providerId="ADAL" clId="{603CB73D-5ABF-4B35-AB35-B8B719F0AA85}" dt="2022-07-02T16:57:29.468" v="3481" actId="12788"/>
          <ac:spMkLst>
            <pc:docMk/>
            <pc:sldMk cId="0" sldId="260"/>
            <ac:spMk id="122" creationId="{EC6B0D73-6856-40BE-A5CC-3331FE2543C7}"/>
          </ac:spMkLst>
        </pc:spChg>
        <pc:spChg chg="mod">
          <ac:chgData name="Mitra, Sayan" userId="5f9b069e-390c-41f3-af3f-6bd4b0fb9710" providerId="ADAL" clId="{603CB73D-5ABF-4B35-AB35-B8B719F0AA85}" dt="2022-07-02T16:57:41.710" v="3484" actId="552"/>
          <ac:spMkLst>
            <pc:docMk/>
            <pc:sldMk cId="0" sldId="260"/>
            <ac:spMk id="125" creationId="{46A0216B-6A55-4A3F-BC03-AC53460CFBF5}"/>
          </ac:spMkLst>
        </pc:spChg>
        <pc:spChg chg="mod">
          <ac:chgData name="Mitra, Sayan" userId="5f9b069e-390c-41f3-af3f-6bd4b0fb9710" providerId="ADAL" clId="{603CB73D-5ABF-4B35-AB35-B8B719F0AA85}" dt="2022-07-02T16:57:29.468" v="3481" actId="12788"/>
          <ac:spMkLst>
            <pc:docMk/>
            <pc:sldMk cId="0" sldId="260"/>
            <ac:spMk id="137" creationId="{CCA43F8A-BEB8-449F-94A7-3CDBBF8841E4}"/>
          </ac:spMkLst>
        </pc:spChg>
        <pc:spChg chg="add del mod">
          <ac:chgData name="Mitra, Sayan" userId="5f9b069e-390c-41f3-af3f-6bd4b0fb9710" providerId="ADAL" clId="{603CB73D-5ABF-4B35-AB35-B8B719F0AA85}" dt="2022-07-02T16:47:54.618" v="3274" actId="478"/>
          <ac:spMkLst>
            <pc:docMk/>
            <pc:sldMk cId="0" sldId="260"/>
            <ac:spMk id="145" creationId="{CBF89692-E65E-4BFE-A8F3-CF704A61F389}"/>
          </ac:spMkLst>
        </pc:spChg>
        <pc:spChg chg="del">
          <ac:chgData name="Mitra, Sayan" userId="5f9b069e-390c-41f3-af3f-6bd4b0fb9710" providerId="ADAL" clId="{603CB73D-5ABF-4B35-AB35-B8B719F0AA85}" dt="2022-07-02T16:56:00.624" v="3449" actId="478"/>
          <ac:spMkLst>
            <pc:docMk/>
            <pc:sldMk cId="0" sldId="260"/>
            <ac:spMk id="149" creationId="{F24DA8F6-7EF1-43E7-8979-DD0DE909CC5B}"/>
          </ac:spMkLst>
        </pc:spChg>
        <pc:spChg chg="del">
          <ac:chgData name="Mitra, Sayan" userId="5f9b069e-390c-41f3-af3f-6bd4b0fb9710" providerId="ADAL" clId="{603CB73D-5ABF-4B35-AB35-B8B719F0AA85}" dt="2022-07-02T16:42:03.329" v="3227" actId="478"/>
          <ac:spMkLst>
            <pc:docMk/>
            <pc:sldMk cId="0" sldId="260"/>
            <ac:spMk id="167" creationId="{48509B84-2D33-4F34-82D9-09B2B1CAC315}"/>
          </ac:spMkLst>
        </pc:spChg>
        <pc:spChg chg="del">
          <ac:chgData name="Mitra, Sayan" userId="5f9b069e-390c-41f3-af3f-6bd4b0fb9710" providerId="ADAL" clId="{603CB73D-5ABF-4B35-AB35-B8B719F0AA85}" dt="2022-07-02T16:42:11.452" v="3230" actId="478"/>
          <ac:spMkLst>
            <pc:docMk/>
            <pc:sldMk cId="0" sldId="260"/>
            <ac:spMk id="168" creationId="{62E39275-41F9-4242-90DD-F4553ABE0C0F}"/>
          </ac:spMkLst>
        </pc:spChg>
        <pc:spChg chg="del">
          <ac:chgData name="Mitra, Sayan" userId="5f9b069e-390c-41f3-af3f-6bd4b0fb9710" providerId="ADAL" clId="{603CB73D-5ABF-4B35-AB35-B8B719F0AA85}" dt="2022-07-02T16:42:15.333" v="3231" actId="478"/>
          <ac:spMkLst>
            <pc:docMk/>
            <pc:sldMk cId="0" sldId="260"/>
            <ac:spMk id="169" creationId="{596DA6FF-63F8-4236-9915-4A869F962E09}"/>
          </ac:spMkLst>
        </pc:spChg>
        <pc:spChg chg="del">
          <ac:chgData name="Mitra, Sayan" userId="5f9b069e-390c-41f3-af3f-6bd4b0fb9710" providerId="ADAL" clId="{603CB73D-5ABF-4B35-AB35-B8B719F0AA85}" dt="2022-07-02T16:42:53.745" v="3241" actId="478"/>
          <ac:spMkLst>
            <pc:docMk/>
            <pc:sldMk cId="0" sldId="260"/>
            <ac:spMk id="170" creationId="{AC38C239-60EB-4127-8722-DC117C7112DD}"/>
          </ac:spMkLst>
        </pc:spChg>
        <pc:spChg chg="del">
          <ac:chgData name="Mitra, Sayan" userId="5f9b069e-390c-41f3-af3f-6bd4b0fb9710" providerId="ADAL" clId="{603CB73D-5ABF-4B35-AB35-B8B719F0AA85}" dt="2022-07-02T16:43:00.974" v="3244" actId="478"/>
          <ac:spMkLst>
            <pc:docMk/>
            <pc:sldMk cId="0" sldId="260"/>
            <ac:spMk id="171" creationId="{257C8B95-FA0A-43E6-85F9-74363DC1315C}"/>
          </ac:spMkLst>
        </pc:spChg>
        <pc:spChg chg="add mod ord">
          <ac:chgData name="Mitra, Sayan" userId="5f9b069e-390c-41f3-af3f-6bd4b0fb9710" providerId="ADAL" clId="{603CB73D-5ABF-4B35-AB35-B8B719F0AA85}" dt="2022-07-02T16:58:24.945" v="3486" actId="207"/>
          <ac:spMkLst>
            <pc:docMk/>
            <pc:sldMk cId="0" sldId="260"/>
            <ac:spMk id="179" creationId="{C0957C0D-6B45-48B2-80BB-C3EAEEDD134F}"/>
          </ac:spMkLst>
        </pc:spChg>
        <pc:grpChg chg="del mod">
          <ac:chgData name="Mitra, Sayan" userId="5f9b069e-390c-41f3-af3f-6bd4b0fb9710" providerId="ADAL" clId="{603CB73D-5ABF-4B35-AB35-B8B719F0AA85}" dt="2022-07-03T14:11:59.099" v="9030" actId="478"/>
          <ac:grpSpMkLst>
            <pc:docMk/>
            <pc:sldMk cId="0" sldId="260"/>
            <ac:grpSpMk id="190" creationId="{FD87DDA2-8FB9-4FE3-9032-D2382262D085}"/>
          </ac:grpSpMkLst>
        </pc:grpChg>
        <pc:picChg chg="add del mod">
          <ac:chgData name="Mitra, Sayan" userId="5f9b069e-390c-41f3-af3f-6bd4b0fb9710" providerId="ADAL" clId="{603CB73D-5ABF-4B35-AB35-B8B719F0AA85}" dt="2022-07-02T16:50:17.532" v="3327" actId="27803"/>
          <ac:picMkLst>
            <pc:docMk/>
            <pc:sldMk cId="0" sldId="260"/>
            <ac:picMk id="6" creationId="{983AFFB1-A194-427E-959C-75D6E7C6FFC9}"/>
          </ac:picMkLst>
        </pc:picChg>
        <pc:cxnChg chg="del">
          <ac:chgData name="Mitra, Sayan" userId="5f9b069e-390c-41f3-af3f-6bd4b0fb9710" providerId="ADAL" clId="{603CB73D-5ABF-4B35-AB35-B8B719F0AA85}" dt="2022-07-02T16:53:26.978" v="3421" actId="478"/>
          <ac:cxnSpMkLst>
            <pc:docMk/>
            <pc:sldMk cId="0" sldId="260"/>
            <ac:cxnSpMk id="23" creationId="{8908C150-1110-4D96-A167-081D91212343}"/>
          </ac:cxnSpMkLst>
        </pc:cxnChg>
        <pc:cxnChg chg="del">
          <ac:chgData name="Mitra, Sayan" userId="5f9b069e-390c-41f3-af3f-6bd4b0fb9710" providerId="ADAL" clId="{603CB73D-5ABF-4B35-AB35-B8B719F0AA85}" dt="2022-07-02T16:59:51.019" v="3493" actId="478"/>
          <ac:cxnSpMkLst>
            <pc:docMk/>
            <pc:sldMk cId="0" sldId="260"/>
            <ac:cxnSpMk id="45" creationId="{FAB4C8D8-7037-4EB2-93D6-F2238FE21701}"/>
          </ac:cxnSpMkLst>
        </pc:cxnChg>
        <pc:cxnChg chg="add del">
          <ac:chgData name="Mitra, Sayan" userId="5f9b069e-390c-41f3-af3f-6bd4b0fb9710" providerId="ADAL" clId="{603CB73D-5ABF-4B35-AB35-B8B719F0AA85}" dt="2022-07-02T16:54:06.087" v="3436" actId="478"/>
          <ac:cxnSpMkLst>
            <pc:docMk/>
            <pc:sldMk cId="0" sldId="260"/>
            <ac:cxnSpMk id="108" creationId="{724C0380-F0E2-456F-B0F2-48CFE4AA440A}"/>
          </ac:cxnSpMkLst>
        </pc:cxnChg>
        <pc:cxnChg chg="del">
          <ac:chgData name="Mitra, Sayan" userId="5f9b069e-390c-41f3-af3f-6bd4b0fb9710" providerId="ADAL" clId="{603CB73D-5ABF-4B35-AB35-B8B719F0AA85}" dt="2022-07-02T16:42:03.329" v="3227" actId="478"/>
          <ac:cxnSpMkLst>
            <pc:docMk/>
            <pc:sldMk cId="0" sldId="260"/>
            <ac:cxnSpMk id="127" creationId="{44A7A12B-5DDE-4848-9D52-B23675052853}"/>
          </ac:cxnSpMkLst>
        </pc:cxnChg>
        <pc:cxnChg chg="del">
          <ac:chgData name="Mitra, Sayan" userId="5f9b069e-390c-41f3-af3f-6bd4b0fb9710" providerId="ADAL" clId="{603CB73D-5ABF-4B35-AB35-B8B719F0AA85}" dt="2022-07-02T16:42:57.541" v="3243" actId="478"/>
          <ac:cxnSpMkLst>
            <pc:docMk/>
            <pc:sldMk cId="0" sldId="260"/>
            <ac:cxnSpMk id="130" creationId="{8459119B-2228-42A8-8BC6-478D2A4F5DDC}"/>
          </ac:cxnSpMkLst>
        </pc:cxnChg>
        <pc:cxnChg chg="del">
          <ac:chgData name="Mitra, Sayan" userId="5f9b069e-390c-41f3-af3f-6bd4b0fb9710" providerId="ADAL" clId="{603CB73D-5ABF-4B35-AB35-B8B719F0AA85}" dt="2022-07-02T16:42:18.040" v="3232" actId="478"/>
          <ac:cxnSpMkLst>
            <pc:docMk/>
            <pc:sldMk cId="0" sldId="260"/>
            <ac:cxnSpMk id="132" creationId="{D7750F9B-5BFF-446C-A619-9D9A6EFE50DF}"/>
          </ac:cxnSpMkLst>
        </pc:cxnChg>
        <pc:cxnChg chg="del">
          <ac:chgData name="Mitra, Sayan" userId="5f9b069e-390c-41f3-af3f-6bd4b0fb9710" providerId="ADAL" clId="{603CB73D-5ABF-4B35-AB35-B8B719F0AA85}" dt="2022-07-02T16:42:53.745" v="3241" actId="478"/>
          <ac:cxnSpMkLst>
            <pc:docMk/>
            <pc:sldMk cId="0" sldId="260"/>
            <ac:cxnSpMk id="133" creationId="{C034A334-10E5-44A0-9BE7-65FB9B886DD5}"/>
          </ac:cxnSpMkLst>
        </pc:cxnChg>
        <pc:cxnChg chg="del">
          <ac:chgData name="Mitra, Sayan" userId="5f9b069e-390c-41f3-af3f-6bd4b0fb9710" providerId="ADAL" clId="{603CB73D-5ABF-4B35-AB35-B8B719F0AA85}" dt="2022-07-02T16:42:55.355" v="3242" actId="478"/>
          <ac:cxnSpMkLst>
            <pc:docMk/>
            <pc:sldMk cId="0" sldId="260"/>
            <ac:cxnSpMk id="139" creationId="{93F48A33-4B16-46B7-9AC2-2D19ADA88AF2}"/>
          </ac:cxnSpMkLst>
        </pc:cxnChg>
        <pc:cxnChg chg="del">
          <ac:chgData name="Mitra, Sayan" userId="5f9b069e-390c-41f3-af3f-6bd4b0fb9710" providerId="ADAL" clId="{603CB73D-5ABF-4B35-AB35-B8B719F0AA85}" dt="2022-07-02T16:42:41.664" v="3238" actId="478"/>
          <ac:cxnSpMkLst>
            <pc:docMk/>
            <pc:sldMk cId="0" sldId="260"/>
            <ac:cxnSpMk id="140" creationId="{9E245ED3-F660-4DD2-A5BA-F7794EAA647D}"/>
          </ac:cxnSpMkLst>
        </pc:cxnChg>
        <pc:cxnChg chg="add del">
          <ac:chgData name="Mitra, Sayan" userId="5f9b069e-390c-41f3-af3f-6bd4b0fb9710" providerId="ADAL" clId="{603CB73D-5ABF-4B35-AB35-B8B719F0AA85}" dt="2022-07-02T16:42:48.306" v="3240" actId="478"/>
          <ac:cxnSpMkLst>
            <pc:docMk/>
            <pc:sldMk cId="0" sldId="260"/>
            <ac:cxnSpMk id="141" creationId="{9EBF7251-E6F1-459C-AE7A-017266FFBA1B}"/>
          </ac:cxnSpMkLst>
        </pc:cxnChg>
        <pc:cxnChg chg="del">
          <ac:chgData name="Mitra, Sayan" userId="5f9b069e-390c-41f3-af3f-6bd4b0fb9710" providerId="ADAL" clId="{603CB73D-5ABF-4B35-AB35-B8B719F0AA85}" dt="2022-07-02T16:42:45.650" v="3239" actId="478"/>
          <ac:cxnSpMkLst>
            <pc:docMk/>
            <pc:sldMk cId="0" sldId="260"/>
            <ac:cxnSpMk id="142" creationId="{0120B290-1CDF-422D-B890-B3F3CCEC9147}"/>
          </ac:cxnSpMkLst>
        </pc:cxnChg>
        <pc:cxnChg chg="del">
          <ac:chgData name="Mitra, Sayan" userId="5f9b069e-390c-41f3-af3f-6bd4b0fb9710" providerId="ADAL" clId="{603CB73D-5ABF-4B35-AB35-B8B719F0AA85}" dt="2022-07-02T16:43:03.043" v="3245" actId="478"/>
          <ac:cxnSpMkLst>
            <pc:docMk/>
            <pc:sldMk cId="0" sldId="260"/>
            <ac:cxnSpMk id="143" creationId="{8A993C14-289B-4353-8C15-9EDD4AA560EC}"/>
          </ac:cxnSpMkLst>
        </pc:cxnChg>
        <pc:cxnChg chg="del">
          <ac:chgData name="Mitra, Sayan" userId="5f9b069e-390c-41f3-af3f-6bd4b0fb9710" providerId="ADAL" clId="{603CB73D-5ABF-4B35-AB35-B8B719F0AA85}" dt="2022-07-02T16:43:05.104" v="3246" actId="478"/>
          <ac:cxnSpMkLst>
            <pc:docMk/>
            <pc:sldMk cId="0" sldId="260"/>
            <ac:cxnSpMk id="144" creationId="{1069BA3B-3536-4F3B-9C2B-727AD9985950}"/>
          </ac:cxnSpMkLst>
        </pc:cxnChg>
        <pc:cxnChg chg="del">
          <ac:chgData name="Mitra, Sayan" userId="5f9b069e-390c-41f3-af3f-6bd4b0fb9710" providerId="ADAL" clId="{603CB73D-5ABF-4B35-AB35-B8B719F0AA85}" dt="2022-07-02T16:42:30.995" v="3235" actId="478"/>
          <ac:cxnSpMkLst>
            <pc:docMk/>
            <pc:sldMk cId="0" sldId="260"/>
            <ac:cxnSpMk id="148" creationId="{BD940D0B-4E23-4C5A-8BAD-6C5728F2A207}"/>
          </ac:cxnSpMkLst>
        </pc:cxnChg>
        <pc:cxnChg chg="del">
          <ac:chgData name="Mitra, Sayan" userId="5f9b069e-390c-41f3-af3f-6bd4b0fb9710" providerId="ADAL" clId="{603CB73D-5ABF-4B35-AB35-B8B719F0AA85}" dt="2022-07-02T16:42:30.995" v="3235" actId="478"/>
          <ac:cxnSpMkLst>
            <pc:docMk/>
            <pc:sldMk cId="0" sldId="260"/>
            <ac:cxnSpMk id="150" creationId="{01A43B2E-4915-45E5-967C-93921E98B9B2}"/>
          </ac:cxnSpMkLst>
        </pc:cxnChg>
        <pc:cxnChg chg="del">
          <ac:chgData name="Mitra, Sayan" userId="5f9b069e-390c-41f3-af3f-6bd4b0fb9710" providerId="ADAL" clId="{603CB73D-5ABF-4B35-AB35-B8B719F0AA85}" dt="2022-07-02T16:42:39.909" v="3237" actId="478"/>
          <ac:cxnSpMkLst>
            <pc:docMk/>
            <pc:sldMk cId="0" sldId="260"/>
            <ac:cxnSpMk id="152" creationId="{E0E0714A-06E1-485E-834B-F5861A4B9C99}"/>
          </ac:cxnSpMkLst>
        </pc:cxnChg>
        <pc:cxnChg chg="del">
          <ac:chgData name="Mitra, Sayan" userId="5f9b069e-390c-41f3-af3f-6bd4b0fb9710" providerId="ADAL" clId="{603CB73D-5ABF-4B35-AB35-B8B719F0AA85}" dt="2022-07-02T16:42:39.909" v="3237" actId="478"/>
          <ac:cxnSpMkLst>
            <pc:docMk/>
            <pc:sldMk cId="0" sldId="260"/>
            <ac:cxnSpMk id="154" creationId="{602DBD2B-A60D-4235-A403-77C4D8707098}"/>
          </ac:cxnSpMkLst>
        </pc:cxnChg>
        <pc:cxnChg chg="del">
          <ac:chgData name="Mitra, Sayan" userId="5f9b069e-390c-41f3-af3f-6bd4b0fb9710" providerId="ADAL" clId="{603CB73D-5ABF-4B35-AB35-B8B719F0AA85}" dt="2022-07-02T16:42:34.045" v="3236" actId="478"/>
          <ac:cxnSpMkLst>
            <pc:docMk/>
            <pc:sldMk cId="0" sldId="260"/>
            <ac:cxnSpMk id="155" creationId="{6AADC33C-B622-4D90-9D8C-7E38606DBBFC}"/>
          </ac:cxnSpMkLst>
        </pc:cxnChg>
        <pc:cxnChg chg="del">
          <ac:chgData name="Mitra, Sayan" userId="5f9b069e-390c-41f3-af3f-6bd4b0fb9710" providerId="ADAL" clId="{603CB73D-5ABF-4B35-AB35-B8B719F0AA85}" dt="2022-07-02T16:42:05.788" v="3228" actId="478"/>
          <ac:cxnSpMkLst>
            <pc:docMk/>
            <pc:sldMk cId="0" sldId="260"/>
            <ac:cxnSpMk id="161" creationId="{C96662AD-C14E-4BCB-9458-44B54F1B3614}"/>
          </ac:cxnSpMkLst>
        </pc:cxnChg>
        <pc:cxnChg chg="del">
          <ac:chgData name="Mitra, Sayan" userId="5f9b069e-390c-41f3-af3f-6bd4b0fb9710" providerId="ADAL" clId="{603CB73D-5ABF-4B35-AB35-B8B719F0AA85}" dt="2022-07-02T16:42:11.452" v="3230" actId="478"/>
          <ac:cxnSpMkLst>
            <pc:docMk/>
            <pc:sldMk cId="0" sldId="260"/>
            <ac:cxnSpMk id="178" creationId="{022DE0F3-6BD1-4933-AE31-D68456628006}"/>
          </ac:cxnSpMkLst>
        </pc:cxnChg>
        <pc:cxnChg chg="del">
          <ac:chgData name="Mitra, Sayan" userId="5f9b069e-390c-41f3-af3f-6bd4b0fb9710" providerId="ADAL" clId="{603CB73D-5ABF-4B35-AB35-B8B719F0AA85}" dt="2022-07-02T16:56:00.624" v="3449" actId="478"/>
          <ac:cxnSpMkLst>
            <pc:docMk/>
            <pc:sldMk cId="0" sldId="260"/>
            <ac:cxnSpMk id="180" creationId="{24B943AD-D996-4C15-8337-060117B2FF1E}"/>
          </ac:cxnSpMkLst>
        </pc:cxnChg>
        <pc:cxnChg chg="del">
          <ac:chgData name="Mitra, Sayan" userId="5f9b069e-390c-41f3-af3f-6bd4b0fb9710" providerId="ADAL" clId="{603CB73D-5ABF-4B35-AB35-B8B719F0AA85}" dt="2022-07-03T14:11:53.872" v="9029" actId="478"/>
          <ac:cxnSpMkLst>
            <pc:docMk/>
            <pc:sldMk cId="0" sldId="260"/>
            <ac:cxnSpMk id="184" creationId="{CC047D91-D0AD-4657-A436-67D7EC0B6685}"/>
          </ac:cxnSpMkLst>
        </pc:cxnChg>
        <pc:cxnChg chg="del">
          <ac:chgData name="Mitra, Sayan" userId="5f9b069e-390c-41f3-af3f-6bd4b0fb9710" providerId="ADAL" clId="{603CB73D-5ABF-4B35-AB35-B8B719F0AA85}" dt="2022-07-02T16:42:15.333" v="3231" actId="478"/>
          <ac:cxnSpMkLst>
            <pc:docMk/>
            <pc:sldMk cId="0" sldId="260"/>
            <ac:cxnSpMk id="192" creationId="{4FB703EC-9A10-4B79-B629-EBDB773D2C28}"/>
          </ac:cxnSpMkLst>
        </pc:cxnChg>
        <pc:cxnChg chg="del">
          <ac:chgData name="Mitra, Sayan" userId="5f9b069e-390c-41f3-af3f-6bd4b0fb9710" providerId="ADAL" clId="{603CB73D-5ABF-4B35-AB35-B8B719F0AA85}" dt="2022-07-02T16:42:08.201" v="3229" actId="478"/>
          <ac:cxnSpMkLst>
            <pc:docMk/>
            <pc:sldMk cId="0" sldId="260"/>
            <ac:cxnSpMk id="206" creationId="{DD5EE594-3D2A-493D-9BB8-EDDC64C0928F}"/>
          </ac:cxnSpMkLst>
        </pc:cxnChg>
      </pc:sldChg>
      <pc:sldChg chg="del">
        <pc:chgData name="Mitra, Sayan" userId="5f9b069e-390c-41f3-af3f-6bd4b0fb9710" providerId="ADAL" clId="{603CB73D-5ABF-4B35-AB35-B8B719F0AA85}" dt="2022-06-28T16:05:30.457" v="316" actId="47"/>
        <pc:sldMkLst>
          <pc:docMk/>
          <pc:sldMk cId="3091055145" sldId="381"/>
        </pc:sldMkLst>
      </pc:sldChg>
      <pc:sldChg chg="modSp del mod">
        <pc:chgData name="Mitra, Sayan" userId="5f9b069e-390c-41f3-af3f-6bd4b0fb9710" providerId="ADAL" clId="{603CB73D-5ABF-4B35-AB35-B8B719F0AA85}" dt="2022-06-28T16:01:55.084" v="248" actId="47"/>
        <pc:sldMkLst>
          <pc:docMk/>
          <pc:sldMk cId="1354766238" sldId="382"/>
        </pc:sldMkLst>
        <pc:spChg chg="mod">
          <ac:chgData name="Mitra, Sayan" userId="5f9b069e-390c-41f3-af3f-6bd4b0fb9710" providerId="ADAL" clId="{603CB73D-5ABF-4B35-AB35-B8B719F0AA85}" dt="2022-06-28T12:25:41.697" v="8" actId="20577"/>
          <ac:spMkLst>
            <pc:docMk/>
            <pc:sldMk cId="1354766238" sldId="382"/>
            <ac:spMk id="41" creationId="{5E5BF44B-A8F6-47AC-9AE5-5215FCAAB6E7}"/>
          </ac:spMkLst>
        </pc:spChg>
      </pc:sldChg>
      <pc:sldChg chg="del">
        <pc:chgData name="Mitra, Sayan" userId="5f9b069e-390c-41f3-af3f-6bd4b0fb9710" providerId="ADAL" clId="{603CB73D-5ABF-4B35-AB35-B8B719F0AA85}" dt="2022-06-28T12:28:22.633" v="9" actId="47"/>
        <pc:sldMkLst>
          <pc:docMk/>
          <pc:sldMk cId="3212148087" sldId="385"/>
        </pc:sldMkLst>
      </pc:sldChg>
      <pc:sldChg chg="modSp del mod ord">
        <pc:chgData name="Mitra, Sayan" userId="5f9b069e-390c-41f3-af3f-6bd4b0fb9710" providerId="ADAL" clId="{603CB73D-5ABF-4B35-AB35-B8B719F0AA85}" dt="2022-06-28T16:42:28.047" v="804" actId="47"/>
        <pc:sldMkLst>
          <pc:docMk/>
          <pc:sldMk cId="1826934169" sldId="387"/>
        </pc:sldMkLst>
        <pc:spChg chg="mod">
          <ac:chgData name="Mitra, Sayan" userId="5f9b069e-390c-41f3-af3f-6bd4b0fb9710" providerId="ADAL" clId="{603CB73D-5ABF-4B35-AB35-B8B719F0AA85}" dt="2022-06-28T12:38:59.094" v="56" actId="20577"/>
          <ac:spMkLst>
            <pc:docMk/>
            <pc:sldMk cId="1826934169" sldId="387"/>
            <ac:spMk id="56" creationId="{52607AC4-9456-4DA4-8036-BEDFBFC1BA6E}"/>
          </ac:spMkLst>
        </pc:spChg>
      </pc:sldChg>
      <pc:sldChg chg="addSp delSp modSp add del mod modClrScheme chgLayout">
        <pc:chgData name="Mitra, Sayan" userId="5f9b069e-390c-41f3-af3f-6bd4b0fb9710" providerId="ADAL" clId="{603CB73D-5ABF-4B35-AB35-B8B719F0AA85}" dt="2022-07-03T04:49:08.445" v="7210" actId="47"/>
        <pc:sldMkLst>
          <pc:docMk/>
          <pc:sldMk cId="1174990228" sldId="528"/>
        </pc:sldMkLst>
        <pc:spChg chg="add del mod">
          <ac:chgData name="Mitra, Sayan" userId="5f9b069e-390c-41f3-af3f-6bd4b0fb9710" providerId="ADAL" clId="{603CB73D-5ABF-4B35-AB35-B8B719F0AA85}" dt="2022-07-03T04:47:54.793" v="7154" actId="21"/>
          <ac:spMkLst>
            <pc:docMk/>
            <pc:sldMk cId="1174990228" sldId="528"/>
            <ac:spMk id="2" creationId="{C3B5304A-D4F1-4382-95BB-D3DA9DF21C9F}"/>
          </ac:spMkLst>
        </pc:spChg>
        <pc:spChg chg="add del mod ord">
          <ac:chgData name="Mitra, Sayan" userId="5f9b069e-390c-41f3-af3f-6bd4b0fb9710" providerId="ADAL" clId="{603CB73D-5ABF-4B35-AB35-B8B719F0AA85}" dt="2022-07-03T04:47:43.275" v="7152" actId="700"/>
          <ac:spMkLst>
            <pc:docMk/>
            <pc:sldMk cId="1174990228" sldId="528"/>
            <ac:spMk id="3" creationId="{D4745C33-018E-4306-9E97-3F91DA94E563}"/>
          </ac:spMkLst>
        </pc:spChg>
        <pc:spChg chg="del mod">
          <ac:chgData name="Mitra, Sayan" userId="5f9b069e-390c-41f3-af3f-6bd4b0fb9710" providerId="ADAL" clId="{603CB73D-5ABF-4B35-AB35-B8B719F0AA85}" dt="2022-07-03T04:47:54.793" v="7154" actId="21"/>
          <ac:spMkLst>
            <pc:docMk/>
            <pc:sldMk cId="1174990228" sldId="528"/>
            <ac:spMk id="4" creationId="{00000000-0000-0000-0000-000000000000}"/>
          </ac:spMkLst>
        </pc:spChg>
        <pc:spChg chg="del mod">
          <ac:chgData name="Mitra, Sayan" userId="5f9b069e-390c-41f3-af3f-6bd4b0fb9710" providerId="ADAL" clId="{603CB73D-5ABF-4B35-AB35-B8B719F0AA85}" dt="2022-07-03T04:47:54.793" v="7154" actId="21"/>
          <ac:spMkLst>
            <pc:docMk/>
            <pc:sldMk cId="1174990228" sldId="528"/>
            <ac:spMk id="50" creationId="{00000000-0000-0000-0000-000000000000}"/>
          </ac:spMkLst>
        </pc:spChg>
        <pc:spChg chg="del mod">
          <ac:chgData name="Mitra, Sayan" userId="5f9b069e-390c-41f3-af3f-6bd4b0fb9710" providerId="ADAL" clId="{603CB73D-5ABF-4B35-AB35-B8B719F0AA85}" dt="2022-07-03T04:47:54.793" v="7154" actId="21"/>
          <ac:spMkLst>
            <pc:docMk/>
            <pc:sldMk cId="1174990228" sldId="528"/>
            <ac:spMk id="51" creationId="{00000000-0000-0000-0000-000000000000}"/>
          </ac:spMkLst>
        </pc:spChg>
        <pc:spChg chg="del mod ord">
          <ac:chgData name="Mitra, Sayan" userId="5f9b069e-390c-41f3-af3f-6bd4b0fb9710" providerId="ADAL" clId="{603CB73D-5ABF-4B35-AB35-B8B719F0AA85}" dt="2022-07-03T04:47:54.793" v="7154" actId="21"/>
          <ac:spMkLst>
            <pc:docMk/>
            <pc:sldMk cId="1174990228" sldId="528"/>
            <ac:spMk id="60" creationId="{00000000-0000-0000-0000-000000000000}"/>
          </ac:spMkLst>
        </pc:spChg>
        <pc:spChg chg="del mod">
          <ac:chgData name="Mitra, Sayan" userId="5f9b069e-390c-41f3-af3f-6bd4b0fb9710" providerId="ADAL" clId="{603CB73D-5ABF-4B35-AB35-B8B719F0AA85}" dt="2022-07-03T04:47:54.793" v="7154" actId="21"/>
          <ac:spMkLst>
            <pc:docMk/>
            <pc:sldMk cId="1174990228" sldId="528"/>
            <ac:spMk id="61" creationId="{00000000-0000-0000-0000-000000000000}"/>
          </ac:spMkLst>
        </pc:spChg>
        <pc:spChg chg="del mod">
          <ac:chgData name="Mitra, Sayan" userId="5f9b069e-390c-41f3-af3f-6bd4b0fb9710" providerId="ADAL" clId="{603CB73D-5ABF-4B35-AB35-B8B719F0AA85}" dt="2022-07-03T04:47:54.793" v="7154" actId="21"/>
          <ac:spMkLst>
            <pc:docMk/>
            <pc:sldMk cId="1174990228" sldId="528"/>
            <ac:spMk id="62" creationId="{00000000-0000-0000-0000-000000000000}"/>
          </ac:spMkLst>
        </pc:spChg>
        <pc:spChg chg="del mod">
          <ac:chgData name="Mitra, Sayan" userId="5f9b069e-390c-41f3-af3f-6bd4b0fb9710" providerId="ADAL" clId="{603CB73D-5ABF-4B35-AB35-B8B719F0AA85}" dt="2022-07-03T04:47:54.793" v="7154" actId="21"/>
          <ac:spMkLst>
            <pc:docMk/>
            <pc:sldMk cId="1174990228" sldId="528"/>
            <ac:spMk id="63" creationId="{00000000-0000-0000-0000-000000000000}"/>
          </ac:spMkLst>
        </pc:spChg>
        <pc:spChg chg="del mod ord">
          <ac:chgData name="Mitra, Sayan" userId="5f9b069e-390c-41f3-af3f-6bd4b0fb9710" providerId="ADAL" clId="{603CB73D-5ABF-4B35-AB35-B8B719F0AA85}" dt="2022-07-03T04:47:54.793" v="7154" actId="21"/>
          <ac:spMkLst>
            <pc:docMk/>
            <pc:sldMk cId="1174990228" sldId="528"/>
            <ac:spMk id="70" creationId="{00000000-0000-0000-0000-000000000000}"/>
          </ac:spMkLst>
        </pc:spChg>
        <pc:spChg chg="del mod ord">
          <ac:chgData name="Mitra, Sayan" userId="5f9b069e-390c-41f3-af3f-6bd4b0fb9710" providerId="ADAL" clId="{603CB73D-5ABF-4B35-AB35-B8B719F0AA85}" dt="2022-07-03T04:47:54.793" v="7154" actId="21"/>
          <ac:spMkLst>
            <pc:docMk/>
            <pc:sldMk cId="1174990228" sldId="528"/>
            <ac:spMk id="71" creationId="{00000000-0000-0000-0000-000000000000}"/>
          </ac:spMkLst>
        </pc:spChg>
        <pc:spChg chg="del mod">
          <ac:chgData name="Mitra, Sayan" userId="5f9b069e-390c-41f3-af3f-6bd4b0fb9710" providerId="ADAL" clId="{603CB73D-5ABF-4B35-AB35-B8B719F0AA85}" dt="2022-07-03T04:47:54.793" v="7154" actId="21"/>
          <ac:spMkLst>
            <pc:docMk/>
            <pc:sldMk cId="1174990228" sldId="528"/>
            <ac:spMk id="72" creationId="{00000000-0000-0000-0000-000000000000}"/>
          </ac:spMkLst>
        </pc:spChg>
        <pc:spChg chg="del mod ord">
          <ac:chgData name="Mitra, Sayan" userId="5f9b069e-390c-41f3-af3f-6bd4b0fb9710" providerId="ADAL" clId="{603CB73D-5ABF-4B35-AB35-B8B719F0AA85}" dt="2022-07-03T04:47:54.793" v="7154" actId="21"/>
          <ac:spMkLst>
            <pc:docMk/>
            <pc:sldMk cId="1174990228" sldId="528"/>
            <ac:spMk id="79" creationId="{00000000-0000-0000-0000-000000000000}"/>
          </ac:spMkLst>
        </pc:spChg>
        <pc:spChg chg="del mod ord">
          <ac:chgData name="Mitra, Sayan" userId="5f9b069e-390c-41f3-af3f-6bd4b0fb9710" providerId="ADAL" clId="{603CB73D-5ABF-4B35-AB35-B8B719F0AA85}" dt="2022-07-03T04:47:54.793" v="7154" actId="21"/>
          <ac:spMkLst>
            <pc:docMk/>
            <pc:sldMk cId="1174990228" sldId="528"/>
            <ac:spMk id="80" creationId="{00000000-0000-0000-0000-000000000000}"/>
          </ac:spMkLst>
        </pc:spChg>
        <pc:spChg chg="del mod ord">
          <ac:chgData name="Mitra, Sayan" userId="5f9b069e-390c-41f3-af3f-6bd4b0fb9710" providerId="ADAL" clId="{603CB73D-5ABF-4B35-AB35-B8B719F0AA85}" dt="2022-07-03T04:47:54.793" v="7154" actId="21"/>
          <ac:spMkLst>
            <pc:docMk/>
            <pc:sldMk cId="1174990228" sldId="528"/>
            <ac:spMk id="81" creationId="{00000000-0000-0000-0000-000000000000}"/>
          </ac:spMkLst>
        </pc:spChg>
        <pc:grpChg chg="del mod">
          <ac:chgData name="Mitra, Sayan" userId="5f9b069e-390c-41f3-af3f-6bd4b0fb9710" providerId="ADAL" clId="{603CB73D-5ABF-4B35-AB35-B8B719F0AA85}" dt="2022-07-03T04:47:54.793" v="7154" actId="21"/>
          <ac:grpSpMkLst>
            <pc:docMk/>
            <pc:sldMk cId="1174990228" sldId="528"/>
            <ac:grpSpMk id="64" creationId="{00000000-0000-0000-0000-000000000000}"/>
          </ac:grpSpMkLst>
        </pc:grpChg>
        <pc:grpChg chg="del mod">
          <ac:chgData name="Mitra, Sayan" userId="5f9b069e-390c-41f3-af3f-6bd4b0fb9710" providerId="ADAL" clId="{603CB73D-5ABF-4B35-AB35-B8B719F0AA85}" dt="2022-07-03T04:47:54.793" v="7154" actId="21"/>
          <ac:grpSpMkLst>
            <pc:docMk/>
            <pc:sldMk cId="1174990228" sldId="528"/>
            <ac:grpSpMk id="65" creationId="{00000000-0000-0000-0000-000000000000}"/>
          </ac:grpSpMkLst>
        </pc:grpChg>
        <pc:grpChg chg="del mod">
          <ac:chgData name="Mitra, Sayan" userId="5f9b069e-390c-41f3-af3f-6bd4b0fb9710" providerId="ADAL" clId="{603CB73D-5ABF-4B35-AB35-B8B719F0AA85}" dt="2022-07-03T04:47:54.793" v="7154" actId="21"/>
          <ac:grpSpMkLst>
            <pc:docMk/>
            <pc:sldMk cId="1174990228" sldId="528"/>
            <ac:grpSpMk id="66" creationId="{00000000-0000-0000-0000-000000000000}"/>
          </ac:grpSpMkLst>
        </pc:grpChg>
        <pc:grpChg chg="del mod">
          <ac:chgData name="Mitra, Sayan" userId="5f9b069e-390c-41f3-af3f-6bd4b0fb9710" providerId="ADAL" clId="{603CB73D-5ABF-4B35-AB35-B8B719F0AA85}" dt="2022-07-03T04:47:54.793" v="7154" actId="21"/>
          <ac:grpSpMkLst>
            <pc:docMk/>
            <pc:sldMk cId="1174990228" sldId="528"/>
            <ac:grpSpMk id="67" creationId="{00000000-0000-0000-0000-000000000000}"/>
          </ac:grpSpMkLst>
        </pc:grpChg>
        <pc:grpChg chg="del mod">
          <ac:chgData name="Mitra, Sayan" userId="5f9b069e-390c-41f3-af3f-6bd4b0fb9710" providerId="ADAL" clId="{603CB73D-5ABF-4B35-AB35-B8B719F0AA85}" dt="2022-07-03T04:47:54.793" v="7154" actId="21"/>
          <ac:grpSpMkLst>
            <pc:docMk/>
            <pc:sldMk cId="1174990228" sldId="528"/>
            <ac:grpSpMk id="68" creationId="{00000000-0000-0000-0000-000000000000}"/>
          </ac:grpSpMkLst>
        </pc:grpChg>
        <pc:grpChg chg="del mod">
          <ac:chgData name="Mitra, Sayan" userId="5f9b069e-390c-41f3-af3f-6bd4b0fb9710" providerId="ADAL" clId="{603CB73D-5ABF-4B35-AB35-B8B719F0AA85}" dt="2022-07-03T04:47:54.793" v="7154" actId="21"/>
          <ac:grpSpMkLst>
            <pc:docMk/>
            <pc:sldMk cId="1174990228" sldId="528"/>
            <ac:grpSpMk id="69" creationId="{00000000-0000-0000-0000-000000000000}"/>
          </ac:grpSpMkLst>
        </pc:grpChg>
      </pc:sldChg>
      <pc:sldChg chg="del">
        <pc:chgData name="Mitra, Sayan" userId="5f9b069e-390c-41f3-af3f-6bd4b0fb9710" providerId="ADAL" clId="{603CB73D-5ABF-4B35-AB35-B8B719F0AA85}" dt="2022-06-28T16:02:01.505" v="250" actId="47"/>
        <pc:sldMkLst>
          <pc:docMk/>
          <pc:sldMk cId="1861270906" sldId="572"/>
        </pc:sldMkLst>
      </pc:sldChg>
      <pc:sldChg chg="modSp mod">
        <pc:chgData name="Mitra, Sayan" userId="5f9b069e-390c-41f3-af3f-6bd4b0fb9710" providerId="ADAL" clId="{603CB73D-5ABF-4B35-AB35-B8B719F0AA85}" dt="2022-06-28T16:29:44.340" v="580" actId="20577"/>
        <pc:sldMkLst>
          <pc:docMk/>
          <pc:sldMk cId="3709311350" sldId="624"/>
        </pc:sldMkLst>
        <pc:spChg chg="mod">
          <ac:chgData name="Mitra, Sayan" userId="5f9b069e-390c-41f3-af3f-6bd4b0fb9710" providerId="ADAL" clId="{603CB73D-5ABF-4B35-AB35-B8B719F0AA85}" dt="2022-06-28T16:29:44.340" v="580" actId="20577"/>
          <ac:spMkLst>
            <pc:docMk/>
            <pc:sldMk cId="3709311350" sldId="624"/>
            <ac:spMk id="4" creationId="{498ABFF3-40E3-4F47-9A1D-87E681E5C461}"/>
          </ac:spMkLst>
        </pc:spChg>
      </pc:sldChg>
      <pc:sldChg chg="addSp modSp add del mod">
        <pc:chgData name="Mitra, Sayan" userId="5f9b069e-390c-41f3-af3f-6bd4b0fb9710" providerId="ADAL" clId="{603CB73D-5ABF-4B35-AB35-B8B719F0AA85}" dt="2022-07-03T14:38:02.966" v="10239" actId="47"/>
        <pc:sldMkLst>
          <pc:docMk/>
          <pc:sldMk cId="2681813362" sldId="705"/>
        </pc:sldMkLst>
        <pc:spChg chg="add mod">
          <ac:chgData name="Mitra, Sayan" userId="5f9b069e-390c-41f3-af3f-6bd4b0fb9710" providerId="ADAL" clId="{603CB73D-5ABF-4B35-AB35-B8B719F0AA85}" dt="2022-07-03T14:01:55.624" v="8938" actId="1035"/>
          <ac:spMkLst>
            <pc:docMk/>
            <pc:sldMk cId="2681813362" sldId="705"/>
            <ac:spMk id="2" creationId="{372EA2E2-616C-459B-9C60-22B404271FD8}"/>
          </ac:spMkLst>
        </pc:spChg>
        <pc:spChg chg="mod">
          <ac:chgData name="Mitra, Sayan" userId="5f9b069e-390c-41f3-af3f-6bd4b0fb9710" providerId="ADAL" clId="{603CB73D-5ABF-4B35-AB35-B8B719F0AA85}" dt="2022-07-03T14:30:46.062" v="9963" actId="255"/>
          <ac:spMkLst>
            <pc:docMk/>
            <pc:sldMk cId="2681813362" sldId="705"/>
            <ac:spMk id="41" creationId="{00000000-0000-0000-0000-000000000000}"/>
          </ac:spMkLst>
        </pc:spChg>
        <pc:spChg chg="mod">
          <ac:chgData name="Mitra, Sayan" userId="5f9b069e-390c-41f3-af3f-6bd4b0fb9710" providerId="ADAL" clId="{603CB73D-5ABF-4B35-AB35-B8B719F0AA85}" dt="2022-07-03T14:30:46.062" v="9963" actId="255"/>
          <ac:spMkLst>
            <pc:docMk/>
            <pc:sldMk cId="2681813362" sldId="705"/>
            <ac:spMk id="42" creationId="{00000000-0000-0000-0000-000000000000}"/>
          </ac:spMkLst>
        </pc:spChg>
        <pc:spChg chg="mod">
          <ac:chgData name="Mitra, Sayan" userId="5f9b069e-390c-41f3-af3f-6bd4b0fb9710" providerId="ADAL" clId="{603CB73D-5ABF-4B35-AB35-B8B719F0AA85}" dt="2022-07-03T14:23:43.602" v="9319" actId="255"/>
          <ac:spMkLst>
            <pc:docMk/>
            <pc:sldMk cId="2681813362" sldId="705"/>
            <ac:spMk id="45" creationId="{00000000-0000-0000-0000-000000000000}"/>
          </ac:spMkLst>
        </pc:spChg>
        <pc:spChg chg="mod">
          <ac:chgData name="Mitra, Sayan" userId="5f9b069e-390c-41f3-af3f-6bd4b0fb9710" providerId="ADAL" clId="{603CB73D-5ABF-4B35-AB35-B8B719F0AA85}" dt="2022-07-03T14:23:43.602" v="9319" actId="255"/>
          <ac:spMkLst>
            <pc:docMk/>
            <pc:sldMk cId="2681813362" sldId="705"/>
            <ac:spMk id="48" creationId="{00000000-0000-0000-0000-000000000000}"/>
          </ac:spMkLst>
        </pc:spChg>
        <pc:spChg chg="mod">
          <ac:chgData name="Mitra, Sayan" userId="5f9b069e-390c-41f3-af3f-6bd4b0fb9710" providerId="ADAL" clId="{603CB73D-5ABF-4B35-AB35-B8B719F0AA85}" dt="2022-07-03T14:33:02.764" v="10153" actId="255"/>
          <ac:spMkLst>
            <pc:docMk/>
            <pc:sldMk cId="2681813362" sldId="705"/>
            <ac:spMk id="50" creationId="{00000000-0000-0000-0000-000000000000}"/>
          </ac:spMkLst>
        </pc:spChg>
        <pc:spChg chg="mod">
          <ac:chgData name="Mitra, Sayan" userId="5f9b069e-390c-41f3-af3f-6bd4b0fb9710" providerId="ADAL" clId="{603CB73D-5ABF-4B35-AB35-B8B719F0AA85}" dt="2022-07-03T14:33:02.764" v="10153" actId="255"/>
          <ac:spMkLst>
            <pc:docMk/>
            <pc:sldMk cId="2681813362" sldId="705"/>
            <ac:spMk id="51" creationId="{00000000-0000-0000-0000-000000000000}"/>
          </ac:spMkLst>
        </pc:spChg>
        <pc:spChg chg="mod">
          <ac:chgData name="Mitra, Sayan" userId="5f9b069e-390c-41f3-af3f-6bd4b0fb9710" providerId="ADAL" clId="{603CB73D-5ABF-4B35-AB35-B8B719F0AA85}" dt="2022-07-03T14:22:31.243" v="9183" actId="255"/>
          <ac:spMkLst>
            <pc:docMk/>
            <pc:sldMk cId="2681813362" sldId="705"/>
            <ac:spMk id="53" creationId="{00000000-0000-0000-0000-000000000000}"/>
          </ac:spMkLst>
        </pc:spChg>
        <pc:spChg chg="mod">
          <ac:chgData name="Mitra, Sayan" userId="5f9b069e-390c-41f3-af3f-6bd4b0fb9710" providerId="ADAL" clId="{603CB73D-5ABF-4B35-AB35-B8B719F0AA85}" dt="2022-07-03T14:22:35.336" v="9184" actId="14100"/>
          <ac:spMkLst>
            <pc:docMk/>
            <pc:sldMk cId="2681813362" sldId="705"/>
            <ac:spMk id="54" creationId="{00000000-0000-0000-0000-000000000000}"/>
          </ac:spMkLst>
        </pc:spChg>
        <pc:spChg chg="mod">
          <ac:chgData name="Mitra, Sayan" userId="5f9b069e-390c-41f3-af3f-6bd4b0fb9710" providerId="ADAL" clId="{603CB73D-5ABF-4B35-AB35-B8B719F0AA85}" dt="2022-07-03T14:33:17.609" v="10166" actId="1038"/>
          <ac:spMkLst>
            <pc:docMk/>
            <pc:sldMk cId="2681813362" sldId="705"/>
            <ac:spMk id="56" creationId="{00000000-0000-0000-0000-000000000000}"/>
          </ac:spMkLst>
        </pc:spChg>
        <pc:spChg chg="mod">
          <ac:chgData name="Mitra, Sayan" userId="5f9b069e-390c-41f3-af3f-6bd4b0fb9710" providerId="ADAL" clId="{603CB73D-5ABF-4B35-AB35-B8B719F0AA85}" dt="2022-07-03T14:33:17.609" v="10166" actId="1038"/>
          <ac:spMkLst>
            <pc:docMk/>
            <pc:sldMk cId="2681813362" sldId="705"/>
            <ac:spMk id="57" creationId="{00000000-0000-0000-0000-000000000000}"/>
          </ac:spMkLst>
        </pc:spChg>
        <pc:spChg chg="mod">
          <ac:chgData name="Mitra, Sayan" userId="5f9b069e-390c-41f3-af3f-6bd4b0fb9710" providerId="ADAL" clId="{603CB73D-5ABF-4B35-AB35-B8B719F0AA85}" dt="2022-07-03T14:26:29.249" v="9563" actId="14100"/>
          <ac:spMkLst>
            <pc:docMk/>
            <pc:sldMk cId="2681813362" sldId="705"/>
            <ac:spMk id="59" creationId="{00000000-0000-0000-0000-000000000000}"/>
          </ac:spMkLst>
        </pc:spChg>
        <pc:spChg chg="mod">
          <ac:chgData name="Mitra, Sayan" userId="5f9b069e-390c-41f3-af3f-6bd4b0fb9710" providerId="ADAL" clId="{603CB73D-5ABF-4B35-AB35-B8B719F0AA85}" dt="2022-07-03T14:33:12.962" v="10154" actId="14100"/>
          <ac:spMkLst>
            <pc:docMk/>
            <pc:sldMk cId="2681813362" sldId="705"/>
            <ac:spMk id="68" creationId="{00000000-0000-0000-0000-000000000000}"/>
          </ac:spMkLst>
        </pc:spChg>
      </pc:sldChg>
      <pc:sldChg chg="add">
        <pc:chgData name="Mitra, Sayan" userId="5f9b069e-390c-41f3-af3f-6bd4b0fb9710" providerId="ADAL" clId="{603CB73D-5ABF-4B35-AB35-B8B719F0AA85}" dt="2022-07-04T09:13:23.609" v="13894"/>
        <pc:sldMkLst>
          <pc:docMk/>
          <pc:sldMk cId="2846299048" sldId="749"/>
        </pc:sldMkLst>
      </pc:sldChg>
      <pc:sldChg chg="addSp delSp modSp add del mod">
        <pc:chgData name="Mitra, Sayan" userId="5f9b069e-390c-41f3-af3f-6bd4b0fb9710" providerId="ADAL" clId="{603CB73D-5ABF-4B35-AB35-B8B719F0AA85}" dt="2022-07-04T09:21:09.098" v="13992" actId="47"/>
        <pc:sldMkLst>
          <pc:docMk/>
          <pc:sldMk cId="2345938613" sldId="750"/>
        </pc:sldMkLst>
        <pc:spChg chg="del">
          <ac:chgData name="Mitra, Sayan" userId="5f9b069e-390c-41f3-af3f-6bd4b0fb9710" providerId="ADAL" clId="{603CB73D-5ABF-4B35-AB35-B8B719F0AA85}" dt="2022-07-04T09:15:01.104" v="13940" actId="478"/>
          <ac:spMkLst>
            <pc:docMk/>
            <pc:sldMk cId="2345938613" sldId="750"/>
            <ac:spMk id="2" creationId="{D98173CF-D9AB-496D-89F4-32C8A0489652}"/>
          </ac:spMkLst>
        </pc:spChg>
        <pc:spChg chg="mod">
          <ac:chgData name="Mitra, Sayan" userId="5f9b069e-390c-41f3-af3f-6bd4b0fb9710" providerId="ADAL" clId="{603CB73D-5ABF-4B35-AB35-B8B719F0AA85}" dt="2022-07-04T09:19:43.454" v="13975" actId="12"/>
          <ac:spMkLst>
            <pc:docMk/>
            <pc:sldMk cId="2345938613" sldId="750"/>
            <ac:spMk id="4" creationId="{CE1B435F-E423-4DFB-90D2-800BD1D56DA8}"/>
          </ac:spMkLst>
        </pc:spChg>
        <pc:spChg chg="add">
          <ac:chgData name="Mitra, Sayan" userId="5f9b069e-390c-41f3-af3f-6bd4b0fb9710" providerId="ADAL" clId="{603CB73D-5ABF-4B35-AB35-B8B719F0AA85}" dt="2022-07-04T09:19:54.788" v="13976" actId="22"/>
          <ac:spMkLst>
            <pc:docMk/>
            <pc:sldMk cId="2345938613" sldId="750"/>
            <ac:spMk id="6" creationId="{7784AF6E-1463-4E68-9F71-7A0AB3299B8B}"/>
          </ac:spMkLst>
        </pc:spChg>
      </pc:sldChg>
      <pc:sldChg chg="delSp modSp add mod">
        <pc:chgData name="Mitra, Sayan" userId="5f9b069e-390c-41f3-af3f-6bd4b0fb9710" providerId="ADAL" clId="{603CB73D-5ABF-4B35-AB35-B8B719F0AA85}" dt="2022-07-04T09:14:22.585" v="13939" actId="12385"/>
        <pc:sldMkLst>
          <pc:docMk/>
          <pc:sldMk cId="725654455" sldId="751"/>
        </pc:sldMkLst>
        <pc:spChg chg="del">
          <ac:chgData name="Mitra, Sayan" userId="5f9b069e-390c-41f3-af3f-6bd4b0fb9710" providerId="ADAL" clId="{603CB73D-5ABF-4B35-AB35-B8B719F0AA85}" dt="2022-07-04T09:13:53.848" v="13897" actId="478"/>
          <ac:spMkLst>
            <pc:docMk/>
            <pc:sldMk cId="725654455" sldId="751"/>
            <ac:spMk id="2" creationId="{6F8FAA7B-6979-429B-9E92-9C74248EEA87}"/>
          </ac:spMkLst>
        </pc:spChg>
        <pc:spChg chg="mod">
          <ac:chgData name="Mitra, Sayan" userId="5f9b069e-390c-41f3-af3f-6bd4b0fb9710" providerId="ADAL" clId="{603CB73D-5ABF-4B35-AB35-B8B719F0AA85}" dt="2022-07-04T09:14:00.542" v="13918" actId="1036"/>
          <ac:spMkLst>
            <pc:docMk/>
            <pc:sldMk cId="725654455" sldId="751"/>
            <ac:spMk id="4" creationId="{D4B1FDBF-8128-418A-A1A5-C44353DBE379}"/>
          </ac:spMkLst>
        </pc:spChg>
        <pc:graphicFrameChg chg="mod modGraphic">
          <ac:chgData name="Mitra, Sayan" userId="5f9b069e-390c-41f3-af3f-6bd4b0fb9710" providerId="ADAL" clId="{603CB73D-5ABF-4B35-AB35-B8B719F0AA85}" dt="2022-07-04T09:14:22.585" v="13939" actId="12385"/>
          <ac:graphicFrameMkLst>
            <pc:docMk/>
            <pc:sldMk cId="725654455" sldId="751"/>
            <ac:graphicFrameMk id="5" creationId="{479A05EA-D033-4B78-A48A-AAB6B2315622}"/>
          </ac:graphicFrameMkLst>
        </pc:graphicFrameChg>
        <pc:picChg chg="mod">
          <ac:chgData name="Mitra, Sayan" userId="5f9b069e-390c-41f3-af3f-6bd4b0fb9710" providerId="ADAL" clId="{603CB73D-5ABF-4B35-AB35-B8B719F0AA85}" dt="2022-07-04T09:14:15.113" v="13937" actId="14100"/>
          <ac:picMkLst>
            <pc:docMk/>
            <pc:sldMk cId="725654455" sldId="751"/>
            <ac:picMk id="6" creationId="{FE9F350D-645B-47D5-8A31-14097B34B217}"/>
          </ac:picMkLst>
        </pc:picChg>
      </pc:sldChg>
      <pc:sldChg chg="addSp delSp modSp add del mod ord setBg modNotesTx">
        <pc:chgData name="Mitra, Sayan" userId="5f9b069e-390c-41f3-af3f-6bd4b0fb9710" providerId="ADAL" clId="{603CB73D-5ABF-4B35-AB35-B8B719F0AA85}" dt="2022-07-01T15:14:29.592" v="2381" actId="6549"/>
        <pc:sldMkLst>
          <pc:docMk/>
          <pc:sldMk cId="289173355" sldId="954"/>
        </pc:sldMkLst>
        <pc:picChg chg="add del">
          <ac:chgData name="Mitra, Sayan" userId="5f9b069e-390c-41f3-af3f-6bd4b0fb9710" providerId="ADAL" clId="{603CB73D-5ABF-4B35-AB35-B8B719F0AA85}" dt="2022-07-01T15:09:36.565" v="2365"/>
          <ac:picMkLst>
            <pc:docMk/>
            <pc:sldMk cId="289173355" sldId="954"/>
            <ac:picMk id="3" creationId="{99EF7895-2665-49DE-BE93-785AE9F6F28C}"/>
          </ac:picMkLst>
        </pc:picChg>
        <pc:picChg chg="add mod">
          <ac:chgData name="Mitra, Sayan" userId="5f9b069e-390c-41f3-af3f-6bd4b0fb9710" providerId="ADAL" clId="{603CB73D-5ABF-4B35-AB35-B8B719F0AA85}" dt="2022-07-01T15:14:00.750" v="2378" actId="1038"/>
          <ac:picMkLst>
            <pc:docMk/>
            <pc:sldMk cId="289173355" sldId="954"/>
            <ac:picMk id="7" creationId="{D2BD02D3-AD61-4FAE-BB50-B790EA8785BA}"/>
          </ac:picMkLst>
        </pc:picChg>
        <pc:picChg chg="add mod">
          <ac:chgData name="Mitra, Sayan" userId="5f9b069e-390c-41f3-af3f-6bd4b0fb9710" providerId="ADAL" clId="{603CB73D-5ABF-4B35-AB35-B8B719F0AA85}" dt="2022-07-01T15:14:18.500" v="2380" actId="14100"/>
          <ac:picMkLst>
            <pc:docMk/>
            <pc:sldMk cId="289173355" sldId="954"/>
            <ac:picMk id="2050" creationId="{DD2D2864-C88C-47B6-A7B4-FB8D1B996D88}"/>
          </ac:picMkLst>
        </pc:picChg>
      </pc:sldChg>
      <pc:sldChg chg="modSp del mod ord">
        <pc:chgData name="Mitra, Sayan" userId="5f9b069e-390c-41f3-af3f-6bd4b0fb9710" providerId="ADAL" clId="{603CB73D-5ABF-4B35-AB35-B8B719F0AA85}" dt="2022-06-28T16:42:25.713" v="803" actId="47"/>
        <pc:sldMkLst>
          <pc:docMk/>
          <pc:sldMk cId="1194355145" sldId="1007"/>
        </pc:sldMkLst>
        <pc:spChg chg="mod">
          <ac:chgData name="Mitra, Sayan" userId="5f9b069e-390c-41f3-af3f-6bd4b0fb9710" providerId="ADAL" clId="{603CB73D-5ABF-4B35-AB35-B8B719F0AA85}" dt="2022-06-28T12:38:42.605" v="44" actId="20577"/>
          <ac:spMkLst>
            <pc:docMk/>
            <pc:sldMk cId="1194355145" sldId="1007"/>
            <ac:spMk id="52" creationId="{9D169E19-701C-4797-9AB7-EC808B555DAF}"/>
          </ac:spMkLst>
        </pc:spChg>
      </pc:sldChg>
      <pc:sldChg chg="modSp del mod">
        <pc:chgData name="Mitra, Sayan" userId="5f9b069e-390c-41f3-af3f-6bd4b0fb9710" providerId="ADAL" clId="{603CB73D-5ABF-4B35-AB35-B8B719F0AA85}" dt="2022-07-01T01:43:54.551" v="1079" actId="47"/>
        <pc:sldMkLst>
          <pc:docMk/>
          <pc:sldMk cId="1648647936" sldId="1020"/>
        </pc:sldMkLst>
        <pc:spChg chg="mod">
          <ac:chgData name="Mitra, Sayan" userId="5f9b069e-390c-41f3-af3f-6bd4b0fb9710" providerId="ADAL" clId="{603CB73D-5ABF-4B35-AB35-B8B719F0AA85}" dt="2022-06-29T00:17:17.570" v="815" actId="1076"/>
          <ac:spMkLst>
            <pc:docMk/>
            <pc:sldMk cId="1648647936" sldId="1020"/>
            <ac:spMk id="3" creationId="{00000000-0000-0000-0000-000000000000}"/>
          </ac:spMkLst>
        </pc:spChg>
        <pc:spChg chg="mod">
          <ac:chgData name="Mitra, Sayan" userId="5f9b069e-390c-41f3-af3f-6bd4b0fb9710" providerId="ADAL" clId="{603CB73D-5ABF-4B35-AB35-B8B719F0AA85}" dt="2022-06-28T16:29:38.378" v="571" actId="20577"/>
          <ac:spMkLst>
            <pc:docMk/>
            <pc:sldMk cId="1648647936" sldId="1020"/>
            <ac:spMk id="49" creationId="{B954BBD7-1FB5-408B-BD6D-39C233F040EA}"/>
          </ac:spMkLst>
        </pc:spChg>
      </pc:sldChg>
      <pc:sldChg chg="addSp delSp modSp add mod">
        <pc:chgData name="Mitra, Sayan" userId="5f9b069e-390c-41f3-af3f-6bd4b0fb9710" providerId="ADAL" clId="{603CB73D-5ABF-4B35-AB35-B8B719F0AA85}" dt="2022-07-02T04:48:48.771" v="2810" actId="20577"/>
        <pc:sldMkLst>
          <pc:docMk/>
          <pc:sldMk cId="2456380472" sldId="1057"/>
        </pc:sldMkLst>
        <pc:spChg chg="mod">
          <ac:chgData name="Mitra, Sayan" userId="5f9b069e-390c-41f3-af3f-6bd4b0fb9710" providerId="ADAL" clId="{603CB73D-5ABF-4B35-AB35-B8B719F0AA85}" dt="2022-07-02T04:48:48.771" v="2810" actId="20577"/>
          <ac:spMkLst>
            <pc:docMk/>
            <pc:sldMk cId="2456380472" sldId="1057"/>
            <ac:spMk id="25" creationId="{00000000-0000-0000-0000-000000000000}"/>
          </ac:spMkLst>
        </pc:spChg>
        <pc:spChg chg="mod">
          <ac:chgData name="Mitra, Sayan" userId="5f9b069e-390c-41f3-af3f-6bd4b0fb9710" providerId="ADAL" clId="{603CB73D-5ABF-4B35-AB35-B8B719F0AA85}" dt="2022-07-01T04:03:15.850" v="2002" actId="478"/>
          <ac:spMkLst>
            <pc:docMk/>
            <pc:sldMk cId="2456380472" sldId="1057"/>
            <ac:spMk id="27" creationId="{00000000-0000-0000-0000-000000000000}"/>
          </ac:spMkLst>
        </pc:spChg>
        <pc:spChg chg="mod">
          <ac:chgData name="Mitra, Sayan" userId="5f9b069e-390c-41f3-af3f-6bd4b0fb9710" providerId="ADAL" clId="{603CB73D-5ABF-4B35-AB35-B8B719F0AA85}" dt="2022-07-01T04:02:40.299" v="2001" actId="120"/>
          <ac:spMkLst>
            <pc:docMk/>
            <pc:sldMk cId="2456380472" sldId="1057"/>
            <ac:spMk id="31" creationId="{00000000-0000-0000-0000-000000000000}"/>
          </ac:spMkLst>
        </pc:spChg>
        <pc:spChg chg="mod">
          <ac:chgData name="Mitra, Sayan" userId="5f9b069e-390c-41f3-af3f-6bd4b0fb9710" providerId="ADAL" clId="{603CB73D-5ABF-4B35-AB35-B8B719F0AA85}" dt="2022-07-01T04:10:05.805" v="2133" actId="20577"/>
          <ac:spMkLst>
            <pc:docMk/>
            <pc:sldMk cId="2456380472" sldId="1057"/>
            <ac:spMk id="32" creationId="{00000000-0000-0000-0000-000000000000}"/>
          </ac:spMkLst>
        </pc:spChg>
        <pc:spChg chg="mod">
          <ac:chgData name="Mitra, Sayan" userId="5f9b069e-390c-41f3-af3f-6bd4b0fb9710" providerId="ADAL" clId="{603CB73D-5ABF-4B35-AB35-B8B719F0AA85}" dt="2022-07-01T04:11:21.880" v="2153" actId="1036"/>
          <ac:spMkLst>
            <pc:docMk/>
            <pc:sldMk cId="2456380472" sldId="1057"/>
            <ac:spMk id="43" creationId="{00000000-0000-0000-0000-000000000000}"/>
          </ac:spMkLst>
        </pc:spChg>
        <pc:grpChg chg="mod">
          <ac:chgData name="Mitra, Sayan" userId="5f9b069e-390c-41f3-af3f-6bd4b0fb9710" providerId="ADAL" clId="{603CB73D-5ABF-4B35-AB35-B8B719F0AA85}" dt="2022-07-01T04:03:15.850" v="2002" actId="478"/>
          <ac:grpSpMkLst>
            <pc:docMk/>
            <pc:sldMk cId="2456380472" sldId="1057"/>
            <ac:grpSpMk id="4" creationId="{00000000-0000-0000-0000-000000000000}"/>
          </ac:grpSpMkLst>
        </pc:grpChg>
        <pc:picChg chg="del">
          <ac:chgData name="Mitra, Sayan" userId="5f9b069e-390c-41f3-af3f-6bd4b0fb9710" providerId="ADAL" clId="{603CB73D-5ABF-4B35-AB35-B8B719F0AA85}" dt="2022-07-01T04:01:12.524" v="1956" actId="478"/>
          <ac:picMkLst>
            <pc:docMk/>
            <pc:sldMk cId="2456380472" sldId="1057"/>
            <ac:picMk id="2" creationId="{00000000-0000-0000-0000-000000000000}"/>
          </ac:picMkLst>
        </pc:picChg>
        <pc:picChg chg="del">
          <ac:chgData name="Mitra, Sayan" userId="5f9b069e-390c-41f3-af3f-6bd4b0fb9710" providerId="ADAL" clId="{603CB73D-5ABF-4B35-AB35-B8B719F0AA85}" dt="2022-07-01T04:03:15.850" v="2002" actId="478"/>
          <ac:picMkLst>
            <pc:docMk/>
            <pc:sldMk cId="2456380472" sldId="1057"/>
            <ac:picMk id="24" creationId="{00000000-0000-0000-0000-000000000000}"/>
          </ac:picMkLst>
        </pc:picChg>
        <pc:picChg chg="del">
          <ac:chgData name="Mitra, Sayan" userId="5f9b069e-390c-41f3-af3f-6bd4b0fb9710" providerId="ADAL" clId="{603CB73D-5ABF-4B35-AB35-B8B719F0AA85}" dt="2022-07-01T04:01:04.459" v="1954" actId="478"/>
          <ac:picMkLst>
            <pc:docMk/>
            <pc:sldMk cId="2456380472" sldId="1057"/>
            <ac:picMk id="26" creationId="{00000000-0000-0000-0000-000000000000}"/>
          </ac:picMkLst>
        </pc:picChg>
        <pc:picChg chg="add mod">
          <ac:chgData name="Mitra, Sayan" userId="5f9b069e-390c-41f3-af3f-6bd4b0fb9710" providerId="ADAL" clId="{603CB73D-5ABF-4B35-AB35-B8B719F0AA85}" dt="2022-07-01T04:02:15.879" v="1965" actId="1076"/>
          <ac:picMkLst>
            <pc:docMk/>
            <pc:sldMk cId="2456380472" sldId="1057"/>
            <ac:picMk id="29" creationId="{51AC1C94-6138-48E7-B343-F00BD110C08A}"/>
          </ac:picMkLst>
        </pc:picChg>
        <pc:picChg chg="del">
          <ac:chgData name="Mitra, Sayan" userId="5f9b069e-390c-41f3-af3f-6bd4b0fb9710" providerId="ADAL" clId="{603CB73D-5ABF-4B35-AB35-B8B719F0AA85}" dt="2022-07-01T04:01:09.894" v="1955" actId="478"/>
          <ac:picMkLst>
            <pc:docMk/>
            <pc:sldMk cId="2456380472" sldId="1057"/>
            <ac:picMk id="44" creationId="{00000000-0000-0000-0000-000000000000}"/>
          </ac:picMkLst>
        </pc:picChg>
      </pc:sldChg>
      <pc:sldChg chg="modSp del mod">
        <pc:chgData name="Mitra, Sayan" userId="5f9b069e-390c-41f3-af3f-6bd4b0fb9710" providerId="ADAL" clId="{603CB73D-5ABF-4B35-AB35-B8B719F0AA85}" dt="2022-06-29T00:23:13.105" v="820" actId="47"/>
        <pc:sldMkLst>
          <pc:docMk/>
          <pc:sldMk cId="2763198061" sldId="1123"/>
        </pc:sldMkLst>
        <pc:spChg chg="mod">
          <ac:chgData name="Mitra, Sayan" userId="5f9b069e-390c-41f3-af3f-6bd4b0fb9710" providerId="ADAL" clId="{603CB73D-5ABF-4B35-AB35-B8B719F0AA85}" dt="2022-06-29T00:23:06.755" v="817" actId="21"/>
          <ac:spMkLst>
            <pc:docMk/>
            <pc:sldMk cId="2763198061" sldId="1123"/>
            <ac:spMk id="10" creationId="{7F8B5CA4-D971-4A79-9A57-B0710765EDBC}"/>
          </ac:spMkLst>
        </pc:spChg>
        <pc:spChg chg="mod">
          <ac:chgData name="Mitra, Sayan" userId="5f9b069e-390c-41f3-af3f-6bd4b0fb9710" providerId="ADAL" clId="{603CB73D-5ABF-4B35-AB35-B8B719F0AA85}" dt="2022-06-28T16:33:52.576" v="655" actId="20577"/>
          <ac:spMkLst>
            <pc:docMk/>
            <pc:sldMk cId="2763198061" sldId="1123"/>
            <ac:spMk id="31" creationId="{FE2CE1B7-882D-40A3-8926-E2F938813A18}"/>
          </ac:spMkLst>
        </pc:spChg>
      </pc:sldChg>
      <pc:sldChg chg="addSp delSp modSp add del mod">
        <pc:chgData name="Mitra, Sayan" userId="5f9b069e-390c-41f3-af3f-6bd4b0fb9710" providerId="ADAL" clId="{603CB73D-5ABF-4B35-AB35-B8B719F0AA85}" dt="2022-07-01T01:38:19.763" v="1028" actId="47"/>
        <pc:sldMkLst>
          <pc:docMk/>
          <pc:sldMk cId="3198021113" sldId="1137"/>
        </pc:sldMkLst>
        <pc:spChg chg="mod">
          <ac:chgData name="Mitra, Sayan" userId="5f9b069e-390c-41f3-af3f-6bd4b0fb9710" providerId="ADAL" clId="{603CB73D-5ABF-4B35-AB35-B8B719F0AA85}" dt="2022-07-01T01:31:01.659" v="975" actId="1035"/>
          <ac:spMkLst>
            <pc:docMk/>
            <pc:sldMk cId="3198021113" sldId="1137"/>
            <ac:spMk id="3" creationId="{00000000-0000-0000-0000-000000000000}"/>
          </ac:spMkLst>
        </pc:spChg>
        <pc:spChg chg="del">
          <ac:chgData name="Mitra, Sayan" userId="5f9b069e-390c-41f3-af3f-6bd4b0fb9710" providerId="ADAL" clId="{603CB73D-5ABF-4B35-AB35-B8B719F0AA85}" dt="2022-06-30T12:25:58.249" v="948" actId="478"/>
          <ac:spMkLst>
            <pc:docMk/>
            <pc:sldMk cId="3198021113" sldId="1137"/>
            <ac:spMk id="16" creationId="{00000000-0000-0000-0000-000000000000}"/>
          </ac:spMkLst>
        </pc:spChg>
        <pc:spChg chg="del">
          <ac:chgData name="Mitra, Sayan" userId="5f9b069e-390c-41f3-af3f-6bd4b0fb9710" providerId="ADAL" clId="{603CB73D-5ABF-4B35-AB35-B8B719F0AA85}" dt="2022-06-30T12:25:58.249" v="948" actId="478"/>
          <ac:spMkLst>
            <pc:docMk/>
            <pc:sldMk cId="3198021113" sldId="1137"/>
            <ac:spMk id="17" creationId="{00000000-0000-0000-0000-000000000000}"/>
          </ac:spMkLst>
        </pc:spChg>
        <pc:spChg chg="del">
          <ac:chgData name="Mitra, Sayan" userId="5f9b069e-390c-41f3-af3f-6bd4b0fb9710" providerId="ADAL" clId="{603CB73D-5ABF-4B35-AB35-B8B719F0AA85}" dt="2022-06-30T12:26:01.504" v="949" actId="478"/>
          <ac:spMkLst>
            <pc:docMk/>
            <pc:sldMk cId="3198021113" sldId="1137"/>
            <ac:spMk id="18" creationId="{00000000-0000-0000-0000-000000000000}"/>
          </ac:spMkLst>
        </pc:spChg>
        <pc:spChg chg="del">
          <ac:chgData name="Mitra, Sayan" userId="5f9b069e-390c-41f3-af3f-6bd4b0fb9710" providerId="ADAL" clId="{603CB73D-5ABF-4B35-AB35-B8B719F0AA85}" dt="2022-06-30T12:26:01.504" v="949" actId="478"/>
          <ac:spMkLst>
            <pc:docMk/>
            <pc:sldMk cId="3198021113" sldId="1137"/>
            <ac:spMk id="19" creationId="{00000000-0000-0000-0000-000000000000}"/>
          </ac:spMkLst>
        </pc:spChg>
        <pc:spChg chg="del">
          <ac:chgData name="Mitra, Sayan" userId="5f9b069e-390c-41f3-af3f-6bd4b0fb9710" providerId="ADAL" clId="{603CB73D-5ABF-4B35-AB35-B8B719F0AA85}" dt="2022-06-30T12:26:01.504" v="949" actId="478"/>
          <ac:spMkLst>
            <pc:docMk/>
            <pc:sldMk cId="3198021113" sldId="1137"/>
            <ac:spMk id="21" creationId="{00000000-0000-0000-0000-000000000000}"/>
          </ac:spMkLst>
        </pc:spChg>
        <pc:spChg chg="del">
          <ac:chgData name="Mitra, Sayan" userId="5f9b069e-390c-41f3-af3f-6bd4b0fb9710" providerId="ADAL" clId="{603CB73D-5ABF-4B35-AB35-B8B719F0AA85}" dt="2022-06-30T12:25:58.249" v="948" actId="478"/>
          <ac:spMkLst>
            <pc:docMk/>
            <pc:sldMk cId="3198021113" sldId="1137"/>
            <ac:spMk id="22" creationId="{00000000-0000-0000-0000-000000000000}"/>
          </ac:spMkLst>
        </pc:spChg>
        <pc:spChg chg="del">
          <ac:chgData name="Mitra, Sayan" userId="5f9b069e-390c-41f3-af3f-6bd4b0fb9710" providerId="ADAL" clId="{603CB73D-5ABF-4B35-AB35-B8B719F0AA85}" dt="2022-06-30T12:26:06.301" v="950" actId="478"/>
          <ac:spMkLst>
            <pc:docMk/>
            <pc:sldMk cId="3198021113" sldId="1137"/>
            <ac:spMk id="30" creationId="{00000000-0000-0000-0000-000000000000}"/>
          </ac:spMkLst>
        </pc:spChg>
        <pc:spChg chg="del">
          <ac:chgData name="Mitra, Sayan" userId="5f9b069e-390c-41f3-af3f-6bd4b0fb9710" providerId="ADAL" clId="{603CB73D-5ABF-4B35-AB35-B8B719F0AA85}" dt="2022-07-01T01:30:52.860" v="961" actId="478"/>
          <ac:spMkLst>
            <pc:docMk/>
            <pc:sldMk cId="3198021113" sldId="1137"/>
            <ac:spMk id="31" creationId="{00000000-0000-0000-0000-000000000000}"/>
          </ac:spMkLst>
        </pc:spChg>
        <pc:spChg chg="del">
          <ac:chgData name="Mitra, Sayan" userId="5f9b069e-390c-41f3-af3f-6bd4b0fb9710" providerId="ADAL" clId="{603CB73D-5ABF-4B35-AB35-B8B719F0AA85}" dt="2022-06-30T12:25:58.249" v="948" actId="478"/>
          <ac:spMkLst>
            <pc:docMk/>
            <pc:sldMk cId="3198021113" sldId="1137"/>
            <ac:spMk id="32" creationId="{00000000-0000-0000-0000-000000000000}"/>
          </ac:spMkLst>
        </pc:spChg>
        <pc:spChg chg="del">
          <ac:chgData name="Mitra, Sayan" userId="5f9b069e-390c-41f3-af3f-6bd4b0fb9710" providerId="ADAL" clId="{603CB73D-5ABF-4B35-AB35-B8B719F0AA85}" dt="2022-06-30T12:25:58.249" v="948" actId="478"/>
          <ac:spMkLst>
            <pc:docMk/>
            <pc:sldMk cId="3198021113" sldId="1137"/>
            <ac:spMk id="33" creationId="{00000000-0000-0000-0000-000000000000}"/>
          </ac:spMkLst>
        </pc:spChg>
        <pc:graphicFrameChg chg="add mod modGraphic">
          <ac:chgData name="Mitra, Sayan" userId="5f9b069e-390c-41f3-af3f-6bd4b0fb9710" providerId="ADAL" clId="{603CB73D-5ABF-4B35-AB35-B8B719F0AA85}" dt="2022-06-30T12:27:17.228" v="959" actId="21"/>
          <ac:graphicFrameMkLst>
            <pc:docMk/>
            <pc:sldMk cId="3198021113" sldId="1137"/>
            <ac:graphicFrameMk id="20" creationId="{9AB0F3B6-B006-4320-B5B9-9A69847DAC12}"/>
          </ac:graphicFrameMkLst>
        </pc:graphicFrameChg>
        <pc:graphicFrameChg chg="modGraphic">
          <ac:chgData name="Mitra, Sayan" userId="5f9b069e-390c-41f3-af3f-6bd4b0fb9710" providerId="ADAL" clId="{603CB73D-5ABF-4B35-AB35-B8B719F0AA85}" dt="2022-06-30T12:25:46.244" v="947" actId="21"/>
          <ac:graphicFrameMkLst>
            <pc:docMk/>
            <pc:sldMk cId="3198021113" sldId="1137"/>
            <ac:graphicFrameMk id="28" creationId="{00000000-0000-0000-0000-000000000000}"/>
          </ac:graphicFrameMkLst>
        </pc:graphicFrameChg>
      </pc:sldChg>
      <pc:sldChg chg="modSp del mod ord">
        <pc:chgData name="Mitra, Sayan" userId="5f9b069e-390c-41f3-af3f-6bd4b0fb9710" providerId="ADAL" clId="{603CB73D-5ABF-4B35-AB35-B8B719F0AA85}" dt="2022-07-01T01:30:25.827" v="960" actId="47"/>
        <pc:sldMkLst>
          <pc:docMk/>
          <pc:sldMk cId="3465684756" sldId="1139"/>
        </pc:sldMkLst>
        <pc:spChg chg="mod">
          <ac:chgData name="Mitra, Sayan" userId="5f9b069e-390c-41f3-af3f-6bd4b0fb9710" providerId="ADAL" clId="{603CB73D-5ABF-4B35-AB35-B8B719F0AA85}" dt="2022-06-28T16:35:24.804" v="716" actId="20577"/>
          <ac:spMkLst>
            <pc:docMk/>
            <pc:sldMk cId="3465684756" sldId="1139"/>
            <ac:spMk id="28" creationId="{2ACD16A9-90F8-4A51-823A-F32178C2EF6D}"/>
          </ac:spMkLst>
        </pc:spChg>
      </pc:sldChg>
      <pc:sldChg chg="delSp modSp add del mod">
        <pc:chgData name="Mitra, Sayan" userId="5f9b069e-390c-41f3-af3f-6bd4b0fb9710" providerId="ADAL" clId="{603CB73D-5ABF-4B35-AB35-B8B719F0AA85}" dt="2022-07-01T01:44:42.016" v="1080" actId="47"/>
        <pc:sldMkLst>
          <pc:docMk/>
          <pc:sldMk cId="3607992038" sldId="1141"/>
        </pc:sldMkLst>
        <pc:graphicFrameChg chg="del modGraphic">
          <ac:chgData name="Mitra, Sayan" userId="5f9b069e-390c-41f3-af3f-6bd4b0fb9710" providerId="ADAL" clId="{603CB73D-5ABF-4B35-AB35-B8B719F0AA85}" dt="2022-06-30T12:26:34.520" v="953" actId="21"/>
          <ac:graphicFrameMkLst>
            <pc:docMk/>
            <pc:sldMk cId="3607992038" sldId="1141"/>
            <ac:graphicFrameMk id="28" creationId="{00000000-0000-0000-0000-000000000000}"/>
          </ac:graphicFrameMkLst>
        </pc:graphicFrameChg>
      </pc:sldChg>
      <pc:sldChg chg="modSp del mod ord">
        <pc:chgData name="Mitra, Sayan" userId="5f9b069e-390c-41f3-af3f-6bd4b0fb9710" providerId="ADAL" clId="{603CB73D-5ABF-4B35-AB35-B8B719F0AA85}" dt="2022-06-29T10:45:11.243" v="873" actId="47"/>
        <pc:sldMkLst>
          <pc:docMk/>
          <pc:sldMk cId="2413619334" sldId="1144"/>
        </pc:sldMkLst>
        <pc:spChg chg="mod">
          <ac:chgData name="Mitra, Sayan" userId="5f9b069e-390c-41f3-af3f-6bd4b0fb9710" providerId="ADAL" clId="{603CB73D-5ABF-4B35-AB35-B8B719F0AA85}" dt="2022-06-28T16:30:44.474" v="607" actId="20577"/>
          <ac:spMkLst>
            <pc:docMk/>
            <pc:sldMk cId="2413619334" sldId="1144"/>
            <ac:spMk id="97" creationId="{4B840EC0-3657-44C7-97E4-68EEC8B80DE5}"/>
          </ac:spMkLst>
        </pc:spChg>
      </pc:sldChg>
      <pc:sldChg chg="addSp delSp modSp del mod">
        <pc:chgData name="Mitra, Sayan" userId="5f9b069e-390c-41f3-af3f-6bd4b0fb9710" providerId="ADAL" clId="{603CB73D-5ABF-4B35-AB35-B8B719F0AA85}" dt="2022-06-28T15:39:11.090" v="116" actId="47"/>
        <pc:sldMkLst>
          <pc:docMk/>
          <pc:sldMk cId="2847178762" sldId="1161"/>
        </pc:sldMkLst>
        <pc:spChg chg="mod">
          <ac:chgData name="Mitra, Sayan" userId="5f9b069e-390c-41f3-af3f-6bd4b0fb9710" providerId="ADAL" clId="{603CB73D-5ABF-4B35-AB35-B8B719F0AA85}" dt="2022-06-28T15:27:29.214" v="96" actId="20577"/>
          <ac:spMkLst>
            <pc:docMk/>
            <pc:sldMk cId="2847178762" sldId="1161"/>
            <ac:spMk id="88" creationId="{00000000-0000-0000-0000-000000000000}"/>
          </ac:spMkLst>
        </pc:spChg>
        <pc:spChg chg="mod">
          <ac:chgData name="Mitra, Sayan" userId="5f9b069e-390c-41f3-af3f-6bd4b0fb9710" providerId="ADAL" clId="{603CB73D-5ABF-4B35-AB35-B8B719F0AA85}" dt="2022-06-28T15:28:07.763" v="113" actId="20577"/>
          <ac:spMkLst>
            <pc:docMk/>
            <pc:sldMk cId="2847178762" sldId="1161"/>
            <ac:spMk id="90" creationId="{00000000-0000-0000-0000-000000000000}"/>
          </ac:spMkLst>
        </pc:spChg>
        <pc:picChg chg="add mod">
          <ac:chgData name="Mitra, Sayan" userId="5f9b069e-390c-41f3-af3f-6bd4b0fb9710" providerId="ADAL" clId="{603CB73D-5ABF-4B35-AB35-B8B719F0AA85}" dt="2022-06-28T15:28:01.392" v="105" actId="1076"/>
          <ac:picMkLst>
            <pc:docMk/>
            <pc:sldMk cId="2847178762" sldId="1161"/>
            <ac:picMk id="36" creationId="{CF51D0B7-1239-429C-A242-6A103F5F20B6}"/>
          </ac:picMkLst>
        </pc:picChg>
        <pc:picChg chg="del">
          <ac:chgData name="Mitra, Sayan" userId="5f9b069e-390c-41f3-af3f-6bd4b0fb9710" providerId="ADAL" clId="{603CB73D-5ABF-4B35-AB35-B8B719F0AA85}" dt="2022-06-28T15:27:44.167" v="97" actId="478"/>
          <ac:picMkLst>
            <pc:docMk/>
            <pc:sldMk cId="2847178762" sldId="1161"/>
            <ac:picMk id="91" creationId="{00000000-0000-0000-0000-000000000000}"/>
          </ac:picMkLst>
        </pc:picChg>
      </pc:sldChg>
      <pc:sldChg chg="addSp delSp modSp add mod modClrScheme chgLayout">
        <pc:chgData name="Mitra, Sayan" userId="5f9b069e-390c-41f3-af3f-6bd4b0fb9710" providerId="ADAL" clId="{603CB73D-5ABF-4B35-AB35-B8B719F0AA85}" dt="2022-07-04T16:32:26.390" v="14362" actId="478"/>
        <pc:sldMkLst>
          <pc:docMk/>
          <pc:sldMk cId="4276926512" sldId="1257"/>
        </pc:sldMkLst>
        <pc:spChg chg="add del mod ord">
          <ac:chgData name="Mitra, Sayan" userId="5f9b069e-390c-41f3-af3f-6bd4b0fb9710" providerId="ADAL" clId="{603CB73D-5ABF-4B35-AB35-B8B719F0AA85}" dt="2022-07-04T16:32:22.337" v="14361" actId="478"/>
          <ac:spMkLst>
            <pc:docMk/>
            <pc:sldMk cId="4276926512" sldId="1257"/>
            <ac:spMk id="3" creationId="{5CE4A5BC-B049-48EA-AC02-91940BF1DA7A}"/>
          </ac:spMkLst>
        </pc:spChg>
        <pc:spChg chg="mod ord">
          <ac:chgData name="Mitra, Sayan" userId="5f9b069e-390c-41f3-af3f-6bd4b0fb9710" providerId="ADAL" clId="{603CB73D-5ABF-4B35-AB35-B8B719F0AA85}" dt="2022-07-04T16:32:17.113" v="14360" actId="700"/>
          <ac:spMkLst>
            <pc:docMk/>
            <pc:sldMk cId="4276926512" sldId="1257"/>
            <ac:spMk id="4" creationId="{F21133B6-996C-4A97-ADE6-53284802FC16}"/>
          </ac:spMkLst>
        </pc:spChg>
        <pc:spChg chg="add del mod ord">
          <ac:chgData name="Mitra, Sayan" userId="5f9b069e-390c-41f3-af3f-6bd4b0fb9710" providerId="ADAL" clId="{603CB73D-5ABF-4B35-AB35-B8B719F0AA85}" dt="2022-07-04T16:32:26.390" v="14362" actId="478"/>
          <ac:spMkLst>
            <pc:docMk/>
            <pc:sldMk cId="4276926512" sldId="1257"/>
            <ac:spMk id="14" creationId="{E9241317-B422-4757-9D88-14D236E487FA}"/>
          </ac:spMkLst>
        </pc:spChg>
      </pc:sldChg>
      <pc:sldChg chg="modSp mod ord">
        <pc:chgData name="Mitra, Sayan" userId="5f9b069e-390c-41f3-af3f-6bd4b0fb9710" providerId="ADAL" clId="{603CB73D-5ABF-4B35-AB35-B8B719F0AA85}" dt="2022-07-04T05:01:00.915" v="12468"/>
        <pc:sldMkLst>
          <pc:docMk/>
          <pc:sldMk cId="2239265673" sldId="1258"/>
        </pc:sldMkLst>
        <pc:spChg chg="mod">
          <ac:chgData name="Mitra, Sayan" userId="5f9b069e-390c-41f3-af3f-6bd4b0fb9710" providerId="ADAL" clId="{603CB73D-5ABF-4B35-AB35-B8B719F0AA85}" dt="2022-07-01T03:23:12.600" v="1379" actId="20577"/>
          <ac:spMkLst>
            <pc:docMk/>
            <pc:sldMk cId="2239265673" sldId="1258"/>
            <ac:spMk id="2" creationId="{DE6C1B41-02FD-584A-AC63-60E3A80FD66B}"/>
          </ac:spMkLst>
        </pc:spChg>
      </pc:sldChg>
      <pc:sldChg chg="modSp add del mod ord">
        <pc:chgData name="Mitra, Sayan" userId="5f9b069e-390c-41f3-af3f-6bd4b0fb9710" providerId="ADAL" clId="{603CB73D-5ABF-4B35-AB35-B8B719F0AA85}" dt="2022-07-01T01:39:57.354" v="1031" actId="47"/>
        <pc:sldMkLst>
          <pc:docMk/>
          <pc:sldMk cId="2056651951" sldId="1449"/>
        </pc:sldMkLst>
        <pc:spChg chg="mod">
          <ac:chgData name="Mitra, Sayan" userId="5f9b069e-390c-41f3-af3f-6bd4b0fb9710" providerId="ADAL" clId="{603CB73D-5ABF-4B35-AB35-B8B719F0AA85}" dt="2022-06-28T12:34:06.460" v="31" actId="20577"/>
          <ac:spMkLst>
            <pc:docMk/>
            <pc:sldMk cId="2056651951" sldId="1449"/>
            <ac:spMk id="3" creationId="{00000000-0000-0000-0000-000000000000}"/>
          </ac:spMkLst>
        </pc:spChg>
        <pc:spChg chg="mod">
          <ac:chgData name="Mitra, Sayan" userId="5f9b069e-390c-41f3-af3f-6bd4b0fb9710" providerId="ADAL" clId="{603CB73D-5ABF-4B35-AB35-B8B719F0AA85}" dt="2022-06-28T16:35:03.236" v="681" actId="20577"/>
          <ac:spMkLst>
            <pc:docMk/>
            <pc:sldMk cId="2056651951" sldId="1449"/>
            <ac:spMk id="46" creationId="{78D8A209-B76F-4DB7-B7FE-0DD9B723009F}"/>
          </ac:spMkLst>
        </pc:spChg>
        <pc:graphicFrameChg chg="mod modGraphic">
          <ac:chgData name="Mitra, Sayan" userId="5f9b069e-390c-41f3-af3f-6bd4b0fb9710" providerId="ADAL" clId="{603CB73D-5ABF-4B35-AB35-B8B719F0AA85}" dt="2022-06-30T12:24:19.861" v="941" actId="6549"/>
          <ac:graphicFrameMkLst>
            <pc:docMk/>
            <pc:sldMk cId="2056651951" sldId="1449"/>
            <ac:graphicFrameMk id="34" creationId="{00000000-0000-0000-0000-000000000000}"/>
          </ac:graphicFrameMkLst>
        </pc:graphicFrameChg>
      </pc:sldChg>
      <pc:sldChg chg="modSp del mod ord">
        <pc:chgData name="Mitra, Sayan" userId="5f9b069e-390c-41f3-af3f-6bd4b0fb9710" providerId="ADAL" clId="{603CB73D-5ABF-4B35-AB35-B8B719F0AA85}" dt="2022-07-01T15:14:41.326" v="2382" actId="47"/>
        <pc:sldMkLst>
          <pc:docMk/>
          <pc:sldMk cId="4036808968" sldId="3321"/>
        </pc:sldMkLst>
        <pc:spChg chg="mod">
          <ac:chgData name="Mitra, Sayan" userId="5f9b069e-390c-41f3-af3f-6bd4b0fb9710" providerId="ADAL" clId="{603CB73D-5ABF-4B35-AB35-B8B719F0AA85}" dt="2022-06-28T16:28:40.812" v="546" actId="20577"/>
          <ac:spMkLst>
            <pc:docMk/>
            <pc:sldMk cId="4036808968" sldId="3321"/>
            <ac:spMk id="71" creationId="{74CFA79E-07A9-4E75-889E-2B26F8492518}"/>
          </ac:spMkLst>
        </pc:spChg>
      </pc:sldChg>
      <pc:sldChg chg="modSp del mod ord">
        <pc:chgData name="Mitra, Sayan" userId="5f9b069e-390c-41f3-af3f-6bd4b0fb9710" providerId="ADAL" clId="{603CB73D-5ABF-4B35-AB35-B8B719F0AA85}" dt="2022-06-30T04:45:47.805" v="908" actId="47"/>
        <pc:sldMkLst>
          <pc:docMk/>
          <pc:sldMk cId="3931086963" sldId="3332"/>
        </pc:sldMkLst>
        <pc:spChg chg="mod">
          <ac:chgData name="Mitra, Sayan" userId="5f9b069e-390c-41f3-af3f-6bd4b0fb9710" providerId="ADAL" clId="{603CB73D-5ABF-4B35-AB35-B8B719F0AA85}" dt="2022-06-28T16:27:44.741" v="512" actId="20577"/>
          <ac:spMkLst>
            <pc:docMk/>
            <pc:sldMk cId="3931086963" sldId="3332"/>
            <ac:spMk id="112" creationId="{3E373AA0-FC72-4D88-A821-E57F4B2D924F}"/>
          </ac:spMkLst>
        </pc:spChg>
      </pc:sldChg>
      <pc:sldChg chg="addSp delSp modSp add del mod">
        <pc:chgData name="Mitra, Sayan" userId="5f9b069e-390c-41f3-af3f-6bd4b0fb9710" providerId="ADAL" clId="{603CB73D-5ABF-4B35-AB35-B8B719F0AA85}" dt="2022-07-03T01:48:40.775" v="6155" actId="1038"/>
        <pc:sldMkLst>
          <pc:docMk/>
          <pc:sldMk cId="2761177778" sldId="3702"/>
        </pc:sldMkLst>
        <pc:spChg chg="mod">
          <ac:chgData name="Mitra, Sayan" userId="5f9b069e-390c-41f3-af3f-6bd4b0fb9710" providerId="ADAL" clId="{603CB73D-5ABF-4B35-AB35-B8B719F0AA85}" dt="2022-07-03T01:15:23.124" v="5307"/>
          <ac:spMkLst>
            <pc:docMk/>
            <pc:sldMk cId="2761177778" sldId="3702"/>
            <ac:spMk id="11" creationId="{00000000-0000-0000-0000-000000000000}"/>
          </ac:spMkLst>
        </pc:spChg>
        <pc:spChg chg="mod">
          <ac:chgData name="Mitra, Sayan" userId="5f9b069e-390c-41f3-af3f-6bd4b0fb9710" providerId="ADAL" clId="{603CB73D-5ABF-4B35-AB35-B8B719F0AA85}" dt="2022-07-03T01:18:44.029" v="5323" actId="113"/>
          <ac:spMkLst>
            <pc:docMk/>
            <pc:sldMk cId="2761177778" sldId="3702"/>
            <ac:spMk id="19" creationId="{00000000-0000-0000-0000-000000000000}"/>
          </ac:spMkLst>
        </pc:spChg>
        <pc:spChg chg="mod">
          <ac:chgData name="Mitra, Sayan" userId="5f9b069e-390c-41f3-af3f-6bd4b0fb9710" providerId="ADAL" clId="{603CB73D-5ABF-4B35-AB35-B8B719F0AA85}" dt="2022-07-03T01:22:24.807" v="5533" actId="20577"/>
          <ac:spMkLst>
            <pc:docMk/>
            <pc:sldMk cId="2761177778" sldId="3702"/>
            <ac:spMk id="28" creationId="{00000000-0000-0000-0000-000000000000}"/>
          </ac:spMkLst>
        </pc:spChg>
        <pc:spChg chg="mod">
          <ac:chgData name="Mitra, Sayan" userId="5f9b069e-390c-41f3-af3f-6bd4b0fb9710" providerId="ADAL" clId="{603CB73D-5ABF-4B35-AB35-B8B719F0AA85}" dt="2022-07-03T01:12:14.371" v="5276" actId="14100"/>
          <ac:spMkLst>
            <pc:docMk/>
            <pc:sldMk cId="2761177778" sldId="3702"/>
            <ac:spMk id="37" creationId="{00000000-0000-0000-0000-000000000000}"/>
          </ac:spMkLst>
        </pc:spChg>
        <pc:spChg chg="mod">
          <ac:chgData name="Mitra, Sayan" userId="5f9b069e-390c-41f3-af3f-6bd4b0fb9710" providerId="ADAL" clId="{603CB73D-5ABF-4B35-AB35-B8B719F0AA85}" dt="2022-07-03T01:18:37.247" v="5322" actId="113"/>
          <ac:spMkLst>
            <pc:docMk/>
            <pc:sldMk cId="2761177778" sldId="3702"/>
            <ac:spMk id="55" creationId="{00000000-0000-0000-0000-000000000000}"/>
          </ac:spMkLst>
        </pc:spChg>
        <pc:spChg chg="mod">
          <ac:chgData name="Mitra, Sayan" userId="5f9b069e-390c-41f3-af3f-6bd4b0fb9710" providerId="ADAL" clId="{603CB73D-5ABF-4B35-AB35-B8B719F0AA85}" dt="2022-07-03T01:48:40.775" v="6155" actId="1038"/>
          <ac:spMkLst>
            <pc:docMk/>
            <pc:sldMk cId="2761177778" sldId="3702"/>
            <ac:spMk id="74" creationId="{00000000-0000-0000-0000-000000000000}"/>
          </ac:spMkLst>
        </pc:spChg>
        <pc:spChg chg="mod">
          <ac:chgData name="Mitra, Sayan" userId="5f9b069e-390c-41f3-af3f-6bd4b0fb9710" providerId="ADAL" clId="{603CB73D-5ABF-4B35-AB35-B8B719F0AA85}" dt="2022-07-03T01:22:05.286" v="5521" actId="20577"/>
          <ac:spMkLst>
            <pc:docMk/>
            <pc:sldMk cId="2761177778" sldId="3702"/>
            <ac:spMk id="76" creationId="{00000000-0000-0000-0000-000000000000}"/>
          </ac:spMkLst>
        </pc:spChg>
        <pc:spChg chg="mod">
          <ac:chgData name="Mitra, Sayan" userId="5f9b069e-390c-41f3-af3f-6bd4b0fb9710" providerId="ADAL" clId="{603CB73D-5ABF-4B35-AB35-B8B719F0AA85}" dt="2022-07-03T01:17:55.891" v="5317" actId="6549"/>
          <ac:spMkLst>
            <pc:docMk/>
            <pc:sldMk cId="2761177778" sldId="3702"/>
            <ac:spMk id="78" creationId="{00000000-0000-0000-0000-000000000000}"/>
          </ac:spMkLst>
        </pc:spChg>
        <pc:spChg chg="mod">
          <ac:chgData name="Mitra, Sayan" userId="5f9b069e-390c-41f3-af3f-6bd4b0fb9710" providerId="ADAL" clId="{603CB73D-5ABF-4B35-AB35-B8B719F0AA85}" dt="2022-07-03T01:18:22.188" v="5320"/>
          <ac:spMkLst>
            <pc:docMk/>
            <pc:sldMk cId="2761177778" sldId="3702"/>
            <ac:spMk id="79" creationId="{00000000-0000-0000-0000-000000000000}"/>
          </ac:spMkLst>
        </pc:spChg>
        <pc:spChg chg="del mod">
          <ac:chgData name="Mitra, Sayan" userId="5f9b069e-390c-41f3-af3f-6bd4b0fb9710" providerId="ADAL" clId="{603CB73D-5ABF-4B35-AB35-B8B719F0AA85}" dt="2022-07-03T01:13:54.211" v="5288" actId="478"/>
          <ac:spMkLst>
            <pc:docMk/>
            <pc:sldMk cId="2761177778" sldId="3702"/>
            <ac:spMk id="80" creationId="{00000000-0000-0000-0000-000000000000}"/>
          </ac:spMkLst>
        </pc:spChg>
        <pc:grpChg chg="mod">
          <ac:chgData name="Mitra, Sayan" userId="5f9b069e-390c-41f3-af3f-6bd4b0fb9710" providerId="ADAL" clId="{603CB73D-5ABF-4B35-AB35-B8B719F0AA85}" dt="2022-07-03T01:12:24.792" v="5278" actId="14100"/>
          <ac:grpSpMkLst>
            <pc:docMk/>
            <pc:sldMk cId="2761177778" sldId="3702"/>
            <ac:grpSpMk id="13" creationId="{00000000-0000-0000-0000-000000000000}"/>
          </ac:grpSpMkLst>
        </pc:grpChg>
        <pc:grpChg chg="mod">
          <ac:chgData name="Mitra, Sayan" userId="5f9b069e-390c-41f3-af3f-6bd4b0fb9710" providerId="ADAL" clId="{603CB73D-5ABF-4B35-AB35-B8B719F0AA85}" dt="2022-07-03T01:12:24.792" v="5278" actId="14100"/>
          <ac:grpSpMkLst>
            <pc:docMk/>
            <pc:sldMk cId="2761177778" sldId="3702"/>
            <ac:grpSpMk id="56" creationId="{00000000-0000-0000-0000-000000000000}"/>
          </ac:grpSpMkLst>
        </pc:grpChg>
        <pc:grpChg chg="mod">
          <ac:chgData name="Mitra, Sayan" userId="5f9b069e-390c-41f3-af3f-6bd4b0fb9710" providerId="ADAL" clId="{603CB73D-5ABF-4B35-AB35-B8B719F0AA85}" dt="2022-07-03T01:12:24.792" v="5278" actId="14100"/>
          <ac:grpSpMkLst>
            <pc:docMk/>
            <pc:sldMk cId="2761177778" sldId="3702"/>
            <ac:grpSpMk id="57" creationId="{00000000-0000-0000-0000-000000000000}"/>
          </ac:grpSpMkLst>
        </pc:grpChg>
        <pc:grpChg chg="mod">
          <ac:chgData name="Mitra, Sayan" userId="5f9b069e-390c-41f3-af3f-6bd4b0fb9710" providerId="ADAL" clId="{603CB73D-5ABF-4B35-AB35-B8B719F0AA85}" dt="2022-07-03T01:12:24.792" v="5278" actId="14100"/>
          <ac:grpSpMkLst>
            <pc:docMk/>
            <pc:sldMk cId="2761177778" sldId="3702"/>
            <ac:grpSpMk id="58" creationId="{00000000-0000-0000-0000-000000000000}"/>
          </ac:grpSpMkLst>
        </pc:grpChg>
        <pc:grpChg chg="del">
          <ac:chgData name="Mitra, Sayan" userId="5f9b069e-390c-41f3-af3f-6bd4b0fb9710" providerId="ADAL" clId="{603CB73D-5ABF-4B35-AB35-B8B719F0AA85}" dt="2022-07-03T01:13:11.827" v="5281" actId="478"/>
          <ac:grpSpMkLst>
            <pc:docMk/>
            <pc:sldMk cId="2761177778" sldId="3702"/>
            <ac:grpSpMk id="63" creationId="{00000000-0000-0000-0000-000000000000}"/>
          </ac:grpSpMkLst>
        </pc:grpChg>
        <pc:picChg chg="add mod">
          <ac:chgData name="Mitra, Sayan" userId="5f9b069e-390c-41f3-af3f-6bd4b0fb9710" providerId="ADAL" clId="{603CB73D-5ABF-4B35-AB35-B8B719F0AA85}" dt="2022-07-03T01:23:41.613" v="5544" actId="12788"/>
          <ac:picMkLst>
            <pc:docMk/>
            <pc:sldMk cId="2761177778" sldId="3702"/>
            <ac:picMk id="59" creationId="{20FCBABD-08DE-490C-AEB3-8C54E8BA606F}"/>
          </ac:picMkLst>
        </pc:picChg>
        <pc:picChg chg="add mod">
          <ac:chgData name="Mitra, Sayan" userId="5f9b069e-390c-41f3-af3f-6bd4b0fb9710" providerId="ADAL" clId="{603CB73D-5ABF-4B35-AB35-B8B719F0AA85}" dt="2022-07-03T01:23:41.613" v="5544" actId="12788"/>
          <ac:picMkLst>
            <pc:docMk/>
            <pc:sldMk cId="2761177778" sldId="3702"/>
            <ac:picMk id="60" creationId="{3CD874FB-0546-4B33-A18F-8C6D57D90BBC}"/>
          </ac:picMkLst>
        </pc:picChg>
        <pc:picChg chg="add mod">
          <ac:chgData name="Mitra, Sayan" userId="5f9b069e-390c-41f3-af3f-6bd4b0fb9710" providerId="ADAL" clId="{603CB73D-5ABF-4B35-AB35-B8B719F0AA85}" dt="2022-07-03T01:23:41.613" v="5544" actId="12788"/>
          <ac:picMkLst>
            <pc:docMk/>
            <pc:sldMk cId="2761177778" sldId="3702"/>
            <ac:picMk id="61" creationId="{3F759D33-C788-4273-9A3C-F7BEC8A605CD}"/>
          </ac:picMkLst>
        </pc:picChg>
        <pc:picChg chg="del">
          <ac:chgData name="Mitra, Sayan" userId="5f9b069e-390c-41f3-af3f-6bd4b0fb9710" providerId="ADAL" clId="{603CB73D-5ABF-4B35-AB35-B8B719F0AA85}" dt="2022-07-03T01:13:11.827" v="5281" actId="478"/>
          <ac:picMkLst>
            <pc:docMk/>
            <pc:sldMk cId="2761177778" sldId="3702"/>
            <ac:picMk id="71" creationId="{00000000-0000-0000-0000-000000000000}"/>
          </ac:picMkLst>
        </pc:picChg>
        <pc:picChg chg="add mod">
          <ac:chgData name="Mitra, Sayan" userId="5f9b069e-390c-41f3-af3f-6bd4b0fb9710" providerId="ADAL" clId="{603CB73D-5ABF-4B35-AB35-B8B719F0AA85}" dt="2022-07-03T01:23:41.613" v="5544" actId="12788"/>
          <ac:picMkLst>
            <pc:docMk/>
            <pc:sldMk cId="2761177778" sldId="3702"/>
            <ac:picMk id="1026" creationId="{E536386F-92B4-4D95-A5FD-79256217D788}"/>
          </ac:picMkLst>
        </pc:picChg>
        <pc:picChg chg="add mod">
          <ac:chgData name="Mitra, Sayan" userId="5f9b069e-390c-41f3-af3f-6bd4b0fb9710" providerId="ADAL" clId="{603CB73D-5ABF-4B35-AB35-B8B719F0AA85}" dt="2022-07-03T01:23:41.613" v="5544" actId="12788"/>
          <ac:picMkLst>
            <pc:docMk/>
            <pc:sldMk cId="2761177778" sldId="3702"/>
            <ac:picMk id="1028" creationId="{0EBF5C5A-E0EA-4D8A-9580-77DF2108CC3D}"/>
          </ac:picMkLst>
        </pc:picChg>
        <pc:picChg chg="del">
          <ac:chgData name="Mitra, Sayan" userId="5f9b069e-390c-41f3-af3f-6bd4b0fb9710" providerId="ADAL" clId="{603CB73D-5ABF-4B35-AB35-B8B719F0AA85}" dt="2022-07-03T01:13:11.827" v="5281" actId="478"/>
          <ac:picMkLst>
            <pc:docMk/>
            <pc:sldMk cId="2761177778" sldId="3702"/>
            <ac:picMk id="3064863" creationId="{00000000-0000-0000-0000-000000000000}"/>
          </ac:picMkLst>
        </pc:picChg>
        <pc:picChg chg="del">
          <ac:chgData name="Mitra, Sayan" userId="5f9b069e-390c-41f3-af3f-6bd4b0fb9710" providerId="ADAL" clId="{603CB73D-5ABF-4B35-AB35-B8B719F0AA85}" dt="2022-07-03T01:13:13.730" v="5282" actId="478"/>
          <ac:picMkLst>
            <pc:docMk/>
            <pc:sldMk cId="2761177778" sldId="3702"/>
            <ac:picMk id="3064865" creationId="{00000000-0000-0000-0000-000000000000}"/>
          </ac:picMkLst>
        </pc:picChg>
        <pc:picChg chg="del">
          <ac:chgData name="Mitra, Sayan" userId="5f9b069e-390c-41f3-af3f-6bd4b0fb9710" providerId="ADAL" clId="{603CB73D-5ABF-4B35-AB35-B8B719F0AA85}" dt="2022-07-03T01:13:11.827" v="5281" actId="478"/>
          <ac:picMkLst>
            <pc:docMk/>
            <pc:sldMk cId="2761177778" sldId="3702"/>
            <ac:picMk id="3064869" creationId="{00000000-0000-0000-0000-000000000000}"/>
          </ac:picMkLst>
        </pc:picChg>
      </pc:sldChg>
      <pc:sldChg chg="addSp delSp modSp add mod">
        <pc:chgData name="Mitra, Sayan" userId="5f9b069e-390c-41f3-af3f-6bd4b0fb9710" providerId="ADAL" clId="{603CB73D-5ABF-4B35-AB35-B8B719F0AA85}" dt="2022-07-04T09:11:17.296" v="13893" actId="14100"/>
        <pc:sldMkLst>
          <pc:docMk/>
          <pc:sldMk cId="3779880356" sldId="3718"/>
        </pc:sldMkLst>
        <pc:spChg chg="mod">
          <ac:chgData name="Mitra, Sayan" userId="5f9b069e-390c-41f3-af3f-6bd4b0fb9710" providerId="ADAL" clId="{603CB73D-5ABF-4B35-AB35-B8B719F0AA85}" dt="2022-07-03T08:40:09.626" v="7365" actId="1036"/>
          <ac:spMkLst>
            <pc:docMk/>
            <pc:sldMk cId="3779880356" sldId="3718"/>
            <ac:spMk id="14"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15"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17"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18"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21"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22"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24"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25"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26"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27" creationId="{00000000-0000-0000-0000-000000000000}"/>
          </ac:spMkLst>
        </pc:spChg>
        <pc:spChg chg="mod">
          <ac:chgData name="Mitra, Sayan" userId="5f9b069e-390c-41f3-af3f-6bd4b0fb9710" providerId="ADAL" clId="{603CB73D-5ABF-4B35-AB35-B8B719F0AA85}" dt="2022-07-03T08:44:44.814" v="7428" actId="20577"/>
          <ac:spMkLst>
            <pc:docMk/>
            <pc:sldMk cId="3779880356" sldId="3718"/>
            <ac:spMk id="36" creationId="{E880922B-2571-4272-970E-ED010AA8C03A}"/>
          </ac:spMkLst>
        </pc:spChg>
        <pc:spChg chg="mod">
          <ac:chgData name="Mitra, Sayan" userId="5f9b069e-390c-41f3-af3f-6bd4b0fb9710" providerId="ADAL" clId="{603CB73D-5ABF-4B35-AB35-B8B719F0AA85}" dt="2022-07-03T08:40:44.621" v="7390" actId="20577"/>
          <ac:spMkLst>
            <pc:docMk/>
            <pc:sldMk cId="3779880356" sldId="3718"/>
            <ac:spMk id="40" creationId="{8A7FD379-AE0F-4B68-9756-B86604DC0B46}"/>
          </ac:spMkLst>
        </pc:spChg>
        <pc:spChg chg="mod">
          <ac:chgData name="Mitra, Sayan" userId="5f9b069e-390c-41f3-af3f-6bd4b0fb9710" providerId="ADAL" clId="{603CB73D-5ABF-4B35-AB35-B8B719F0AA85}" dt="2022-07-03T08:40:09.626" v="7365" actId="1036"/>
          <ac:spMkLst>
            <pc:docMk/>
            <pc:sldMk cId="3779880356" sldId="3718"/>
            <ac:spMk id="42"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43" creationId="{00000000-0000-0000-0000-000000000000}"/>
          </ac:spMkLst>
        </pc:spChg>
        <pc:spChg chg="add del">
          <ac:chgData name="Mitra, Sayan" userId="5f9b069e-390c-41f3-af3f-6bd4b0fb9710" providerId="ADAL" clId="{603CB73D-5ABF-4B35-AB35-B8B719F0AA85}" dt="2022-07-03T08:44:31.196" v="7400" actId="22"/>
          <ac:spMkLst>
            <pc:docMk/>
            <pc:sldMk cId="3779880356" sldId="3718"/>
            <ac:spMk id="44" creationId="{A8CD66BE-96F3-4E9F-B9EF-02318CA161CA}"/>
          </ac:spMkLst>
        </pc:spChg>
        <pc:spChg chg="mod">
          <ac:chgData name="Mitra, Sayan" userId="5f9b069e-390c-41f3-af3f-6bd4b0fb9710" providerId="ADAL" clId="{603CB73D-5ABF-4B35-AB35-B8B719F0AA85}" dt="2022-07-03T08:40:09.626" v="7365" actId="1036"/>
          <ac:spMkLst>
            <pc:docMk/>
            <pc:sldMk cId="3779880356" sldId="3718"/>
            <ac:spMk id="62"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63" creationId="{00000000-0000-0000-0000-000000000000}"/>
          </ac:spMkLst>
        </pc:spChg>
        <pc:grpChg chg="mod">
          <ac:chgData name="Mitra, Sayan" userId="5f9b069e-390c-41f3-af3f-6bd4b0fb9710" providerId="ADAL" clId="{603CB73D-5ABF-4B35-AB35-B8B719F0AA85}" dt="2022-07-03T08:40:09.626" v="7365" actId="1036"/>
          <ac:grpSpMkLst>
            <pc:docMk/>
            <pc:sldMk cId="3779880356" sldId="3718"/>
            <ac:grpSpMk id="4" creationId="{00000000-0000-0000-0000-000000000000}"/>
          </ac:grpSpMkLst>
        </pc:grpChg>
        <pc:grpChg chg="mod">
          <ac:chgData name="Mitra, Sayan" userId="5f9b069e-390c-41f3-af3f-6bd4b0fb9710" providerId="ADAL" clId="{603CB73D-5ABF-4B35-AB35-B8B719F0AA85}" dt="2022-07-03T08:40:09.626" v="7365" actId="1036"/>
          <ac:grpSpMkLst>
            <pc:docMk/>
            <pc:sldMk cId="3779880356" sldId="3718"/>
            <ac:grpSpMk id="5" creationId="{00000000-0000-0000-0000-000000000000}"/>
          </ac:grpSpMkLst>
        </pc:grpChg>
        <pc:grpChg chg="mod">
          <ac:chgData name="Mitra, Sayan" userId="5f9b069e-390c-41f3-af3f-6bd4b0fb9710" providerId="ADAL" clId="{603CB73D-5ABF-4B35-AB35-B8B719F0AA85}" dt="2022-07-03T08:40:09.626" v="7365" actId="1036"/>
          <ac:grpSpMkLst>
            <pc:docMk/>
            <pc:sldMk cId="3779880356" sldId="3718"/>
            <ac:grpSpMk id="8" creationId="{00000000-0000-0000-0000-000000000000}"/>
          </ac:grpSpMkLst>
        </pc:grpChg>
        <pc:grpChg chg="mod">
          <ac:chgData name="Mitra, Sayan" userId="5f9b069e-390c-41f3-af3f-6bd4b0fb9710" providerId="ADAL" clId="{603CB73D-5ABF-4B35-AB35-B8B719F0AA85}" dt="2022-07-03T08:40:09.626" v="7365" actId="1036"/>
          <ac:grpSpMkLst>
            <pc:docMk/>
            <pc:sldMk cId="3779880356" sldId="3718"/>
            <ac:grpSpMk id="9" creationId="{00000000-0000-0000-0000-000000000000}"/>
          </ac:grpSpMkLst>
        </pc:grpChg>
        <pc:grpChg chg="mod">
          <ac:chgData name="Mitra, Sayan" userId="5f9b069e-390c-41f3-af3f-6bd4b0fb9710" providerId="ADAL" clId="{603CB73D-5ABF-4B35-AB35-B8B719F0AA85}" dt="2022-07-03T08:40:09.626" v="7365" actId="1036"/>
          <ac:grpSpMkLst>
            <pc:docMk/>
            <pc:sldMk cId="3779880356" sldId="3718"/>
            <ac:grpSpMk id="10" creationId="{00000000-0000-0000-0000-000000000000}"/>
          </ac:grpSpMkLst>
        </pc:grpChg>
        <pc:grpChg chg="mod">
          <ac:chgData name="Mitra, Sayan" userId="5f9b069e-390c-41f3-af3f-6bd4b0fb9710" providerId="ADAL" clId="{603CB73D-5ABF-4B35-AB35-B8B719F0AA85}" dt="2022-07-03T08:40:09.626" v="7365" actId="1036"/>
          <ac:grpSpMkLst>
            <pc:docMk/>
            <pc:sldMk cId="3779880356" sldId="3718"/>
            <ac:grpSpMk id="11" creationId="{00000000-0000-0000-0000-000000000000}"/>
          </ac:grpSpMkLst>
        </pc:grpChg>
        <pc:grpChg chg="mod">
          <ac:chgData name="Mitra, Sayan" userId="5f9b069e-390c-41f3-af3f-6bd4b0fb9710" providerId="ADAL" clId="{603CB73D-5ABF-4B35-AB35-B8B719F0AA85}" dt="2022-07-03T08:40:09.626" v="7365" actId="1036"/>
          <ac:grpSpMkLst>
            <pc:docMk/>
            <pc:sldMk cId="3779880356" sldId="3718"/>
            <ac:grpSpMk id="12" creationId="{00000000-0000-0000-0000-000000000000}"/>
          </ac:grpSpMkLst>
        </pc:grpChg>
        <pc:grpChg chg="add mod">
          <ac:chgData name="Mitra, Sayan" userId="5f9b069e-390c-41f3-af3f-6bd4b0fb9710" providerId="ADAL" clId="{603CB73D-5ABF-4B35-AB35-B8B719F0AA85}" dt="2022-07-03T08:40:21.924" v="7367" actId="1076"/>
          <ac:grpSpMkLst>
            <pc:docMk/>
            <pc:sldMk cId="3779880356" sldId="3718"/>
            <ac:grpSpMk id="33" creationId="{DA6B47CC-279F-4AD7-8B4C-C5743F06AE3E}"/>
          </ac:grpSpMkLst>
        </pc:grpChg>
        <pc:graphicFrameChg chg="add del mod">
          <ac:chgData name="Mitra, Sayan" userId="5f9b069e-390c-41f3-af3f-6bd4b0fb9710" providerId="ADAL" clId="{603CB73D-5ABF-4B35-AB35-B8B719F0AA85}" dt="2022-07-02T01:28:21.263" v="2439" actId="12084"/>
          <ac:graphicFrameMkLst>
            <pc:docMk/>
            <pc:sldMk cId="3779880356" sldId="3718"/>
            <ac:graphicFrameMk id="13" creationId="{1782864A-5BF0-4DEA-A821-1E1AE60CF8EB}"/>
          </ac:graphicFrameMkLst>
        </pc:graphicFrameChg>
        <pc:picChg chg="del">
          <ac:chgData name="Mitra, Sayan" userId="5f9b069e-390c-41f3-af3f-6bd4b0fb9710" providerId="ADAL" clId="{603CB73D-5ABF-4B35-AB35-B8B719F0AA85}" dt="2022-07-02T01:36:38.645" v="2580" actId="478"/>
          <ac:picMkLst>
            <pc:docMk/>
            <pc:sldMk cId="3779880356" sldId="3718"/>
            <ac:picMk id="2" creationId="{00000000-0000-0000-0000-000000000000}"/>
          </ac:picMkLst>
        </pc:picChg>
        <pc:picChg chg="mod">
          <ac:chgData name="Mitra, Sayan" userId="5f9b069e-390c-41f3-af3f-6bd4b0fb9710" providerId="ADAL" clId="{603CB73D-5ABF-4B35-AB35-B8B719F0AA85}" dt="2022-07-03T08:40:09.626" v="7365" actId="1036"/>
          <ac:picMkLst>
            <pc:docMk/>
            <pc:sldMk cId="3779880356" sldId="3718"/>
            <ac:picMk id="13" creationId="{7B5E8804-FDEC-2B9C-95DA-46C847E98A26}"/>
          </ac:picMkLst>
        </pc:picChg>
        <pc:picChg chg="add mod">
          <ac:chgData name="Mitra, Sayan" userId="5f9b069e-390c-41f3-af3f-6bd4b0fb9710" providerId="ADAL" clId="{603CB73D-5ABF-4B35-AB35-B8B719F0AA85}" dt="2022-07-03T08:40:09.626" v="7365" actId="1036"/>
          <ac:picMkLst>
            <pc:docMk/>
            <pc:sldMk cId="3779880356" sldId="3718"/>
            <ac:picMk id="16" creationId="{4C7FFE5B-9091-4CD5-9D22-B0DD4D5E184A}"/>
          </ac:picMkLst>
        </pc:picChg>
        <pc:picChg chg="del">
          <ac:chgData name="Mitra, Sayan" userId="5f9b069e-390c-41f3-af3f-6bd4b0fb9710" providerId="ADAL" clId="{603CB73D-5ABF-4B35-AB35-B8B719F0AA85}" dt="2022-07-02T01:47:14.543" v="2605" actId="478"/>
          <ac:picMkLst>
            <pc:docMk/>
            <pc:sldMk cId="3779880356" sldId="3718"/>
            <ac:picMk id="19" creationId="{00000000-0000-0000-0000-000000000000}"/>
          </ac:picMkLst>
        </pc:picChg>
        <pc:picChg chg="del">
          <ac:chgData name="Mitra, Sayan" userId="5f9b069e-390c-41f3-af3f-6bd4b0fb9710" providerId="ADAL" clId="{603CB73D-5ABF-4B35-AB35-B8B719F0AA85}" dt="2022-07-02T01:30:36.574" v="2452" actId="478"/>
          <ac:picMkLst>
            <pc:docMk/>
            <pc:sldMk cId="3779880356" sldId="3718"/>
            <ac:picMk id="23" creationId="{00000000-0000-0000-0000-000000000000}"/>
          </ac:picMkLst>
        </pc:picChg>
        <pc:picChg chg="del">
          <ac:chgData name="Mitra, Sayan" userId="5f9b069e-390c-41f3-af3f-6bd4b0fb9710" providerId="ADAL" clId="{603CB73D-5ABF-4B35-AB35-B8B719F0AA85}" dt="2022-07-02T01:36:42.430" v="2581" actId="478"/>
          <ac:picMkLst>
            <pc:docMk/>
            <pc:sldMk cId="3779880356" sldId="3718"/>
            <ac:picMk id="28" creationId="{00000000-0000-0000-0000-000000000000}"/>
          </ac:picMkLst>
        </pc:picChg>
        <pc:picChg chg="add del mod">
          <ac:chgData name="Mitra, Sayan" userId="5f9b069e-390c-41f3-af3f-6bd4b0fb9710" providerId="ADAL" clId="{603CB73D-5ABF-4B35-AB35-B8B719F0AA85}" dt="2022-07-03T08:40:09.626" v="7365" actId="1036"/>
          <ac:picMkLst>
            <pc:docMk/>
            <pc:sldMk cId="3779880356" sldId="3718"/>
            <ac:picMk id="34" creationId="{CAF450C8-6D7B-40C9-B704-56BF7AA0BA83}"/>
          </ac:picMkLst>
        </pc:picChg>
        <pc:picChg chg="mod">
          <ac:chgData name="Mitra, Sayan" userId="5f9b069e-390c-41f3-af3f-6bd4b0fb9710" providerId="ADAL" clId="{603CB73D-5ABF-4B35-AB35-B8B719F0AA85}" dt="2022-07-04T09:11:11.125" v="13892" actId="14100"/>
          <ac:picMkLst>
            <pc:docMk/>
            <pc:sldMk cId="3779880356" sldId="3718"/>
            <ac:picMk id="35" creationId="{052C810A-B2DF-41DE-9409-E7B81B1D2CD6}"/>
          </ac:picMkLst>
        </pc:picChg>
        <pc:picChg chg="del">
          <ac:chgData name="Mitra, Sayan" userId="5f9b069e-390c-41f3-af3f-6bd4b0fb9710" providerId="ADAL" clId="{603CB73D-5ABF-4B35-AB35-B8B719F0AA85}" dt="2022-07-02T01:33:46.318" v="2511" actId="478"/>
          <ac:picMkLst>
            <pc:docMk/>
            <pc:sldMk cId="3779880356" sldId="3718"/>
            <ac:picMk id="36" creationId="{00000000-0000-0000-0000-000000000000}"/>
          </ac:picMkLst>
        </pc:picChg>
        <pc:picChg chg="add mod">
          <ac:chgData name="Mitra, Sayan" userId="5f9b069e-390c-41f3-af3f-6bd4b0fb9710" providerId="ADAL" clId="{603CB73D-5ABF-4B35-AB35-B8B719F0AA85}" dt="2022-07-03T08:40:09.626" v="7365" actId="1036"/>
          <ac:picMkLst>
            <pc:docMk/>
            <pc:sldMk cId="3779880356" sldId="3718"/>
            <ac:picMk id="37" creationId="{26B73C00-C2A9-4E1D-86C1-9427316ED17F}"/>
          </ac:picMkLst>
        </pc:picChg>
        <pc:picChg chg="add del mod">
          <ac:chgData name="Mitra, Sayan" userId="5f9b069e-390c-41f3-af3f-6bd4b0fb9710" providerId="ADAL" clId="{603CB73D-5ABF-4B35-AB35-B8B719F0AA85}" dt="2022-07-04T06:08:14.088" v="12878" actId="478"/>
          <ac:picMkLst>
            <pc:docMk/>
            <pc:sldMk cId="3779880356" sldId="3718"/>
            <ac:picMk id="38" creationId="{64A11FC1-FD74-4DF6-A4AA-033F386A865D}"/>
          </ac:picMkLst>
        </pc:picChg>
        <pc:picChg chg="add mod">
          <ac:chgData name="Mitra, Sayan" userId="5f9b069e-390c-41f3-af3f-6bd4b0fb9710" providerId="ADAL" clId="{603CB73D-5ABF-4B35-AB35-B8B719F0AA85}" dt="2022-07-03T08:40:09.626" v="7365" actId="1036"/>
          <ac:picMkLst>
            <pc:docMk/>
            <pc:sldMk cId="3779880356" sldId="3718"/>
            <ac:picMk id="39" creationId="{A2B24A8C-4228-4479-AC7A-CD8CD6C442BC}"/>
          </ac:picMkLst>
        </pc:picChg>
        <pc:picChg chg="add mod">
          <ac:chgData name="Mitra, Sayan" userId="5f9b069e-390c-41f3-af3f-6bd4b0fb9710" providerId="ADAL" clId="{603CB73D-5ABF-4B35-AB35-B8B719F0AA85}" dt="2022-07-02T01:37:42.497" v="2591" actId="11530"/>
          <ac:picMkLst>
            <pc:docMk/>
            <pc:sldMk cId="3779880356" sldId="3718"/>
            <ac:picMk id="40" creationId="{CB155076-76FF-4322-A7A8-0C05024745E1}"/>
          </ac:picMkLst>
        </pc:picChg>
        <pc:picChg chg="add mod">
          <ac:chgData name="Mitra, Sayan" userId="5f9b069e-390c-41f3-af3f-6bd4b0fb9710" providerId="ADAL" clId="{603CB73D-5ABF-4B35-AB35-B8B719F0AA85}" dt="2022-07-04T06:08:48.471" v="12887" actId="14100"/>
          <ac:picMkLst>
            <pc:docMk/>
            <pc:sldMk cId="3779880356" sldId="3718"/>
            <ac:picMk id="41" creationId="{3436487B-B473-4839-8259-D2329A94BA6A}"/>
          </ac:picMkLst>
        </pc:picChg>
        <pc:picChg chg="add mod">
          <ac:chgData name="Mitra, Sayan" userId="5f9b069e-390c-41f3-af3f-6bd4b0fb9710" providerId="ADAL" clId="{603CB73D-5ABF-4B35-AB35-B8B719F0AA85}" dt="2022-07-02T01:47:26.196" v="2607" actId="1076"/>
          <ac:picMkLst>
            <pc:docMk/>
            <pc:sldMk cId="3779880356" sldId="3718"/>
            <ac:picMk id="41" creationId="{7D65D012-FB55-4896-A67A-728F2A39F262}"/>
          </ac:picMkLst>
        </pc:picChg>
        <pc:picChg chg="add del mod">
          <ac:chgData name="Mitra, Sayan" userId="5f9b069e-390c-41f3-af3f-6bd4b0fb9710" providerId="ADAL" clId="{603CB73D-5ABF-4B35-AB35-B8B719F0AA85}" dt="2022-07-03T08:40:24.602" v="7368" actId="478"/>
          <ac:picMkLst>
            <pc:docMk/>
            <pc:sldMk cId="3779880356" sldId="3718"/>
            <ac:picMk id="41" creationId="{A4570A1F-20AF-46FB-8600-026507623145}"/>
          </ac:picMkLst>
        </pc:picChg>
        <pc:picChg chg="del">
          <ac:chgData name="Mitra, Sayan" userId="5f9b069e-390c-41f3-af3f-6bd4b0fb9710" providerId="ADAL" clId="{603CB73D-5ABF-4B35-AB35-B8B719F0AA85}" dt="2022-07-02T01:33:55.298" v="2512" actId="478"/>
          <ac:picMkLst>
            <pc:docMk/>
            <pc:sldMk cId="3779880356" sldId="3718"/>
            <ac:picMk id="48" creationId="{00000000-0000-0000-0000-000000000000}"/>
          </ac:picMkLst>
        </pc:picChg>
        <pc:picChg chg="del">
          <ac:chgData name="Mitra, Sayan" userId="5f9b069e-390c-41f3-af3f-6bd4b0fb9710" providerId="ADAL" clId="{603CB73D-5ABF-4B35-AB35-B8B719F0AA85}" dt="2022-07-02T01:32:29.587" v="2490" actId="478"/>
          <ac:picMkLst>
            <pc:docMk/>
            <pc:sldMk cId="3779880356" sldId="3718"/>
            <ac:picMk id="61" creationId="{00000000-0000-0000-0000-000000000000}"/>
          </ac:picMkLst>
        </pc:picChg>
        <pc:picChg chg="add del">
          <ac:chgData name="Mitra, Sayan" userId="5f9b069e-390c-41f3-af3f-6bd4b0fb9710" providerId="ADAL" clId="{603CB73D-5ABF-4B35-AB35-B8B719F0AA85}" dt="2022-07-02T01:29:03.101" v="2442" actId="478"/>
          <ac:picMkLst>
            <pc:docMk/>
            <pc:sldMk cId="3779880356" sldId="3718"/>
            <ac:picMk id="65" creationId="{00000000-0000-0000-0000-000000000000}"/>
          </ac:picMkLst>
        </pc:picChg>
        <pc:picChg chg="add mod">
          <ac:chgData name="Mitra, Sayan" userId="5f9b069e-390c-41f3-af3f-6bd4b0fb9710" providerId="ADAL" clId="{603CB73D-5ABF-4B35-AB35-B8B719F0AA85}" dt="2022-07-04T09:11:17.296" v="13893" actId="14100"/>
          <ac:picMkLst>
            <pc:docMk/>
            <pc:sldMk cId="3779880356" sldId="3718"/>
            <ac:picMk id="1026" creationId="{DB65D9E8-42CF-470D-89DE-4C414AE713D4}"/>
          </ac:picMkLst>
        </pc:picChg>
      </pc:sldChg>
      <pc:sldChg chg="addSp delSp modSp mod">
        <pc:chgData name="Mitra, Sayan" userId="5f9b069e-390c-41f3-af3f-6bd4b0fb9710" providerId="ADAL" clId="{603CB73D-5ABF-4B35-AB35-B8B719F0AA85}" dt="2022-07-04T08:35:17.620" v="13369" actId="478"/>
        <pc:sldMkLst>
          <pc:docMk/>
          <pc:sldMk cId="1663662808" sldId="3884"/>
        </pc:sldMkLst>
        <pc:spChg chg="add del mod">
          <ac:chgData name="Mitra, Sayan" userId="5f9b069e-390c-41f3-af3f-6bd4b0fb9710" providerId="ADAL" clId="{603CB73D-5ABF-4B35-AB35-B8B719F0AA85}" dt="2022-07-04T08:35:17.620" v="13369" actId="478"/>
          <ac:spMkLst>
            <pc:docMk/>
            <pc:sldMk cId="1663662808" sldId="3884"/>
            <ac:spMk id="49" creationId="{0152A195-273A-44A1-BCA1-397A735BC081}"/>
          </ac:spMkLst>
        </pc:spChg>
        <pc:spChg chg="mod">
          <ac:chgData name="Mitra, Sayan" userId="5f9b069e-390c-41f3-af3f-6bd4b0fb9710" providerId="ADAL" clId="{603CB73D-5ABF-4B35-AB35-B8B719F0AA85}" dt="2022-07-04T08:34:47.645" v="13368" actId="113"/>
          <ac:spMkLst>
            <pc:docMk/>
            <pc:sldMk cId="1663662808" sldId="3884"/>
            <ac:spMk id="184" creationId="{B4682380-451C-40F6-8FB1-2F65451BB65E}"/>
          </ac:spMkLst>
        </pc:spChg>
      </pc:sldChg>
      <pc:sldChg chg="addSp delSp modSp mod">
        <pc:chgData name="Mitra, Sayan" userId="5f9b069e-390c-41f3-af3f-6bd4b0fb9710" providerId="ADAL" clId="{603CB73D-5ABF-4B35-AB35-B8B719F0AA85}" dt="2022-07-04T05:01:33.795" v="12474" actId="478"/>
        <pc:sldMkLst>
          <pc:docMk/>
          <pc:sldMk cId="2473939844" sldId="3969"/>
        </pc:sldMkLst>
        <pc:spChg chg="del">
          <ac:chgData name="Mitra, Sayan" userId="5f9b069e-390c-41f3-af3f-6bd4b0fb9710" providerId="ADAL" clId="{603CB73D-5ABF-4B35-AB35-B8B719F0AA85}" dt="2022-07-04T05:01:21.205" v="12470" actId="478"/>
          <ac:spMkLst>
            <pc:docMk/>
            <pc:sldMk cId="2473939844" sldId="3969"/>
            <ac:spMk id="16" creationId="{F3E57C58-2BA6-4D86-86D3-A7005568A0D5}"/>
          </ac:spMkLst>
        </pc:spChg>
        <pc:spChg chg="del mod">
          <ac:chgData name="Mitra, Sayan" userId="5f9b069e-390c-41f3-af3f-6bd4b0fb9710" providerId="ADAL" clId="{603CB73D-5ABF-4B35-AB35-B8B719F0AA85}" dt="2022-07-04T05:01:21.205" v="12470" actId="478"/>
          <ac:spMkLst>
            <pc:docMk/>
            <pc:sldMk cId="2473939844" sldId="3969"/>
            <ac:spMk id="17" creationId="{0DE4AEE0-311C-496A-B548-147E57C14701}"/>
          </ac:spMkLst>
        </pc:spChg>
        <pc:spChg chg="del mod">
          <ac:chgData name="Mitra, Sayan" userId="5f9b069e-390c-41f3-af3f-6bd4b0fb9710" providerId="ADAL" clId="{603CB73D-5ABF-4B35-AB35-B8B719F0AA85}" dt="2022-07-04T05:01:17.419" v="12469" actId="478"/>
          <ac:spMkLst>
            <pc:docMk/>
            <pc:sldMk cId="2473939844" sldId="3969"/>
            <ac:spMk id="18" creationId="{9095C9E7-72DD-4CA0-940F-7DA9754F95C0}"/>
          </ac:spMkLst>
        </pc:spChg>
        <pc:spChg chg="add del mod">
          <ac:chgData name="Mitra, Sayan" userId="5f9b069e-390c-41f3-af3f-6bd4b0fb9710" providerId="ADAL" clId="{603CB73D-5ABF-4B35-AB35-B8B719F0AA85}" dt="2022-07-04T05:01:24.103" v="12471" actId="478"/>
          <ac:spMkLst>
            <pc:docMk/>
            <pc:sldMk cId="2473939844" sldId="3969"/>
            <ac:spMk id="19" creationId="{844D020B-70EC-40B6-A4AD-7753F2D86BAE}"/>
          </ac:spMkLst>
        </pc:spChg>
        <pc:spChg chg="add del mod">
          <ac:chgData name="Mitra, Sayan" userId="5f9b069e-390c-41f3-af3f-6bd4b0fb9710" providerId="ADAL" clId="{603CB73D-5ABF-4B35-AB35-B8B719F0AA85}" dt="2022-07-04T05:01:24.103" v="12471" actId="478"/>
          <ac:spMkLst>
            <pc:docMk/>
            <pc:sldMk cId="2473939844" sldId="3969"/>
            <ac:spMk id="20" creationId="{5493C5B2-5A18-42DF-8309-F8E7BCECDED3}"/>
          </ac:spMkLst>
        </pc:spChg>
        <pc:spChg chg="add del mod">
          <ac:chgData name="Mitra, Sayan" userId="5f9b069e-390c-41f3-af3f-6bd4b0fb9710" providerId="ADAL" clId="{603CB73D-5ABF-4B35-AB35-B8B719F0AA85}" dt="2022-07-04T05:01:17.419" v="12469" actId="478"/>
          <ac:spMkLst>
            <pc:docMk/>
            <pc:sldMk cId="2473939844" sldId="3969"/>
            <ac:spMk id="21" creationId="{82FE3045-0DD5-48D1-91CD-14C8D252A56F}"/>
          </ac:spMkLst>
        </pc:spChg>
        <pc:spChg chg="add del mod">
          <ac:chgData name="Mitra, Sayan" userId="5f9b069e-390c-41f3-af3f-6bd4b0fb9710" providerId="ADAL" clId="{603CB73D-5ABF-4B35-AB35-B8B719F0AA85}" dt="2022-07-04T05:01:26.882" v="12472" actId="478"/>
          <ac:spMkLst>
            <pc:docMk/>
            <pc:sldMk cId="2473939844" sldId="3969"/>
            <ac:spMk id="22" creationId="{E47DAE3E-F555-4680-B549-32897CB10C9E}"/>
          </ac:spMkLst>
        </pc:spChg>
        <pc:spChg chg="add del mod">
          <ac:chgData name="Mitra, Sayan" userId="5f9b069e-390c-41f3-af3f-6bd4b0fb9710" providerId="ADAL" clId="{603CB73D-5ABF-4B35-AB35-B8B719F0AA85}" dt="2022-07-04T05:01:26.882" v="12472" actId="478"/>
          <ac:spMkLst>
            <pc:docMk/>
            <pc:sldMk cId="2473939844" sldId="3969"/>
            <ac:spMk id="23" creationId="{83C3B348-AE26-4B52-84D8-9FDA6F88117E}"/>
          </ac:spMkLst>
        </pc:spChg>
        <pc:spChg chg="add del mod">
          <ac:chgData name="Mitra, Sayan" userId="5f9b069e-390c-41f3-af3f-6bd4b0fb9710" providerId="ADAL" clId="{603CB73D-5ABF-4B35-AB35-B8B719F0AA85}" dt="2022-07-04T05:01:17.419" v="12469" actId="478"/>
          <ac:spMkLst>
            <pc:docMk/>
            <pc:sldMk cId="2473939844" sldId="3969"/>
            <ac:spMk id="24" creationId="{DDC81AED-123B-417D-805B-3D7A5360E445}"/>
          </ac:spMkLst>
        </pc:spChg>
        <pc:spChg chg="mod">
          <ac:chgData name="Mitra, Sayan" userId="5f9b069e-390c-41f3-af3f-6bd4b0fb9710" providerId="ADAL" clId="{603CB73D-5ABF-4B35-AB35-B8B719F0AA85}" dt="2022-07-03T05:05:33.253" v="7246"/>
          <ac:spMkLst>
            <pc:docMk/>
            <pc:sldMk cId="2473939844" sldId="3969"/>
            <ac:spMk id="26" creationId="{5BA4FCD5-4905-46D3-A784-8731C575D565}"/>
          </ac:spMkLst>
        </pc:spChg>
        <pc:spChg chg="mod">
          <ac:chgData name="Mitra, Sayan" userId="5f9b069e-390c-41f3-af3f-6bd4b0fb9710" providerId="ADAL" clId="{603CB73D-5ABF-4B35-AB35-B8B719F0AA85}" dt="2022-07-03T05:22:30.167" v="7327" actId="207"/>
          <ac:spMkLst>
            <pc:docMk/>
            <pc:sldMk cId="2473939844" sldId="3969"/>
            <ac:spMk id="28" creationId="{A44F4B57-6219-4542-8BF2-D297602A3CF1}"/>
          </ac:spMkLst>
        </pc:spChg>
        <pc:spChg chg="mod">
          <ac:chgData name="Mitra, Sayan" userId="5f9b069e-390c-41f3-af3f-6bd4b0fb9710" providerId="ADAL" clId="{603CB73D-5ABF-4B35-AB35-B8B719F0AA85}" dt="2022-07-03T05:18:53.876" v="7255"/>
          <ac:spMkLst>
            <pc:docMk/>
            <pc:sldMk cId="2473939844" sldId="3969"/>
            <ac:spMk id="29" creationId="{CC652346-BBC4-49DD-A7C8-BBCF7F7DA393}"/>
          </ac:spMkLst>
        </pc:spChg>
        <pc:spChg chg="mod">
          <ac:chgData name="Mitra, Sayan" userId="5f9b069e-390c-41f3-af3f-6bd4b0fb9710" providerId="ADAL" clId="{603CB73D-5ABF-4B35-AB35-B8B719F0AA85}" dt="2022-07-03T05:18:37.336" v="7254"/>
          <ac:spMkLst>
            <pc:docMk/>
            <pc:sldMk cId="2473939844" sldId="3969"/>
            <ac:spMk id="30" creationId="{BAEDD00A-B953-4595-B8CB-05917E029F6A}"/>
          </ac:spMkLst>
        </pc:spChg>
        <pc:spChg chg="del mod">
          <ac:chgData name="Mitra, Sayan" userId="5f9b069e-390c-41f3-af3f-6bd4b0fb9710" providerId="ADAL" clId="{603CB73D-5ABF-4B35-AB35-B8B719F0AA85}" dt="2022-07-04T05:01:17.419" v="12469" actId="478"/>
          <ac:spMkLst>
            <pc:docMk/>
            <pc:sldMk cId="2473939844" sldId="3969"/>
            <ac:spMk id="32" creationId="{47E110A6-BD2B-445A-AE1B-315CA8FFF138}"/>
          </ac:spMkLst>
        </pc:spChg>
        <pc:spChg chg="del mod">
          <ac:chgData name="Mitra, Sayan" userId="5f9b069e-390c-41f3-af3f-6bd4b0fb9710" providerId="ADAL" clId="{603CB73D-5ABF-4B35-AB35-B8B719F0AA85}" dt="2022-07-04T05:01:17.419" v="12469" actId="478"/>
          <ac:spMkLst>
            <pc:docMk/>
            <pc:sldMk cId="2473939844" sldId="3969"/>
            <ac:spMk id="33" creationId="{68891175-ECF2-4DC4-9EC6-F8A597D7E66D}"/>
          </ac:spMkLst>
        </pc:spChg>
        <pc:spChg chg="del mod">
          <ac:chgData name="Mitra, Sayan" userId="5f9b069e-390c-41f3-af3f-6bd4b0fb9710" providerId="ADAL" clId="{603CB73D-5ABF-4B35-AB35-B8B719F0AA85}" dt="2022-07-04T05:01:17.419" v="12469" actId="478"/>
          <ac:spMkLst>
            <pc:docMk/>
            <pc:sldMk cId="2473939844" sldId="3969"/>
            <ac:spMk id="34" creationId="{B2C77052-D024-44B6-9AF8-15000940C6EE}"/>
          </ac:spMkLst>
        </pc:spChg>
        <pc:spChg chg="add del mod">
          <ac:chgData name="Mitra, Sayan" userId="5f9b069e-390c-41f3-af3f-6bd4b0fb9710" providerId="ADAL" clId="{603CB73D-5ABF-4B35-AB35-B8B719F0AA85}" dt="2022-07-04T05:01:29.864" v="12473" actId="478"/>
          <ac:spMkLst>
            <pc:docMk/>
            <pc:sldMk cId="2473939844" sldId="3969"/>
            <ac:spMk id="35" creationId="{7740F9DA-51D8-4DD6-A728-E726DF41F069}"/>
          </ac:spMkLst>
        </pc:spChg>
        <pc:spChg chg="add del mod">
          <ac:chgData name="Mitra, Sayan" userId="5f9b069e-390c-41f3-af3f-6bd4b0fb9710" providerId="ADAL" clId="{603CB73D-5ABF-4B35-AB35-B8B719F0AA85}" dt="2022-07-04T05:01:29.864" v="12473" actId="478"/>
          <ac:spMkLst>
            <pc:docMk/>
            <pc:sldMk cId="2473939844" sldId="3969"/>
            <ac:spMk id="38" creationId="{E6A2EB5E-06A4-431E-A2D2-7A2C968C4DE1}"/>
          </ac:spMkLst>
        </pc:spChg>
        <pc:spChg chg="add del mod">
          <ac:chgData name="Mitra, Sayan" userId="5f9b069e-390c-41f3-af3f-6bd4b0fb9710" providerId="ADAL" clId="{603CB73D-5ABF-4B35-AB35-B8B719F0AA85}" dt="2022-07-04T05:01:17.419" v="12469" actId="478"/>
          <ac:spMkLst>
            <pc:docMk/>
            <pc:sldMk cId="2473939844" sldId="3969"/>
            <ac:spMk id="39" creationId="{6AD0DB2C-4C0B-4EB8-A750-8BD0997B7DBA}"/>
          </ac:spMkLst>
        </pc:spChg>
        <pc:spChg chg="add del mod">
          <ac:chgData name="Mitra, Sayan" userId="5f9b069e-390c-41f3-af3f-6bd4b0fb9710" providerId="ADAL" clId="{603CB73D-5ABF-4B35-AB35-B8B719F0AA85}" dt="2022-07-04T05:01:33.795" v="12474" actId="478"/>
          <ac:spMkLst>
            <pc:docMk/>
            <pc:sldMk cId="2473939844" sldId="3969"/>
            <ac:spMk id="40" creationId="{AE7ED53A-BA16-46D8-966D-E9EEAB9C8571}"/>
          </ac:spMkLst>
        </pc:spChg>
        <pc:spChg chg="add del mod">
          <ac:chgData name="Mitra, Sayan" userId="5f9b069e-390c-41f3-af3f-6bd4b0fb9710" providerId="ADAL" clId="{603CB73D-5ABF-4B35-AB35-B8B719F0AA85}" dt="2022-07-04T05:01:33.795" v="12474" actId="478"/>
          <ac:spMkLst>
            <pc:docMk/>
            <pc:sldMk cId="2473939844" sldId="3969"/>
            <ac:spMk id="41" creationId="{46D3A8E1-23A0-48A5-B238-BA4EF427770C}"/>
          </ac:spMkLst>
        </pc:spChg>
        <pc:spChg chg="add del mod">
          <ac:chgData name="Mitra, Sayan" userId="5f9b069e-390c-41f3-af3f-6bd4b0fb9710" providerId="ADAL" clId="{603CB73D-5ABF-4B35-AB35-B8B719F0AA85}" dt="2022-07-04T05:01:17.419" v="12469" actId="478"/>
          <ac:spMkLst>
            <pc:docMk/>
            <pc:sldMk cId="2473939844" sldId="3969"/>
            <ac:spMk id="42" creationId="{4843C1CB-A959-4AA2-A863-6702A0AABB92}"/>
          </ac:spMkLst>
        </pc:spChg>
      </pc:sldChg>
      <pc:sldChg chg="del">
        <pc:chgData name="Mitra, Sayan" userId="5f9b069e-390c-41f3-af3f-6bd4b0fb9710" providerId="ADAL" clId="{603CB73D-5ABF-4B35-AB35-B8B719F0AA85}" dt="2022-07-01T01:46:41.808" v="1083" actId="47"/>
        <pc:sldMkLst>
          <pc:docMk/>
          <pc:sldMk cId="2258419677" sldId="3970"/>
        </pc:sldMkLst>
      </pc:sldChg>
      <pc:sldChg chg="del">
        <pc:chgData name="Mitra, Sayan" userId="5f9b069e-390c-41f3-af3f-6bd4b0fb9710" providerId="ADAL" clId="{603CB73D-5ABF-4B35-AB35-B8B719F0AA85}" dt="2022-06-28T16:01:48.873" v="247" actId="47"/>
        <pc:sldMkLst>
          <pc:docMk/>
          <pc:sldMk cId="3312490722" sldId="3971"/>
        </pc:sldMkLst>
      </pc:sldChg>
      <pc:sldChg chg="del">
        <pc:chgData name="Mitra, Sayan" userId="5f9b069e-390c-41f3-af3f-6bd4b0fb9710" providerId="ADAL" clId="{603CB73D-5ABF-4B35-AB35-B8B719F0AA85}" dt="2022-06-28T16:38:08.351" v="721" actId="47"/>
        <pc:sldMkLst>
          <pc:docMk/>
          <pc:sldMk cId="2571674261" sldId="3974"/>
        </pc:sldMkLst>
      </pc:sldChg>
      <pc:sldChg chg="modSp del mod ord">
        <pc:chgData name="Mitra, Sayan" userId="5f9b069e-390c-41f3-af3f-6bd4b0fb9710" providerId="ADAL" clId="{603CB73D-5ABF-4B35-AB35-B8B719F0AA85}" dt="2022-06-28T16:42:28.755" v="805" actId="47"/>
        <pc:sldMkLst>
          <pc:docMk/>
          <pc:sldMk cId="2781786602" sldId="3975"/>
        </pc:sldMkLst>
        <pc:spChg chg="mod">
          <ac:chgData name="Mitra, Sayan" userId="5f9b069e-390c-41f3-af3f-6bd4b0fb9710" providerId="ADAL" clId="{603CB73D-5ABF-4B35-AB35-B8B719F0AA85}" dt="2022-06-28T12:39:05.011" v="62" actId="20577"/>
          <ac:spMkLst>
            <pc:docMk/>
            <pc:sldMk cId="2781786602" sldId="3975"/>
            <ac:spMk id="56" creationId="{8CB53F6E-3567-48F4-BC13-ACA0C098A125}"/>
          </ac:spMkLst>
        </pc:spChg>
      </pc:sldChg>
      <pc:sldChg chg="delSp modSp del mod ord setBg">
        <pc:chgData name="Mitra, Sayan" userId="5f9b069e-390c-41f3-af3f-6bd4b0fb9710" providerId="ADAL" clId="{603CB73D-5ABF-4B35-AB35-B8B719F0AA85}" dt="2022-07-03T15:36:26.669" v="10358" actId="47"/>
        <pc:sldMkLst>
          <pc:docMk/>
          <pc:sldMk cId="2421038644" sldId="3982"/>
        </pc:sldMkLst>
        <pc:spChg chg="mod">
          <ac:chgData name="Mitra, Sayan" userId="5f9b069e-390c-41f3-af3f-6bd4b0fb9710" providerId="ADAL" clId="{603CB73D-5ABF-4B35-AB35-B8B719F0AA85}" dt="2022-07-01T03:05:09.168" v="1117" actId="1076"/>
          <ac:spMkLst>
            <pc:docMk/>
            <pc:sldMk cId="2421038644" sldId="3982"/>
            <ac:spMk id="2" creationId="{565012A1-2FCC-47F2-A5F3-9D07319BCF70}"/>
          </ac:spMkLst>
        </pc:spChg>
        <pc:spChg chg="mod">
          <ac:chgData name="Mitra, Sayan" userId="5f9b069e-390c-41f3-af3f-6bd4b0fb9710" providerId="ADAL" clId="{603CB73D-5ABF-4B35-AB35-B8B719F0AA85}" dt="2022-06-28T16:50:37.173" v="810" actId="207"/>
          <ac:spMkLst>
            <pc:docMk/>
            <pc:sldMk cId="2421038644" sldId="3982"/>
            <ac:spMk id="3" creationId="{8BBB8575-C624-40A7-9924-631F94DD521E}"/>
          </ac:spMkLst>
        </pc:spChg>
        <pc:spChg chg="mod">
          <ac:chgData name="Mitra, Sayan" userId="5f9b069e-390c-41f3-af3f-6bd4b0fb9710" providerId="ADAL" clId="{603CB73D-5ABF-4B35-AB35-B8B719F0AA85}" dt="2022-07-01T03:02:33.784" v="1095" actId="113"/>
          <ac:spMkLst>
            <pc:docMk/>
            <pc:sldMk cId="2421038644" sldId="3982"/>
            <ac:spMk id="4" creationId="{9BBC08F7-7A76-4062-B9FE-AEAF840B032F}"/>
          </ac:spMkLst>
        </pc:spChg>
        <pc:spChg chg="del mod">
          <ac:chgData name="Mitra, Sayan" userId="5f9b069e-390c-41f3-af3f-6bd4b0fb9710" providerId="ADAL" clId="{603CB73D-5ABF-4B35-AB35-B8B719F0AA85}" dt="2022-07-03T05:32:45.441" v="7328" actId="478"/>
          <ac:spMkLst>
            <pc:docMk/>
            <pc:sldMk cId="2421038644" sldId="3982"/>
            <ac:spMk id="11" creationId="{A12B559C-D864-44A1-86C8-900941D766ED}"/>
          </ac:spMkLst>
        </pc:spChg>
        <pc:spChg chg="mod">
          <ac:chgData name="Mitra, Sayan" userId="5f9b069e-390c-41f3-af3f-6bd4b0fb9710" providerId="ADAL" clId="{603CB73D-5ABF-4B35-AB35-B8B719F0AA85}" dt="2022-07-01T03:02:33.784" v="1095" actId="113"/>
          <ac:spMkLst>
            <pc:docMk/>
            <pc:sldMk cId="2421038644" sldId="3982"/>
            <ac:spMk id="12" creationId="{9A165517-6792-4B5C-AE5E-0EF76B15B86C}"/>
          </ac:spMkLst>
        </pc:spChg>
        <pc:spChg chg="mod">
          <ac:chgData name="Mitra, Sayan" userId="5f9b069e-390c-41f3-af3f-6bd4b0fb9710" providerId="ADAL" clId="{603CB73D-5ABF-4B35-AB35-B8B719F0AA85}" dt="2022-07-01T03:05:19.063" v="1120" actId="1076"/>
          <ac:spMkLst>
            <pc:docMk/>
            <pc:sldMk cId="2421038644" sldId="3982"/>
            <ac:spMk id="13" creationId="{5016DF23-697F-4BB0-9C88-B4CAD2B53BDE}"/>
          </ac:spMkLst>
        </pc:spChg>
        <pc:spChg chg="mod">
          <ac:chgData name="Mitra, Sayan" userId="5f9b069e-390c-41f3-af3f-6bd4b0fb9710" providerId="ADAL" clId="{603CB73D-5ABF-4B35-AB35-B8B719F0AA85}" dt="2022-07-01T03:04:17.327" v="1107" actId="1076"/>
          <ac:spMkLst>
            <pc:docMk/>
            <pc:sldMk cId="2421038644" sldId="3982"/>
            <ac:spMk id="14" creationId="{0FEDE3F1-DAF2-4121-81F4-F5E539649658}"/>
          </ac:spMkLst>
        </pc:spChg>
        <pc:spChg chg="mod">
          <ac:chgData name="Mitra, Sayan" userId="5f9b069e-390c-41f3-af3f-6bd4b0fb9710" providerId="ADAL" clId="{603CB73D-5ABF-4B35-AB35-B8B719F0AA85}" dt="2022-07-01T03:02:33.784" v="1095" actId="113"/>
          <ac:spMkLst>
            <pc:docMk/>
            <pc:sldMk cId="2421038644" sldId="3982"/>
            <ac:spMk id="15" creationId="{0B5DA93B-CC2A-49C6-BF01-9EF34D063A01}"/>
          </ac:spMkLst>
        </pc:spChg>
        <pc:graphicFrameChg chg="mod">
          <ac:chgData name="Mitra, Sayan" userId="5f9b069e-390c-41f3-af3f-6bd4b0fb9710" providerId="ADAL" clId="{603CB73D-5ABF-4B35-AB35-B8B719F0AA85}" dt="2022-07-01T03:05:15.838" v="1119" actId="2085"/>
          <ac:graphicFrameMkLst>
            <pc:docMk/>
            <pc:sldMk cId="2421038644" sldId="3982"/>
            <ac:graphicFrameMk id="9" creationId="{58BD4E52-F59C-4138-A210-262CCDA24A52}"/>
          </ac:graphicFrameMkLst>
        </pc:graphicFrameChg>
      </pc:sldChg>
      <pc:sldChg chg="modSp del mod">
        <pc:chgData name="Mitra, Sayan" userId="5f9b069e-390c-41f3-af3f-6bd4b0fb9710" providerId="ADAL" clId="{603CB73D-5ABF-4B35-AB35-B8B719F0AA85}" dt="2022-06-29T11:36:35.719" v="877" actId="47"/>
        <pc:sldMkLst>
          <pc:docMk/>
          <pc:sldMk cId="1548796105" sldId="3985"/>
        </pc:sldMkLst>
        <pc:spChg chg="mod">
          <ac:chgData name="Mitra, Sayan" userId="5f9b069e-390c-41f3-af3f-6bd4b0fb9710" providerId="ADAL" clId="{603CB73D-5ABF-4B35-AB35-B8B719F0AA85}" dt="2022-06-28T16:27:57.774" v="521" actId="20577"/>
          <ac:spMkLst>
            <pc:docMk/>
            <pc:sldMk cId="1548796105" sldId="3985"/>
            <ac:spMk id="3" creationId="{232C413D-E1BB-4255-B1FA-3B42F900F44B}"/>
          </ac:spMkLst>
        </pc:spChg>
      </pc:sldChg>
      <pc:sldChg chg="modSp mod ord">
        <pc:chgData name="Mitra, Sayan" userId="5f9b069e-390c-41f3-af3f-6bd4b0fb9710" providerId="ADAL" clId="{603CB73D-5ABF-4B35-AB35-B8B719F0AA85}" dt="2022-07-02T04:47:21.594" v="2765"/>
        <pc:sldMkLst>
          <pc:docMk/>
          <pc:sldMk cId="1186650502" sldId="3986"/>
        </pc:sldMkLst>
        <pc:spChg chg="mod">
          <ac:chgData name="Mitra, Sayan" userId="5f9b069e-390c-41f3-af3f-6bd4b0fb9710" providerId="ADAL" clId="{603CB73D-5ABF-4B35-AB35-B8B719F0AA85}" dt="2022-06-28T16:38:36.479" v="727" actId="20577"/>
          <ac:spMkLst>
            <pc:docMk/>
            <pc:sldMk cId="1186650502" sldId="3986"/>
            <ac:spMk id="3" creationId="{E303F832-A0D8-4E61-A7C4-B3015B3AADCE}"/>
          </ac:spMkLst>
        </pc:spChg>
        <pc:graphicFrameChg chg="modGraphic">
          <ac:chgData name="Mitra, Sayan" userId="5f9b069e-390c-41f3-af3f-6bd4b0fb9710" providerId="ADAL" clId="{603CB73D-5ABF-4B35-AB35-B8B719F0AA85}" dt="2022-06-29T11:38:35.399" v="879" actId="14734"/>
          <ac:graphicFrameMkLst>
            <pc:docMk/>
            <pc:sldMk cId="1186650502" sldId="3986"/>
            <ac:graphicFrameMk id="4" creationId="{0D3E0BFC-B3EC-4D3D-96B4-A257FC0B1C11}"/>
          </ac:graphicFrameMkLst>
        </pc:graphicFrameChg>
      </pc:sldChg>
      <pc:sldChg chg="add del">
        <pc:chgData name="Mitra, Sayan" userId="5f9b069e-390c-41f3-af3f-6bd4b0fb9710" providerId="ADAL" clId="{603CB73D-5ABF-4B35-AB35-B8B719F0AA85}" dt="2022-07-01T01:46:49.439" v="1085" actId="47"/>
        <pc:sldMkLst>
          <pc:docMk/>
          <pc:sldMk cId="3867399006" sldId="3994"/>
        </pc:sldMkLst>
      </pc:sldChg>
      <pc:sldChg chg="modSp del mod">
        <pc:chgData name="Mitra, Sayan" userId="5f9b069e-390c-41f3-af3f-6bd4b0fb9710" providerId="ADAL" clId="{603CB73D-5ABF-4B35-AB35-B8B719F0AA85}" dt="2022-06-29T00:22:55.525" v="816" actId="47"/>
        <pc:sldMkLst>
          <pc:docMk/>
          <pc:sldMk cId="55561715" sldId="3995"/>
        </pc:sldMkLst>
        <pc:spChg chg="mod">
          <ac:chgData name="Mitra, Sayan" userId="5f9b069e-390c-41f3-af3f-6bd4b0fb9710" providerId="ADAL" clId="{603CB73D-5ABF-4B35-AB35-B8B719F0AA85}" dt="2022-06-28T16:34:00.078" v="660" actId="20577"/>
          <ac:spMkLst>
            <pc:docMk/>
            <pc:sldMk cId="55561715" sldId="3995"/>
            <ac:spMk id="4" creationId="{FCE0FBDD-549E-40C0-B70C-EF1D6E2AC4C5}"/>
          </ac:spMkLst>
        </pc:spChg>
      </pc:sldChg>
      <pc:sldChg chg="add del">
        <pc:chgData name="Mitra, Sayan" userId="5f9b069e-390c-41f3-af3f-6bd4b0fb9710" providerId="ADAL" clId="{603CB73D-5ABF-4B35-AB35-B8B719F0AA85}" dt="2022-07-02T12:41:00.579" v="3067" actId="47"/>
        <pc:sldMkLst>
          <pc:docMk/>
          <pc:sldMk cId="402082807" sldId="3995"/>
        </pc:sldMkLst>
      </pc:sldChg>
      <pc:sldChg chg="del">
        <pc:chgData name="Mitra, Sayan" userId="5f9b069e-390c-41f3-af3f-6bd4b0fb9710" providerId="ADAL" clId="{603CB73D-5ABF-4B35-AB35-B8B719F0AA85}" dt="2022-06-28T16:07:58.444" v="348" actId="47"/>
        <pc:sldMkLst>
          <pc:docMk/>
          <pc:sldMk cId="854952118" sldId="3996"/>
        </pc:sldMkLst>
      </pc:sldChg>
      <pc:sldChg chg="modSp add del mod ord">
        <pc:chgData name="Mitra, Sayan" userId="5f9b069e-390c-41f3-af3f-6bd4b0fb9710" providerId="ADAL" clId="{603CB73D-5ABF-4B35-AB35-B8B719F0AA85}" dt="2022-07-02T14:32:01.073" v="3188" actId="47"/>
        <pc:sldMkLst>
          <pc:docMk/>
          <pc:sldMk cId="2865138133" sldId="3996"/>
        </pc:sldMkLst>
        <pc:spChg chg="mod">
          <ac:chgData name="Mitra, Sayan" userId="5f9b069e-390c-41f3-af3f-6bd4b0fb9710" providerId="ADAL" clId="{603CB73D-5ABF-4B35-AB35-B8B719F0AA85}" dt="2022-07-01T15:04:14.823" v="2339" actId="20577"/>
          <ac:spMkLst>
            <pc:docMk/>
            <pc:sldMk cId="2865138133" sldId="3996"/>
            <ac:spMk id="4" creationId="{282D22DF-7B59-4450-ABE2-648A21FE155E}"/>
          </ac:spMkLst>
        </pc:spChg>
        <pc:spChg chg="mod">
          <ac:chgData name="Mitra, Sayan" userId="5f9b069e-390c-41f3-af3f-6bd4b0fb9710" providerId="ADAL" clId="{603CB73D-5ABF-4B35-AB35-B8B719F0AA85}" dt="2022-07-01T15:04:07.788" v="2334" actId="20577"/>
          <ac:spMkLst>
            <pc:docMk/>
            <pc:sldMk cId="2865138133" sldId="3996"/>
            <ac:spMk id="43" creationId="{94F6A868-65C2-4A4E-B14A-EA85DDBC4A05}"/>
          </ac:spMkLst>
        </pc:spChg>
        <pc:spChg chg="mod">
          <ac:chgData name="Mitra, Sayan" userId="5f9b069e-390c-41f3-af3f-6bd4b0fb9710" providerId="ADAL" clId="{603CB73D-5ABF-4B35-AB35-B8B719F0AA85}" dt="2022-07-01T15:04:22.557" v="2344" actId="20577"/>
          <ac:spMkLst>
            <pc:docMk/>
            <pc:sldMk cId="2865138133" sldId="3996"/>
            <ac:spMk id="60" creationId="{DDF388FB-F43D-4A9F-9CCF-48718BAC5E89}"/>
          </ac:spMkLst>
        </pc:spChg>
      </pc:sldChg>
      <pc:sldChg chg="del">
        <pc:chgData name="Mitra, Sayan" userId="5f9b069e-390c-41f3-af3f-6bd4b0fb9710" providerId="ADAL" clId="{603CB73D-5ABF-4B35-AB35-B8B719F0AA85}" dt="2022-06-28T16:07:58.931" v="349" actId="47"/>
        <pc:sldMkLst>
          <pc:docMk/>
          <pc:sldMk cId="1251110085" sldId="3997"/>
        </pc:sldMkLst>
      </pc:sldChg>
      <pc:sldChg chg="del">
        <pc:chgData name="Mitra, Sayan" userId="5f9b069e-390c-41f3-af3f-6bd4b0fb9710" providerId="ADAL" clId="{603CB73D-5ABF-4B35-AB35-B8B719F0AA85}" dt="2022-06-28T16:07:59.347" v="350" actId="47"/>
        <pc:sldMkLst>
          <pc:docMk/>
          <pc:sldMk cId="3622479343" sldId="3998"/>
        </pc:sldMkLst>
      </pc:sldChg>
      <pc:sldChg chg="del">
        <pc:chgData name="Mitra, Sayan" userId="5f9b069e-390c-41f3-af3f-6bd4b0fb9710" providerId="ADAL" clId="{603CB73D-5ABF-4B35-AB35-B8B719F0AA85}" dt="2022-06-28T16:08:00.321" v="352" actId="47"/>
        <pc:sldMkLst>
          <pc:docMk/>
          <pc:sldMk cId="2191807869" sldId="3999"/>
        </pc:sldMkLst>
      </pc:sldChg>
      <pc:sldChg chg="del">
        <pc:chgData name="Mitra, Sayan" userId="5f9b069e-390c-41f3-af3f-6bd4b0fb9710" providerId="ADAL" clId="{603CB73D-5ABF-4B35-AB35-B8B719F0AA85}" dt="2022-06-28T16:07:59.858" v="351" actId="47"/>
        <pc:sldMkLst>
          <pc:docMk/>
          <pc:sldMk cId="1717065486" sldId="4000"/>
        </pc:sldMkLst>
      </pc:sldChg>
      <pc:sldChg chg="del">
        <pc:chgData name="Mitra, Sayan" userId="5f9b069e-390c-41f3-af3f-6bd4b0fb9710" providerId="ADAL" clId="{603CB73D-5ABF-4B35-AB35-B8B719F0AA85}" dt="2022-06-28T16:08:00.863" v="353" actId="47"/>
        <pc:sldMkLst>
          <pc:docMk/>
          <pc:sldMk cId="537019356" sldId="4001"/>
        </pc:sldMkLst>
      </pc:sldChg>
      <pc:sldChg chg="modSp mod ord">
        <pc:chgData name="Mitra, Sayan" userId="5f9b069e-390c-41f3-af3f-6bd4b0fb9710" providerId="ADAL" clId="{603CB73D-5ABF-4B35-AB35-B8B719F0AA85}" dt="2022-07-04T05:01:00.915" v="12468"/>
        <pc:sldMkLst>
          <pc:docMk/>
          <pc:sldMk cId="2013189944" sldId="4003"/>
        </pc:sldMkLst>
        <pc:spChg chg="mod">
          <ac:chgData name="Mitra, Sayan" userId="5f9b069e-390c-41f3-af3f-6bd4b0fb9710" providerId="ADAL" clId="{603CB73D-5ABF-4B35-AB35-B8B719F0AA85}" dt="2022-07-01T15:06:42.393" v="2355" actId="20577"/>
          <ac:spMkLst>
            <pc:docMk/>
            <pc:sldMk cId="2013189944" sldId="4003"/>
            <ac:spMk id="2" creationId="{C06003AB-AEA1-4B1C-8C21-D4000341C37D}"/>
          </ac:spMkLst>
        </pc:spChg>
      </pc:sldChg>
      <pc:sldChg chg="add del ord">
        <pc:chgData name="Mitra, Sayan" userId="5f9b069e-390c-41f3-af3f-6bd4b0fb9710" providerId="ADAL" clId="{603CB73D-5ABF-4B35-AB35-B8B719F0AA85}" dt="2022-07-02T17:02:59.408" v="3511" actId="20578"/>
        <pc:sldMkLst>
          <pc:docMk/>
          <pc:sldMk cId="1529536459" sldId="4004"/>
        </pc:sldMkLst>
      </pc:sldChg>
      <pc:sldChg chg="modSp del mod">
        <pc:chgData name="Mitra, Sayan" userId="5f9b069e-390c-41f3-af3f-6bd4b0fb9710" providerId="ADAL" clId="{603CB73D-5ABF-4B35-AB35-B8B719F0AA85}" dt="2022-06-29T10:43:39.683" v="865" actId="47"/>
        <pc:sldMkLst>
          <pc:docMk/>
          <pc:sldMk cId="3209615698" sldId="4005"/>
        </pc:sldMkLst>
        <pc:spChg chg="mod">
          <ac:chgData name="Mitra, Sayan" userId="5f9b069e-390c-41f3-af3f-6bd4b0fb9710" providerId="ADAL" clId="{603CB73D-5ABF-4B35-AB35-B8B719F0AA85}" dt="2022-06-29T00:30:22.128" v="823" actId="20577"/>
          <ac:spMkLst>
            <pc:docMk/>
            <pc:sldMk cId="3209615698" sldId="4005"/>
            <ac:spMk id="3" creationId="{99857407-D1B5-44A1-83FC-43C02CAA5EAD}"/>
          </ac:spMkLst>
        </pc:spChg>
      </pc:sldChg>
      <pc:sldChg chg="modSp mod">
        <pc:chgData name="Mitra, Sayan" userId="5f9b069e-390c-41f3-af3f-6bd4b0fb9710" providerId="ADAL" clId="{603CB73D-5ABF-4B35-AB35-B8B719F0AA85}" dt="2022-06-28T11:10:55.248" v="0" actId="313"/>
        <pc:sldMkLst>
          <pc:docMk/>
          <pc:sldMk cId="65114440" sldId="4006"/>
        </pc:sldMkLst>
        <pc:spChg chg="mod">
          <ac:chgData name="Mitra, Sayan" userId="5f9b069e-390c-41f3-af3f-6bd4b0fb9710" providerId="ADAL" clId="{603CB73D-5ABF-4B35-AB35-B8B719F0AA85}" dt="2022-06-28T11:10:55.248" v="0" actId="313"/>
          <ac:spMkLst>
            <pc:docMk/>
            <pc:sldMk cId="65114440" sldId="4006"/>
            <ac:spMk id="2" creationId="{5851B33C-4E72-48F6-A711-7E0BA9B4489B}"/>
          </ac:spMkLst>
        </pc:spChg>
      </pc:sldChg>
      <pc:sldChg chg="del">
        <pc:chgData name="Mitra, Sayan" userId="5f9b069e-390c-41f3-af3f-6bd4b0fb9710" providerId="ADAL" clId="{603CB73D-5ABF-4B35-AB35-B8B719F0AA85}" dt="2022-07-02T11:49:58.782" v="3062" actId="47"/>
        <pc:sldMkLst>
          <pc:docMk/>
          <pc:sldMk cId="1707497288" sldId="4010"/>
        </pc:sldMkLst>
      </pc:sldChg>
      <pc:sldChg chg="del">
        <pc:chgData name="Mitra, Sayan" userId="5f9b069e-390c-41f3-af3f-6bd4b0fb9710" providerId="ADAL" clId="{603CB73D-5ABF-4B35-AB35-B8B719F0AA85}" dt="2022-06-29T10:43:46.016" v="866" actId="47"/>
        <pc:sldMkLst>
          <pc:docMk/>
          <pc:sldMk cId="3569400418" sldId="4011"/>
        </pc:sldMkLst>
      </pc:sldChg>
      <pc:sldChg chg="del">
        <pc:chgData name="Mitra, Sayan" userId="5f9b069e-390c-41f3-af3f-6bd4b0fb9710" providerId="ADAL" clId="{603CB73D-5ABF-4B35-AB35-B8B719F0AA85}" dt="2022-06-29T10:43:46.777" v="867" actId="47"/>
        <pc:sldMkLst>
          <pc:docMk/>
          <pc:sldMk cId="2369176660" sldId="4012"/>
        </pc:sldMkLst>
      </pc:sldChg>
      <pc:sldChg chg="modSp mod">
        <pc:chgData name="Mitra, Sayan" userId="5f9b069e-390c-41f3-af3f-6bd4b0fb9710" providerId="ADAL" clId="{603CB73D-5ABF-4B35-AB35-B8B719F0AA85}" dt="2022-06-29T00:30:27.278" v="824" actId="20577"/>
        <pc:sldMkLst>
          <pc:docMk/>
          <pc:sldMk cId="3927171300" sldId="4013"/>
        </pc:sldMkLst>
        <pc:spChg chg="mod">
          <ac:chgData name="Mitra, Sayan" userId="5f9b069e-390c-41f3-af3f-6bd4b0fb9710" providerId="ADAL" clId="{603CB73D-5ABF-4B35-AB35-B8B719F0AA85}" dt="2022-06-29T00:27:26.486" v="822" actId="20577"/>
          <ac:spMkLst>
            <pc:docMk/>
            <pc:sldMk cId="3927171300" sldId="4013"/>
            <ac:spMk id="2" creationId="{05A405A3-621C-4564-993A-53E173F512C0}"/>
          </ac:spMkLst>
        </pc:spChg>
        <pc:spChg chg="mod">
          <ac:chgData name="Mitra, Sayan" userId="5f9b069e-390c-41f3-af3f-6bd4b0fb9710" providerId="ADAL" clId="{603CB73D-5ABF-4B35-AB35-B8B719F0AA85}" dt="2022-06-29T00:30:27.278" v="824" actId="20577"/>
          <ac:spMkLst>
            <pc:docMk/>
            <pc:sldMk cId="3927171300" sldId="4013"/>
            <ac:spMk id="3" creationId="{386AE64B-36DB-4320-92CA-4D16341ACA17}"/>
          </ac:spMkLst>
        </pc:spChg>
      </pc:sldChg>
      <pc:sldChg chg="modSp del mod ord">
        <pc:chgData name="Mitra, Sayan" userId="5f9b069e-390c-41f3-af3f-6bd4b0fb9710" providerId="ADAL" clId="{603CB73D-5ABF-4B35-AB35-B8B719F0AA85}" dt="2022-07-01T01:46:58.817" v="1086" actId="47"/>
        <pc:sldMkLst>
          <pc:docMk/>
          <pc:sldMk cId="2247575581" sldId="4014"/>
        </pc:sldMkLst>
        <pc:spChg chg="mod">
          <ac:chgData name="Mitra, Sayan" userId="5f9b069e-390c-41f3-af3f-6bd4b0fb9710" providerId="ADAL" clId="{603CB73D-5ABF-4B35-AB35-B8B719F0AA85}" dt="2022-06-28T15:48:43.957" v="246" actId="20577"/>
          <ac:spMkLst>
            <pc:docMk/>
            <pc:sldMk cId="2247575581" sldId="4014"/>
            <ac:spMk id="2" creationId="{02550551-BAF7-4537-A666-F9000F99487D}"/>
          </ac:spMkLst>
        </pc:spChg>
      </pc:sldChg>
      <pc:sldChg chg="modSp del mod">
        <pc:chgData name="Mitra, Sayan" userId="5f9b069e-390c-41f3-af3f-6bd4b0fb9710" providerId="ADAL" clId="{603CB73D-5ABF-4B35-AB35-B8B719F0AA85}" dt="2022-06-29T10:44:27.197" v="869" actId="47"/>
        <pc:sldMkLst>
          <pc:docMk/>
          <pc:sldMk cId="3702578110" sldId="4015"/>
        </pc:sldMkLst>
        <pc:spChg chg="mod">
          <ac:chgData name="Mitra, Sayan" userId="5f9b069e-390c-41f3-af3f-6bd4b0fb9710" providerId="ADAL" clId="{603CB73D-5ABF-4B35-AB35-B8B719F0AA85}" dt="2022-06-28T16:36:18.757" v="720"/>
          <ac:spMkLst>
            <pc:docMk/>
            <pc:sldMk cId="3702578110" sldId="4015"/>
            <ac:spMk id="4" creationId="{FC0C1C2E-E1A5-473C-B9EA-230E25F91262}"/>
          </ac:spMkLst>
        </pc:spChg>
      </pc:sldChg>
      <pc:sldChg chg="addSp modSp add del mod">
        <pc:chgData name="Mitra, Sayan" userId="5f9b069e-390c-41f3-af3f-6bd4b0fb9710" providerId="ADAL" clId="{603CB73D-5ABF-4B35-AB35-B8B719F0AA85}" dt="2022-06-29T12:22:10.278" v="907" actId="1036"/>
        <pc:sldMkLst>
          <pc:docMk/>
          <pc:sldMk cId="1443572205" sldId="4016"/>
        </pc:sldMkLst>
        <pc:spChg chg="add mod">
          <ac:chgData name="Mitra, Sayan" userId="5f9b069e-390c-41f3-af3f-6bd4b0fb9710" providerId="ADAL" clId="{603CB73D-5ABF-4B35-AB35-B8B719F0AA85}" dt="2022-06-29T12:22:10.278" v="907" actId="1036"/>
          <ac:spMkLst>
            <pc:docMk/>
            <pc:sldMk cId="1443572205" sldId="4016"/>
            <ac:spMk id="55" creationId="{C5329C22-0C97-4484-94E0-23AEC80E6643}"/>
          </ac:spMkLst>
        </pc:spChg>
        <pc:picChg chg="add mod ord">
          <ac:chgData name="Mitra, Sayan" userId="5f9b069e-390c-41f3-af3f-6bd4b0fb9710" providerId="ADAL" clId="{603CB73D-5ABF-4B35-AB35-B8B719F0AA85}" dt="2022-06-29T12:20:40.497" v="899" actId="1076"/>
          <ac:picMkLst>
            <pc:docMk/>
            <pc:sldMk cId="1443572205" sldId="4016"/>
            <ac:picMk id="60" creationId="{D020071C-2612-4E3E-BBB2-F49F288EE510}"/>
          </ac:picMkLst>
        </pc:picChg>
      </pc:sldChg>
      <pc:sldChg chg="modSp del mod ord">
        <pc:chgData name="Mitra, Sayan" userId="5f9b069e-390c-41f3-af3f-6bd4b0fb9710" providerId="ADAL" clId="{603CB73D-5ABF-4B35-AB35-B8B719F0AA85}" dt="2022-06-28T16:42:29.374" v="806" actId="47"/>
        <pc:sldMkLst>
          <pc:docMk/>
          <pc:sldMk cId="417164709" sldId="4017"/>
        </pc:sldMkLst>
        <pc:spChg chg="mod">
          <ac:chgData name="Mitra, Sayan" userId="5f9b069e-390c-41f3-af3f-6bd4b0fb9710" providerId="ADAL" clId="{603CB73D-5ABF-4B35-AB35-B8B719F0AA85}" dt="2022-06-28T12:39:10.346" v="68" actId="20577"/>
          <ac:spMkLst>
            <pc:docMk/>
            <pc:sldMk cId="417164709" sldId="4017"/>
            <ac:spMk id="4" creationId="{2BD6CF1D-DFEC-45A6-BE9C-4E354FE2957E}"/>
          </ac:spMkLst>
        </pc:spChg>
      </pc:sldChg>
      <pc:sldChg chg="modSp del mod ord">
        <pc:chgData name="Mitra, Sayan" userId="5f9b069e-390c-41f3-af3f-6bd4b0fb9710" providerId="ADAL" clId="{603CB73D-5ABF-4B35-AB35-B8B719F0AA85}" dt="2022-06-28T16:42:29.997" v="807" actId="47"/>
        <pc:sldMkLst>
          <pc:docMk/>
          <pc:sldMk cId="32219922" sldId="4018"/>
        </pc:sldMkLst>
        <pc:spChg chg="mod">
          <ac:chgData name="Mitra, Sayan" userId="5f9b069e-390c-41f3-af3f-6bd4b0fb9710" providerId="ADAL" clId="{603CB73D-5ABF-4B35-AB35-B8B719F0AA85}" dt="2022-06-28T12:39:14.859" v="74" actId="20577"/>
          <ac:spMkLst>
            <pc:docMk/>
            <pc:sldMk cId="32219922" sldId="4018"/>
            <ac:spMk id="5" creationId="{036A6C64-4902-469F-B79F-DDC864C8142B}"/>
          </ac:spMkLst>
        </pc:spChg>
      </pc:sldChg>
      <pc:sldChg chg="del ord">
        <pc:chgData name="Mitra, Sayan" userId="5f9b069e-390c-41f3-af3f-6bd4b0fb9710" providerId="ADAL" clId="{603CB73D-5ABF-4B35-AB35-B8B719F0AA85}" dt="2022-06-29T10:45:11.972" v="874" actId="47"/>
        <pc:sldMkLst>
          <pc:docMk/>
          <pc:sldMk cId="1642340587" sldId="4019"/>
        </pc:sldMkLst>
      </pc:sldChg>
      <pc:sldChg chg="modSp del mod">
        <pc:chgData name="Mitra, Sayan" userId="5f9b069e-390c-41f3-af3f-6bd4b0fb9710" providerId="ADAL" clId="{603CB73D-5ABF-4B35-AB35-B8B719F0AA85}" dt="2022-06-29T10:44:49.203" v="870" actId="47"/>
        <pc:sldMkLst>
          <pc:docMk/>
          <pc:sldMk cId="2369517524" sldId="4020"/>
        </pc:sldMkLst>
        <pc:spChg chg="mod">
          <ac:chgData name="Mitra, Sayan" userId="5f9b069e-390c-41f3-af3f-6bd4b0fb9710" providerId="ADAL" clId="{603CB73D-5ABF-4B35-AB35-B8B719F0AA85}" dt="2022-06-28T16:29:51.514" v="589" actId="20577"/>
          <ac:spMkLst>
            <pc:docMk/>
            <pc:sldMk cId="2369517524" sldId="4020"/>
            <ac:spMk id="4" creationId="{498ABFF3-40E3-4F47-9A1D-87E681E5C461}"/>
          </ac:spMkLst>
        </pc:spChg>
      </pc:sldChg>
      <pc:sldChg chg="addSp delSp modSp del mod">
        <pc:chgData name="Mitra, Sayan" userId="5f9b069e-390c-41f3-af3f-6bd4b0fb9710" providerId="ADAL" clId="{603CB73D-5ABF-4B35-AB35-B8B719F0AA85}" dt="2022-07-02T18:09:05.951" v="4493" actId="47"/>
        <pc:sldMkLst>
          <pc:docMk/>
          <pc:sldMk cId="3683221257" sldId="4021"/>
        </pc:sldMkLst>
        <pc:spChg chg="del">
          <ac:chgData name="Mitra, Sayan" userId="5f9b069e-390c-41f3-af3f-6bd4b0fb9710" providerId="ADAL" clId="{603CB73D-5ABF-4B35-AB35-B8B719F0AA85}" dt="2022-06-28T16:30:16.454" v="598" actId="478"/>
          <ac:spMkLst>
            <pc:docMk/>
            <pc:sldMk cId="3683221257" sldId="4021"/>
            <ac:spMk id="3" creationId="{FB5881AF-2844-48DE-8E83-7DBD52F22719}"/>
          </ac:spMkLst>
        </pc:spChg>
        <pc:spChg chg="add del mod">
          <ac:chgData name="Mitra, Sayan" userId="5f9b069e-390c-41f3-af3f-6bd4b0fb9710" providerId="ADAL" clId="{603CB73D-5ABF-4B35-AB35-B8B719F0AA85}" dt="2022-06-28T16:32:54.526" v="632" actId="478"/>
          <ac:spMkLst>
            <pc:docMk/>
            <pc:sldMk cId="3683221257" sldId="4021"/>
            <ac:spMk id="4" creationId="{48899A6F-E4A0-4543-B0AD-4C5CD396ECDE}"/>
          </ac:spMkLst>
        </pc:spChg>
        <pc:spChg chg="add del mod">
          <ac:chgData name="Mitra, Sayan" userId="5f9b069e-390c-41f3-af3f-6bd4b0fb9710" providerId="ADAL" clId="{603CB73D-5ABF-4B35-AB35-B8B719F0AA85}" dt="2022-07-02T15:02:28.720" v="3189" actId="478"/>
          <ac:spMkLst>
            <pc:docMk/>
            <pc:sldMk cId="3683221257" sldId="4021"/>
            <ac:spMk id="5" creationId="{B258EA4E-B13E-47CA-BF14-916CE7CF1CC0}"/>
          </ac:spMkLst>
        </pc:spChg>
        <pc:spChg chg="mod">
          <ac:chgData name="Mitra, Sayan" userId="5f9b069e-390c-41f3-af3f-6bd4b0fb9710" providerId="ADAL" clId="{603CB73D-5ABF-4B35-AB35-B8B719F0AA85}" dt="2022-07-02T17:47:48.363" v="4137" actId="14100"/>
          <ac:spMkLst>
            <pc:docMk/>
            <pc:sldMk cId="3683221257" sldId="4021"/>
            <ac:spMk id="22" creationId="{BF3E50F0-59BA-482B-872A-B78C09AEA1C1}"/>
          </ac:spMkLst>
        </pc:spChg>
        <pc:spChg chg="mod">
          <ac:chgData name="Mitra, Sayan" userId="5f9b069e-390c-41f3-af3f-6bd4b0fb9710" providerId="ADAL" clId="{603CB73D-5ABF-4B35-AB35-B8B719F0AA85}" dt="2022-07-02T17:47:48.363" v="4137" actId="14100"/>
          <ac:spMkLst>
            <pc:docMk/>
            <pc:sldMk cId="3683221257" sldId="4021"/>
            <ac:spMk id="23" creationId="{D39ECCF9-5B53-4D95-ABEF-F94BFA591A37}"/>
          </ac:spMkLst>
        </pc:spChg>
        <pc:spChg chg="mod">
          <ac:chgData name="Mitra, Sayan" userId="5f9b069e-390c-41f3-af3f-6bd4b0fb9710" providerId="ADAL" clId="{603CB73D-5ABF-4B35-AB35-B8B719F0AA85}" dt="2022-07-02T17:47:48.363" v="4137" actId="14100"/>
          <ac:spMkLst>
            <pc:docMk/>
            <pc:sldMk cId="3683221257" sldId="4021"/>
            <ac:spMk id="24" creationId="{2419CEF7-A8F8-4B4E-A411-7A1B1D7F3134}"/>
          </ac:spMkLst>
        </pc:spChg>
        <pc:spChg chg="mod">
          <ac:chgData name="Mitra, Sayan" userId="5f9b069e-390c-41f3-af3f-6bd4b0fb9710" providerId="ADAL" clId="{603CB73D-5ABF-4B35-AB35-B8B719F0AA85}" dt="2022-07-02T17:47:48.363" v="4137" actId="14100"/>
          <ac:spMkLst>
            <pc:docMk/>
            <pc:sldMk cId="3683221257" sldId="4021"/>
            <ac:spMk id="25" creationId="{2F832D3E-94BB-44C5-884A-440D86C28FD8}"/>
          </ac:spMkLst>
        </pc:spChg>
        <pc:spChg chg="mod">
          <ac:chgData name="Mitra, Sayan" userId="5f9b069e-390c-41f3-af3f-6bd4b0fb9710" providerId="ADAL" clId="{603CB73D-5ABF-4B35-AB35-B8B719F0AA85}" dt="2022-07-02T17:47:48.363" v="4137" actId="14100"/>
          <ac:spMkLst>
            <pc:docMk/>
            <pc:sldMk cId="3683221257" sldId="4021"/>
            <ac:spMk id="26" creationId="{9E4A0A6B-21E2-4DD8-87B5-7A571CA12968}"/>
          </ac:spMkLst>
        </pc:spChg>
        <pc:spChg chg="mod">
          <ac:chgData name="Mitra, Sayan" userId="5f9b069e-390c-41f3-af3f-6bd4b0fb9710" providerId="ADAL" clId="{603CB73D-5ABF-4B35-AB35-B8B719F0AA85}" dt="2022-07-02T17:47:48.363" v="4137" actId="14100"/>
          <ac:spMkLst>
            <pc:docMk/>
            <pc:sldMk cId="3683221257" sldId="4021"/>
            <ac:spMk id="28" creationId="{75C15912-6793-46F6-99B2-F6CBF8AA49EF}"/>
          </ac:spMkLst>
        </pc:spChg>
        <pc:spChg chg="mod">
          <ac:chgData name="Mitra, Sayan" userId="5f9b069e-390c-41f3-af3f-6bd4b0fb9710" providerId="ADAL" clId="{603CB73D-5ABF-4B35-AB35-B8B719F0AA85}" dt="2022-07-02T17:47:48.363" v="4137" actId="14100"/>
          <ac:spMkLst>
            <pc:docMk/>
            <pc:sldMk cId="3683221257" sldId="4021"/>
            <ac:spMk id="29" creationId="{6379059D-844C-4AE1-BAE8-ECD66C1FE3E8}"/>
          </ac:spMkLst>
        </pc:spChg>
        <pc:spChg chg="mod">
          <ac:chgData name="Mitra, Sayan" userId="5f9b069e-390c-41f3-af3f-6bd4b0fb9710" providerId="ADAL" clId="{603CB73D-5ABF-4B35-AB35-B8B719F0AA85}" dt="2022-07-02T17:47:48.363" v="4137" actId="14100"/>
          <ac:spMkLst>
            <pc:docMk/>
            <pc:sldMk cId="3683221257" sldId="4021"/>
            <ac:spMk id="31" creationId="{081A4FAE-5A83-46F8-A98B-02FCA084ED53}"/>
          </ac:spMkLst>
        </pc:spChg>
        <pc:spChg chg="mod">
          <ac:chgData name="Mitra, Sayan" userId="5f9b069e-390c-41f3-af3f-6bd4b0fb9710" providerId="ADAL" clId="{603CB73D-5ABF-4B35-AB35-B8B719F0AA85}" dt="2022-07-02T17:47:48.363" v="4137" actId="14100"/>
          <ac:spMkLst>
            <pc:docMk/>
            <pc:sldMk cId="3683221257" sldId="4021"/>
            <ac:spMk id="32" creationId="{DFCE725B-0F7C-4B52-A189-69F20DDDBEC6}"/>
          </ac:spMkLst>
        </pc:spChg>
        <pc:spChg chg="mod">
          <ac:chgData name="Mitra, Sayan" userId="5f9b069e-390c-41f3-af3f-6bd4b0fb9710" providerId="ADAL" clId="{603CB73D-5ABF-4B35-AB35-B8B719F0AA85}" dt="2022-07-02T17:47:48.363" v="4137" actId="14100"/>
          <ac:spMkLst>
            <pc:docMk/>
            <pc:sldMk cId="3683221257" sldId="4021"/>
            <ac:spMk id="33" creationId="{BAD1B8F5-B13E-41D1-8BFD-F03A984FC864}"/>
          </ac:spMkLst>
        </pc:spChg>
        <pc:spChg chg="mod">
          <ac:chgData name="Mitra, Sayan" userId="5f9b069e-390c-41f3-af3f-6bd4b0fb9710" providerId="ADAL" clId="{603CB73D-5ABF-4B35-AB35-B8B719F0AA85}" dt="2022-07-02T17:47:48.363" v="4137" actId="14100"/>
          <ac:spMkLst>
            <pc:docMk/>
            <pc:sldMk cId="3683221257" sldId="4021"/>
            <ac:spMk id="35" creationId="{0DEFEB98-F6A1-48BD-ACCA-B0473118E282}"/>
          </ac:spMkLst>
        </pc:spChg>
        <pc:spChg chg="mod">
          <ac:chgData name="Mitra, Sayan" userId="5f9b069e-390c-41f3-af3f-6bd4b0fb9710" providerId="ADAL" clId="{603CB73D-5ABF-4B35-AB35-B8B719F0AA85}" dt="2022-07-02T17:47:48.363" v="4137" actId="14100"/>
          <ac:spMkLst>
            <pc:docMk/>
            <pc:sldMk cId="3683221257" sldId="4021"/>
            <ac:spMk id="36" creationId="{4E0C4E91-3CC4-4C9A-AEF1-73BB826ED45B}"/>
          </ac:spMkLst>
        </pc:spChg>
        <pc:spChg chg="mod">
          <ac:chgData name="Mitra, Sayan" userId="5f9b069e-390c-41f3-af3f-6bd4b0fb9710" providerId="ADAL" clId="{603CB73D-5ABF-4B35-AB35-B8B719F0AA85}" dt="2022-07-02T17:47:47.763" v="4136" actId="14100"/>
          <ac:spMkLst>
            <pc:docMk/>
            <pc:sldMk cId="3683221257" sldId="4021"/>
            <ac:spMk id="59" creationId="{5A4356C9-D240-49DA-98F7-BFA7799C6CF9}"/>
          </ac:spMkLst>
        </pc:spChg>
        <pc:spChg chg="mod">
          <ac:chgData name="Mitra, Sayan" userId="5f9b069e-390c-41f3-af3f-6bd4b0fb9710" providerId="ADAL" clId="{603CB73D-5ABF-4B35-AB35-B8B719F0AA85}" dt="2022-07-02T17:47:47.763" v="4136" actId="14100"/>
          <ac:spMkLst>
            <pc:docMk/>
            <pc:sldMk cId="3683221257" sldId="4021"/>
            <ac:spMk id="60" creationId="{21FA694D-D509-4244-8930-310976FF65FB}"/>
          </ac:spMkLst>
        </pc:spChg>
        <pc:spChg chg="mod">
          <ac:chgData name="Mitra, Sayan" userId="5f9b069e-390c-41f3-af3f-6bd4b0fb9710" providerId="ADAL" clId="{603CB73D-5ABF-4B35-AB35-B8B719F0AA85}" dt="2022-07-02T17:47:47.763" v="4136" actId="14100"/>
          <ac:spMkLst>
            <pc:docMk/>
            <pc:sldMk cId="3683221257" sldId="4021"/>
            <ac:spMk id="62" creationId="{E0BB1843-D5F4-47DF-9C2D-C5526C93CA98}"/>
          </ac:spMkLst>
        </pc:spChg>
        <pc:spChg chg="mod">
          <ac:chgData name="Mitra, Sayan" userId="5f9b069e-390c-41f3-af3f-6bd4b0fb9710" providerId="ADAL" clId="{603CB73D-5ABF-4B35-AB35-B8B719F0AA85}" dt="2022-07-02T17:47:47.763" v="4136" actId="14100"/>
          <ac:spMkLst>
            <pc:docMk/>
            <pc:sldMk cId="3683221257" sldId="4021"/>
            <ac:spMk id="63" creationId="{65A37685-3A5E-4FF7-AE61-961832A6EF8B}"/>
          </ac:spMkLst>
        </pc:spChg>
        <pc:spChg chg="mod">
          <ac:chgData name="Mitra, Sayan" userId="5f9b069e-390c-41f3-af3f-6bd4b0fb9710" providerId="ADAL" clId="{603CB73D-5ABF-4B35-AB35-B8B719F0AA85}" dt="2022-07-02T17:47:47.763" v="4136" actId="14100"/>
          <ac:spMkLst>
            <pc:docMk/>
            <pc:sldMk cId="3683221257" sldId="4021"/>
            <ac:spMk id="64" creationId="{000B3099-5CF9-4B07-849E-247835804FA4}"/>
          </ac:spMkLst>
        </pc:spChg>
        <pc:spChg chg="mod">
          <ac:chgData name="Mitra, Sayan" userId="5f9b069e-390c-41f3-af3f-6bd4b0fb9710" providerId="ADAL" clId="{603CB73D-5ABF-4B35-AB35-B8B719F0AA85}" dt="2022-07-02T17:47:47.763" v="4136" actId="14100"/>
          <ac:spMkLst>
            <pc:docMk/>
            <pc:sldMk cId="3683221257" sldId="4021"/>
            <ac:spMk id="65" creationId="{F4E80E36-CA97-4F5C-AFEA-0093F839F17F}"/>
          </ac:spMkLst>
        </pc:spChg>
        <pc:spChg chg="mod">
          <ac:chgData name="Mitra, Sayan" userId="5f9b069e-390c-41f3-af3f-6bd4b0fb9710" providerId="ADAL" clId="{603CB73D-5ABF-4B35-AB35-B8B719F0AA85}" dt="2022-07-02T17:47:47.763" v="4136" actId="14100"/>
          <ac:spMkLst>
            <pc:docMk/>
            <pc:sldMk cId="3683221257" sldId="4021"/>
            <ac:spMk id="66" creationId="{7F4D7D4E-4C15-45EB-B89D-6DBE26BDDF09}"/>
          </ac:spMkLst>
        </pc:spChg>
        <pc:spChg chg="mod">
          <ac:chgData name="Mitra, Sayan" userId="5f9b069e-390c-41f3-af3f-6bd4b0fb9710" providerId="ADAL" clId="{603CB73D-5ABF-4B35-AB35-B8B719F0AA85}" dt="2022-07-02T17:47:47.763" v="4136" actId="14100"/>
          <ac:spMkLst>
            <pc:docMk/>
            <pc:sldMk cId="3683221257" sldId="4021"/>
            <ac:spMk id="67" creationId="{06401C71-55FE-405D-B944-5D50B488F890}"/>
          </ac:spMkLst>
        </pc:spChg>
        <pc:spChg chg="mod">
          <ac:chgData name="Mitra, Sayan" userId="5f9b069e-390c-41f3-af3f-6bd4b0fb9710" providerId="ADAL" clId="{603CB73D-5ABF-4B35-AB35-B8B719F0AA85}" dt="2022-07-02T17:47:47.763" v="4136" actId="14100"/>
          <ac:spMkLst>
            <pc:docMk/>
            <pc:sldMk cId="3683221257" sldId="4021"/>
            <ac:spMk id="68" creationId="{864CA89C-282A-49F3-99CB-93AE64EDB627}"/>
          </ac:spMkLst>
        </pc:spChg>
        <pc:spChg chg="mod">
          <ac:chgData name="Mitra, Sayan" userId="5f9b069e-390c-41f3-af3f-6bd4b0fb9710" providerId="ADAL" clId="{603CB73D-5ABF-4B35-AB35-B8B719F0AA85}" dt="2022-07-02T17:47:47.763" v="4136" actId="14100"/>
          <ac:spMkLst>
            <pc:docMk/>
            <pc:sldMk cId="3683221257" sldId="4021"/>
            <ac:spMk id="69" creationId="{C2C19BC6-100C-4B28-93F4-4250A270D86D}"/>
          </ac:spMkLst>
        </pc:spChg>
        <pc:spChg chg="mod">
          <ac:chgData name="Mitra, Sayan" userId="5f9b069e-390c-41f3-af3f-6bd4b0fb9710" providerId="ADAL" clId="{603CB73D-5ABF-4B35-AB35-B8B719F0AA85}" dt="2022-07-02T17:47:47.763" v="4136" actId="14100"/>
          <ac:spMkLst>
            <pc:docMk/>
            <pc:sldMk cId="3683221257" sldId="4021"/>
            <ac:spMk id="70" creationId="{260FBA76-E37A-4F00-87F0-4EF35B8913F1}"/>
          </ac:spMkLst>
        </pc:spChg>
        <pc:spChg chg="mod">
          <ac:chgData name="Mitra, Sayan" userId="5f9b069e-390c-41f3-af3f-6bd4b0fb9710" providerId="ADAL" clId="{603CB73D-5ABF-4B35-AB35-B8B719F0AA85}" dt="2022-07-02T17:47:47.763" v="4136" actId="14100"/>
          <ac:spMkLst>
            <pc:docMk/>
            <pc:sldMk cId="3683221257" sldId="4021"/>
            <ac:spMk id="71" creationId="{2996296E-3CC4-4565-A30A-7C5B7DBB8366}"/>
          </ac:spMkLst>
        </pc:spChg>
        <pc:spChg chg="mod">
          <ac:chgData name="Mitra, Sayan" userId="5f9b069e-390c-41f3-af3f-6bd4b0fb9710" providerId="ADAL" clId="{603CB73D-5ABF-4B35-AB35-B8B719F0AA85}" dt="2022-07-02T17:47:47.763" v="4136" actId="14100"/>
          <ac:spMkLst>
            <pc:docMk/>
            <pc:sldMk cId="3683221257" sldId="4021"/>
            <ac:spMk id="72" creationId="{2CF3980E-129B-49D1-A807-EDF680E193A2}"/>
          </ac:spMkLst>
        </pc:spChg>
        <pc:spChg chg="mod">
          <ac:chgData name="Mitra, Sayan" userId="5f9b069e-390c-41f3-af3f-6bd4b0fb9710" providerId="ADAL" clId="{603CB73D-5ABF-4B35-AB35-B8B719F0AA85}" dt="2022-07-02T17:47:47.763" v="4136" actId="14100"/>
          <ac:spMkLst>
            <pc:docMk/>
            <pc:sldMk cId="3683221257" sldId="4021"/>
            <ac:spMk id="73" creationId="{9B9F59A4-8923-4DC0-B637-386F0400BABC}"/>
          </ac:spMkLst>
        </pc:spChg>
        <pc:spChg chg="mod">
          <ac:chgData name="Mitra, Sayan" userId="5f9b069e-390c-41f3-af3f-6bd4b0fb9710" providerId="ADAL" clId="{603CB73D-5ABF-4B35-AB35-B8B719F0AA85}" dt="2022-07-02T17:47:48.363" v="4137" actId="14100"/>
          <ac:spMkLst>
            <pc:docMk/>
            <pc:sldMk cId="3683221257" sldId="4021"/>
            <ac:spMk id="78" creationId="{1858830D-B717-42EA-AD60-C7DD9A999716}"/>
          </ac:spMkLst>
        </pc:spChg>
        <pc:spChg chg="mod">
          <ac:chgData name="Mitra, Sayan" userId="5f9b069e-390c-41f3-af3f-6bd4b0fb9710" providerId="ADAL" clId="{603CB73D-5ABF-4B35-AB35-B8B719F0AA85}" dt="2022-07-02T17:47:48.363" v="4137" actId="14100"/>
          <ac:spMkLst>
            <pc:docMk/>
            <pc:sldMk cId="3683221257" sldId="4021"/>
            <ac:spMk id="79" creationId="{64859FA4-A7B6-4362-A10B-8BEE6D7CFA4D}"/>
          </ac:spMkLst>
        </pc:spChg>
        <pc:spChg chg="mod">
          <ac:chgData name="Mitra, Sayan" userId="5f9b069e-390c-41f3-af3f-6bd4b0fb9710" providerId="ADAL" clId="{603CB73D-5ABF-4B35-AB35-B8B719F0AA85}" dt="2022-07-02T17:47:48.363" v="4137" actId="14100"/>
          <ac:spMkLst>
            <pc:docMk/>
            <pc:sldMk cId="3683221257" sldId="4021"/>
            <ac:spMk id="80" creationId="{FC966FDF-7A5E-4E26-B7E2-F413AA6B21BA}"/>
          </ac:spMkLst>
        </pc:spChg>
        <pc:spChg chg="mod">
          <ac:chgData name="Mitra, Sayan" userId="5f9b069e-390c-41f3-af3f-6bd4b0fb9710" providerId="ADAL" clId="{603CB73D-5ABF-4B35-AB35-B8B719F0AA85}" dt="2022-07-02T17:47:48.363" v="4137" actId="14100"/>
          <ac:spMkLst>
            <pc:docMk/>
            <pc:sldMk cId="3683221257" sldId="4021"/>
            <ac:spMk id="84" creationId="{29EC86C5-3EAA-4447-AFF1-C85454B8D394}"/>
          </ac:spMkLst>
        </pc:spChg>
        <pc:spChg chg="mod">
          <ac:chgData name="Mitra, Sayan" userId="5f9b069e-390c-41f3-af3f-6bd4b0fb9710" providerId="ADAL" clId="{603CB73D-5ABF-4B35-AB35-B8B719F0AA85}" dt="2022-07-02T17:47:48.363" v="4137" actId="14100"/>
          <ac:spMkLst>
            <pc:docMk/>
            <pc:sldMk cId="3683221257" sldId="4021"/>
            <ac:spMk id="85" creationId="{F6F01112-9F6F-4756-8BFF-38373A947FFC}"/>
          </ac:spMkLst>
        </pc:spChg>
        <pc:spChg chg="mod">
          <ac:chgData name="Mitra, Sayan" userId="5f9b069e-390c-41f3-af3f-6bd4b0fb9710" providerId="ADAL" clId="{603CB73D-5ABF-4B35-AB35-B8B719F0AA85}" dt="2022-07-02T17:47:48.363" v="4137" actId="14100"/>
          <ac:spMkLst>
            <pc:docMk/>
            <pc:sldMk cId="3683221257" sldId="4021"/>
            <ac:spMk id="86" creationId="{EB296142-9250-4831-AC55-6AA8A0AF7653}"/>
          </ac:spMkLst>
        </pc:spChg>
        <pc:spChg chg="mod">
          <ac:chgData name="Mitra, Sayan" userId="5f9b069e-390c-41f3-af3f-6bd4b0fb9710" providerId="ADAL" clId="{603CB73D-5ABF-4B35-AB35-B8B719F0AA85}" dt="2022-07-02T17:47:48.363" v="4137" actId="14100"/>
          <ac:spMkLst>
            <pc:docMk/>
            <pc:sldMk cId="3683221257" sldId="4021"/>
            <ac:spMk id="87" creationId="{07E3F9B8-1BAE-4FD2-B0F5-77B98924C9E0}"/>
          </ac:spMkLst>
        </pc:spChg>
        <pc:spChg chg="mod">
          <ac:chgData name="Mitra, Sayan" userId="5f9b069e-390c-41f3-af3f-6bd4b0fb9710" providerId="ADAL" clId="{603CB73D-5ABF-4B35-AB35-B8B719F0AA85}" dt="2022-07-02T17:47:48.363" v="4137" actId="14100"/>
          <ac:spMkLst>
            <pc:docMk/>
            <pc:sldMk cId="3683221257" sldId="4021"/>
            <ac:spMk id="88" creationId="{C0644229-B4AD-4020-B10D-EBA2DD093A30}"/>
          </ac:spMkLst>
        </pc:spChg>
        <pc:spChg chg="mod">
          <ac:chgData name="Mitra, Sayan" userId="5f9b069e-390c-41f3-af3f-6bd4b0fb9710" providerId="ADAL" clId="{603CB73D-5ABF-4B35-AB35-B8B719F0AA85}" dt="2022-07-02T17:47:48.363" v="4137" actId="14100"/>
          <ac:spMkLst>
            <pc:docMk/>
            <pc:sldMk cId="3683221257" sldId="4021"/>
            <ac:spMk id="89" creationId="{5959BEE1-0B06-494E-8B0C-7F98B8E1AA19}"/>
          </ac:spMkLst>
        </pc:spChg>
        <pc:spChg chg="mod">
          <ac:chgData name="Mitra, Sayan" userId="5f9b069e-390c-41f3-af3f-6bd4b0fb9710" providerId="ADAL" clId="{603CB73D-5ABF-4B35-AB35-B8B719F0AA85}" dt="2022-07-02T17:47:48.363" v="4137" actId="14100"/>
          <ac:spMkLst>
            <pc:docMk/>
            <pc:sldMk cId="3683221257" sldId="4021"/>
            <ac:spMk id="90" creationId="{25B61A02-9678-4F54-A007-1C283C2B17C8}"/>
          </ac:spMkLst>
        </pc:spChg>
        <pc:spChg chg="mod">
          <ac:chgData name="Mitra, Sayan" userId="5f9b069e-390c-41f3-af3f-6bd4b0fb9710" providerId="ADAL" clId="{603CB73D-5ABF-4B35-AB35-B8B719F0AA85}" dt="2022-07-02T17:47:48.363" v="4137" actId="14100"/>
          <ac:spMkLst>
            <pc:docMk/>
            <pc:sldMk cId="3683221257" sldId="4021"/>
            <ac:spMk id="91" creationId="{DF6560FB-F7ED-41E2-9DED-4F083F1CAF22}"/>
          </ac:spMkLst>
        </pc:spChg>
        <pc:spChg chg="mod">
          <ac:chgData name="Mitra, Sayan" userId="5f9b069e-390c-41f3-af3f-6bd4b0fb9710" providerId="ADAL" clId="{603CB73D-5ABF-4B35-AB35-B8B719F0AA85}" dt="2022-07-02T17:47:48.363" v="4137" actId="14100"/>
          <ac:spMkLst>
            <pc:docMk/>
            <pc:sldMk cId="3683221257" sldId="4021"/>
            <ac:spMk id="92" creationId="{901DD221-D882-4875-9F36-1CAB205F2E0F}"/>
          </ac:spMkLst>
        </pc:spChg>
        <pc:spChg chg="mod">
          <ac:chgData name="Mitra, Sayan" userId="5f9b069e-390c-41f3-af3f-6bd4b0fb9710" providerId="ADAL" clId="{603CB73D-5ABF-4B35-AB35-B8B719F0AA85}" dt="2022-07-02T17:47:48.363" v="4137" actId="14100"/>
          <ac:spMkLst>
            <pc:docMk/>
            <pc:sldMk cId="3683221257" sldId="4021"/>
            <ac:spMk id="93" creationId="{2D766F9C-7C11-4563-B35F-3C4159153C64}"/>
          </ac:spMkLst>
        </pc:spChg>
        <pc:spChg chg="mod">
          <ac:chgData name="Mitra, Sayan" userId="5f9b069e-390c-41f3-af3f-6bd4b0fb9710" providerId="ADAL" clId="{603CB73D-5ABF-4B35-AB35-B8B719F0AA85}" dt="2022-07-02T17:47:48.363" v="4137" actId="14100"/>
          <ac:spMkLst>
            <pc:docMk/>
            <pc:sldMk cId="3683221257" sldId="4021"/>
            <ac:spMk id="94" creationId="{0D77D96C-53E3-4C79-B1A6-DA1370E4C033}"/>
          </ac:spMkLst>
        </pc:spChg>
        <pc:spChg chg="mod">
          <ac:chgData name="Mitra, Sayan" userId="5f9b069e-390c-41f3-af3f-6bd4b0fb9710" providerId="ADAL" clId="{603CB73D-5ABF-4B35-AB35-B8B719F0AA85}" dt="2022-07-02T17:47:48.363" v="4137" actId="14100"/>
          <ac:spMkLst>
            <pc:docMk/>
            <pc:sldMk cId="3683221257" sldId="4021"/>
            <ac:spMk id="95" creationId="{68F69704-2692-44BA-9ED7-644137C75E7F}"/>
          </ac:spMkLst>
        </pc:spChg>
        <pc:spChg chg="mod">
          <ac:chgData name="Mitra, Sayan" userId="5f9b069e-390c-41f3-af3f-6bd4b0fb9710" providerId="ADAL" clId="{603CB73D-5ABF-4B35-AB35-B8B719F0AA85}" dt="2022-07-02T17:47:48.363" v="4137" actId="14100"/>
          <ac:spMkLst>
            <pc:docMk/>
            <pc:sldMk cId="3683221257" sldId="4021"/>
            <ac:spMk id="96" creationId="{32FDE3CD-ECEC-470C-BEEF-2BECA3E37AB4}"/>
          </ac:spMkLst>
        </pc:spChg>
        <pc:spChg chg="mod">
          <ac:chgData name="Mitra, Sayan" userId="5f9b069e-390c-41f3-af3f-6bd4b0fb9710" providerId="ADAL" clId="{603CB73D-5ABF-4B35-AB35-B8B719F0AA85}" dt="2022-07-02T17:47:48.363" v="4137" actId="14100"/>
          <ac:spMkLst>
            <pc:docMk/>
            <pc:sldMk cId="3683221257" sldId="4021"/>
            <ac:spMk id="97" creationId="{09BFE7D0-416C-4420-B00E-7929A9853532}"/>
          </ac:spMkLst>
        </pc:spChg>
        <pc:spChg chg="mod">
          <ac:chgData name="Mitra, Sayan" userId="5f9b069e-390c-41f3-af3f-6bd4b0fb9710" providerId="ADAL" clId="{603CB73D-5ABF-4B35-AB35-B8B719F0AA85}" dt="2022-07-02T17:47:48.363" v="4137" actId="14100"/>
          <ac:spMkLst>
            <pc:docMk/>
            <pc:sldMk cId="3683221257" sldId="4021"/>
            <ac:spMk id="98" creationId="{ED8FD1F7-F1DF-453D-BCA9-06D0601B49C3}"/>
          </ac:spMkLst>
        </pc:spChg>
        <pc:spChg chg="mod">
          <ac:chgData name="Mitra, Sayan" userId="5f9b069e-390c-41f3-af3f-6bd4b0fb9710" providerId="ADAL" clId="{603CB73D-5ABF-4B35-AB35-B8B719F0AA85}" dt="2022-07-02T17:47:48.363" v="4137" actId="14100"/>
          <ac:spMkLst>
            <pc:docMk/>
            <pc:sldMk cId="3683221257" sldId="4021"/>
            <ac:spMk id="99" creationId="{9D62AA39-DE15-4515-99BB-6CF6BAAEB497}"/>
          </ac:spMkLst>
        </pc:spChg>
        <pc:spChg chg="mod">
          <ac:chgData name="Mitra, Sayan" userId="5f9b069e-390c-41f3-af3f-6bd4b0fb9710" providerId="ADAL" clId="{603CB73D-5ABF-4B35-AB35-B8B719F0AA85}" dt="2022-07-02T17:47:48.363" v="4137" actId="14100"/>
          <ac:spMkLst>
            <pc:docMk/>
            <pc:sldMk cId="3683221257" sldId="4021"/>
            <ac:spMk id="100" creationId="{C399E53D-DE50-4909-8F59-0B9C9FE1E640}"/>
          </ac:spMkLst>
        </pc:spChg>
        <pc:spChg chg="mod">
          <ac:chgData name="Mitra, Sayan" userId="5f9b069e-390c-41f3-af3f-6bd4b0fb9710" providerId="ADAL" clId="{603CB73D-5ABF-4B35-AB35-B8B719F0AA85}" dt="2022-07-02T17:47:48.363" v="4137" actId="14100"/>
          <ac:spMkLst>
            <pc:docMk/>
            <pc:sldMk cId="3683221257" sldId="4021"/>
            <ac:spMk id="101" creationId="{6C40AFC3-337A-4CFF-A82F-62255E3A0C67}"/>
          </ac:spMkLst>
        </pc:spChg>
        <pc:spChg chg="mod">
          <ac:chgData name="Mitra, Sayan" userId="5f9b069e-390c-41f3-af3f-6bd4b0fb9710" providerId="ADAL" clId="{603CB73D-5ABF-4B35-AB35-B8B719F0AA85}" dt="2022-07-02T17:47:48.363" v="4137" actId="14100"/>
          <ac:spMkLst>
            <pc:docMk/>
            <pc:sldMk cId="3683221257" sldId="4021"/>
            <ac:spMk id="102" creationId="{4F069CFC-8643-4E2D-A69D-8DC8428BECBE}"/>
          </ac:spMkLst>
        </pc:spChg>
        <pc:spChg chg="mod">
          <ac:chgData name="Mitra, Sayan" userId="5f9b069e-390c-41f3-af3f-6bd4b0fb9710" providerId="ADAL" clId="{603CB73D-5ABF-4B35-AB35-B8B719F0AA85}" dt="2022-07-02T17:47:48.363" v="4137" actId="14100"/>
          <ac:spMkLst>
            <pc:docMk/>
            <pc:sldMk cId="3683221257" sldId="4021"/>
            <ac:spMk id="103" creationId="{A2AAD1BD-9519-4AC6-9B12-0650CF64EA5B}"/>
          </ac:spMkLst>
        </pc:spChg>
        <pc:spChg chg="mod">
          <ac:chgData name="Mitra, Sayan" userId="5f9b069e-390c-41f3-af3f-6bd4b0fb9710" providerId="ADAL" clId="{603CB73D-5ABF-4B35-AB35-B8B719F0AA85}" dt="2022-07-02T17:47:48.363" v="4137" actId="14100"/>
          <ac:spMkLst>
            <pc:docMk/>
            <pc:sldMk cId="3683221257" sldId="4021"/>
            <ac:spMk id="104" creationId="{188D939B-1EC8-4441-A8FB-31AE6834195F}"/>
          </ac:spMkLst>
        </pc:spChg>
        <pc:spChg chg="mod">
          <ac:chgData name="Mitra, Sayan" userId="5f9b069e-390c-41f3-af3f-6bd4b0fb9710" providerId="ADAL" clId="{603CB73D-5ABF-4B35-AB35-B8B719F0AA85}" dt="2022-07-02T17:47:48.363" v="4137" actId="14100"/>
          <ac:spMkLst>
            <pc:docMk/>
            <pc:sldMk cId="3683221257" sldId="4021"/>
            <ac:spMk id="105" creationId="{D4E4CA92-1AC8-4D5A-8E79-2310F52936BC}"/>
          </ac:spMkLst>
        </pc:spChg>
        <pc:spChg chg="mod">
          <ac:chgData name="Mitra, Sayan" userId="5f9b069e-390c-41f3-af3f-6bd4b0fb9710" providerId="ADAL" clId="{603CB73D-5ABF-4B35-AB35-B8B719F0AA85}" dt="2022-07-02T17:47:48.363" v="4137" actId="14100"/>
          <ac:spMkLst>
            <pc:docMk/>
            <pc:sldMk cId="3683221257" sldId="4021"/>
            <ac:spMk id="106" creationId="{3D0B423B-F1E5-45B1-8C35-8B1FF304B383}"/>
          </ac:spMkLst>
        </pc:spChg>
        <pc:spChg chg="mod">
          <ac:chgData name="Mitra, Sayan" userId="5f9b069e-390c-41f3-af3f-6bd4b0fb9710" providerId="ADAL" clId="{603CB73D-5ABF-4B35-AB35-B8B719F0AA85}" dt="2022-07-02T17:47:48.363" v="4137" actId="14100"/>
          <ac:spMkLst>
            <pc:docMk/>
            <pc:sldMk cId="3683221257" sldId="4021"/>
            <ac:spMk id="108" creationId="{79AE6268-4E09-412E-AB80-FE88158F797C}"/>
          </ac:spMkLst>
        </pc:spChg>
        <pc:spChg chg="mod">
          <ac:chgData name="Mitra, Sayan" userId="5f9b069e-390c-41f3-af3f-6bd4b0fb9710" providerId="ADAL" clId="{603CB73D-5ABF-4B35-AB35-B8B719F0AA85}" dt="2022-07-02T17:47:48.363" v="4137" actId="14100"/>
          <ac:spMkLst>
            <pc:docMk/>
            <pc:sldMk cId="3683221257" sldId="4021"/>
            <ac:spMk id="109" creationId="{C4B6C997-1F7F-4472-9FD8-8C08F18B9886}"/>
          </ac:spMkLst>
        </pc:spChg>
        <pc:spChg chg="mod">
          <ac:chgData name="Mitra, Sayan" userId="5f9b069e-390c-41f3-af3f-6bd4b0fb9710" providerId="ADAL" clId="{603CB73D-5ABF-4B35-AB35-B8B719F0AA85}" dt="2022-07-02T17:47:48.363" v="4137" actId="14100"/>
          <ac:spMkLst>
            <pc:docMk/>
            <pc:sldMk cId="3683221257" sldId="4021"/>
            <ac:spMk id="110" creationId="{2CAF76BA-4112-493F-BE1C-EB4569C08EE0}"/>
          </ac:spMkLst>
        </pc:spChg>
        <pc:spChg chg="mod">
          <ac:chgData name="Mitra, Sayan" userId="5f9b069e-390c-41f3-af3f-6bd4b0fb9710" providerId="ADAL" clId="{603CB73D-5ABF-4B35-AB35-B8B719F0AA85}" dt="2022-07-02T17:47:48.363" v="4137" actId="14100"/>
          <ac:spMkLst>
            <pc:docMk/>
            <pc:sldMk cId="3683221257" sldId="4021"/>
            <ac:spMk id="111" creationId="{77DDB055-5B61-4E91-B183-790552A1ABB6}"/>
          </ac:spMkLst>
        </pc:spChg>
        <pc:spChg chg="mod">
          <ac:chgData name="Mitra, Sayan" userId="5f9b069e-390c-41f3-af3f-6bd4b0fb9710" providerId="ADAL" clId="{603CB73D-5ABF-4B35-AB35-B8B719F0AA85}" dt="2022-07-02T17:47:48.363" v="4137" actId="14100"/>
          <ac:spMkLst>
            <pc:docMk/>
            <pc:sldMk cId="3683221257" sldId="4021"/>
            <ac:spMk id="115" creationId="{0A6E08A3-40D5-4845-9230-489FA48D7194}"/>
          </ac:spMkLst>
        </pc:spChg>
        <pc:spChg chg="mod">
          <ac:chgData name="Mitra, Sayan" userId="5f9b069e-390c-41f3-af3f-6bd4b0fb9710" providerId="ADAL" clId="{603CB73D-5ABF-4B35-AB35-B8B719F0AA85}" dt="2022-07-02T17:47:48.363" v="4137" actId="14100"/>
          <ac:spMkLst>
            <pc:docMk/>
            <pc:sldMk cId="3683221257" sldId="4021"/>
            <ac:spMk id="116" creationId="{3636B678-CFE6-4FB5-AF62-5EC027955AF7}"/>
          </ac:spMkLst>
        </pc:spChg>
        <pc:spChg chg="mod">
          <ac:chgData name="Mitra, Sayan" userId="5f9b069e-390c-41f3-af3f-6bd4b0fb9710" providerId="ADAL" clId="{603CB73D-5ABF-4B35-AB35-B8B719F0AA85}" dt="2022-07-02T17:47:48.363" v="4137" actId="14100"/>
          <ac:spMkLst>
            <pc:docMk/>
            <pc:sldMk cId="3683221257" sldId="4021"/>
            <ac:spMk id="117" creationId="{1E26E715-59C1-4610-983B-AD50C00F1877}"/>
          </ac:spMkLst>
        </pc:spChg>
        <pc:spChg chg="mod">
          <ac:chgData name="Mitra, Sayan" userId="5f9b069e-390c-41f3-af3f-6bd4b0fb9710" providerId="ADAL" clId="{603CB73D-5ABF-4B35-AB35-B8B719F0AA85}" dt="2022-07-02T17:47:48.363" v="4137" actId="14100"/>
          <ac:spMkLst>
            <pc:docMk/>
            <pc:sldMk cId="3683221257" sldId="4021"/>
            <ac:spMk id="119" creationId="{D659A7F4-2A43-49AD-8387-BBC501D20B02}"/>
          </ac:spMkLst>
        </pc:spChg>
        <pc:spChg chg="mod">
          <ac:chgData name="Mitra, Sayan" userId="5f9b069e-390c-41f3-af3f-6bd4b0fb9710" providerId="ADAL" clId="{603CB73D-5ABF-4B35-AB35-B8B719F0AA85}" dt="2022-07-02T17:47:48.363" v="4137" actId="14100"/>
          <ac:spMkLst>
            <pc:docMk/>
            <pc:sldMk cId="3683221257" sldId="4021"/>
            <ac:spMk id="159" creationId="{8D62B4DF-B231-44BF-91A9-B1AAD56BD290}"/>
          </ac:spMkLst>
        </pc:spChg>
        <pc:spChg chg="mod">
          <ac:chgData name="Mitra, Sayan" userId="5f9b069e-390c-41f3-af3f-6bd4b0fb9710" providerId="ADAL" clId="{603CB73D-5ABF-4B35-AB35-B8B719F0AA85}" dt="2022-07-02T17:47:48.363" v="4137" actId="14100"/>
          <ac:spMkLst>
            <pc:docMk/>
            <pc:sldMk cId="3683221257" sldId="4021"/>
            <ac:spMk id="162" creationId="{792CA852-ACA4-410C-8598-089C56F4CF56}"/>
          </ac:spMkLst>
        </pc:spChg>
        <pc:spChg chg="mod">
          <ac:chgData name="Mitra, Sayan" userId="5f9b069e-390c-41f3-af3f-6bd4b0fb9710" providerId="ADAL" clId="{603CB73D-5ABF-4B35-AB35-B8B719F0AA85}" dt="2022-07-02T17:47:48.363" v="4137" actId="14100"/>
          <ac:spMkLst>
            <pc:docMk/>
            <pc:sldMk cId="3683221257" sldId="4021"/>
            <ac:spMk id="163" creationId="{8974C9A1-9554-477C-846E-715DE53DE729}"/>
          </ac:spMkLst>
        </pc:spChg>
        <pc:spChg chg="mod">
          <ac:chgData name="Mitra, Sayan" userId="5f9b069e-390c-41f3-af3f-6bd4b0fb9710" providerId="ADAL" clId="{603CB73D-5ABF-4B35-AB35-B8B719F0AA85}" dt="2022-07-02T17:47:48.363" v="4137" actId="14100"/>
          <ac:spMkLst>
            <pc:docMk/>
            <pc:sldMk cId="3683221257" sldId="4021"/>
            <ac:spMk id="164" creationId="{990C77B2-37F7-4F20-AA91-DA87B25BED12}"/>
          </ac:spMkLst>
        </pc:spChg>
        <pc:spChg chg="mod">
          <ac:chgData name="Mitra, Sayan" userId="5f9b069e-390c-41f3-af3f-6bd4b0fb9710" providerId="ADAL" clId="{603CB73D-5ABF-4B35-AB35-B8B719F0AA85}" dt="2022-07-02T17:47:48.363" v="4137" actId="14100"/>
          <ac:spMkLst>
            <pc:docMk/>
            <pc:sldMk cId="3683221257" sldId="4021"/>
            <ac:spMk id="165" creationId="{EB2E83B7-F6B1-4EC5-8965-C93B673CD26D}"/>
          </ac:spMkLst>
        </pc:spChg>
        <pc:spChg chg="mod">
          <ac:chgData name="Mitra, Sayan" userId="5f9b069e-390c-41f3-af3f-6bd4b0fb9710" providerId="ADAL" clId="{603CB73D-5ABF-4B35-AB35-B8B719F0AA85}" dt="2022-07-02T17:47:48.363" v="4137" actId="14100"/>
          <ac:spMkLst>
            <pc:docMk/>
            <pc:sldMk cId="3683221257" sldId="4021"/>
            <ac:spMk id="166" creationId="{0937DA69-2144-4976-8A49-A5D68C0D7267}"/>
          </ac:spMkLst>
        </pc:spChg>
        <pc:spChg chg="mod">
          <ac:chgData name="Mitra, Sayan" userId="5f9b069e-390c-41f3-af3f-6bd4b0fb9710" providerId="ADAL" clId="{603CB73D-5ABF-4B35-AB35-B8B719F0AA85}" dt="2022-07-02T17:47:48.363" v="4137" actId="14100"/>
          <ac:spMkLst>
            <pc:docMk/>
            <pc:sldMk cId="3683221257" sldId="4021"/>
            <ac:spMk id="167" creationId="{50B521A6-0A88-434D-8F58-32E4870D751E}"/>
          </ac:spMkLst>
        </pc:spChg>
        <pc:spChg chg="mod">
          <ac:chgData name="Mitra, Sayan" userId="5f9b069e-390c-41f3-af3f-6bd4b0fb9710" providerId="ADAL" clId="{603CB73D-5ABF-4B35-AB35-B8B719F0AA85}" dt="2022-07-02T17:47:48.363" v="4137" actId="14100"/>
          <ac:spMkLst>
            <pc:docMk/>
            <pc:sldMk cId="3683221257" sldId="4021"/>
            <ac:spMk id="168" creationId="{1D7960A7-08FF-4EA6-A335-2DA9057456ED}"/>
          </ac:spMkLst>
        </pc:spChg>
        <pc:spChg chg="mod">
          <ac:chgData name="Mitra, Sayan" userId="5f9b069e-390c-41f3-af3f-6bd4b0fb9710" providerId="ADAL" clId="{603CB73D-5ABF-4B35-AB35-B8B719F0AA85}" dt="2022-07-02T17:47:48.363" v="4137" actId="14100"/>
          <ac:spMkLst>
            <pc:docMk/>
            <pc:sldMk cId="3683221257" sldId="4021"/>
            <ac:spMk id="176" creationId="{7C0C1225-4082-4BB5-B847-C0C1D22384E8}"/>
          </ac:spMkLst>
        </pc:spChg>
        <pc:spChg chg="mod">
          <ac:chgData name="Mitra, Sayan" userId="5f9b069e-390c-41f3-af3f-6bd4b0fb9710" providerId="ADAL" clId="{603CB73D-5ABF-4B35-AB35-B8B719F0AA85}" dt="2022-07-02T17:47:48.363" v="4137" actId="14100"/>
          <ac:spMkLst>
            <pc:docMk/>
            <pc:sldMk cId="3683221257" sldId="4021"/>
            <ac:spMk id="177" creationId="{0DAF6643-9B99-4C9E-AB17-D8CBBDDB2BA9}"/>
          </ac:spMkLst>
        </pc:spChg>
        <pc:spChg chg="mod">
          <ac:chgData name="Mitra, Sayan" userId="5f9b069e-390c-41f3-af3f-6bd4b0fb9710" providerId="ADAL" clId="{603CB73D-5ABF-4B35-AB35-B8B719F0AA85}" dt="2022-07-02T17:47:48.363" v="4137" actId="14100"/>
          <ac:spMkLst>
            <pc:docMk/>
            <pc:sldMk cId="3683221257" sldId="4021"/>
            <ac:spMk id="179" creationId="{EFBEA453-C3B2-425D-82DF-53891511B36F}"/>
          </ac:spMkLst>
        </pc:spChg>
        <pc:spChg chg="mod">
          <ac:chgData name="Mitra, Sayan" userId="5f9b069e-390c-41f3-af3f-6bd4b0fb9710" providerId="ADAL" clId="{603CB73D-5ABF-4B35-AB35-B8B719F0AA85}" dt="2022-07-02T17:47:48.363" v="4137" actId="14100"/>
          <ac:spMkLst>
            <pc:docMk/>
            <pc:sldMk cId="3683221257" sldId="4021"/>
            <ac:spMk id="180" creationId="{A621709E-3696-4CE9-A3B0-593F8E3B02E0}"/>
          </ac:spMkLst>
        </pc:spChg>
        <pc:spChg chg="mod">
          <ac:chgData name="Mitra, Sayan" userId="5f9b069e-390c-41f3-af3f-6bd4b0fb9710" providerId="ADAL" clId="{603CB73D-5ABF-4B35-AB35-B8B719F0AA85}" dt="2022-07-02T17:47:48.363" v="4137" actId="14100"/>
          <ac:spMkLst>
            <pc:docMk/>
            <pc:sldMk cId="3683221257" sldId="4021"/>
            <ac:spMk id="181" creationId="{6493CE9C-056C-442B-AA0A-7F0CCBC6E512}"/>
          </ac:spMkLst>
        </pc:spChg>
        <pc:spChg chg="mod">
          <ac:chgData name="Mitra, Sayan" userId="5f9b069e-390c-41f3-af3f-6bd4b0fb9710" providerId="ADAL" clId="{603CB73D-5ABF-4B35-AB35-B8B719F0AA85}" dt="2022-07-02T17:47:48.363" v="4137" actId="14100"/>
          <ac:spMkLst>
            <pc:docMk/>
            <pc:sldMk cId="3683221257" sldId="4021"/>
            <ac:spMk id="183" creationId="{B8B52E45-04A5-4CF7-BF46-106AA8623800}"/>
          </ac:spMkLst>
        </pc:spChg>
        <pc:spChg chg="mod">
          <ac:chgData name="Mitra, Sayan" userId="5f9b069e-390c-41f3-af3f-6bd4b0fb9710" providerId="ADAL" clId="{603CB73D-5ABF-4B35-AB35-B8B719F0AA85}" dt="2022-07-02T17:47:48.363" v="4137" actId="14100"/>
          <ac:spMkLst>
            <pc:docMk/>
            <pc:sldMk cId="3683221257" sldId="4021"/>
            <ac:spMk id="184" creationId="{C0915715-B921-46AA-BA05-3329E6412743}"/>
          </ac:spMkLst>
        </pc:spChg>
        <pc:spChg chg="mod">
          <ac:chgData name="Mitra, Sayan" userId="5f9b069e-390c-41f3-af3f-6bd4b0fb9710" providerId="ADAL" clId="{603CB73D-5ABF-4B35-AB35-B8B719F0AA85}" dt="2022-07-02T17:47:48.363" v="4137" actId="14100"/>
          <ac:spMkLst>
            <pc:docMk/>
            <pc:sldMk cId="3683221257" sldId="4021"/>
            <ac:spMk id="185" creationId="{3F5F10FA-DADB-49C1-B9E7-BE919E879931}"/>
          </ac:spMkLst>
        </pc:spChg>
        <pc:spChg chg="mod">
          <ac:chgData name="Mitra, Sayan" userId="5f9b069e-390c-41f3-af3f-6bd4b0fb9710" providerId="ADAL" clId="{603CB73D-5ABF-4B35-AB35-B8B719F0AA85}" dt="2022-07-02T17:47:48.363" v="4137" actId="14100"/>
          <ac:spMkLst>
            <pc:docMk/>
            <pc:sldMk cId="3683221257" sldId="4021"/>
            <ac:spMk id="186" creationId="{65E4FB64-1AAC-4D8B-A2DC-FEC1186AEDCA}"/>
          </ac:spMkLst>
        </pc:spChg>
        <pc:spChg chg="mod">
          <ac:chgData name="Mitra, Sayan" userId="5f9b069e-390c-41f3-af3f-6bd4b0fb9710" providerId="ADAL" clId="{603CB73D-5ABF-4B35-AB35-B8B719F0AA85}" dt="2022-07-02T17:47:48.363" v="4137" actId="14100"/>
          <ac:spMkLst>
            <pc:docMk/>
            <pc:sldMk cId="3683221257" sldId="4021"/>
            <ac:spMk id="187" creationId="{4B43764A-34B2-45DF-B3A5-BA881FDAC559}"/>
          </ac:spMkLst>
        </pc:spChg>
        <pc:spChg chg="mod">
          <ac:chgData name="Mitra, Sayan" userId="5f9b069e-390c-41f3-af3f-6bd4b0fb9710" providerId="ADAL" clId="{603CB73D-5ABF-4B35-AB35-B8B719F0AA85}" dt="2022-07-02T17:47:48.363" v="4137" actId="14100"/>
          <ac:spMkLst>
            <pc:docMk/>
            <pc:sldMk cId="3683221257" sldId="4021"/>
            <ac:spMk id="188" creationId="{36AA9077-F848-4ABF-A0FF-97D248DAD81A}"/>
          </ac:spMkLst>
        </pc:spChg>
        <pc:spChg chg="mod">
          <ac:chgData name="Mitra, Sayan" userId="5f9b069e-390c-41f3-af3f-6bd4b0fb9710" providerId="ADAL" clId="{603CB73D-5ABF-4B35-AB35-B8B719F0AA85}" dt="2022-07-02T17:47:48.363" v="4137" actId="14100"/>
          <ac:spMkLst>
            <pc:docMk/>
            <pc:sldMk cId="3683221257" sldId="4021"/>
            <ac:spMk id="189" creationId="{7D40DE82-9978-4FF9-BFE7-196D2D086F6B}"/>
          </ac:spMkLst>
        </pc:spChg>
        <pc:spChg chg="mod">
          <ac:chgData name="Mitra, Sayan" userId="5f9b069e-390c-41f3-af3f-6bd4b0fb9710" providerId="ADAL" clId="{603CB73D-5ABF-4B35-AB35-B8B719F0AA85}" dt="2022-07-02T17:47:48.363" v="4137" actId="14100"/>
          <ac:spMkLst>
            <pc:docMk/>
            <pc:sldMk cId="3683221257" sldId="4021"/>
            <ac:spMk id="190" creationId="{1C0F37A6-DD4C-4FC0-8032-021711752BC5}"/>
          </ac:spMkLst>
        </pc:spChg>
        <pc:spChg chg="mod">
          <ac:chgData name="Mitra, Sayan" userId="5f9b069e-390c-41f3-af3f-6bd4b0fb9710" providerId="ADAL" clId="{603CB73D-5ABF-4B35-AB35-B8B719F0AA85}" dt="2022-07-02T17:47:48.363" v="4137" actId="14100"/>
          <ac:spMkLst>
            <pc:docMk/>
            <pc:sldMk cId="3683221257" sldId="4021"/>
            <ac:spMk id="227" creationId="{FBFBA1C1-4804-4D90-9794-A93A92756EDA}"/>
          </ac:spMkLst>
        </pc:spChg>
        <pc:grpChg chg="mod">
          <ac:chgData name="Mitra, Sayan" userId="5f9b069e-390c-41f3-af3f-6bd4b0fb9710" providerId="ADAL" clId="{603CB73D-5ABF-4B35-AB35-B8B719F0AA85}" dt="2022-07-02T17:47:48.363" v="4137" actId="14100"/>
          <ac:grpSpMkLst>
            <pc:docMk/>
            <pc:sldMk cId="3683221257" sldId="4021"/>
            <ac:grpSpMk id="21" creationId="{46C13272-8D2C-4001-B961-FC259D3C88D8}"/>
          </ac:grpSpMkLst>
        </pc:grpChg>
        <pc:grpChg chg="mod">
          <ac:chgData name="Mitra, Sayan" userId="5f9b069e-390c-41f3-af3f-6bd4b0fb9710" providerId="ADAL" clId="{603CB73D-5ABF-4B35-AB35-B8B719F0AA85}" dt="2022-07-02T17:47:48.363" v="4137" actId="14100"/>
          <ac:grpSpMkLst>
            <pc:docMk/>
            <pc:sldMk cId="3683221257" sldId="4021"/>
            <ac:grpSpMk id="27" creationId="{37BEBC7D-BE34-48D4-8A3D-C3264018CAEE}"/>
          </ac:grpSpMkLst>
        </pc:grpChg>
        <pc:grpChg chg="mod">
          <ac:chgData name="Mitra, Sayan" userId="5f9b069e-390c-41f3-af3f-6bd4b0fb9710" providerId="ADAL" clId="{603CB73D-5ABF-4B35-AB35-B8B719F0AA85}" dt="2022-07-02T17:47:48.363" v="4137" actId="14100"/>
          <ac:grpSpMkLst>
            <pc:docMk/>
            <pc:sldMk cId="3683221257" sldId="4021"/>
            <ac:grpSpMk id="30" creationId="{8E4F78CC-FDA1-4414-9601-AEA2E5B13B90}"/>
          </ac:grpSpMkLst>
        </pc:grpChg>
        <pc:grpChg chg="mod">
          <ac:chgData name="Mitra, Sayan" userId="5f9b069e-390c-41f3-af3f-6bd4b0fb9710" providerId="ADAL" clId="{603CB73D-5ABF-4B35-AB35-B8B719F0AA85}" dt="2022-07-02T17:47:48.363" v="4137" actId="14100"/>
          <ac:grpSpMkLst>
            <pc:docMk/>
            <pc:sldMk cId="3683221257" sldId="4021"/>
            <ac:grpSpMk id="34" creationId="{C308E3C9-8A1C-49E3-A932-37FC6B431F97}"/>
          </ac:grpSpMkLst>
        </pc:grpChg>
        <pc:grpChg chg="mod">
          <ac:chgData name="Mitra, Sayan" userId="5f9b069e-390c-41f3-af3f-6bd4b0fb9710" providerId="ADAL" clId="{603CB73D-5ABF-4B35-AB35-B8B719F0AA85}" dt="2022-07-02T17:47:48.363" v="4137" actId="14100"/>
          <ac:grpSpMkLst>
            <pc:docMk/>
            <pc:sldMk cId="3683221257" sldId="4021"/>
            <ac:grpSpMk id="38" creationId="{1A60CC3A-07F1-44A9-B8B4-D9692FDF16B0}"/>
          </ac:grpSpMkLst>
        </pc:grpChg>
        <pc:grpChg chg="mod">
          <ac:chgData name="Mitra, Sayan" userId="5f9b069e-390c-41f3-af3f-6bd4b0fb9710" providerId="ADAL" clId="{603CB73D-5ABF-4B35-AB35-B8B719F0AA85}" dt="2022-07-02T17:47:47.763" v="4136" actId="14100"/>
          <ac:grpSpMkLst>
            <pc:docMk/>
            <pc:sldMk cId="3683221257" sldId="4021"/>
            <ac:grpSpMk id="58" creationId="{0202F5EA-E960-4CAD-9F91-2D904F2074E7}"/>
          </ac:grpSpMkLst>
        </pc:grpChg>
        <pc:grpChg chg="mod">
          <ac:chgData name="Mitra, Sayan" userId="5f9b069e-390c-41f3-af3f-6bd4b0fb9710" providerId="ADAL" clId="{603CB73D-5ABF-4B35-AB35-B8B719F0AA85}" dt="2022-07-02T17:47:47.763" v="4136" actId="14100"/>
          <ac:grpSpMkLst>
            <pc:docMk/>
            <pc:sldMk cId="3683221257" sldId="4021"/>
            <ac:grpSpMk id="61" creationId="{121552EC-4C6C-4A09-A1E8-5EAFB30AA746}"/>
          </ac:grpSpMkLst>
        </pc:grpChg>
        <pc:grpChg chg="mod">
          <ac:chgData name="Mitra, Sayan" userId="5f9b069e-390c-41f3-af3f-6bd4b0fb9710" providerId="ADAL" clId="{603CB73D-5ABF-4B35-AB35-B8B719F0AA85}" dt="2022-07-02T17:47:48.363" v="4137" actId="14100"/>
          <ac:grpSpMkLst>
            <pc:docMk/>
            <pc:sldMk cId="3683221257" sldId="4021"/>
            <ac:grpSpMk id="74" creationId="{3569670D-531F-4ABD-8A02-800B0FB01B96}"/>
          </ac:grpSpMkLst>
        </pc:grpChg>
        <pc:grpChg chg="mod">
          <ac:chgData name="Mitra, Sayan" userId="5f9b069e-390c-41f3-af3f-6bd4b0fb9710" providerId="ADAL" clId="{603CB73D-5ABF-4B35-AB35-B8B719F0AA85}" dt="2022-07-02T17:47:48.363" v="4137" actId="14100"/>
          <ac:grpSpMkLst>
            <pc:docMk/>
            <pc:sldMk cId="3683221257" sldId="4021"/>
            <ac:grpSpMk id="75" creationId="{97778117-445C-42DD-95BE-64724A27B837}"/>
          </ac:grpSpMkLst>
        </pc:grpChg>
        <pc:grpChg chg="mod">
          <ac:chgData name="Mitra, Sayan" userId="5f9b069e-390c-41f3-af3f-6bd4b0fb9710" providerId="ADAL" clId="{603CB73D-5ABF-4B35-AB35-B8B719F0AA85}" dt="2022-07-02T17:47:48.363" v="4137" actId="14100"/>
          <ac:grpSpMkLst>
            <pc:docMk/>
            <pc:sldMk cId="3683221257" sldId="4021"/>
            <ac:grpSpMk id="76" creationId="{1AAC562B-3965-40BA-B365-FACF71AA3631}"/>
          </ac:grpSpMkLst>
        </pc:grpChg>
        <pc:grpChg chg="mod">
          <ac:chgData name="Mitra, Sayan" userId="5f9b069e-390c-41f3-af3f-6bd4b0fb9710" providerId="ADAL" clId="{603CB73D-5ABF-4B35-AB35-B8B719F0AA85}" dt="2022-07-02T17:47:48.363" v="4137" actId="14100"/>
          <ac:grpSpMkLst>
            <pc:docMk/>
            <pc:sldMk cId="3683221257" sldId="4021"/>
            <ac:grpSpMk id="77" creationId="{66950A4C-A698-4EFB-B6B5-FD8ABB506AFE}"/>
          </ac:grpSpMkLst>
        </pc:grpChg>
        <pc:grpChg chg="mod">
          <ac:chgData name="Mitra, Sayan" userId="5f9b069e-390c-41f3-af3f-6bd4b0fb9710" providerId="ADAL" clId="{603CB73D-5ABF-4B35-AB35-B8B719F0AA85}" dt="2022-07-02T17:47:48.363" v="4137" actId="14100"/>
          <ac:grpSpMkLst>
            <pc:docMk/>
            <pc:sldMk cId="3683221257" sldId="4021"/>
            <ac:grpSpMk id="107" creationId="{F4AFACC6-B83F-4672-9298-F8BD8398DE2E}"/>
          </ac:grpSpMkLst>
        </pc:grpChg>
        <pc:grpChg chg="mod">
          <ac:chgData name="Mitra, Sayan" userId="5f9b069e-390c-41f3-af3f-6bd4b0fb9710" providerId="ADAL" clId="{603CB73D-5ABF-4B35-AB35-B8B719F0AA85}" dt="2022-07-02T17:47:48.363" v="4137" actId="14100"/>
          <ac:grpSpMkLst>
            <pc:docMk/>
            <pc:sldMk cId="3683221257" sldId="4021"/>
            <ac:grpSpMk id="158" creationId="{3A003594-A79D-42A1-9B77-91B2755888C9}"/>
          </ac:grpSpMkLst>
        </pc:grpChg>
        <pc:grpChg chg="mod">
          <ac:chgData name="Mitra, Sayan" userId="5f9b069e-390c-41f3-af3f-6bd4b0fb9710" providerId="ADAL" clId="{603CB73D-5ABF-4B35-AB35-B8B719F0AA85}" dt="2022-07-02T17:47:48.363" v="4137" actId="14100"/>
          <ac:grpSpMkLst>
            <pc:docMk/>
            <pc:sldMk cId="3683221257" sldId="4021"/>
            <ac:grpSpMk id="171" creationId="{1827E1D1-ACBE-4B9C-8B02-8EF041FFAC75}"/>
          </ac:grpSpMkLst>
        </pc:grpChg>
        <pc:grpChg chg="mod">
          <ac:chgData name="Mitra, Sayan" userId="5f9b069e-390c-41f3-af3f-6bd4b0fb9710" providerId="ADAL" clId="{603CB73D-5ABF-4B35-AB35-B8B719F0AA85}" dt="2022-07-02T17:47:48.363" v="4137" actId="14100"/>
          <ac:grpSpMkLst>
            <pc:docMk/>
            <pc:sldMk cId="3683221257" sldId="4021"/>
            <ac:grpSpMk id="172" creationId="{4826BC1B-180B-487E-80B4-A80B52B8C797}"/>
          </ac:grpSpMkLst>
        </pc:grpChg>
        <pc:grpChg chg="mod">
          <ac:chgData name="Mitra, Sayan" userId="5f9b069e-390c-41f3-af3f-6bd4b0fb9710" providerId="ADAL" clId="{603CB73D-5ABF-4B35-AB35-B8B719F0AA85}" dt="2022-07-02T17:47:48.363" v="4137" actId="14100"/>
          <ac:grpSpMkLst>
            <pc:docMk/>
            <pc:sldMk cId="3683221257" sldId="4021"/>
            <ac:grpSpMk id="173" creationId="{999833D9-546D-44C1-9D5A-3F64FAFAC1C9}"/>
          </ac:grpSpMkLst>
        </pc:grpChg>
        <pc:grpChg chg="mod">
          <ac:chgData name="Mitra, Sayan" userId="5f9b069e-390c-41f3-af3f-6bd4b0fb9710" providerId="ADAL" clId="{603CB73D-5ABF-4B35-AB35-B8B719F0AA85}" dt="2022-07-02T17:47:48.363" v="4137" actId="14100"/>
          <ac:grpSpMkLst>
            <pc:docMk/>
            <pc:sldMk cId="3683221257" sldId="4021"/>
            <ac:grpSpMk id="178" creationId="{3B99758A-DC7F-4651-9DEA-F028F3C1ABEB}"/>
          </ac:grpSpMkLst>
        </pc:grpChg>
        <pc:picChg chg="mod">
          <ac:chgData name="Mitra, Sayan" userId="5f9b069e-390c-41f3-af3f-6bd4b0fb9710" providerId="ADAL" clId="{603CB73D-5ABF-4B35-AB35-B8B719F0AA85}" dt="2022-07-02T17:47:48.363" v="4137" actId="14100"/>
          <ac:picMkLst>
            <pc:docMk/>
            <pc:sldMk cId="3683221257" sldId="4021"/>
            <ac:picMk id="182" creationId="{611B9B4A-8099-4280-8E0F-F069713FE755}"/>
          </ac:picMkLst>
        </pc:picChg>
        <pc:cxnChg chg="mod">
          <ac:chgData name="Mitra, Sayan" userId="5f9b069e-390c-41f3-af3f-6bd4b0fb9710" providerId="ADAL" clId="{603CB73D-5ABF-4B35-AB35-B8B719F0AA85}" dt="2022-07-02T17:47:48.363" v="4137" actId="14100"/>
          <ac:cxnSpMkLst>
            <pc:docMk/>
            <pc:sldMk cId="3683221257" sldId="4021"/>
            <ac:cxnSpMk id="81" creationId="{8984ABBF-DF82-4BEC-BAE4-FC5F12DC1B86}"/>
          </ac:cxnSpMkLst>
        </pc:cxnChg>
        <pc:cxnChg chg="mod">
          <ac:chgData name="Mitra, Sayan" userId="5f9b069e-390c-41f3-af3f-6bd4b0fb9710" providerId="ADAL" clId="{603CB73D-5ABF-4B35-AB35-B8B719F0AA85}" dt="2022-07-02T17:47:48.363" v="4137" actId="14100"/>
          <ac:cxnSpMkLst>
            <pc:docMk/>
            <pc:sldMk cId="3683221257" sldId="4021"/>
            <ac:cxnSpMk id="82" creationId="{9A010963-0D03-44F9-8B19-2836F76C6598}"/>
          </ac:cxnSpMkLst>
        </pc:cxnChg>
        <pc:cxnChg chg="mod">
          <ac:chgData name="Mitra, Sayan" userId="5f9b069e-390c-41f3-af3f-6bd4b0fb9710" providerId="ADAL" clId="{603CB73D-5ABF-4B35-AB35-B8B719F0AA85}" dt="2022-07-02T17:47:48.363" v="4137" actId="14100"/>
          <ac:cxnSpMkLst>
            <pc:docMk/>
            <pc:sldMk cId="3683221257" sldId="4021"/>
            <ac:cxnSpMk id="83" creationId="{D7EF1947-F2E9-48BE-98C1-64936D02B334}"/>
          </ac:cxnSpMkLst>
        </pc:cxnChg>
        <pc:cxnChg chg="mod">
          <ac:chgData name="Mitra, Sayan" userId="5f9b069e-390c-41f3-af3f-6bd4b0fb9710" providerId="ADAL" clId="{603CB73D-5ABF-4B35-AB35-B8B719F0AA85}" dt="2022-07-02T17:47:48.363" v="4137" actId="14100"/>
          <ac:cxnSpMkLst>
            <pc:docMk/>
            <pc:sldMk cId="3683221257" sldId="4021"/>
            <ac:cxnSpMk id="112" creationId="{B81D3178-A585-4F60-A195-A96FBA102897}"/>
          </ac:cxnSpMkLst>
        </pc:cxnChg>
        <pc:cxnChg chg="mod">
          <ac:chgData name="Mitra, Sayan" userId="5f9b069e-390c-41f3-af3f-6bd4b0fb9710" providerId="ADAL" clId="{603CB73D-5ABF-4B35-AB35-B8B719F0AA85}" dt="2022-07-02T17:47:48.363" v="4137" actId="14100"/>
          <ac:cxnSpMkLst>
            <pc:docMk/>
            <pc:sldMk cId="3683221257" sldId="4021"/>
            <ac:cxnSpMk id="113" creationId="{DE1A8889-6DBE-44BD-BC2C-47C5CE7A67E2}"/>
          </ac:cxnSpMkLst>
        </pc:cxnChg>
        <pc:cxnChg chg="mod">
          <ac:chgData name="Mitra, Sayan" userId="5f9b069e-390c-41f3-af3f-6bd4b0fb9710" providerId="ADAL" clId="{603CB73D-5ABF-4B35-AB35-B8B719F0AA85}" dt="2022-07-02T17:47:48.363" v="4137" actId="14100"/>
          <ac:cxnSpMkLst>
            <pc:docMk/>
            <pc:sldMk cId="3683221257" sldId="4021"/>
            <ac:cxnSpMk id="114" creationId="{6DE7E1F5-4130-459E-AD2C-549EE9B7012F}"/>
          </ac:cxnSpMkLst>
        </pc:cxnChg>
        <pc:cxnChg chg="mod">
          <ac:chgData name="Mitra, Sayan" userId="5f9b069e-390c-41f3-af3f-6bd4b0fb9710" providerId="ADAL" clId="{603CB73D-5ABF-4B35-AB35-B8B719F0AA85}" dt="2022-07-02T17:47:48.363" v="4137" actId="14100"/>
          <ac:cxnSpMkLst>
            <pc:docMk/>
            <pc:sldMk cId="3683221257" sldId="4021"/>
            <ac:cxnSpMk id="118" creationId="{441A8A76-0D56-454B-91F9-454574790010}"/>
          </ac:cxnSpMkLst>
        </pc:cxnChg>
      </pc:sldChg>
      <pc:sldChg chg="modSp del mod">
        <pc:chgData name="Mitra, Sayan" userId="5f9b069e-390c-41f3-af3f-6bd4b0fb9710" providerId="ADAL" clId="{603CB73D-5ABF-4B35-AB35-B8B719F0AA85}" dt="2022-06-29T10:43:39.065" v="864" actId="47"/>
        <pc:sldMkLst>
          <pc:docMk/>
          <pc:sldMk cId="3113324416" sldId="4022"/>
        </pc:sldMkLst>
        <pc:spChg chg="mod">
          <ac:chgData name="Mitra, Sayan" userId="5f9b069e-390c-41f3-af3f-6bd4b0fb9710" providerId="ADAL" clId="{603CB73D-5ABF-4B35-AB35-B8B719F0AA85}" dt="2022-06-28T12:41:09.062" v="83" actId="20577"/>
          <ac:spMkLst>
            <pc:docMk/>
            <pc:sldMk cId="3113324416" sldId="4022"/>
            <ac:spMk id="2" creationId="{01F4866C-8C6F-4533-AA97-5861F9D45205}"/>
          </ac:spMkLst>
        </pc:spChg>
        <pc:spChg chg="mod">
          <ac:chgData name="Mitra, Sayan" userId="5f9b069e-390c-41f3-af3f-6bd4b0fb9710" providerId="ADAL" clId="{603CB73D-5ABF-4B35-AB35-B8B719F0AA85}" dt="2022-06-28T12:40:27.372" v="75" actId="1076"/>
          <ac:spMkLst>
            <pc:docMk/>
            <pc:sldMk cId="3113324416" sldId="4022"/>
            <ac:spMk id="3" creationId="{5AF5A118-2DF0-4266-8480-055AECE883C6}"/>
          </ac:spMkLst>
        </pc:spChg>
      </pc:sldChg>
      <pc:sldChg chg="addSp modSp mod">
        <pc:chgData name="Mitra, Sayan" userId="5f9b069e-390c-41f3-af3f-6bd4b0fb9710" providerId="ADAL" clId="{603CB73D-5ABF-4B35-AB35-B8B719F0AA85}" dt="2022-07-03T14:58:46.574" v="10356" actId="207"/>
        <pc:sldMkLst>
          <pc:docMk/>
          <pc:sldMk cId="665762817" sldId="4023"/>
        </pc:sldMkLst>
        <pc:spChg chg="mod">
          <ac:chgData name="Mitra, Sayan" userId="5f9b069e-390c-41f3-af3f-6bd4b0fb9710" providerId="ADAL" clId="{603CB73D-5ABF-4B35-AB35-B8B719F0AA85}" dt="2022-07-01T03:11:26.854" v="1257" actId="1036"/>
          <ac:spMkLst>
            <pc:docMk/>
            <pc:sldMk cId="665762817" sldId="4023"/>
            <ac:spMk id="77" creationId="{7471BE02-88EF-482A-9F67-A80C21955E9C}"/>
          </ac:spMkLst>
        </pc:spChg>
        <pc:spChg chg="mod">
          <ac:chgData name="Mitra, Sayan" userId="5f9b069e-390c-41f3-af3f-6bd4b0fb9710" providerId="ADAL" clId="{603CB73D-5ABF-4B35-AB35-B8B719F0AA85}" dt="2022-07-03T14:57:29.760" v="10351" actId="692"/>
          <ac:spMkLst>
            <pc:docMk/>
            <pc:sldMk cId="665762817" sldId="4023"/>
            <ac:spMk id="87" creationId="{4F7EC6FA-2F37-4253-A81B-77499B00FE11}"/>
          </ac:spMkLst>
        </pc:spChg>
        <pc:spChg chg="mod">
          <ac:chgData name="Mitra, Sayan" userId="5f9b069e-390c-41f3-af3f-6bd4b0fb9710" providerId="ADAL" clId="{603CB73D-5ABF-4B35-AB35-B8B719F0AA85}" dt="2022-07-03T14:57:29.760" v="10351" actId="692"/>
          <ac:spMkLst>
            <pc:docMk/>
            <pc:sldMk cId="665762817" sldId="4023"/>
            <ac:spMk id="88" creationId="{D24CEE60-12FE-481C-B5A9-DFD757FF7CF0}"/>
          </ac:spMkLst>
        </pc:spChg>
        <pc:spChg chg="mod">
          <ac:chgData name="Mitra, Sayan" userId="5f9b069e-390c-41f3-af3f-6bd4b0fb9710" providerId="ADAL" clId="{603CB73D-5ABF-4B35-AB35-B8B719F0AA85}" dt="2022-07-03T14:57:29.760" v="10351" actId="692"/>
          <ac:spMkLst>
            <pc:docMk/>
            <pc:sldMk cId="665762817" sldId="4023"/>
            <ac:spMk id="90" creationId="{08633CD1-ED3E-437D-8361-70AAA9ABFB51}"/>
          </ac:spMkLst>
        </pc:spChg>
        <pc:spChg chg="mod">
          <ac:chgData name="Mitra, Sayan" userId="5f9b069e-390c-41f3-af3f-6bd4b0fb9710" providerId="ADAL" clId="{603CB73D-5ABF-4B35-AB35-B8B719F0AA85}" dt="2022-07-03T14:57:29.760" v="10351" actId="692"/>
          <ac:spMkLst>
            <pc:docMk/>
            <pc:sldMk cId="665762817" sldId="4023"/>
            <ac:spMk id="103" creationId="{798A0739-6C9C-47DF-8809-9510F5F8EB1C}"/>
          </ac:spMkLst>
        </pc:spChg>
        <pc:spChg chg="mod">
          <ac:chgData name="Mitra, Sayan" userId="5f9b069e-390c-41f3-af3f-6bd4b0fb9710" providerId="ADAL" clId="{603CB73D-5ABF-4B35-AB35-B8B719F0AA85}" dt="2022-07-03T14:57:29.760" v="10351" actId="692"/>
          <ac:spMkLst>
            <pc:docMk/>
            <pc:sldMk cId="665762817" sldId="4023"/>
            <ac:spMk id="104" creationId="{AB294F02-BFE3-4B7C-8AB0-211DC2EC2A4D}"/>
          </ac:spMkLst>
        </pc:spChg>
        <pc:spChg chg="mod">
          <ac:chgData name="Mitra, Sayan" userId="5f9b069e-390c-41f3-af3f-6bd4b0fb9710" providerId="ADAL" clId="{603CB73D-5ABF-4B35-AB35-B8B719F0AA85}" dt="2022-07-03T14:57:29.760" v="10351" actId="692"/>
          <ac:spMkLst>
            <pc:docMk/>
            <pc:sldMk cId="665762817" sldId="4023"/>
            <ac:spMk id="105" creationId="{97D28A77-D1BB-4E4D-A230-721CDF30575F}"/>
          </ac:spMkLst>
        </pc:spChg>
        <pc:spChg chg="mod">
          <ac:chgData name="Mitra, Sayan" userId="5f9b069e-390c-41f3-af3f-6bd4b0fb9710" providerId="ADAL" clId="{603CB73D-5ABF-4B35-AB35-B8B719F0AA85}" dt="2022-07-03T14:57:29.760" v="10351" actId="692"/>
          <ac:spMkLst>
            <pc:docMk/>
            <pc:sldMk cId="665762817" sldId="4023"/>
            <ac:spMk id="106" creationId="{1CC2D39E-C6DF-4922-925E-B07B87B06A92}"/>
          </ac:spMkLst>
        </pc:spChg>
        <pc:spChg chg="mod">
          <ac:chgData name="Mitra, Sayan" userId="5f9b069e-390c-41f3-af3f-6bd4b0fb9710" providerId="ADAL" clId="{603CB73D-5ABF-4B35-AB35-B8B719F0AA85}" dt="2022-07-03T14:57:29.760" v="10351" actId="692"/>
          <ac:spMkLst>
            <pc:docMk/>
            <pc:sldMk cId="665762817" sldId="4023"/>
            <ac:spMk id="107" creationId="{3FC9B995-78E5-498B-B146-9CAD987FC35E}"/>
          </ac:spMkLst>
        </pc:spChg>
        <pc:spChg chg="mod">
          <ac:chgData name="Mitra, Sayan" userId="5f9b069e-390c-41f3-af3f-6bd4b0fb9710" providerId="ADAL" clId="{603CB73D-5ABF-4B35-AB35-B8B719F0AA85}" dt="2022-07-03T14:57:29.760" v="10351" actId="692"/>
          <ac:spMkLst>
            <pc:docMk/>
            <pc:sldMk cId="665762817" sldId="4023"/>
            <ac:spMk id="108" creationId="{BCF68E05-A844-4129-9EC8-8FB5B19CF89A}"/>
          </ac:spMkLst>
        </pc:spChg>
        <pc:spChg chg="mod">
          <ac:chgData name="Mitra, Sayan" userId="5f9b069e-390c-41f3-af3f-6bd4b0fb9710" providerId="ADAL" clId="{603CB73D-5ABF-4B35-AB35-B8B719F0AA85}" dt="2022-07-03T14:57:47.004" v="10354" actId="1038"/>
          <ac:spMkLst>
            <pc:docMk/>
            <pc:sldMk cId="665762817" sldId="4023"/>
            <ac:spMk id="114" creationId="{5BAF05C4-D721-4172-AC02-3046721636BA}"/>
          </ac:spMkLst>
        </pc:spChg>
        <pc:spChg chg="mod">
          <ac:chgData name="Mitra, Sayan" userId="5f9b069e-390c-41f3-af3f-6bd4b0fb9710" providerId="ADAL" clId="{603CB73D-5ABF-4B35-AB35-B8B719F0AA85}" dt="2022-07-03T14:57:47.004" v="10354" actId="1038"/>
          <ac:spMkLst>
            <pc:docMk/>
            <pc:sldMk cId="665762817" sldId="4023"/>
            <ac:spMk id="115" creationId="{17B1BB01-CD1A-47AF-A5AF-2E0BFEE2915C}"/>
          </ac:spMkLst>
        </pc:spChg>
        <pc:spChg chg="mod">
          <ac:chgData name="Mitra, Sayan" userId="5f9b069e-390c-41f3-af3f-6bd4b0fb9710" providerId="ADAL" clId="{603CB73D-5ABF-4B35-AB35-B8B719F0AA85}" dt="2022-07-03T14:57:29.760" v="10351" actId="692"/>
          <ac:spMkLst>
            <pc:docMk/>
            <pc:sldMk cId="665762817" sldId="4023"/>
            <ac:spMk id="116" creationId="{28FC0C63-E5D4-4BD9-9392-43B493CB4E44}"/>
          </ac:spMkLst>
        </pc:spChg>
        <pc:spChg chg="mod">
          <ac:chgData name="Mitra, Sayan" userId="5f9b069e-390c-41f3-af3f-6bd4b0fb9710" providerId="ADAL" clId="{603CB73D-5ABF-4B35-AB35-B8B719F0AA85}" dt="2022-07-03T14:57:47.004" v="10354" actId="1038"/>
          <ac:spMkLst>
            <pc:docMk/>
            <pc:sldMk cId="665762817" sldId="4023"/>
            <ac:spMk id="117" creationId="{B418A389-51BF-4F63-AFE9-D14DF0CAE9D7}"/>
          </ac:spMkLst>
        </pc:spChg>
        <pc:spChg chg="mod">
          <ac:chgData name="Mitra, Sayan" userId="5f9b069e-390c-41f3-af3f-6bd4b0fb9710" providerId="ADAL" clId="{603CB73D-5ABF-4B35-AB35-B8B719F0AA85}" dt="2022-07-03T14:57:29.760" v="10351" actId="692"/>
          <ac:spMkLst>
            <pc:docMk/>
            <pc:sldMk cId="665762817" sldId="4023"/>
            <ac:spMk id="118" creationId="{5ADDD242-887B-4733-9879-25AD7004852A}"/>
          </ac:spMkLst>
        </pc:spChg>
        <pc:spChg chg="mod">
          <ac:chgData name="Mitra, Sayan" userId="5f9b069e-390c-41f3-af3f-6bd4b0fb9710" providerId="ADAL" clId="{603CB73D-5ABF-4B35-AB35-B8B719F0AA85}" dt="2022-07-03T14:58:46.574" v="10356" actId="207"/>
          <ac:spMkLst>
            <pc:docMk/>
            <pc:sldMk cId="665762817" sldId="4023"/>
            <ac:spMk id="124" creationId="{41832212-52C1-459D-B78B-189944A8A051}"/>
          </ac:spMkLst>
        </pc:spChg>
        <pc:spChg chg="mod">
          <ac:chgData name="Mitra, Sayan" userId="5f9b069e-390c-41f3-af3f-6bd4b0fb9710" providerId="ADAL" clId="{603CB73D-5ABF-4B35-AB35-B8B719F0AA85}" dt="2022-07-03T14:58:46.574" v="10356" actId="207"/>
          <ac:spMkLst>
            <pc:docMk/>
            <pc:sldMk cId="665762817" sldId="4023"/>
            <ac:spMk id="126" creationId="{92816435-C0A0-4596-9105-55FA6B36C14B}"/>
          </ac:spMkLst>
        </pc:spChg>
        <pc:spChg chg="mod">
          <ac:chgData name="Mitra, Sayan" userId="5f9b069e-390c-41f3-af3f-6bd4b0fb9710" providerId="ADAL" clId="{603CB73D-5ABF-4B35-AB35-B8B719F0AA85}" dt="2022-07-03T14:58:46.574" v="10356" actId="207"/>
          <ac:spMkLst>
            <pc:docMk/>
            <pc:sldMk cId="665762817" sldId="4023"/>
            <ac:spMk id="127" creationId="{3DB88709-FBE8-41BD-9481-F8BC068964D7}"/>
          </ac:spMkLst>
        </pc:spChg>
        <pc:spChg chg="mod">
          <ac:chgData name="Mitra, Sayan" userId="5f9b069e-390c-41f3-af3f-6bd4b0fb9710" providerId="ADAL" clId="{603CB73D-5ABF-4B35-AB35-B8B719F0AA85}" dt="2022-07-03T14:58:46.574" v="10356" actId="207"/>
          <ac:spMkLst>
            <pc:docMk/>
            <pc:sldMk cId="665762817" sldId="4023"/>
            <ac:spMk id="147" creationId="{CDDC7F2A-2305-40E1-A094-0F4FA8353FE3}"/>
          </ac:spMkLst>
        </pc:spChg>
        <pc:spChg chg="mod">
          <ac:chgData name="Mitra, Sayan" userId="5f9b069e-390c-41f3-af3f-6bd4b0fb9710" providerId="ADAL" clId="{603CB73D-5ABF-4B35-AB35-B8B719F0AA85}" dt="2022-07-03T14:50:58.894" v="10264" actId="3064"/>
          <ac:spMkLst>
            <pc:docMk/>
            <pc:sldMk cId="665762817" sldId="4023"/>
            <ac:spMk id="149" creationId="{140D0C3D-5D4D-4B96-AF4E-5B64055BF04C}"/>
          </ac:spMkLst>
        </pc:spChg>
        <pc:spChg chg="mod">
          <ac:chgData name="Mitra, Sayan" userId="5f9b069e-390c-41f3-af3f-6bd4b0fb9710" providerId="ADAL" clId="{603CB73D-5ABF-4B35-AB35-B8B719F0AA85}" dt="2022-07-03T14:50:58.894" v="10264" actId="3064"/>
          <ac:spMkLst>
            <pc:docMk/>
            <pc:sldMk cId="665762817" sldId="4023"/>
            <ac:spMk id="150" creationId="{8E5F9095-A1EE-41CE-9007-627E7A59ED80}"/>
          </ac:spMkLst>
        </pc:spChg>
        <pc:spChg chg="mod">
          <ac:chgData name="Mitra, Sayan" userId="5f9b069e-390c-41f3-af3f-6bd4b0fb9710" providerId="ADAL" clId="{603CB73D-5ABF-4B35-AB35-B8B719F0AA85}" dt="2022-07-03T14:50:58.894" v="10264" actId="3064"/>
          <ac:spMkLst>
            <pc:docMk/>
            <pc:sldMk cId="665762817" sldId="4023"/>
            <ac:spMk id="151" creationId="{1F5C140F-D40B-4191-8CCA-457CE47FD525}"/>
          </ac:spMkLst>
        </pc:spChg>
        <pc:spChg chg="mod">
          <ac:chgData name="Mitra, Sayan" userId="5f9b069e-390c-41f3-af3f-6bd4b0fb9710" providerId="ADAL" clId="{603CB73D-5ABF-4B35-AB35-B8B719F0AA85}" dt="2022-07-03T14:50:58.894" v="10264" actId="3064"/>
          <ac:spMkLst>
            <pc:docMk/>
            <pc:sldMk cId="665762817" sldId="4023"/>
            <ac:spMk id="152" creationId="{8E917AC6-32EA-40F5-880C-A198BD122E35}"/>
          </ac:spMkLst>
        </pc:spChg>
        <pc:spChg chg="mod">
          <ac:chgData name="Mitra, Sayan" userId="5f9b069e-390c-41f3-af3f-6bd4b0fb9710" providerId="ADAL" clId="{603CB73D-5ABF-4B35-AB35-B8B719F0AA85}" dt="2022-07-03T14:56:55.110" v="10346" actId="20577"/>
          <ac:spMkLst>
            <pc:docMk/>
            <pc:sldMk cId="665762817" sldId="4023"/>
            <ac:spMk id="153" creationId="{91214B2A-91B8-42C0-9CC7-073046F6C6F7}"/>
          </ac:spMkLst>
        </pc:spChg>
        <pc:spChg chg="mod">
          <ac:chgData name="Mitra, Sayan" userId="5f9b069e-390c-41f3-af3f-6bd4b0fb9710" providerId="ADAL" clId="{603CB73D-5ABF-4B35-AB35-B8B719F0AA85}" dt="2022-07-03T14:50:58.894" v="10264" actId="3064"/>
          <ac:spMkLst>
            <pc:docMk/>
            <pc:sldMk cId="665762817" sldId="4023"/>
            <ac:spMk id="154" creationId="{1094AA3A-C51E-4995-A837-0AB2071341E1}"/>
          </ac:spMkLst>
        </pc:spChg>
        <pc:spChg chg="mod">
          <ac:chgData name="Mitra, Sayan" userId="5f9b069e-390c-41f3-af3f-6bd4b0fb9710" providerId="ADAL" clId="{603CB73D-5ABF-4B35-AB35-B8B719F0AA85}" dt="2022-07-03T14:50:58.894" v="10264" actId="3064"/>
          <ac:spMkLst>
            <pc:docMk/>
            <pc:sldMk cId="665762817" sldId="4023"/>
            <ac:spMk id="155" creationId="{48A2FE19-FBA4-403F-8652-FC0BDABC1CE2}"/>
          </ac:spMkLst>
        </pc:spChg>
        <pc:spChg chg="mod">
          <ac:chgData name="Mitra, Sayan" userId="5f9b069e-390c-41f3-af3f-6bd4b0fb9710" providerId="ADAL" clId="{603CB73D-5ABF-4B35-AB35-B8B719F0AA85}" dt="2022-07-03T14:50:58.894" v="10264" actId="3064"/>
          <ac:spMkLst>
            <pc:docMk/>
            <pc:sldMk cId="665762817" sldId="4023"/>
            <ac:spMk id="156" creationId="{1A8ED923-42D7-4CD4-BC34-2029C38E51EB}"/>
          </ac:spMkLst>
        </pc:spChg>
        <pc:spChg chg="mod">
          <ac:chgData name="Mitra, Sayan" userId="5f9b069e-390c-41f3-af3f-6bd4b0fb9710" providerId="ADAL" clId="{603CB73D-5ABF-4B35-AB35-B8B719F0AA85}" dt="2022-07-03T14:50:58.894" v="10264" actId="3064"/>
          <ac:spMkLst>
            <pc:docMk/>
            <pc:sldMk cId="665762817" sldId="4023"/>
            <ac:spMk id="157" creationId="{00CC6AD6-4AA1-41A1-B545-D5442D312956}"/>
          </ac:spMkLst>
        </pc:spChg>
        <pc:spChg chg="mod">
          <ac:chgData name="Mitra, Sayan" userId="5f9b069e-390c-41f3-af3f-6bd4b0fb9710" providerId="ADAL" clId="{603CB73D-5ABF-4B35-AB35-B8B719F0AA85}" dt="2022-07-03T14:58:46.574" v="10356" actId="207"/>
          <ac:spMkLst>
            <pc:docMk/>
            <pc:sldMk cId="665762817" sldId="4023"/>
            <ac:spMk id="158" creationId="{D31B496F-81E2-4920-BC60-9FD54F5B1CE9}"/>
          </ac:spMkLst>
        </pc:spChg>
        <pc:spChg chg="mod">
          <ac:chgData name="Mitra, Sayan" userId="5f9b069e-390c-41f3-af3f-6bd4b0fb9710" providerId="ADAL" clId="{603CB73D-5ABF-4B35-AB35-B8B719F0AA85}" dt="2022-07-03T14:50:27.267" v="10260" actId="255"/>
          <ac:spMkLst>
            <pc:docMk/>
            <pc:sldMk cId="665762817" sldId="4023"/>
            <ac:spMk id="160" creationId="{60024687-8E0F-4DD0-B5EE-C76E300B2281}"/>
          </ac:spMkLst>
        </pc:spChg>
        <pc:spChg chg="mod">
          <ac:chgData name="Mitra, Sayan" userId="5f9b069e-390c-41f3-af3f-6bd4b0fb9710" providerId="ADAL" clId="{603CB73D-5ABF-4B35-AB35-B8B719F0AA85}" dt="2022-07-03T14:50:27.267" v="10260" actId="255"/>
          <ac:spMkLst>
            <pc:docMk/>
            <pc:sldMk cId="665762817" sldId="4023"/>
            <ac:spMk id="161" creationId="{8953B0E0-E7B0-4E38-8640-2FAC99353DC0}"/>
          </ac:spMkLst>
        </pc:spChg>
        <pc:spChg chg="mod">
          <ac:chgData name="Mitra, Sayan" userId="5f9b069e-390c-41f3-af3f-6bd4b0fb9710" providerId="ADAL" clId="{603CB73D-5ABF-4B35-AB35-B8B719F0AA85}" dt="2022-07-03T14:50:27.267" v="10260" actId="255"/>
          <ac:spMkLst>
            <pc:docMk/>
            <pc:sldMk cId="665762817" sldId="4023"/>
            <ac:spMk id="162" creationId="{13F8CD61-91AE-487B-B61C-6DD6951B3377}"/>
          </ac:spMkLst>
        </pc:spChg>
        <pc:spChg chg="mod">
          <ac:chgData name="Mitra, Sayan" userId="5f9b069e-390c-41f3-af3f-6bd4b0fb9710" providerId="ADAL" clId="{603CB73D-5ABF-4B35-AB35-B8B719F0AA85}" dt="2022-07-03T14:50:27.267" v="10260" actId="255"/>
          <ac:spMkLst>
            <pc:docMk/>
            <pc:sldMk cId="665762817" sldId="4023"/>
            <ac:spMk id="163" creationId="{10E058E7-4B73-4017-A995-2C2637BAFE4B}"/>
          </ac:spMkLst>
        </pc:spChg>
        <pc:spChg chg="mod">
          <ac:chgData name="Mitra, Sayan" userId="5f9b069e-390c-41f3-af3f-6bd4b0fb9710" providerId="ADAL" clId="{603CB73D-5ABF-4B35-AB35-B8B719F0AA85}" dt="2022-07-03T14:50:27.267" v="10260" actId="255"/>
          <ac:spMkLst>
            <pc:docMk/>
            <pc:sldMk cId="665762817" sldId="4023"/>
            <ac:spMk id="164" creationId="{8848CE81-EF66-48C4-8627-0D34C03492E6}"/>
          </ac:spMkLst>
        </pc:spChg>
        <pc:spChg chg="mod">
          <ac:chgData name="Mitra, Sayan" userId="5f9b069e-390c-41f3-af3f-6bd4b0fb9710" providerId="ADAL" clId="{603CB73D-5ABF-4B35-AB35-B8B719F0AA85}" dt="2022-07-03T14:50:27.267" v="10260" actId="255"/>
          <ac:spMkLst>
            <pc:docMk/>
            <pc:sldMk cId="665762817" sldId="4023"/>
            <ac:spMk id="165" creationId="{FB89C83C-FA0F-4911-973C-E9BB1991F0F1}"/>
          </ac:spMkLst>
        </pc:spChg>
        <pc:spChg chg="mod">
          <ac:chgData name="Mitra, Sayan" userId="5f9b069e-390c-41f3-af3f-6bd4b0fb9710" providerId="ADAL" clId="{603CB73D-5ABF-4B35-AB35-B8B719F0AA85}" dt="2022-07-03T14:50:27.267" v="10260" actId="255"/>
          <ac:spMkLst>
            <pc:docMk/>
            <pc:sldMk cId="665762817" sldId="4023"/>
            <ac:spMk id="166" creationId="{68A87B10-B683-4771-AD6F-127E3C37873B}"/>
          </ac:spMkLst>
        </pc:spChg>
        <pc:spChg chg="mod">
          <ac:chgData name="Mitra, Sayan" userId="5f9b069e-390c-41f3-af3f-6bd4b0fb9710" providerId="ADAL" clId="{603CB73D-5ABF-4B35-AB35-B8B719F0AA85}" dt="2022-07-03T14:50:27.267" v="10260" actId="255"/>
          <ac:spMkLst>
            <pc:docMk/>
            <pc:sldMk cId="665762817" sldId="4023"/>
            <ac:spMk id="167" creationId="{D55201FA-E489-4715-84D6-B7B4FA1C8A7C}"/>
          </ac:spMkLst>
        </pc:spChg>
        <pc:spChg chg="mod">
          <ac:chgData name="Mitra, Sayan" userId="5f9b069e-390c-41f3-af3f-6bd4b0fb9710" providerId="ADAL" clId="{603CB73D-5ABF-4B35-AB35-B8B719F0AA85}" dt="2022-07-03T14:50:27.267" v="10260" actId="255"/>
          <ac:spMkLst>
            <pc:docMk/>
            <pc:sldMk cId="665762817" sldId="4023"/>
            <ac:spMk id="168" creationId="{142BCD6A-3BA0-482C-B8A6-0E5EAF0FA64B}"/>
          </ac:spMkLst>
        </pc:spChg>
        <pc:spChg chg="mod">
          <ac:chgData name="Mitra, Sayan" userId="5f9b069e-390c-41f3-af3f-6bd4b0fb9710" providerId="ADAL" clId="{603CB73D-5ABF-4B35-AB35-B8B719F0AA85}" dt="2022-07-03T14:58:46.574" v="10356" actId="207"/>
          <ac:spMkLst>
            <pc:docMk/>
            <pc:sldMk cId="665762817" sldId="4023"/>
            <ac:spMk id="169" creationId="{639D8464-292E-4A72-B66F-977549637E4C}"/>
          </ac:spMkLst>
        </pc:spChg>
        <pc:spChg chg="mod">
          <ac:chgData name="Mitra, Sayan" userId="5f9b069e-390c-41f3-af3f-6bd4b0fb9710" providerId="ADAL" clId="{603CB73D-5ABF-4B35-AB35-B8B719F0AA85}" dt="2022-07-03T14:50:27.267" v="10260" actId="255"/>
          <ac:spMkLst>
            <pc:docMk/>
            <pc:sldMk cId="665762817" sldId="4023"/>
            <ac:spMk id="171" creationId="{206BE7D4-1FB7-4B31-87BD-887A199143AF}"/>
          </ac:spMkLst>
        </pc:spChg>
        <pc:spChg chg="mod">
          <ac:chgData name="Mitra, Sayan" userId="5f9b069e-390c-41f3-af3f-6bd4b0fb9710" providerId="ADAL" clId="{603CB73D-5ABF-4B35-AB35-B8B719F0AA85}" dt="2022-07-03T14:50:27.267" v="10260" actId="255"/>
          <ac:spMkLst>
            <pc:docMk/>
            <pc:sldMk cId="665762817" sldId="4023"/>
            <ac:spMk id="172" creationId="{A0D6224C-1370-46EC-A274-0DD7BE996EA7}"/>
          </ac:spMkLst>
        </pc:spChg>
        <pc:spChg chg="mod">
          <ac:chgData name="Mitra, Sayan" userId="5f9b069e-390c-41f3-af3f-6bd4b0fb9710" providerId="ADAL" clId="{603CB73D-5ABF-4B35-AB35-B8B719F0AA85}" dt="2022-07-03T14:50:27.267" v="10260" actId="255"/>
          <ac:spMkLst>
            <pc:docMk/>
            <pc:sldMk cId="665762817" sldId="4023"/>
            <ac:spMk id="173" creationId="{639FDAC2-0C12-4C8C-927A-5DC2581031F4}"/>
          </ac:spMkLst>
        </pc:spChg>
        <pc:spChg chg="mod">
          <ac:chgData name="Mitra, Sayan" userId="5f9b069e-390c-41f3-af3f-6bd4b0fb9710" providerId="ADAL" clId="{603CB73D-5ABF-4B35-AB35-B8B719F0AA85}" dt="2022-07-03T14:50:27.267" v="10260" actId="255"/>
          <ac:spMkLst>
            <pc:docMk/>
            <pc:sldMk cId="665762817" sldId="4023"/>
            <ac:spMk id="174" creationId="{229B2082-C29E-4A4C-8075-A072C24C56B8}"/>
          </ac:spMkLst>
        </pc:spChg>
        <pc:spChg chg="mod">
          <ac:chgData name="Mitra, Sayan" userId="5f9b069e-390c-41f3-af3f-6bd4b0fb9710" providerId="ADAL" clId="{603CB73D-5ABF-4B35-AB35-B8B719F0AA85}" dt="2022-07-03T14:50:27.267" v="10260" actId="255"/>
          <ac:spMkLst>
            <pc:docMk/>
            <pc:sldMk cId="665762817" sldId="4023"/>
            <ac:spMk id="175" creationId="{663354A1-8E0B-411A-B96B-7B5CC481C62B}"/>
          </ac:spMkLst>
        </pc:spChg>
        <pc:spChg chg="mod">
          <ac:chgData name="Mitra, Sayan" userId="5f9b069e-390c-41f3-af3f-6bd4b0fb9710" providerId="ADAL" clId="{603CB73D-5ABF-4B35-AB35-B8B719F0AA85}" dt="2022-07-03T14:50:27.267" v="10260" actId="255"/>
          <ac:spMkLst>
            <pc:docMk/>
            <pc:sldMk cId="665762817" sldId="4023"/>
            <ac:spMk id="176" creationId="{C1640E47-36EF-43C3-B189-6D471A2E56CC}"/>
          </ac:spMkLst>
        </pc:spChg>
        <pc:spChg chg="mod">
          <ac:chgData name="Mitra, Sayan" userId="5f9b069e-390c-41f3-af3f-6bd4b0fb9710" providerId="ADAL" clId="{603CB73D-5ABF-4B35-AB35-B8B719F0AA85}" dt="2022-07-03T14:50:27.267" v="10260" actId="255"/>
          <ac:spMkLst>
            <pc:docMk/>
            <pc:sldMk cId="665762817" sldId="4023"/>
            <ac:spMk id="177" creationId="{B65037BC-1E71-4FCB-88A5-7EE61A077C00}"/>
          </ac:spMkLst>
        </pc:spChg>
        <pc:spChg chg="mod">
          <ac:chgData name="Mitra, Sayan" userId="5f9b069e-390c-41f3-af3f-6bd4b0fb9710" providerId="ADAL" clId="{603CB73D-5ABF-4B35-AB35-B8B719F0AA85}" dt="2022-07-03T14:50:27.267" v="10260" actId="255"/>
          <ac:spMkLst>
            <pc:docMk/>
            <pc:sldMk cId="665762817" sldId="4023"/>
            <ac:spMk id="178" creationId="{AE0B28A7-261B-4263-A4A3-C609969F3F25}"/>
          </ac:spMkLst>
        </pc:spChg>
        <pc:spChg chg="mod">
          <ac:chgData name="Mitra, Sayan" userId="5f9b069e-390c-41f3-af3f-6bd4b0fb9710" providerId="ADAL" clId="{603CB73D-5ABF-4B35-AB35-B8B719F0AA85}" dt="2022-07-03T14:50:27.267" v="10260" actId="255"/>
          <ac:spMkLst>
            <pc:docMk/>
            <pc:sldMk cId="665762817" sldId="4023"/>
            <ac:spMk id="179" creationId="{172C7FE1-D680-4EEB-A8CE-415CDDDD2103}"/>
          </ac:spMkLst>
        </pc:spChg>
        <pc:spChg chg="mod">
          <ac:chgData name="Mitra, Sayan" userId="5f9b069e-390c-41f3-af3f-6bd4b0fb9710" providerId="ADAL" clId="{603CB73D-5ABF-4B35-AB35-B8B719F0AA85}" dt="2022-07-03T14:57:29.760" v="10351" actId="692"/>
          <ac:spMkLst>
            <pc:docMk/>
            <pc:sldMk cId="665762817" sldId="4023"/>
            <ac:spMk id="180" creationId="{B588C7B9-666F-4FBC-B1F9-200DD12EAA3C}"/>
          </ac:spMkLst>
        </pc:spChg>
        <pc:grpChg chg="add mod">
          <ac:chgData name="Mitra, Sayan" userId="5f9b069e-390c-41f3-af3f-6bd4b0fb9710" providerId="ADAL" clId="{603CB73D-5ABF-4B35-AB35-B8B719F0AA85}" dt="2022-07-01T03:11:36.750" v="1263" actId="1035"/>
          <ac:grpSpMkLst>
            <pc:docMk/>
            <pc:sldMk cId="665762817" sldId="4023"/>
            <ac:grpSpMk id="3" creationId="{38561350-2143-40B8-AF8A-2DA2FEC1865C}"/>
          </ac:grpSpMkLst>
        </pc:grpChg>
        <pc:grpChg chg="mod">
          <ac:chgData name="Mitra, Sayan" userId="5f9b069e-390c-41f3-af3f-6bd4b0fb9710" providerId="ADAL" clId="{603CB73D-5ABF-4B35-AB35-B8B719F0AA85}" dt="2022-07-01T03:13:08.086" v="1278" actId="408"/>
          <ac:grpSpMkLst>
            <pc:docMk/>
            <pc:sldMk cId="665762817" sldId="4023"/>
            <ac:grpSpMk id="79" creationId="{41AD91D3-6335-48ED-A5E0-F4A609A3D902}"/>
          </ac:grpSpMkLst>
        </pc:grpChg>
        <pc:grpChg chg="mod">
          <ac:chgData name="Mitra, Sayan" userId="5f9b069e-390c-41f3-af3f-6bd4b0fb9710" providerId="ADAL" clId="{603CB73D-5ABF-4B35-AB35-B8B719F0AA85}" dt="2022-07-01T03:11:36.750" v="1263" actId="1035"/>
          <ac:grpSpMkLst>
            <pc:docMk/>
            <pc:sldMk cId="665762817" sldId="4023"/>
            <ac:grpSpMk id="96" creationId="{6373B8CA-91AA-4DDA-B6F3-AA7ED612A791}"/>
          </ac:grpSpMkLst>
        </pc:grpChg>
        <pc:grpChg chg="mod">
          <ac:chgData name="Mitra, Sayan" userId="5f9b069e-390c-41f3-af3f-6bd4b0fb9710" providerId="ADAL" clId="{603CB73D-5ABF-4B35-AB35-B8B719F0AA85}" dt="2022-07-01T03:08:09.761" v="1168" actId="164"/>
          <ac:grpSpMkLst>
            <pc:docMk/>
            <pc:sldMk cId="665762817" sldId="4023"/>
            <ac:grpSpMk id="112" creationId="{03800C69-0C77-4DBA-A477-A0110879BF84}"/>
          </ac:grpSpMkLst>
        </pc:grpChg>
        <pc:grpChg chg="mod">
          <ac:chgData name="Mitra, Sayan" userId="5f9b069e-390c-41f3-af3f-6bd4b0fb9710" providerId="ADAL" clId="{603CB73D-5ABF-4B35-AB35-B8B719F0AA85}" dt="2022-07-01T03:19:59.372" v="1349" actId="207"/>
          <ac:grpSpMkLst>
            <pc:docMk/>
            <pc:sldMk cId="665762817" sldId="4023"/>
            <ac:grpSpMk id="148" creationId="{74AE15F9-F788-4578-934F-C3EA11EA5106}"/>
          </ac:grpSpMkLst>
        </pc:grpChg>
        <pc:grpChg chg="mod">
          <ac:chgData name="Mitra, Sayan" userId="5f9b069e-390c-41f3-af3f-6bd4b0fb9710" providerId="ADAL" clId="{603CB73D-5ABF-4B35-AB35-B8B719F0AA85}" dt="2022-07-01T03:17:17.622" v="1332" actId="1036"/>
          <ac:grpSpMkLst>
            <pc:docMk/>
            <pc:sldMk cId="665762817" sldId="4023"/>
            <ac:grpSpMk id="159" creationId="{F85B7A21-0524-4D7A-A861-D45B28B15B36}"/>
          </ac:grpSpMkLst>
        </pc:grpChg>
        <pc:grpChg chg="mod">
          <ac:chgData name="Mitra, Sayan" userId="5f9b069e-390c-41f3-af3f-6bd4b0fb9710" providerId="ADAL" clId="{603CB73D-5ABF-4B35-AB35-B8B719F0AA85}" dt="2022-07-01T03:21:34.821" v="1376" actId="14100"/>
          <ac:grpSpMkLst>
            <pc:docMk/>
            <pc:sldMk cId="665762817" sldId="4023"/>
            <ac:grpSpMk id="170" creationId="{36E83EB0-BAF3-4858-AD7A-13F2518A6750}"/>
          </ac:grpSpMkLst>
        </pc:grpChg>
      </pc:sldChg>
      <pc:sldChg chg="del">
        <pc:chgData name="Mitra, Sayan" userId="5f9b069e-390c-41f3-af3f-6bd4b0fb9710" providerId="ADAL" clId="{603CB73D-5ABF-4B35-AB35-B8B719F0AA85}" dt="2022-06-28T16:08:02.243" v="354" actId="47"/>
        <pc:sldMkLst>
          <pc:docMk/>
          <pc:sldMk cId="3983028176" sldId="4024"/>
        </pc:sldMkLst>
      </pc:sldChg>
      <pc:sldChg chg="modSp add del mod ord">
        <pc:chgData name="Mitra, Sayan" userId="5f9b069e-390c-41f3-af3f-6bd4b0fb9710" providerId="ADAL" clId="{603CB73D-5ABF-4B35-AB35-B8B719F0AA85}" dt="2022-06-29T10:43:53.111" v="868" actId="47"/>
        <pc:sldMkLst>
          <pc:docMk/>
          <pc:sldMk cId="1067640273" sldId="4025"/>
        </pc:sldMkLst>
        <pc:spChg chg="mod">
          <ac:chgData name="Mitra, Sayan" userId="5f9b069e-390c-41f3-af3f-6bd4b0fb9710" providerId="ADAL" clId="{603CB73D-5ABF-4B35-AB35-B8B719F0AA85}" dt="2022-06-28T12:37:40.446" v="38" actId="20577"/>
          <ac:spMkLst>
            <pc:docMk/>
            <pc:sldMk cId="1067640273" sldId="4025"/>
            <ac:spMk id="3" creationId="{00000000-0000-0000-0000-000000000000}"/>
          </ac:spMkLst>
        </pc:spChg>
        <pc:spChg chg="mod">
          <ac:chgData name="Mitra, Sayan" userId="5f9b069e-390c-41f3-af3f-6bd4b0fb9710" providerId="ADAL" clId="{603CB73D-5ABF-4B35-AB35-B8B719F0AA85}" dt="2022-06-28T16:35:07.406" v="686" actId="20577"/>
          <ac:spMkLst>
            <pc:docMk/>
            <pc:sldMk cId="1067640273" sldId="4025"/>
            <ac:spMk id="46" creationId="{78D8A209-B76F-4DB7-B7FE-0DD9B723009F}"/>
          </ac:spMkLst>
        </pc:spChg>
      </pc:sldChg>
      <pc:sldChg chg="new del">
        <pc:chgData name="Mitra, Sayan" userId="5f9b069e-390c-41f3-af3f-6bd4b0fb9710" providerId="ADAL" clId="{603CB73D-5ABF-4B35-AB35-B8B719F0AA85}" dt="2022-06-28T16:28:44.426" v="547" actId="47"/>
        <pc:sldMkLst>
          <pc:docMk/>
          <pc:sldMk cId="793001823" sldId="4026"/>
        </pc:sldMkLst>
      </pc:sldChg>
      <pc:sldChg chg="addSp modSp new mod">
        <pc:chgData name="Mitra, Sayan" userId="5f9b069e-390c-41f3-af3f-6bd4b0fb9710" providerId="ADAL" clId="{603CB73D-5ABF-4B35-AB35-B8B719F0AA85}" dt="2022-06-28T16:36:06.821" v="717"/>
        <pc:sldMkLst>
          <pc:docMk/>
          <pc:sldMk cId="1583769314" sldId="4027"/>
        </pc:sldMkLst>
        <pc:spChg chg="mod">
          <ac:chgData name="Mitra, Sayan" userId="5f9b069e-390c-41f3-af3f-6bd4b0fb9710" providerId="ADAL" clId="{603CB73D-5ABF-4B35-AB35-B8B719F0AA85}" dt="2022-06-28T15:42:47.467" v="164" actId="20577"/>
          <ac:spMkLst>
            <pc:docMk/>
            <pc:sldMk cId="1583769314" sldId="4027"/>
            <ac:spMk id="2" creationId="{2797937B-298F-4E68-AC47-0D5EB4E07135}"/>
          </ac:spMkLst>
        </pc:spChg>
        <pc:spChg chg="add mod">
          <ac:chgData name="Mitra, Sayan" userId="5f9b069e-390c-41f3-af3f-6bd4b0fb9710" providerId="ADAL" clId="{603CB73D-5ABF-4B35-AB35-B8B719F0AA85}" dt="2022-06-28T16:36:06.821" v="717"/>
          <ac:spMkLst>
            <pc:docMk/>
            <pc:sldMk cId="1583769314" sldId="4027"/>
            <ac:spMk id="3" creationId="{C5D91CDC-5228-454D-95F4-BCC1815E03EF}"/>
          </ac:spMkLst>
        </pc:spChg>
      </pc:sldChg>
      <pc:sldChg chg="addSp delSp modSp new mod">
        <pc:chgData name="Mitra, Sayan" userId="5f9b069e-390c-41f3-af3f-6bd4b0fb9710" providerId="ADAL" clId="{603CB73D-5ABF-4B35-AB35-B8B719F0AA85}" dt="2022-06-28T16:36:10.644" v="718"/>
        <pc:sldMkLst>
          <pc:docMk/>
          <pc:sldMk cId="1197967501" sldId="4028"/>
        </pc:sldMkLst>
        <pc:spChg chg="mod">
          <ac:chgData name="Mitra, Sayan" userId="5f9b069e-390c-41f3-af3f-6bd4b0fb9710" providerId="ADAL" clId="{603CB73D-5ABF-4B35-AB35-B8B719F0AA85}" dt="2022-06-28T15:44:50.658" v="199" actId="313"/>
          <ac:spMkLst>
            <pc:docMk/>
            <pc:sldMk cId="1197967501" sldId="4028"/>
            <ac:spMk id="2" creationId="{3AA4D913-F5F5-4332-8821-D6AE5807E904}"/>
          </ac:spMkLst>
        </pc:spChg>
        <pc:spChg chg="add del mod">
          <ac:chgData name="Mitra, Sayan" userId="5f9b069e-390c-41f3-af3f-6bd4b0fb9710" providerId="ADAL" clId="{603CB73D-5ABF-4B35-AB35-B8B719F0AA85}" dt="2022-06-28T16:28:07.014" v="523" actId="478"/>
          <ac:spMkLst>
            <pc:docMk/>
            <pc:sldMk cId="1197967501" sldId="4028"/>
            <ac:spMk id="3" creationId="{FEF9B079-E19B-4295-A0B8-79DD38E57BEE}"/>
          </ac:spMkLst>
        </pc:spChg>
        <pc:spChg chg="add mod">
          <ac:chgData name="Mitra, Sayan" userId="5f9b069e-390c-41f3-af3f-6bd4b0fb9710" providerId="ADAL" clId="{603CB73D-5ABF-4B35-AB35-B8B719F0AA85}" dt="2022-06-28T16:36:10.644" v="718"/>
          <ac:spMkLst>
            <pc:docMk/>
            <pc:sldMk cId="1197967501" sldId="4028"/>
            <ac:spMk id="4" creationId="{69B025E9-1B7E-4E32-98CD-EBFD99803EA9}"/>
          </ac:spMkLst>
        </pc:spChg>
      </pc:sldChg>
      <pc:sldChg chg="addSp modSp new del mod">
        <pc:chgData name="Mitra, Sayan" userId="5f9b069e-390c-41f3-af3f-6bd4b0fb9710" providerId="ADAL" clId="{603CB73D-5ABF-4B35-AB35-B8B719F0AA85}" dt="2022-06-29T11:37:34.206" v="878" actId="47"/>
        <pc:sldMkLst>
          <pc:docMk/>
          <pc:sldMk cId="214757635" sldId="4029"/>
        </pc:sldMkLst>
        <pc:spChg chg="mod">
          <ac:chgData name="Mitra, Sayan" userId="5f9b069e-390c-41f3-af3f-6bd4b0fb9710" providerId="ADAL" clId="{603CB73D-5ABF-4B35-AB35-B8B719F0AA85}" dt="2022-06-28T15:46:39.121" v="236" actId="20577"/>
          <ac:spMkLst>
            <pc:docMk/>
            <pc:sldMk cId="214757635" sldId="4029"/>
            <ac:spMk id="2" creationId="{8F4F8C67-6BCC-4457-AB00-264C08330F45}"/>
          </ac:spMkLst>
        </pc:spChg>
        <pc:spChg chg="add mod">
          <ac:chgData name="Mitra, Sayan" userId="5f9b069e-390c-41f3-af3f-6bd4b0fb9710" providerId="ADAL" clId="{603CB73D-5ABF-4B35-AB35-B8B719F0AA85}" dt="2022-06-28T16:36:14.620" v="719"/>
          <ac:spMkLst>
            <pc:docMk/>
            <pc:sldMk cId="214757635" sldId="4029"/>
            <ac:spMk id="3" creationId="{DB636E17-73F3-4F3F-927F-9ED00B04F498}"/>
          </ac:spMkLst>
        </pc:spChg>
      </pc:sldChg>
      <pc:sldChg chg="addSp delSp modSp new del mod">
        <pc:chgData name="Mitra, Sayan" userId="5f9b069e-390c-41f3-af3f-6bd4b0fb9710" providerId="ADAL" clId="{603CB73D-5ABF-4B35-AB35-B8B719F0AA85}" dt="2022-07-02T12:50:49.155" v="3157" actId="47"/>
        <pc:sldMkLst>
          <pc:docMk/>
          <pc:sldMk cId="4221800723" sldId="4030"/>
        </pc:sldMkLst>
        <pc:spChg chg="mod">
          <ac:chgData name="Mitra, Sayan" userId="5f9b069e-390c-41f3-af3f-6bd4b0fb9710" providerId="ADAL" clId="{603CB73D-5ABF-4B35-AB35-B8B719F0AA85}" dt="2022-06-28T16:32:21.970" v="621" actId="313"/>
          <ac:spMkLst>
            <pc:docMk/>
            <pc:sldMk cId="4221800723" sldId="4030"/>
            <ac:spMk id="2" creationId="{ACFBCFFE-3595-4163-91E6-406213D1C110}"/>
          </ac:spMkLst>
        </pc:spChg>
        <pc:spChg chg="add mod">
          <ac:chgData name="Mitra, Sayan" userId="5f9b069e-390c-41f3-af3f-6bd4b0fb9710" providerId="ADAL" clId="{603CB73D-5ABF-4B35-AB35-B8B719F0AA85}" dt="2022-07-02T12:48:24.062" v="3127"/>
          <ac:spMkLst>
            <pc:docMk/>
            <pc:sldMk cId="4221800723" sldId="4030"/>
            <ac:spMk id="2" creationId="{E2C25666-852A-4724-8FD7-FFF1BB886F43}"/>
          </ac:spMkLst>
        </pc:spChg>
        <pc:spChg chg="add del mod">
          <ac:chgData name="Mitra, Sayan" userId="5f9b069e-390c-41f3-af3f-6bd4b0fb9710" providerId="ADAL" clId="{603CB73D-5ABF-4B35-AB35-B8B719F0AA85}" dt="2022-07-02T12:42:33.328" v="3068" actId="478"/>
          <ac:spMkLst>
            <pc:docMk/>
            <pc:sldMk cId="4221800723" sldId="4030"/>
            <ac:spMk id="3" creationId="{89E06F76-FBF9-41C6-88C3-1A5F05339F88}"/>
          </ac:spMkLst>
        </pc:spChg>
      </pc:sldChg>
      <pc:sldChg chg="addSp modSp new del mod">
        <pc:chgData name="Mitra, Sayan" userId="5f9b069e-390c-41f3-af3f-6bd4b0fb9710" providerId="ADAL" clId="{603CB73D-5ABF-4B35-AB35-B8B719F0AA85}" dt="2022-06-29T10:45:04.013" v="871" actId="47"/>
        <pc:sldMkLst>
          <pc:docMk/>
          <pc:sldMk cId="523840352" sldId="4031"/>
        </pc:sldMkLst>
        <pc:spChg chg="mod">
          <ac:chgData name="Mitra, Sayan" userId="5f9b069e-390c-41f3-af3f-6bd4b0fb9710" providerId="ADAL" clId="{603CB73D-5ABF-4B35-AB35-B8B719F0AA85}" dt="2022-06-28T16:03:25.714" v="304" actId="20577"/>
          <ac:spMkLst>
            <pc:docMk/>
            <pc:sldMk cId="523840352" sldId="4031"/>
            <ac:spMk id="2" creationId="{A817722F-72C0-4070-8560-37A4C04EF2B7}"/>
          </ac:spMkLst>
        </pc:spChg>
        <pc:spChg chg="add mod">
          <ac:chgData name="Mitra, Sayan" userId="5f9b069e-390c-41f3-af3f-6bd4b0fb9710" providerId="ADAL" clId="{603CB73D-5ABF-4B35-AB35-B8B719F0AA85}" dt="2022-06-28T16:32:44.631" v="629" actId="20577"/>
          <ac:spMkLst>
            <pc:docMk/>
            <pc:sldMk cId="523840352" sldId="4031"/>
            <ac:spMk id="3" creationId="{4BA56072-A82A-4E5B-B22D-15905BB5EB53}"/>
          </ac:spMkLst>
        </pc:spChg>
      </pc:sldChg>
      <pc:sldChg chg="addSp delSp modSp new del mod">
        <pc:chgData name="Mitra, Sayan" userId="5f9b069e-390c-41f3-af3f-6bd4b0fb9710" providerId="ADAL" clId="{603CB73D-5ABF-4B35-AB35-B8B719F0AA85}" dt="2022-06-29T10:45:06.103" v="872" actId="47"/>
        <pc:sldMkLst>
          <pc:docMk/>
          <pc:sldMk cId="2670150110" sldId="4032"/>
        </pc:sldMkLst>
        <pc:spChg chg="mod">
          <ac:chgData name="Mitra, Sayan" userId="5f9b069e-390c-41f3-af3f-6bd4b0fb9710" providerId="ADAL" clId="{603CB73D-5ABF-4B35-AB35-B8B719F0AA85}" dt="2022-06-28T16:05:18.966" v="315" actId="20577"/>
          <ac:spMkLst>
            <pc:docMk/>
            <pc:sldMk cId="2670150110" sldId="4032"/>
            <ac:spMk id="2" creationId="{ADCAD2BE-DFAB-401E-813D-CE6E419AF8CB}"/>
          </ac:spMkLst>
        </pc:spChg>
        <pc:spChg chg="add del mod">
          <ac:chgData name="Mitra, Sayan" userId="5f9b069e-390c-41f3-af3f-6bd4b0fb9710" providerId="ADAL" clId="{603CB73D-5ABF-4B35-AB35-B8B719F0AA85}" dt="2022-06-28T16:32:51.158" v="630" actId="478"/>
          <ac:spMkLst>
            <pc:docMk/>
            <pc:sldMk cId="2670150110" sldId="4032"/>
            <ac:spMk id="3" creationId="{A711265F-664B-4AEF-B148-F0F362EED7FB}"/>
          </ac:spMkLst>
        </pc:spChg>
        <pc:spChg chg="add mod">
          <ac:chgData name="Mitra, Sayan" userId="5f9b069e-390c-41f3-af3f-6bd4b0fb9710" providerId="ADAL" clId="{603CB73D-5ABF-4B35-AB35-B8B719F0AA85}" dt="2022-06-28T16:32:51.686" v="631"/>
          <ac:spMkLst>
            <pc:docMk/>
            <pc:sldMk cId="2670150110" sldId="4032"/>
            <ac:spMk id="4" creationId="{BAFD0970-DB8B-4A73-8674-4D2AE4399ED2}"/>
          </ac:spMkLst>
        </pc:spChg>
      </pc:sldChg>
      <pc:sldChg chg="addSp modSp new del mod">
        <pc:chgData name="Mitra, Sayan" userId="5f9b069e-390c-41f3-af3f-6bd4b0fb9710" providerId="ADAL" clId="{603CB73D-5ABF-4B35-AB35-B8B719F0AA85}" dt="2022-07-01T04:00:56.118" v="1953" actId="47"/>
        <pc:sldMkLst>
          <pc:docMk/>
          <pc:sldMk cId="3619184118" sldId="4033"/>
        </pc:sldMkLst>
        <pc:spChg chg="mod">
          <ac:chgData name="Mitra, Sayan" userId="5f9b069e-390c-41f3-af3f-6bd4b0fb9710" providerId="ADAL" clId="{603CB73D-5ABF-4B35-AB35-B8B719F0AA85}" dt="2022-06-29T00:23:10.798" v="819" actId="20577"/>
          <ac:spMkLst>
            <pc:docMk/>
            <pc:sldMk cId="3619184118" sldId="4033"/>
            <ac:spMk id="2" creationId="{684DCABE-4DF4-4171-BB2B-98CCE179F1CE}"/>
          </ac:spMkLst>
        </pc:spChg>
        <pc:spChg chg="add mod">
          <ac:chgData name="Mitra, Sayan" userId="5f9b069e-390c-41f3-af3f-6bd4b0fb9710" providerId="ADAL" clId="{603CB73D-5ABF-4B35-AB35-B8B719F0AA85}" dt="2022-06-28T16:34:07.276" v="665" actId="20577"/>
          <ac:spMkLst>
            <pc:docMk/>
            <pc:sldMk cId="3619184118" sldId="4033"/>
            <ac:spMk id="3" creationId="{40804A0F-5DD0-4D80-8EA6-C6149D04CB3D}"/>
          </ac:spMkLst>
        </pc:spChg>
      </pc:sldChg>
      <pc:sldChg chg="addSp modSp new add del mod">
        <pc:chgData name="Mitra, Sayan" userId="5f9b069e-390c-41f3-af3f-6bd4b0fb9710" providerId="ADAL" clId="{603CB73D-5ABF-4B35-AB35-B8B719F0AA85}" dt="2022-06-29T10:43:29.169" v="863" actId="47"/>
        <pc:sldMkLst>
          <pc:docMk/>
          <pc:sldMk cId="3398971193" sldId="4034"/>
        </pc:sldMkLst>
        <pc:spChg chg="mod">
          <ac:chgData name="Mitra, Sayan" userId="5f9b069e-390c-41f3-af3f-6bd4b0fb9710" providerId="ADAL" clId="{603CB73D-5ABF-4B35-AB35-B8B719F0AA85}" dt="2022-06-28T16:16:44.144" v="484" actId="20577"/>
          <ac:spMkLst>
            <pc:docMk/>
            <pc:sldMk cId="3398971193" sldId="4034"/>
            <ac:spMk id="2" creationId="{A14D634A-3DDF-442A-BE3B-23D06A7FCBD2}"/>
          </ac:spMkLst>
        </pc:spChg>
        <pc:spChg chg="add mod">
          <ac:chgData name="Mitra, Sayan" userId="5f9b069e-390c-41f3-af3f-6bd4b0fb9710" providerId="ADAL" clId="{603CB73D-5ABF-4B35-AB35-B8B719F0AA85}" dt="2022-06-28T16:34:11.459" v="670" actId="20577"/>
          <ac:spMkLst>
            <pc:docMk/>
            <pc:sldMk cId="3398971193" sldId="4034"/>
            <ac:spMk id="3" creationId="{B8F3A1CA-A2C4-4E9D-9C30-D590B05612F8}"/>
          </ac:spMkLst>
        </pc:spChg>
      </pc:sldChg>
      <pc:sldChg chg="addSp modSp add del mod">
        <pc:chgData name="Mitra, Sayan" userId="5f9b069e-390c-41f3-af3f-6bd4b0fb9710" providerId="ADAL" clId="{603CB73D-5ABF-4B35-AB35-B8B719F0AA85}" dt="2022-06-29T10:43:26.064" v="862" actId="47"/>
        <pc:sldMkLst>
          <pc:docMk/>
          <pc:sldMk cId="1082574113" sldId="4035"/>
        </pc:sldMkLst>
        <pc:spChg chg="mod">
          <ac:chgData name="Mitra, Sayan" userId="5f9b069e-390c-41f3-af3f-6bd4b0fb9710" providerId="ADAL" clId="{603CB73D-5ABF-4B35-AB35-B8B719F0AA85}" dt="2022-06-28T16:18:11.848" v="504" actId="20577"/>
          <ac:spMkLst>
            <pc:docMk/>
            <pc:sldMk cId="1082574113" sldId="4035"/>
            <ac:spMk id="2" creationId="{A14D634A-3DDF-442A-BE3B-23D06A7FCBD2}"/>
          </ac:spMkLst>
        </pc:spChg>
        <pc:spChg chg="add mod">
          <ac:chgData name="Mitra, Sayan" userId="5f9b069e-390c-41f3-af3f-6bd4b0fb9710" providerId="ADAL" clId="{603CB73D-5ABF-4B35-AB35-B8B719F0AA85}" dt="2022-06-28T16:34:16.484" v="671"/>
          <ac:spMkLst>
            <pc:docMk/>
            <pc:sldMk cId="1082574113" sldId="4035"/>
            <ac:spMk id="3" creationId="{A3782B64-56CF-4735-8ECD-5E2F7DBE2029}"/>
          </ac:spMkLst>
        </pc:spChg>
      </pc:sldChg>
      <pc:sldChg chg="modSp new mod">
        <pc:chgData name="Mitra, Sayan" userId="5f9b069e-390c-41f3-af3f-6bd4b0fb9710" providerId="ADAL" clId="{603CB73D-5ABF-4B35-AB35-B8B719F0AA85}" dt="2022-06-28T16:31:13.813" v="620" actId="20577"/>
        <pc:sldMkLst>
          <pc:docMk/>
          <pc:sldMk cId="2836539942" sldId="4036"/>
        </pc:sldMkLst>
        <pc:spChg chg="mod">
          <ac:chgData name="Mitra, Sayan" userId="5f9b069e-390c-41f3-af3f-6bd4b0fb9710" providerId="ADAL" clId="{603CB73D-5ABF-4B35-AB35-B8B719F0AA85}" dt="2022-06-28T16:31:13.813" v="620" actId="20577"/>
          <ac:spMkLst>
            <pc:docMk/>
            <pc:sldMk cId="2836539942" sldId="4036"/>
            <ac:spMk id="2" creationId="{B8FC8EAB-936D-443C-BC39-82393643E5F3}"/>
          </ac:spMkLst>
        </pc:spChg>
      </pc:sldChg>
      <pc:sldChg chg="modSp new mod ord">
        <pc:chgData name="Mitra, Sayan" userId="5f9b069e-390c-41f3-af3f-6bd4b0fb9710" providerId="ADAL" clId="{603CB73D-5ABF-4B35-AB35-B8B719F0AA85}" dt="2022-06-28T16:39:56.891" v="738" actId="20577"/>
        <pc:sldMkLst>
          <pc:docMk/>
          <pc:sldMk cId="319499498" sldId="4037"/>
        </pc:sldMkLst>
        <pc:spChg chg="mod">
          <ac:chgData name="Mitra, Sayan" userId="5f9b069e-390c-41f3-af3f-6bd4b0fb9710" providerId="ADAL" clId="{603CB73D-5ABF-4B35-AB35-B8B719F0AA85}" dt="2022-06-28T16:39:56.891" v="738" actId="20577"/>
          <ac:spMkLst>
            <pc:docMk/>
            <pc:sldMk cId="319499498" sldId="4037"/>
            <ac:spMk id="2" creationId="{DD46663D-EAC9-4800-A713-2911D77EADCC}"/>
          </ac:spMkLst>
        </pc:spChg>
      </pc:sldChg>
      <pc:sldChg chg="addSp delSp modSp new del mod ord">
        <pc:chgData name="Mitra, Sayan" userId="5f9b069e-390c-41f3-af3f-6bd4b0fb9710" providerId="ADAL" clId="{603CB73D-5ABF-4B35-AB35-B8B719F0AA85}" dt="2022-07-04T09:15:58.762" v="13944" actId="47"/>
        <pc:sldMkLst>
          <pc:docMk/>
          <pc:sldMk cId="52581888" sldId="4038"/>
        </pc:sldMkLst>
        <pc:spChg chg="mod">
          <ac:chgData name="Mitra, Sayan" userId="5f9b069e-390c-41f3-af3f-6bd4b0fb9710" providerId="ADAL" clId="{603CB73D-5ABF-4B35-AB35-B8B719F0AA85}" dt="2022-07-04T09:06:25.914" v="13873" actId="20577"/>
          <ac:spMkLst>
            <pc:docMk/>
            <pc:sldMk cId="52581888" sldId="4038"/>
            <ac:spMk id="2" creationId="{6B2161BD-1ED1-4B9B-9BD8-AD827A504FF2}"/>
          </ac:spMkLst>
        </pc:spChg>
        <pc:spChg chg="add del mod">
          <ac:chgData name="Mitra, Sayan" userId="5f9b069e-390c-41f3-af3f-6bd4b0fb9710" providerId="ADAL" clId="{603CB73D-5ABF-4B35-AB35-B8B719F0AA85}" dt="2022-07-04T09:15:23.830" v="13943" actId="478"/>
          <ac:spMkLst>
            <pc:docMk/>
            <pc:sldMk cId="52581888" sldId="4038"/>
            <ac:spMk id="3" creationId="{36FC3489-945A-4653-BCB4-79CE86A30C0B}"/>
          </ac:spMkLst>
        </pc:spChg>
        <pc:spChg chg="add del mod">
          <ac:chgData name="Mitra, Sayan" userId="5f9b069e-390c-41f3-af3f-6bd4b0fb9710" providerId="ADAL" clId="{603CB73D-5ABF-4B35-AB35-B8B719F0AA85}" dt="2022-07-04T08:59:50.078" v="13702" actId="478"/>
          <ac:spMkLst>
            <pc:docMk/>
            <pc:sldMk cId="52581888" sldId="4038"/>
            <ac:spMk id="4" creationId="{443F8D93-2415-4909-8C2A-87AE5DD1A5D8}"/>
          </ac:spMkLst>
        </pc:spChg>
        <pc:spChg chg="add del mod">
          <ac:chgData name="Mitra, Sayan" userId="5f9b069e-390c-41f3-af3f-6bd4b0fb9710" providerId="ADAL" clId="{603CB73D-5ABF-4B35-AB35-B8B719F0AA85}" dt="2022-07-04T08:50:06.896" v="13701" actId="478"/>
          <ac:spMkLst>
            <pc:docMk/>
            <pc:sldMk cId="52581888" sldId="4038"/>
            <ac:spMk id="5" creationId="{C8052220-98E4-4B0A-A7AE-AFE36E088483}"/>
          </ac:spMkLst>
        </pc:spChg>
        <pc:spChg chg="add del mod">
          <ac:chgData name="Mitra, Sayan" userId="5f9b069e-390c-41f3-af3f-6bd4b0fb9710" providerId="ADAL" clId="{603CB73D-5ABF-4B35-AB35-B8B719F0AA85}" dt="2022-07-04T08:50:06.896" v="13701" actId="478"/>
          <ac:spMkLst>
            <pc:docMk/>
            <pc:sldMk cId="52581888" sldId="4038"/>
            <ac:spMk id="6" creationId="{59914BCF-0F06-4ED6-8DED-99DBBA5E2D4A}"/>
          </ac:spMkLst>
        </pc:spChg>
        <pc:spChg chg="add del mod">
          <ac:chgData name="Mitra, Sayan" userId="5f9b069e-390c-41f3-af3f-6bd4b0fb9710" providerId="ADAL" clId="{603CB73D-5ABF-4B35-AB35-B8B719F0AA85}" dt="2022-07-04T08:50:06.896" v="13701" actId="478"/>
          <ac:spMkLst>
            <pc:docMk/>
            <pc:sldMk cId="52581888" sldId="4038"/>
            <ac:spMk id="7" creationId="{E1FC54A5-AD5E-46F3-9E73-5AB4A7EBA0E2}"/>
          </ac:spMkLst>
        </pc:spChg>
        <pc:spChg chg="add del mod">
          <ac:chgData name="Mitra, Sayan" userId="5f9b069e-390c-41f3-af3f-6bd4b0fb9710" providerId="ADAL" clId="{603CB73D-5ABF-4B35-AB35-B8B719F0AA85}" dt="2022-07-04T08:50:06.896" v="13701" actId="478"/>
          <ac:spMkLst>
            <pc:docMk/>
            <pc:sldMk cId="52581888" sldId="4038"/>
            <ac:spMk id="8" creationId="{BCBAEAE2-410B-4092-BC88-A272F0F498A7}"/>
          </ac:spMkLst>
        </pc:spChg>
        <pc:spChg chg="add del mod">
          <ac:chgData name="Mitra, Sayan" userId="5f9b069e-390c-41f3-af3f-6bd4b0fb9710" providerId="ADAL" clId="{603CB73D-5ABF-4B35-AB35-B8B719F0AA85}" dt="2022-07-04T08:50:06.896" v="13701" actId="478"/>
          <ac:spMkLst>
            <pc:docMk/>
            <pc:sldMk cId="52581888" sldId="4038"/>
            <ac:spMk id="9" creationId="{AEF4EC20-C6F4-4C03-837F-EDC1B1DE8211}"/>
          </ac:spMkLst>
        </pc:spChg>
        <pc:spChg chg="add del mod">
          <ac:chgData name="Mitra, Sayan" userId="5f9b069e-390c-41f3-af3f-6bd4b0fb9710" providerId="ADAL" clId="{603CB73D-5ABF-4B35-AB35-B8B719F0AA85}" dt="2022-07-04T08:50:06.896" v="13701" actId="478"/>
          <ac:spMkLst>
            <pc:docMk/>
            <pc:sldMk cId="52581888" sldId="4038"/>
            <ac:spMk id="10" creationId="{C47D0280-F71D-4FA8-91AA-93D561D0559B}"/>
          </ac:spMkLst>
        </pc:spChg>
        <pc:spChg chg="add mod">
          <ac:chgData name="Mitra, Sayan" userId="5f9b069e-390c-41f3-af3f-6bd4b0fb9710" providerId="ADAL" clId="{603CB73D-5ABF-4B35-AB35-B8B719F0AA85}" dt="2022-07-04T08:47:10.853" v="13688"/>
          <ac:spMkLst>
            <pc:docMk/>
            <pc:sldMk cId="52581888" sldId="4038"/>
            <ac:spMk id="12" creationId="{D18E0644-BC25-4A49-B68E-3919DFABF51C}"/>
          </ac:spMkLst>
        </pc:spChg>
        <pc:spChg chg="add mod">
          <ac:chgData name="Mitra, Sayan" userId="5f9b069e-390c-41f3-af3f-6bd4b0fb9710" providerId="ADAL" clId="{603CB73D-5ABF-4B35-AB35-B8B719F0AA85}" dt="2022-07-04T08:47:10.853" v="13688"/>
          <ac:spMkLst>
            <pc:docMk/>
            <pc:sldMk cId="52581888" sldId="4038"/>
            <ac:spMk id="13" creationId="{8906C58F-84A1-4A18-841F-8BFCEE0EDFB4}"/>
          </ac:spMkLst>
        </pc:spChg>
        <pc:spChg chg="add mod">
          <ac:chgData name="Mitra, Sayan" userId="5f9b069e-390c-41f3-af3f-6bd4b0fb9710" providerId="ADAL" clId="{603CB73D-5ABF-4B35-AB35-B8B719F0AA85}" dt="2022-07-04T08:47:10.853" v="13688"/>
          <ac:spMkLst>
            <pc:docMk/>
            <pc:sldMk cId="52581888" sldId="4038"/>
            <ac:spMk id="14" creationId="{E92BDF04-3E2D-4E12-9794-8DB596B8ECB8}"/>
          </ac:spMkLst>
        </pc:spChg>
        <pc:spChg chg="add mod">
          <ac:chgData name="Mitra, Sayan" userId="5f9b069e-390c-41f3-af3f-6bd4b0fb9710" providerId="ADAL" clId="{603CB73D-5ABF-4B35-AB35-B8B719F0AA85}" dt="2022-07-04T08:47:10.853" v="13688"/>
          <ac:spMkLst>
            <pc:docMk/>
            <pc:sldMk cId="52581888" sldId="4038"/>
            <ac:spMk id="15" creationId="{AC329B76-00D9-4FEB-ACA8-9A11DD85FB98}"/>
          </ac:spMkLst>
        </pc:spChg>
        <pc:spChg chg="add mod">
          <ac:chgData name="Mitra, Sayan" userId="5f9b069e-390c-41f3-af3f-6bd4b0fb9710" providerId="ADAL" clId="{603CB73D-5ABF-4B35-AB35-B8B719F0AA85}" dt="2022-07-04T08:47:10.853" v="13688"/>
          <ac:spMkLst>
            <pc:docMk/>
            <pc:sldMk cId="52581888" sldId="4038"/>
            <ac:spMk id="16" creationId="{BF4C75B3-0670-4BDB-8C69-3763786026D0}"/>
          </ac:spMkLst>
        </pc:spChg>
        <pc:spChg chg="add mod">
          <ac:chgData name="Mitra, Sayan" userId="5f9b069e-390c-41f3-af3f-6bd4b0fb9710" providerId="ADAL" clId="{603CB73D-5ABF-4B35-AB35-B8B719F0AA85}" dt="2022-07-04T08:47:10.853" v="13688"/>
          <ac:spMkLst>
            <pc:docMk/>
            <pc:sldMk cId="52581888" sldId="4038"/>
            <ac:spMk id="18" creationId="{760D59D4-7112-4269-A8E3-4A621313F736}"/>
          </ac:spMkLst>
        </pc:spChg>
        <pc:spChg chg="add mod">
          <ac:chgData name="Mitra, Sayan" userId="5f9b069e-390c-41f3-af3f-6bd4b0fb9710" providerId="ADAL" clId="{603CB73D-5ABF-4B35-AB35-B8B719F0AA85}" dt="2022-07-04T08:47:10.853" v="13688"/>
          <ac:spMkLst>
            <pc:docMk/>
            <pc:sldMk cId="52581888" sldId="4038"/>
            <ac:spMk id="19" creationId="{0E2C725B-9422-4CDA-B7AA-3832D5CCC391}"/>
          </ac:spMkLst>
        </pc:spChg>
        <pc:spChg chg="add mod">
          <ac:chgData name="Mitra, Sayan" userId="5f9b069e-390c-41f3-af3f-6bd4b0fb9710" providerId="ADAL" clId="{603CB73D-5ABF-4B35-AB35-B8B719F0AA85}" dt="2022-07-04T08:47:10.853" v="13688"/>
          <ac:spMkLst>
            <pc:docMk/>
            <pc:sldMk cId="52581888" sldId="4038"/>
            <ac:spMk id="20" creationId="{D8D33247-B242-42E9-B5E0-D2A67F439416}"/>
          </ac:spMkLst>
        </pc:spChg>
        <pc:spChg chg="add mod">
          <ac:chgData name="Mitra, Sayan" userId="5f9b069e-390c-41f3-af3f-6bd4b0fb9710" providerId="ADAL" clId="{603CB73D-5ABF-4B35-AB35-B8B719F0AA85}" dt="2022-07-04T08:47:10.853" v="13688"/>
          <ac:spMkLst>
            <pc:docMk/>
            <pc:sldMk cId="52581888" sldId="4038"/>
            <ac:spMk id="21" creationId="{C2B72843-B053-49ED-A619-EA20ED59718D}"/>
          </ac:spMkLst>
        </pc:spChg>
        <pc:spChg chg="add mod">
          <ac:chgData name="Mitra, Sayan" userId="5f9b069e-390c-41f3-af3f-6bd4b0fb9710" providerId="ADAL" clId="{603CB73D-5ABF-4B35-AB35-B8B719F0AA85}" dt="2022-07-04T08:47:10.853" v="13688"/>
          <ac:spMkLst>
            <pc:docMk/>
            <pc:sldMk cId="52581888" sldId="4038"/>
            <ac:spMk id="24" creationId="{BD489AF9-CC9D-4F8B-8679-5B9FF81EC003}"/>
          </ac:spMkLst>
        </pc:spChg>
        <pc:spChg chg="add mod">
          <ac:chgData name="Mitra, Sayan" userId="5f9b069e-390c-41f3-af3f-6bd4b0fb9710" providerId="ADAL" clId="{603CB73D-5ABF-4B35-AB35-B8B719F0AA85}" dt="2022-07-04T08:47:10.853" v="13688"/>
          <ac:spMkLst>
            <pc:docMk/>
            <pc:sldMk cId="52581888" sldId="4038"/>
            <ac:spMk id="25" creationId="{7A0506F4-FC70-40E6-8A55-C33D5358E4FC}"/>
          </ac:spMkLst>
        </pc:spChg>
        <pc:spChg chg="add mod">
          <ac:chgData name="Mitra, Sayan" userId="5f9b069e-390c-41f3-af3f-6bd4b0fb9710" providerId="ADAL" clId="{603CB73D-5ABF-4B35-AB35-B8B719F0AA85}" dt="2022-07-04T08:47:10.853" v="13688"/>
          <ac:spMkLst>
            <pc:docMk/>
            <pc:sldMk cId="52581888" sldId="4038"/>
            <ac:spMk id="26" creationId="{5FEFABEB-F164-49EF-A2C6-1A1FF665BD3F}"/>
          </ac:spMkLst>
        </pc:spChg>
        <pc:spChg chg="add mod">
          <ac:chgData name="Mitra, Sayan" userId="5f9b069e-390c-41f3-af3f-6bd4b0fb9710" providerId="ADAL" clId="{603CB73D-5ABF-4B35-AB35-B8B719F0AA85}" dt="2022-07-04T08:47:10.853" v="13688"/>
          <ac:spMkLst>
            <pc:docMk/>
            <pc:sldMk cId="52581888" sldId="4038"/>
            <ac:spMk id="27" creationId="{FBC3A512-DD4E-429D-9323-EE59BF487C6B}"/>
          </ac:spMkLst>
        </pc:spChg>
        <pc:spChg chg="add mod">
          <ac:chgData name="Mitra, Sayan" userId="5f9b069e-390c-41f3-af3f-6bd4b0fb9710" providerId="ADAL" clId="{603CB73D-5ABF-4B35-AB35-B8B719F0AA85}" dt="2022-07-04T08:47:10.853" v="13688"/>
          <ac:spMkLst>
            <pc:docMk/>
            <pc:sldMk cId="52581888" sldId="4038"/>
            <ac:spMk id="28" creationId="{AB2C4DDA-2748-418A-BD4E-444CE120E964}"/>
          </ac:spMkLst>
        </pc:spChg>
        <pc:spChg chg="add mod">
          <ac:chgData name="Mitra, Sayan" userId="5f9b069e-390c-41f3-af3f-6bd4b0fb9710" providerId="ADAL" clId="{603CB73D-5ABF-4B35-AB35-B8B719F0AA85}" dt="2022-07-04T08:47:10.853" v="13688"/>
          <ac:spMkLst>
            <pc:docMk/>
            <pc:sldMk cId="52581888" sldId="4038"/>
            <ac:spMk id="29" creationId="{C2C551E6-0CA9-424B-AD47-5851849B6146}"/>
          </ac:spMkLst>
        </pc:spChg>
        <pc:spChg chg="add mod">
          <ac:chgData name="Mitra, Sayan" userId="5f9b069e-390c-41f3-af3f-6bd4b0fb9710" providerId="ADAL" clId="{603CB73D-5ABF-4B35-AB35-B8B719F0AA85}" dt="2022-07-04T09:07:10.530" v="13889" actId="12"/>
          <ac:spMkLst>
            <pc:docMk/>
            <pc:sldMk cId="52581888" sldId="4038"/>
            <ac:spMk id="32" creationId="{F1B6FD2A-06AD-4706-808D-F6EE5646B748}"/>
          </ac:spMkLst>
        </pc:spChg>
        <pc:grpChg chg="add del mod">
          <ac:chgData name="Mitra, Sayan" userId="5f9b069e-390c-41f3-af3f-6bd4b0fb9710" providerId="ADAL" clId="{603CB73D-5ABF-4B35-AB35-B8B719F0AA85}" dt="2022-07-04T08:50:06.896" v="13701" actId="478"/>
          <ac:grpSpMkLst>
            <pc:docMk/>
            <pc:sldMk cId="52581888" sldId="4038"/>
            <ac:grpSpMk id="11" creationId="{28C30953-4086-494B-B6D6-3EC7F92B25DE}"/>
          </ac:grpSpMkLst>
        </pc:grpChg>
        <pc:cxnChg chg="add mod">
          <ac:chgData name="Mitra, Sayan" userId="5f9b069e-390c-41f3-af3f-6bd4b0fb9710" providerId="ADAL" clId="{603CB73D-5ABF-4B35-AB35-B8B719F0AA85}" dt="2022-07-04T08:47:10.853" v="13688"/>
          <ac:cxnSpMkLst>
            <pc:docMk/>
            <pc:sldMk cId="52581888" sldId="4038"/>
            <ac:cxnSpMk id="17" creationId="{19E96002-D054-4C84-A22A-637902D63F98}"/>
          </ac:cxnSpMkLst>
        </pc:cxnChg>
        <pc:cxnChg chg="add mod">
          <ac:chgData name="Mitra, Sayan" userId="5f9b069e-390c-41f3-af3f-6bd4b0fb9710" providerId="ADAL" clId="{603CB73D-5ABF-4B35-AB35-B8B719F0AA85}" dt="2022-07-04T08:47:10.853" v="13688"/>
          <ac:cxnSpMkLst>
            <pc:docMk/>
            <pc:sldMk cId="52581888" sldId="4038"/>
            <ac:cxnSpMk id="22" creationId="{A91B8D88-5ABE-4744-8DDD-6EB213BB1C68}"/>
          </ac:cxnSpMkLst>
        </pc:cxnChg>
        <pc:cxnChg chg="add mod">
          <ac:chgData name="Mitra, Sayan" userId="5f9b069e-390c-41f3-af3f-6bd4b0fb9710" providerId="ADAL" clId="{603CB73D-5ABF-4B35-AB35-B8B719F0AA85}" dt="2022-07-04T08:47:10.853" v="13688"/>
          <ac:cxnSpMkLst>
            <pc:docMk/>
            <pc:sldMk cId="52581888" sldId="4038"/>
            <ac:cxnSpMk id="23" creationId="{DE75AD65-86B8-4FF5-B34E-8EC73E9E0AD9}"/>
          </ac:cxnSpMkLst>
        </pc:cxnChg>
        <pc:cxnChg chg="add mod">
          <ac:chgData name="Mitra, Sayan" userId="5f9b069e-390c-41f3-af3f-6bd4b0fb9710" providerId="ADAL" clId="{603CB73D-5ABF-4B35-AB35-B8B719F0AA85}" dt="2022-07-04T08:50:06.896" v="13701" actId="478"/>
          <ac:cxnSpMkLst>
            <pc:docMk/>
            <pc:sldMk cId="52581888" sldId="4038"/>
            <ac:cxnSpMk id="30" creationId="{D2738800-9BD6-4ADD-9EDB-489CEA9E8E70}"/>
          </ac:cxnSpMkLst>
        </pc:cxnChg>
      </pc:sldChg>
      <pc:sldChg chg="modSp new mod ord">
        <pc:chgData name="Mitra, Sayan" userId="5f9b069e-390c-41f3-af3f-6bd4b0fb9710" providerId="ADAL" clId="{603CB73D-5ABF-4B35-AB35-B8B719F0AA85}" dt="2022-06-29T12:11:39.739" v="889" actId="20578"/>
        <pc:sldMkLst>
          <pc:docMk/>
          <pc:sldMk cId="3265637863" sldId="4039"/>
        </pc:sldMkLst>
        <pc:spChg chg="mod">
          <ac:chgData name="Mitra, Sayan" userId="5f9b069e-390c-41f3-af3f-6bd4b0fb9710" providerId="ADAL" clId="{603CB73D-5ABF-4B35-AB35-B8B719F0AA85}" dt="2022-06-28T16:40:31.712" v="766" actId="20577"/>
          <ac:spMkLst>
            <pc:docMk/>
            <pc:sldMk cId="3265637863" sldId="4039"/>
            <ac:spMk id="2" creationId="{8E7AEDD9-3E2D-4554-AD3A-881A754E49AD}"/>
          </ac:spMkLst>
        </pc:spChg>
      </pc:sldChg>
      <pc:sldChg chg="addSp delSp modSp new del mod ord">
        <pc:chgData name="Mitra, Sayan" userId="5f9b069e-390c-41f3-af3f-6bd4b0fb9710" providerId="ADAL" clId="{603CB73D-5ABF-4B35-AB35-B8B719F0AA85}" dt="2022-07-03T08:47:53.769" v="7430" actId="47"/>
        <pc:sldMkLst>
          <pc:docMk/>
          <pc:sldMk cId="1159585446" sldId="4040"/>
        </pc:sldMkLst>
        <pc:spChg chg="mod">
          <ac:chgData name="Mitra, Sayan" userId="5f9b069e-390c-41f3-af3f-6bd4b0fb9710" providerId="ADAL" clId="{603CB73D-5ABF-4B35-AB35-B8B719F0AA85}" dt="2022-06-28T16:40:41.653" v="794" actId="20577"/>
          <ac:spMkLst>
            <pc:docMk/>
            <pc:sldMk cId="1159585446" sldId="4040"/>
            <ac:spMk id="2" creationId="{D70532A7-457F-440A-A4AD-532CA10696A3}"/>
          </ac:spMkLst>
        </pc:spChg>
        <pc:spChg chg="add mod">
          <ac:chgData name="Mitra, Sayan" userId="5f9b069e-390c-41f3-af3f-6bd4b0fb9710" providerId="ADAL" clId="{603CB73D-5ABF-4B35-AB35-B8B719F0AA85}" dt="2022-06-28T16:40:49.297" v="800" actId="20577"/>
          <ac:spMkLst>
            <pc:docMk/>
            <pc:sldMk cId="1159585446" sldId="4040"/>
            <ac:spMk id="3" creationId="{B4846AA2-7E2B-4BD8-A7EC-C40F1CE3889A}"/>
          </ac:spMkLst>
        </pc:spChg>
        <pc:spChg chg="add del">
          <ac:chgData name="Mitra, Sayan" userId="5f9b069e-390c-41f3-af3f-6bd4b0fb9710" providerId="ADAL" clId="{603CB73D-5ABF-4B35-AB35-B8B719F0AA85}" dt="2022-07-03T01:31:59.583" v="5700"/>
          <ac:spMkLst>
            <pc:docMk/>
            <pc:sldMk cId="1159585446" sldId="4040"/>
            <ac:spMk id="4" creationId="{681BD373-1B4F-468E-BDC1-9EAE6BE60E99}"/>
          </ac:spMkLst>
        </pc:spChg>
        <pc:spChg chg="add del">
          <ac:chgData name="Mitra, Sayan" userId="5f9b069e-390c-41f3-af3f-6bd4b0fb9710" providerId="ADAL" clId="{603CB73D-5ABF-4B35-AB35-B8B719F0AA85}" dt="2022-07-03T01:31:59.583" v="5700"/>
          <ac:spMkLst>
            <pc:docMk/>
            <pc:sldMk cId="1159585446" sldId="4040"/>
            <ac:spMk id="5" creationId="{D89CDC22-964D-4254-A472-F589BF7B02D6}"/>
          </ac:spMkLst>
        </pc:spChg>
        <pc:spChg chg="add mod">
          <ac:chgData name="Mitra, Sayan" userId="5f9b069e-390c-41f3-af3f-6bd4b0fb9710" providerId="ADAL" clId="{603CB73D-5ABF-4B35-AB35-B8B719F0AA85}" dt="2022-07-03T01:43:44.098" v="6127" actId="6549"/>
          <ac:spMkLst>
            <pc:docMk/>
            <pc:sldMk cId="1159585446" sldId="4040"/>
            <ac:spMk id="9" creationId="{7FA39171-34E1-4BA9-9A71-B58F7DD86205}"/>
          </ac:spMkLst>
        </pc:spChg>
        <pc:picChg chg="add mod">
          <ac:chgData name="Mitra, Sayan" userId="5f9b069e-390c-41f3-af3f-6bd4b0fb9710" providerId="ADAL" clId="{603CB73D-5ABF-4B35-AB35-B8B719F0AA85}" dt="2022-07-03T01:32:12.593" v="5703" actId="14100"/>
          <ac:picMkLst>
            <pc:docMk/>
            <pc:sldMk cId="1159585446" sldId="4040"/>
            <ac:picMk id="7" creationId="{34671196-12B0-46A9-8CD2-201E5D8D6AD9}"/>
          </ac:picMkLst>
        </pc:picChg>
        <pc:picChg chg="add del">
          <ac:chgData name="Mitra, Sayan" userId="5f9b069e-390c-41f3-af3f-6bd4b0fb9710" providerId="ADAL" clId="{603CB73D-5ABF-4B35-AB35-B8B719F0AA85}" dt="2022-07-03T01:31:59.583" v="5700"/>
          <ac:picMkLst>
            <pc:docMk/>
            <pc:sldMk cId="1159585446" sldId="4040"/>
            <ac:picMk id="5121" creationId="{0D8D548B-61C9-4148-B057-DC7C3CCCB578}"/>
          </ac:picMkLst>
        </pc:picChg>
      </pc:sldChg>
      <pc:sldChg chg="modSp new add del mod ord">
        <pc:chgData name="Mitra, Sayan" userId="5f9b069e-390c-41f3-af3f-6bd4b0fb9710" providerId="ADAL" clId="{603CB73D-5ABF-4B35-AB35-B8B719F0AA85}" dt="2022-07-03T05:19:39.287" v="7280" actId="47"/>
        <pc:sldMkLst>
          <pc:docMk/>
          <pc:sldMk cId="1316559453" sldId="4041"/>
        </pc:sldMkLst>
        <pc:spChg chg="mod">
          <ac:chgData name="Mitra, Sayan" userId="5f9b069e-390c-41f3-af3f-6bd4b0fb9710" providerId="ADAL" clId="{603CB73D-5ABF-4B35-AB35-B8B719F0AA85}" dt="2022-07-02T17:05:06.567" v="3570" actId="20577"/>
          <ac:spMkLst>
            <pc:docMk/>
            <pc:sldMk cId="1316559453" sldId="4041"/>
            <ac:spMk id="2" creationId="{DE59FAF9-69A6-429E-AF02-0D99D9A49742}"/>
          </ac:spMkLst>
        </pc:spChg>
      </pc:sldChg>
      <pc:sldChg chg="modSp new del mod">
        <pc:chgData name="Mitra, Sayan" userId="5f9b069e-390c-41f3-af3f-6bd4b0fb9710" providerId="ADAL" clId="{603CB73D-5ABF-4B35-AB35-B8B719F0AA85}" dt="2022-07-01T03:06:09.970" v="1129" actId="47"/>
        <pc:sldMkLst>
          <pc:docMk/>
          <pc:sldMk cId="2874030760" sldId="4042"/>
        </pc:sldMkLst>
        <pc:spChg chg="mod">
          <ac:chgData name="Mitra, Sayan" userId="5f9b069e-390c-41f3-af3f-6bd4b0fb9710" providerId="ADAL" clId="{603CB73D-5ABF-4B35-AB35-B8B719F0AA85}" dt="2022-06-29T01:27:49.610" v="859" actId="20577"/>
          <ac:spMkLst>
            <pc:docMk/>
            <pc:sldMk cId="2874030760" sldId="4042"/>
            <ac:spMk id="2" creationId="{D368B6FD-2DF7-424F-8C3F-79A120BF10D3}"/>
          </ac:spMkLst>
        </pc:spChg>
      </pc:sldChg>
      <pc:sldChg chg="addSp delSp modSp del mod">
        <pc:chgData name="Mitra, Sayan" userId="5f9b069e-390c-41f3-af3f-6bd4b0fb9710" providerId="ADAL" clId="{603CB73D-5ABF-4B35-AB35-B8B719F0AA85}" dt="2022-07-02T01:40:27.191" v="2604" actId="47"/>
        <pc:sldMkLst>
          <pc:docMk/>
          <pc:sldMk cId="988350274" sldId="4043"/>
        </pc:sldMkLst>
        <pc:picChg chg="add mod">
          <ac:chgData name="Mitra, Sayan" userId="5f9b069e-390c-41f3-af3f-6bd4b0fb9710" providerId="ADAL" clId="{603CB73D-5ABF-4B35-AB35-B8B719F0AA85}" dt="2022-07-01T08:30:07.291" v="2185" actId="1036"/>
          <ac:picMkLst>
            <pc:docMk/>
            <pc:sldMk cId="988350274" sldId="4043"/>
            <ac:picMk id="7" creationId="{4B6410BA-49F4-44B3-B442-053EFF48353F}"/>
          </ac:picMkLst>
        </pc:picChg>
        <pc:picChg chg="del">
          <ac:chgData name="Mitra, Sayan" userId="5f9b069e-390c-41f3-af3f-6bd4b0fb9710" providerId="ADAL" clId="{603CB73D-5ABF-4B35-AB35-B8B719F0AA85}" dt="2022-07-01T08:29:04.007" v="2166" actId="478"/>
          <ac:picMkLst>
            <pc:docMk/>
            <pc:sldMk cId="988350274" sldId="4043"/>
            <ac:picMk id="188" creationId="{39E6AD4F-AAD9-44ED-9ECE-B4C59D00944E}"/>
          </ac:picMkLst>
        </pc:picChg>
        <pc:picChg chg="mod">
          <ac:chgData name="Mitra, Sayan" userId="5f9b069e-390c-41f3-af3f-6bd4b0fb9710" providerId="ADAL" clId="{603CB73D-5ABF-4B35-AB35-B8B719F0AA85}" dt="2022-07-01T08:37:06.500" v="2188" actId="14100"/>
          <ac:picMkLst>
            <pc:docMk/>
            <pc:sldMk cId="988350274" sldId="4043"/>
            <ac:picMk id="1028" creationId="{0735F724-96C0-4EE1-B1D3-2437944CC343}"/>
          </ac:picMkLst>
        </pc:picChg>
        <pc:picChg chg="add del">
          <ac:chgData name="Mitra, Sayan" userId="5f9b069e-390c-41f3-af3f-6bd4b0fb9710" providerId="ADAL" clId="{603CB73D-5ABF-4B35-AB35-B8B719F0AA85}" dt="2022-07-01T08:29:12.238" v="2168" actId="478"/>
          <ac:picMkLst>
            <pc:docMk/>
            <pc:sldMk cId="988350274" sldId="4043"/>
            <ac:picMk id="1030" creationId="{3F3871DC-C46A-4445-A31E-D7F2647427AF}"/>
          </ac:picMkLst>
        </pc:picChg>
      </pc:sldChg>
      <pc:sldChg chg="ord">
        <pc:chgData name="Mitra, Sayan" userId="5f9b069e-390c-41f3-af3f-6bd4b0fb9710" providerId="ADAL" clId="{603CB73D-5ABF-4B35-AB35-B8B719F0AA85}" dt="2022-07-02T04:47:21.594" v="2765"/>
        <pc:sldMkLst>
          <pc:docMk/>
          <pc:sldMk cId="1313580258" sldId="4044"/>
        </pc:sldMkLst>
      </pc:sldChg>
      <pc:sldChg chg="addSp delSp modSp mod addCm delCm chgLayout">
        <pc:chgData name="Mitra, Sayan" userId="5f9b069e-390c-41f3-af3f-6bd4b0fb9710" providerId="ADAL" clId="{603CB73D-5ABF-4B35-AB35-B8B719F0AA85}" dt="2022-07-04T11:41:57.196" v="14232" actId="6549"/>
        <pc:sldMkLst>
          <pc:docMk/>
          <pc:sldMk cId="2882452749" sldId="4044"/>
        </pc:sldMkLst>
        <pc:spChg chg="mod ord">
          <ac:chgData name="Mitra, Sayan" userId="5f9b069e-390c-41f3-af3f-6bd4b0fb9710" providerId="ADAL" clId="{603CB73D-5ABF-4B35-AB35-B8B719F0AA85}" dt="2022-07-03T16:14:30.973" v="10361" actId="20577"/>
          <ac:spMkLst>
            <pc:docMk/>
            <pc:sldMk cId="2882452749" sldId="4044"/>
            <ac:spMk id="2" creationId="{F02F82D5-2DA0-494A-8694-A4C176CFA13A}"/>
          </ac:spMkLst>
        </pc:spChg>
        <pc:graphicFrameChg chg="add del mod modGraphic">
          <ac:chgData name="Mitra, Sayan" userId="5f9b069e-390c-41f3-af3f-6bd4b0fb9710" providerId="ADAL" clId="{603CB73D-5ABF-4B35-AB35-B8B719F0AA85}" dt="2022-07-04T11:41:57.196" v="14232" actId="6549"/>
          <ac:graphicFrameMkLst>
            <pc:docMk/>
            <pc:sldMk cId="2882452749" sldId="4044"/>
            <ac:graphicFrameMk id="4" creationId="{0D3E0BFC-B3EC-4D3D-96B4-A257FC0B1C11}"/>
          </ac:graphicFrameMkLst>
        </pc:graphicFrameChg>
      </pc:sldChg>
      <pc:sldChg chg="addSp delSp modSp del mod">
        <pc:chgData name="Mitra, Sayan" userId="5f9b069e-390c-41f3-af3f-6bd4b0fb9710" providerId="ADAL" clId="{603CB73D-5ABF-4B35-AB35-B8B719F0AA85}" dt="2022-07-03T13:51:28.916" v="8897" actId="47"/>
        <pc:sldMkLst>
          <pc:docMk/>
          <pc:sldMk cId="185551404" sldId="4045"/>
        </pc:sldMkLst>
        <pc:spChg chg="mod">
          <ac:chgData name="Mitra, Sayan" userId="5f9b069e-390c-41f3-af3f-6bd4b0fb9710" providerId="ADAL" clId="{603CB73D-5ABF-4B35-AB35-B8B719F0AA85}" dt="2022-07-01T03:06:24.008" v="1146" actId="20577"/>
          <ac:spMkLst>
            <pc:docMk/>
            <pc:sldMk cId="185551404" sldId="4045"/>
            <ac:spMk id="2" creationId="{9EFDF1B9-E062-4194-B9AD-599B50A33613}"/>
          </ac:spMkLst>
        </pc:spChg>
        <pc:spChg chg="del">
          <ac:chgData name="Mitra, Sayan" userId="5f9b069e-390c-41f3-af3f-6bd4b0fb9710" providerId="ADAL" clId="{603CB73D-5ABF-4B35-AB35-B8B719F0AA85}" dt="2022-07-02T17:41:30.133" v="4118" actId="478"/>
          <ac:spMkLst>
            <pc:docMk/>
            <pc:sldMk cId="185551404" sldId="4045"/>
            <ac:spMk id="66" creationId="{1184B9B5-73B6-4341-B22F-581E15EE213E}"/>
          </ac:spMkLst>
        </pc:spChg>
        <pc:spChg chg="mod">
          <ac:chgData name="Mitra, Sayan" userId="5f9b069e-390c-41f3-af3f-6bd4b0fb9710" providerId="ADAL" clId="{603CB73D-5ABF-4B35-AB35-B8B719F0AA85}" dt="2022-07-03T00:30:48.465" v="4875" actId="6549"/>
          <ac:spMkLst>
            <pc:docMk/>
            <pc:sldMk cId="185551404" sldId="4045"/>
            <ac:spMk id="105" creationId="{880D3A7C-DD92-4F05-BE94-06B03D173987}"/>
          </ac:spMkLst>
        </pc:spChg>
        <pc:spChg chg="del">
          <ac:chgData name="Mitra, Sayan" userId="5f9b069e-390c-41f3-af3f-6bd4b0fb9710" providerId="ADAL" clId="{603CB73D-5ABF-4B35-AB35-B8B719F0AA85}" dt="2022-07-02T17:41:33.140" v="4119" actId="478"/>
          <ac:spMkLst>
            <pc:docMk/>
            <pc:sldMk cId="185551404" sldId="4045"/>
            <ac:spMk id="135" creationId="{5E7C5A0E-0FC3-463C-88D6-FDD0E25D95FF}"/>
          </ac:spMkLst>
        </pc:spChg>
        <pc:spChg chg="del">
          <ac:chgData name="Mitra, Sayan" userId="5f9b069e-390c-41f3-af3f-6bd4b0fb9710" providerId="ADAL" clId="{603CB73D-5ABF-4B35-AB35-B8B719F0AA85}" dt="2022-07-02T17:41:05.707" v="4117" actId="478"/>
          <ac:spMkLst>
            <pc:docMk/>
            <pc:sldMk cId="185551404" sldId="4045"/>
            <ac:spMk id="137" creationId="{FF29C8DF-DA07-4C78-A76D-948144A60B16}"/>
          </ac:spMkLst>
        </pc:spChg>
        <pc:cxnChg chg="add mod">
          <ac:chgData name="Mitra, Sayan" userId="5f9b069e-390c-41f3-af3f-6bd4b0fb9710" providerId="ADAL" clId="{603CB73D-5ABF-4B35-AB35-B8B719F0AA85}" dt="2022-07-02T17:41:51.232" v="4129" actId="1038"/>
          <ac:cxnSpMkLst>
            <pc:docMk/>
            <pc:sldMk cId="185551404" sldId="4045"/>
            <ac:cxnSpMk id="67" creationId="{C410E88A-2614-4B2F-A7E7-ABB4A4ED3257}"/>
          </ac:cxnSpMkLst>
        </pc:cxnChg>
      </pc:sldChg>
      <pc:sldChg chg="addSp modSp ord">
        <pc:chgData name="Mitra, Sayan" userId="5f9b069e-390c-41f3-af3f-6bd4b0fb9710" providerId="ADAL" clId="{603CB73D-5ABF-4B35-AB35-B8B719F0AA85}" dt="2022-07-01T03:55:16.788" v="1945"/>
        <pc:sldMkLst>
          <pc:docMk/>
          <pc:sldMk cId="4131059623" sldId="4046"/>
        </pc:sldMkLst>
        <pc:picChg chg="add mod">
          <ac:chgData name="Mitra, Sayan" userId="5f9b069e-390c-41f3-af3f-6bd4b0fb9710" providerId="ADAL" clId="{603CB73D-5ABF-4B35-AB35-B8B719F0AA85}" dt="2022-07-01T03:24:28.845" v="1389" actId="1076"/>
          <ac:picMkLst>
            <pc:docMk/>
            <pc:sldMk cId="4131059623" sldId="4046"/>
            <ac:picMk id="72" creationId="{66F2AC58-8A28-44A3-9C62-17E074D0B5BE}"/>
          </ac:picMkLst>
        </pc:picChg>
        <pc:picChg chg="add mod">
          <ac:chgData name="Mitra, Sayan" userId="5f9b069e-390c-41f3-af3f-6bd4b0fb9710" providerId="ADAL" clId="{603CB73D-5ABF-4B35-AB35-B8B719F0AA85}" dt="2022-07-01T03:44:23.121" v="1421" actId="1076"/>
          <ac:picMkLst>
            <pc:docMk/>
            <pc:sldMk cId="4131059623" sldId="4046"/>
            <ac:picMk id="77" creationId="{3ED6BD6A-1636-4878-B7F6-584D9B0D9F06}"/>
          </ac:picMkLst>
        </pc:picChg>
        <pc:picChg chg="add mod">
          <ac:chgData name="Mitra, Sayan" userId="5f9b069e-390c-41f3-af3f-6bd4b0fb9710" providerId="ADAL" clId="{603CB73D-5ABF-4B35-AB35-B8B719F0AA85}" dt="2022-07-01T03:49:34.996" v="1893" actId="1076"/>
          <ac:picMkLst>
            <pc:docMk/>
            <pc:sldMk cId="4131059623" sldId="4046"/>
            <ac:picMk id="78" creationId="{B2213D28-01FB-4AE4-8EE2-45BF48E7E807}"/>
          </ac:picMkLst>
        </pc:picChg>
        <pc:picChg chg="add mod">
          <ac:chgData name="Mitra, Sayan" userId="5f9b069e-390c-41f3-af3f-6bd4b0fb9710" providerId="ADAL" clId="{603CB73D-5ABF-4B35-AB35-B8B719F0AA85}" dt="2022-07-01T03:49:45.243" v="1918" actId="1038"/>
          <ac:picMkLst>
            <pc:docMk/>
            <pc:sldMk cId="4131059623" sldId="4046"/>
            <ac:picMk id="80" creationId="{15EBBA67-4D30-4F82-9968-0AB342979B2F}"/>
          </ac:picMkLst>
        </pc:picChg>
        <pc:picChg chg="add mod">
          <ac:chgData name="Mitra, Sayan" userId="5f9b069e-390c-41f3-af3f-6bd4b0fb9710" providerId="ADAL" clId="{603CB73D-5ABF-4B35-AB35-B8B719F0AA85}" dt="2022-07-01T03:52:38.947" v="1941" actId="1036"/>
          <ac:picMkLst>
            <pc:docMk/>
            <pc:sldMk cId="4131059623" sldId="4046"/>
            <ac:picMk id="81" creationId="{65EC0818-02D9-4A23-A679-06E5892F5A05}"/>
          </ac:picMkLst>
        </pc:picChg>
        <pc:picChg chg="add mod">
          <ac:chgData name="Mitra, Sayan" userId="5f9b069e-390c-41f3-af3f-6bd4b0fb9710" providerId="ADAL" clId="{603CB73D-5ABF-4B35-AB35-B8B719F0AA85}" dt="2022-07-01T03:48:55.880" v="1889" actId="1038"/>
          <ac:picMkLst>
            <pc:docMk/>
            <pc:sldMk cId="4131059623" sldId="4046"/>
            <ac:picMk id="82" creationId="{54102CC4-1360-406F-889E-9D7E8AE133E7}"/>
          </ac:picMkLst>
        </pc:picChg>
        <pc:picChg chg="add mod">
          <ac:chgData name="Mitra, Sayan" userId="5f9b069e-390c-41f3-af3f-6bd4b0fb9710" providerId="ADAL" clId="{603CB73D-5ABF-4B35-AB35-B8B719F0AA85}" dt="2022-07-01T03:52:38.947" v="1941" actId="1036"/>
          <ac:picMkLst>
            <pc:docMk/>
            <pc:sldMk cId="4131059623" sldId="4046"/>
            <ac:picMk id="7172" creationId="{A4EC8DBF-6FFD-4A4A-8165-44AFC6FA3A61}"/>
          </ac:picMkLst>
        </pc:picChg>
        <pc:picChg chg="add mod">
          <ac:chgData name="Mitra, Sayan" userId="5f9b069e-390c-41f3-af3f-6bd4b0fb9710" providerId="ADAL" clId="{603CB73D-5ABF-4B35-AB35-B8B719F0AA85}" dt="2022-07-01T03:52:38.947" v="1941" actId="1036"/>
          <ac:picMkLst>
            <pc:docMk/>
            <pc:sldMk cId="4131059623" sldId="4046"/>
            <ac:picMk id="7174" creationId="{A34C34EF-F9D7-4050-8B44-0A31A7197DD7}"/>
          </ac:picMkLst>
        </pc:picChg>
        <pc:picChg chg="add mod">
          <ac:chgData name="Mitra, Sayan" userId="5f9b069e-390c-41f3-af3f-6bd4b0fb9710" providerId="ADAL" clId="{603CB73D-5ABF-4B35-AB35-B8B719F0AA85}" dt="2022-07-01T03:52:38.947" v="1941" actId="1036"/>
          <ac:picMkLst>
            <pc:docMk/>
            <pc:sldMk cId="4131059623" sldId="4046"/>
            <ac:picMk id="7176" creationId="{0D683C9E-4A1C-4AD3-B055-415F3982B02C}"/>
          </ac:picMkLst>
        </pc:picChg>
        <pc:picChg chg="add mod">
          <ac:chgData name="Mitra, Sayan" userId="5f9b069e-390c-41f3-af3f-6bd4b0fb9710" providerId="ADAL" clId="{603CB73D-5ABF-4B35-AB35-B8B719F0AA85}" dt="2022-07-01T03:52:38.947" v="1941" actId="1036"/>
          <ac:picMkLst>
            <pc:docMk/>
            <pc:sldMk cId="4131059623" sldId="4046"/>
            <ac:picMk id="7178" creationId="{DC563044-3517-4EE0-88EF-D7BB34C09DA7}"/>
          </ac:picMkLst>
        </pc:picChg>
        <pc:picChg chg="add mod">
          <ac:chgData name="Mitra, Sayan" userId="5f9b069e-390c-41f3-af3f-6bd4b0fb9710" providerId="ADAL" clId="{603CB73D-5ABF-4B35-AB35-B8B719F0AA85}" dt="2022-07-01T03:52:38.947" v="1941" actId="1036"/>
          <ac:picMkLst>
            <pc:docMk/>
            <pc:sldMk cId="4131059623" sldId="4046"/>
            <ac:picMk id="7180" creationId="{959CAAD9-5610-4A1F-A9EB-2AA9C1A70A97}"/>
          </ac:picMkLst>
        </pc:picChg>
      </pc:sldChg>
      <pc:sldChg chg="addSp delSp modSp add mod modNotesTx">
        <pc:chgData name="Mitra, Sayan" userId="5f9b069e-390c-41f3-af3f-6bd4b0fb9710" providerId="ADAL" clId="{603CB73D-5ABF-4B35-AB35-B8B719F0AA85}" dt="2022-07-04T16:37:28.470" v="14432" actId="207"/>
        <pc:sldMkLst>
          <pc:docMk/>
          <pc:sldMk cId="2437914700" sldId="4047"/>
        </pc:sldMkLst>
        <pc:spChg chg="mod">
          <ac:chgData name="Mitra, Sayan" userId="5f9b069e-390c-41f3-af3f-6bd4b0fb9710" providerId="ADAL" clId="{603CB73D-5ABF-4B35-AB35-B8B719F0AA85}" dt="2022-07-01T01:31:28.351" v="980" actId="1076"/>
          <ac:spMkLst>
            <pc:docMk/>
            <pc:sldMk cId="2437914700" sldId="4047"/>
            <ac:spMk id="2" creationId="{00000000-0000-0000-0000-000000000000}"/>
          </ac:spMkLst>
        </pc:spChg>
        <pc:graphicFrameChg chg="add del mod">
          <ac:chgData name="Mitra, Sayan" userId="5f9b069e-390c-41f3-af3f-6bd4b0fb9710" providerId="ADAL" clId="{603CB73D-5ABF-4B35-AB35-B8B719F0AA85}" dt="2022-07-01T01:35:08.237" v="983" actId="478"/>
          <ac:graphicFrameMkLst>
            <pc:docMk/>
            <pc:sldMk cId="2437914700" sldId="4047"/>
            <ac:graphicFrameMk id="4" creationId="{695F58D4-9CEF-48C1-AAD4-313D2404D323}"/>
          </ac:graphicFrameMkLst>
        </pc:graphicFrameChg>
        <pc:graphicFrameChg chg="add mod modGraphic">
          <ac:chgData name="Mitra, Sayan" userId="5f9b069e-390c-41f3-af3f-6bd4b0fb9710" providerId="ADAL" clId="{603CB73D-5ABF-4B35-AB35-B8B719F0AA85}" dt="2022-07-04T16:37:28.470" v="14432" actId="207"/>
          <ac:graphicFrameMkLst>
            <pc:docMk/>
            <pc:sldMk cId="2437914700" sldId="4047"/>
            <ac:graphicFrameMk id="5" creationId="{5D95B892-F17D-4CE1-A1C6-8DB05E5E963F}"/>
          </ac:graphicFrameMkLst>
        </pc:graphicFrameChg>
        <pc:graphicFrameChg chg="del">
          <ac:chgData name="Mitra, Sayan" userId="5f9b069e-390c-41f3-af3f-6bd4b0fb9710" providerId="ADAL" clId="{603CB73D-5ABF-4B35-AB35-B8B719F0AA85}" dt="2022-07-01T01:31:17.477" v="977" actId="478"/>
          <ac:graphicFrameMkLst>
            <pc:docMk/>
            <pc:sldMk cId="2437914700" sldId="4047"/>
            <ac:graphicFrameMk id="20" creationId="{9AB0F3B6-B006-4320-B5B9-9A69847DAC12}"/>
          </ac:graphicFrameMkLst>
        </pc:graphicFrameChg>
        <pc:graphicFrameChg chg="del">
          <ac:chgData name="Mitra, Sayan" userId="5f9b069e-390c-41f3-af3f-6bd4b0fb9710" providerId="ADAL" clId="{603CB73D-5ABF-4B35-AB35-B8B719F0AA85}" dt="2022-07-01T01:31:17.477" v="977" actId="478"/>
          <ac:graphicFrameMkLst>
            <pc:docMk/>
            <pc:sldMk cId="2437914700" sldId="4047"/>
            <ac:graphicFrameMk id="28" creationId="{00000000-0000-0000-0000-000000000000}"/>
          </ac:graphicFrameMkLst>
        </pc:graphicFrameChg>
      </pc:sldChg>
      <pc:sldChg chg="delSp add del mod">
        <pc:chgData name="Mitra, Sayan" userId="5f9b069e-390c-41f3-af3f-6bd4b0fb9710" providerId="ADAL" clId="{603CB73D-5ABF-4B35-AB35-B8B719F0AA85}" dt="2022-07-01T04:11:00.361" v="2141" actId="47"/>
        <pc:sldMkLst>
          <pc:docMk/>
          <pc:sldMk cId="460850127" sldId="4048"/>
        </pc:sldMkLst>
        <pc:grpChg chg="del">
          <ac:chgData name="Mitra, Sayan" userId="5f9b069e-390c-41f3-af3f-6bd4b0fb9710" providerId="ADAL" clId="{603CB73D-5ABF-4B35-AB35-B8B719F0AA85}" dt="2022-07-01T04:10:37.146" v="2135" actId="478"/>
          <ac:grpSpMkLst>
            <pc:docMk/>
            <pc:sldMk cId="460850127" sldId="4048"/>
            <ac:grpSpMk id="6" creationId="{00000000-0000-0000-0000-000000000000}"/>
          </ac:grpSpMkLst>
        </pc:grpChg>
      </pc:sldChg>
      <pc:sldChg chg="addSp delSp modSp add mod">
        <pc:chgData name="Mitra, Sayan" userId="5f9b069e-390c-41f3-af3f-6bd4b0fb9710" providerId="ADAL" clId="{603CB73D-5ABF-4B35-AB35-B8B719F0AA85}" dt="2022-07-02T04:50:14.789" v="2864" actId="20577"/>
        <pc:sldMkLst>
          <pc:docMk/>
          <pc:sldMk cId="566245043" sldId="4048"/>
        </pc:sldMkLst>
        <pc:spChg chg="add mod">
          <ac:chgData name="Mitra, Sayan" userId="5f9b069e-390c-41f3-af3f-6bd4b0fb9710" providerId="ADAL" clId="{603CB73D-5ABF-4B35-AB35-B8B719F0AA85}" dt="2022-07-02T04:49:21.372" v="2811" actId="255"/>
          <ac:spMkLst>
            <pc:docMk/>
            <pc:sldMk cId="566245043" sldId="4048"/>
            <ac:spMk id="2" creationId="{C0518C32-7305-41C6-B785-FB9F499E64B9}"/>
          </ac:spMkLst>
        </pc:spChg>
        <pc:spChg chg="add mod">
          <ac:chgData name="Mitra, Sayan" userId="5f9b069e-390c-41f3-af3f-6bd4b0fb9710" providerId="ADAL" clId="{603CB73D-5ABF-4B35-AB35-B8B719F0AA85}" dt="2022-07-02T04:50:14.789" v="2864" actId="20577"/>
          <ac:spMkLst>
            <pc:docMk/>
            <pc:sldMk cId="566245043" sldId="4048"/>
            <ac:spMk id="20" creationId="{DBF542CF-FA52-4C67-944D-0A80096B5A30}"/>
          </ac:spMkLst>
        </pc:spChg>
        <pc:spChg chg="mod">
          <ac:chgData name="Mitra, Sayan" userId="5f9b069e-390c-41f3-af3f-6bd4b0fb9710" providerId="ADAL" clId="{603CB73D-5ABF-4B35-AB35-B8B719F0AA85}" dt="2022-07-02T04:48:18.190" v="2787" actId="1036"/>
          <ac:spMkLst>
            <pc:docMk/>
            <pc:sldMk cId="566245043" sldId="4048"/>
            <ac:spMk id="21" creationId="{00000000-0000-0000-0000-000000000000}"/>
          </ac:spMkLst>
        </pc:spChg>
        <pc:spChg chg="add mod">
          <ac:chgData name="Mitra, Sayan" userId="5f9b069e-390c-41f3-af3f-6bd4b0fb9710" providerId="ADAL" clId="{603CB73D-5ABF-4B35-AB35-B8B719F0AA85}" dt="2022-07-02T04:49:51.349" v="2854" actId="20577"/>
          <ac:spMkLst>
            <pc:docMk/>
            <pc:sldMk cId="566245043" sldId="4048"/>
            <ac:spMk id="22" creationId="{976E3ED7-058F-43AB-B807-2FD2D1A52BBC}"/>
          </ac:spMkLst>
        </pc:spChg>
        <pc:spChg chg="add mod">
          <ac:chgData name="Mitra, Sayan" userId="5f9b069e-390c-41f3-af3f-6bd4b0fb9710" providerId="ADAL" clId="{603CB73D-5ABF-4B35-AB35-B8B719F0AA85}" dt="2022-07-02T04:50:02.486" v="2863" actId="20577"/>
          <ac:spMkLst>
            <pc:docMk/>
            <pc:sldMk cId="566245043" sldId="4048"/>
            <ac:spMk id="24" creationId="{1CCB3C88-A77A-4BED-9118-4DCF9829D2C0}"/>
          </ac:spMkLst>
        </pc:spChg>
        <pc:spChg chg="mod">
          <ac:chgData name="Mitra, Sayan" userId="5f9b069e-390c-41f3-af3f-6bd4b0fb9710" providerId="ADAL" clId="{603CB73D-5ABF-4B35-AB35-B8B719F0AA85}" dt="2022-07-02T04:48:18.190" v="2787" actId="1036"/>
          <ac:spMkLst>
            <pc:docMk/>
            <pc:sldMk cId="566245043" sldId="4048"/>
            <ac:spMk id="25" creationId="{00000000-0000-0000-0000-000000000000}"/>
          </ac:spMkLst>
        </pc:spChg>
        <pc:spChg chg="mod">
          <ac:chgData name="Mitra, Sayan" userId="5f9b069e-390c-41f3-af3f-6bd4b0fb9710" providerId="ADAL" clId="{603CB73D-5ABF-4B35-AB35-B8B719F0AA85}" dt="2022-07-02T04:48:18.190" v="2787" actId="1036"/>
          <ac:spMkLst>
            <pc:docMk/>
            <pc:sldMk cId="566245043" sldId="4048"/>
            <ac:spMk id="27" creationId="{00000000-0000-0000-0000-000000000000}"/>
          </ac:spMkLst>
        </pc:spChg>
        <pc:spChg chg="mod">
          <ac:chgData name="Mitra, Sayan" userId="5f9b069e-390c-41f3-af3f-6bd4b0fb9710" providerId="ADAL" clId="{603CB73D-5ABF-4B35-AB35-B8B719F0AA85}" dt="2022-07-02T04:48:18.190" v="2787" actId="1036"/>
          <ac:spMkLst>
            <pc:docMk/>
            <pc:sldMk cId="566245043" sldId="4048"/>
            <ac:spMk id="31" creationId="{00000000-0000-0000-0000-000000000000}"/>
          </ac:spMkLst>
        </pc:spChg>
        <pc:spChg chg="mod">
          <ac:chgData name="Mitra, Sayan" userId="5f9b069e-390c-41f3-af3f-6bd4b0fb9710" providerId="ADAL" clId="{603CB73D-5ABF-4B35-AB35-B8B719F0AA85}" dt="2022-07-02T04:48:18.190" v="2787" actId="1036"/>
          <ac:spMkLst>
            <pc:docMk/>
            <pc:sldMk cId="566245043" sldId="4048"/>
            <ac:spMk id="32" creationId="{00000000-0000-0000-0000-000000000000}"/>
          </ac:spMkLst>
        </pc:spChg>
        <pc:spChg chg="mod">
          <ac:chgData name="Mitra, Sayan" userId="5f9b069e-390c-41f3-af3f-6bd4b0fb9710" providerId="ADAL" clId="{603CB73D-5ABF-4B35-AB35-B8B719F0AA85}" dt="2022-07-02T04:48:18.190" v="2787" actId="1036"/>
          <ac:spMkLst>
            <pc:docMk/>
            <pc:sldMk cId="566245043" sldId="4048"/>
            <ac:spMk id="35" creationId="{00000000-0000-0000-0000-000000000000}"/>
          </ac:spMkLst>
        </pc:spChg>
        <pc:spChg chg="mod">
          <ac:chgData name="Mitra, Sayan" userId="5f9b069e-390c-41f3-af3f-6bd4b0fb9710" providerId="ADAL" clId="{603CB73D-5ABF-4B35-AB35-B8B719F0AA85}" dt="2022-07-01T04:11:27.797" v="2156" actId="20577"/>
          <ac:spMkLst>
            <pc:docMk/>
            <pc:sldMk cId="566245043" sldId="4048"/>
            <ac:spMk id="40" creationId="{00000000-0000-0000-0000-000000000000}"/>
          </ac:spMkLst>
        </pc:spChg>
        <pc:grpChg chg="mod">
          <ac:chgData name="Mitra, Sayan" userId="5f9b069e-390c-41f3-af3f-6bd4b0fb9710" providerId="ADAL" clId="{603CB73D-5ABF-4B35-AB35-B8B719F0AA85}" dt="2022-07-02T04:48:18.190" v="2787" actId="1036"/>
          <ac:grpSpMkLst>
            <pc:docMk/>
            <pc:sldMk cId="566245043" sldId="4048"/>
            <ac:grpSpMk id="3" creationId="{00000000-0000-0000-0000-000000000000}"/>
          </ac:grpSpMkLst>
        </pc:grpChg>
        <pc:grpChg chg="mod">
          <ac:chgData name="Mitra, Sayan" userId="5f9b069e-390c-41f3-af3f-6bd4b0fb9710" providerId="ADAL" clId="{603CB73D-5ABF-4B35-AB35-B8B719F0AA85}" dt="2022-07-02T04:48:18.190" v="2787" actId="1036"/>
          <ac:grpSpMkLst>
            <pc:docMk/>
            <pc:sldMk cId="566245043" sldId="4048"/>
            <ac:grpSpMk id="4" creationId="{00000000-0000-0000-0000-000000000000}"/>
          </ac:grpSpMkLst>
        </pc:grpChg>
        <pc:grpChg chg="mod">
          <ac:chgData name="Mitra, Sayan" userId="5f9b069e-390c-41f3-af3f-6bd4b0fb9710" providerId="ADAL" clId="{603CB73D-5ABF-4B35-AB35-B8B719F0AA85}" dt="2022-07-02T04:48:18.190" v="2787" actId="1036"/>
          <ac:grpSpMkLst>
            <pc:docMk/>
            <pc:sldMk cId="566245043" sldId="4048"/>
            <ac:grpSpMk id="5" creationId="{00000000-0000-0000-0000-000000000000}"/>
          </ac:grpSpMkLst>
        </pc:grpChg>
        <pc:grpChg chg="del">
          <ac:chgData name="Mitra, Sayan" userId="5f9b069e-390c-41f3-af3f-6bd4b0fb9710" providerId="ADAL" clId="{603CB73D-5ABF-4B35-AB35-B8B719F0AA85}" dt="2022-07-01T04:11:31.098" v="2157" actId="478"/>
          <ac:grpSpMkLst>
            <pc:docMk/>
            <pc:sldMk cId="566245043" sldId="4048"/>
            <ac:grpSpMk id="6" creationId="{00000000-0000-0000-0000-000000000000}"/>
          </ac:grpSpMkLst>
        </pc:grpChg>
        <pc:picChg chg="mod">
          <ac:chgData name="Mitra, Sayan" userId="5f9b069e-390c-41f3-af3f-6bd4b0fb9710" providerId="ADAL" clId="{603CB73D-5ABF-4B35-AB35-B8B719F0AA85}" dt="2022-07-02T04:48:18.190" v="2787" actId="1036"/>
          <ac:picMkLst>
            <pc:docMk/>
            <pc:sldMk cId="566245043" sldId="4048"/>
            <ac:picMk id="29" creationId="{51AC1C94-6138-48E7-B343-F00BD110C08A}"/>
          </ac:picMkLst>
        </pc:picChg>
        <pc:cxnChg chg="mod">
          <ac:chgData name="Mitra, Sayan" userId="5f9b069e-390c-41f3-af3f-6bd4b0fb9710" providerId="ADAL" clId="{603CB73D-5ABF-4B35-AB35-B8B719F0AA85}" dt="2022-07-02T04:48:18.190" v="2787" actId="1036"/>
          <ac:cxnSpMkLst>
            <pc:docMk/>
            <pc:sldMk cId="566245043" sldId="4048"/>
            <ac:cxnSpMk id="23" creationId="{00000000-0000-0000-0000-000000000000}"/>
          </ac:cxnSpMkLst>
        </pc:cxnChg>
        <pc:cxnChg chg="mod">
          <ac:chgData name="Mitra, Sayan" userId="5f9b069e-390c-41f3-af3f-6bd4b0fb9710" providerId="ADAL" clId="{603CB73D-5ABF-4B35-AB35-B8B719F0AA85}" dt="2022-07-02T04:48:18.190" v="2787" actId="1036"/>
          <ac:cxnSpMkLst>
            <pc:docMk/>
            <pc:sldMk cId="566245043" sldId="4048"/>
            <ac:cxnSpMk id="28" creationId="{00000000-0000-0000-0000-000000000000}"/>
          </ac:cxnSpMkLst>
        </pc:cxnChg>
        <pc:cxnChg chg="mod">
          <ac:chgData name="Mitra, Sayan" userId="5f9b069e-390c-41f3-af3f-6bd4b0fb9710" providerId="ADAL" clId="{603CB73D-5ABF-4B35-AB35-B8B719F0AA85}" dt="2022-07-02T04:48:18.190" v="2787" actId="1036"/>
          <ac:cxnSpMkLst>
            <pc:docMk/>
            <pc:sldMk cId="566245043" sldId="4048"/>
            <ac:cxnSpMk id="30" creationId="{00000000-0000-0000-0000-000000000000}"/>
          </ac:cxnSpMkLst>
        </pc:cxnChg>
      </pc:sldChg>
      <pc:sldChg chg="delSp modSp add del mod">
        <pc:chgData name="Mitra, Sayan" userId="5f9b069e-390c-41f3-af3f-6bd4b0fb9710" providerId="ADAL" clId="{603CB73D-5ABF-4B35-AB35-B8B719F0AA85}" dt="2022-07-01T04:11:16.493" v="2146" actId="47"/>
        <pc:sldMkLst>
          <pc:docMk/>
          <pc:sldMk cId="1436543089" sldId="4048"/>
        </pc:sldMkLst>
        <pc:spChg chg="mod">
          <ac:chgData name="Mitra, Sayan" userId="5f9b069e-390c-41f3-af3f-6bd4b0fb9710" providerId="ADAL" clId="{603CB73D-5ABF-4B35-AB35-B8B719F0AA85}" dt="2022-07-01T04:11:10.991" v="2145" actId="20577"/>
          <ac:spMkLst>
            <pc:docMk/>
            <pc:sldMk cId="1436543089" sldId="4048"/>
            <ac:spMk id="40" creationId="{00000000-0000-0000-0000-000000000000}"/>
          </ac:spMkLst>
        </pc:spChg>
        <pc:grpChg chg="del">
          <ac:chgData name="Mitra, Sayan" userId="5f9b069e-390c-41f3-af3f-6bd4b0fb9710" providerId="ADAL" clId="{603CB73D-5ABF-4B35-AB35-B8B719F0AA85}" dt="2022-07-01T04:11:07.148" v="2143" actId="478"/>
          <ac:grpSpMkLst>
            <pc:docMk/>
            <pc:sldMk cId="1436543089" sldId="4048"/>
            <ac:grpSpMk id="6" creationId="{00000000-0000-0000-0000-000000000000}"/>
          </ac:grpSpMkLst>
        </pc:grpChg>
      </pc:sldChg>
      <pc:sldChg chg="delSp modSp mod ord">
        <pc:chgData name="Mitra, Sayan" userId="5f9b069e-390c-41f3-af3f-6bd4b0fb9710" providerId="ADAL" clId="{603CB73D-5ABF-4B35-AB35-B8B719F0AA85}" dt="2022-07-04T05:00:08.859" v="12464"/>
        <pc:sldMkLst>
          <pc:docMk/>
          <pc:sldMk cId="326628513" sldId="6182"/>
        </pc:sldMkLst>
        <pc:spChg chg="mod">
          <ac:chgData name="Mitra, Sayan" userId="5f9b069e-390c-41f3-af3f-6bd4b0fb9710" providerId="ADAL" clId="{603CB73D-5ABF-4B35-AB35-B8B719F0AA85}" dt="2022-07-01T15:07:20.215" v="2358" actId="12"/>
          <ac:spMkLst>
            <pc:docMk/>
            <pc:sldMk cId="326628513" sldId="6182"/>
            <ac:spMk id="8" creationId="{36C334D6-0582-4757-ABEE-9C9A86C1CC14}"/>
          </ac:spMkLst>
        </pc:spChg>
        <pc:spChg chg="del">
          <ac:chgData name="Mitra, Sayan" userId="5f9b069e-390c-41f3-af3f-6bd4b0fb9710" providerId="ADAL" clId="{603CB73D-5ABF-4B35-AB35-B8B719F0AA85}" dt="2022-07-03T05:32:48.985" v="7329" actId="478"/>
          <ac:spMkLst>
            <pc:docMk/>
            <pc:sldMk cId="326628513" sldId="6182"/>
            <ac:spMk id="12" creationId="{E3D7766B-117C-415C-BECB-9276C1BE489D}"/>
          </ac:spMkLst>
        </pc:spChg>
      </pc:sldChg>
      <pc:sldChg chg="delSp modSp del mod ord">
        <pc:chgData name="Mitra, Sayan" userId="5f9b069e-390c-41f3-af3f-6bd4b0fb9710" providerId="ADAL" clId="{603CB73D-5ABF-4B35-AB35-B8B719F0AA85}" dt="2022-07-03T15:36:23.438" v="10357" actId="47"/>
        <pc:sldMkLst>
          <pc:docMk/>
          <pc:sldMk cId="3622323979" sldId="6186"/>
        </pc:sldMkLst>
        <pc:spChg chg="mod">
          <ac:chgData name="Mitra, Sayan" userId="5f9b069e-390c-41f3-af3f-6bd4b0fb9710" providerId="ADAL" clId="{603CB73D-5ABF-4B35-AB35-B8B719F0AA85}" dt="2022-07-01T08:23:17.093" v="2160" actId="12"/>
          <ac:spMkLst>
            <pc:docMk/>
            <pc:sldMk cId="3622323979" sldId="6186"/>
            <ac:spMk id="2" creationId="{C7C57534-F459-4649-8D04-E579B00458D6}"/>
          </ac:spMkLst>
        </pc:spChg>
        <pc:spChg chg="mod">
          <ac:chgData name="Mitra, Sayan" userId="5f9b069e-390c-41f3-af3f-6bd4b0fb9710" providerId="ADAL" clId="{603CB73D-5ABF-4B35-AB35-B8B719F0AA85}" dt="2022-07-01T08:23:50.341" v="2165" actId="207"/>
          <ac:spMkLst>
            <pc:docMk/>
            <pc:sldMk cId="3622323979" sldId="6186"/>
            <ac:spMk id="4" creationId="{FD0657CB-7C26-431A-BFA6-4268DA410832}"/>
          </ac:spMkLst>
        </pc:spChg>
        <pc:spChg chg="del">
          <ac:chgData name="Mitra, Sayan" userId="5f9b069e-390c-41f3-af3f-6bd4b0fb9710" providerId="ADAL" clId="{603CB73D-5ABF-4B35-AB35-B8B719F0AA85}" dt="2022-07-03T05:32:52.300" v="7330" actId="21"/>
          <ac:spMkLst>
            <pc:docMk/>
            <pc:sldMk cId="3622323979" sldId="6186"/>
            <ac:spMk id="14" creationId="{6B588208-0A9B-4A46-9A1F-D04766FD82BD}"/>
          </ac:spMkLst>
        </pc:spChg>
        <pc:picChg chg="mod">
          <ac:chgData name="Mitra, Sayan" userId="5f9b069e-390c-41f3-af3f-6bd4b0fb9710" providerId="ADAL" clId="{603CB73D-5ABF-4B35-AB35-B8B719F0AA85}" dt="2022-07-01T08:46:14.323" v="2190" actId="14100"/>
          <ac:picMkLst>
            <pc:docMk/>
            <pc:sldMk cId="3622323979" sldId="6186"/>
            <ac:picMk id="17" creationId="{55950881-0AC6-4229-9ECC-9AF645D42745}"/>
          </ac:picMkLst>
        </pc:picChg>
      </pc:sldChg>
      <pc:sldChg chg="modSp new mod">
        <pc:chgData name="Mitra, Sayan" userId="5f9b069e-390c-41f3-af3f-6bd4b0fb9710" providerId="ADAL" clId="{603CB73D-5ABF-4B35-AB35-B8B719F0AA85}" dt="2022-07-01T11:43:16.707" v="2269" actId="20577"/>
        <pc:sldMkLst>
          <pc:docMk/>
          <pc:sldMk cId="3627085183" sldId="6187"/>
        </pc:sldMkLst>
        <pc:spChg chg="mod">
          <ac:chgData name="Mitra, Sayan" userId="5f9b069e-390c-41f3-af3f-6bd4b0fb9710" providerId="ADAL" clId="{603CB73D-5ABF-4B35-AB35-B8B719F0AA85}" dt="2022-07-01T11:43:16.707" v="2269" actId="20577"/>
          <ac:spMkLst>
            <pc:docMk/>
            <pc:sldMk cId="3627085183" sldId="6187"/>
            <ac:spMk id="2" creationId="{EF5ED846-31EA-42B1-87CA-5AF9F3EB4F42}"/>
          </ac:spMkLst>
        </pc:spChg>
      </pc:sldChg>
      <pc:sldChg chg="addSp modSp new mod">
        <pc:chgData name="Mitra, Sayan" userId="5f9b069e-390c-41f3-af3f-6bd4b0fb9710" providerId="ADAL" clId="{603CB73D-5ABF-4B35-AB35-B8B719F0AA85}" dt="2022-07-02T04:14:58.695" v="2652" actId="1076"/>
        <pc:sldMkLst>
          <pc:docMk/>
          <pc:sldMk cId="263422836" sldId="6188"/>
        </pc:sldMkLst>
        <pc:spChg chg="mod">
          <ac:chgData name="Mitra, Sayan" userId="5f9b069e-390c-41f3-af3f-6bd4b0fb9710" providerId="ADAL" clId="{603CB73D-5ABF-4B35-AB35-B8B719F0AA85}" dt="2022-07-02T04:14:30.959" v="2651" actId="6549"/>
          <ac:spMkLst>
            <pc:docMk/>
            <pc:sldMk cId="263422836" sldId="6188"/>
            <ac:spMk id="2" creationId="{A29B01C2-F874-4866-95FF-FC2697AD3A59}"/>
          </ac:spMkLst>
        </pc:spChg>
        <pc:picChg chg="add mod">
          <ac:chgData name="Mitra, Sayan" userId="5f9b069e-390c-41f3-af3f-6bd4b0fb9710" providerId="ADAL" clId="{603CB73D-5ABF-4B35-AB35-B8B719F0AA85}" dt="2022-07-02T04:14:58.695" v="2652" actId="1076"/>
          <ac:picMkLst>
            <pc:docMk/>
            <pc:sldMk cId="263422836" sldId="6188"/>
            <ac:picMk id="3" creationId="{8F308EBC-0361-48E3-9C71-797EE10EE873}"/>
          </ac:picMkLst>
        </pc:picChg>
      </pc:sldChg>
      <pc:sldChg chg="addSp delSp modSp mod modClrScheme chgLayout">
        <pc:chgData name="Mitra, Sayan" userId="5f9b069e-390c-41f3-af3f-6bd4b0fb9710" providerId="ADAL" clId="{603CB73D-5ABF-4B35-AB35-B8B719F0AA85}" dt="2022-07-04T16:34:13.683" v="14379" actId="478"/>
        <pc:sldMkLst>
          <pc:docMk/>
          <pc:sldMk cId="2840196612" sldId="6189"/>
        </pc:sldMkLst>
        <pc:spChg chg="mod ord">
          <ac:chgData name="Mitra, Sayan" userId="5f9b069e-390c-41f3-af3f-6bd4b0fb9710" providerId="ADAL" clId="{603CB73D-5ABF-4B35-AB35-B8B719F0AA85}" dt="2022-07-04T16:34:03.718" v="14377" actId="700"/>
          <ac:spMkLst>
            <pc:docMk/>
            <pc:sldMk cId="2840196612" sldId="6189"/>
            <ac:spMk id="2" creationId="{68541C34-8170-444D-B82E-63863DB67DF6}"/>
          </ac:spMkLst>
        </pc:spChg>
        <pc:spChg chg="add del mod ord">
          <ac:chgData name="Mitra, Sayan" userId="5f9b069e-390c-41f3-af3f-6bd4b0fb9710" providerId="ADAL" clId="{603CB73D-5ABF-4B35-AB35-B8B719F0AA85}" dt="2022-07-04T16:34:08.329" v="14378" actId="478"/>
          <ac:spMkLst>
            <pc:docMk/>
            <pc:sldMk cId="2840196612" sldId="6189"/>
            <ac:spMk id="3" creationId="{4C217EA8-A802-491D-B57D-B8CD696C7794}"/>
          </ac:spMkLst>
        </pc:spChg>
        <pc:spChg chg="del">
          <ac:chgData name="Mitra, Sayan" userId="5f9b069e-390c-41f3-af3f-6bd4b0fb9710" providerId="ADAL" clId="{603CB73D-5ABF-4B35-AB35-B8B719F0AA85}" dt="2022-07-04T05:46:29.140" v="12606" actId="478"/>
          <ac:spMkLst>
            <pc:docMk/>
            <pc:sldMk cId="2840196612" sldId="6189"/>
            <ac:spMk id="3" creationId="{65B31109-E6B1-4CFD-A7C5-FBA6D5A64019}"/>
          </ac:spMkLst>
        </pc:spChg>
        <pc:spChg chg="add del mod ord">
          <ac:chgData name="Mitra, Sayan" userId="5f9b069e-390c-41f3-af3f-6bd4b0fb9710" providerId="ADAL" clId="{603CB73D-5ABF-4B35-AB35-B8B719F0AA85}" dt="2022-07-04T16:34:13.683" v="14379" actId="478"/>
          <ac:spMkLst>
            <pc:docMk/>
            <pc:sldMk cId="2840196612" sldId="6189"/>
            <ac:spMk id="4" creationId="{7DFDBF75-1B71-4952-BC91-19E8B6D29B82}"/>
          </ac:spMkLst>
        </pc:spChg>
      </pc:sldChg>
      <pc:sldChg chg="add del setBg">
        <pc:chgData name="Mitra, Sayan" userId="5f9b069e-390c-41f3-af3f-6bd4b0fb9710" providerId="ADAL" clId="{603CB73D-5ABF-4B35-AB35-B8B719F0AA85}" dt="2022-07-01T15:09:40.619" v="2367" actId="47"/>
        <pc:sldMkLst>
          <pc:docMk/>
          <pc:sldMk cId="28581655" sldId="6190"/>
        </pc:sldMkLst>
      </pc:sldChg>
      <pc:sldChg chg="add del">
        <pc:chgData name="Mitra, Sayan" userId="5f9b069e-390c-41f3-af3f-6bd4b0fb9710" providerId="ADAL" clId="{603CB73D-5ABF-4B35-AB35-B8B719F0AA85}" dt="2022-07-01T15:04:43.203" v="2345" actId="47"/>
        <pc:sldMkLst>
          <pc:docMk/>
          <pc:sldMk cId="3337919590" sldId="6190"/>
        </pc:sldMkLst>
      </pc:sldChg>
      <pc:sldChg chg="modSp new mod">
        <pc:chgData name="Mitra, Sayan" userId="5f9b069e-390c-41f3-af3f-6bd4b0fb9710" providerId="ADAL" clId="{603CB73D-5ABF-4B35-AB35-B8B719F0AA85}" dt="2022-07-02T04:11:03.057" v="2625" actId="20577"/>
        <pc:sldMkLst>
          <pc:docMk/>
          <pc:sldMk cId="3848024527" sldId="6190"/>
        </pc:sldMkLst>
        <pc:spChg chg="mod">
          <ac:chgData name="Mitra, Sayan" userId="5f9b069e-390c-41f3-af3f-6bd4b0fb9710" providerId="ADAL" clId="{603CB73D-5ABF-4B35-AB35-B8B719F0AA85}" dt="2022-07-02T04:11:03.057" v="2625" actId="20577"/>
          <ac:spMkLst>
            <pc:docMk/>
            <pc:sldMk cId="3848024527" sldId="6190"/>
            <ac:spMk id="2" creationId="{9ABE4B3F-B2E8-4C5C-A7FE-3D917C413C7C}"/>
          </ac:spMkLst>
        </pc:spChg>
      </pc:sldChg>
      <pc:sldChg chg="addSp delSp modSp new mod modClrScheme chgLayout">
        <pc:chgData name="Mitra, Sayan" userId="5f9b069e-390c-41f3-af3f-6bd4b0fb9710" providerId="ADAL" clId="{603CB73D-5ABF-4B35-AB35-B8B719F0AA85}" dt="2022-07-04T06:21:27.861" v="12981" actId="1036"/>
        <pc:sldMkLst>
          <pc:docMk/>
          <pc:sldMk cId="309885933" sldId="6191"/>
        </pc:sldMkLst>
        <pc:spChg chg="mod ord">
          <ac:chgData name="Mitra, Sayan" userId="5f9b069e-390c-41f3-af3f-6bd4b0fb9710" providerId="ADAL" clId="{603CB73D-5ABF-4B35-AB35-B8B719F0AA85}" dt="2022-07-02T04:20:15.764" v="2676" actId="26606"/>
          <ac:spMkLst>
            <pc:docMk/>
            <pc:sldMk cId="309885933" sldId="6191"/>
            <ac:spMk id="2" creationId="{40DEA8BD-8A64-43E8-ABA4-688AE1E16EA0}"/>
          </ac:spMkLst>
        </pc:spChg>
        <pc:spChg chg="add del mod ord">
          <ac:chgData name="Mitra, Sayan" userId="5f9b069e-390c-41f3-af3f-6bd4b0fb9710" providerId="ADAL" clId="{603CB73D-5ABF-4B35-AB35-B8B719F0AA85}" dt="2022-07-04T04:11:02.502" v="10887" actId="478"/>
          <ac:spMkLst>
            <pc:docMk/>
            <pc:sldMk cId="309885933" sldId="6191"/>
            <ac:spMk id="4" creationId="{F9108327-C6A8-43CF-80C3-E5BA9F2C269A}"/>
          </ac:spMkLst>
        </pc:spChg>
        <pc:spChg chg="add del mod">
          <ac:chgData name="Mitra, Sayan" userId="5f9b069e-390c-41f3-af3f-6bd4b0fb9710" providerId="ADAL" clId="{603CB73D-5ABF-4B35-AB35-B8B719F0AA85}" dt="2022-07-04T04:11:06.048" v="10888" actId="478"/>
          <ac:spMkLst>
            <pc:docMk/>
            <pc:sldMk cId="309885933" sldId="6191"/>
            <ac:spMk id="6" creationId="{D2ABAB45-F452-4A11-A5FA-A0F7807FD281}"/>
          </ac:spMkLst>
        </pc:spChg>
        <pc:spChg chg="add mod">
          <ac:chgData name="Mitra, Sayan" userId="5f9b069e-390c-41f3-af3f-6bd4b0fb9710" providerId="ADAL" clId="{603CB73D-5ABF-4B35-AB35-B8B719F0AA85}" dt="2022-07-04T06:21:27.861" v="12981" actId="1036"/>
          <ac:spMkLst>
            <pc:docMk/>
            <pc:sldMk cId="309885933" sldId="6191"/>
            <ac:spMk id="9" creationId="{6D85D654-A8BF-41FE-8FF7-0F7756B3FD5C}"/>
          </ac:spMkLst>
        </pc:spChg>
        <pc:graphicFrameChg chg="add mod modGraphic">
          <ac:chgData name="Mitra, Sayan" userId="5f9b069e-390c-41f3-af3f-6bd4b0fb9710" providerId="ADAL" clId="{603CB73D-5ABF-4B35-AB35-B8B719F0AA85}" dt="2022-07-04T06:21:27.861" v="12981" actId="1036"/>
          <ac:graphicFrameMkLst>
            <pc:docMk/>
            <pc:sldMk cId="309885933" sldId="6191"/>
            <ac:graphicFrameMk id="7" creationId="{FEFC1BAD-029A-4949-8AB7-296B12402717}"/>
          </ac:graphicFrameMkLst>
        </pc:graphicFrameChg>
      </pc:sldChg>
      <pc:sldChg chg="new del">
        <pc:chgData name="Mitra, Sayan" userId="5f9b069e-390c-41f3-af3f-6bd4b0fb9710" providerId="ADAL" clId="{603CB73D-5ABF-4B35-AB35-B8B719F0AA85}" dt="2022-07-02T04:11:11.657" v="2629" actId="680"/>
        <pc:sldMkLst>
          <pc:docMk/>
          <pc:sldMk cId="672723644" sldId="6191"/>
        </pc:sldMkLst>
      </pc:sldChg>
      <pc:sldChg chg="new del">
        <pc:chgData name="Mitra, Sayan" userId="5f9b069e-390c-41f3-af3f-6bd4b0fb9710" providerId="ADAL" clId="{603CB73D-5ABF-4B35-AB35-B8B719F0AA85}" dt="2022-07-02T04:11:07.511" v="2627" actId="680"/>
        <pc:sldMkLst>
          <pc:docMk/>
          <pc:sldMk cId="2154276233" sldId="6191"/>
        </pc:sldMkLst>
      </pc:sldChg>
      <pc:sldChg chg="new del">
        <pc:chgData name="Mitra, Sayan" userId="5f9b069e-390c-41f3-af3f-6bd4b0fb9710" providerId="ADAL" clId="{603CB73D-5ABF-4B35-AB35-B8B719F0AA85}" dt="2022-07-02T04:25:13.032" v="2724" actId="680"/>
        <pc:sldMkLst>
          <pc:docMk/>
          <pc:sldMk cId="3033028835" sldId="6192"/>
        </pc:sldMkLst>
      </pc:sldChg>
      <pc:sldChg chg="addSp delSp modSp new mod modTransition modClrScheme chgLayout">
        <pc:chgData name="Mitra, Sayan" userId="5f9b069e-390c-41f3-af3f-6bd4b0fb9710" providerId="ADAL" clId="{603CB73D-5ABF-4B35-AB35-B8B719F0AA85}" dt="2022-07-04T08:02:27.622" v="12987"/>
        <pc:sldMkLst>
          <pc:docMk/>
          <pc:sldMk cId="3850041774" sldId="6192"/>
        </pc:sldMkLst>
        <pc:spChg chg="mod ord">
          <ac:chgData name="Mitra, Sayan" userId="5f9b069e-390c-41f3-af3f-6bd4b0fb9710" providerId="ADAL" clId="{603CB73D-5ABF-4B35-AB35-B8B719F0AA85}" dt="2022-07-02T05:57:39.787" v="2939" actId="26606"/>
          <ac:spMkLst>
            <pc:docMk/>
            <pc:sldMk cId="3850041774" sldId="6192"/>
            <ac:spMk id="2" creationId="{905F276B-62DE-4204-96B7-DF626CAFCBE8}"/>
          </ac:spMkLst>
        </pc:spChg>
        <pc:spChg chg="add mod ord">
          <ac:chgData name="Mitra, Sayan" userId="5f9b069e-390c-41f3-af3f-6bd4b0fb9710" providerId="ADAL" clId="{603CB73D-5ABF-4B35-AB35-B8B719F0AA85}" dt="2022-07-04T08:02:27.622" v="12987"/>
          <ac:spMkLst>
            <pc:docMk/>
            <pc:sldMk cId="3850041774" sldId="6192"/>
            <ac:spMk id="4" creationId="{FF9A8B35-B3B7-4DE9-AF1C-394413BC6F4D}"/>
          </ac:spMkLst>
        </pc:spChg>
        <pc:spChg chg="add mod">
          <ac:chgData name="Mitra, Sayan" userId="5f9b069e-390c-41f3-af3f-6bd4b0fb9710" providerId="ADAL" clId="{603CB73D-5ABF-4B35-AB35-B8B719F0AA85}" dt="2022-07-03T14:37:21.731" v="10233" actId="692"/>
          <ac:spMkLst>
            <pc:docMk/>
            <pc:sldMk cId="3850041774" sldId="6192"/>
            <ac:spMk id="7" creationId="{7EF233F9-C6A2-4720-90A1-2AEC3D1028F2}"/>
          </ac:spMkLst>
        </pc:spChg>
        <pc:spChg chg="add del mod">
          <ac:chgData name="Mitra, Sayan" userId="5f9b069e-390c-41f3-af3f-6bd4b0fb9710" providerId="ADAL" clId="{603CB73D-5ABF-4B35-AB35-B8B719F0AA85}" dt="2022-07-02T05:57:39.782" v="2938" actId="26606"/>
          <ac:spMkLst>
            <pc:docMk/>
            <pc:sldMk cId="3850041774" sldId="6192"/>
            <ac:spMk id="7" creationId="{C3319F84-3754-50D0-892E-5DDA2E74627B}"/>
          </ac:spMkLst>
        </pc:spChg>
        <pc:spChg chg="add del mod">
          <ac:chgData name="Mitra, Sayan" userId="5f9b069e-390c-41f3-af3f-6bd4b0fb9710" providerId="ADAL" clId="{603CB73D-5ABF-4B35-AB35-B8B719F0AA85}" dt="2022-07-02T09:27:36.767" v="3003"/>
          <ac:spMkLst>
            <pc:docMk/>
            <pc:sldMk cId="3850041774" sldId="6192"/>
            <ac:spMk id="8" creationId="{9D2BDF46-50D6-4158-9AE7-48CDA0954626}"/>
          </ac:spMkLst>
        </pc:spChg>
        <pc:spChg chg="add del mod">
          <ac:chgData name="Mitra, Sayan" userId="5f9b069e-390c-41f3-af3f-6bd4b0fb9710" providerId="ADAL" clId="{603CB73D-5ABF-4B35-AB35-B8B719F0AA85}" dt="2022-07-02T09:27:36.767" v="3003"/>
          <ac:spMkLst>
            <pc:docMk/>
            <pc:sldMk cId="3850041774" sldId="6192"/>
            <ac:spMk id="9" creationId="{B77D10EF-6D99-4F47-9566-E99977B5C7F1}"/>
          </ac:spMkLst>
        </pc:spChg>
        <pc:spChg chg="add del mod">
          <ac:chgData name="Mitra, Sayan" userId="5f9b069e-390c-41f3-af3f-6bd4b0fb9710" providerId="ADAL" clId="{603CB73D-5ABF-4B35-AB35-B8B719F0AA85}" dt="2022-07-02T05:57:36.663" v="2932" actId="26606"/>
          <ac:spMkLst>
            <pc:docMk/>
            <pc:sldMk cId="3850041774" sldId="6192"/>
            <ac:spMk id="10" creationId="{271F3F0C-61DC-2B0E-E288-B659C32A6EA3}"/>
          </ac:spMkLst>
        </pc:spChg>
        <pc:spChg chg="add del mod">
          <ac:chgData name="Mitra, Sayan" userId="5f9b069e-390c-41f3-af3f-6bd4b0fb9710" providerId="ADAL" clId="{603CB73D-5ABF-4B35-AB35-B8B719F0AA85}" dt="2022-07-02T09:27:36.767" v="3003"/>
          <ac:spMkLst>
            <pc:docMk/>
            <pc:sldMk cId="3850041774" sldId="6192"/>
            <ac:spMk id="11" creationId="{69BDA019-49E5-4EBE-8966-F7993845361B}"/>
          </ac:spMkLst>
        </pc:spChg>
        <pc:spChg chg="add mod">
          <ac:chgData name="Mitra, Sayan" userId="5f9b069e-390c-41f3-af3f-6bd4b0fb9710" providerId="ADAL" clId="{603CB73D-5ABF-4B35-AB35-B8B719F0AA85}" dt="2022-07-03T14:34:20.800" v="10189" actId="255"/>
          <ac:spMkLst>
            <pc:docMk/>
            <pc:sldMk cId="3850041774" sldId="6192"/>
            <ac:spMk id="11" creationId="{732CCEFE-DB9B-4E78-BC75-C986B223B94D}"/>
          </ac:spMkLst>
        </pc:spChg>
        <pc:spChg chg="add del mod">
          <ac:chgData name="Mitra, Sayan" userId="5f9b069e-390c-41f3-af3f-6bd4b0fb9710" providerId="ADAL" clId="{603CB73D-5ABF-4B35-AB35-B8B719F0AA85}" dt="2022-07-02T09:27:36.767" v="3003"/>
          <ac:spMkLst>
            <pc:docMk/>
            <pc:sldMk cId="3850041774" sldId="6192"/>
            <ac:spMk id="12" creationId="{7F6407D8-A31C-4484-A121-0DEB90424EA6}"/>
          </ac:spMkLst>
        </pc:spChg>
        <pc:spChg chg="add mod">
          <ac:chgData name="Mitra, Sayan" userId="5f9b069e-390c-41f3-af3f-6bd4b0fb9710" providerId="ADAL" clId="{603CB73D-5ABF-4B35-AB35-B8B719F0AA85}" dt="2022-07-03T14:34:20.800" v="10189" actId="255"/>
          <ac:spMkLst>
            <pc:docMk/>
            <pc:sldMk cId="3850041774" sldId="6192"/>
            <ac:spMk id="12" creationId="{A488C8B9-414B-483A-964C-61A9D42DD369}"/>
          </ac:spMkLst>
        </pc:spChg>
        <pc:spChg chg="add mod">
          <ac:chgData name="Mitra, Sayan" userId="5f9b069e-390c-41f3-af3f-6bd4b0fb9710" providerId="ADAL" clId="{603CB73D-5ABF-4B35-AB35-B8B719F0AA85}" dt="2022-07-03T14:34:20.800" v="10189" actId="255"/>
          <ac:spMkLst>
            <pc:docMk/>
            <pc:sldMk cId="3850041774" sldId="6192"/>
            <ac:spMk id="13" creationId="{555AE5A4-6584-41B4-921F-1F05C856D7A5}"/>
          </ac:spMkLst>
        </pc:spChg>
        <pc:spChg chg="add del mod">
          <ac:chgData name="Mitra, Sayan" userId="5f9b069e-390c-41f3-af3f-6bd4b0fb9710" providerId="ADAL" clId="{603CB73D-5ABF-4B35-AB35-B8B719F0AA85}" dt="2022-07-02T09:27:36.767" v="3003"/>
          <ac:spMkLst>
            <pc:docMk/>
            <pc:sldMk cId="3850041774" sldId="6192"/>
            <ac:spMk id="13" creationId="{EA2DCA2B-E662-40DA-90D8-A0CBEEA4D05F}"/>
          </ac:spMkLst>
        </pc:spChg>
        <pc:spChg chg="add mod">
          <ac:chgData name="Mitra, Sayan" userId="5f9b069e-390c-41f3-af3f-6bd4b0fb9710" providerId="ADAL" clId="{603CB73D-5ABF-4B35-AB35-B8B719F0AA85}" dt="2022-07-03T14:34:20.800" v="10189" actId="255"/>
          <ac:spMkLst>
            <pc:docMk/>
            <pc:sldMk cId="3850041774" sldId="6192"/>
            <ac:spMk id="14" creationId="{4DE5EA84-D53D-4272-BA0E-2DB11CAEBDEF}"/>
          </ac:spMkLst>
        </pc:spChg>
        <pc:spChg chg="add del mod">
          <ac:chgData name="Mitra, Sayan" userId="5f9b069e-390c-41f3-af3f-6bd4b0fb9710" providerId="ADAL" clId="{603CB73D-5ABF-4B35-AB35-B8B719F0AA85}" dt="2022-07-02T09:27:36.767" v="3003"/>
          <ac:spMkLst>
            <pc:docMk/>
            <pc:sldMk cId="3850041774" sldId="6192"/>
            <ac:spMk id="15" creationId="{7DD29752-E522-4106-8C66-600F788CEA8D}"/>
          </ac:spMkLst>
        </pc:spChg>
        <pc:spChg chg="add mod">
          <ac:chgData name="Mitra, Sayan" userId="5f9b069e-390c-41f3-af3f-6bd4b0fb9710" providerId="ADAL" clId="{603CB73D-5ABF-4B35-AB35-B8B719F0AA85}" dt="2022-07-03T14:34:20.800" v="10189" actId="255"/>
          <ac:spMkLst>
            <pc:docMk/>
            <pc:sldMk cId="3850041774" sldId="6192"/>
            <ac:spMk id="15" creationId="{FDC9AF86-0DC3-457F-8DF0-86CA75368899}"/>
          </ac:spMkLst>
        </pc:spChg>
        <pc:spChg chg="add mod">
          <ac:chgData name="Mitra, Sayan" userId="5f9b069e-390c-41f3-af3f-6bd4b0fb9710" providerId="ADAL" clId="{603CB73D-5ABF-4B35-AB35-B8B719F0AA85}" dt="2022-07-03T14:35:43.917" v="10220" actId="14100"/>
          <ac:spMkLst>
            <pc:docMk/>
            <pc:sldMk cId="3850041774" sldId="6192"/>
            <ac:spMk id="16" creationId="{1F926E5F-2E79-43CB-A514-9EC7A1420F1A}"/>
          </ac:spMkLst>
        </pc:spChg>
        <pc:spChg chg="add del mod">
          <ac:chgData name="Mitra, Sayan" userId="5f9b069e-390c-41f3-af3f-6bd4b0fb9710" providerId="ADAL" clId="{603CB73D-5ABF-4B35-AB35-B8B719F0AA85}" dt="2022-07-02T09:27:36.767" v="3003"/>
          <ac:spMkLst>
            <pc:docMk/>
            <pc:sldMk cId="3850041774" sldId="6192"/>
            <ac:spMk id="17" creationId="{068F2143-1A9E-49F2-AC72-5BB3E78E1816}"/>
          </ac:spMkLst>
        </pc:spChg>
        <pc:spChg chg="add mod">
          <ac:chgData name="Mitra, Sayan" userId="5f9b069e-390c-41f3-af3f-6bd4b0fb9710" providerId="ADAL" clId="{603CB73D-5ABF-4B35-AB35-B8B719F0AA85}" dt="2022-07-03T14:34:20.800" v="10189" actId="255"/>
          <ac:spMkLst>
            <pc:docMk/>
            <pc:sldMk cId="3850041774" sldId="6192"/>
            <ac:spMk id="17" creationId="{B29D5428-49BB-4503-87AC-4E6BD7EEB41C}"/>
          </ac:spMkLst>
        </pc:spChg>
        <pc:spChg chg="add mod">
          <ac:chgData name="Mitra, Sayan" userId="5f9b069e-390c-41f3-af3f-6bd4b0fb9710" providerId="ADAL" clId="{603CB73D-5ABF-4B35-AB35-B8B719F0AA85}" dt="2022-07-03T14:34:20.800" v="10189" actId="255"/>
          <ac:spMkLst>
            <pc:docMk/>
            <pc:sldMk cId="3850041774" sldId="6192"/>
            <ac:spMk id="18" creationId="{79ABDE99-62E4-4C36-9EEC-F36A3C7B0420}"/>
          </ac:spMkLst>
        </pc:spChg>
        <pc:spChg chg="add del mod">
          <ac:chgData name="Mitra, Sayan" userId="5f9b069e-390c-41f3-af3f-6bd4b0fb9710" providerId="ADAL" clId="{603CB73D-5ABF-4B35-AB35-B8B719F0AA85}" dt="2022-07-02T09:27:36.767" v="3003"/>
          <ac:spMkLst>
            <pc:docMk/>
            <pc:sldMk cId="3850041774" sldId="6192"/>
            <ac:spMk id="19" creationId="{02B3CF5F-D7D4-40FF-8CFE-C02062030E9E}"/>
          </ac:spMkLst>
        </pc:spChg>
        <pc:spChg chg="add mod">
          <ac:chgData name="Mitra, Sayan" userId="5f9b069e-390c-41f3-af3f-6bd4b0fb9710" providerId="ADAL" clId="{603CB73D-5ABF-4B35-AB35-B8B719F0AA85}" dt="2022-07-03T14:34:20.800" v="10189" actId="255"/>
          <ac:spMkLst>
            <pc:docMk/>
            <pc:sldMk cId="3850041774" sldId="6192"/>
            <ac:spMk id="19" creationId="{D096FE2B-1C45-4F55-BD04-82EA0BA8852C}"/>
          </ac:spMkLst>
        </pc:spChg>
        <pc:spChg chg="add mod">
          <ac:chgData name="Mitra, Sayan" userId="5f9b069e-390c-41f3-af3f-6bd4b0fb9710" providerId="ADAL" clId="{603CB73D-5ABF-4B35-AB35-B8B719F0AA85}" dt="2022-07-03T14:34:20.800" v="10189" actId="255"/>
          <ac:spMkLst>
            <pc:docMk/>
            <pc:sldMk cId="3850041774" sldId="6192"/>
            <ac:spMk id="20" creationId="{E5C9277A-B439-4EFC-9D94-5C20A15D3E63}"/>
          </ac:spMkLst>
        </pc:spChg>
        <pc:spChg chg="add mod">
          <ac:chgData name="Mitra, Sayan" userId="5f9b069e-390c-41f3-af3f-6bd4b0fb9710" providerId="ADAL" clId="{603CB73D-5ABF-4B35-AB35-B8B719F0AA85}" dt="2022-07-03T14:34:20.800" v="10189" actId="255"/>
          <ac:spMkLst>
            <pc:docMk/>
            <pc:sldMk cId="3850041774" sldId="6192"/>
            <ac:spMk id="21" creationId="{5ED4EBDD-BEC5-40AD-8114-8463252AEC33}"/>
          </ac:spMkLst>
        </pc:spChg>
        <pc:spChg chg="mod">
          <ac:chgData name="Mitra, Sayan" userId="5f9b069e-390c-41f3-af3f-6bd4b0fb9710" providerId="ADAL" clId="{603CB73D-5ABF-4B35-AB35-B8B719F0AA85}" dt="2022-07-02T09:27:34.835" v="3002"/>
          <ac:spMkLst>
            <pc:docMk/>
            <pc:sldMk cId="3850041774" sldId="6192"/>
            <ac:spMk id="22" creationId="{639AF47B-0519-42BE-BDA5-CA3EC26F8FEC}"/>
          </ac:spMkLst>
        </pc:spChg>
        <pc:spChg chg="add mod">
          <ac:chgData name="Mitra, Sayan" userId="5f9b069e-390c-41f3-af3f-6bd4b0fb9710" providerId="ADAL" clId="{603CB73D-5ABF-4B35-AB35-B8B719F0AA85}" dt="2022-07-03T14:34:20.800" v="10189" actId="255"/>
          <ac:spMkLst>
            <pc:docMk/>
            <pc:sldMk cId="3850041774" sldId="6192"/>
            <ac:spMk id="22" creationId="{D02E30FE-EC83-481D-9D32-2A13446AA5D8}"/>
          </ac:spMkLst>
        </pc:spChg>
        <pc:spChg chg="add mod">
          <ac:chgData name="Mitra, Sayan" userId="5f9b069e-390c-41f3-af3f-6bd4b0fb9710" providerId="ADAL" clId="{603CB73D-5ABF-4B35-AB35-B8B719F0AA85}" dt="2022-07-03T14:34:20.800" v="10189" actId="255"/>
          <ac:spMkLst>
            <pc:docMk/>
            <pc:sldMk cId="3850041774" sldId="6192"/>
            <ac:spMk id="23" creationId="{898AB3C9-CBA6-457F-BDEE-D94DB1DE210C}"/>
          </ac:spMkLst>
        </pc:spChg>
        <pc:spChg chg="mod">
          <ac:chgData name="Mitra, Sayan" userId="5f9b069e-390c-41f3-af3f-6bd4b0fb9710" providerId="ADAL" clId="{603CB73D-5ABF-4B35-AB35-B8B719F0AA85}" dt="2022-07-02T09:27:34.835" v="3002"/>
          <ac:spMkLst>
            <pc:docMk/>
            <pc:sldMk cId="3850041774" sldId="6192"/>
            <ac:spMk id="23" creationId="{8B58BA68-5A30-4F19-94E9-C9746851ECFB}"/>
          </ac:spMkLst>
        </pc:spChg>
        <pc:spChg chg="add mod">
          <ac:chgData name="Mitra, Sayan" userId="5f9b069e-390c-41f3-af3f-6bd4b0fb9710" providerId="ADAL" clId="{603CB73D-5ABF-4B35-AB35-B8B719F0AA85}" dt="2022-07-03T14:34:20.800" v="10189" actId="255"/>
          <ac:spMkLst>
            <pc:docMk/>
            <pc:sldMk cId="3850041774" sldId="6192"/>
            <ac:spMk id="24" creationId="{766751A2-A155-46EB-92CB-5BE53B8418D9}"/>
          </ac:spMkLst>
        </pc:spChg>
        <pc:spChg chg="mod">
          <ac:chgData name="Mitra, Sayan" userId="5f9b069e-390c-41f3-af3f-6bd4b0fb9710" providerId="ADAL" clId="{603CB73D-5ABF-4B35-AB35-B8B719F0AA85}" dt="2022-07-02T09:27:34.835" v="3002"/>
          <ac:spMkLst>
            <pc:docMk/>
            <pc:sldMk cId="3850041774" sldId="6192"/>
            <ac:spMk id="24" creationId="{8AAC83DA-7A1C-4F5A-B2D2-16CE413EF568}"/>
          </ac:spMkLst>
        </pc:spChg>
        <pc:spChg chg="mod">
          <ac:chgData name="Mitra, Sayan" userId="5f9b069e-390c-41f3-af3f-6bd4b0fb9710" providerId="ADAL" clId="{603CB73D-5ABF-4B35-AB35-B8B719F0AA85}" dt="2022-07-02T09:27:34.835" v="3002"/>
          <ac:spMkLst>
            <pc:docMk/>
            <pc:sldMk cId="3850041774" sldId="6192"/>
            <ac:spMk id="25" creationId="{0FDDBFC9-03E2-4EE6-9FF6-48AEC798808E}"/>
          </ac:spMkLst>
        </pc:spChg>
        <pc:spChg chg="add mod">
          <ac:chgData name="Mitra, Sayan" userId="5f9b069e-390c-41f3-af3f-6bd4b0fb9710" providerId="ADAL" clId="{603CB73D-5ABF-4B35-AB35-B8B719F0AA85}" dt="2022-07-03T14:34:20.800" v="10189" actId="255"/>
          <ac:spMkLst>
            <pc:docMk/>
            <pc:sldMk cId="3850041774" sldId="6192"/>
            <ac:spMk id="25" creationId="{590A75DF-0F37-4EF3-A83D-DE8661E32237}"/>
          </ac:spMkLst>
        </pc:spChg>
        <pc:spChg chg="mod">
          <ac:chgData name="Mitra, Sayan" userId="5f9b069e-390c-41f3-af3f-6bd4b0fb9710" providerId="ADAL" clId="{603CB73D-5ABF-4B35-AB35-B8B719F0AA85}" dt="2022-07-02T09:27:34.835" v="3002"/>
          <ac:spMkLst>
            <pc:docMk/>
            <pc:sldMk cId="3850041774" sldId="6192"/>
            <ac:spMk id="26" creationId="{6A5C875C-F312-47B1-BE86-672B2A17CD7E}"/>
          </ac:spMkLst>
        </pc:spChg>
        <pc:spChg chg="add mod">
          <ac:chgData name="Mitra, Sayan" userId="5f9b069e-390c-41f3-af3f-6bd4b0fb9710" providerId="ADAL" clId="{603CB73D-5ABF-4B35-AB35-B8B719F0AA85}" dt="2022-07-03T14:34:20.800" v="10189" actId="255"/>
          <ac:spMkLst>
            <pc:docMk/>
            <pc:sldMk cId="3850041774" sldId="6192"/>
            <ac:spMk id="26" creationId="{E2589D67-75B1-4776-9298-846DBB4FFD86}"/>
          </ac:spMkLst>
        </pc:spChg>
        <pc:spChg chg="add mod">
          <ac:chgData name="Mitra, Sayan" userId="5f9b069e-390c-41f3-af3f-6bd4b0fb9710" providerId="ADAL" clId="{603CB73D-5ABF-4B35-AB35-B8B719F0AA85}" dt="2022-07-03T14:34:20.800" v="10189" actId="255"/>
          <ac:spMkLst>
            <pc:docMk/>
            <pc:sldMk cId="3850041774" sldId="6192"/>
            <ac:spMk id="27" creationId="{24FC8A7E-F1C1-42D4-9A8C-D44EEFE5C64C}"/>
          </ac:spMkLst>
        </pc:spChg>
        <pc:spChg chg="add mod">
          <ac:chgData name="Mitra, Sayan" userId="5f9b069e-390c-41f3-af3f-6bd4b0fb9710" providerId="ADAL" clId="{603CB73D-5ABF-4B35-AB35-B8B719F0AA85}" dt="2022-07-03T14:35:53.986" v="10222" actId="1036"/>
          <ac:spMkLst>
            <pc:docMk/>
            <pc:sldMk cId="3850041774" sldId="6192"/>
            <ac:spMk id="28" creationId="{50E30614-5055-40DE-882B-A1F675CA36C7}"/>
          </ac:spMkLst>
        </pc:spChg>
        <pc:spChg chg="mod">
          <ac:chgData name="Mitra, Sayan" userId="5f9b069e-390c-41f3-af3f-6bd4b0fb9710" providerId="ADAL" clId="{603CB73D-5ABF-4B35-AB35-B8B719F0AA85}" dt="2022-07-02T09:27:34.835" v="3002"/>
          <ac:spMkLst>
            <pc:docMk/>
            <pc:sldMk cId="3850041774" sldId="6192"/>
            <ac:spMk id="28" creationId="{D7ACAEFD-4AFB-4297-B83F-017F59427193}"/>
          </ac:spMkLst>
        </pc:spChg>
        <pc:spChg chg="add mod">
          <ac:chgData name="Mitra, Sayan" userId="5f9b069e-390c-41f3-af3f-6bd4b0fb9710" providerId="ADAL" clId="{603CB73D-5ABF-4B35-AB35-B8B719F0AA85}" dt="2022-07-03T14:34:25.780" v="10190" actId="14100"/>
          <ac:spMkLst>
            <pc:docMk/>
            <pc:sldMk cId="3850041774" sldId="6192"/>
            <ac:spMk id="29" creationId="{4D4C9F22-EC90-41E9-AA4F-5E79782BE5C5}"/>
          </ac:spMkLst>
        </pc:spChg>
        <pc:spChg chg="mod">
          <ac:chgData name="Mitra, Sayan" userId="5f9b069e-390c-41f3-af3f-6bd4b0fb9710" providerId="ADAL" clId="{603CB73D-5ABF-4B35-AB35-B8B719F0AA85}" dt="2022-07-02T09:27:34.835" v="3002"/>
          <ac:spMkLst>
            <pc:docMk/>
            <pc:sldMk cId="3850041774" sldId="6192"/>
            <ac:spMk id="29" creationId="{6D215CA6-B0FA-4F74-A865-DD388D7BF123}"/>
          </ac:spMkLst>
        </pc:spChg>
        <pc:spChg chg="add mod">
          <ac:chgData name="Mitra, Sayan" userId="5f9b069e-390c-41f3-af3f-6bd4b0fb9710" providerId="ADAL" clId="{603CB73D-5ABF-4B35-AB35-B8B719F0AA85}" dt="2022-07-03T14:34:20.800" v="10189" actId="255"/>
          <ac:spMkLst>
            <pc:docMk/>
            <pc:sldMk cId="3850041774" sldId="6192"/>
            <ac:spMk id="30" creationId="{A8C7D905-EC26-41D0-A3E2-B621C3C1E795}"/>
          </ac:spMkLst>
        </pc:spChg>
        <pc:spChg chg="mod">
          <ac:chgData name="Mitra, Sayan" userId="5f9b069e-390c-41f3-af3f-6bd4b0fb9710" providerId="ADAL" clId="{603CB73D-5ABF-4B35-AB35-B8B719F0AA85}" dt="2022-07-02T09:27:34.835" v="3002"/>
          <ac:spMkLst>
            <pc:docMk/>
            <pc:sldMk cId="3850041774" sldId="6192"/>
            <ac:spMk id="31" creationId="{C3E5C03A-0488-43CE-9984-7B80B5109A1C}"/>
          </ac:spMkLst>
        </pc:spChg>
        <pc:spChg chg="add mod">
          <ac:chgData name="Mitra, Sayan" userId="5f9b069e-390c-41f3-af3f-6bd4b0fb9710" providerId="ADAL" clId="{603CB73D-5ABF-4B35-AB35-B8B719F0AA85}" dt="2022-07-03T14:34:20.800" v="10189" actId="255"/>
          <ac:spMkLst>
            <pc:docMk/>
            <pc:sldMk cId="3850041774" sldId="6192"/>
            <ac:spMk id="31" creationId="{D269D7EA-8625-4EBE-9387-506D973B862C}"/>
          </ac:spMkLst>
        </pc:spChg>
        <pc:spChg chg="mod">
          <ac:chgData name="Mitra, Sayan" userId="5f9b069e-390c-41f3-af3f-6bd4b0fb9710" providerId="ADAL" clId="{603CB73D-5ABF-4B35-AB35-B8B719F0AA85}" dt="2022-07-02T09:27:34.835" v="3002"/>
          <ac:spMkLst>
            <pc:docMk/>
            <pc:sldMk cId="3850041774" sldId="6192"/>
            <ac:spMk id="32" creationId="{2E6CA2AC-E88E-4B87-9187-A2C594B0E543}"/>
          </ac:spMkLst>
        </pc:spChg>
        <pc:spChg chg="add mod">
          <ac:chgData name="Mitra, Sayan" userId="5f9b069e-390c-41f3-af3f-6bd4b0fb9710" providerId="ADAL" clId="{603CB73D-5ABF-4B35-AB35-B8B719F0AA85}" dt="2022-07-03T14:34:20.800" v="10189" actId="255"/>
          <ac:spMkLst>
            <pc:docMk/>
            <pc:sldMk cId="3850041774" sldId="6192"/>
            <ac:spMk id="32" creationId="{2FE6C749-A9E1-4D96-AE32-D286D656B6DD}"/>
          </ac:spMkLst>
        </pc:spChg>
        <pc:spChg chg="add mod">
          <ac:chgData name="Mitra, Sayan" userId="5f9b069e-390c-41f3-af3f-6bd4b0fb9710" providerId="ADAL" clId="{603CB73D-5ABF-4B35-AB35-B8B719F0AA85}" dt="2022-07-03T14:34:20.800" v="10189" actId="255"/>
          <ac:spMkLst>
            <pc:docMk/>
            <pc:sldMk cId="3850041774" sldId="6192"/>
            <ac:spMk id="33" creationId="{C4D0D30B-1457-495F-ABA1-F057C63F063C}"/>
          </ac:spMkLst>
        </pc:spChg>
        <pc:spChg chg="mod">
          <ac:chgData name="Mitra, Sayan" userId="5f9b069e-390c-41f3-af3f-6bd4b0fb9710" providerId="ADAL" clId="{603CB73D-5ABF-4B35-AB35-B8B719F0AA85}" dt="2022-07-02T09:27:34.835" v="3002"/>
          <ac:spMkLst>
            <pc:docMk/>
            <pc:sldMk cId="3850041774" sldId="6192"/>
            <ac:spMk id="34" creationId="{186AE1A9-A797-47F3-85AD-9F2AEA85A831}"/>
          </ac:spMkLst>
        </pc:spChg>
        <pc:spChg chg="add mod">
          <ac:chgData name="Mitra, Sayan" userId="5f9b069e-390c-41f3-af3f-6bd4b0fb9710" providerId="ADAL" clId="{603CB73D-5ABF-4B35-AB35-B8B719F0AA85}" dt="2022-07-03T14:34:40.799" v="10199" actId="1035"/>
          <ac:spMkLst>
            <pc:docMk/>
            <pc:sldMk cId="3850041774" sldId="6192"/>
            <ac:spMk id="34" creationId="{8D5C74E6-3A37-4630-A96C-6470BFF217F5}"/>
          </ac:spMkLst>
        </pc:spChg>
        <pc:spChg chg="mod">
          <ac:chgData name="Mitra, Sayan" userId="5f9b069e-390c-41f3-af3f-6bd4b0fb9710" providerId="ADAL" clId="{603CB73D-5ABF-4B35-AB35-B8B719F0AA85}" dt="2022-07-02T09:27:34.835" v="3002"/>
          <ac:spMkLst>
            <pc:docMk/>
            <pc:sldMk cId="3850041774" sldId="6192"/>
            <ac:spMk id="35" creationId="{6BB0E44F-7B53-4ED1-93CC-F51412D048EC}"/>
          </ac:spMkLst>
        </pc:spChg>
        <pc:spChg chg="add mod">
          <ac:chgData name="Mitra, Sayan" userId="5f9b069e-390c-41f3-af3f-6bd4b0fb9710" providerId="ADAL" clId="{603CB73D-5ABF-4B35-AB35-B8B719F0AA85}" dt="2022-07-03T14:35:01.172" v="10214" actId="1076"/>
          <ac:spMkLst>
            <pc:docMk/>
            <pc:sldMk cId="3850041774" sldId="6192"/>
            <ac:spMk id="35" creationId="{7785A0E2-AA55-433D-8939-60CD9BD718C9}"/>
          </ac:spMkLst>
        </pc:spChg>
        <pc:spChg chg="add mod">
          <ac:chgData name="Mitra, Sayan" userId="5f9b069e-390c-41f3-af3f-6bd4b0fb9710" providerId="ADAL" clId="{603CB73D-5ABF-4B35-AB35-B8B719F0AA85}" dt="2022-07-03T14:36:28.480" v="10225" actId="14100"/>
          <ac:spMkLst>
            <pc:docMk/>
            <pc:sldMk cId="3850041774" sldId="6192"/>
            <ac:spMk id="37" creationId="{1E5994BF-B5AB-4405-9125-70CFE76BE127}"/>
          </ac:spMkLst>
        </pc:spChg>
        <pc:spChg chg="add mod">
          <ac:chgData name="Mitra, Sayan" userId="5f9b069e-390c-41f3-af3f-6bd4b0fb9710" providerId="ADAL" clId="{603CB73D-5ABF-4B35-AB35-B8B719F0AA85}" dt="2022-07-03T14:36:39.478" v="10226" actId="408"/>
          <ac:spMkLst>
            <pc:docMk/>
            <pc:sldMk cId="3850041774" sldId="6192"/>
            <ac:spMk id="38" creationId="{02793093-258D-4A43-B466-0A4FA1749C40}"/>
          </ac:spMkLst>
        </pc:spChg>
        <pc:spChg chg="add mod">
          <ac:chgData name="Mitra, Sayan" userId="5f9b069e-390c-41f3-af3f-6bd4b0fb9710" providerId="ADAL" clId="{603CB73D-5ABF-4B35-AB35-B8B719F0AA85}" dt="2022-07-02T17:15:20.723" v="3631" actId="692"/>
          <ac:spMkLst>
            <pc:docMk/>
            <pc:sldMk cId="3850041774" sldId="6192"/>
            <ac:spMk id="39" creationId="{C5DDA12C-B796-4F40-B99F-528917428298}"/>
          </ac:spMkLst>
        </pc:spChg>
        <pc:spChg chg="mod">
          <ac:chgData name="Mitra, Sayan" userId="5f9b069e-390c-41f3-af3f-6bd4b0fb9710" providerId="ADAL" clId="{603CB73D-5ABF-4B35-AB35-B8B719F0AA85}" dt="2022-07-03T14:34:20.800" v="10189" actId="255"/>
          <ac:spMkLst>
            <pc:docMk/>
            <pc:sldMk cId="3850041774" sldId="6192"/>
            <ac:spMk id="41" creationId="{B4BA26C4-7679-4B7E-B274-077BA14D01D9}"/>
          </ac:spMkLst>
        </pc:spChg>
        <pc:spChg chg="mod">
          <ac:chgData name="Mitra, Sayan" userId="5f9b069e-390c-41f3-af3f-6bd4b0fb9710" providerId="ADAL" clId="{603CB73D-5ABF-4B35-AB35-B8B719F0AA85}" dt="2022-07-03T14:34:20.800" v="10189" actId="255"/>
          <ac:spMkLst>
            <pc:docMk/>
            <pc:sldMk cId="3850041774" sldId="6192"/>
            <ac:spMk id="42" creationId="{51DD4555-15E0-44F4-8D5A-32AF513067FD}"/>
          </ac:spMkLst>
        </pc:spChg>
        <pc:spChg chg="mod">
          <ac:chgData name="Mitra, Sayan" userId="5f9b069e-390c-41f3-af3f-6bd4b0fb9710" providerId="ADAL" clId="{603CB73D-5ABF-4B35-AB35-B8B719F0AA85}" dt="2022-07-03T14:34:20.800" v="10189" actId="255"/>
          <ac:spMkLst>
            <pc:docMk/>
            <pc:sldMk cId="3850041774" sldId="6192"/>
            <ac:spMk id="44" creationId="{21FF990C-ED87-42BE-BF1C-39EE6B974076}"/>
          </ac:spMkLst>
        </pc:spChg>
        <pc:spChg chg="mod">
          <ac:chgData name="Mitra, Sayan" userId="5f9b069e-390c-41f3-af3f-6bd4b0fb9710" providerId="ADAL" clId="{603CB73D-5ABF-4B35-AB35-B8B719F0AA85}" dt="2022-07-03T14:34:20.800" v="10189" actId="255"/>
          <ac:spMkLst>
            <pc:docMk/>
            <pc:sldMk cId="3850041774" sldId="6192"/>
            <ac:spMk id="45" creationId="{A71038A2-23D7-419A-9F88-FC4D7DFC5D5B}"/>
          </ac:spMkLst>
        </pc:spChg>
        <pc:spChg chg="mod">
          <ac:chgData name="Mitra, Sayan" userId="5f9b069e-390c-41f3-af3f-6bd4b0fb9710" providerId="ADAL" clId="{603CB73D-5ABF-4B35-AB35-B8B719F0AA85}" dt="2022-07-03T14:34:20.800" v="10189" actId="255"/>
          <ac:spMkLst>
            <pc:docMk/>
            <pc:sldMk cId="3850041774" sldId="6192"/>
            <ac:spMk id="47" creationId="{51A2F936-8621-4F0E-BC99-E83C18E1FF09}"/>
          </ac:spMkLst>
        </pc:spChg>
        <pc:spChg chg="mod">
          <ac:chgData name="Mitra, Sayan" userId="5f9b069e-390c-41f3-af3f-6bd4b0fb9710" providerId="ADAL" clId="{603CB73D-5ABF-4B35-AB35-B8B719F0AA85}" dt="2022-07-03T14:34:20.800" v="10189" actId="255"/>
          <ac:spMkLst>
            <pc:docMk/>
            <pc:sldMk cId="3850041774" sldId="6192"/>
            <ac:spMk id="48" creationId="{AC494044-F2D6-4618-91A6-FC89CCBA575A}"/>
          </ac:spMkLst>
        </pc:spChg>
        <pc:spChg chg="mod">
          <ac:chgData name="Mitra, Sayan" userId="5f9b069e-390c-41f3-af3f-6bd4b0fb9710" providerId="ADAL" clId="{603CB73D-5ABF-4B35-AB35-B8B719F0AA85}" dt="2022-07-03T14:34:20.800" v="10189" actId="255"/>
          <ac:spMkLst>
            <pc:docMk/>
            <pc:sldMk cId="3850041774" sldId="6192"/>
            <ac:spMk id="50" creationId="{1901B5BA-FD47-4D29-BFCA-0B181C262241}"/>
          </ac:spMkLst>
        </pc:spChg>
        <pc:spChg chg="mod">
          <ac:chgData name="Mitra, Sayan" userId="5f9b069e-390c-41f3-af3f-6bd4b0fb9710" providerId="ADAL" clId="{603CB73D-5ABF-4B35-AB35-B8B719F0AA85}" dt="2022-07-03T14:34:20.800" v="10189" actId="255"/>
          <ac:spMkLst>
            <pc:docMk/>
            <pc:sldMk cId="3850041774" sldId="6192"/>
            <ac:spMk id="51" creationId="{42B55B89-8D5B-4E26-99D5-EC316E43AE01}"/>
          </ac:spMkLst>
        </pc:spChg>
        <pc:spChg chg="mod">
          <ac:chgData name="Mitra, Sayan" userId="5f9b069e-390c-41f3-af3f-6bd4b0fb9710" providerId="ADAL" clId="{603CB73D-5ABF-4B35-AB35-B8B719F0AA85}" dt="2022-07-03T14:34:20.800" v="10189" actId="255"/>
          <ac:spMkLst>
            <pc:docMk/>
            <pc:sldMk cId="3850041774" sldId="6192"/>
            <ac:spMk id="53" creationId="{5C4E4ACA-7D91-4687-AA8B-B7D018B880DB}"/>
          </ac:spMkLst>
        </pc:spChg>
        <pc:spChg chg="mod">
          <ac:chgData name="Mitra, Sayan" userId="5f9b069e-390c-41f3-af3f-6bd4b0fb9710" providerId="ADAL" clId="{603CB73D-5ABF-4B35-AB35-B8B719F0AA85}" dt="2022-07-03T14:34:20.800" v="10189" actId="255"/>
          <ac:spMkLst>
            <pc:docMk/>
            <pc:sldMk cId="3850041774" sldId="6192"/>
            <ac:spMk id="54" creationId="{C0FFFCCA-B090-48BF-AF46-B59EEFEA0FC0}"/>
          </ac:spMkLst>
        </pc:spChg>
        <pc:spChg chg="mod">
          <ac:chgData name="Mitra, Sayan" userId="5f9b069e-390c-41f3-af3f-6bd4b0fb9710" providerId="ADAL" clId="{603CB73D-5ABF-4B35-AB35-B8B719F0AA85}" dt="2022-07-03T14:34:20.800" v="10189" actId="255"/>
          <ac:spMkLst>
            <pc:docMk/>
            <pc:sldMk cId="3850041774" sldId="6192"/>
            <ac:spMk id="56" creationId="{77316211-BED5-4872-B28A-E617C515AD81}"/>
          </ac:spMkLst>
        </pc:spChg>
        <pc:spChg chg="mod">
          <ac:chgData name="Mitra, Sayan" userId="5f9b069e-390c-41f3-af3f-6bd4b0fb9710" providerId="ADAL" clId="{603CB73D-5ABF-4B35-AB35-B8B719F0AA85}" dt="2022-07-03T14:34:20.800" v="10189" actId="255"/>
          <ac:spMkLst>
            <pc:docMk/>
            <pc:sldMk cId="3850041774" sldId="6192"/>
            <ac:spMk id="57" creationId="{B72CEB38-B946-4B98-8E43-8D756F2039D0}"/>
          </ac:spMkLst>
        </pc:spChg>
        <pc:spChg chg="add mod">
          <ac:chgData name="Mitra, Sayan" userId="5f9b069e-390c-41f3-af3f-6bd4b0fb9710" providerId="ADAL" clId="{603CB73D-5ABF-4B35-AB35-B8B719F0AA85}" dt="2022-07-03T14:34:20.800" v="10189" actId="255"/>
          <ac:spMkLst>
            <pc:docMk/>
            <pc:sldMk cId="3850041774" sldId="6192"/>
            <ac:spMk id="58" creationId="{A0634313-68EB-4707-AE29-35CCF0BDF3EB}"/>
          </ac:spMkLst>
        </pc:spChg>
        <pc:grpChg chg="add mod">
          <ac:chgData name="Mitra, Sayan" userId="5f9b069e-390c-41f3-af3f-6bd4b0fb9710" providerId="ADAL" clId="{603CB73D-5ABF-4B35-AB35-B8B719F0AA85}" dt="2022-07-03T14:34:13.692" v="10187" actId="14100"/>
          <ac:grpSpMkLst>
            <pc:docMk/>
            <pc:sldMk cId="3850041774" sldId="6192"/>
            <ac:grpSpMk id="3" creationId="{EB35475C-B3C9-48ED-B4FD-C8B7F5A2D40F}"/>
          </ac:grpSpMkLst>
        </pc:grpChg>
        <pc:grpChg chg="add del mod">
          <ac:chgData name="Mitra, Sayan" userId="5f9b069e-390c-41f3-af3f-6bd4b0fb9710" providerId="ADAL" clId="{603CB73D-5ABF-4B35-AB35-B8B719F0AA85}" dt="2022-07-02T09:27:36.767" v="3003"/>
          <ac:grpSpMkLst>
            <pc:docMk/>
            <pc:sldMk cId="3850041774" sldId="6192"/>
            <ac:grpSpMk id="21" creationId="{8971EE90-DC75-4A44-8D3D-3AA6C3F3D7BD}"/>
          </ac:grpSpMkLst>
        </pc:grpChg>
        <pc:grpChg chg="add del mod">
          <ac:chgData name="Mitra, Sayan" userId="5f9b069e-390c-41f3-af3f-6bd4b0fb9710" providerId="ADAL" clId="{603CB73D-5ABF-4B35-AB35-B8B719F0AA85}" dt="2022-07-02T09:27:36.767" v="3003"/>
          <ac:grpSpMkLst>
            <pc:docMk/>
            <pc:sldMk cId="3850041774" sldId="6192"/>
            <ac:grpSpMk id="27" creationId="{DA1D96C3-AD13-4E2A-B2ED-5C519B5F9C49}"/>
          </ac:grpSpMkLst>
        </pc:grpChg>
        <pc:grpChg chg="add del mod">
          <ac:chgData name="Mitra, Sayan" userId="5f9b069e-390c-41f3-af3f-6bd4b0fb9710" providerId="ADAL" clId="{603CB73D-5ABF-4B35-AB35-B8B719F0AA85}" dt="2022-07-02T09:27:36.767" v="3003"/>
          <ac:grpSpMkLst>
            <pc:docMk/>
            <pc:sldMk cId="3850041774" sldId="6192"/>
            <ac:grpSpMk id="30" creationId="{2CDACC97-4C2C-4A30-BBD2-DA13F378025E}"/>
          </ac:grpSpMkLst>
        </pc:grpChg>
        <pc:grpChg chg="add del mod">
          <ac:chgData name="Mitra, Sayan" userId="5f9b069e-390c-41f3-af3f-6bd4b0fb9710" providerId="ADAL" clId="{603CB73D-5ABF-4B35-AB35-B8B719F0AA85}" dt="2022-07-02T09:27:36.767" v="3003"/>
          <ac:grpSpMkLst>
            <pc:docMk/>
            <pc:sldMk cId="3850041774" sldId="6192"/>
            <ac:grpSpMk id="33" creationId="{6B900601-FAF4-4755-94D8-D8A62EF9FC94}"/>
          </ac:grpSpMkLst>
        </pc:grpChg>
        <pc:grpChg chg="add mod">
          <ac:chgData name="Mitra, Sayan" userId="5f9b069e-390c-41f3-af3f-6bd4b0fb9710" providerId="ADAL" clId="{603CB73D-5ABF-4B35-AB35-B8B719F0AA85}" dt="2022-07-03T14:36:23.245" v="10224" actId="14100"/>
          <ac:grpSpMkLst>
            <pc:docMk/>
            <pc:sldMk cId="3850041774" sldId="6192"/>
            <ac:grpSpMk id="36" creationId="{AE05B20E-3528-4D2C-B1C2-7F9D7E4DC12F}"/>
          </ac:grpSpMkLst>
        </pc:grpChg>
        <pc:grpChg chg="add mod">
          <ac:chgData name="Mitra, Sayan" userId="5f9b069e-390c-41f3-af3f-6bd4b0fb9710" providerId="ADAL" clId="{603CB73D-5ABF-4B35-AB35-B8B719F0AA85}" dt="2022-07-03T14:33:37.098" v="10169" actId="164"/>
          <ac:grpSpMkLst>
            <pc:docMk/>
            <pc:sldMk cId="3850041774" sldId="6192"/>
            <ac:grpSpMk id="40" creationId="{EE609D44-18EC-4B07-9AEB-C02F7BDBC2A6}"/>
          </ac:grpSpMkLst>
        </pc:grpChg>
        <pc:grpChg chg="add mod">
          <ac:chgData name="Mitra, Sayan" userId="5f9b069e-390c-41f3-af3f-6bd4b0fb9710" providerId="ADAL" clId="{603CB73D-5ABF-4B35-AB35-B8B719F0AA85}" dt="2022-07-03T14:33:37.098" v="10169" actId="164"/>
          <ac:grpSpMkLst>
            <pc:docMk/>
            <pc:sldMk cId="3850041774" sldId="6192"/>
            <ac:grpSpMk id="43" creationId="{6495909F-46CA-4642-8DA4-4EF7C1E646A4}"/>
          </ac:grpSpMkLst>
        </pc:grpChg>
        <pc:grpChg chg="add mod">
          <ac:chgData name="Mitra, Sayan" userId="5f9b069e-390c-41f3-af3f-6bd4b0fb9710" providerId="ADAL" clId="{603CB73D-5ABF-4B35-AB35-B8B719F0AA85}" dt="2022-07-03T14:33:37.098" v="10169" actId="164"/>
          <ac:grpSpMkLst>
            <pc:docMk/>
            <pc:sldMk cId="3850041774" sldId="6192"/>
            <ac:grpSpMk id="46" creationId="{6F686584-1E37-4511-8D45-3D5B266EA5C0}"/>
          </ac:grpSpMkLst>
        </pc:grpChg>
        <pc:grpChg chg="add mod">
          <ac:chgData name="Mitra, Sayan" userId="5f9b069e-390c-41f3-af3f-6bd4b0fb9710" providerId="ADAL" clId="{603CB73D-5ABF-4B35-AB35-B8B719F0AA85}" dt="2022-07-03T14:33:37.098" v="10169" actId="164"/>
          <ac:grpSpMkLst>
            <pc:docMk/>
            <pc:sldMk cId="3850041774" sldId="6192"/>
            <ac:grpSpMk id="49" creationId="{8AA578A5-5491-48AF-B97C-A73F3469FC33}"/>
          </ac:grpSpMkLst>
        </pc:grpChg>
        <pc:grpChg chg="add mod">
          <ac:chgData name="Mitra, Sayan" userId="5f9b069e-390c-41f3-af3f-6bd4b0fb9710" providerId="ADAL" clId="{603CB73D-5ABF-4B35-AB35-B8B719F0AA85}" dt="2022-07-03T14:33:37.098" v="10169" actId="164"/>
          <ac:grpSpMkLst>
            <pc:docMk/>
            <pc:sldMk cId="3850041774" sldId="6192"/>
            <ac:grpSpMk id="52" creationId="{59955B01-7933-4147-9C3E-5A3D691CE2FC}"/>
          </ac:grpSpMkLst>
        </pc:grpChg>
        <pc:grpChg chg="add mod">
          <ac:chgData name="Mitra, Sayan" userId="5f9b069e-390c-41f3-af3f-6bd4b0fb9710" providerId="ADAL" clId="{603CB73D-5ABF-4B35-AB35-B8B719F0AA85}" dt="2022-07-03T14:33:37.098" v="10169" actId="164"/>
          <ac:grpSpMkLst>
            <pc:docMk/>
            <pc:sldMk cId="3850041774" sldId="6192"/>
            <ac:grpSpMk id="55" creationId="{244E9912-D6BE-4D6B-9A31-955AB518F5AC}"/>
          </ac:grpSpMkLst>
        </pc:grpChg>
        <pc:picChg chg="add del mod">
          <ac:chgData name="Mitra, Sayan" userId="5f9b069e-390c-41f3-af3f-6bd4b0fb9710" providerId="ADAL" clId="{603CB73D-5ABF-4B35-AB35-B8B719F0AA85}" dt="2022-07-03T14:33:32.255" v="10167" actId="478"/>
          <ac:picMkLst>
            <pc:docMk/>
            <pc:sldMk cId="3850041774" sldId="6192"/>
            <ac:picMk id="5" creationId="{E838B093-A4C2-4EE0-A310-DC39D86A6E92}"/>
          </ac:picMkLst>
        </pc:picChg>
        <pc:cxnChg chg="add mod">
          <ac:chgData name="Mitra, Sayan" userId="5f9b069e-390c-41f3-af3f-6bd4b0fb9710" providerId="ADAL" clId="{603CB73D-5ABF-4B35-AB35-B8B719F0AA85}" dt="2022-07-03T14:37:28.163" v="10236" actId="1037"/>
          <ac:cxnSpMkLst>
            <pc:docMk/>
            <pc:sldMk cId="3850041774" sldId="6192"/>
            <ac:cxnSpMk id="6" creationId="{CC107DB8-3BBC-47B6-8D2A-F0A8CE8B65A9}"/>
          </ac:cxnSpMkLst>
        </pc:cxnChg>
        <pc:cxnChg chg="add del mod">
          <ac:chgData name="Mitra, Sayan" userId="5f9b069e-390c-41f3-af3f-6bd4b0fb9710" providerId="ADAL" clId="{603CB73D-5ABF-4B35-AB35-B8B719F0AA85}" dt="2022-07-02T09:27:36.767" v="3003"/>
          <ac:cxnSpMkLst>
            <pc:docMk/>
            <pc:sldMk cId="3850041774" sldId="6192"/>
            <ac:cxnSpMk id="14" creationId="{4FC0D944-0FD2-41D0-9C77-94DAFB5A214D}"/>
          </ac:cxnSpMkLst>
        </pc:cxnChg>
        <pc:cxnChg chg="add del mod">
          <ac:chgData name="Mitra, Sayan" userId="5f9b069e-390c-41f3-af3f-6bd4b0fb9710" providerId="ADAL" clId="{603CB73D-5ABF-4B35-AB35-B8B719F0AA85}" dt="2022-07-02T09:27:36.767" v="3003"/>
          <ac:cxnSpMkLst>
            <pc:docMk/>
            <pc:sldMk cId="3850041774" sldId="6192"/>
            <ac:cxnSpMk id="16" creationId="{E0A5CAA9-5FC7-4752-B835-28681734B168}"/>
          </ac:cxnSpMkLst>
        </pc:cxnChg>
        <pc:cxnChg chg="add del mod">
          <ac:chgData name="Mitra, Sayan" userId="5f9b069e-390c-41f3-af3f-6bd4b0fb9710" providerId="ADAL" clId="{603CB73D-5ABF-4B35-AB35-B8B719F0AA85}" dt="2022-07-02T09:27:36.767" v="3003"/>
          <ac:cxnSpMkLst>
            <pc:docMk/>
            <pc:sldMk cId="3850041774" sldId="6192"/>
            <ac:cxnSpMk id="18" creationId="{23FFC441-5B5B-456E-AEAE-1B807E270F85}"/>
          </ac:cxnSpMkLst>
        </pc:cxnChg>
        <pc:cxnChg chg="add del mod">
          <ac:chgData name="Mitra, Sayan" userId="5f9b069e-390c-41f3-af3f-6bd4b0fb9710" providerId="ADAL" clId="{603CB73D-5ABF-4B35-AB35-B8B719F0AA85}" dt="2022-07-02T09:27:36.767" v="3003"/>
          <ac:cxnSpMkLst>
            <pc:docMk/>
            <pc:sldMk cId="3850041774" sldId="6192"/>
            <ac:cxnSpMk id="20" creationId="{DBE3CC5F-C90B-471E-913C-A7B4C4AC50B5}"/>
          </ac:cxnSpMkLst>
        </pc:cxnChg>
      </pc:sldChg>
      <pc:sldChg chg="addSp modSp mod ord">
        <pc:chgData name="Mitra, Sayan" userId="5f9b069e-390c-41f3-af3f-6bd4b0fb9710" providerId="ADAL" clId="{603CB73D-5ABF-4B35-AB35-B8B719F0AA85}" dt="2022-07-04T16:29:14.518" v="14348" actId="14100"/>
        <pc:sldMkLst>
          <pc:docMk/>
          <pc:sldMk cId="296474347" sldId="6193"/>
        </pc:sldMkLst>
        <pc:graphicFrameChg chg="modGraphic">
          <ac:chgData name="Mitra, Sayan" userId="5f9b069e-390c-41f3-af3f-6bd4b0fb9710" providerId="ADAL" clId="{603CB73D-5ABF-4B35-AB35-B8B719F0AA85}" dt="2022-07-02T05:47:49.801" v="2911" actId="20577"/>
          <ac:graphicFrameMkLst>
            <pc:docMk/>
            <pc:sldMk cId="296474347" sldId="6193"/>
            <ac:graphicFrameMk id="7" creationId="{56BC1306-A145-41E6-9698-BFFF8D169A37}"/>
          </ac:graphicFrameMkLst>
        </pc:graphicFrameChg>
        <pc:picChg chg="mod">
          <ac:chgData name="Mitra, Sayan" userId="5f9b069e-390c-41f3-af3f-6bd4b0fb9710" providerId="ADAL" clId="{603CB73D-5ABF-4B35-AB35-B8B719F0AA85}" dt="2022-07-02T05:45:42.332" v="2865" actId="14100"/>
          <ac:picMkLst>
            <pc:docMk/>
            <pc:sldMk cId="296474347" sldId="6193"/>
            <ac:picMk id="29" creationId="{51AC1C94-6138-48E7-B343-F00BD110C08A}"/>
          </ac:picMkLst>
        </pc:picChg>
        <pc:picChg chg="mod">
          <ac:chgData name="Mitra, Sayan" userId="5f9b069e-390c-41f3-af3f-6bd4b0fb9710" providerId="ADAL" clId="{603CB73D-5ABF-4B35-AB35-B8B719F0AA85}" dt="2022-07-04T16:29:08.993" v="14346" actId="14100"/>
          <ac:picMkLst>
            <pc:docMk/>
            <pc:sldMk cId="296474347" sldId="6193"/>
            <ac:picMk id="3076" creationId="{5EC65707-F90A-483B-8CB8-9194F27D4EA3}"/>
          </ac:picMkLst>
        </pc:picChg>
        <pc:picChg chg="mod">
          <ac:chgData name="Mitra, Sayan" userId="5f9b069e-390c-41f3-af3f-6bd4b0fb9710" providerId="ADAL" clId="{603CB73D-5ABF-4B35-AB35-B8B719F0AA85}" dt="2022-07-04T16:29:14.518" v="14348" actId="14100"/>
          <ac:picMkLst>
            <pc:docMk/>
            <pc:sldMk cId="296474347" sldId="6193"/>
            <ac:picMk id="3082" creationId="{7CCEE82C-3DBA-4527-8A7A-7ACA23C1F211}"/>
          </ac:picMkLst>
        </pc:picChg>
        <pc:picChg chg="mod">
          <ac:chgData name="Mitra, Sayan" userId="5f9b069e-390c-41f3-af3f-6bd4b0fb9710" providerId="ADAL" clId="{603CB73D-5ABF-4B35-AB35-B8B719F0AA85}" dt="2022-07-04T16:28:45.600" v="14340" actId="14100"/>
          <ac:picMkLst>
            <pc:docMk/>
            <pc:sldMk cId="296474347" sldId="6193"/>
            <ac:picMk id="3084" creationId="{2D4231FD-9568-460B-8AB5-D2CBB3D961B5}"/>
          </ac:picMkLst>
        </pc:picChg>
        <pc:picChg chg="add mod">
          <ac:chgData name="Mitra, Sayan" userId="5f9b069e-390c-41f3-af3f-6bd4b0fb9710" providerId="ADAL" clId="{603CB73D-5ABF-4B35-AB35-B8B719F0AA85}" dt="2022-07-04T16:29:01.846" v="14344" actId="14100"/>
          <ac:picMkLst>
            <pc:docMk/>
            <pc:sldMk cId="296474347" sldId="6193"/>
            <ac:picMk id="122882" creationId="{CD28C6DB-A870-4E9D-980F-F5C673D59818}"/>
          </ac:picMkLst>
        </pc:picChg>
      </pc:sldChg>
      <pc:sldChg chg="modSp mod ord">
        <pc:chgData name="Mitra, Sayan" userId="5f9b069e-390c-41f3-af3f-6bd4b0fb9710" providerId="ADAL" clId="{603CB73D-5ABF-4B35-AB35-B8B719F0AA85}" dt="2022-07-04T01:09:13.308" v="10832" actId="207"/>
        <pc:sldMkLst>
          <pc:docMk/>
          <pc:sldMk cId="3031323895" sldId="6194"/>
        </pc:sldMkLst>
        <pc:spChg chg="mod">
          <ac:chgData name="Mitra, Sayan" userId="5f9b069e-390c-41f3-af3f-6bd4b0fb9710" providerId="ADAL" clId="{603CB73D-5ABF-4B35-AB35-B8B719F0AA85}" dt="2022-07-03T00:20:33.810" v="4866" actId="20577"/>
          <ac:spMkLst>
            <pc:docMk/>
            <pc:sldMk cId="3031323895" sldId="6194"/>
            <ac:spMk id="2" creationId="{90B109E2-7B40-463B-983F-556B88D76AE5}"/>
          </ac:spMkLst>
        </pc:spChg>
        <pc:spChg chg="mod">
          <ac:chgData name="Mitra, Sayan" userId="5f9b069e-390c-41f3-af3f-6bd4b0fb9710" providerId="ADAL" clId="{603CB73D-5ABF-4B35-AB35-B8B719F0AA85}" dt="2022-07-04T01:07:20.995" v="10778" actId="6549"/>
          <ac:spMkLst>
            <pc:docMk/>
            <pc:sldMk cId="3031323895" sldId="6194"/>
            <ac:spMk id="5" creationId="{008AF0B7-71A4-45B1-9C7F-AB7367DF43D1}"/>
          </ac:spMkLst>
        </pc:spChg>
        <pc:spChg chg="mod">
          <ac:chgData name="Mitra, Sayan" userId="5f9b069e-390c-41f3-af3f-6bd4b0fb9710" providerId="ADAL" clId="{603CB73D-5ABF-4B35-AB35-B8B719F0AA85}" dt="2022-07-04T01:07:39.445" v="10789" actId="20577"/>
          <ac:spMkLst>
            <pc:docMk/>
            <pc:sldMk cId="3031323895" sldId="6194"/>
            <ac:spMk id="9" creationId="{64FB0CF6-339C-4F7E-8B5C-B9A430C55B2C}"/>
          </ac:spMkLst>
        </pc:spChg>
        <pc:spChg chg="mod">
          <ac:chgData name="Mitra, Sayan" userId="5f9b069e-390c-41f3-af3f-6bd4b0fb9710" providerId="ADAL" clId="{603CB73D-5ABF-4B35-AB35-B8B719F0AA85}" dt="2022-07-04T01:09:13.308" v="10832" actId="207"/>
          <ac:spMkLst>
            <pc:docMk/>
            <pc:sldMk cId="3031323895" sldId="6194"/>
            <ac:spMk id="10" creationId="{7E094FE7-FF8B-43C0-B040-C7E4BE89C363}"/>
          </ac:spMkLst>
        </pc:spChg>
      </pc:sldChg>
      <pc:sldChg chg="addSp delSp modSp add del mod">
        <pc:chgData name="Mitra, Sayan" userId="5f9b069e-390c-41f3-af3f-6bd4b0fb9710" providerId="ADAL" clId="{603CB73D-5ABF-4B35-AB35-B8B719F0AA85}" dt="2022-07-02T06:14:39.205" v="2987" actId="47"/>
        <pc:sldMkLst>
          <pc:docMk/>
          <pc:sldMk cId="4180058638" sldId="6194"/>
        </pc:sldMkLst>
        <pc:spChg chg="del">
          <ac:chgData name="Mitra, Sayan" userId="5f9b069e-390c-41f3-af3f-6bd4b0fb9710" providerId="ADAL" clId="{603CB73D-5ABF-4B35-AB35-B8B719F0AA85}" dt="2022-07-02T06:10:03.980" v="2982" actId="478"/>
          <ac:spMkLst>
            <pc:docMk/>
            <pc:sldMk cId="4180058638" sldId="6194"/>
            <ac:spMk id="4" creationId="{FF9A8B35-B3B7-4DE9-AF1C-394413BC6F4D}"/>
          </ac:spMkLst>
        </pc:spChg>
        <pc:spChg chg="add del mod">
          <ac:chgData name="Mitra, Sayan" userId="5f9b069e-390c-41f3-af3f-6bd4b0fb9710" providerId="ADAL" clId="{603CB73D-5ABF-4B35-AB35-B8B719F0AA85}" dt="2022-07-02T06:10:30.085" v="2986" actId="478"/>
          <ac:spMkLst>
            <pc:docMk/>
            <pc:sldMk cId="4180058638" sldId="6194"/>
            <ac:spMk id="6" creationId="{6D792BB6-79C3-49BD-BEFE-1DF7F3F8FD99}"/>
          </ac:spMkLst>
        </pc:spChg>
        <pc:spChg chg="add del mod">
          <ac:chgData name="Mitra, Sayan" userId="5f9b069e-390c-41f3-af3f-6bd4b0fb9710" providerId="ADAL" clId="{603CB73D-5ABF-4B35-AB35-B8B719F0AA85}" dt="2022-07-02T06:10:30.085" v="2986" actId="478"/>
          <ac:spMkLst>
            <pc:docMk/>
            <pc:sldMk cId="4180058638" sldId="6194"/>
            <ac:spMk id="7" creationId="{B498A10D-D3E3-459D-9BB9-6EB8BDD2D26F}"/>
          </ac:spMkLst>
        </pc:spChg>
        <pc:spChg chg="add del mod">
          <ac:chgData name="Mitra, Sayan" userId="5f9b069e-390c-41f3-af3f-6bd4b0fb9710" providerId="ADAL" clId="{603CB73D-5ABF-4B35-AB35-B8B719F0AA85}" dt="2022-07-02T06:10:30.085" v="2986" actId="478"/>
          <ac:spMkLst>
            <pc:docMk/>
            <pc:sldMk cId="4180058638" sldId="6194"/>
            <ac:spMk id="8" creationId="{0424B928-ACF6-4E55-895C-3887A819426C}"/>
          </ac:spMkLst>
        </pc:spChg>
        <pc:spChg chg="add del mod">
          <ac:chgData name="Mitra, Sayan" userId="5f9b069e-390c-41f3-af3f-6bd4b0fb9710" providerId="ADAL" clId="{603CB73D-5ABF-4B35-AB35-B8B719F0AA85}" dt="2022-07-02T06:10:30.085" v="2986" actId="478"/>
          <ac:spMkLst>
            <pc:docMk/>
            <pc:sldMk cId="4180058638" sldId="6194"/>
            <ac:spMk id="9" creationId="{B6C5A73F-ADC2-4203-B12E-D724D3983C85}"/>
          </ac:spMkLst>
        </pc:spChg>
        <pc:spChg chg="add del mod">
          <ac:chgData name="Mitra, Sayan" userId="5f9b069e-390c-41f3-af3f-6bd4b0fb9710" providerId="ADAL" clId="{603CB73D-5ABF-4B35-AB35-B8B719F0AA85}" dt="2022-07-02T06:10:30.085" v="2986" actId="478"/>
          <ac:spMkLst>
            <pc:docMk/>
            <pc:sldMk cId="4180058638" sldId="6194"/>
            <ac:spMk id="10" creationId="{FA5D021C-735A-42BB-B79B-B8C5AD4A49CF}"/>
          </ac:spMkLst>
        </pc:spChg>
        <pc:spChg chg="add del mod">
          <ac:chgData name="Mitra, Sayan" userId="5f9b069e-390c-41f3-af3f-6bd4b0fb9710" providerId="ADAL" clId="{603CB73D-5ABF-4B35-AB35-B8B719F0AA85}" dt="2022-07-02T06:10:30.085" v="2986" actId="478"/>
          <ac:spMkLst>
            <pc:docMk/>
            <pc:sldMk cId="4180058638" sldId="6194"/>
            <ac:spMk id="12" creationId="{EFD230F8-8AB8-4C6C-BC54-E1A9BF1CF126}"/>
          </ac:spMkLst>
        </pc:spChg>
        <pc:spChg chg="add del mod">
          <ac:chgData name="Mitra, Sayan" userId="5f9b069e-390c-41f3-af3f-6bd4b0fb9710" providerId="ADAL" clId="{603CB73D-5ABF-4B35-AB35-B8B719F0AA85}" dt="2022-07-02T06:10:30.085" v="2986" actId="478"/>
          <ac:spMkLst>
            <pc:docMk/>
            <pc:sldMk cId="4180058638" sldId="6194"/>
            <ac:spMk id="14" creationId="{CDF98E82-6563-4724-B65E-5EF2CC874750}"/>
          </ac:spMkLst>
        </pc:spChg>
        <pc:spChg chg="add del mod">
          <ac:chgData name="Mitra, Sayan" userId="5f9b069e-390c-41f3-af3f-6bd4b0fb9710" providerId="ADAL" clId="{603CB73D-5ABF-4B35-AB35-B8B719F0AA85}" dt="2022-07-02T06:10:30.085" v="2986" actId="478"/>
          <ac:spMkLst>
            <pc:docMk/>
            <pc:sldMk cId="4180058638" sldId="6194"/>
            <ac:spMk id="16" creationId="{E8A2AF60-342E-44CC-A40C-E66D152C7E9B}"/>
          </ac:spMkLst>
        </pc:spChg>
        <pc:spChg chg="mod">
          <ac:chgData name="Mitra, Sayan" userId="5f9b069e-390c-41f3-af3f-6bd4b0fb9710" providerId="ADAL" clId="{603CB73D-5ABF-4B35-AB35-B8B719F0AA85}" dt="2022-07-02T06:10:19.348" v="2983"/>
          <ac:spMkLst>
            <pc:docMk/>
            <pc:sldMk cId="4180058638" sldId="6194"/>
            <ac:spMk id="19" creationId="{21F33298-A860-4915-9FC6-0D425C7CA37A}"/>
          </ac:spMkLst>
        </pc:spChg>
        <pc:spChg chg="mod">
          <ac:chgData name="Mitra, Sayan" userId="5f9b069e-390c-41f3-af3f-6bd4b0fb9710" providerId="ADAL" clId="{603CB73D-5ABF-4B35-AB35-B8B719F0AA85}" dt="2022-07-02T06:10:19.348" v="2983"/>
          <ac:spMkLst>
            <pc:docMk/>
            <pc:sldMk cId="4180058638" sldId="6194"/>
            <ac:spMk id="20" creationId="{ABCD5192-A1FD-4A58-AF94-4E785A03A4D4}"/>
          </ac:spMkLst>
        </pc:spChg>
        <pc:spChg chg="mod">
          <ac:chgData name="Mitra, Sayan" userId="5f9b069e-390c-41f3-af3f-6bd4b0fb9710" providerId="ADAL" clId="{603CB73D-5ABF-4B35-AB35-B8B719F0AA85}" dt="2022-07-02T06:10:19.348" v="2983"/>
          <ac:spMkLst>
            <pc:docMk/>
            <pc:sldMk cId="4180058638" sldId="6194"/>
            <ac:spMk id="21" creationId="{F956D5C4-EBD4-4B3F-BBFD-FBF2EC20FBBA}"/>
          </ac:spMkLst>
        </pc:spChg>
        <pc:spChg chg="mod">
          <ac:chgData name="Mitra, Sayan" userId="5f9b069e-390c-41f3-af3f-6bd4b0fb9710" providerId="ADAL" clId="{603CB73D-5ABF-4B35-AB35-B8B719F0AA85}" dt="2022-07-02T06:10:19.348" v="2983"/>
          <ac:spMkLst>
            <pc:docMk/>
            <pc:sldMk cId="4180058638" sldId="6194"/>
            <ac:spMk id="22" creationId="{E133403D-D4FE-4C95-ABE2-8C364B0E7DFA}"/>
          </ac:spMkLst>
        </pc:spChg>
        <pc:spChg chg="mod">
          <ac:chgData name="Mitra, Sayan" userId="5f9b069e-390c-41f3-af3f-6bd4b0fb9710" providerId="ADAL" clId="{603CB73D-5ABF-4B35-AB35-B8B719F0AA85}" dt="2022-07-02T06:10:19.348" v="2983"/>
          <ac:spMkLst>
            <pc:docMk/>
            <pc:sldMk cId="4180058638" sldId="6194"/>
            <ac:spMk id="23" creationId="{88D18BAD-61D3-4B0C-BB92-F40BC5A4861D}"/>
          </ac:spMkLst>
        </pc:spChg>
        <pc:spChg chg="mod">
          <ac:chgData name="Mitra, Sayan" userId="5f9b069e-390c-41f3-af3f-6bd4b0fb9710" providerId="ADAL" clId="{603CB73D-5ABF-4B35-AB35-B8B719F0AA85}" dt="2022-07-02T06:10:19.348" v="2983"/>
          <ac:spMkLst>
            <pc:docMk/>
            <pc:sldMk cId="4180058638" sldId="6194"/>
            <ac:spMk id="25" creationId="{0E95473E-2E43-4CC8-9EEB-A52FE6995814}"/>
          </ac:spMkLst>
        </pc:spChg>
        <pc:spChg chg="mod">
          <ac:chgData name="Mitra, Sayan" userId="5f9b069e-390c-41f3-af3f-6bd4b0fb9710" providerId="ADAL" clId="{603CB73D-5ABF-4B35-AB35-B8B719F0AA85}" dt="2022-07-02T06:10:19.348" v="2983"/>
          <ac:spMkLst>
            <pc:docMk/>
            <pc:sldMk cId="4180058638" sldId="6194"/>
            <ac:spMk id="26" creationId="{7291EA8A-08B5-4DFA-AE72-00E011B764BB}"/>
          </ac:spMkLst>
        </pc:spChg>
        <pc:spChg chg="mod">
          <ac:chgData name="Mitra, Sayan" userId="5f9b069e-390c-41f3-af3f-6bd4b0fb9710" providerId="ADAL" clId="{603CB73D-5ABF-4B35-AB35-B8B719F0AA85}" dt="2022-07-02T06:10:19.348" v="2983"/>
          <ac:spMkLst>
            <pc:docMk/>
            <pc:sldMk cId="4180058638" sldId="6194"/>
            <ac:spMk id="28" creationId="{1DEEBF88-F0CB-4BDA-98CA-5C9EF9078150}"/>
          </ac:spMkLst>
        </pc:spChg>
        <pc:spChg chg="mod">
          <ac:chgData name="Mitra, Sayan" userId="5f9b069e-390c-41f3-af3f-6bd4b0fb9710" providerId="ADAL" clId="{603CB73D-5ABF-4B35-AB35-B8B719F0AA85}" dt="2022-07-02T06:10:19.348" v="2983"/>
          <ac:spMkLst>
            <pc:docMk/>
            <pc:sldMk cId="4180058638" sldId="6194"/>
            <ac:spMk id="29" creationId="{DA84EED6-C412-4D50-A460-72D17D677E9F}"/>
          </ac:spMkLst>
        </pc:spChg>
        <pc:spChg chg="mod">
          <ac:chgData name="Mitra, Sayan" userId="5f9b069e-390c-41f3-af3f-6bd4b0fb9710" providerId="ADAL" clId="{603CB73D-5ABF-4B35-AB35-B8B719F0AA85}" dt="2022-07-02T06:10:19.348" v="2983"/>
          <ac:spMkLst>
            <pc:docMk/>
            <pc:sldMk cId="4180058638" sldId="6194"/>
            <ac:spMk id="31" creationId="{93E5F225-EFAC-4DD1-A57A-12BC03B0338E}"/>
          </ac:spMkLst>
        </pc:spChg>
        <pc:spChg chg="mod">
          <ac:chgData name="Mitra, Sayan" userId="5f9b069e-390c-41f3-af3f-6bd4b0fb9710" providerId="ADAL" clId="{603CB73D-5ABF-4B35-AB35-B8B719F0AA85}" dt="2022-07-02T06:10:19.348" v="2983"/>
          <ac:spMkLst>
            <pc:docMk/>
            <pc:sldMk cId="4180058638" sldId="6194"/>
            <ac:spMk id="32" creationId="{8371F6D8-256D-47DD-9106-D4A11BA314FD}"/>
          </ac:spMkLst>
        </pc:spChg>
        <pc:grpChg chg="add del mod">
          <ac:chgData name="Mitra, Sayan" userId="5f9b069e-390c-41f3-af3f-6bd4b0fb9710" providerId="ADAL" clId="{603CB73D-5ABF-4B35-AB35-B8B719F0AA85}" dt="2022-07-02T06:10:30.085" v="2986" actId="478"/>
          <ac:grpSpMkLst>
            <pc:docMk/>
            <pc:sldMk cId="4180058638" sldId="6194"/>
            <ac:grpSpMk id="18" creationId="{3D1FE5B1-DCF1-495F-B1C2-7E35A9E96BE5}"/>
          </ac:grpSpMkLst>
        </pc:grpChg>
        <pc:grpChg chg="add del mod">
          <ac:chgData name="Mitra, Sayan" userId="5f9b069e-390c-41f3-af3f-6bd4b0fb9710" providerId="ADAL" clId="{603CB73D-5ABF-4B35-AB35-B8B719F0AA85}" dt="2022-07-02T06:10:30.085" v="2986" actId="478"/>
          <ac:grpSpMkLst>
            <pc:docMk/>
            <pc:sldMk cId="4180058638" sldId="6194"/>
            <ac:grpSpMk id="24" creationId="{E59217BD-016D-405A-AE22-79E6C64457FA}"/>
          </ac:grpSpMkLst>
        </pc:grpChg>
        <pc:grpChg chg="add del mod">
          <ac:chgData name="Mitra, Sayan" userId="5f9b069e-390c-41f3-af3f-6bd4b0fb9710" providerId="ADAL" clId="{603CB73D-5ABF-4B35-AB35-B8B719F0AA85}" dt="2022-07-02T06:10:30.085" v="2986" actId="478"/>
          <ac:grpSpMkLst>
            <pc:docMk/>
            <pc:sldMk cId="4180058638" sldId="6194"/>
            <ac:grpSpMk id="27" creationId="{17DCF1B9-FF7E-4D9D-8EBB-FB7E645F0EBE}"/>
          </ac:grpSpMkLst>
        </pc:grpChg>
        <pc:grpChg chg="add del mod">
          <ac:chgData name="Mitra, Sayan" userId="5f9b069e-390c-41f3-af3f-6bd4b0fb9710" providerId="ADAL" clId="{603CB73D-5ABF-4B35-AB35-B8B719F0AA85}" dt="2022-07-02T06:10:30.085" v="2986" actId="478"/>
          <ac:grpSpMkLst>
            <pc:docMk/>
            <pc:sldMk cId="4180058638" sldId="6194"/>
            <ac:grpSpMk id="30" creationId="{28ED6DBF-F7ED-478E-9A93-6461A7AA988D}"/>
          </ac:grpSpMkLst>
        </pc:grpChg>
        <pc:cxnChg chg="add del mod">
          <ac:chgData name="Mitra, Sayan" userId="5f9b069e-390c-41f3-af3f-6bd4b0fb9710" providerId="ADAL" clId="{603CB73D-5ABF-4B35-AB35-B8B719F0AA85}" dt="2022-07-02T06:10:30.085" v="2986" actId="478"/>
          <ac:cxnSpMkLst>
            <pc:docMk/>
            <pc:sldMk cId="4180058638" sldId="6194"/>
            <ac:cxnSpMk id="11" creationId="{6E7FAF44-D4E4-4E02-88DF-D455C393996F}"/>
          </ac:cxnSpMkLst>
        </pc:cxnChg>
        <pc:cxnChg chg="add del mod">
          <ac:chgData name="Mitra, Sayan" userId="5f9b069e-390c-41f3-af3f-6bd4b0fb9710" providerId="ADAL" clId="{603CB73D-5ABF-4B35-AB35-B8B719F0AA85}" dt="2022-07-02T06:10:30.085" v="2986" actId="478"/>
          <ac:cxnSpMkLst>
            <pc:docMk/>
            <pc:sldMk cId="4180058638" sldId="6194"/>
            <ac:cxnSpMk id="13" creationId="{B9677FF9-5684-41A9-ACE3-0FEE66AA9078}"/>
          </ac:cxnSpMkLst>
        </pc:cxnChg>
        <pc:cxnChg chg="add del mod">
          <ac:chgData name="Mitra, Sayan" userId="5f9b069e-390c-41f3-af3f-6bd4b0fb9710" providerId="ADAL" clId="{603CB73D-5ABF-4B35-AB35-B8B719F0AA85}" dt="2022-07-02T06:10:30.085" v="2986" actId="478"/>
          <ac:cxnSpMkLst>
            <pc:docMk/>
            <pc:sldMk cId="4180058638" sldId="6194"/>
            <ac:cxnSpMk id="15" creationId="{A4EF4F93-44FA-4908-BFFF-2C6A4E11C94F}"/>
          </ac:cxnSpMkLst>
        </pc:cxnChg>
        <pc:cxnChg chg="add del mod">
          <ac:chgData name="Mitra, Sayan" userId="5f9b069e-390c-41f3-af3f-6bd4b0fb9710" providerId="ADAL" clId="{603CB73D-5ABF-4B35-AB35-B8B719F0AA85}" dt="2022-07-02T06:10:30.085" v="2986" actId="478"/>
          <ac:cxnSpMkLst>
            <pc:docMk/>
            <pc:sldMk cId="4180058638" sldId="6194"/>
            <ac:cxnSpMk id="17" creationId="{0360FA66-5A0A-45F7-B83C-DB2A8FF7728B}"/>
          </ac:cxnSpMkLst>
        </pc:cxnChg>
      </pc:sldChg>
      <pc:sldChg chg="addSp delSp modSp mod ord">
        <pc:chgData name="Mitra, Sayan" userId="5f9b069e-390c-41f3-af3f-6bd4b0fb9710" providerId="ADAL" clId="{603CB73D-5ABF-4B35-AB35-B8B719F0AA85}" dt="2022-07-04T11:50:50.794" v="14263" actId="20577"/>
        <pc:sldMkLst>
          <pc:docMk/>
          <pc:sldMk cId="616035977" sldId="6195"/>
        </pc:sldMkLst>
        <pc:graphicFrameChg chg="modGraphic">
          <ac:chgData name="Mitra, Sayan" userId="5f9b069e-390c-41f3-af3f-6bd4b0fb9710" providerId="ADAL" clId="{603CB73D-5ABF-4B35-AB35-B8B719F0AA85}" dt="2022-07-04T11:50:50.794" v="14263" actId="20577"/>
          <ac:graphicFrameMkLst>
            <pc:docMk/>
            <pc:sldMk cId="616035977" sldId="6195"/>
            <ac:graphicFrameMk id="33" creationId="{76B8DA39-C6E7-4811-BC03-A35DE91307C1}"/>
          </ac:graphicFrameMkLst>
        </pc:graphicFrameChg>
        <pc:picChg chg="add mod">
          <ac:chgData name="Mitra, Sayan" userId="5f9b069e-390c-41f3-af3f-6bd4b0fb9710" providerId="ADAL" clId="{603CB73D-5ABF-4B35-AB35-B8B719F0AA85}" dt="2022-07-04T06:08:04.886" v="12877" actId="1076"/>
          <ac:picMkLst>
            <pc:docMk/>
            <pc:sldMk cId="616035977" sldId="6195"/>
            <ac:picMk id="4" creationId="{2E47C1BD-60F1-4482-81C7-7EF20B1AC5FA}"/>
          </ac:picMkLst>
        </pc:picChg>
        <pc:picChg chg="del">
          <ac:chgData name="Mitra, Sayan" userId="5f9b069e-390c-41f3-af3f-6bd4b0fb9710" providerId="ADAL" clId="{603CB73D-5ABF-4B35-AB35-B8B719F0AA85}" dt="2022-07-04T06:07:43.156" v="12871" actId="478"/>
          <ac:picMkLst>
            <pc:docMk/>
            <pc:sldMk cId="616035977" sldId="6195"/>
            <ac:picMk id="72" creationId="{7ECE9E7C-4021-4C19-8635-1B5366902839}"/>
          </ac:picMkLst>
        </pc:picChg>
      </pc:sldChg>
      <pc:sldChg chg="addSp delSp modSp mod modClrScheme chgLayout">
        <pc:chgData name="Mitra, Sayan" userId="5f9b069e-390c-41f3-af3f-6bd4b0fb9710" providerId="ADAL" clId="{603CB73D-5ABF-4B35-AB35-B8B719F0AA85}" dt="2022-07-04T16:33:46.450" v="14373" actId="478"/>
        <pc:sldMkLst>
          <pc:docMk/>
          <pc:sldMk cId="2716093337" sldId="6196"/>
        </pc:sldMkLst>
        <pc:spChg chg="mod ord">
          <ac:chgData name="Mitra, Sayan" userId="5f9b069e-390c-41f3-af3f-6bd4b0fb9710" providerId="ADAL" clId="{603CB73D-5ABF-4B35-AB35-B8B719F0AA85}" dt="2022-07-04T16:33:15.718" v="14371" actId="700"/>
          <ac:spMkLst>
            <pc:docMk/>
            <pc:sldMk cId="2716093337" sldId="6196"/>
            <ac:spMk id="2" creationId="{188B5FD8-DE7F-4FEB-9F3A-5D07FE22260C}"/>
          </ac:spMkLst>
        </pc:spChg>
        <pc:spChg chg="add del mod ord">
          <ac:chgData name="Mitra, Sayan" userId="5f9b069e-390c-41f3-af3f-6bd4b0fb9710" providerId="ADAL" clId="{603CB73D-5ABF-4B35-AB35-B8B719F0AA85}" dt="2022-07-04T16:33:38.646" v="14372" actId="478"/>
          <ac:spMkLst>
            <pc:docMk/>
            <pc:sldMk cId="2716093337" sldId="6196"/>
            <ac:spMk id="3" creationId="{7B030951-B7B8-4E67-B93E-87F7D2A3C24D}"/>
          </ac:spMkLst>
        </pc:spChg>
        <pc:spChg chg="add del mod ord">
          <ac:chgData name="Mitra, Sayan" userId="5f9b069e-390c-41f3-af3f-6bd4b0fb9710" providerId="ADAL" clId="{603CB73D-5ABF-4B35-AB35-B8B719F0AA85}" dt="2022-07-04T16:33:46.450" v="14373" actId="478"/>
          <ac:spMkLst>
            <pc:docMk/>
            <pc:sldMk cId="2716093337" sldId="6196"/>
            <ac:spMk id="6" creationId="{AA54B805-8BD9-4C85-A344-23FA7CF5A766}"/>
          </ac:spMkLst>
        </pc:spChg>
      </pc:sldChg>
      <pc:sldChg chg="modSp mod">
        <pc:chgData name="Mitra, Sayan" userId="5f9b069e-390c-41f3-af3f-6bd4b0fb9710" providerId="ADAL" clId="{603CB73D-5ABF-4B35-AB35-B8B719F0AA85}" dt="2022-07-04T04:06:40.874" v="10886" actId="20577"/>
        <pc:sldMkLst>
          <pc:docMk/>
          <pc:sldMk cId="555579079" sldId="6197"/>
        </pc:sldMkLst>
        <pc:spChg chg="mod">
          <ac:chgData name="Mitra, Sayan" userId="5f9b069e-390c-41f3-af3f-6bd4b0fb9710" providerId="ADAL" clId="{603CB73D-5ABF-4B35-AB35-B8B719F0AA85}" dt="2022-07-02T17:09:52.690" v="3573" actId="6549"/>
          <ac:spMkLst>
            <pc:docMk/>
            <pc:sldMk cId="555579079" sldId="6197"/>
            <ac:spMk id="2" creationId="{F02F82D5-2DA0-494A-8694-A4C176CFA13A}"/>
          </ac:spMkLst>
        </pc:spChg>
        <pc:graphicFrameChg chg="modGraphic">
          <ac:chgData name="Mitra, Sayan" userId="5f9b069e-390c-41f3-af3f-6bd4b0fb9710" providerId="ADAL" clId="{603CB73D-5ABF-4B35-AB35-B8B719F0AA85}" dt="2022-07-04T04:06:40.874" v="10886" actId="20577"/>
          <ac:graphicFrameMkLst>
            <pc:docMk/>
            <pc:sldMk cId="555579079" sldId="6197"/>
            <ac:graphicFrameMk id="4" creationId="{0D3E0BFC-B3EC-4D3D-96B4-A257FC0B1C11}"/>
          </ac:graphicFrameMkLst>
        </pc:graphicFrameChg>
      </pc:sldChg>
      <pc:sldChg chg="addSp delSp modSp add del mod">
        <pc:chgData name="Mitra, Sayan" userId="5f9b069e-390c-41f3-af3f-6bd4b0fb9710" providerId="ADAL" clId="{603CB73D-5ABF-4B35-AB35-B8B719F0AA85}" dt="2022-07-02T09:29:29.069" v="3061" actId="47"/>
        <pc:sldMkLst>
          <pc:docMk/>
          <pc:sldMk cId="2667327591" sldId="6197"/>
        </pc:sldMkLst>
        <pc:spChg chg="mod">
          <ac:chgData name="Mitra, Sayan" userId="5f9b069e-390c-41f3-af3f-6bd4b0fb9710" providerId="ADAL" clId="{603CB73D-5ABF-4B35-AB35-B8B719F0AA85}" dt="2022-07-02T09:28:49.444" v="3060" actId="27636"/>
          <ac:spMkLst>
            <pc:docMk/>
            <pc:sldMk cId="2667327591" sldId="6197"/>
            <ac:spMk id="4" creationId="{FF9A8B35-B3B7-4DE9-AF1C-394413BC6F4D}"/>
          </ac:spMkLst>
        </pc:spChg>
        <pc:spChg chg="mod">
          <ac:chgData name="Mitra, Sayan" userId="5f9b069e-390c-41f3-af3f-6bd4b0fb9710" providerId="ADAL" clId="{603CB73D-5ABF-4B35-AB35-B8B719F0AA85}" dt="2022-07-02T09:28:39.398" v="3057"/>
          <ac:spMkLst>
            <pc:docMk/>
            <pc:sldMk cId="2667327591" sldId="6197"/>
            <ac:spMk id="10" creationId="{EE272A46-2F09-407C-B443-1C48B9F0B44A}"/>
          </ac:spMkLst>
        </pc:spChg>
        <pc:spChg chg="mod">
          <ac:chgData name="Mitra, Sayan" userId="5f9b069e-390c-41f3-af3f-6bd4b0fb9710" providerId="ADAL" clId="{603CB73D-5ABF-4B35-AB35-B8B719F0AA85}" dt="2022-07-02T09:28:39.398" v="3057"/>
          <ac:spMkLst>
            <pc:docMk/>
            <pc:sldMk cId="2667327591" sldId="6197"/>
            <ac:spMk id="11" creationId="{EE6B0524-C5F9-4401-8237-40FF812672D6}"/>
          </ac:spMkLst>
        </pc:spChg>
        <pc:spChg chg="mod">
          <ac:chgData name="Mitra, Sayan" userId="5f9b069e-390c-41f3-af3f-6bd4b0fb9710" providerId="ADAL" clId="{603CB73D-5ABF-4B35-AB35-B8B719F0AA85}" dt="2022-07-02T09:28:39.398" v="3057"/>
          <ac:spMkLst>
            <pc:docMk/>
            <pc:sldMk cId="2667327591" sldId="6197"/>
            <ac:spMk id="12" creationId="{72B65520-9112-484B-8142-AED811D8CCB1}"/>
          </ac:spMkLst>
        </pc:spChg>
        <pc:grpChg chg="add mod">
          <ac:chgData name="Mitra, Sayan" userId="5f9b069e-390c-41f3-af3f-6bd4b0fb9710" providerId="ADAL" clId="{603CB73D-5ABF-4B35-AB35-B8B719F0AA85}" dt="2022-07-02T09:28:46.910" v="3058" actId="1076"/>
          <ac:grpSpMkLst>
            <pc:docMk/>
            <pc:sldMk cId="2667327591" sldId="6197"/>
            <ac:grpSpMk id="9" creationId="{4CFBC732-962E-4194-A635-139FFFB68CAD}"/>
          </ac:grpSpMkLst>
        </pc:grpChg>
        <pc:grpChg chg="del">
          <ac:chgData name="Mitra, Sayan" userId="5f9b069e-390c-41f3-af3f-6bd4b0fb9710" providerId="ADAL" clId="{603CB73D-5ABF-4B35-AB35-B8B719F0AA85}" dt="2022-07-02T09:28:24.433" v="3013" actId="478"/>
          <ac:grpSpMkLst>
            <pc:docMk/>
            <pc:sldMk cId="2667327591" sldId="6197"/>
            <ac:grpSpMk id="36" creationId="{AE05B20E-3528-4D2C-B1C2-7F9D7E4DC12F}"/>
          </ac:grpSpMkLst>
        </pc:grpChg>
        <pc:picChg chg="mod">
          <ac:chgData name="Mitra, Sayan" userId="5f9b069e-390c-41f3-af3f-6bd4b0fb9710" providerId="ADAL" clId="{603CB73D-5ABF-4B35-AB35-B8B719F0AA85}" dt="2022-07-02T09:28:32.144" v="3056" actId="1035"/>
          <ac:picMkLst>
            <pc:docMk/>
            <pc:sldMk cId="2667327591" sldId="6197"/>
            <ac:picMk id="5" creationId="{E838B093-A4C2-4EE0-A310-DC39D86A6E92}"/>
          </ac:picMkLst>
        </pc:picChg>
      </pc:sldChg>
      <pc:sldChg chg="addSp delSp modSp add mod">
        <pc:chgData name="Mitra, Sayan" userId="5f9b069e-390c-41f3-af3f-6bd4b0fb9710" providerId="ADAL" clId="{603CB73D-5ABF-4B35-AB35-B8B719F0AA85}" dt="2022-07-04T01:09:21.975" v="10833" actId="20577"/>
        <pc:sldMkLst>
          <pc:docMk/>
          <pc:sldMk cId="2843776525" sldId="6198"/>
        </pc:sldMkLst>
        <pc:spChg chg="del">
          <ac:chgData name="Mitra, Sayan" userId="5f9b069e-390c-41f3-af3f-6bd4b0fb9710" providerId="ADAL" clId="{603CB73D-5ABF-4B35-AB35-B8B719F0AA85}" dt="2022-07-02T12:50:09.896" v="3129" actId="478"/>
          <ac:spMkLst>
            <pc:docMk/>
            <pc:sldMk cId="2843776525" sldId="6198"/>
            <ac:spMk id="2" creationId="{E2C25666-852A-4724-8FD7-FFF1BB886F43}"/>
          </ac:spMkLst>
        </pc:spChg>
        <pc:spChg chg="add mod">
          <ac:chgData name="Mitra, Sayan" userId="5f9b069e-390c-41f3-af3f-6bd4b0fb9710" providerId="ADAL" clId="{603CB73D-5ABF-4B35-AB35-B8B719F0AA85}" dt="2022-07-04T01:09:21.975" v="10833" actId="20577"/>
          <ac:spMkLst>
            <pc:docMk/>
            <pc:sldMk cId="2843776525" sldId="6198"/>
            <ac:spMk id="76" creationId="{9654A25B-2A00-4FC1-96A3-03B88F688FF3}"/>
          </ac:spMkLst>
        </pc:spChg>
        <pc:spChg chg="mod">
          <ac:chgData name="Mitra, Sayan" userId="5f9b069e-390c-41f3-af3f-6bd4b0fb9710" providerId="ADAL" clId="{603CB73D-5ABF-4B35-AB35-B8B719F0AA85}" dt="2022-07-02T12:51:33.229" v="3182" actId="1035"/>
          <ac:spMkLst>
            <pc:docMk/>
            <pc:sldMk cId="2843776525" sldId="6198"/>
            <ac:spMk id="157" creationId="{7FC6A7F5-66CA-4D80-9459-3E6DC317AC23}"/>
          </ac:spMkLst>
        </pc:spChg>
        <pc:spChg chg="mod">
          <ac:chgData name="Mitra, Sayan" userId="5f9b069e-390c-41f3-af3f-6bd4b0fb9710" providerId="ADAL" clId="{603CB73D-5ABF-4B35-AB35-B8B719F0AA85}" dt="2022-07-02T12:50:21.244" v="3151" actId="1035"/>
          <ac:spMkLst>
            <pc:docMk/>
            <pc:sldMk cId="2843776525" sldId="6198"/>
            <ac:spMk id="170" creationId="{1B35CAAB-E7EE-4ABB-A06D-351F5D0F1747}"/>
          </ac:spMkLst>
        </pc:spChg>
        <pc:spChg chg="mod">
          <ac:chgData name="Mitra, Sayan" userId="5f9b069e-390c-41f3-af3f-6bd4b0fb9710" providerId="ADAL" clId="{603CB73D-5ABF-4B35-AB35-B8B719F0AA85}" dt="2022-07-02T12:50:21.244" v="3151" actId="1035"/>
          <ac:spMkLst>
            <pc:docMk/>
            <pc:sldMk cId="2843776525" sldId="6198"/>
            <ac:spMk id="173" creationId="{2902D771-32AE-4766-8E6B-96BC2B04E50B}"/>
          </ac:spMkLst>
        </pc:spChg>
        <pc:spChg chg="mod">
          <ac:chgData name="Mitra, Sayan" userId="5f9b069e-390c-41f3-af3f-6bd4b0fb9710" providerId="ADAL" clId="{603CB73D-5ABF-4B35-AB35-B8B719F0AA85}" dt="2022-07-02T12:50:21.244" v="3151" actId="1035"/>
          <ac:spMkLst>
            <pc:docMk/>
            <pc:sldMk cId="2843776525" sldId="6198"/>
            <ac:spMk id="194" creationId="{A2B6A873-45C3-459F-9BCF-0E8F55BB2E1E}"/>
          </ac:spMkLst>
        </pc:spChg>
        <pc:spChg chg="mod">
          <ac:chgData name="Mitra, Sayan" userId="5f9b069e-390c-41f3-af3f-6bd4b0fb9710" providerId="ADAL" clId="{603CB73D-5ABF-4B35-AB35-B8B719F0AA85}" dt="2022-07-02T12:50:21.244" v="3151" actId="1035"/>
          <ac:spMkLst>
            <pc:docMk/>
            <pc:sldMk cId="2843776525" sldId="6198"/>
            <ac:spMk id="195" creationId="{59979AAE-C370-4D1B-95E0-A21123716A83}"/>
          </ac:spMkLst>
        </pc:spChg>
        <pc:spChg chg="mod">
          <ac:chgData name="Mitra, Sayan" userId="5f9b069e-390c-41f3-af3f-6bd4b0fb9710" providerId="ADAL" clId="{603CB73D-5ABF-4B35-AB35-B8B719F0AA85}" dt="2022-07-02T12:50:21.244" v="3151" actId="1035"/>
          <ac:spMkLst>
            <pc:docMk/>
            <pc:sldMk cId="2843776525" sldId="6198"/>
            <ac:spMk id="196" creationId="{9FCD5EFE-12F3-4FBC-934C-450B0BEFC711}"/>
          </ac:spMkLst>
        </pc:spChg>
        <pc:spChg chg="mod">
          <ac:chgData name="Mitra, Sayan" userId="5f9b069e-390c-41f3-af3f-6bd4b0fb9710" providerId="ADAL" clId="{603CB73D-5ABF-4B35-AB35-B8B719F0AA85}" dt="2022-07-02T12:50:21.244" v="3151" actId="1035"/>
          <ac:spMkLst>
            <pc:docMk/>
            <pc:sldMk cId="2843776525" sldId="6198"/>
            <ac:spMk id="197" creationId="{69128E1F-5292-4202-A871-BD4432948B5D}"/>
          </ac:spMkLst>
        </pc:spChg>
        <pc:spChg chg="mod">
          <ac:chgData name="Mitra, Sayan" userId="5f9b069e-390c-41f3-af3f-6bd4b0fb9710" providerId="ADAL" clId="{603CB73D-5ABF-4B35-AB35-B8B719F0AA85}" dt="2022-07-02T12:50:21.244" v="3151" actId="1035"/>
          <ac:spMkLst>
            <pc:docMk/>
            <pc:sldMk cId="2843776525" sldId="6198"/>
            <ac:spMk id="198" creationId="{6D74F905-E489-4380-8C68-744F4A968F20}"/>
          </ac:spMkLst>
        </pc:spChg>
        <pc:spChg chg="mod">
          <ac:chgData name="Mitra, Sayan" userId="5f9b069e-390c-41f3-af3f-6bd4b0fb9710" providerId="ADAL" clId="{603CB73D-5ABF-4B35-AB35-B8B719F0AA85}" dt="2022-07-02T12:50:21.244" v="3151" actId="1035"/>
          <ac:spMkLst>
            <pc:docMk/>
            <pc:sldMk cId="2843776525" sldId="6198"/>
            <ac:spMk id="199" creationId="{D8C9DA4D-26DC-46B5-BED2-6520CF5D7668}"/>
          </ac:spMkLst>
        </pc:spChg>
        <pc:spChg chg="mod">
          <ac:chgData name="Mitra, Sayan" userId="5f9b069e-390c-41f3-af3f-6bd4b0fb9710" providerId="ADAL" clId="{603CB73D-5ABF-4B35-AB35-B8B719F0AA85}" dt="2022-07-02T12:50:21.244" v="3151" actId="1035"/>
          <ac:spMkLst>
            <pc:docMk/>
            <pc:sldMk cId="2843776525" sldId="6198"/>
            <ac:spMk id="200" creationId="{4B527542-10C3-48F6-8758-C9FDADD37AA5}"/>
          </ac:spMkLst>
        </pc:spChg>
        <pc:spChg chg="mod">
          <ac:chgData name="Mitra, Sayan" userId="5f9b069e-390c-41f3-af3f-6bd4b0fb9710" providerId="ADAL" clId="{603CB73D-5ABF-4B35-AB35-B8B719F0AA85}" dt="2022-07-02T12:50:21.244" v="3151" actId="1035"/>
          <ac:spMkLst>
            <pc:docMk/>
            <pc:sldMk cId="2843776525" sldId="6198"/>
            <ac:spMk id="201" creationId="{56C8CA81-554A-4A32-BE72-7B6D2620A0C6}"/>
          </ac:spMkLst>
        </pc:spChg>
        <pc:spChg chg="mod">
          <ac:chgData name="Mitra, Sayan" userId="5f9b069e-390c-41f3-af3f-6bd4b0fb9710" providerId="ADAL" clId="{603CB73D-5ABF-4B35-AB35-B8B719F0AA85}" dt="2022-07-02T12:50:21.244" v="3151" actId="1035"/>
          <ac:spMkLst>
            <pc:docMk/>
            <pc:sldMk cId="2843776525" sldId="6198"/>
            <ac:spMk id="202" creationId="{2ED1251F-CC56-4941-9911-D222823FDD0F}"/>
          </ac:spMkLst>
        </pc:spChg>
        <pc:spChg chg="mod">
          <ac:chgData name="Mitra, Sayan" userId="5f9b069e-390c-41f3-af3f-6bd4b0fb9710" providerId="ADAL" clId="{603CB73D-5ABF-4B35-AB35-B8B719F0AA85}" dt="2022-07-02T12:50:21.244" v="3151" actId="1035"/>
          <ac:spMkLst>
            <pc:docMk/>
            <pc:sldMk cId="2843776525" sldId="6198"/>
            <ac:spMk id="203" creationId="{23D2EE46-C9D8-4E29-A9A8-19AE61067F06}"/>
          </ac:spMkLst>
        </pc:spChg>
        <pc:grpChg chg="mod">
          <ac:chgData name="Mitra, Sayan" userId="5f9b069e-390c-41f3-af3f-6bd4b0fb9710" providerId="ADAL" clId="{603CB73D-5ABF-4B35-AB35-B8B719F0AA85}" dt="2022-07-02T12:50:21.244" v="3151" actId="1035"/>
          <ac:grpSpMkLst>
            <pc:docMk/>
            <pc:sldMk cId="2843776525" sldId="6198"/>
            <ac:grpSpMk id="169" creationId="{426BF6D9-8237-4F09-824A-5D38E1BEA472}"/>
          </ac:grpSpMkLst>
        </pc:grpChg>
        <pc:grpChg chg="mod">
          <ac:chgData name="Mitra, Sayan" userId="5f9b069e-390c-41f3-af3f-6bd4b0fb9710" providerId="ADAL" clId="{603CB73D-5ABF-4B35-AB35-B8B719F0AA85}" dt="2022-07-02T12:50:21.244" v="3151" actId="1035"/>
          <ac:grpSpMkLst>
            <pc:docMk/>
            <pc:sldMk cId="2843776525" sldId="6198"/>
            <ac:grpSpMk id="172" creationId="{9AE31258-B29B-4474-A482-77C350EE72A6}"/>
          </ac:grpSpMkLst>
        </pc:grpChg>
        <pc:grpChg chg="mod">
          <ac:chgData name="Mitra, Sayan" userId="5f9b069e-390c-41f3-af3f-6bd4b0fb9710" providerId="ADAL" clId="{603CB73D-5ABF-4B35-AB35-B8B719F0AA85}" dt="2022-07-02T12:50:21.244" v="3151" actId="1035"/>
          <ac:grpSpMkLst>
            <pc:docMk/>
            <pc:sldMk cId="2843776525" sldId="6198"/>
            <ac:grpSpMk id="204" creationId="{4C2A12B6-3F65-4A77-ADC8-0F6DE1F31560}"/>
          </ac:grpSpMkLst>
        </pc:grpChg>
        <pc:grpChg chg="mod">
          <ac:chgData name="Mitra, Sayan" userId="5f9b069e-390c-41f3-af3f-6bd4b0fb9710" providerId="ADAL" clId="{603CB73D-5ABF-4B35-AB35-B8B719F0AA85}" dt="2022-07-02T12:50:21.244" v="3151" actId="1035"/>
          <ac:grpSpMkLst>
            <pc:docMk/>
            <pc:sldMk cId="2843776525" sldId="6198"/>
            <ac:grpSpMk id="208" creationId="{2D43BE8C-55CD-4D14-BFBB-E167AEC537C3}"/>
          </ac:grpSpMkLst>
        </pc:grpChg>
        <pc:grpChg chg="mod">
          <ac:chgData name="Mitra, Sayan" userId="5f9b069e-390c-41f3-af3f-6bd4b0fb9710" providerId="ADAL" clId="{603CB73D-5ABF-4B35-AB35-B8B719F0AA85}" dt="2022-07-02T12:50:21.244" v="3151" actId="1035"/>
          <ac:grpSpMkLst>
            <pc:docMk/>
            <pc:sldMk cId="2843776525" sldId="6198"/>
            <ac:grpSpMk id="219" creationId="{839D4B9F-876F-4787-8DCA-8CC865517D77}"/>
          </ac:grpSpMkLst>
        </pc:grpChg>
        <pc:grpChg chg="mod">
          <ac:chgData name="Mitra, Sayan" userId="5f9b069e-390c-41f3-af3f-6bd4b0fb9710" providerId="ADAL" clId="{603CB73D-5ABF-4B35-AB35-B8B719F0AA85}" dt="2022-07-02T12:50:21.244" v="3151" actId="1035"/>
          <ac:grpSpMkLst>
            <pc:docMk/>
            <pc:sldMk cId="2843776525" sldId="6198"/>
            <ac:grpSpMk id="222" creationId="{CE4FB837-ECC4-404D-8D8C-DB47FA66FCB8}"/>
          </ac:grpSpMkLst>
        </pc:grpChg>
        <pc:grpChg chg="mod">
          <ac:chgData name="Mitra, Sayan" userId="5f9b069e-390c-41f3-af3f-6bd4b0fb9710" providerId="ADAL" clId="{603CB73D-5ABF-4B35-AB35-B8B719F0AA85}" dt="2022-07-02T12:50:21.244" v="3151" actId="1035"/>
          <ac:grpSpMkLst>
            <pc:docMk/>
            <pc:sldMk cId="2843776525" sldId="6198"/>
            <ac:grpSpMk id="231" creationId="{1E6F6A2E-4024-4D0F-95D5-40EB38CB7361}"/>
          </ac:grpSpMkLst>
        </pc:grpChg>
      </pc:sldChg>
      <pc:sldChg chg="del ord">
        <pc:chgData name="Mitra, Sayan" userId="5f9b069e-390c-41f3-af3f-6bd4b0fb9710" providerId="ADAL" clId="{603CB73D-5ABF-4B35-AB35-B8B719F0AA85}" dt="2022-07-04T05:00:14.600" v="12465" actId="47"/>
        <pc:sldMkLst>
          <pc:docMk/>
          <pc:sldMk cId="161344285" sldId="6199"/>
        </pc:sldMkLst>
      </pc:sldChg>
      <pc:sldChg chg="modSp del mod">
        <pc:chgData name="Mitra, Sayan" userId="5f9b069e-390c-41f3-af3f-6bd4b0fb9710" providerId="ADAL" clId="{603CB73D-5ABF-4B35-AB35-B8B719F0AA85}" dt="2022-07-03T01:24:10.340" v="5545" actId="47"/>
        <pc:sldMkLst>
          <pc:docMk/>
          <pc:sldMk cId="2480628551" sldId="6200"/>
        </pc:sldMkLst>
        <pc:spChg chg="mod">
          <ac:chgData name="Mitra, Sayan" userId="5f9b069e-390c-41f3-af3f-6bd4b0fb9710" providerId="ADAL" clId="{603CB73D-5ABF-4B35-AB35-B8B719F0AA85}" dt="2022-07-02T17:09:27.309" v="3571" actId="11530"/>
          <ac:spMkLst>
            <pc:docMk/>
            <pc:sldMk cId="2480628551" sldId="6200"/>
            <ac:spMk id="12" creationId="{0337DD8D-C8D2-44A5-9AF7-69D8C6330326}"/>
          </ac:spMkLst>
        </pc:spChg>
        <pc:spChg chg="mod">
          <ac:chgData name="Mitra, Sayan" userId="5f9b069e-390c-41f3-af3f-6bd4b0fb9710" providerId="ADAL" clId="{603CB73D-5ABF-4B35-AB35-B8B719F0AA85}" dt="2022-07-02T17:10:48.324" v="3577" actId="3064"/>
          <ac:spMkLst>
            <pc:docMk/>
            <pc:sldMk cId="2480628551" sldId="6200"/>
            <ac:spMk id="37" creationId="{00000000-0000-0000-0000-000000000000}"/>
          </ac:spMkLst>
        </pc:spChg>
        <pc:spChg chg="mod">
          <ac:chgData name="Mitra, Sayan" userId="5f9b069e-390c-41f3-af3f-6bd4b0fb9710" providerId="ADAL" clId="{603CB73D-5ABF-4B35-AB35-B8B719F0AA85}" dt="2022-07-02T17:10:48.324" v="3577" actId="3064"/>
          <ac:spMkLst>
            <pc:docMk/>
            <pc:sldMk cId="2480628551" sldId="6200"/>
            <ac:spMk id="59" creationId="{5AF3350C-F011-45FD-9B27-22C2E62AF32B}"/>
          </ac:spMkLst>
        </pc:spChg>
        <pc:spChg chg="mod">
          <ac:chgData name="Mitra, Sayan" userId="5f9b069e-390c-41f3-af3f-6bd4b0fb9710" providerId="ADAL" clId="{603CB73D-5ABF-4B35-AB35-B8B719F0AA85}" dt="2022-07-02T17:10:48.324" v="3577" actId="3064"/>
          <ac:spMkLst>
            <pc:docMk/>
            <pc:sldMk cId="2480628551" sldId="6200"/>
            <ac:spMk id="60" creationId="{FA0BCEF7-AB84-4B14-9DF0-C607333CEEA1}"/>
          </ac:spMkLst>
        </pc:spChg>
        <pc:spChg chg="mod">
          <ac:chgData name="Mitra, Sayan" userId="5f9b069e-390c-41f3-af3f-6bd4b0fb9710" providerId="ADAL" clId="{603CB73D-5ABF-4B35-AB35-B8B719F0AA85}" dt="2022-07-02T17:10:48.324" v="3577" actId="3064"/>
          <ac:spMkLst>
            <pc:docMk/>
            <pc:sldMk cId="2480628551" sldId="6200"/>
            <ac:spMk id="61" creationId="{2D67A12E-119F-4141-9D35-38E6CE306B94}"/>
          </ac:spMkLst>
        </pc:spChg>
        <pc:spChg chg="mod">
          <ac:chgData name="Mitra, Sayan" userId="5f9b069e-390c-41f3-af3f-6bd4b0fb9710" providerId="ADAL" clId="{603CB73D-5ABF-4B35-AB35-B8B719F0AA85}" dt="2022-07-02T17:09:27.309" v="3571" actId="11530"/>
          <ac:spMkLst>
            <pc:docMk/>
            <pc:sldMk cId="2480628551" sldId="6200"/>
            <ac:spMk id="64" creationId="{F8D89799-281B-4858-8DAF-E91B0A1AE51D}"/>
          </ac:spMkLst>
        </pc:spChg>
        <pc:spChg chg="mod">
          <ac:chgData name="Mitra, Sayan" userId="5f9b069e-390c-41f3-af3f-6bd4b0fb9710" providerId="ADAL" clId="{603CB73D-5ABF-4B35-AB35-B8B719F0AA85}" dt="2022-07-02T17:09:27.309" v="3571" actId="11530"/>
          <ac:spMkLst>
            <pc:docMk/>
            <pc:sldMk cId="2480628551" sldId="6200"/>
            <ac:spMk id="66" creationId="{414A8419-02B0-4C89-9F17-6F90047ED8A5}"/>
          </ac:spMkLst>
        </pc:spChg>
        <pc:spChg chg="mod">
          <ac:chgData name="Mitra, Sayan" userId="5f9b069e-390c-41f3-af3f-6bd4b0fb9710" providerId="ADAL" clId="{603CB73D-5ABF-4B35-AB35-B8B719F0AA85}" dt="2022-07-02T17:11:01.902" v="3578" actId="11530"/>
          <ac:spMkLst>
            <pc:docMk/>
            <pc:sldMk cId="2480628551" sldId="6200"/>
            <ac:spMk id="72" creationId="{6C950BC1-85E9-4DD7-B815-E0525BB6F03A}"/>
          </ac:spMkLst>
        </pc:spChg>
        <pc:spChg chg="mod">
          <ac:chgData name="Mitra, Sayan" userId="5f9b069e-390c-41f3-af3f-6bd4b0fb9710" providerId="ADAL" clId="{603CB73D-5ABF-4B35-AB35-B8B719F0AA85}" dt="2022-07-02T17:09:27.309" v="3571" actId="11530"/>
          <ac:spMkLst>
            <pc:docMk/>
            <pc:sldMk cId="2480628551" sldId="6200"/>
            <ac:spMk id="77" creationId="{950DE1E1-822A-4231-9C75-ED77891741FF}"/>
          </ac:spMkLst>
        </pc:spChg>
      </pc:sldChg>
      <pc:sldChg chg="addSp delSp modSp add del mod modClrScheme chgLayout">
        <pc:chgData name="Mitra, Sayan" userId="5f9b069e-390c-41f3-af3f-6bd4b0fb9710" providerId="ADAL" clId="{603CB73D-5ABF-4B35-AB35-B8B719F0AA85}" dt="2022-07-04T16:32:48.642" v="14367" actId="478"/>
        <pc:sldMkLst>
          <pc:docMk/>
          <pc:sldMk cId="166138906" sldId="6201"/>
        </pc:sldMkLst>
        <pc:spChg chg="mod ord">
          <ac:chgData name="Mitra, Sayan" userId="5f9b069e-390c-41f3-af3f-6bd4b0fb9710" providerId="ADAL" clId="{603CB73D-5ABF-4B35-AB35-B8B719F0AA85}" dt="2022-07-04T16:32:34.962" v="14363" actId="700"/>
          <ac:spMkLst>
            <pc:docMk/>
            <pc:sldMk cId="166138906" sldId="6201"/>
            <ac:spMk id="2" creationId="{40DEA8BD-8A64-43E8-ABA4-688AE1E16EA0}"/>
          </ac:spMkLst>
        </pc:spChg>
        <pc:spChg chg="add del mod ord">
          <ac:chgData name="Mitra, Sayan" userId="5f9b069e-390c-41f3-af3f-6bd4b0fb9710" providerId="ADAL" clId="{603CB73D-5ABF-4B35-AB35-B8B719F0AA85}" dt="2022-07-04T16:32:48.642" v="14367" actId="478"/>
          <ac:spMkLst>
            <pc:docMk/>
            <pc:sldMk cId="166138906" sldId="6201"/>
            <ac:spMk id="3" creationId="{85A6798C-4B95-4FB4-A40A-472803CE6CA7}"/>
          </ac:spMkLst>
        </pc:spChg>
        <pc:spChg chg="add del mod">
          <ac:chgData name="Mitra, Sayan" userId="5f9b069e-390c-41f3-af3f-6bd4b0fb9710" providerId="ADAL" clId="{603CB73D-5ABF-4B35-AB35-B8B719F0AA85}" dt="2022-07-04T16:32:39.364" v="14365" actId="478"/>
          <ac:spMkLst>
            <pc:docMk/>
            <pc:sldMk cId="166138906" sldId="6201"/>
            <ac:spMk id="4" creationId="{F9108327-C6A8-43CF-80C3-E5BA9F2C269A}"/>
          </ac:spMkLst>
        </pc:spChg>
        <pc:spChg chg="add del mod ord">
          <ac:chgData name="Mitra, Sayan" userId="5f9b069e-390c-41f3-af3f-6bd4b0fb9710" providerId="ADAL" clId="{603CB73D-5ABF-4B35-AB35-B8B719F0AA85}" dt="2022-07-04T16:32:42.752" v="14366" actId="478"/>
          <ac:spMkLst>
            <pc:docMk/>
            <pc:sldMk cId="166138906" sldId="6201"/>
            <ac:spMk id="5" creationId="{FE0292F2-524F-4C14-86C5-C4BFCBAC2936}"/>
          </ac:spMkLst>
        </pc:spChg>
        <pc:spChg chg="del">
          <ac:chgData name="Mitra, Sayan" userId="5f9b069e-390c-41f3-af3f-6bd4b0fb9710" providerId="ADAL" clId="{603CB73D-5ABF-4B35-AB35-B8B719F0AA85}" dt="2022-07-04T04:39:14.992" v="12131" actId="478"/>
          <ac:spMkLst>
            <pc:docMk/>
            <pc:sldMk cId="166138906" sldId="6201"/>
            <ac:spMk id="6" creationId="{D2ABAB45-F452-4A11-A5FA-A0F7807FD281}"/>
          </ac:spMkLst>
        </pc:spChg>
        <pc:spChg chg="add mod">
          <ac:chgData name="Mitra, Sayan" userId="5f9b069e-390c-41f3-af3f-6bd4b0fb9710" providerId="ADAL" clId="{603CB73D-5ABF-4B35-AB35-B8B719F0AA85}" dt="2022-07-04T04:42:01.143" v="12214" actId="14100"/>
          <ac:spMkLst>
            <pc:docMk/>
            <pc:sldMk cId="166138906" sldId="6201"/>
            <ac:spMk id="7" creationId="{38ACDDE2-4569-4354-9FF9-A62F3AE8A518}"/>
          </ac:spMkLst>
        </pc:spChg>
        <pc:cxnChg chg="add del mod">
          <ac:chgData name="Mitra, Sayan" userId="5f9b069e-390c-41f3-af3f-6bd4b0fb9710" providerId="ADAL" clId="{603CB73D-5ABF-4B35-AB35-B8B719F0AA85}" dt="2022-07-04T04:41:47.264" v="12210" actId="478"/>
          <ac:cxnSpMkLst>
            <pc:docMk/>
            <pc:sldMk cId="166138906" sldId="6201"/>
            <ac:cxnSpMk id="5" creationId="{8DA23554-5C7C-478A-A365-5356525679CC}"/>
          </ac:cxnSpMkLst>
        </pc:cxnChg>
      </pc:sldChg>
      <pc:sldChg chg="modSp add mod ord">
        <pc:chgData name="Mitra, Sayan" userId="5f9b069e-390c-41f3-af3f-6bd4b0fb9710" providerId="ADAL" clId="{603CB73D-5ABF-4B35-AB35-B8B719F0AA85}" dt="2022-07-02T17:04:44.819" v="3556" actId="20577"/>
        <pc:sldMkLst>
          <pc:docMk/>
          <pc:sldMk cId="2633053517" sldId="6202"/>
        </pc:sldMkLst>
        <pc:spChg chg="mod">
          <ac:chgData name="Mitra, Sayan" userId="5f9b069e-390c-41f3-af3f-6bd4b0fb9710" providerId="ADAL" clId="{603CB73D-5ABF-4B35-AB35-B8B719F0AA85}" dt="2022-07-02T17:04:44.819" v="3556" actId="20577"/>
          <ac:spMkLst>
            <pc:docMk/>
            <pc:sldMk cId="2633053517" sldId="6202"/>
            <ac:spMk id="2" creationId="{EF296339-19EE-45C4-92D1-711D1572140E}"/>
          </ac:spMkLst>
        </pc:spChg>
      </pc:sldChg>
      <pc:sldChg chg="addSp modSp new del mod">
        <pc:chgData name="Mitra, Sayan" userId="5f9b069e-390c-41f3-af3f-6bd4b0fb9710" providerId="ADAL" clId="{603CB73D-5ABF-4B35-AB35-B8B719F0AA85}" dt="2022-07-03T05:00:26.130" v="7217" actId="47"/>
        <pc:sldMkLst>
          <pc:docMk/>
          <pc:sldMk cId="1154524886" sldId="6203"/>
        </pc:sldMkLst>
        <pc:spChg chg="mod">
          <ac:chgData name="Mitra, Sayan" userId="5f9b069e-390c-41f3-af3f-6bd4b0fb9710" providerId="ADAL" clId="{603CB73D-5ABF-4B35-AB35-B8B719F0AA85}" dt="2022-07-02T17:17:06.575" v="3675" actId="20577"/>
          <ac:spMkLst>
            <pc:docMk/>
            <pc:sldMk cId="1154524886" sldId="6203"/>
            <ac:spMk id="2" creationId="{C1FE18AD-4F22-4561-80FE-C8D0DF2F3A9F}"/>
          </ac:spMkLst>
        </pc:spChg>
        <pc:spChg chg="add mod">
          <ac:chgData name="Mitra, Sayan" userId="5f9b069e-390c-41f3-af3f-6bd4b0fb9710" providerId="ADAL" clId="{603CB73D-5ABF-4B35-AB35-B8B719F0AA85}" dt="2022-07-02T17:29:03.931" v="3930" actId="113"/>
          <ac:spMkLst>
            <pc:docMk/>
            <pc:sldMk cId="1154524886" sldId="6203"/>
            <ac:spMk id="3" creationId="{4BFC18DB-03AF-409D-8A36-6E38CBCE8BDA}"/>
          </ac:spMkLst>
        </pc:spChg>
        <pc:spChg chg="add mod">
          <ac:chgData name="Mitra, Sayan" userId="5f9b069e-390c-41f3-af3f-6bd4b0fb9710" providerId="ADAL" clId="{603CB73D-5ABF-4B35-AB35-B8B719F0AA85}" dt="2022-07-02T17:28:44.234" v="3909" actId="113"/>
          <ac:spMkLst>
            <pc:docMk/>
            <pc:sldMk cId="1154524886" sldId="6203"/>
            <ac:spMk id="4" creationId="{FF8288EB-D1AC-4A65-BA82-F8E391C44DFA}"/>
          </ac:spMkLst>
        </pc:spChg>
        <pc:spChg chg="add mod">
          <ac:chgData name="Mitra, Sayan" userId="5f9b069e-390c-41f3-af3f-6bd4b0fb9710" providerId="ADAL" clId="{603CB73D-5ABF-4B35-AB35-B8B719F0AA85}" dt="2022-07-02T17:30:30.601" v="3967" actId="113"/>
          <ac:spMkLst>
            <pc:docMk/>
            <pc:sldMk cId="1154524886" sldId="6203"/>
            <ac:spMk id="5" creationId="{8DB0E73C-BD9C-4DCB-9091-7D779AE35E28}"/>
          </ac:spMkLst>
        </pc:spChg>
        <pc:spChg chg="add mod">
          <ac:chgData name="Mitra, Sayan" userId="5f9b069e-390c-41f3-af3f-6bd4b0fb9710" providerId="ADAL" clId="{603CB73D-5ABF-4B35-AB35-B8B719F0AA85}" dt="2022-07-02T17:30:52.520" v="3999" actId="113"/>
          <ac:spMkLst>
            <pc:docMk/>
            <pc:sldMk cId="1154524886" sldId="6203"/>
            <ac:spMk id="6" creationId="{112EE235-90BE-4B94-B4FA-D4691BF6A6EC}"/>
          </ac:spMkLst>
        </pc:spChg>
        <pc:spChg chg="add mod">
          <ac:chgData name="Mitra, Sayan" userId="5f9b069e-390c-41f3-af3f-6bd4b0fb9710" providerId="ADAL" clId="{603CB73D-5ABF-4B35-AB35-B8B719F0AA85}" dt="2022-07-02T17:31:52.534" v="4116" actId="113"/>
          <ac:spMkLst>
            <pc:docMk/>
            <pc:sldMk cId="1154524886" sldId="6203"/>
            <ac:spMk id="7" creationId="{40185408-A281-4104-A2FC-3BDA9DCEA4E6}"/>
          </ac:spMkLst>
        </pc:spChg>
        <pc:spChg chg="add mod">
          <ac:chgData name="Mitra, Sayan" userId="5f9b069e-390c-41f3-af3f-6bd4b0fb9710" providerId="ADAL" clId="{603CB73D-5ABF-4B35-AB35-B8B719F0AA85}" dt="2022-07-02T17:21:01.654" v="3678"/>
          <ac:spMkLst>
            <pc:docMk/>
            <pc:sldMk cId="1154524886" sldId="6203"/>
            <ac:spMk id="9" creationId="{3DE8682B-74CD-4A4A-81BB-8DB178F6749A}"/>
          </ac:spMkLst>
        </pc:spChg>
        <pc:spChg chg="add mod">
          <ac:chgData name="Mitra, Sayan" userId="5f9b069e-390c-41f3-af3f-6bd4b0fb9710" providerId="ADAL" clId="{603CB73D-5ABF-4B35-AB35-B8B719F0AA85}" dt="2022-07-02T17:21:01.654" v="3678"/>
          <ac:spMkLst>
            <pc:docMk/>
            <pc:sldMk cId="1154524886" sldId="6203"/>
            <ac:spMk id="10" creationId="{54877DD8-3C7D-4442-97EE-92EE3DE9AB4D}"/>
          </ac:spMkLst>
        </pc:spChg>
        <pc:spChg chg="add mod">
          <ac:chgData name="Mitra, Sayan" userId="5f9b069e-390c-41f3-af3f-6bd4b0fb9710" providerId="ADAL" clId="{603CB73D-5ABF-4B35-AB35-B8B719F0AA85}" dt="2022-07-02T17:21:01.654" v="3678"/>
          <ac:spMkLst>
            <pc:docMk/>
            <pc:sldMk cId="1154524886" sldId="6203"/>
            <ac:spMk id="11" creationId="{17F6E6FF-AE9F-4100-A32D-4A51FD7A4910}"/>
          </ac:spMkLst>
        </pc:spChg>
        <pc:spChg chg="add mod">
          <ac:chgData name="Mitra, Sayan" userId="5f9b069e-390c-41f3-af3f-6bd4b0fb9710" providerId="ADAL" clId="{603CB73D-5ABF-4B35-AB35-B8B719F0AA85}" dt="2022-07-02T17:21:01.654" v="3678"/>
          <ac:spMkLst>
            <pc:docMk/>
            <pc:sldMk cId="1154524886" sldId="6203"/>
            <ac:spMk id="12" creationId="{BFBBEB3F-4860-46BB-9F35-5967CB68A1F2}"/>
          </ac:spMkLst>
        </pc:spChg>
        <pc:spChg chg="add mod">
          <ac:chgData name="Mitra, Sayan" userId="5f9b069e-390c-41f3-af3f-6bd4b0fb9710" providerId="ADAL" clId="{603CB73D-5ABF-4B35-AB35-B8B719F0AA85}" dt="2022-07-02T17:21:01.654" v="3678"/>
          <ac:spMkLst>
            <pc:docMk/>
            <pc:sldMk cId="1154524886" sldId="6203"/>
            <ac:spMk id="13" creationId="{37694721-96B0-41B7-8196-1E8D32306CE7}"/>
          </ac:spMkLst>
        </pc:spChg>
        <pc:spChg chg="add mod">
          <ac:chgData name="Mitra, Sayan" userId="5f9b069e-390c-41f3-af3f-6bd4b0fb9710" providerId="ADAL" clId="{603CB73D-5ABF-4B35-AB35-B8B719F0AA85}" dt="2022-07-02T17:21:01.654" v="3678"/>
          <ac:spMkLst>
            <pc:docMk/>
            <pc:sldMk cId="1154524886" sldId="6203"/>
            <ac:spMk id="14" creationId="{E8AD6DB3-9374-4B62-B110-B712587D6534}"/>
          </ac:spMkLst>
        </pc:spChg>
        <pc:spChg chg="add mod">
          <ac:chgData name="Mitra, Sayan" userId="5f9b069e-390c-41f3-af3f-6bd4b0fb9710" providerId="ADAL" clId="{603CB73D-5ABF-4B35-AB35-B8B719F0AA85}" dt="2022-07-02T17:21:01.654" v="3678"/>
          <ac:spMkLst>
            <pc:docMk/>
            <pc:sldMk cId="1154524886" sldId="6203"/>
            <ac:spMk id="15" creationId="{8DAB3442-E4F3-4C22-A951-7C89A23A6B7D}"/>
          </ac:spMkLst>
        </pc:spChg>
        <pc:spChg chg="add mod">
          <ac:chgData name="Mitra, Sayan" userId="5f9b069e-390c-41f3-af3f-6bd4b0fb9710" providerId="ADAL" clId="{603CB73D-5ABF-4B35-AB35-B8B719F0AA85}" dt="2022-07-02T17:21:01.654" v="3678"/>
          <ac:spMkLst>
            <pc:docMk/>
            <pc:sldMk cId="1154524886" sldId="6203"/>
            <ac:spMk id="16" creationId="{E2F0F0AC-288E-454D-B05D-FFD425D64577}"/>
          </ac:spMkLst>
        </pc:spChg>
        <pc:spChg chg="add mod">
          <ac:chgData name="Mitra, Sayan" userId="5f9b069e-390c-41f3-af3f-6bd4b0fb9710" providerId="ADAL" clId="{603CB73D-5ABF-4B35-AB35-B8B719F0AA85}" dt="2022-07-02T17:21:01.654" v="3678"/>
          <ac:spMkLst>
            <pc:docMk/>
            <pc:sldMk cId="1154524886" sldId="6203"/>
            <ac:spMk id="17" creationId="{3845F535-5CC5-4397-BC4C-E1173CAB9B08}"/>
          </ac:spMkLst>
        </pc:spChg>
        <pc:spChg chg="add mod">
          <ac:chgData name="Mitra, Sayan" userId="5f9b069e-390c-41f3-af3f-6bd4b0fb9710" providerId="ADAL" clId="{603CB73D-5ABF-4B35-AB35-B8B719F0AA85}" dt="2022-07-02T17:21:01.654" v="3678"/>
          <ac:spMkLst>
            <pc:docMk/>
            <pc:sldMk cId="1154524886" sldId="6203"/>
            <ac:spMk id="18" creationId="{5E76A343-C93C-4BBD-844C-8CDB830E9D74}"/>
          </ac:spMkLst>
        </pc:spChg>
        <pc:spChg chg="mod">
          <ac:chgData name="Mitra, Sayan" userId="5f9b069e-390c-41f3-af3f-6bd4b0fb9710" providerId="ADAL" clId="{603CB73D-5ABF-4B35-AB35-B8B719F0AA85}" dt="2022-07-02T17:21:01.654" v="3678"/>
          <ac:spMkLst>
            <pc:docMk/>
            <pc:sldMk cId="1154524886" sldId="6203"/>
            <ac:spMk id="20" creationId="{DB3DAAE8-1FE1-4DE3-9EF3-303424A03A89}"/>
          </ac:spMkLst>
        </pc:spChg>
        <pc:spChg chg="mod">
          <ac:chgData name="Mitra, Sayan" userId="5f9b069e-390c-41f3-af3f-6bd4b0fb9710" providerId="ADAL" clId="{603CB73D-5ABF-4B35-AB35-B8B719F0AA85}" dt="2022-07-02T17:21:01.654" v="3678"/>
          <ac:spMkLst>
            <pc:docMk/>
            <pc:sldMk cId="1154524886" sldId="6203"/>
            <ac:spMk id="21" creationId="{43B220BB-1206-4D2F-8E97-4080E1B30C63}"/>
          </ac:spMkLst>
        </pc:spChg>
        <pc:spChg chg="mod">
          <ac:chgData name="Mitra, Sayan" userId="5f9b069e-390c-41f3-af3f-6bd4b0fb9710" providerId="ADAL" clId="{603CB73D-5ABF-4B35-AB35-B8B719F0AA85}" dt="2022-07-02T17:21:01.654" v="3678"/>
          <ac:spMkLst>
            <pc:docMk/>
            <pc:sldMk cId="1154524886" sldId="6203"/>
            <ac:spMk id="22" creationId="{8A01560C-9712-468F-9CBC-58FB14BE847B}"/>
          </ac:spMkLst>
        </pc:spChg>
        <pc:spChg chg="mod">
          <ac:chgData name="Mitra, Sayan" userId="5f9b069e-390c-41f3-af3f-6bd4b0fb9710" providerId="ADAL" clId="{603CB73D-5ABF-4B35-AB35-B8B719F0AA85}" dt="2022-07-02T17:21:01.654" v="3678"/>
          <ac:spMkLst>
            <pc:docMk/>
            <pc:sldMk cId="1154524886" sldId="6203"/>
            <ac:spMk id="33" creationId="{CBC2C4AE-BCEC-47A7-98D9-88A012801D04}"/>
          </ac:spMkLst>
        </pc:spChg>
        <pc:spChg chg="mod">
          <ac:chgData name="Mitra, Sayan" userId="5f9b069e-390c-41f3-af3f-6bd4b0fb9710" providerId="ADAL" clId="{603CB73D-5ABF-4B35-AB35-B8B719F0AA85}" dt="2022-07-02T17:21:01.654" v="3678"/>
          <ac:spMkLst>
            <pc:docMk/>
            <pc:sldMk cId="1154524886" sldId="6203"/>
            <ac:spMk id="34" creationId="{3B3E4741-FA5C-4019-BE6D-AE6561CEAE0B}"/>
          </ac:spMkLst>
        </pc:spChg>
        <pc:spChg chg="mod">
          <ac:chgData name="Mitra, Sayan" userId="5f9b069e-390c-41f3-af3f-6bd4b0fb9710" providerId="ADAL" clId="{603CB73D-5ABF-4B35-AB35-B8B719F0AA85}" dt="2022-07-02T17:21:01.654" v="3678"/>
          <ac:spMkLst>
            <pc:docMk/>
            <pc:sldMk cId="1154524886" sldId="6203"/>
            <ac:spMk id="36" creationId="{22AFF430-C7A6-44C1-B0B8-1D3ADE16DAB5}"/>
          </ac:spMkLst>
        </pc:spChg>
        <pc:spChg chg="mod">
          <ac:chgData name="Mitra, Sayan" userId="5f9b069e-390c-41f3-af3f-6bd4b0fb9710" providerId="ADAL" clId="{603CB73D-5ABF-4B35-AB35-B8B719F0AA85}" dt="2022-07-02T17:21:01.654" v="3678"/>
          <ac:spMkLst>
            <pc:docMk/>
            <pc:sldMk cId="1154524886" sldId="6203"/>
            <ac:spMk id="37" creationId="{C838CD1A-30C7-4770-A133-CDFF3F5E5B3F}"/>
          </ac:spMkLst>
        </pc:spChg>
        <pc:spChg chg="mod">
          <ac:chgData name="Mitra, Sayan" userId="5f9b069e-390c-41f3-af3f-6bd4b0fb9710" providerId="ADAL" clId="{603CB73D-5ABF-4B35-AB35-B8B719F0AA85}" dt="2022-07-02T17:21:01.654" v="3678"/>
          <ac:spMkLst>
            <pc:docMk/>
            <pc:sldMk cId="1154524886" sldId="6203"/>
            <ac:spMk id="39" creationId="{1024A123-2457-4BEC-85A2-E6ECD9EAA1AE}"/>
          </ac:spMkLst>
        </pc:spChg>
        <pc:spChg chg="mod">
          <ac:chgData name="Mitra, Sayan" userId="5f9b069e-390c-41f3-af3f-6bd4b0fb9710" providerId="ADAL" clId="{603CB73D-5ABF-4B35-AB35-B8B719F0AA85}" dt="2022-07-02T17:21:01.654" v="3678"/>
          <ac:spMkLst>
            <pc:docMk/>
            <pc:sldMk cId="1154524886" sldId="6203"/>
            <ac:spMk id="40" creationId="{592BE73C-7C1A-410A-B42A-39793A7A3C6B}"/>
          </ac:spMkLst>
        </pc:spChg>
        <pc:spChg chg="mod">
          <ac:chgData name="Mitra, Sayan" userId="5f9b069e-390c-41f3-af3f-6bd4b0fb9710" providerId="ADAL" clId="{603CB73D-5ABF-4B35-AB35-B8B719F0AA85}" dt="2022-07-02T17:21:01.654" v="3678"/>
          <ac:spMkLst>
            <pc:docMk/>
            <pc:sldMk cId="1154524886" sldId="6203"/>
            <ac:spMk id="42" creationId="{1F3136B7-D0AA-4AC9-A0A8-349B025F04D0}"/>
          </ac:spMkLst>
        </pc:spChg>
        <pc:spChg chg="mod">
          <ac:chgData name="Mitra, Sayan" userId="5f9b069e-390c-41f3-af3f-6bd4b0fb9710" providerId="ADAL" clId="{603CB73D-5ABF-4B35-AB35-B8B719F0AA85}" dt="2022-07-02T17:21:01.654" v="3678"/>
          <ac:spMkLst>
            <pc:docMk/>
            <pc:sldMk cId="1154524886" sldId="6203"/>
            <ac:spMk id="43" creationId="{04D77768-6B8E-4177-9F84-1F99EBA70D73}"/>
          </ac:spMkLst>
        </pc:spChg>
        <pc:spChg chg="mod">
          <ac:chgData name="Mitra, Sayan" userId="5f9b069e-390c-41f3-af3f-6bd4b0fb9710" providerId="ADAL" clId="{603CB73D-5ABF-4B35-AB35-B8B719F0AA85}" dt="2022-07-02T17:21:01.654" v="3678"/>
          <ac:spMkLst>
            <pc:docMk/>
            <pc:sldMk cId="1154524886" sldId="6203"/>
            <ac:spMk id="45" creationId="{57733DFA-E1A2-487D-9E27-416736E8A253}"/>
          </ac:spMkLst>
        </pc:spChg>
        <pc:spChg chg="mod">
          <ac:chgData name="Mitra, Sayan" userId="5f9b069e-390c-41f3-af3f-6bd4b0fb9710" providerId="ADAL" clId="{603CB73D-5ABF-4B35-AB35-B8B719F0AA85}" dt="2022-07-02T17:21:01.654" v="3678"/>
          <ac:spMkLst>
            <pc:docMk/>
            <pc:sldMk cId="1154524886" sldId="6203"/>
            <ac:spMk id="46" creationId="{B3E0F50E-6EC7-420D-BBDA-1B3354A5CC74}"/>
          </ac:spMkLst>
        </pc:spChg>
        <pc:grpChg chg="add mod">
          <ac:chgData name="Mitra, Sayan" userId="5f9b069e-390c-41f3-af3f-6bd4b0fb9710" providerId="ADAL" clId="{603CB73D-5ABF-4B35-AB35-B8B719F0AA85}" dt="2022-07-02T17:21:01.654" v="3678"/>
          <ac:grpSpMkLst>
            <pc:docMk/>
            <pc:sldMk cId="1154524886" sldId="6203"/>
            <ac:grpSpMk id="19" creationId="{3C8EA862-302E-4B2F-80E2-8964FAB54115}"/>
          </ac:grpSpMkLst>
        </pc:grpChg>
        <pc:grpChg chg="add mod">
          <ac:chgData name="Mitra, Sayan" userId="5f9b069e-390c-41f3-af3f-6bd4b0fb9710" providerId="ADAL" clId="{603CB73D-5ABF-4B35-AB35-B8B719F0AA85}" dt="2022-07-02T17:21:01.654" v="3678"/>
          <ac:grpSpMkLst>
            <pc:docMk/>
            <pc:sldMk cId="1154524886" sldId="6203"/>
            <ac:grpSpMk id="32" creationId="{1493CEE0-2EFE-478F-A5BF-D2233711EEF5}"/>
          </ac:grpSpMkLst>
        </pc:grpChg>
        <pc:grpChg chg="add mod">
          <ac:chgData name="Mitra, Sayan" userId="5f9b069e-390c-41f3-af3f-6bd4b0fb9710" providerId="ADAL" clId="{603CB73D-5ABF-4B35-AB35-B8B719F0AA85}" dt="2022-07-02T17:21:01.654" v="3678"/>
          <ac:grpSpMkLst>
            <pc:docMk/>
            <pc:sldMk cId="1154524886" sldId="6203"/>
            <ac:grpSpMk id="35" creationId="{A045AC14-D1C1-44B8-B503-15131CCF0F81}"/>
          </ac:grpSpMkLst>
        </pc:grpChg>
        <pc:grpChg chg="add mod">
          <ac:chgData name="Mitra, Sayan" userId="5f9b069e-390c-41f3-af3f-6bd4b0fb9710" providerId="ADAL" clId="{603CB73D-5ABF-4B35-AB35-B8B719F0AA85}" dt="2022-07-02T17:21:01.654" v="3678"/>
          <ac:grpSpMkLst>
            <pc:docMk/>
            <pc:sldMk cId="1154524886" sldId="6203"/>
            <ac:grpSpMk id="38" creationId="{9440F44A-E1CF-4A96-A18E-997E3198D18F}"/>
          </ac:grpSpMkLst>
        </pc:grpChg>
        <pc:grpChg chg="add mod">
          <ac:chgData name="Mitra, Sayan" userId="5f9b069e-390c-41f3-af3f-6bd4b0fb9710" providerId="ADAL" clId="{603CB73D-5ABF-4B35-AB35-B8B719F0AA85}" dt="2022-07-02T17:21:01.654" v="3678"/>
          <ac:grpSpMkLst>
            <pc:docMk/>
            <pc:sldMk cId="1154524886" sldId="6203"/>
            <ac:grpSpMk id="41" creationId="{1C7CE6B7-ADF5-4E43-B830-92B817E6B671}"/>
          </ac:grpSpMkLst>
        </pc:grpChg>
        <pc:grpChg chg="add mod">
          <ac:chgData name="Mitra, Sayan" userId="5f9b069e-390c-41f3-af3f-6bd4b0fb9710" providerId="ADAL" clId="{603CB73D-5ABF-4B35-AB35-B8B719F0AA85}" dt="2022-07-02T17:21:01.654" v="3678"/>
          <ac:grpSpMkLst>
            <pc:docMk/>
            <pc:sldMk cId="1154524886" sldId="6203"/>
            <ac:grpSpMk id="44" creationId="{7F654F49-0F52-49F4-A82D-C7ECFF657FD7}"/>
          </ac:grpSpMkLst>
        </pc:grpChg>
        <pc:cxnChg chg="add mod">
          <ac:chgData name="Mitra, Sayan" userId="5f9b069e-390c-41f3-af3f-6bd4b0fb9710" providerId="ADAL" clId="{603CB73D-5ABF-4B35-AB35-B8B719F0AA85}" dt="2022-07-02T17:21:01.654" v="3678"/>
          <ac:cxnSpMkLst>
            <pc:docMk/>
            <pc:sldMk cId="1154524886" sldId="6203"/>
            <ac:cxnSpMk id="8" creationId="{80337973-D304-4090-9AE1-7C2706336442}"/>
          </ac:cxnSpMkLst>
        </pc:cxnChg>
        <pc:cxnChg chg="add mod">
          <ac:chgData name="Mitra, Sayan" userId="5f9b069e-390c-41f3-af3f-6bd4b0fb9710" providerId="ADAL" clId="{603CB73D-5ABF-4B35-AB35-B8B719F0AA85}" dt="2022-07-02T17:21:01.654" v="3678"/>
          <ac:cxnSpMkLst>
            <pc:docMk/>
            <pc:sldMk cId="1154524886" sldId="6203"/>
            <ac:cxnSpMk id="23" creationId="{E090F987-0FDE-4BDB-8821-810C2C1386B5}"/>
          </ac:cxnSpMkLst>
        </pc:cxnChg>
        <pc:cxnChg chg="add mod">
          <ac:chgData name="Mitra, Sayan" userId="5f9b069e-390c-41f3-af3f-6bd4b0fb9710" providerId="ADAL" clId="{603CB73D-5ABF-4B35-AB35-B8B719F0AA85}" dt="2022-07-02T17:21:01.654" v="3678"/>
          <ac:cxnSpMkLst>
            <pc:docMk/>
            <pc:sldMk cId="1154524886" sldId="6203"/>
            <ac:cxnSpMk id="24" creationId="{5F474769-F470-4D69-B29B-77C1AFD0641D}"/>
          </ac:cxnSpMkLst>
        </pc:cxnChg>
        <pc:cxnChg chg="add mod">
          <ac:chgData name="Mitra, Sayan" userId="5f9b069e-390c-41f3-af3f-6bd4b0fb9710" providerId="ADAL" clId="{603CB73D-5ABF-4B35-AB35-B8B719F0AA85}" dt="2022-07-02T17:21:01.654" v="3678"/>
          <ac:cxnSpMkLst>
            <pc:docMk/>
            <pc:sldMk cId="1154524886" sldId="6203"/>
            <ac:cxnSpMk id="25" creationId="{C087DBA3-BCDC-4466-B566-DB575F49BCD5}"/>
          </ac:cxnSpMkLst>
        </pc:cxnChg>
        <pc:cxnChg chg="add mod">
          <ac:chgData name="Mitra, Sayan" userId="5f9b069e-390c-41f3-af3f-6bd4b0fb9710" providerId="ADAL" clId="{603CB73D-5ABF-4B35-AB35-B8B719F0AA85}" dt="2022-07-02T17:21:01.654" v="3678"/>
          <ac:cxnSpMkLst>
            <pc:docMk/>
            <pc:sldMk cId="1154524886" sldId="6203"/>
            <ac:cxnSpMk id="26" creationId="{1BE2191E-CC1A-4FDE-9F8D-D450605D9C4B}"/>
          </ac:cxnSpMkLst>
        </pc:cxnChg>
        <pc:cxnChg chg="add mod">
          <ac:chgData name="Mitra, Sayan" userId="5f9b069e-390c-41f3-af3f-6bd4b0fb9710" providerId="ADAL" clId="{603CB73D-5ABF-4B35-AB35-B8B719F0AA85}" dt="2022-07-02T17:21:01.654" v="3678"/>
          <ac:cxnSpMkLst>
            <pc:docMk/>
            <pc:sldMk cId="1154524886" sldId="6203"/>
            <ac:cxnSpMk id="27" creationId="{B3CC83FA-B678-4E16-8CF7-9D87B88F81D5}"/>
          </ac:cxnSpMkLst>
        </pc:cxnChg>
        <pc:cxnChg chg="add mod">
          <ac:chgData name="Mitra, Sayan" userId="5f9b069e-390c-41f3-af3f-6bd4b0fb9710" providerId="ADAL" clId="{603CB73D-5ABF-4B35-AB35-B8B719F0AA85}" dt="2022-07-02T17:21:01.654" v="3678"/>
          <ac:cxnSpMkLst>
            <pc:docMk/>
            <pc:sldMk cId="1154524886" sldId="6203"/>
            <ac:cxnSpMk id="28" creationId="{B015E884-BC4A-495B-A1DC-1E72BF9CCF7E}"/>
          </ac:cxnSpMkLst>
        </pc:cxnChg>
        <pc:cxnChg chg="add mod">
          <ac:chgData name="Mitra, Sayan" userId="5f9b069e-390c-41f3-af3f-6bd4b0fb9710" providerId="ADAL" clId="{603CB73D-5ABF-4B35-AB35-B8B719F0AA85}" dt="2022-07-02T17:21:01.654" v="3678"/>
          <ac:cxnSpMkLst>
            <pc:docMk/>
            <pc:sldMk cId="1154524886" sldId="6203"/>
            <ac:cxnSpMk id="29" creationId="{344008FC-C944-43E2-852F-C9947A7E7D69}"/>
          </ac:cxnSpMkLst>
        </pc:cxnChg>
        <pc:cxnChg chg="add mod">
          <ac:chgData name="Mitra, Sayan" userId="5f9b069e-390c-41f3-af3f-6bd4b0fb9710" providerId="ADAL" clId="{603CB73D-5ABF-4B35-AB35-B8B719F0AA85}" dt="2022-07-02T17:21:01.654" v="3678"/>
          <ac:cxnSpMkLst>
            <pc:docMk/>
            <pc:sldMk cId="1154524886" sldId="6203"/>
            <ac:cxnSpMk id="30" creationId="{78A87405-8533-44B8-A473-FB3B79FAE0D9}"/>
          </ac:cxnSpMkLst>
        </pc:cxnChg>
        <pc:cxnChg chg="add mod">
          <ac:chgData name="Mitra, Sayan" userId="5f9b069e-390c-41f3-af3f-6bd4b0fb9710" providerId="ADAL" clId="{603CB73D-5ABF-4B35-AB35-B8B719F0AA85}" dt="2022-07-02T17:21:01.654" v="3678"/>
          <ac:cxnSpMkLst>
            <pc:docMk/>
            <pc:sldMk cId="1154524886" sldId="6203"/>
            <ac:cxnSpMk id="31" creationId="{2636EDCC-9B5F-4ED5-89F3-5916AD7C3BC0}"/>
          </ac:cxnSpMkLst>
        </pc:cxnChg>
      </pc:sldChg>
      <pc:sldChg chg="addSp delSp modSp add del mod">
        <pc:chgData name="Mitra, Sayan" userId="5f9b069e-390c-41f3-af3f-6bd4b0fb9710" providerId="ADAL" clId="{603CB73D-5ABF-4B35-AB35-B8B719F0AA85}" dt="2022-07-03T01:29:43.242" v="5698" actId="47"/>
        <pc:sldMkLst>
          <pc:docMk/>
          <pc:sldMk cId="385156815" sldId="6204"/>
        </pc:sldMkLst>
        <pc:spChg chg="add mod topLvl">
          <ac:chgData name="Mitra, Sayan" userId="5f9b069e-390c-41f3-af3f-6bd4b0fb9710" providerId="ADAL" clId="{603CB73D-5ABF-4B35-AB35-B8B719F0AA85}" dt="2022-07-03T01:25:46" v="5593" actId="165"/>
          <ac:spMkLst>
            <pc:docMk/>
            <pc:sldMk cId="385156815" sldId="6204"/>
            <ac:spMk id="8" creationId="{6AE6DF53-55EE-452B-8DEA-F8A4B41B5167}"/>
          </ac:spMkLst>
        </pc:spChg>
        <pc:spChg chg="mod">
          <ac:chgData name="Mitra, Sayan" userId="5f9b069e-390c-41f3-af3f-6bd4b0fb9710" providerId="ADAL" clId="{603CB73D-5ABF-4B35-AB35-B8B719F0AA85}" dt="2022-07-02T18:20:04.154" v="4862" actId="1035"/>
          <ac:spMkLst>
            <pc:docMk/>
            <pc:sldMk cId="385156815" sldId="6204"/>
            <ac:spMk id="22" creationId="{BF3E50F0-59BA-482B-872A-B78C09AEA1C1}"/>
          </ac:spMkLst>
        </pc:spChg>
        <pc:spChg chg="mod">
          <ac:chgData name="Mitra, Sayan" userId="5f9b069e-390c-41f3-af3f-6bd4b0fb9710" providerId="ADAL" clId="{603CB73D-5ABF-4B35-AB35-B8B719F0AA85}" dt="2022-07-02T18:20:04.154" v="4862" actId="1035"/>
          <ac:spMkLst>
            <pc:docMk/>
            <pc:sldMk cId="385156815" sldId="6204"/>
            <ac:spMk id="23" creationId="{D39ECCF9-5B53-4D95-ABEF-F94BFA591A37}"/>
          </ac:spMkLst>
        </pc:spChg>
        <pc:spChg chg="mod">
          <ac:chgData name="Mitra, Sayan" userId="5f9b069e-390c-41f3-af3f-6bd4b0fb9710" providerId="ADAL" clId="{603CB73D-5ABF-4B35-AB35-B8B719F0AA85}" dt="2022-07-02T18:20:04.154" v="4862" actId="1035"/>
          <ac:spMkLst>
            <pc:docMk/>
            <pc:sldMk cId="385156815" sldId="6204"/>
            <ac:spMk id="24" creationId="{2419CEF7-A8F8-4B4E-A411-7A1B1D7F3134}"/>
          </ac:spMkLst>
        </pc:spChg>
        <pc:spChg chg="mod">
          <ac:chgData name="Mitra, Sayan" userId="5f9b069e-390c-41f3-af3f-6bd4b0fb9710" providerId="ADAL" clId="{603CB73D-5ABF-4B35-AB35-B8B719F0AA85}" dt="2022-07-02T18:20:04.154" v="4862" actId="1035"/>
          <ac:spMkLst>
            <pc:docMk/>
            <pc:sldMk cId="385156815" sldId="6204"/>
            <ac:spMk id="25" creationId="{2F832D3E-94BB-44C5-884A-440D86C28FD8}"/>
          </ac:spMkLst>
        </pc:spChg>
        <pc:spChg chg="mod">
          <ac:chgData name="Mitra, Sayan" userId="5f9b069e-390c-41f3-af3f-6bd4b0fb9710" providerId="ADAL" clId="{603CB73D-5ABF-4B35-AB35-B8B719F0AA85}" dt="2022-07-02T18:20:04.154" v="4862" actId="1035"/>
          <ac:spMkLst>
            <pc:docMk/>
            <pc:sldMk cId="385156815" sldId="6204"/>
            <ac:spMk id="26" creationId="{9E4A0A6B-21E2-4DD8-87B5-7A571CA12968}"/>
          </ac:spMkLst>
        </pc:spChg>
        <pc:spChg chg="mod">
          <ac:chgData name="Mitra, Sayan" userId="5f9b069e-390c-41f3-af3f-6bd4b0fb9710" providerId="ADAL" clId="{603CB73D-5ABF-4B35-AB35-B8B719F0AA85}" dt="2022-07-02T18:20:04.154" v="4862" actId="1035"/>
          <ac:spMkLst>
            <pc:docMk/>
            <pc:sldMk cId="385156815" sldId="6204"/>
            <ac:spMk id="28" creationId="{75C15912-6793-46F6-99B2-F6CBF8AA49EF}"/>
          </ac:spMkLst>
        </pc:spChg>
        <pc:spChg chg="mod">
          <ac:chgData name="Mitra, Sayan" userId="5f9b069e-390c-41f3-af3f-6bd4b0fb9710" providerId="ADAL" clId="{603CB73D-5ABF-4B35-AB35-B8B719F0AA85}" dt="2022-07-02T18:20:04.154" v="4862" actId="1035"/>
          <ac:spMkLst>
            <pc:docMk/>
            <pc:sldMk cId="385156815" sldId="6204"/>
            <ac:spMk id="29" creationId="{6379059D-844C-4AE1-BAE8-ECD66C1FE3E8}"/>
          </ac:spMkLst>
        </pc:spChg>
        <pc:spChg chg="mod">
          <ac:chgData name="Mitra, Sayan" userId="5f9b069e-390c-41f3-af3f-6bd4b0fb9710" providerId="ADAL" clId="{603CB73D-5ABF-4B35-AB35-B8B719F0AA85}" dt="2022-07-02T18:20:04.154" v="4862" actId="1035"/>
          <ac:spMkLst>
            <pc:docMk/>
            <pc:sldMk cId="385156815" sldId="6204"/>
            <ac:spMk id="31" creationId="{081A4FAE-5A83-46F8-A98B-02FCA084ED53}"/>
          </ac:spMkLst>
        </pc:spChg>
        <pc:spChg chg="mod">
          <ac:chgData name="Mitra, Sayan" userId="5f9b069e-390c-41f3-af3f-6bd4b0fb9710" providerId="ADAL" clId="{603CB73D-5ABF-4B35-AB35-B8B719F0AA85}" dt="2022-07-02T18:20:04.154" v="4862" actId="1035"/>
          <ac:spMkLst>
            <pc:docMk/>
            <pc:sldMk cId="385156815" sldId="6204"/>
            <ac:spMk id="32" creationId="{DFCE725B-0F7C-4B52-A189-69F20DDDBEC6}"/>
          </ac:spMkLst>
        </pc:spChg>
        <pc:spChg chg="mod">
          <ac:chgData name="Mitra, Sayan" userId="5f9b069e-390c-41f3-af3f-6bd4b0fb9710" providerId="ADAL" clId="{603CB73D-5ABF-4B35-AB35-B8B719F0AA85}" dt="2022-07-02T18:20:04.154" v="4862" actId="1035"/>
          <ac:spMkLst>
            <pc:docMk/>
            <pc:sldMk cId="385156815" sldId="6204"/>
            <ac:spMk id="33" creationId="{BAD1B8F5-B13E-41D1-8BFD-F03A984FC864}"/>
          </ac:spMkLst>
        </pc:spChg>
        <pc:spChg chg="mod">
          <ac:chgData name="Mitra, Sayan" userId="5f9b069e-390c-41f3-af3f-6bd4b0fb9710" providerId="ADAL" clId="{603CB73D-5ABF-4B35-AB35-B8B719F0AA85}" dt="2022-07-02T18:20:04.154" v="4862" actId="1035"/>
          <ac:spMkLst>
            <pc:docMk/>
            <pc:sldMk cId="385156815" sldId="6204"/>
            <ac:spMk id="35" creationId="{0DEFEB98-F6A1-48BD-ACCA-B0473118E282}"/>
          </ac:spMkLst>
        </pc:spChg>
        <pc:spChg chg="mod">
          <ac:chgData name="Mitra, Sayan" userId="5f9b069e-390c-41f3-af3f-6bd4b0fb9710" providerId="ADAL" clId="{603CB73D-5ABF-4B35-AB35-B8B719F0AA85}" dt="2022-07-02T18:20:04.154" v="4862" actId="1035"/>
          <ac:spMkLst>
            <pc:docMk/>
            <pc:sldMk cId="385156815" sldId="6204"/>
            <ac:spMk id="36" creationId="{4E0C4E91-3CC4-4C9A-AEF1-73BB826ED45B}"/>
          </ac:spMkLst>
        </pc:spChg>
        <pc:spChg chg="mod">
          <ac:chgData name="Mitra, Sayan" userId="5f9b069e-390c-41f3-af3f-6bd4b0fb9710" providerId="ADAL" clId="{603CB73D-5ABF-4B35-AB35-B8B719F0AA85}" dt="2022-07-02T18:20:04.154" v="4862" actId="1035"/>
          <ac:spMkLst>
            <pc:docMk/>
            <pc:sldMk cId="385156815" sldId="6204"/>
            <ac:spMk id="57" creationId="{34DD133B-D378-4BDA-A763-4AA95875043A}"/>
          </ac:spMkLst>
        </pc:spChg>
        <pc:spChg chg="mod">
          <ac:chgData name="Mitra, Sayan" userId="5f9b069e-390c-41f3-af3f-6bd4b0fb9710" providerId="ADAL" clId="{603CB73D-5ABF-4B35-AB35-B8B719F0AA85}" dt="2022-07-02T18:20:04.154" v="4862" actId="1035"/>
          <ac:spMkLst>
            <pc:docMk/>
            <pc:sldMk cId="385156815" sldId="6204"/>
            <ac:spMk id="59" creationId="{5A4356C9-D240-49DA-98F7-BFA7799C6CF9}"/>
          </ac:spMkLst>
        </pc:spChg>
        <pc:spChg chg="mod">
          <ac:chgData name="Mitra, Sayan" userId="5f9b069e-390c-41f3-af3f-6bd4b0fb9710" providerId="ADAL" clId="{603CB73D-5ABF-4B35-AB35-B8B719F0AA85}" dt="2022-07-02T18:20:04.154" v="4862" actId="1035"/>
          <ac:spMkLst>
            <pc:docMk/>
            <pc:sldMk cId="385156815" sldId="6204"/>
            <ac:spMk id="60" creationId="{21FA694D-D509-4244-8930-310976FF65FB}"/>
          </ac:spMkLst>
        </pc:spChg>
        <pc:spChg chg="mod">
          <ac:chgData name="Mitra, Sayan" userId="5f9b069e-390c-41f3-af3f-6bd4b0fb9710" providerId="ADAL" clId="{603CB73D-5ABF-4B35-AB35-B8B719F0AA85}" dt="2022-07-02T18:20:04.154" v="4862" actId="1035"/>
          <ac:spMkLst>
            <pc:docMk/>
            <pc:sldMk cId="385156815" sldId="6204"/>
            <ac:spMk id="62" creationId="{E0BB1843-D5F4-47DF-9C2D-C5526C93CA98}"/>
          </ac:spMkLst>
        </pc:spChg>
        <pc:spChg chg="mod">
          <ac:chgData name="Mitra, Sayan" userId="5f9b069e-390c-41f3-af3f-6bd4b0fb9710" providerId="ADAL" clId="{603CB73D-5ABF-4B35-AB35-B8B719F0AA85}" dt="2022-07-02T18:20:04.154" v="4862" actId="1035"/>
          <ac:spMkLst>
            <pc:docMk/>
            <pc:sldMk cId="385156815" sldId="6204"/>
            <ac:spMk id="63" creationId="{65A37685-3A5E-4FF7-AE61-961832A6EF8B}"/>
          </ac:spMkLst>
        </pc:spChg>
        <pc:spChg chg="mod">
          <ac:chgData name="Mitra, Sayan" userId="5f9b069e-390c-41f3-af3f-6bd4b0fb9710" providerId="ADAL" clId="{603CB73D-5ABF-4B35-AB35-B8B719F0AA85}" dt="2022-07-02T18:20:04.154" v="4862" actId="1035"/>
          <ac:spMkLst>
            <pc:docMk/>
            <pc:sldMk cId="385156815" sldId="6204"/>
            <ac:spMk id="64" creationId="{000B3099-5CF9-4B07-849E-247835804FA4}"/>
          </ac:spMkLst>
        </pc:spChg>
        <pc:spChg chg="mod">
          <ac:chgData name="Mitra, Sayan" userId="5f9b069e-390c-41f3-af3f-6bd4b0fb9710" providerId="ADAL" clId="{603CB73D-5ABF-4B35-AB35-B8B719F0AA85}" dt="2022-07-02T18:20:04.154" v="4862" actId="1035"/>
          <ac:spMkLst>
            <pc:docMk/>
            <pc:sldMk cId="385156815" sldId="6204"/>
            <ac:spMk id="65" creationId="{F4E80E36-CA97-4F5C-AFEA-0093F839F17F}"/>
          </ac:spMkLst>
        </pc:spChg>
        <pc:spChg chg="mod">
          <ac:chgData name="Mitra, Sayan" userId="5f9b069e-390c-41f3-af3f-6bd4b0fb9710" providerId="ADAL" clId="{603CB73D-5ABF-4B35-AB35-B8B719F0AA85}" dt="2022-07-02T18:20:04.154" v="4862" actId="1035"/>
          <ac:spMkLst>
            <pc:docMk/>
            <pc:sldMk cId="385156815" sldId="6204"/>
            <ac:spMk id="66" creationId="{7F4D7D4E-4C15-45EB-B89D-6DBE26BDDF09}"/>
          </ac:spMkLst>
        </pc:spChg>
        <pc:spChg chg="mod">
          <ac:chgData name="Mitra, Sayan" userId="5f9b069e-390c-41f3-af3f-6bd4b0fb9710" providerId="ADAL" clId="{603CB73D-5ABF-4B35-AB35-B8B719F0AA85}" dt="2022-07-02T18:20:04.154" v="4862" actId="1035"/>
          <ac:spMkLst>
            <pc:docMk/>
            <pc:sldMk cId="385156815" sldId="6204"/>
            <ac:spMk id="67" creationId="{06401C71-55FE-405D-B944-5D50B488F890}"/>
          </ac:spMkLst>
        </pc:spChg>
        <pc:spChg chg="mod">
          <ac:chgData name="Mitra, Sayan" userId="5f9b069e-390c-41f3-af3f-6bd4b0fb9710" providerId="ADAL" clId="{603CB73D-5ABF-4B35-AB35-B8B719F0AA85}" dt="2022-07-02T18:20:04.154" v="4862" actId="1035"/>
          <ac:spMkLst>
            <pc:docMk/>
            <pc:sldMk cId="385156815" sldId="6204"/>
            <ac:spMk id="68" creationId="{864CA89C-282A-49F3-99CB-93AE64EDB627}"/>
          </ac:spMkLst>
        </pc:spChg>
        <pc:spChg chg="mod">
          <ac:chgData name="Mitra, Sayan" userId="5f9b069e-390c-41f3-af3f-6bd4b0fb9710" providerId="ADAL" clId="{603CB73D-5ABF-4B35-AB35-B8B719F0AA85}" dt="2022-07-02T18:20:04.154" v="4862" actId="1035"/>
          <ac:spMkLst>
            <pc:docMk/>
            <pc:sldMk cId="385156815" sldId="6204"/>
            <ac:spMk id="69" creationId="{C2C19BC6-100C-4B28-93F4-4250A270D86D}"/>
          </ac:spMkLst>
        </pc:spChg>
        <pc:spChg chg="mod">
          <ac:chgData name="Mitra, Sayan" userId="5f9b069e-390c-41f3-af3f-6bd4b0fb9710" providerId="ADAL" clId="{603CB73D-5ABF-4B35-AB35-B8B719F0AA85}" dt="2022-07-02T18:20:04.154" v="4862" actId="1035"/>
          <ac:spMkLst>
            <pc:docMk/>
            <pc:sldMk cId="385156815" sldId="6204"/>
            <ac:spMk id="70" creationId="{260FBA76-E37A-4F00-87F0-4EF35B8913F1}"/>
          </ac:spMkLst>
        </pc:spChg>
        <pc:spChg chg="mod">
          <ac:chgData name="Mitra, Sayan" userId="5f9b069e-390c-41f3-af3f-6bd4b0fb9710" providerId="ADAL" clId="{603CB73D-5ABF-4B35-AB35-B8B719F0AA85}" dt="2022-07-02T18:20:04.154" v="4862" actId="1035"/>
          <ac:spMkLst>
            <pc:docMk/>
            <pc:sldMk cId="385156815" sldId="6204"/>
            <ac:spMk id="71" creationId="{2996296E-3CC4-4565-A30A-7C5B7DBB8366}"/>
          </ac:spMkLst>
        </pc:spChg>
        <pc:spChg chg="mod">
          <ac:chgData name="Mitra, Sayan" userId="5f9b069e-390c-41f3-af3f-6bd4b0fb9710" providerId="ADAL" clId="{603CB73D-5ABF-4B35-AB35-B8B719F0AA85}" dt="2022-07-02T18:20:04.154" v="4862" actId="1035"/>
          <ac:spMkLst>
            <pc:docMk/>
            <pc:sldMk cId="385156815" sldId="6204"/>
            <ac:spMk id="72" creationId="{2CF3980E-129B-49D1-A807-EDF680E193A2}"/>
          </ac:spMkLst>
        </pc:spChg>
        <pc:spChg chg="mod">
          <ac:chgData name="Mitra, Sayan" userId="5f9b069e-390c-41f3-af3f-6bd4b0fb9710" providerId="ADAL" clId="{603CB73D-5ABF-4B35-AB35-B8B719F0AA85}" dt="2022-07-02T18:20:04.154" v="4862" actId="1035"/>
          <ac:spMkLst>
            <pc:docMk/>
            <pc:sldMk cId="385156815" sldId="6204"/>
            <ac:spMk id="73" creationId="{9B9F59A4-8923-4DC0-B637-386F0400BABC}"/>
          </ac:spMkLst>
        </pc:spChg>
        <pc:spChg chg="mod">
          <ac:chgData name="Mitra, Sayan" userId="5f9b069e-390c-41f3-af3f-6bd4b0fb9710" providerId="ADAL" clId="{603CB73D-5ABF-4B35-AB35-B8B719F0AA85}" dt="2022-07-02T18:20:04.154" v="4862" actId="1035"/>
          <ac:spMkLst>
            <pc:docMk/>
            <pc:sldMk cId="385156815" sldId="6204"/>
            <ac:spMk id="78" creationId="{1858830D-B717-42EA-AD60-C7DD9A999716}"/>
          </ac:spMkLst>
        </pc:spChg>
        <pc:spChg chg="mod">
          <ac:chgData name="Mitra, Sayan" userId="5f9b069e-390c-41f3-af3f-6bd4b0fb9710" providerId="ADAL" clId="{603CB73D-5ABF-4B35-AB35-B8B719F0AA85}" dt="2022-07-02T18:20:04.154" v="4862" actId="1035"/>
          <ac:spMkLst>
            <pc:docMk/>
            <pc:sldMk cId="385156815" sldId="6204"/>
            <ac:spMk id="79" creationId="{64859FA4-A7B6-4362-A10B-8BEE6D7CFA4D}"/>
          </ac:spMkLst>
        </pc:spChg>
        <pc:spChg chg="mod">
          <ac:chgData name="Mitra, Sayan" userId="5f9b069e-390c-41f3-af3f-6bd4b0fb9710" providerId="ADAL" clId="{603CB73D-5ABF-4B35-AB35-B8B719F0AA85}" dt="2022-07-02T18:20:04.154" v="4862" actId="1035"/>
          <ac:spMkLst>
            <pc:docMk/>
            <pc:sldMk cId="385156815" sldId="6204"/>
            <ac:spMk id="80" creationId="{FC966FDF-7A5E-4E26-B7E2-F413AA6B21BA}"/>
          </ac:spMkLst>
        </pc:spChg>
        <pc:spChg chg="mod">
          <ac:chgData name="Mitra, Sayan" userId="5f9b069e-390c-41f3-af3f-6bd4b0fb9710" providerId="ADAL" clId="{603CB73D-5ABF-4B35-AB35-B8B719F0AA85}" dt="2022-07-02T18:20:04.154" v="4862" actId="1035"/>
          <ac:spMkLst>
            <pc:docMk/>
            <pc:sldMk cId="385156815" sldId="6204"/>
            <ac:spMk id="84" creationId="{29EC86C5-3EAA-4447-AFF1-C85454B8D394}"/>
          </ac:spMkLst>
        </pc:spChg>
        <pc:spChg chg="mod">
          <ac:chgData name="Mitra, Sayan" userId="5f9b069e-390c-41f3-af3f-6bd4b0fb9710" providerId="ADAL" clId="{603CB73D-5ABF-4B35-AB35-B8B719F0AA85}" dt="2022-07-02T18:20:04.154" v="4862" actId="1035"/>
          <ac:spMkLst>
            <pc:docMk/>
            <pc:sldMk cId="385156815" sldId="6204"/>
            <ac:spMk id="85" creationId="{F6F01112-9F6F-4756-8BFF-38373A947FFC}"/>
          </ac:spMkLst>
        </pc:spChg>
        <pc:spChg chg="mod">
          <ac:chgData name="Mitra, Sayan" userId="5f9b069e-390c-41f3-af3f-6bd4b0fb9710" providerId="ADAL" clId="{603CB73D-5ABF-4B35-AB35-B8B719F0AA85}" dt="2022-07-02T18:20:04.154" v="4862" actId="1035"/>
          <ac:spMkLst>
            <pc:docMk/>
            <pc:sldMk cId="385156815" sldId="6204"/>
            <ac:spMk id="86" creationId="{EB296142-9250-4831-AC55-6AA8A0AF7653}"/>
          </ac:spMkLst>
        </pc:spChg>
        <pc:spChg chg="mod">
          <ac:chgData name="Mitra, Sayan" userId="5f9b069e-390c-41f3-af3f-6bd4b0fb9710" providerId="ADAL" clId="{603CB73D-5ABF-4B35-AB35-B8B719F0AA85}" dt="2022-07-02T18:20:04.154" v="4862" actId="1035"/>
          <ac:spMkLst>
            <pc:docMk/>
            <pc:sldMk cId="385156815" sldId="6204"/>
            <ac:spMk id="87" creationId="{07E3F9B8-1BAE-4FD2-B0F5-77B98924C9E0}"/>
          </ac:spMkLst>
        </pc:spChg>
        <pc:spChg chg="mod">
          <ac:chgData name="Mitra, Sayan" userId="5f9b069e-390c-41f3-af3f-6bd4b0fb9710" providerId="ADAL" clId="{603CB73D-5ABF-4B35-AB35-B8B719F0AA85}" dt="2022-07-02T18:20:04.154" v="4862" actId="1035"/>
          <ac:spMkLst>
            <pc:docMk/>
            <pc:sldMk cId="385156815" sldId="6204"/>
            <ac:spMk id="88" creationId="{C0644229-B4AD-4020-B10D-EBA2DD093A30}"/>
          </ac:spMkLst>
        </pc:spChg>
        <pc:spChg chg="mod">
          <ac:chgData name="Mitra, Sayan" userId="5f9b069e-390c-41f3-af3f-6bd4b0fb9710" providerId="ADAL" clId="{603CB73D-5ABF-4B35-AB35-B8B719F0AA85}" dt="2022-07-02T18:20:04.154" v="4862" actId="1035"/>
          <ac:spMkLst>
            <pc:docMk/>
            <pc:sldMk cId="385156815" sldId="6204"/>
            <ac:spMk id="89" creationId="{5959BEE1-0B06-494E-8B0C-7F98B8E1AA19}"/>
          </ac:spMkLst>
        </pc:spChg>
        <pc:spChg chg="mod">
          <ac:chgData name="Mitra, Sayan" userId="5f9b069e-390c-41f3-af3f-6bd4b0fb9710" providerId="ADAL" clId="{603CB73D-5ABF-4B35-AB35-B8B719F0AA85}" dt="2022-07-02T18:20:04.154" v="4862" actId="1035"/>
          <ac:spMkLst>
            <pc:docMk/>
            <pc:sldMk cId="385156815" sldId="6204"/>
            <ac:spMk id="90" creationId="{25B61A02-9678-4F54-A007-1C283C2B17C8}"/>
          </ac:spMkLst>
        </pc:spChg>
        <pc:spChg chg="mod">
          <ac:chgData name="Mitra, Sayan" userId="5f9b069e-390c-41f3-af3f-6bd4b0fb9710" providerId="ADAL" clId="{603CB73D-5ABF-4B35-AB35-B8B719F0AA85}" dt="2022-07-02T18:20:04.154" v="4862" actId="1035"/>
          <ac:spMkLst>
            <pc:docMk/>
            <pc:sldMk cId="385156815" sldId="6204"/>
            <ac:spMk id="91" creationId="{DF6560FB-F7ED-41E2-9DED-4F083F1CAF22}"/>
          </ac:spMkLst>
        </pc:spChg>
        <pc:spChg chg="mod">
          <ac:chgData name="Mitra, Sayan" userId="5f9b069e-390c-41f3-af3f-6bd4b0fb9710" providerId="ADAL" clId="{603CB73D-5ABF-4B35-AB35-B8B719F0AA85}" dt="2022-07-02T18:20:04.154" v="4862" actId="1035"/>
          <ac:spMkLst>
            <pc:docMk/>
            <pc:sldMk cId="385156815" sldId="6204"/>
            <ac:spMk id="92" creationId="{901DD221-D882-4875-9F36-1CAB205F2E0F}"/>
          </ac:spMkLst>
        </pc:spChg>
        <pc:spChg chg="mod">
          <ac:chgData name="Mitra, Sayan" userId="5f9b069e-390c-41f3-af3f-6bd4b0fb9710" providerId="ADAL" clId="{603CB73D-5ABF-4B35-AB35-B8B719F0AA85}" dt="2022-07-02T18:20:04.154" v="4862" actId="1035"/>
          <ac:spMkLst>
            <pc:docMk/>
            <pc:sldMk cId="385156815" sldId="6204"/>
            <ac:spMk id="93" creationId="{2D766F9C-7C11-4563-B35F-3C4159153C64}"/>
          </ac:spMkLst>
        </pc:spChg>
        <pc:spChg chg="mod">
          <ac:chgData name="Mitra, Sayan" userId="5f9b069e-390c-41f3-af3f-6bd4b0fb9710" providerId="ADAL" clId="{603CB73D-5ABF-4B35-AB35-B8B719F0AA85}" dt="2022-07-02T18:20:04.154" v="4862" actId="1035"/>
          <ac:spMkLst>
            <pc:docMk/>
            <pc:sldMk cId="385156815" sldId="6204"/>
            <ac:spMk id="94" creationId="{0D77D96C-53E3-4C79-B1A6-DA1370E4C033}"/>
          </ac:spMkLst>
        </pc:spChg>
        <pc:spChg chg="mod">
          <ac:chgData name="Mitra, Sayan" userId="5f9b069e-390c-41f3-af3f-6bd4b0fb9710" providerId="ADAL" clId="{603CB73D-5ABF-4B35-AB35-B8B719F0AA85}" dt="2022-07-02T18:20:04.154" v="4862" actId="1035"/>
          <ac:spMkLst>
            <pc:docMk/>
            <pc:sldMk cId="385156815" sldId="6204"/>
            <ac:spMk id="95" creationId="{68F69704-2692-44BA-9ED7-644137C75E7F}"/>
          </ac:spMkLst>
        </pc:spChg>
        <pc:spChg chg="mod">
          <ac:chgData name="Mitra, Sayan" userId="5f9b069e-390c-41f3-af3f-6bd4b0fb9710" providerId="ADAL" clId="{603CB73D-5ABF-4B35-AB35-B8B719F0AA85}" dt="2022-07-02T18:20:04.154" v="4862" actId="1035"/>
          <ac:spMkLst>
            <pc:docMk/>
            <pc:sldMk cId="385156815" sldId="6204"/>
            <ac:spMk id="96" creationId="{32FDE3CD-ECEC-470C-BEEF-2BECA3E37AB4}"/>
          </ac:spMkLst>
        </pc:spChg>
        <pc:spChg chg="mod">
          <ac:chgData name="Mitra, Sayan" userId="5f9b069e-390c-41f3-af3f-6bd4b0fb9710" providerId="ADAL" clId="{603CB73D-5ABF-4B35-AB35-B8B719F0AA85}" dt="2022-07-02T18:20:04.154" v="4862" actId="1035"/>
          <ac:spMkLst>
            <pc:docMk/>
            <pc:sldMk cId="385156815" sldId="6204"/>
            <ac:spMk id="97" creationId="{09BFE7D0-416C-4420-B00E-7929A9853532}"/>
          </ac:spMkLst>
        </pc:spChg>
        <pc:spChg chg="mod">
          <ac:chgData name="Mitra, Sayan" userId="5f9b069e-390c-41f3-af3f-6bd4b0fb9710" providerId="ADAL" clId="{603CB73D-5ABF-4B35-AB35-B8B719F0AA85}" dt="2022-07-02T18:20:04.154" v="4862" actId="1035"/>
          <ac:spMkLst>
            <pc:docMk/>
            <pc:sldMk cId="385156815" sldId="6204"/>
            <ac:spMk id="98" creationId="{ED8FD1F7-F1DF-453D-BCA9-06D0601B49C3}"/>
          </ac:spMkLst>
        </pc:spChg>
        <pc:spChg chg="mod">
          <ac:chgData name="Mitra, Sayan" userId="5f9b069e-390c-41f3-af3f-6bd4b0fb9710" providerId="ADAL" clId="{603CB73D-5ABF-4B35-AB35-B8B719F0AA85}" dt="2022-07-02T18:20:04.154" v="4862" actId="1035"/>
          <ac:spMkLst>
            <pc:docMk/>
            <pc:sldMk cId="385156815" sldId="6204"/>
            <ac:spMk id="99" creationId="{9D62AA39-DE15-4515-99BB-6CF6BAAEB497}"/>
          </ac:spMkLst>
        </pc:spChg>
        <pc:spChg chg="mod">
          <ac:chgData name="Mitra, Sayan" userId="5f9b069e-390c-41f3-af3f-6bd4b0fb9710" providerId="ADAL" clId="{603CB73D-5ABF-4B35-AB35-B8B719F0AA85}" dt="2022-07-02T18:20:04.154" v="4862" actId="1035"/>
          <ac:spMkLst>
            <pc:docMk/>
            <pc:sldMk cId="385156815" sldId="6204"/>
            <ac:spMk id="100" creationId="{C399E53D-DE50-4909-8F59-0B9C9FE1E640}"/>
          </ac:spMkLst>
        </pc:spChg>
        <pc:spChg chg="mod">
          <ac:chgData name="Mitra, Sayan" userId="5f9b069e-390c-41f3-af3f-6bd4b0fb9710" providerId="ADAL" clId="{603CB73D-5ABF-4B35-AB35-B8B719F0AA85}" dt="2022-07-02T18:20:04.154" v="4862" actId="1035"/>
          <ac:spMkLst>
            <pc:docMk/>
            <pc:sldMk cId="385156815" sldId="6204"/>
            <ac:spMk id="101" creationId="{6C40AFC3-337A-4CFF-A82F-62255E3A0C67}"/>
          </ac:spMkLst>
        </pc:spChg>
        <pc:spChg chg="mod">
          <ac:chgData name="Mitra, Sayan" userId="5f9b069e-390c-41f3-af3f-6bd4b0fb9710" providerId="ADAL" clId="{603CB73D-5ABF-4B35-AB35-B8B719F0AA85}" dt="2022-07-02T18:20:04.154" v="4862" actId="1035"/>
          <ac:spMkLst>
            <pc:docMk/>
            <pc:sldMk cId="385156815" sldId="6204"/>
            <ac:spMk id="102" creationId="{4F069CFC-8643-4E2D-A69D-8DC8428BECBE}"/>
          </ac:spMkLst>
        </pc:spChg>
        <pc:spChg chg="mod">
          <ac:chgData name="Mitra, Sayan" userId="5f9b069e-390c-41f3-af3f-6bd4b0fb9710" providerId="ADAL" clId="{603CB73D-5ABF-4B35-AB35-B8B719F0AA85}" dt="2022-07-02T18:20:04.154" v="4862" actId="1035"/>
          <ac:spMkLst>
            <pc:docMk/>
            <pc:sldMk cId="385156815" sldId="6204"/>
            <ac:spMk id="103" creationId="{A2AAD1BD-9519-4AC6-9B12-0650CF64EA5B}"/>
          </ac:spMkLst>
        </pc:spChg>
        <pc:spChg chg="mod">
          <ac:chgData name="Mitra, Sayan" userId="5f9b069e-390c-41f3-af3f-6bd4b0fb9710" providerId="ADAL" clId="{603CB73D-5ABF-4B35-AB35-B8B719F0AA85}" dt="2022-07-02T18:20:04.154" v="4862" actId="1035"/>
          <ac:spMkLst>
            <pc:docMk/>
            <pc:sldMk cId="385156815" sldId="6204"/>
            <ac:spMk id="104" creationId="{188D939B-1EC8-4441-A8FB-31AE6834195F}"/>
          </ac:spMkLst>
        </pc:spChg>
        <pc:spChg chg="mod">
          <ac:chgData name="Mitra, Sayan" userId="5f9b069e-390c-41f3-af3f-6bd4b0fb9710" providerId="ADAL" clId="{603CB73D-5ABF-4B35-AB35-B8B719F0AA85}" dt="2022-07-02T18:20:04.154" v="4862" actId="1035"/>
          <ac:spMkLst>
            <pc:docMk/>
            <pc:sldMk cId="385156815" sldId="6204"/>
            <ac:spMk id="105" creationId="{D4E4CA92-1AC8-4D5A-8E79-2310F52936BC}"/>
          </ac:spMkLst>
        </pc:spChg>
        <pc:spChg chg="mod">
          <ac:chgData name="Mitra, Sayan" userId="5f9b069e-390c-41f3-af3f-6bd4b0fb9710" providerId="ADAL" clId="{603CB73D-5ABF-4B35-AB35-B8B719F0AA85}" dt="2022-07-02T18:20:17.734" v="4865" actId="14100"/>
          <ac:spMkLst>
            <pc:docMk/>
            <pc:sldMk cId="385156815" sldId="6204"/>
            <ac:spMk id="106" creationId="{3D0B423B-F1E5-45B1-8C35-8B1FF304B383}"/>
          </ac:spMkLst>
        </pc:spChg>
        <pc:spChg chg="mod">
          <ac:chgData name="Mitra, Sayan" userId="5f9b069e-390c-41f3-af3f-6bd4b0fb9710" providerId="ADAL" clId="{603CB73D-5ABF-4B35-AB35-B8B719F0AA85}" dt="2022-07-02T18:20:04.154" v="4862" actId="1035"/>
          <ac:spMkLst>
            <pc:docMk/>
            <pc:sldMk cId="385156815" sldId="6204"/>
            <ac:spMk id="108" creationId="{79AE6268-4E09-412E-AB80-FE88158F797C}"/>
          </ac:spMkLst>
        </pc:spChg>
        <pc:spChg chg="mod">
          <ac:chgData name="Mitra, Sayan" userId="5f9b069e-390c-41f3-af3f-6bd4b0fb9710" providerId="ADAL" clId="{603CB73D-5ABF-4B35-AB35-B8B719F0AA85}" dt="2022-07-02T18:20:04.154" v="4862" actId="1035"/>
          <ac:spMkLst>
            <pc:docMk/>
            <pc:sldMk cId="385156815" sldId="6204"/>
            <ac:spMk id="109" creationId="{C4B6C997-1F7F-4472-9FD8-8C08F18B9886}"/>
          </ac:spMkLst>
        </pc:spChg>
        <pc:spChg chg="mod">
          <ac:chgData name="Mitra, Sayan" userId="5f9b069e-390c-41f3-af3f-6bd4b0fb9710" providerId="ADAL" clId="{603CB73D-5ABF-4B35-AB35-B8B719F0AA85}" dt="2022-07-02T18:20:04.154" v="4862" actId="1035"/>
          <ac:spMkLst>
            <pc:docMk/>
            <pc:sldMk cId="385156815" sldId="6204"/>
            <ac:spMk id="110" creationId="{2CAF76BA-4112-493F-BE1C-EB4569C08EE0}"/>
          </ac:spMkLst>
        </pc:spChg>
        <pc:spChg chg="mod">
          <ac:chgData name="Mitra, Sayan" userId="5f9b069e-390c-41f3-af3f-6bd4b0fb9710" providerId="ADAL" clId="{603CB73D-5ABF-4B35-AB35-B8B719F0AA85}" dt="2022-07-02T18:20:04.154" v="4862" actId="1035"/>
          <ac:spMkLst>
            <pc:docMk/>
            <pc:sldMk cId="385156815" sldId="6204"/>
            <ac:spMk id="111" creationId="{77DDB055-5B61-4E91-B183-790552A1ABB6}"/>
          </ac:spMkLst>
        </pc:spChg>
        <pc:spChg chg="mod">
          <ac:chgData name="Mitra, Sayan" userId="5f9b069e-390c-41f3-af3f-6bd4b0fb9710" providerId="ADAL" clId="{603CB73D-5ABF-4B35-AB35-B8B719F0AA85}" dt="2022-07-02T18:20:04.154" v="4862" actId="1035"/>
          <ac:spMkLst>
            <pc:docMk/>
            <pc:sldMk cId="385156815" sldId="6204"/>
            <ac:spMk id="115" creationId="{0A6E08A3-40D5-4845-9230-489FA48D7194}"/>
          </ac:spMkLst>
        </pc:spChg>
        <pc:spChg chg="mod">
          <ac:chgData name="Mitra, Sayan" userId="5f9b069e-390c-41f3-af3f-6bd4b0fb9710" providerId="ADAL" clId="{603CB73D-5ABF-4B35-AB35-B8B719F0AA85}" dt="2022-07-02T18:20:04.154" v="4862" actId="1035"/>
          <ac:spMkLst>
            <pc:docMk/>
            <pc:sldMk cId="385156815" sldId="6204"/>
            <ac:spMk id="116" creationId="{3636B678-CFE6-4FB5-AF62-5EC027955AF7}"/>
          </ac:spMkLst>
        </pc:spChg>
        <pc:spChg chg="mod">
          <ac:chgData name="Mitra, Sayan" userId="5f9b069e-390c-41f3-af3f-6bd4b0fb9710" providerId="ADAL" clId="{603CB73D-5ABF-4B35-AB35-B8B719F0AA85}" dt="2022-07-02T18:20:04.154" v="4862" actId="1035"/>
          <ac:spMkLst>
            <pc:docMk/>
            <pc:sldMk cId="385156815" sldId="6204"/>
            <ac:spMk id="117" creationId="{1E26E715-59C1-4610-983B-AD50C00F1877}"/>
          </ac:spMkLst>
        </pc:spChg>
        <pc:spChg chg="mod">
          <ac:chgData name="Mitra, Sayan" userId="5f9b069e-390c-41f3-af3f-6bd4b0fb9710" providerId="ADAL" clId="{603CB73D-5ABF-4B35-AB35-B8B719F0AA85}" dt="2022-07-02T18:20:04.154" v="4862" actId="1035"/>
          <ac:spMkLst>
            <pc:docMk/>
            <pc:sldMk cId="385156815" sldId="6204"/>
            <ac:spMk id="119" creationId="{D659A7F4-2A43-49AD-8387-BBC501D20B02}"/>
          </ac:spMkLst>
        </pc:spChg>
        <pc:spChg chg="add mod topLvl">
          <ac:chgData name="Mitra, Sayan" userId="5f9b069e-390c-41f3-af3f-6bd4b0fb9710" providerId="ADAL" clId="{603CB73D-5ABF-4B35-AB35-B8B719F0AA85}" dt="2022-07-03T01:25:45.541" v="5592" actId="165"/>
          <ac:spMkLst>
            <pc:docMk/>
            <pc:sldMk cId="385156815" sldId="6204"/>
            <ac:spMk id="120" creationId="{D1098087-4741-434E-B050-B64F19FEA0B9}"/>
          </ac:spMkLst>
        </pc:spChg>
        <pc:spChg chg="add mod">
          <ac:chgData name="Mitra, Sayan" userId="5f9b069e-390c-41f3-af3f-6bd4b0fb9710" providerId="ADAL" clId="{603CB73D-5ABF-4B35-AB35-B8B719F0AA85}" dt="2022-07-03T01:25:14.648" v="5589" actId="1036"/>
          <ac:spMkLst>
            <pc:docMk/>
            <pc:sldMk cId="385156815" sldId="6204"/>
            <ac:spMk id="121" creationId="{45127BE6-E5BD-4473-B805-8943A22B1399}"/>
          </ac:spMkLst>
        </pc:spChg>
        <pc:spChg chg="add del mod">
          <ac:chgData name="Mitra, Sayan" userId="5f9b069e-390c-41f3-af3f-6bd4b0fb9710" providerId="ADAL" clId="{603CB73D-5ABF-4B35-AB35-B8B719F0AA85}" dt="2022-07-02T18:10:11.874" v="4497" actId="478"/>
          <ac:spMkLst>
            <pc:docMk/>
            <pc:sldMk cId="385156815" sldId="6204"/>
            <ac:spMk id="122" creationId="{6853B236-68FC-4676-BAEA-DB1ADF23A269}"/>
          </ac:spMkLst>
        </pc:spChg>
        <pc:spChg chg="mod">
          <ac:chgData name="Mitra, Sayan" userId="5f9b069e-390c-41f3-af3f-6bd4b0fb9710" providerId="ADAL" clId="{603CB73D-5ABF-4B35-AB35-B8B719F0AA85}" dt="2022-07-02T18:20:04.154" v="4862" actId="1035"/>
          <ac:spMkLst>
            <pc:docMk/>
            <pc:sldMk cId="385156815" sldId="6204"/>
            <ac:spMk id="159" creationId="{8D62B4DF-B231-44BF-91A9-B1AAD56BD290}"/>
          </ac:spMkLst>
        </pc:spChg>
        <pc:spChg chg="mod">
          <ac:chgData name="Mitra, Sayan" userId="5f9b069e-390c-41f3-af3f-6bd4b0fb9710" providerId="ADAL" clId="{603CB73D-5ABF-4B35-AB35-B8B719F0AA85}" dt="2022-07-02T18:20:04.154" v="4862" actId="1035"/>
          <ac:spMkLst>
            <pc:docMk/>
            <pc:sldMk cId="385156815" sldId="6204"/>
            <ac:spMk id="162" creationId="{792CA852-ACA4-410C-8598-089C56F4CF56}"/>
          </ac:spMkLst>
        </pc:spChg>
        <pc:spChg chg="mod">
          <ac:chgData name="Mitra, Sayan" userId="5f9b069e-390c-41f3-af3f-6bd4b0fb9710" providerId="ADAL" clId="{603CB73D-5ABF-4B35-AB35-B8B719F0AA85}" dt="2022-07-02T18:20:04.154" v="4862" actId="1035"/>
          <ac:spMkLst>
            <pc:docMk/>
            <pc:sldMk cId="385156815" sldId="6204"/>
            <ac:spMk id="163" creationId="{8974C9A1-9554-477C-846E-715DE53DE729}"/>
          </ac:spMkLst>
        </pc:spChg>
        <pc:spChg chg="mod">
          <ac:chgData name="Mitra, Sayan" userId="5f9b069e-390c-41f3-af3f-6bd4b0fb9710" providerId="ADAL" clId="{603CB73D-5ABF-4B35-AB35-B8B719F0AA85}" dt="2022-07-02T18:20:04.154" v="4862" actId="1035"/>
          <ac:spMkLst>
            <pc:docMk/>
            <pc:sldMk cId="385156815" sldId="6204"/>
            <ac:spMk id="164" creationId="{990C77B2-37F7-4F20-AA91-DA87B25BED12}"/>
          </ac:spMkLst>
        </pc:spChg>
        <pc:spChg chg="mod">
          <ac:chgData name="Mitra, Sayan" userId="5f9b069e-390c-41f3-af3f-6bd4b0fb9710" providerId="ADAL" clId="{603CB73D-5ABF-4B35-AB35-B8B719F0AA85}" dt="2022-07-02T18:20:04.154" v="4862" actId="1035"/>
          <ac:spMkLst>
            <pc:docMk/>
            <pc:sldMk cId="385156815" sldId="6204"/>
            <ac:spMk id="165" creationId="{EB2E83B7-F6B1-4EC5-8965-C93B673CD26D}"/>
          </ac:spMkLst>
        </pc:spChg>
        <pc:spChg chg="mod">
          <ac:chgData name="Mitra, Sayan" userId="5f9b069e-390c-41f3-af3f-6bd4b0fb9710" providerId="ADAL" clId="{603CB73D-5ABF-4B35-AB35-B8B719F0AA85}" dt="2022-07-02T18:20:04.154" v="4862" actId="1035"/>
          <ac:spMkLst>
            <pc:docMk/>
            <pc:sldMk cId="385156815" sldId="6204"/>
            <ac:spMk id="166" creationId="{0937DA69-2144-4976-8A49-A5D68C0D7267}"/>
          </ac:spMkLst>
        </pc:spChg>
        <pc:spChg chg="mod">
          <ac:chgData name="Mitra, Sayan" userId="5f9b069e-390c-41f3-af3f-6bd4b0fb9710" providerId="ADAL" clId="{603CB73D-5ABF-4B35-AB35-B8B719F0AA85}" dt="2022-07-02T18:20:04.154" v="4862" actId="1035"/>
          <ac:spMkLst>
            <pc:docMk/>
            <pc:sldMk cId="385156815" sldId="6204"/>
            <ac:spMk id="167" creationId="{50B521A6-0A88-434D-8F58-32E4870D751E}"/>
          </ac:spMkLst>
        </pc:spChg>
        <pc:spChg chg="mod">
          <ac:chgData name="Mitra, Sayan" userId="5f9b069e-390c-41f3-af3f-6bd4b0fb9710" providerId="ADAL" clId="{603CB73D-5ABF-4B35-AB35-B8B719F0AA85}" dt="2022-07-02T18:20:04.154" v="4862" actId="1035"/>
          <ac:spMkLst>
            <pc:docMk/>
            <pc:sldMk cId="385156815" sldId="6204"/>
            <ac:spMk id="168" creationId="{1D7960A7-08FF-4EA6-A335-2DA9057456ED}"/>
          </ac:spMkLst>
        </pc:spChg>
        <pc:spChg chg="mod">
          <ac:chgData name="Mitra, Sayan" userId="5f9b069e-390c-41f3-af3f-6bd4b0fb9710" providerId="ADAL" clId="{603CB73D-5ABF-4B35-AB35-B8B719F0AA85}" dt="2022-07-02T18:20:04.154" v="4862" actId="1035"/>
          <ac:spMkLst>
            <pc:docMk/>
            <pc:sldMk cId="385156815" sldId="6204"/>
            <ac:spMk id="176" creationId="{7C0C1225-4082-4BB5-B847-C0C1D22384E8}"/>
          </ac:spMkLst>
        </pc:spChg>
        <pc:spChg chg="mod">
          <ac:chgData name="Mitra, Sayan" userId="5f9b069e-390c-41f3-af3f-6bd4b0fb9710" providerId="ADAL" clId="{603CB73D-5ABF-4B35-AB35-B8B719F0AA85}" dt="2022-07-02T18:20:04.154" v="4862" actId="1035"/>
          <ac:spMkLst>
            <pc:docMk/>
            <pc:sldMk cId="385156815" sldId="6204"/>
            <ac:spMk id="177" creationId="{0DAF6643-9B99-4C9E-AB17-D8CBBDDB2BA9}"/>
          </ac:spMkLst>
        </pc:spChg>
        <pc:spChg chg="mod">
          <ac:chgData name="Mitra, Sayan" userId="5f9b069e-390c-41f3-af3f-6bd4b0fb9710" providerId="ADAL" clId="{603CB73D-5ABF-4B35-AB35-B8B719F0AA85}" dt="2022-07-02T18:20:04.154" v="4862" actId="1035"/>
          <ac:spMkLst>
            <pc:docMk/>
            <pc:sldMk cId="385156815" sldId="6204"/>
            <ac:spMk id="179" creationId="{EFBEA453-C3B2-425D-82DF-53891511B36F}"/>
          </ac:spMkLst>
        </pc:spChg>
        <pc:spChg chg="mod">
          <ac:chgData name="Mitra, Sayan" userId="5f9b069e-390c-41f3-af3f-6bd4b0fb9710" providerId="ADAL" clId="{603CB73D-5ABF-4B35-AB35-B8B719F0AA85}" dt="2022-07-02T18:20:04.154" v="4862" actId="1035"/>
          <ac:spMkLst>
            <pc:docMk/>
            <pc:sldMk cId="385156815" sldId="6204"/>
            <ac:spMk id="180" creationId="{A621709E-3696-4CE9-A3B0-593F8E3B02E0}"/>
          </ac:spMkLst>
        </pc:spChg>
        <pc:spChg chg="mod">
          <ac:chgData name="Mitra, Sayan" userId="5f9b069e-390c-41f3-af3f-6bd4b0fb9710" providerId="ADAL" clId="{603CB73D-5ABF-4B35-AB35-B8B719F0AA85}" dt="2022-07-02T18:20:04.154" v="4862" actId="1035"/>
          <ac:spMkLst>
            <pc:docMk/>
            <pc:sldMk cId="385156815" sldId="6204"/>
            <ac:spMk id="181" creationId="{6493CE9C-056C-442B-AA0A-7F0CCBC6E512}"/>
          </ac:spMkLst>
        </pc:spChg>
        <pc:spChg chg="mod">
          <ac:chgData name="Mitra, Sayan" userId="5f9b069e-390c-41f3-af3f-6bd4b0fb9710" providerId="ADAL" clId="{603CB73D-5ABF-4B35-AB35-B8B719F0AA85}" dt="2022-07-02T18:20:04.154" v="4862" actId="1035"/>
          <ac:spMkLst>
            <pc:docMk/>
            <pc:sldMk cId="385156815" sldId="6204"/>
            <ac:spMk id="183" creationId="{B8B52E45-04A5-4CF7-BF46-106AA8623800}"/>
          </ac:spMkLst>
        </pc:spChg>
        <pc:spChg chg="mod">
          <ac:chgData name="Mitra, Sayan" userId="5f9b069e-390c-41f3-af3f-6bd4b0fb9710" providerId="ADAL" clId="{603CB73D-5ABF-4B35-AB35-B8B719F0AA85}" dt="2022-07-02T18:20:04.154" v="4862" actId="1035"/>
          <ac:spMkLst>
            <pc:docMk/>
            <pc:sldMk cId="385156815" sldId="6204"/>
            <ac:spMk id="184" creationId="{C0915715-B921-46AA-BA05-3329E6412743}"/>
          </ac:spMkLst>
        </pc:spChg>
        <pc:spChg chg="mod">
          <ac:chgData name="Mitra, Sayan" userId="5f9b069e-390c-41f3-af3f-6bd4b0fb9710" providerId="ADAL" clId="{603CB73D-5ABF-4B35-AB35-B8B719F0AA85}" dt="2022-07-02T18:20:04.154" v="4862" actId="1035"/>
          <ac:spMkLst>
            <pc:docMk/>
            <pc:sldMk cId="385156815" sldId="6204"/>
            <ac:spMk id="185" creationId="{3F5F10FA-DADB-49C1-B9E7-BE919E879931}"/>
          </ac:spMkLst>
        </pc:spChg>
        <pc:spChg chg="mod">
          <ac:chgData name="Mitra, Sayan" userId="5f9b069e-390c-41f3-af3f-6bd4b0fb9710" providerId="ADAL" clId="{603CB73D-5ABF-4B35-AB35-B8B719F0AA85}" dt="2022-07-02T18:20:04.154" v="4862" actId="1035"/>
          <ac:spMkLst>
            <pc:docMk/>
            <pc:sldMk cId="385156815" sldId="6204"/>
            <ac:spMk id="186" creationId="{65E4FB64-1AAC-4D8B-A2DC-FEC1186AEDCA}"/>
          </ac:spMkLst>
        </pc:spChg>
        <pc:spChg chg="mod">
          <ac:chgData name="Mitra, Sayan" userId="5f9b069e-390c-41f3-af3f-6bd4b0fb9710" providerId="ADAL" clId="{603CB73D-5ABF-4B35-AB35-B8B719F0AA85}" dt="2022-07-02T18:20:04.154" v="4862" actId="1035"/>
          <ac:spMkLst>
            <pc:docMk/>
            <pc:sldMk cId="385156815" sldId="6204"/>
            <ac:spMk id="187" creationId="{4B43764A-34B2-45DF-B3A5-BA881FDAC559}"/>
          </ac:spMkLst>
        </pc:spChg>
        <pc:spChg chg="mod">
          <ac:chgData name="Mitra, Sayan" userId="5f9b069e-390c-41f3-af3f-6bd4b0fb9710" providerId="ADAL" clId="{603CB73D-5ABF-4B35-AB35-B8B719F0AA85}" dt="2022-07-02T18:20:04.154" v="4862" actId="1035"/>
          <ac:spMkLst>
            <pc:docMk/>
            <pc:sldMk cId="385156815" sldId="6204"/>
            <ac:spMk id="188" creationId="{36AA9077-F848-4ABF-A0FF-97D248DAD81A}"/>
          </ac:spMkLst>
        </pc:spChg>
        <pc:spChg chg="mod">
          <ac:chgData name="Mitra, Sayan" userId="5f9b069e-390c-41f3-af3f-6bd4b0fb9710" providerId="ADAL" clId="{603CB73D-5ABF-4B35-AB35-B8B719F0AA85}" dt="2022-07-02T18:20:04.154" v="4862" actId="1035"/>
          <ac:spMkLst>
            <pc:docMk/>
            <pc:sldMk cId="385156815" sldId="6204"/>
            <ac:spMk id="189" creationId="{7D40DE82-9978-4FF9-BFE7-196D2D086F6B}"/>
          </ac:spMkLst>
        </pc:spChg>
        <pc:spChg chg="mod">
          <ac:chgData name="Mitra, Sayan" userId="5f9b069e-390c-41f3-af3f-6bd4b0fb9710" providerId="ADAL" clId="{603CB73D-5ABF-4B35-AB35-B8B719F0AA85}" dt="2022-07-02T18:20:04.154" v="4862" actId="1035"/>
          <ac:spMkLst>
            <pc:docMk/>
            <pc:sldMk cId="385156815" sldId="6204"/>
            <ac:spMk id="190" creationId="{1C0F37A6-DD4C-4FC0-8032-021711752BC5}"/>
          </ac:spMkLst>
        </pc:spChg>
        <pc:spChg chg="mod">
          <ac:chgData name="Mitra, Sayan" userId="5f9b069e-390c-41f3-af3f-6bd4b0fb9710" providerId="ADAL" clId="{603CB73D-5ABF-4B35-AB35-B8B719F0AA85}" dt="2022-07-02T18:20:04.154" v="4862" actId="1035"/>
          <ac:spMkLst>
            <pc:docMk/>
            <pc:sldMk cId="385156815" sldId="6204"/>
            <ac:spMk id="227" creationId="{FBFBA1C1-4804-4D90-9794-A93A92756EDA}"/>
          </ac:spMkLst>
        </pc:spChg>
        <pc:grpChg chg="add mod">
          <ac:chgData name="Mitra, Sayan" userId="5f9b069e-390c-41f3-af3f-6bd4b0fb9710" providerId="ADAL" clId="{603CB73D-5ABF-4B35-AB35-B8B719F0AA85}" dt="2022-07-03T01:25:14.648" v="5589" actId="1036"/>
          <ac:grpSpMkLst>
            <pc:docMk/>
            <pc:sldMk cId="385156815" sldId="6204"/>
            <ac:grpSpMk id="4" creationId="{1A001D38-0853-441A-BC46-172E73E2ED00}"/>
          </ac:grpSpMkLst>
        </pc:grpChg>
        <pc:grpChg chg="add mod">
          <ac:chgData name="Mitra, Sayan" userId="5f9b069e-390c-41f3-af3f-6bd4b0fb9710" providerId="ADAL" clId="{603CB73D-5ABF-4B35-AB35-B8B719F0AA85}" dt="2022-07-02T18:20:04.154" v="4862" actId="1035"/>
          <ac:grpSpMkLst>
            <pc:docMk/>
            <pc:sldMk cId="385156815" sldId="6204"/>
            <ac:grpSpMk id="6" creationId="{6DA5678F-7CB4-4DC6-9510-24879401CB0D}"/>
          </ac:grpSpMkLst>
        </pc:grpChg>
        <pc:grpChg chg="add mod">
          <ac:chgData name="Mitra, Sayan" userId="5f9b069e-390c-41f3-af3f-6bd4b0fb9710" providerId="ADAL" clId="{603CB73D-5ABF-4B35-AB35-B8B719F0AA85}" dt="2022-07-02T18:20:04.154" v="4862" actId="1035"/>
          <ac:grpSpMkLst>
            <pc:docMk/>
            <pc:sldMk cId="385156815" sldId="6204"/>
            <ac:grpSpMk id="7" creationId="{9DE79EB8-D0B8-4389-8EA3-1FA7F1819216}"/>
          </ac:grpSpMkLst>
        </pc:grpChg>
        <pc:grpChg chg="add del mod">
          <ac:chgData name="Mitra, Sayan" userId="5f9b069e-390c-41f3-af3f-6bd4b0fb9710" providerId="ADAL" clId="{603CB73D-5ABF-4B35-AB35-B8B719F0AA85}" dt="2022-07-02T18:11:30.391" v="4593" actId="165"/>
          <ac:grpSpMkLst>
            <pc:docMk/>
            <pc:sldMk cId="385156815" sldId="6204"/>
            <ac:grpSpMk id="9" creationId="{ACF10A72-99F9-4D03-AA73-B9FAB2D1CA9E}"/>
          </ac:grpSpMkLst>
        </pc:grpChg>
        <pc:grpChg chg="add del mod">
          <ac:chgData name="Mitra, Sayan" userId="5f9b069e-390c-41f3-af3f-6bd4b0fb9710" providerId="ADAL" clId="{603CB73D-5ABF-4B35-AB35-B8B719F0AA85}" dt="2022-07-02T18:11:35.911" v="4594" actId="165"/>
          <ac:grpSpMkLst>
            <pc:docMk/>
            <pc:sldMk cId="385156815" sldId="6204"/>
            <ac:grpSpMk id="10" creationId="{ADBD7215-232F-4CB4-AA23-1E271D7D6250}"/>
          </ac:grpSpMkLst>
        </pc:grpChg>
        <pc:grpChg chg="add del mod">
          <ac:chgData name="Mitra, Sayan" userId="5f9b069e-390c-41f3-af3f-6bd4b0fb9710" providerId="ADAL" clId="{603CB73D-5ABF-4B35-AB35-B8B719F0AA85}" dt="2022-07-03T01:25:46" v="5593" actId="165"/>
          <ac:grpSpMkLst>
            <pc:docMk/>
            <pc:sldMk cId="385156815" sldId="6204"/>
            <ac:grpSpMk id="11" creationId="{C5905337-0A15-48C2-A003-63E89F62839B}"/>
          </ac:grpSpMkLst>
        </pc:grpChg>
        <pc:grpChg chg="add del mod">
          <ac:chgData name="Mitra, Sayan" userId="5f9b069e-390c-41f3-af3f-6bd4b0fb9710" providerId="ADAL" clId="{603CB73D-5ABF-4B35-AB35-B8B719F0AA85}" dt="2022-07-03T01:25:45.541" v="5592" actId="165"/>
          <ac:grpSpMkLst>
            <pc:docMk/>
            <pc:sldMk cId="385156815" sldId="6204"/>
            <ac:grpSpMk id="12" creationId="{7F7D04E6-F9B7-43B4-8360-45DDAC5A05FD}"/>
          </ac:grpSpMkLst>
        </pc:grpChg>
        <pc:grpChg chg="mod">
          <ac:chgData name="Mitra, Sayan" userId="5f9b069e-390c-41f3-af3f-6bd4b0fb9710" providerId="ADAL" clId="{603CB73D-5ABF-4B35-AB35-B8B719F0AA85}" dt="2022-07-02T18:20:04.154" v="4862" actId="1035"/>
          <ac:grpSpMkLst>
            <pc:docMk/>
            <pc:sldMk cId="385156815" sldId="6204"/>
            <ac:grpSpMk id="21" creationId="{46C13272-8D2C-4001-B961-FC259D3C88D8}"/>
          </ac:grpSpMkLst>
        </pc:grpChg>
        <pc:grpChg chg="mod">
          <ac:chgData name="Mitra, Sayan" userId="5f9b069e-390c-41f3-af3f-6bd4b0fb9710" providerId="ADAL" clId="{603CB73D-5ABF-4B35-AB35-B8B719F0AA85}" dt="2022-07-02T18:20:04.154" v="4862" actId="1035"/>
          <ac:grpSpMkLst>
            <pc:docMk/>
            <pc:sldMk cId="385156815" sldId="6204"/>
            <ac:grpSpMk id="27" creationId="{37BEBC7D-BE34-48D4-8A3D-C3264018CAEE}"/>
          </ac:grpSpMkLst>
        </pc:grpChg>
        <pc:grpChg chg="mod">
          <ac:chgData name="Mitra, Sayan" userId="5f9b069e-390c-41f3-af3f-6bd4b0fb9710" providerId="ADAL" clId="{603CB73D-5ABF-4B35-AB35-B8B719F0AA85}" dt="2022-07-02T18:20:04.154" v="4862" actId="1035"/>
          <ac:grpSpMkLst>
            <pc:docMk/>
            <pc:sldMk cId="385156815" sldId="6204"/>
            <ac:grpSpMk id="30" creationId="{8E4F78CC-FDA1-4414-9601-AEA2E5B13B90}"/>
          </ac:grpSpMkLst>
        </pc:grpChg>
        <pc:grpChg chg="mod">
          <ac:chgData name="Mitra, Sayan" userId="5f9b069e-390c-41f3-af3f-6bd4b0fb9710" providerId="ADAL" clId="{603CB73D-5ABF-4B35-AB35-B8B719F0AA85}" dt="2022-07-02T18:20:04.154" v="4862" actId="1035"/>
          <ac:grpSpMkLst>
            <pc:docMk/>
            <pc:sldMk cId="385156815" sldId="6204"/>
            <ac:grpSpMk id="34" creationId="{C308E3C9-8A1C-49E3-A932-37FC6B431F97}"/>
          </ac:grpSpMkLst>
        </pc:grpChg>
        <pc:grpChg chg="mod">
          <ac:chgData name="Mitra, Sayan" userId="5f9b069e-390c-41f3-af3f-6bd4b0fb9710" providerId="ADAL" clId="{603CB73D-5ABF-4B35-AB35-B8B719F0AA85}" dt="2022-07-02T18:20:04.154" v="4862" actId="1035"/>
          <ac:grpSpMkLst>
            <pc:docMk/>
            <pc:sldMk cId="385156815" sldId="6204"/>
            <ac:grpSpMk id="38" creationId="{1A60CC3A-07F1-44A9-B8B4-D9692FDF16B0}"/>
          </ac:grpSpMkLst>
        </pc:grpChg>
        <pc:grpChg chg="mod">
          <ac:chgData name="Mitra, Sayan" userId="5f9b069e-390c-41f3-af3f-6bd4b0fb9710" providerId="ADAL" clId="{603CB73D-5ABF-4B35-AB35-B8B719F0AA85}" dt="2022-07-02T18:20:04.154" v="4862" actId="1035"/>
          <ac:grpSpMkLst>
            <pc:docMk/>
            <pc:sldMk cId="385156815" sldId="6204"/>
            <ac:grpSpMk id="58" creationId="{0202F5EA-E960-4CAD-9F91-2D904F2074E7}"/>
          </ac:grpSpMkLst>
        </pc:grpChg>
        <pc:grpChg chg="mod">
          <ac:chgData name="Mitra, Sayan" userId="5f9b069e-390c-41f3-af3f-6bd4b0fb9710" providerId="ADAL" clId="{603CB73D-5ABF-4B35-AB35-B8B719F0AA85}" dt="2022-07-02T18:20:04.154" v="4862" actId="1035"/>
          <ac:grpSpMkLst>
            <pc:docMk/>
            <pc:sldMk cId="385156815" sldId="6204"/>
            <ac:grpSpMk id="61" creationId="{121552EC-4C6C-4A09-A1E8-5EAFB30AA746}"/>
          </ac:grpSpMkLst>
        </pc:grpChg>
        <pc:grpChg chg="mod">
          <ac:chgData name="Mitra, Sayan" userId="5f9b069e-390c-41f3-af3f-6bd4b0fb9710" providerId="ADAL" clId="{603CB73D-5ABF-4B35-AB35-B8B719F0AA85}" dt="2022-07-02T18:20:04.154" v="4862" actId="1035"/>
          <ac:grpSpMkLst>
            <pc:docMk/>
            <pc:sldMk cId="385156815" sldId="6204"/>
            <ac:grpSpMk id="74" creationId="{3569670D-531F-4ABD-8A02-800B0FB01B96}"/>
          </ac:grpSpMkLst>
        </pc:grpChg>
        <pc:grpChg chg="mod">
          <ac:chgData name="Mitra, Sayan" userId="5f9b069e-390c-41f3-af3f-6bd4b0fb9710" providerId="ADAL" clId="{603CB73D-5ABF-4B35-AB35-B8B719F0AA85}" dt="2022-07-02T18:20:04.154" v="4862" actId="1035"/>
          <ac:grpSpMkLst>
            <pc:docMk/>
            <pc:sldMk cId="385156815" sldId="6204"/>
            <ac:grpSpMk id="75" creationId="{97778117-445C-42DD-95BE-64724A27B837}"/>
          </ac:grpSpMkLst>
        </pc:grpChg>
        <pc:grpChg chg="mod">
          <ac:chgData name="Mitra, Sayan" userId="5f9b069e-390c-41f3-af3f-6bd4b0fb9710" providerId="ADAL" clId="{603CB73D-5ABF-4B35-AB35-B8B719F0AA85}" dt="2022-07-02T18:20:04.154" v="4862" actId="1035"/>
          <ac:grpSpMkLst>
            <pc:docMk/>
            <pc:sldMk cId="385156815" sldId="6204"/>
            <ac:grpSpMk id="76" creationId="{1AAC562B-3965-40BA-B365-FACF71AA3631}"/>
          </ac:grpSpMkLst>
        </pc:grpChg>
        <pc:grpChg chg="mod">
          <ac:chgData name="Mitra, Sayan" userId="5f9b069e-390c-41f3-af3f-6bd4b0fb9710" providerId="ADAL" clId="{603CB73D-5ABF-4B35-AB35-B8B719F0AA85}" dt="2022-07-02T18:20:04.154" v="4862" actId="1035"/>
          <ac:grpSpMkLst>
            <pc:docMk/>
            <pc:sldMk cId="385156815" sldId="6204"/>
            <ac:grpSpMk id="77" creationId="{66950A4C-A698-4EFB-B6B5-FD8ABB506AFE}"/>
          </ac:grpSpMkLst>
        </pc:grpChg>
        <pc:grpChg chg="mod">
          <ac:chgData name="Mitra, Sayan" userId="5f9b069e-390c-41f3-af3f-6bd4b0fb9710" providerId="ADAL" clId="{603CB73D-5ABF-4B35-AB35-B8B719F0AA85}" dt="2022-07-02T18:20:04.154" v="4862" actId="1035"/>
          <ac:grpSpMkLst>
            <pc:docMk/>
            <pc:sldMk cId="385156815" sldId="6204"/>
            <ac:grpSpMk id="107" creationId="{F4AFACC6-B83F-4672-9298-F8BD8398DE2E}"/>
          </ac:grpSpMkLst>
        </pc:grpChg>
        <pc:grpChg chg="mod">
          <ac:chgData name="Mitra, Sayan" userId="5f9b069e-390c-41f3-af3f-6bd4b0fb9710" providerId="ADAL" clId="{603CB73D-5ABF-4B35-AB35-B8B719F0AA85}" dt="2022-07-02T18:20:04.154" v="4862" actId="1035"/>
          <ac:grpSpMkLst>
            <pc:docMk/>
            <pc:sldMk cId="385156815" sldId="6204"/>
            <ac:grpSpMk id="158" creationId="{3A003594-A79D-42A1-9B77-91B2755888C9}"/>
          </ac:grpSpMkLst>
        </pc:grpChg>
        <pc:grpChg chg="mod">
          <ac:chgData name="Mitra, Sayan" userId="5f9b069e-390c-41f3-af3f-6bd4b0fb9710" providerId="ADAL" clId="{603CB73D-5ABF-4B35-AB35-B8B719F0AA85}" dt="2022-07-02T18:20:04.154" v="4862" actId="1035"/>
          <ac:grpSpMkLst>
            <pc:docMk/>
            <pc:sldMk cId="385156815" sldId="6204"/>
            <ac:grpSpMk id="171" creationId="{1827E1D1-ACBE-4B9C-8B02-8EF041FFAC75}"/>
          </ac:grpSpMkLst>
        </pc:grpChg>
        <pc:grpChg chg="mod">
          <ac:chgData name="Mitra, Sayan" userId="5f9b069e-390c-41f3-af3f-6bd4b0fb9710" providerId="ADAL" clId="{603CB73D-5ABF-4B35-AB35-B8B719F0AA85}" dt="2022-07-02T18:20:04.154" v="4862" actId="1035"/>
          <ac:grpSpMkLst>
            <pc:docMk/>
            <pc:sldMk cId="385156815" sldId="6204"/>
            <ac:grpSpMk id="172" creationId="{4826BC1B-180B-487E-80B4-A80B52B8C797}"/>
          </ac:grpSpMkLst>
        </pc:grpChg>
        <pc:grpChg chg="mod">
          <ac:chgData name="Mitra, Sayan" userId="5f9b069e-390c-41f3-af3f-6bd4b0fb9710" providerId="ADAL" clId="{603CB73D-5ABF-4B35-AB35-B8B719F0AA85}" dt="2022-07-02T18:20:04.154" v="4862" actId="1035"/>
          <ac:grpSpMkLst>
            <pc:docMk/>
            <pc:sldMk cId="385156815" sldId="6204"/>
            <ac:grpSpMk id="173" creationId="{999833D9-546D-44C1-9D5A-3F64FAFAC1C9}"/>
          </ac:grpSpMkLst>
        </pc:grpChg>
        <pc:grpChg chg="mod">
          <ac:chgData name="Mitra, Sayan" userId="5f9b069e-390c-41f3-af3f-6bd4b0fb9710" providerId="ADAL" clId="{603CB73D-5ABF-4B35-AB35-B8B719F0AA85}" dt="2022-07-02T18:20:04.154" v="4862" actId="1035"/>
          <ac:grpSpMkLst>
            <pc:docMk/>
            <pc:sldMk cId="385156815" sldId="6204"/>
            <ac:grpSpMk id="178" creationId="{3B99758A-DC7F-4651-9DEA-F028F3C1ABEB}"/>
          </ac:grpSpMkLst>
        </pc:grpChg>
        <pc:picChg chg="add mod topLvl">
          <ac:chgData name="Mitra, Sayan" userId="5f9b069e-390c-41f3-af3f-6bd4b0fb9710" providerId="ADAL" clId="{603CB73D-5ABF-4B35-AB35-B8B719F0AA85}" dt="2022-07-03T01:25:46" v="5593" actId="165"/>
          <ac:picMkLst>
            <pc:docMk/>
            <pc:sldMk cId="385156815" sldId="6204"/>
            <ac:picMk id="123" creationId="{8657B25C-574F-42F5-A1E0-9B1FDB19DF3B}"/>
          </ac:picMkLst>
        </pc:picChg>
        <pc:picChg chg="add mod topLvl">
          <ac:chgData name="Mitra, Sayan" userId="5f9b069e-390c-41f3-af3f-6bd4b0fb9710" providerId="ADAL" clId="{603CB73D-5ABF-4B35-AB35-B8B719F0AA85}" dt="2022-07-03T01:25:45.541" v="5592" actId="165"/>
          <ac:picMkLst>
            <pc:docMk/>
            <pc:sldMk cId="385156815" sldId="6204"/>
            <ac:picMk id="124" creationId="{B08C6094-3DC9-449E-8A5F-14D44459B112}"/>
          </ac:picMkLst>
        </pc:picChg>
        <pc:picChg chg="add mod">
          <ac:chgData name="Mitra, Sayan" userId="5f9b069e-390c-41f3-af3f-6bd4b0fb9710" providerId="ADAL" clId="{603CB73D-5ABF-4B35-AB35-B8B719F0AA85}" dt="2022-07-03T01:25:14.648" v="5589" actId="1036"/>
          <ac:picMkLst>
            <pc:docMk/>
            <pc:sldMk cId="385156815" sldId="6204"/>
            <ac:picMk id="127" creationId="{25C91B45-E5A7-426A-875E-3459CE632302}"/>
          </ac:picMkLst>
        </pc:picChg>
        <pc:picChg chg="mod">
          <ac:chgData name="Mitra, Sayan" userId="5f9b069e-390c-41f3-af3f-6bd4b0fb9710" providerId="ADAL" clId="{603CB73D-5ABF-4B35-AB35-B8B719F0AA85}" dt="2022-07-02T18:20:04.154" v="4862" actId="1035"/>
          <ac:picMkLst>
            <pc:docMk/>
            <pc:sldMk cId="385156815" sldId="6204"/>
            <ac:picMk id="182" creationId="{611B9B4A-8099-4280-8E0F-F069713FE755}"/>
          </ac:picMkLst>
        </pc:picChg>
        <pc:picChg chg="add del mod">
          <ac:chgData name="Mitra, Sayan" userId="5f9b069e-390c-41f3-af3f-6bd4b0fb9710" providerId="ADAL" clId="{603CB73D-5ABF-4B35-AB35-B8B719F0AA85}" dt="2022-07-02T18:14:11.780" v="4630"/>
          <ac:picMkLst>
            <pc:docMk/>
            <pc:sldMk cId="385156815" sldId="6204"/>
            <ac:picMk id="2052" creationId="{63FD90C6-B544-4173-A54D-0EBA11D5D1A3}"/>
          </ac:picMkLst>
        </pc:picChg>
        <pc:cxnChg chg="add mod">
          <ac:chgData name="Mitra, Sayan" userId="5f9b069e-390c-41f3-af3f-6bd4b0fb9710" providerId="ADAL" clId="{603CB73D-5ABF-4B35-AB35-B8B719F0AA85}" dt="2022-07-02T18:08:47.475" v="4492" actId="1037"/>
          <ac:cxnSpMkLst>
            <pc:docMk/>
            <pc:sldMk cId="385156815" sldId="6204"/>
            <ac:cxnSpMk id="5" creationId="{E1644C55-C10A-4446-86E3-6BA03D354A78}"/>
          </ac:cxnSpMkLst>
        </pc:cxnChg>
        <pc:cxnChg chg="mod">
          <ac:chgData name="Mitra, Sayan" userId="5f9b069e-390c-41f3-af3f-6bd4b0fb9710" providerId="ADAL" clId="{603CB73D-5ABF-4B35-AB35-B8B719F0AA85}" dt="2022-07-02T18:20:04.154" v="4862" actId="1035"/>
          <ac:cxnSpMkLst>
            <pc:docMk/>
            <pc:sldMk cId="385156815" sldId="6204"/>
            <ac:cxnSpMk id="81" creationId="{8984ABBF-DF82-4BEC-BAE4-FC5F12DC1B86}"/>
          </ac:cxnSpMkLst>
        </pc:cxnChg>
        <pc:cxnChg chg="mod">
          <ac:chgData name="Mitra, Sayan" userId="5f9b069e-390c-41f3-af3f-6bd4b0fb9710" providerId="ADAL" clId="{603CB73D-5ABF-4B35-AB35-B8B719F0AA85}" dt="2022-07-02T18:20:04.154" v="4862" actId="1035"/>
          <ac:cxnSpMkLst>
            <pc:docMk/>
            <pc:sldMk cId="385156815" sldId="6204"/>
            <ac:cxnSpMk id="82" creationId="{9A010963-0D03-44F9-8B19-2836F76C6598}"/>
          </ac:cxnSpMkLst>
        </pc:cxnChg>
        <pc:cxnChg chg="mod">
          <ac:chgData name="Mitra, Sayan" userId="5f9b069e-390c-41f3-af3f-6bd4b0fb9710" providerId="ADAL" clId="{603CB73D-5ABF-4B35-AB35-B8B719F0AA85}" dt="2022-07-02T18:20:04.154" v="4862" actId="1035"/>
          <ac:cxnSpMkLst>
            <pc:docMk/>
            <pc:sldMk cId="385156815" sldId="6204"/>
            <ac:cxnSpMk id="83" creationId="{D7EF1947-F2E9-48BE-98C1-64936D02B334}"/>
          </ac:cxnSpMkLst>
        </pc:cxnChg>
        <pc:cxnChg chg="mod">
          <ac:chgData name="Mitra, Sayan" userId="5f9b069e-390c-41f3-af3f-6bd4b0fb9710" providerId="ADAL" clId="{603CB73D-5ABF-4B35-AB35-B8B719F0AA85}" dt="2022-07-02T18:20:04.154" v="4862" actId="1035"/>
          <ac:cxnSpMkLst>
            <pc:docMk/>
            <pc:sldMk cId="385156815" sldId="6204"/>
            <ac:cxnSpMk id="112" creationId="{B81D3178-A585-4F60-A195-A96FBA102897}"/>
          </ac:cxnSpMkLst>
        </pc:cxnChg>
        <pc:cxnChg chg="mod">
          <ac:chgData name="Mitra, Sayan" userId="5f9b069e-390c-41f3-af3f-6bd4b0fb9710" providerId="ADAL" clId="{603CB73D-5ABF-4B35-AB35-B8B719F0AA85}" dt="2022-07-02T18:20:04.154" v="4862" actId="1035"/>
          <ac:cxnSpMkLst>
            <pc:docMk/>
            <pc:sldMk cId="385156815" sldId="6204"/>
            <ac:cxnSpMk id="113" creationId="{DE1A8889-6DBE-44BD-BC2C-47C5CE7A67E2}"/>
          </ac:cxnSpMkLst>
        </pc:cxnChg>
        <pc:cxnChg chg="mod">
          <ac:chgData name="Mitra, Sayan" userId="5f9b069e-390c-41f3-af3f-6bd4b0fb9710" providerId="ADAL" clId="{603CB73D-5ABF-4B35-AB35-B8B719F0AA85}" dt="2022-07-02T18:20:04.154" v="4862" actId="1035"/>
          <ac:cxnSpMkLst>
            <pc:docMk/>
            <pc:sldMk cId="385156815" sldId="6204"/>
            <ac:cxnSpMk id="114" creationId="{6DE7E1F5-4130-459E-AD2C-549EE9B7012F}"/>
          </ac:cxnSpMkLst>
        </pc:cxnChg>
        <pc:cxnChg chg="mod">
          <ac:chgData name="Mitra, Sayan" userId="5f9b069e-390c-41f3-af3f-6bd4b0fb9710" providerId="ADAL" clId="{603CB73D-5ABF-4B35-AB35-B8B719F0AA85}" dt="2022-07-02T18:20:04.154" v="4862" actId="1035"/>
          <ac:cxnSpMkLst>
            <pc:docMk/>
            <pc:sldMk cId="385156815" sldId="6204"/>
            <ac:cxnSpMk id="118" creationId="{441A8A76-0D56-454B-91F9-454574790010}"/>
          </ac:cxnSpMkLst>
        </pc:cxnChg>
      </pc:sldChg>
      <pc:sldChg chg="del ord">
        <pc:chgData name="Mitra, Sayan" userId="5f9b069e-390c-41f3-af3f-6bd4b0fb9710" providerId="ADAL" clId="{603CB73D-5ABF-4B35-AB35-B8B719F0AA85}" dt="2022-07-04T05:00:50.477" v="12466" actId="47"/>
        <pc:sldMkLst>
          <pc:docMk/>
          <pc:sldMk cId="3171069382" sldId="6205"/>
        </pc:sldMkLst>
      </pc:sldChg>
      <pc:sldChg chg="addSp delSp modSp add mod">
        <pc:chgData name="Mitra, Sayan" userId="5f9b069e-390c-41f3-af3f-6bd4b0fb9710" providerId="ADAL" clId="{603CB73D-5ABF-4B35-AB35-B8B719F0AA85}" dt="2022-07-03T01:29:19.641" v="5697" actId="207"/>
        <pc:sldMkLst>
          <pc:docMk/>
          <pc:sldMk cId="2104228538" sldId="6206"/>
        </pc:sldMkLst>
        <pc:spChg chg="mod topLvl">
          <ac:chgData name="Mitra, Sayan" userId="5f9b069e-390c-41f3-af3f-6bd4b0fb9710" providerId="ADAL" clId="{603CB73D-5ABF-4B35-AB35-B8B719F0AA85}" dt="2022-07-03T01:29:05.046" v="5696" actId="1036"/>
          <ac:spMkLst>
            <pc:docMk/>
            <pc:sldMk cId="2104228538" sldId="6206"/>
            <ac:spMk id="8" creationId="{6AE6DF53-55EE-452B-8DEA-F8A4B41B5167}"/>
          </ac:spMkLst>
        </pc:spChg>
        <pc:spChg chg="mod topLvl">
          <ac:chgData name="Mitra, Sayan" userId="5f9b069e-390c-41f3-af3f-6bd4b0fb9710" providerId="ADAL" clId="{603CB73D-5ABF-4B35-AB35-B8B719F0AA85}" dt="2022-07-03T01:29:05.046" v="5696" actId="1036"/>
          <ac:spMkLst>
            <pc:docMk/>
            <pc:sldMk cId="2104228538" sldId="6206"/>
            <ac:spMk id="120" creationId="{D1098087-4741-434E-B050-B64F19FEA0B9}"/>
          </ac:spMkLst>
        </pc:spChg>
        <pc:spChg chg="mod topLvl">
          <ac:chgData name="Mitra, Sayan" userId="5f9b069e-390c-41f3-af3f-6bd4b0fb9710" providerId="ADAL" clId="{603CB73D-5ABF-4B35-AB35-B8B719F0AA85}" dt="2022-07-03T01:29:05.046" v="5696" actId="1036"/>
          <ac:spMkLst>
            <pc:docMk/>
            <pc:sldMk cId="2104228538" sldId="6206"/>
            <ac:spMk id="121" creationId="{45127BE6-E5BD-4473-B805-8943A22B1399}"/>
          </ac:spMkLst>
        </pc:spChg>
        <pc:spChg chg="add mod">
          <ac:chgData name="Mitra, Sayan" userId="5f9b069e-390c-41f3-af3f-6bd4b0fb9710" providerId="ADAL" clId="{603CB73D-5ABF-4B35-AB35-B8B719F0AA85}" dt="2022-07-03T01:29:19.641" v="5697" actId="207"/>
          <ac:spMkLst>
            <pc:docMk/>
            <pc:sldMk cId="2104228538" sldId="6206"/>
            <ac:spMk id="125" creationId="{248D2831-2108-4BAA-BE24-5197975DBA95}"/>
          </ac:spMkLst>
        </pc:spChg>
        <pc:grpChg chg="del">
          <ac:chgData name="Mitra, Sayan" userId="5f9b069e-390c-41f3-af3f-6bd4b0fb9710" providerId="ADAL" clId="{603CB73D-5ABF-4B35-AB35-B8B719F0AA85}" dt="2022-07-03T01:25:56.900" v="5595" actId="165"/>
          <ac:grpSpMkLst>
            <pc:docMk/>
            <pc:sldMk cId="2104228538" sldId="6206"/>
            <ac:grpSpMk id="4" creationId="{1A001D38-0853-441A-BC46-172E73E2ED00}"/>
          </ac:grpSpMkLst>
        </pc:grpChg>
        <pc:grpChg chg="add del mod">
          <ac:chgData name="Mitra, Sayan" userId="5f9b069e-390c-41f3-af3f-6bd4b0fb9710" providerId="ADAL" clId="{603CB73D-5ABF-4B35-AB35-B8B719F0AA85}" dt="2022-07-03T01:27:29.461" v="5657" actId="478"/>
          <ac:grpSpMkLst>
            <pc:docMk/>
            <pc:sldMk cId="2104228538" sldId="6206"/>
            <ac:grpSpMk id="9" creationId="{39BDE2BF-AFBF-4A67-8A5D-AC3F7AA9FDE4}"/>
          </ac:grpSpMkLst>
        </pc:grpChg>
        <pc:grpChg chg="add mod">
          <ac:chgData name="Mitra, Sayan" userId="5f9b069e-390c-41f3-af3f-6bd4b0fb9710" providerId="ADAL" clId="{603CB73D-5ABF-4B35-AB35-B8B719F0AA85}" dt="2022-07-03T01:29:05.046" v="5696" actId="1036"/>
          <ac:grpSpMkLst>
            <pc:docMk/>
            <pc:sldMk cId="2104228538" sldId="6206"/>
            <ac:grpSpMk id="10" creationId="{08B0C039-4AC1-486F-8900-53D22810B143}"/>
          </ac:grpSpMkLst>
        </pc:grpChg>
        <pc:grpChg chg="del">
          <ac:chgData name="Mitra, Sayan" userId="5f9b069e-390c-41f3-af3f-6bd4b0fb9710" providerId="ADAL" clId="{603CB73D-5ABF-4B35-AB35-B8B719F0AA85}" dt="2022-07-03T01:25:56.900" v="5595" actId="165"/>
          <ac:grpSpMkLst>
            <pc:docMk/>
            <pc:sldMk cId="2104228538" sldId="6206"/>
            <ac:grpSpMk id="11" creationId="{C5905337-0A15-48C2-A003-63E89F62839B}"/>
          </ac:grpSpMkLst>
        </pc:grpChg>
        <pc:grpChg chg="del">
          <ac:chgData name="Mitra, Sayan" userId="5f9b069e-390c-41f3-af3f-6bd4b0fb9710" providerId="ADAL" clId="{603CB73D-5ABF-4B35-AB35-B8B719F0AA85}" dt="2022-07-03T01:25:56.900" v="5595" actId="165"/>
          <ac:grpSpMkLst>
            <pc:docMk/>
            <pc:sldMk cId="2104228538" sldId="6206"/>
            <ac:grpSpMk id="12" creationId="{7F7D04E6-F9B7-43B4-8360-45DDAC5A05FD}"/>
          </ac:grpSpMkLst>
        </pc:grpChg>
        <pc:grpChg chg="add mod">
          <ac:chgData name="Mitra, Sayan" userId="5f9b069e-390c-41f3-af3f-6bd4b0fb9710" providerId="ADAL" clId="{603CB73D-5ABF-4B35-AB35-B8B719F0AA85}" dt="2022-07-03T01:29:05.046" v="5696" actId="1036"/>
          <ac:grpSpMkLst>
            <pc:docMk/>
            <pc:sldMk cId="2104228538" sldId="6206"/>
            <ac:grpSpMk id="13" creationId="{28B75090-C6BC-4F32-93C2-13791C802CFF}"/>
          </ac:grpSpMkLst>
        </pc:grpChg>
        <pc:grpChg chg="add mod">
          <ac:chgData name="Mitra, Sayan" userId="5f9b069e-390c-41f3-af3f-6bd4b0fb9710" providerId="ADAL" clId="{603CB73D-5ABF-4B35-AB35-B8B719F0AA85}" dt="2022-07-03T01:29:05.046" v="5696" actId="1036"/>
          <ac:grpSpMkLst>
            <pc:docMk/>
            <pc:sldMk cId="2104228538" sldId="6206"/>
            <ac:grpSpMk id="14" creationId="{48DE2850-32CE-4058-9E35-BAD5F9F647B8}"/>
          </ac:grpSpMkLst>
        </pc:grpChg>
        <pc:grpChg chg="add mod">
          <ac:chgData name="Mitra, Sayan" userId="5f9b069e-390c-41f3-af3f-6bd4b0fb9710" providerId="ADAL" clId="{603CB73D-5ABF-4B35-AB35-B8B719F0AA85}" dt="2022-07-03T01:29:05.046" v="5696" actId="1036"/>
          <ac:grpSpMkLst>
            <pc:docMk/>
            <pc:sldMk cId="2104228538" sldId="6206"/>
            <ac:grpSpMk id="15" creationId="{86C012E4-92CD-4DCC-9F04-19EB04FBEAC5}"/>
          </ac:grpSpMkLst>
        </pc:grpChg>
        <pc:picChg chg="mod topLvl">
          <ac:chgData name="Mitra, Sayan" userId="5f9b069e-390c-41f3-af3f-6bd4b0fb9710" providerId="ADAL" clId="{603CB73D-5ABF-4B35-AB35-B8B719F0AA85}" dt="2022-07-03T01:29:05.046" v="5696" actId="1036"/>
          <ac:picMkLst>
            <pc:docMk/>
            <pc:sldMk cId="2104228538" sldId="6206"/>
            <ac:picMk id="123" creationId="{8657B25C-574F-42F5-A1E0-9B1FDB19DF3B}"/>
          </ac:picMkLst>
        </pc:picChg>
        <pc:picChg chg="mod topLvl">
          <ac:chgData name="Mitra, Sayan" userId="5f9b069e-390c-41f3-af3f-6bd4b0fb9710" providerId="ADAL" clId="{603CB73D-5ABF-4B35-AB35-B8B719F0AA85}" dt="2022-07-03T01:29:05.046" v="5696" actId="1036"/>
          <ac:picMkLst>
            <pc:docMk/>
            <pc:sldMk cId="2104228538" sldId="6206"/>
            <ac:picMk id="124" creationId="{B08C6094-3DC9-449E-8A5F-14D44459B112}"/>
          </ac:picMkLst>
        </pc:picChg>
        <pc:picChg chg="add del mod">
          <ac:chgData name="Mitra, Sayan" userId="5f9b069e-390c-41f3-af3f-6bd4b0fb9710" providerId="ADAL" clId="{603CB73D-5ABF-4B35-AB35-B8B719F0AA85}" dt="2022-07-03T01:27:12.276" v="5652" actId="478"/>
          <ac:picMkLst>
            <pc:docMk/>
            <pc:sldMk cId="2104228538" sldId="6206"/>
            <ac:picMk id="126" creationId="{26C00610-E154-491E-90AF-42E330189D6E}"/>
          </ac:picMkLst>
        </pc:picChg>
        <pc:picChg chg="mod topLvl">
          <ac:chgData name="Mitra, Sayan" userId="5f9b069e-390c-41f3-af3f-6bd4b0fb9710" providerId="ADAL" clId="{603CB73D-5ABF-4B35-AB35-B8B719F0AA85}" dt="2022-07-03T01:29:05.046" v="5696" actId="1036"/>
          <ac:picMkLst>
            <pc:docMk/>
            <pc:sldMk cId="2104228538" sldId="6206"/>
            <ac:picMk id="127" creationId="{25C91B45-E5A7-426A-875E-3459CE632302}"/>
          </ac:picMkLst>
        </pc:picChg>
        <pc:picChg chg="add mod">
          <ac:chgData name="Mitra, Sayan" userId="5f9b069e-390c-41f3-af3f-6bd4b0fb9710" providerId="ADAL" clId="{603CB73D-5ABF-4B35-AB35-B8B719F0AA85}" dt="2022-07-03T01:29:05.046" v="5696" actId="1036"/>
          <ac:picMkLst>
            <pc:docMk/>
            <pc:sldMk cId="2104228538" sldId="6206"/>
            <ac:picMk id="128" creationId="{4F94A973-8A72-4A90-9FBC-E7700ABD4625}"/>
          </ac:picMkLst>
        </pc:picChg>
        <pc:picChg chg="add del mod">
          <ac:chgData name="Mitra, Sayan" userId="5f9b069e-390c-41f3-af3f-6bd4b0fb9710" providerId="ADAL" clId="{603CB73D-5ABF-4B35-AB35-B8B719F0AA85}" dt="2022-07-03T01:27:29.461" v="5657" actId="478"/>
          <ac:picMkLst>
            <pc:docMk/>
            <pc:sldMk cId="2104228538" sldId="6206"/>
            <ac:picMk id="129" creationId="{D111E16A-F726-4319-AED3-EEE44A893BE3}"/>
          </ac:picMkLst>
        </pc:picChg>
      </pc:sldChg>
      <pc:sldChg chg="addSp modSp new del mod ord">
        <pc:chgData name="Mitra, Sayan" userId="5f9b069e-390c-41f3-af3f-6bd4b0fb9710" providerId="ADAL" clId="{603CB73D-5ABF-4B35-AB35-B8B719F0AA85}" dt="2022-07-03T12:39:32.020" v="7733" actId="47"/>
        <pc:sldMkLst>
          <pc:docMk/>
          <pc:sldMk cId="3062869920" sldId="6207"/>
        </pc:sldMkLst>
        <pc:spChg chg="mod">
          <ac:chgData name="Mitra, Sayan" userId="5f9b069e-390c-41f3-af3f-6bd4b0fb9710" providerId="ADAL" clId="{603CB73D-5ABF-4B35-AB35-B8B719F0AA85}" dt="2022-07-03T12:37:08.913" v="7681" actId="6549"/>
          <ac:spMkLst>
            <pc:docMk/>
            <pc:sldMk cId="3062869920" sldId="6207"/>
            <ac:spMk id="2" creationId="{8604502F-AA04-43CA-BC12-145AFCA24A30}"/>
          </ac:spMkLst>
        </pc:spChg>
        <pc:spChg chg="add mod">
          <ac:chgData name="Mitra, Sayan" userId="5f9b069e-390c-41f3-af3f-6bd4b0fb9710" providerId="ADAL" clId="{603CB73D-5ABF-4B35-AB35-B8B719F0AA85}" dt="2022-07-03T12:34:55.369" v="7617" actId="1036"/>
          <ac:spMkLst>
            <pc:docMk/>
            <pc:sldMk cId="3062869920" sldId="6207"/>
            <ac:spMk id="3" creationId="{18ACF9D2-7A39-4FBB-8B27-4748F7B94A63}"/>
          </ac:spMkLst>
        </pc:spChg>
        <pc:spChg chg="add mod">
          <ac:chgData name="Mitra, Sayan" userId="5f9b069e-390c-41f3-af3f-6bd4b0fb9710" providerId="ADAL" clId="{603CB73D-5ABF-4B35-AB35-B8B719F0AA85}" dt="2022-07-03T12:34:55.369" v="7617" actId="1036"/>
          <ac:spMkLst>
            <pc:docMk/>
            <pc:sldMk cId="3062869920" sldId="6207"/>
            <ac:spMk id="4" creationId="{5C943EB4-E3AA-4A5B-9551-2BEB1C2A5701}"/>
          </ac:spMkLst>
        </pc:spChg>
        <pc:spChg chg="add mod">
          <ac:chgData name="Mitra, Sayan" userId="5f9b069e-390c-41f3-af3f-6bd4b0fb9710" providerId="ADAL" clId="{603CB73D-5ABF-4B35-AB35-B8B719F0AA85}" dt="2022-07-03T12:34:55.369" v="7617" actId="1036"/>
          <ac:spMkLst>
            <pc:docMk/>
            <pc:sldMk cId="3062869920" sldId="6207"/>
            <ac:spMk id="5" creationId="{A7D812F9-2F9C-43C5-84A6-A174837C855C}"/>
          </ac:spMkLst>
        </pc:spChg>
        <pc:spChg chg="add mod">
          <ac:chgData name="Mitra, Sayan" userId="5f9b069e-390c-41f3-af3f-6bd4b0fb9710" providerId="ADAL" clId="{603CB73D-5ABF-4B35-AB35-B8B719F0AA85}" dt="2022-07-03T12:34:55.369" v="7617" actId="1036"/>
          <ac:spMkLst>
            <pc:docMk/>
            <pc:sldMk cId="3062869920" sldId="6207"/>
            <ac:spMk id="6" creationId="{633C70B5-81C4-4546-B7FF-9744AC398467}"/>
          </ac:spMkLst>
        </pc:spChg>
        <pc:spChg chg="add mod">
          <ac:chgData name="Mitra, Sayan" userId="5f9b069e-390c-41f3-af3f-6bd4b0fb9710" providerId="ADAL" clId="{603CB73D-5ABF-4B35-AB35-B8B719F0AA85}" dt="2022-07-03T12:34:55.369" v="7617" actId="1036"/>
          <ac:spMkLst>
            <pc:docMk/>
            <pc:sldMk cId="3062869920" sldId="6207"/>
            <ac:spMk id="7" creationId="{C55418F0-9878-4B06-8278-188CE5880043}"/>
          </ac:spMkLst>
        </pc:spChg>
        <pc:spChg chg="add mod">
          <ac:chgData name="Mitra, Sayan" userId="5f9b069e-390c-41f3-af3f-6bd4b0fb9710" providerId="ADAL" clId="{603CB73D-5ABF-4B35-AB35-B8B719F0AA85}" dt="2022-07-03T12:34:55.369" v="7617" actId="1036"/>
          <ac:spMkLst>
            <pc:docMk/>
            <pc:sldMk cId="3062869920" sldId="6207"/>
            <ac:spMk id="8" creationId="{93EF5CF0-EB62-42BF-9B3A-E910DDA93794}"/>
          </ac:spMkLst>
        </pc:spChg>
        <pc:spChg chg="add mod">
          <ac:chgData name="Mitra, Sayan" userId="5f9b069e-390c-41f3-af3f-6bd4b0fb9710" providerId="ADAL" clId="{603CB73D-5ABF-4B35-AB35-B8B719F0AA85}" dt="2022-07-03T12:34:55.369" v="7617" actId="1036"/>
          <ac:spMkLst>
            <pc:docMk/>
            <pc:sldMk cId="3062869920" sldId="6207"/>
            <ac:spMk id="9" creationId="{99D4EF45-8E6C-4ECD-A354-C64FF72D308B}"/>
          </ac:spMkLst>
        </pc:spChg>
        <pc:spChg chg="mod">
          <ac:chgData name="Mitra, Sayan" userId="5f9b069e-390c-41f3-af3f-6bd4b0fb9710" providerId="ADAL" clId="{603CB73D-5ABF-4B35-AB35-B8B719F0AA85}" dt="2022-07-03T04:48:17.280" v="7157" actId="255"/>
          <ac:spMkLst>
            <pc:docMk/>
            <pc:sldMk cId="3062869920" sldId="6207"/>
            <ac:spMk id="11" creationId="{C0644D0F-700E-4865-A4E8-E25E6E45A6C5}"/>
          </ac:spMkLst>
        </pc:spChg>
        <pc:spChg chg="mod">
          <ac:chgData name="Mitra, Sayan" userId="5f9b069e-390c-41f3-af3f-6bd4b0fb9710" providerId="ADAL" clId="{603CB73D-5ABF-4B35-AB35-B8B719F0AA85}" dt="2022-07-03T04:48:17.280" v="7157" actId="255"/>
          <ac:spMkLst>
            <pc:docMk/>
            <pc:sldMk cId="3062869920" sldId="6207"/>
            <ac:spMk id="12" creationId="{8955BA69-9853-4AFA-93B9-1E94E7B33442}"/>
          </ac:spMkLst>
        </pc:spChg>
        <pc:spChg chg="mod">
          <ac:chgData name="Mitra, Sayan" userId="5f9b069e-390c-41f3-af3f-6bd4b0fb9710" providerId="ADAL" clId="{603CB73D-5ABF-4B35-AB35-B8B719F0AA85}" dt="2022-07-03T04:48:17.280" v="7157" actId="255"/>
          <ac:spMkLst>
            <pc:docMk/>
            <pc:sldMk cId="3062869920" sldId="6207"/>
            <ac:spMk id="16" creationId="{3256732E-0403-481B-8348-3C95FF4585D8}"/>
          </ac:spMkLst>
        </pc:spChg>
        <pc:spChg chg="mod">
          <ac:chgData name="Mitra, Sayan" userId="5f9b069e-390c-41f3-af3f-6bd4b0fb9710" providerId="ADAL" clId="{603CB73D-5ABF-4B35-AB35-B8B719F0AA85}" dt="2022-07-03T04:48:17.280" v="7157" actId="255"/>
          <ac:spMkLst>
            <pc:docMk/>
            <pc:sldMk cId="3062869920" sldId="6207"/>
            <ac:spMk id="17" creationId="{304C2DA1-F713-499D-A532-60BF6314FB12}"/>
          </ac:spMkLst>
        </pc:spChg>
        <pc:spChg chg="mod">
          <ac:chgData name="Mitra, Sayan" userId="5f9b069e-390c-41f3-af3f-6bd4b0fb9710" providerId="ADAL" clId="{603CB73D-5ABF-4B35-AB35-B8B719F0AA85}" dt="2022-07-03T04:48:17.280" v="7157" actId="255"/>
          <ac:spMkLst>
            <pc:docMk/>
            <pc:sldMk cId="3062869920" sldId="6207"/>
            <ac:spMk id="18" creationId="{B4446DCB-4E4B-4F1D-AD28-D3EA1921B566}"/>
          </ac:spMkLst>
        </pc:spChg>
        <pc:spChg chg="mod">
          <ac:chgData name="Mitra, Sayan" userId="5f9b069e-390c-41f3-af3f-6bd4b0fb9710" providerId="ADAL" clId="{603CB73D-5ABF-4B35-AB35-B8B719F0AA85}" dt="2022-07-03T04:48:17.280" v="7157" actId="255"/>
          <ac:spMkLst>
            <pc:docMk/>
            <pc:sldMk cId="3062869920" sldId="6207"/>
            <ac:spMk id="19" creationId="{330E38BF-4769-46F5-A26A-54822E288E1C}"/>
          </ac:spMkLst>
        </pc:spChg>
        <pc:spChg chg="mod">
          <ac:chgData name="Mitra, Sayan" userId="5f9b069e-390c-41f3-af3f-6bd4b0fb9710" providerId="ADAL" clId="{603CB73D-5ABF-4B35-AB35-B8B719F0AA85}" dt="2022-07-03T04:48:17.280" v="7157" actId="255"/>
          <ac:spMkLst>
            <pc:docMk/>
            <pc:sldMk cId="3062869920" sldId="6207"/>
            <ac:spMk id="23" creationId="{5E54934C-0A05-4F3F-8B80-39DDE2DB178E}"/>
          </ac:spMkLst>
        </pc:spChg>
        <pc:spChg chg="mod">
          <ac:chgData name="Mitra, Sayan" userId="5f9b069e-390c-41f3-af3f-6bd4b0fb9710" providerId="ADAL" clId="{603CB73D-5ABF-4B35-AB35-B8B719F0AA85}" dt="2022-07-03T04:48:17.280" v="7157" actId="255"/>
          <ac:spMkLst>
            <pc:docMk/>
            <pc:sldMk cId="3062869920" sldId="6207"/>
            <ac:spMk id="24" creationId="{77864C7D-421A-44B0-B19F-C5E31729D40C}"/>
          </ac:spMkLst>
        </pc:spChg>
        <pc:spChg chg="mod">
          <ac:chgData name="Mitra, Sayan" userId="5f9b069e-390c-41f3-af3f-6bd4b0fb9710" providerId="ADAL" clId="{603CB73D-5ABF-4B35-AB35-B8B719F0AA85}" dt="2022-07-03T04:48:17.280" v="7157" actId="255"/>
          <ac:spMkLst>
            <pc:docMk/>
            <pc:sldMk cId="3062869920" sldId="6207"/>
            <ac:spMk id="25" creationId="{D04867DD-5AA5-4075-BCE7-DA7093326624}"/>
          </ac:spMkLst>
        </pc:spChg>
        <pc:spChg chg="mod">
          <ac:chgData name="Mitra, Sayan" userId="5f9b069e-390c-41f3-af3f-6bd4b0fb9710" providerId="ADAL" clId="{603CB73D-5ABF-4B35-AB35-B8B719F0AA85}" dt="2022-07-03T04:48:17.280" v="7157" actId="255"/>
          <ac:spMkLst>
            <pc:docMk/>
            <pc:sldMk cId="3062869920" sldId="6207"/>
            <ac:spMk id="26" creationId="{1E2E9930-FD14-419A-AD5A-034C7C177883}"/>
          </ac:spMkLst>
        </pc:spChg>
        <pc:spChg chg="mod">
          <ac:chgData name="Mitra, Sayan" userId="5f9b069e-390c-41f3-af3f-6bd4b0fb9710" providerId="ADAL" clId="{603CB73D-5ABF-4B35-AB35-B8B719F0AA85}" dt="2022-07-03T04:48:17.280" v="7157" actId="255"/>
          <ac:spMkLst>
            <pc:docMk/>
            <pc:sldMk cId="3062869920" sldId="6207"/>
            <ac:spMk id="30" creationId="{AE882736-2E62-4C3A-9BC9-F7294EA96A98}"/>
          </ac:spMkLst>
        </pc:spChg>
        <pc:spChg chg="mod">
          <ac:chgData name="Mitra, Sayan" userId="5f9b069e-390c-41f3-af3f-6bd4b0fb9710" providerId="ADAL" clId="{603CB73D-5ABF-4B35-AB35-B8B719F0AA85}" dt="2022-07-03T04:48:17.280" v="7157" actId="255"/>
          <ac:spMkLst>
            <pc:docMk/>
            <pc:sldMk cId="3062869920" sldId="6207"/>
            <ac:spMk id="31" creationId="{580C1E22-9457-4158-9850-CC6450DCC807}"/>
          </ac:spMkLst>
        </pc:spChg>
        <pc:spChg chg="mod">
          <ac:chgData name="Mitra, Sayan" userId="5f9b069e-390c-41f3-af3f-6bd4b0fb9710" providerId="ADAL" clId="{603CB73D-5ABF-4B35-AB35-B8B719F0AA85}" dt="2022-07-03T04:48:17.280" v="7157" actId="255"/>
          <ac:spMkLst>
            <pc:docMk/>
            <pc:sldMk cId="3062869920" sldId="6207"/>
            <ac:spMk id="32" creationId="{A65FAF62-28BC-4432-B7AB-836A074FE76F}"/>
          </ac:spMkLst>
        </pc:spChg>
        <pc:spChg chg="mod">
          <ac:chgData name="Mitra, Sayan" userId="5f9b069e-390c-41f3-af3f-6bd4b0fb9710" providerId="ADAL" clId="{603CB73D-5ABF-4B35-AB35-B8B719F0AA85}" dt="2022-07-03T04:48:17.280" v="7157" actId="255"/>
          <ac:spMkLst>
            <pc:docMk/>
            <pc:sldMk cId="3062869920" sldId="6207"/>
            <ac:spMk id="33" creationId="{D6556B3C-6B23-456D-8BF4-462160D16047}"/>
          </ac:spMkLst>
        </pc:spChg>
        <pc:spChg chg="mod">
          <ac:chgData name="Mitra, Sayan" userId="5f9b069e-390c-41f3-af3f-6bd4b0fb9710" providerId="ADAL" clId="{603CB73D-5ABF-4B35-AB35-B8B719F0AA85}" dt="2022-07-03T04:48:17.280" v="7157" actId="255"/>
          <ac:spMkLst>
            <pc:docMk/>
            <pc:sldMk cId="3062869920" sldId="6207"/>
            <ac:spMk id="37" creationId="{8C709344-6440-4162-9449-2278DA670C0D}"/>
          </ac:spMkLst>
        </pc:spChg>
        <pc:spChg chg="mod">
          <ac:chgData name="Mitra, Sayan" userId="5f9b069e-390c-41f3-af3f-6bd4b0fb9710" providerId="ADAL" clId="{603CB73D-5ABF-4B35-AB35-B8B719F0AA85}" dt="2022-07-03T04:48:17.280" v="7157" actId="255"/>
          <ac:spMkLst>
            <pc:docMk/>
            <pc:sldMk cId="3062869920" sldId="6207"/>
            <ac:spMk id="38" creationId="{E6C97F7A-C8C0-4323-91C1-1D410F651CE6}"/>
          </ac:spMkLst>
        </pc:spChg>
        <pc:spChg chg="mod">
          <ac:chgData name="Mitra, Sayan" userId="5f9b069e-390c-41f3-af3f-6bd4b0fb9710" providerId="ADAL" clId="{603CB73D-5ABF-4B35-AB35-B8B719F0AA85}" dt="2022-07-03T04:48:17.280" v="7157" actId="255"/>
          <ac:spMkLst>
            <pc:docMk/>
            <pc:sldMk cId="3062869920" sldId="6207"/>
            <ac:spMk id="39" creationId="{4949B381-8BFD-4B87-A52D-6FE6F6CAC698}"/>
          </ac:spMkLst>
        </pc:spChg>
        <pc:spChg chg="mod">
          <ac:chgData name="Mitra, Sayan" userId="5f9b069e-390c-41f3-af3f-6bd4b0fb9710" providerId="ADAL" clId="{603CB73D-5ABF-4B35-AB35-B8B719F0AA85}" dt="2022-07-03T04:48:17.280" v="7157" actId="255"/>
          <ac:spMkLst>
            <pc:docMk/>
            <pc:sldMk cId="3062869920" sldId="6207"/>
            <ac:spMk id="40" creationId="{5A3F3283-697B-4194-82A1-FA7BB692C2E3}"/>
          </ac:spMkLst>
        </pc:spChg>
        <pc:spChg chg="mod">
          <ac:chgData name="Mitra, Sayan" userId="5f9b069e-390c-41f3-af3f-6bd4b0fb9710" providerId="ADAL" clId="{603CB73D-5ABF-4B35-AB35-B8B719F0AA85}" dt="2022-07-03T04:47:57.226" v="7155"/>
          <ac:spMkLst>
            <pc:docMk/>
            <pc:sldMk cId="3062869920" sldId="6207"/>
            <ac:spMk id="42" creationId="{E47B109B-1D12-4927-919F-68B25D477A34}"/>
          </ac:spMkLst>
        </pc:spChg>
        <pc:spChg chg="mod">
          <ac:chgData name="Mitra, Sayan" userId="5f9b069e-390c-41f3-af3f-6bd4b0fb9710" providerId="ADAL" clId="{603CB73D-5ABF-4B35-AB35-B8B719F0AA85}" dt="2022-07-03T04:47:57.226" v="7155"/>
          <ac:spMkLst>
            <pc:docMk/>
            <pc:sldMk cId="3062869920" sldId="6207"/>
            <ac:spMk id="43" creationId="{890DA2A6-1041-46F8-B86F-C038B6337DBF}"/>
          </ac:spMkLst>
        </pc:spChg>
        <pc:spChg chg="add mod">
          <ac:chgData name="Mitra, Sayan" userId="5f9b069e-390c-41f3-af3f-6bd4b0fb9710" providerId="ADAL" clId="{603CB73D-5ABF-4B35-AB35-B8B719F0AA85}" dt="2022-07-03T12:34:55.369" v="7617" actId="1036"/>
          <ac:spMkLst>
            <pc:docMk/>
            <pc:sldMk cId="3062869920" sldId="6207"/>
            <ac:spMk id="44" creationId="{83D7892B-377B-48DF-BDA2-E24FFA9A7AEA}"/>
          </ac:spMkLst>
        </pc:spChg>
        <pc:spChg chg="add mod">
          <ac:chgData name="Mitra, Sayan" userId="5f9b069e-390c-41f3-af3f-6bd4b0fb9710" providerId="ADAL" clId="{603CB73D-5ABF-4B35-AB35-B8B719F0AA85}" dt="2022-07-03T12:34:55.369" v="7617" actId="1036"/>
          <ac:spMkLst>
            <pc:docMk/>
            <pc:sldMk cId="3062869920" sldId="6207"/>
            <ac:spMk id="45" creationId="{B7E844AF-6C0F-4F30-AD28-903FE85B2D00}"/>
          </ac:spMkLst>
        </pc:spChg>
        <pc:spChg chg="add mod">
          <ac:chgData name="Mitra, Sayan" userId="5f9b069e-390c-41f3-af3f-6bd4b0fb9710" providerId="ADAL" clId="{603CB73D-5ABF-4B35-AB35-B8B719F0AA85}" dt="2022-07-03T12:34:55.369" v="7617" actId="1036"/>
          <ac:spMkLst>
            <pc:docMk/>
            <pc:sldMk cId="3062869920" sldId="6207"/>
            <ac:spMk id="46" creationId="{149061A3-AAEB-4772-9B53-96716104B02D}"/>
          </ac:spMkLst>
        </pc:spChg>
        <pc:spChg chg="add mod">
          <ac:chgData name="Mitra, Sayan" userId="5f9b069e-390c-41f3-af3f-6bd4b0fb9710" providerId="ADAL" clId="{603CB73D-5ABF-4B35-AB35-B8B719F0AA85}" dt="2022-07-03T12:34:55.369" v="7617" actId="1036"/>
          <ac:spMkLst>
            <pc:docMk/>
            <pc:sldMk cId="3062869920" sldId="6207"/>
            <ac:spMk id="47" creationId="{C3F648A0-E8DB-4C3C-99B0-21B720B4BD31}"/>
          </ac:spMkLst>
        </pc:spChg>
        <pc:spChg chg="add mod">
          <ac:chgData name="Mitra, Sayan" userId="5f9b069e-390c-41f3-af3f-6bd4b0fb9710" providerId="ADAL" clId="{603CB73D-5ABF-4B35-AB35-B8B719F0AA85}" dt="2022-07-03T12:34:55.369" v="7617" actId="1036"/>
          <ac:spMkLst>
            <pc:docMk/>
            <pc:sldMk cId="3062869920" sldId="6207"/>
            <ac:spMk id="48" creationId="{9A35B750-3BD4-4E04-9E8B-02A96B71281F}"/>
          </ac:spMkLst>
        </pc:spChg>
        <pc:spChg chg="add mod">
          <ac:chgData name="Mitra, Sayan" userId="5f9b069e-390c-41f3-af3f-6bd4b0fb9710" providerId="ADAL" clId="{603CB73D-5ABF-4B35-AB35-B8B719F0AA85}" dt="2022-07-03T12:34:55.369" v="7617" actId="1036"/>
          <ac:spMkLst>
            <pc:docMk/>
            <pc:sldMk cId="3062869920" sldId="6207"/>
            <ac:spMk id="49" creationId="{F8997CDA-4402-4F32-A07E-1D521349EEF6}"/>
          </ac:spMkLst>
        </pc:spChg>
        <pc:spChg chg="add mod">
          <ac:chgData name="Mitra, Sayan" userId="5f9b069e-390c-41f3-af3f-6bd4b0fb9710" providerId="ADAL" clId="{603CB73D-5ABF-4B35-AB35-B8B719F0AA85}" dt="2022-07-03T12:35:01.277" v="7618" actId="14100"/>
          <ac:spMkLst>
            <pc:docMk/>
            <pc:sldMk cId="3062869920" sldId="6207"/>
            <ac:spMk id="50" creationId="{B62AAA28-DB68-4A90-B5E9-4DB646B97D9B}"/>
          </ac:spMkLst>
        </pc:spChg>
        <pc:spChg chg="add mod">
          <ac:chgData name="Mitra, Sayan" userId="5f9b069e-390c-41f3-af3f-6bd4b0fb9710" providerId="ADAL" clId="{603CB73D-5ABF-4B35-AB35-B8B719F0AA85}" dt="2022-07-03T12:34:33.254" v="7592" actId="12789"/>
          <ac:spMkLst>
            <pc:docMk/>
            <pc:sldMk cId="3062869920" sldId="6207"/>
            <ac:spMk id="51" creationId="{CD25AB8E-9195-45C6-B632-F64151E03A66}"/>
          </ac:spMkLst>
        </pc:spChg>
        <pc:spChg chg="add mod ord">
          <ac:chgData name="Mitra, Sayan" userId="5f9b069e-390c-41f3-af3f-6bd4b0fb9710" providerId="ADAL" clId="{603CB73D-5ABF-4B35-AB35-B8B719F0AA85}" dt="2022-07-03T12:34:33.254" v="7592" actId="12789"/>
          <ac:spMkLst>
            <pc:docMk/>
            <pc:sldMk cId="3062869920" sldId="6207"/>
            <ac:spMk id="52" creationId="{06DB3FB0-AC48-484E-BC60-12077E7A44A9}"/>
          </ac:spMkLst>
        </pc:spChg>
        <pc:spChg chg="add mod ord">
          <ac:chgData name="Mitra, Sayan" userId="5f9b069e-390c-41f3-af3f-6bd4b0fb9710" providerId="ADAL" clId="{603CB73D-5ABF-4B35-AB35-B8B719F0AA85}" dt="2022-07-03T12:34:33.254" v="7592" actId="12789"/>
          <ac:spMkLst>
            <pc:docMk/>
            <pc:sldMk cId="3062869920" sldId="6207"/>
            <ac:spMk id="53" creationId="{5FE924B6-9061-493A-B835-D3C3B67DA58B}"/>
          </ac:spMkLst>
        </pc:spChg>
        <pc:spChg chg="add mod ord">
          <ac:chgData name="Mitra, Sayan" userId="5f9b069e-390c-41f3-af3f-6bd4b0fb9710" providerId="ADAL" clId="{603CB73D-5ABF-4B35-AB35-B8B719F0AA85}" dt="2022-07-03T12:34:42.735" v="7593" actId="207"/>
          <ac:spMkLst>
            <pc:docMk/>
            <pc:sldMk cId="3062869920" sldId="6207"/>
            <ac:spMk id="54" creationId="{045BB629-CC3A-4CAC-92EF-7522D55DC60E}"/>
          </ac:spMkLst>
        </pc:spChg>
        <pc:spChg chg="add mod ord">
          <ac:chgData name="Mitra, Sayan" userId="5f9b069e-390c-41f3-af3f-6bd4b0fb9710" providerId="ADAL" clId="{603CB73D-5ABF-4B35-AB35-B8B719F0AA85}" dt="2022-07-03T12:37:04.221" v="7680" actId="313"/>
          <ac:spMkLst>
            <pc:docMk/>
            <pc:sldMk cId="3062869920" sldId="6207"/>
            <ac:spMk id="56" creationId="{5841F982-2FAF-4ED6-85E6-C1335569FF92}"/>
          </ac:spMkLst>
        </pc:spChg>
        <pc:grpChg chg="add mod">
          <ac:chgData name="Mitra, Sayan" userId="5f9b069e-390c-41f3-af3f-6bd4b0fb9710" providerId="ADAL" clId="{603CB73D-5ABF-4B35-AB35-B8B719F0AA85}" dt="2022-07-03T12:34:55.369" v="7617" actId="1036"/>
          <ac:grpSpMkLst>
            <pc:docMk/>
            <pc:sldMk cId="3062869920" sldId="6207"/>
            <ac:grpSpMk id="10" creationId="{B6A2D16C-F06D-4B74-BB09-B5A10FE8C7B5}"/>
          </ac:grpSpMkLst>
        </pc:grpChg>
        <pc:grpChg chg="add mod">
          <ac:chgData name="Mitra, Sayan" userId="5f9b069e-390c-41f3-af3f-6bd4b0fb9710" providerId="ADAL" clId="{603CB73D-5ABF-4B35-AB35-B8B719F0AA85}" dt="2022-07-03T12:34:55.369" v="7617" actId="1036"/>
          <ac:grpSpMkLst>
            <pc:docMk/>
            <pc:sldMk cId="3062869920" sldId="6207"/>
            <ac:grpSpMk id="13" creationId="{DDA01DD3-D99F-4A6A-B625-248291CCD7B6}"/>
          </ac:grpSpMkLst>
        </pc:grpChg>
        <pc:grpChg chg="mod">
          <ac:chgData name="Mitra, Sayan" userId="5f9b069e-390c-41f3-af3f-6bd4b0fb9710" providerId="ADAL" clId="{603CB73D-5ABF-4B35-AB35-B8B719F0AA85}" dt="2022-07-03T04:47:57.226" v="7155"/>
          <ac:grpSpMkLst>
            <pc:docMk/>
            <pc:sldMk cId="3062869920" sldId="6207"/>
            <ac:grpSpMk id="15" creationId="{2CAEA43B-5A94-48E2-859C-2FE663B946B1}"/>
          </ac:grpSpMkLst>
        </pc:grpChg>
        <pc:grpChg chg="add mod">
          <ac:chgData name="Mitra, Sayan" userId="5f9b069e-390c-41f3-af3f-6bd4b0fb9710" providerId="ADAL" clId="{603CB73D-5ABF-4B35-AB35-B8B719F0AA85}" dt="2022-07-03T12:34:55.369" v="7617" actId="1036"/>
          <ac:grpSpMkLst>
            <pc:docMk/>
            <pc:sldMk cId="3062869920" sldId="6207"/>
            <ac:grpSpMk id="20" creationId="{069CDE3C-EF61-4F35-B155-8C60C8CE2FFC}"/>
          </ac:grpSpMkLst>
        </pc:grpChg>
        <pc:grpChg chg="mod">
          <ac:chgData name="Mitra, Sayan" userId="5f9b069e-390c-41f3-af3f-6bd4b0fb9710" providerId="ADAL" clId="{603CB73D-5ABF-4B35-AB35-B8B719F0AA85}" dt="2022-07-03T04:47:57.226" v="7155"/>
          <ac:grpSpMkLst>
            <pc:docMk/>
            <pc:sldMk cId="3062869920" sldId="6207"/>
            <ac:grpSpMk id="22" creationId="{0448EB54-AEFE-4BA1-AAE0-39B33ADA6BEA}"/>
          </ac:grpSpMkLst>
        </pc:grpChg>
        <pc:grpChg chg="add mod">
          <ac:chgData name="Mitra, Sayan" userId="5f9b069e-390c-41f3-af3f-6bd4b0fb9710" providerId="ADAL" clId="{603CB73D-5ABF-4B35-AB35-B8B719F0AA85}" dt="2022-07-03T12:34:55.369" v="7617" actId="1036"/>
          <ac:grpSpMkLst>
            <pc:docMk/>
            <pc:sldMk cId="3062869920" sldId="6207"/>
            <ac:grpSpMk id="27" creationId="{EBF1C20C-33B8-465E-94BD-194A314C9432}"/>
          </ac:grpSpMkLst>
        </pc:grpChg>
        <pc:grpChg chg="mod">
          <ac:chgData name="Mitra, Sayan" userId="5f9b069e-390c-41f3-af3f-6bd4b0fb9710" providerId="ADAL" clId="{603CB73D-5ABF-4B35-AB35-B8B719F0AA85}" dt="2022-07-03T04:47:57.226" v="7155"/>
          <ac:grpSpMkLst>
            <pc:docMk/>
            <pc:sldMk cId="3062869920" sldId="6207"/>
            <ac:grpSpMk id="29" creationId="{C638BD1D-346B-4DB4-BB4D-B5EA2B514D43}"/>
          </ac:grpSpMkLst>
        </pc:grpChg>
        <pc:grpChg chg="add mod">
          <ac:chgData name="Mitra, Sayan" userId="5f9b069e-390c-41f3-af3f-6bd4b0fb9710" providerId="ADAL" clId="{603CB73D-5ABF-4B35-AB35-B8B719F0AA85}" dt="2022-07-03T12:34:55.369" v="7617" actId="1036"/>
          <ac:grpSpMkLst>
            <pc:docMk/>
            <pc:sldMk cId="3062869920" sldId="6207"/>
            <ac:grpSpMk id="34" creationId="{C452A9BF-B3AB-4245-8D07-9949C31103C3}"/>
          </ac:grpSpMkLst>
        </pc:grpChg>
        <pc:grpChg chg="mod">
          <ac:chgData name="Mitra, Sayan" userId="5f9b069e-390c-41f3-af3f-6bd4b0fb9710" providerId="ADAL" clId="{603CB73D-5ABF-4B35-AB35-B8B719F0AA85}" dt="2022-07-03T04:47:57.226" v="7155"/>
          <ac:grpSpMkLst>
            <pc:docMk/>
            <pc:sldMk cId="3062869920" sldId="6207"/>
            <ac:grpSpMk id="36" creationId="{3B6F4D2A-1653-40C3-BC28-B96A94F83510}"/>
          </ac:grpSpMkLst>
        </pc:grpChg>
        <pc:grpChg chg="add mod">
          <ac:chgData name="Mitra, Sayan" userId="5f9b069e-390c-41f3-af3f-6bd4b0fb9710" providerId="ADAL" clId="{603CB73D-5ABF-4B35-AB35-B8B719F0AA85}" dt="2022-07-03T12:34:55.369" v="7617" actId="1036"/>
          <ac:grpSpMkLst>
            <pc:docMk/>
            <pc:sldMk cId="3062869920" sldId="6207"/>
            <ac:grpSpMk id="41" creationId="{43EDDEF9-A781-42D2-8052-82561CC00655}"/>
          </ac:grpSpMkLst>
        </pc:grpChg>
        <pc:grpChg chg="add mod">
          <ac:chgData name="Mitra, Sayan" userId="5f9b069e-390c-41f3-af3f-6bd4b0fb9710" providerId="ADAL" clId="{603CB73D-5ABF-4B35-AB35-B8B719F0AA85}" dt="2022-07-03T12:35:14.013" v="7620" actId="1076"/>
          <ac:grpSpMkLst>
            <pc:docMk/>
            <pc:sldMk cId="3062869920" sldId="6207"/>
            <ac:grpSpMk id="55" creationId="{D266BA09-9F12-406B-9676-5C9F98EE30CF}"/>
          </ac:grpSpMkLst>
        </pc:grpChg>
        <pc:cxnChg chg="mod">
          <ac:chgData name="Mitra, Sayan" userId="5f9b069e-390c-41f3-af3f-6bd4b0fb9710" providerId="ADAL" clId="{603CB73D-5ABF-4B35-AB35-B8B719F0AA85}" dt="2022-07-03T04:47:57.226" v="7155"/>
          <ac:cxnSpMkLst>
            <pc:docMk/>
            <pc:sldMk cId="3062869920" sldId="6207"/>
            <ac:cxnSpMk id="14" creationId="{051ED6DD-58EA-4116-A626-372A311BA209}"/>
          </ac:cxnSpMkLst>
        </pc:cxnChg>
        <pc:cxnChg chg="mod">
          <ac:chgData name="Mitra, Sayan" userId="5f9b069e-390c-41f3-af3f-6bd4b0fb9710" providerId="ADAL" clId="{603CB73D-5ABF-4B35-AB35-B8B719F0AA85}" dt="2022-07-03T04:47:57.226" v="7155"/>
          <ac:cxnSpMkLst>
            <pc:docMk/>
            <pc:sldMk cId="3062869920" sldId="6207"/>
            <ac:cxnSpMk id="21" creationId="{99EBD054-AF5B-426A-B8CD-971289C7DD5E}"/>
          </ac:cxnSpMkLst>
        </pc:cxnChg>
        <pc:cxnChg chg="mod">
          <ac:chgData name="Mitra, Sayan" userId="5f9b069e-390c-41f3-af3f-6bd4b0fb9710" providerId="ADAL" clId="{603CB73D-5ABF-4B35-AB35-B8B719F0AA85}" dt="2022-07-03T04:47:57.226" v="7155"/>
          <ac:cxnSpMkLst>
            <pc:docMk/>
            <pc:sldMk cId="3062869920" sldId="6207"/>
            <ac:cxnSpMk id="28" creationId="{876D7CDF-C796-452E-B9DF-50803A56A4DD}"/>
          </ac:cxnSpMkLst>
        </pc:cxnChg>
        <pc:cxnChg chg="mod">
          <ac:chgData name="Mitra, Sayan" userId="5f9b069e-390c-41f3-af3f-6bd4b0fb9710" providerId="ADAL" clId="{603CB73D-5ABF-4B35-AB35-B8B719F0AA85}" dt="2022-07-03T04:47:57.226" v="7155"/>
          <ac:cxnSpMkLst>
            <pc:docMk/>
            <pc:sldMk cId="3062869920" sldId="6207"/>
            <ac:cxnSpMk id="35" creationId="{7A1BF79F-ED79-4400-8C10-79187990C4B8}"/>
          </ac:cxnSpMkLst>
        </pc:cxnChg>
      </pc:sldChg>
      <pc:sldChg chg="new del">
        <pc:chgData name="Mitra, Sayan" userId="5f9b069e-390c-41f3-af3f-6bd4b0fb9710" providerId="ADAL" clId="{603CB73D-5ABF-4B35-AB35-B8B719F0AA85}" dt="2022-07-03T04:47:31.160" v="7150" actId="680"/>
        <pc:sldMkLst>
          <pc:docMk/>
          <pc:sldMk cId="3727418863" sldId="6207"/>
        </pc:sldMkLst>
      </pc:sldChg>
      <pc:sldChg chg="new del">
        <pc:chgData name="Mitra, Sayan" userId="5f9b069e-390c-41f3-af3f-6bd4b0fb9710" providerId="ADAL" clId="{603CB73D-5ABF-4B35-AB35-B8B719F0AA85}" dt="2022-07-03T01:33:37.800" v="5714" actId="47"/>
        <pc:sldMkLst>
          <pc:docMk/>
          <pc:sldMk cId="3861554636" sldId="6207"/>
        </pc:sldMkLst>
      </pc:sldChg>
      <pc:sldChg chg="modSp new del mod">
        <pc:chgData name="Mitra, Sayan" userId="5f9b069e-390c-41f3-af3f-6bd4b0fb9710" providerId="ADAL" clId="{603CB73D-5ABF-4B35-AB35-B8B719F0AA85}" dt="2022-07-03T05:02:09.308" v="7229" actId="47"/>
        <pc:sldMkLst>
          <pc:docMk/>
          <pc:sldMk cId="560852564" sldId="6208"/>
        </pc:sldMkLst>
        <pc:spChg chg="mod">
          <ac:chgData name="Mitra, Sayan" userId="5f9b069e-390c-41f3-af3f-6bd4b0fb9710" providerId="ADAL" clId="{603CB73D-5ABF-4B35-AB35-B8B719F0AA85}" dt="2022-07-03T05:02:05.933" v="7228"/>
          <ac:spMkLst>
            <pc:docMk/>
            <pc:sldMk cId="560852564" sldId="6208"/>
            <ac:spMk id="2" creationId="{C88EFA42-7D45-4A7E-8DDB-D6DF422649AF}"/>
          </ac:spMkLst>
        </pc:spChg>
      </pc:sldChg>
      <pc:sldChg chg="modSp new mod">
        <pc:chgData name="Mitra, Sayan" userId="5f9b069e-390c-41f3-af3f-6bd4b0fb9710" providerId="ADAL" clId="{603CB73D-5ABF-4B35-AB35-B8B719F0AA85}" dt="2022-07-03T05:05:26.185" v="7245" actId="20577"/>
        <pc:sldMkLst>
          <pc:docMk/>
          <pc:sldMk cId="685797491" sldId="6208"/>
        </pc:sldMkLst>
        <pc:spChg chg="mod">
          <ac:chgData name="Mitra, Sayan" userId="5f9b069e-390c-41f3-af3f-6bd4b0fb9710" providerId="ADAL" clId="{603CB73D-5ABF-4B35-AB35-B8B719F0AA85}" dt="2022-07-03T05:05:26.185" v="7245" actId="20577"/>
          <ac:spMkLst>
            <pc:docMk/>
            <pc:sldMk cId="685797491" sldId="6208"/>
            <ac:spMk id="2" creationId="{3128022E-12EB-4DDB-A910-36E721AC85CB}"/>
          </ac:spMkLst>
        </pc:spChg>
      </pc:sldChg>
      <pc:sldChg chg="new del">
        <pc:chgData name="Mitra, Sayan" userId="5f9b069e-390c-41f3-af3f-6bd4b0fb9710" providerId="ADAL" clId="{603CB73D-5ABF-4B35-AB35-B8B719F0AA85}" dt="2022-07-03T05:01:21.080" v="7220" actId="680"/>
        <pc:sldMkLst>
          <pc:docMk/>
          <pc:sldMk cId="765328256" sldId="6208"/>
        </pc:sldMkLst>
      </pc:sldChg>
      <pc:sldChg chg="new del">
        <pc:chgData name="Mitra, Sayan" userId="5f9b069e-390c-41f3-af3f-6bd4b0fb9710" providerId="ADAL" clId="{603CB73D-5ABF-4B35-AB35-B8B719F0AA85}" dt="2022-07-03T05:01:29.570" v="7222" actId="680"/>
        <pc:sldMkLst>
          <pc:docMk/>
          <pc:sldMk cId="1640591671" sldId="6208"/>
        </pc:sldMkLst>
      </pc:sldChg>
      <pc:sldChg chg="add">
        <pc:chgData name="Mitra, Sayan" userId="5f9b069e-390c-41f3-af3f-6bd4b0fb9710" providerId="ADAL" clId="{603CB73D-5ABF-4B35-AB35-B8B719F0AA85}" dt="2022-07-03T08:47:50.267" v="7429"/>
        <pc:sldMkLst>
          <pc:docMk/>
          <pc:sldMk cId="487348583" sldId="6209"/>
        </pc:sldMkLst>
      </pc:sldChg>
      <pc:sldChg chg="addSp delSp modSp add mod">
        <pc:chgData name="Mitra, Sayan" userId="5f9b069e-390c-41f3-af3f-6bd4b0fb9710" providerId="ADAL" clId="{603CB73D-5ABF-4B35-AB35-B8B719F0AA85}" dt="2022-07-03T14:07:29.679" v="9028" actId="11530"/>
        <pc:sldMkLst>
          <pc:docMk/>
          <pc:sldMk cId="2620428455" sldId="6210"/>
        </pc:sldMkLst>
        <pc:spChg chg="mod">
          <ac:chgData name="Mitra, Sayan" userId="5f9b069e-390c-41f3-af3f-6bd4b0fb9710" providerId="ADAL" clId="{603CB73D-5ABF-4B35-AB35-B8B719F0AA85}" dt="2022-07-03T13:05:41.612" v="7756" actId="2085"/>
          <ac:spMkLst>
            <pc:docMk/>
            <pc:sldMk cId="2620428455" sldId="6210"/>
            <ac:spMk id="50" creationId="{B62AAA28-DB68-4A90-B5E9-4DB646B97D9B}"/>
          </ac:spMkLst>
        </pc:spChg>
        <pc:spChg chg="mod">
          <ac:chgData name="Mitra, Sayan" userId="5f9b069e-390c-41f3-af3f-6bd4b0fb9710" providerId="ADAL" clId="{603CB73D-5ABF-4B35-AB35-B8B719F0AA85}" dt="2022-07-03T14:06:52.872" v="9006" actId="1037"/>
          <ac:spMkLst>
            <pc:docMk/>
            <pc:sldMk cId="2620428455" sldId="6210"/>
            <ac:spMk id="51" creationId="{CD25AB8E-9195-45C6-B632-F64151E03A66}"/>
          </ac:spMkLst>
        </pc:spChg>
        <pc:spChg chg="mod">
          <ac:chgData name="Mitra, Sayan" userId="5f9b069e-390c-41f3-af3f-6bd4b0fb9710" providerId="ADAL" clId="{603CB73D-5ABF-4B35-AB35-B8B719F0AA85}" dt="2022-07-03T14:06:52.872" v="9006" actId="1037"/>
          <ac:spMkLst>
            <pc:docMk/>
            <pc:sldMk cId="2620428455" sldId="6210"/>
            <ac:spMk id="52" creationId="{06DB3FB0-AC48-484E-BC60-12077E7A44A9}"/>
          </ac:spMkLst>
        </pc:spChg>
        <pc:spChg chg="mod">
          <ac:chgData name="Mitra, Sayan" userId="5f9b069e-390c-41f3-af3f-6bd4b0fb9710" providerId="ADAL" clId="{603CB73D-5ABF-4B35-AB35-B8B719F0AA85}" dt="2022-07-03T14:06:52.872" v="9006" actId="1037"/>
          <ac:spMkLst>
            <pc:docMk/>
            <pc:sldMk cId="2620428455" sldId="6210"/>
            <ac:spMk id="53" creationId="{5FE924B6-9061-493A-B835-D3C3B67DA58B}"/>
          </ac:spMkLst>
        </pc:spChg>
        <pc:spChg chg="mod">
          <ac:chgData name="Mitra, Sayan" userId="5f9b069e-390c-41f3-af3f-6bd4b0fb9710" providerId="ADAL" clId="{603CB73D-5ABF-4B35-AB35-B8B719F0AA85}" dt="2022-07-03T14:06:52.872" v="9006" actId="1037"/>
          <ac:spMkLst>
            <pc:docMk/>
            <pc:sldMk cId="2620428455" sldId="6210"/>
            <ac:spMk id="54" creationId="{045BB629-CC3A-4CAC-92EF-7522D55DC60E}"/>
          </ac:spMkLst>
        </pc:spChg>
        <pc:spChg chg="mod">
          <ac:chgData name="Mitra, Sayan" userId="5f9b069e-390c-41f3-af3f-6bd4b0fb9710" providerId="ADAL" clId="{603CB73D-5ABF-4B35-AB35-B8B719F0AA85}" dt="2022-07-03T14:06:38.280" v="8973"/>
          <ac:spMkLst>
            <pc:docMk/>
            <pc:sldMk cId="2620428455" sldId="6210"/>
            <ac:spMk id="56" creationId="{5841F982-2FAF-4ED6-85E6-C1335569FF92}"/>
          </ac:spMkLst>
        </pc:spChg>
        <pc:spChg chg="add del">
          <ac:chgData name="Mitra, Sayan" userId="5f9b069e-390c-41f3-af3f-6bd4b0fb9710" providerId="ADAL" clId="{603CB73D-5ABF-4B35-AB35-B8B719F0AA85}" dt="2022-07-03T12:37:58.264" v="7688" actId="22"/>
          <ac:spMkLst>
            <pc:docMk/>
            <pc:sldMk cId="2620428455" sldId="6210"/>
            <ac:spMk id="58" creationId="{F13B6BD1-E2B1-4E5C-88D0-B0FF8EADCAC9}"/>
          </ac:spMkLst>
        </pc:spChg>
        <pc:spChg chg="add del">
          <ac:chgData name="Mitra, Sayan" userId="5f9b069e-390c-41f3-af3f-6bd4b0fb9710" providerId="ADAL" clId="{603CB73D-5ABF-4B35-AB35-B8B719F0AA85}" dt="2022-07-03T12:38:03.897" v="7690" actId="22"/>
          <ac:spMkLst>
            <pc:docMk/>
            <pc:sldMk cId="2620428455" sldId="6210"/>
            <ac:spMk id="60" creationId="{C2288185-6900-4F9C-9B8C-0584CA06E517}"/>
          </ac:spMkLst>
        </pc:spChg>
        <pc:spChg chg="add del">
          <ac:chgData name="Mitra, Sayan" userId="5f9b069e-390c-41f3-af3f-6bd4b0fb9710" providerId="ADAL" clId="{603CB73D-5ABF-4B35-AB35-B8B719F0AA85}" dt="2022-07-03T12:38:19.466" v="7695" actId="22"/>
          <ac:spMkLst>
            <pc:docMk/>
            <pc:sldMk cId="2620428455" sldId="6210"/>
            <ac:spMk id="62" creationId="{D6E59CC8-B026-4519-9C56-EA73F6594370}"/>
          </ac:spMkLst>
        </pc:spChg>
        <pc:spChg chg="add del">
          <ac:chgData name="Mitra, Sayan" userId="5f9b069e-390c-41f3-af3f-6bd4b0fb9710" providerId="ADAL" clId="{603CB73D-5ABF-4B35-AB35-B8B719F0AA85}" dt="2022-07-03T12:38:24.293" v="7697" actId="22"/>
          <ac:spMkLst>
            <pc:docMk/>
            <pc:sldMk cId="2620428455" sldId="6210"/>
            <ac:spMk id="64" creationId="{C812E235-0EB0-4D1E-A76C-CA65FA6912A1}"/>
          </ac:spMkLst>
        </pc:spChg>
        <pc:spChg chg="add del">
          <ac:chgData name="Mitra, Sayan" userId="5f9b069e-390c-41f3-af3f-6bd4b0fb9710" providerId="ADAL" clId="{603CB73D-5ABF-4B35-AB35-B8B719F0AA85}" dt="2022-07-03T12:38:30.405" v="7699" actId="22"/>
          <ac:spMkLst>
            <pc:docMk/>
            <pc:sldMk cId="2620428455" sldId="6210"/>
            <ac:spMk id="66" creationId="{531F7B79-5334-4A12-9486-907801D1DCA5}"/>
          </ac:spMkLst>
        </pc:spChg>
        <pc:spChg chg="add mod">
          <ac:chgData name="Mitra, Sayan" userId="5f9b069e-390c-41f3-af3f-6bd4b0fb9710" providerId="ADAL" clId="{603CB73D-5ABF-4B35-AB35-B8B719F0AA85}" dt="2022-07-03T14:07:29.679" v="9028" actId="11530"/>
          <ac:spMkLst>
            <pc:docMk/>
            <pc:sldMk cId="2620428455" sldId="6210"/>
            <ac:spMk id="67" creationId="{B3178474-8283-48DB-8BCD-691D361DB5A0}"/>
          </ac:spMkLst>
        </pc:spChg>
        <pc:grpChg chg="mod">
          <ac:chgData name="Mitra, Sayan" userId="5f9b069e-390c-41f3-af3f-6bd4b0fb9710" providerId="ADAL" clId="{603CB73D-5ABF-4B35-AB35-B8B719F0AA85}" dt="2022-07-03T13:08:06.582" v="7791" actId="1037"/>
          <ac:grpSpMkLst>
            <pc:docMk/>
            <pc:sldMk cId="2620428455" sldId="6210"/>
            <ac:grpSpMk id="55" creationId="{D266BA09-9F12-406B-9676-5C9F98EE30CF}"/>
          </ac:grpSpMkLst>
        </pc:grpChg>
      </pc:sldChg>
      <pc:sldChg chg="addSp delSp modSp add mod ord modClrScheme chgLayout">
        <pc:chgData name="Mitra, Sayan" userId="5f9b069e-390c-41f3-af3f-6bd4b0fb9710" providerId="ADAL" clId="{603CB73D-5ABF-4B35-AB35-B8B719F0AA85}" dt="2022-07-04T17:28:57.744" v="14609" actId="692"/>
        <pc:sldMkLst>
          <pc:docMk/>
          <pc:sldMk cId="551029900" sldId="6211"/>
        </pc:sldMkLst>
        <pc:spChg chg="del">
          <ac:chgData name="Mitra, Sayan" userId="5f9b069e-390c-41f3-af3f-6bd4b0fb9710" providerId="ADAL" clId="{603CB73D-5ABF-4B35-AB35-B8B719F0AA85}" dt="2022-07-03T13:29:02.888" v="8417" actId="478"/>
          <ac:spMkLst>
            <pc:docMk/>
            <pc:sldMk cId="551029900" sldId="6211"/>
            <ac:spMk id="2" creationId="{00000000-0000-0000-0000-000000000000}"/>
          </ac:spMkLst>
        </pc:spChg>
        <pc:spChg chg="mod">
          <ac:chgData name="Mitra, Sayan" userId="5f9b069e-390c-41f3-af3f-6bd4b0fb9710" providerId="ADAL" clId="{603CB73D-5ABF-4B35-AB35-B8B719F0AA85}" dt="2022-07-04T12:03:54.465" v="14264" actId="14100"/>
          <ac:spMkLst>
            <pc:docMk/>
            <pc:sldMk cId="551029900" sldId="6211"/>
            <ac:spMk id="3" creationId="{30688C3C-B5CE-40DD-BE6A-3148EAA334DB}"/>
          </ac:spMkLst>
        </pc:spChg>
        <pc:spChg chg="del">
          <ac:chgData name="Mitra, Sayan" userId="5f9b069e-390c-41f3-af3f-6bd4b0fb9710" providerId="ADAL" clId="{603CB73D-5ABF-4B35-AB35-B8B719F0AA85}" dt="2022-07-03T13:12:08.591" v="7863" actId="478"/>
          <ac:spMkLst>
            <pc:docMk/>
            <pc:sldMk cId="551029900" sldId="6211"/>
            <ac:spMk id="8" creationId="{0D2F0007-E5B9-4B93-B9F5-5E16CD39B5B7}"/>
          </ac:spMkLst>
        </pc:spChg>
        <pc:spChg chg="del">
          <ac:chgData name="Mitra, Sayan" userId="5f9b069e-390c-41f3-af3f-6bd4b0fb9710" providerId="ADAL" clId="{603CB73D-5ABF-4B35-AB35-B8B719F0AA85}" dt="2022-07-03T13:09:15.030" v="7795" actId="478"/>
          <ac:spMkLst>
            <pc:docMk/>
            <pc:sldMk cId="551029900" sldId="6211"/>
            <ac:spMk id="11" creationId="{00762CBF-892A-402B-BA0E-F7255CE4A24E}"/>
          </ac:spMkLst>
        </pc:spChg>
        <pc:spChg chg="add mod ord">
          <ac:chgData name="Mitra, Sayan" userId="5f9b069e-390c-41f3-af3f-6bd4b0fb9710" providerId="ADAL" clId="{603CB73D-5ABF-4B35-AB35-B8B719F0AA85}" dt="2022-07-03T13:29:24.301" v="8419"/>
          <ac:spMkLst>
            <pc:docMk/>
            <pc:sldMk cId="551029900" sldId="6211"/>
            <ac:spMk id="22" creationId="{57726576-B782-4B0D-B009-C52A4AE82A82}"/>
          </ac:spMkLst>
        </pc:spChg>
        <pc:spChg chg="add del mod">
          <ac:chgData name="Mitra, Sayan" userId="5f9b069e-390c-41f3-af3f-6bd4b0fb9710" providerId="ADAL" clId="{603CB73D-5ABF-4B35-AB35-B8B719F0AA85}" dt="2022-07-03T13:34:06.843" v="8502" actId="478"/>
          <ac:spMkLst>
            <pc:docMk/>
            <pc:sldMk cId="551029900" sldId="6211"/>
            <ac:spMk id="28" creationId="{D53BE657-5F38-4DCC-835E-170563217AC2}"/>
          </ac:spMkLst>
        </pc:spChg>
        <pc:spChg chg="mod topLvl">
          <ac:chgData name="Mitra, Sayan" userId="5f9b069e-390c-41f3-af3f-6bd4b0fb9710" providerId="ADAL" clId="{603CB73D-5ABF-4B35-AB35-B8B719F0AA85}" dt="2022-07-03T13:25:17.875" v="8373" actId="164"/>
          <ac:spMkLst>
            <pc:docMk/>
            <pc:sldMk cId="551029900" sldId="6211"/>
            <ac:spMk id="30" creationId="{FEF14E0B-0D88-4BF0-A705-2F4DDACE31DC}"/>
          </ac:spMkLst>
        </pc:spChg>
        <pc:spChg chg="add mod ord">
          <ac:chgData name="Mitra, Sayan" userId="5f9b069e-390c-41f3-af3f-6bd4b0fb9710" providerId="ADAL" clId="{603CB73D-5ABF-4B35-AB35-B8B719F0AA85}" dt="2022-07-03T13:49:41.720" v="8888" actId="207"/>
          <ac:spMkLst>
            <pc:docMk/>
            <pc:sldMk cId="551029900" sldId="6211"/>
            <ac:spMk id="38" creationId="{315A52BA-C83C-458F-9AE2-46A29025C769}"/>
          </ac:spMkLst>
        </pc:spChg>
        <pc:spChg chg="mod">
          <ac:chgData name="Mitra, Sayan" userId="5f9b069e-390c-41f3-af3f-6bd4b0fb9710" providerId="ADAL" clId="{603CB73D-5ABF-4B35-AB35-B8B719F0AA85}" dt="2022-07-03T13:21:30.991" v="8186" actId="1038"/>
          <ac:spMkLst>
            <pc:docMk/>
            <pc:sldMk cId="551029900" sldId="6211"/>
            <ac:spMk id="48" creationId="{00000000-0000-0000-0000-000000000000}"/>
          </ac:spMkLst>
        </pc:spChg>
        <pc:spChg chg="mod">
          <ac:chgData name="Mitra, Sayan" userId="5f9b069e-390c-41f3-af3f-6bd4b0fb9710" providerId="ADAL" clId="{603CB73D-5ABF-4B35-AB35-B8B719F0AA85}" dt="2022-07-04T05:37:39.048" v="12557" actId="207"/>
          <ac:spMkLst>
            <pc:docMk/>
            <pc:sldMk cId="551029900" sldId="6211"/>
            <ac:spMk id="50" creationId="{00000000-0000-0000-0000-000000000000}"/>
          </ac:spMkLst>
        </pc:spChg>
        <pc:spChg chg="del mod">
          <ac:chgData name="Mitra, Sayan" userId="5f9b069e-390c-41f3-af3f-6bd4b0fb9710" providerId="ADAL" clId="{603CB73D-5ABF-4B35-AB35-B8B719F0AA85}" dt="2022-07-03T13:26:57.057" v="8404" actId="478"/>
          <ac:spMkLst>
            <pc:docMk/>
            <pc:sldMk cId="551029900" sldId="6211"/>
            <ac:spMk id="63" creationId="{C1663F23-E644-4C09-AC17-ACFE93CCAD00}"/>
          </ac:spMkLst>
        </pc:spChg>
        <pc:spChg chg="del">
          <ac:chgData name="Mitra, Sayan" userId="5f9b069e-390c-41f3-af3f-6bd4b0fb9710" providerId="ADAL" clId="{603CB73D-5ABF-4B35-AB35-B8B719F0AA85}" dt="2022-07-03T13:10:38.665" v="7811" actId="478"/>
          <ac:spMkLst>
            <pc:docMk/>
            <pc:sldMk cId="551029900" sldId="6211"/>
            <ac:spMk id="67" creationId="{8D8F6903-AF4D-47AE-BB1D-645253284DE6}"/>
          </ac:spMkLst>
        </pc:spChg>
        <pc:spChg chg="del">
          <ac:chgData name="Mitra, Sayan" userId="5f9b069e-390c-41f3-af3f-6bd4b0fb9710" providerId="ADAL" clId="{603CB73D-5ABF-4B35-AB35-B8B719F0AA85}" dt="2022-07-03T13:10:12.247" v="7806" actId="478"/>
          <ac:spMkLst>
            <pc:docMk/>
            <pc:sldMk cId="551029900" sldId="6211"/>
            <ac:spMk id="72" creationId="{C58929DC-7EBE-405C-872C-131A0ACDC07C}"/>
          </ac:spMkLst>
        </pc:spChg>
        <pc:spChg chg="mod">
          <ac:chgData name="Mitra, Sayan" userId="5f9b069e-390c-41f3-af3f-6bd4b0fb9710" providerId="ADAL" clId="{603CB73D-5ABF-4B35-AB35-B8B719F0AA85}" dt="2022-07-03T13:32:56.936" v="8473" actId="1035"/>
          <ac:spMkLst>
            <pc:docMk/>
            <pc:sldMk cId="551029900" sldId="6211"/>
            <ac:spMk id="77" creationId="{B562151E-6DE2-42FB-840E-B8157A09CFCC}"/>
          </ac:spMkLst>
        </pc:spChg>
        <pc:spChg chg="mod">
          <ac:chgData name="Mitra, Sayan" userId="5f9b069e-390c-41f3-af3f-6bd4b0fb9710" providerId="ADAL" clId="{603CB73D-5ABF-4B35-AB35-B8B719F0AA85}" dt="2022-07-03T13:21:30.991" v="8186" actId="1038"/>
          <ac:spMkLst>
            <pc:docMk/>
            <pc:sldMk cId="551029900" sldId="6211"/>
            <ac:spMk id="78" creationId="{C9AF741A-5744-4008-8CE3-85CDCCD762B2}"/>
          </ac:spMkLst>
        </pc:spChg>
        <pc:spChg chg="mod">
          <ac:chgData name="Mitra, Sayan" userId="5f9b069e-390c-41f3-af3f-6bd4b0fb9710" providerId="ADAL" clId="{603CB73D-5ABF-4B35-AB35-B8B719F0AA85}" dt="2022-07-03T13:21:30.991" v="8186" actId="1038"/>
          <ac:spMkLst>
            <pc:docMk/>
            <pc:sldMk cId="551029900" sldId="6211"/>
            <ac:spMk id="79" creationId="{00FA3924-AA1F-4F7D-A463-6C5725D38BB8}"/>
          </ac:spMkLst>
        </pc:spChg>
        <pc:spChg chg="mod">
          <ac:chgData name="Mitra, Sayan" userId="5f9b069e-390c-41f3-af3f-6bd4b0fb9710" providerId="ADAL" clId="{603CB73D-5ABF-4B35-AB35-B8B719F0AA85}" dt="2022-07-03T13:21:30.991" v="8186" actId="1038"/>
          <ac:spMkLst>
            <pc:docMk/>
            <pc:sldMk cId="551029900" sldId="6211"/>
            <ac:spMk id="80" creationId="{AC402AE0-F09C-403D-A457-D51BA9DD87D9}"/>
          </ac:spMkLst>
        </pc:spChg>
        <pc:spChg chg="mod">
          <ac:chgData name="Mitra, Sayan" userId="5f9b069e-390c-41f3-af3f-6bd4b0fb9710" providerId="ADAL" clId="{603CB73D-5ABF-4B35-AB35-B8B719F0AA85}" dt="2022-07-03T13:21:30.991" v="8186" actId="1038"/>
          <ac:spMkLst>
            <pc:docMk/>
            <pc:sldMk cId="551029900" sldId="6211"/>
            <ac:spMk id="81" creationId="{895EDD79-6AC9-4AB2-A2DA-2190504C92CD}"/>
          </ac:spMkLst>
        </pc:spChg>
        <pc:spChg chg="del">
          <ac:chgData name="Mitra, Sayan" userId="5f9b069e-390c-41f3-af3f-6bd4b0fb9710" providerId="ADAL" clId="{603CB73D-5ABF-4B35-AB35-B8B719F0AA85}" dt="2022-07-03T13:09:36.524" v="7798" actId="478"/>
          <ac:spMkLst>
            <pc:docMk/>
            <pc:sldMk cId="551029900" sldId="6211"/>
            <ac:spMk id="83" creationId="{7D47A29E-894D-4B32-B2B0-D9E85E24DC1B}"/>
          </ac:spMkLst>
        </pc:spChg>
        <pc:spChg chg="mod">
          <ac:chgData name="Mitra, Sayan" userId="5f9b069e-390c-41f3-af3f-6bd4b0fb9710" providerId="ADAL" clId="{603CB73D-5ABF-4B35-AB35-B8B719F0AA85}" dt="2022-07-04T06:00:36.643" v="12762" actId="1037"/>
          <ac:spMkLst>
            <pc:docMk/>
            <pc:sldMk cId="551029900" sldId="6211"/>
            <ac:spMk id="83" creationId="{E4C5D76B-D6FB-45F1-84D0-287ACE05672E}"/>
          </ac:spMkLst>
        </pc:spChg>
        <pc:spChg chg="del mod">
          <ac:chgData name="Mitra, Sayan" userId="5f9b069e-390c-41f3-af3f-6bd4b0fb9710" providerId="ADAL" clId="{603CB73D-5ABF-4B35-AB35-B8B719F0AA85}" dt="2022-07-04T05:37:29.784" v="12556" actId="478"/>
          <ac:spMkLst>
            <pc:docMk/>
            <pc:sldMk cId="551029900" sldId="6211"/>
            <ac:spMk id="84" creationId="{0B4B336F-BECE-4682-A26F-FF29046F9B53}"/>
          </ac:spMkLst>
        </pc:spChg>
        <pc:spChg chg="mod topLvl">
          <ac:chgData name="Mitra, Sayan" userId="5f9b069e-390c-41f3-af3f-6bd4b0fb9710" providerId="ADAL" clId="{603CB73D-5ABF-4B35-AB35-B8B719F0AA85}" dt="2022-07-04T06:02:47.840" v="12861" actId="12789"/>
          <ac:spMkLst>
            <pc:docMk/>
            <pc:sldMk cId="551029900" sldId="6211"/>
            <ac:spMk id="85" creationId="{F1AA0215-3406-4101-B674-032873502D65}"/>
          </ac:spMkLst>
        </pc:spChg>
        <pc:spChg chg="mod topLvl">
          <ac:chgData name="Mitra, Sayan" userId="5f9b069e-390c-41f3-af3f-6bd4b0fb9710" providerId="ADAL" clId="{603CB73D-5ABF-4B35-AB35-B8B719F0AA85}" dt="2022-07-04T17:24:56.016" v="14547" actId="1037"/>
          <ac:spMkLst>
            <pc:docMk/>
            <pc:sldMk cId="551029900" sldId="6211"/>
            <ac:spMk id="86" creationId="{4E17EB8B-DE07-46BF-AE5A-32EF68EFB803}"/>
          </ac:spMkLst>
        </pc:spChg>
        <pc:spChg chg="mod topLvl">
          <ac:chgData name="Mitra, Sayan" userId="5f9b069e-390c-41f3-af3f-6bd4b0fb9710" providerId="ADAL" clId="{603CB73D-5ABF-4B35-AB35-B8B719F0AA85}" dt="2022-07-03T13:24:41.100" v="8365" actId="164"/>
          <ac:spMkLst>
            <pc:docMk/>
            <pc:sldMk cId="551029900" sldId="6211"/>
            <ac:spMk id="87" creationId="{3E61B018-F99C-448C-8BED-A9E236CB9C3B}"/>
          </ac:spMkLst>
        </pc:spChg>
        <pc:spChg chg="mod topLvl">
          <ac:chgData name="Mitra, Sayan" userId="5f9b069e-390c-41f3-af3f-6bd4b0fb9710" providerId="ADAL" clId="{603CB73D-5ABF-4B35-AB35-B8B719F0AA85}" dt="2022-07-03T13:25:17.875" v="8373" actId="164"/>
          <ac:spMkLst>
            <pc:docMk/>
            <pc:sldMk cId="551029900" sldId="6211"/>
            <ac:spMk id="88" creationId="{18CEA230-1D97-4699-9F67-6682BE3E92C7}"/>
          </ac:spMkLst>
        </pc:spChg>
        <pc:spChg chg="mod">
          <ac:chgData name="Mitra, Sayan" userId="5f9b069e-390c-41f3-af3f-6bd4b0fb9710" providerId="ADAL" clId="{603CB73D-5ABF-4B35-AB35-B8B719F0AA85}" dt="2022-07-04T05:37:41.597" v="12558" actId="207"/>
          <ac:spMkLst>
            <pc:docMk/>
            <pc:sldMk cId="551029900" sldId="6211"/>
            <ac:spMk id="89" creationId="{EBA0E097-5FA7-4DD7-806A-FAD04CD71B11}"/>
          </ac:spMkLst>
        </pc:spChg>
        <pc:spChg chg="mod">
          <ac:chgData name="Mitra, Sayan" userId="5f9b069e-390c-41f3-af3f-6bd4b0fb9710" providerId="ADAL" clId="{603CB73D-5ABF-4B35-AB35-B8B719F0AA85}" dt="2022-07-04T05:57:16.127" v="12753"/>
          <ac:spMkLst>
            <pc:docMk/>
            <pc:sldMk cId="551029900" sldId="6211"/>
            <ac:spMk id="90" creationId="{1F9DED80-EDC6-4F7C-B5DB-93EE063A3506}"/>
          </ac:spMkLst>
        </pc:spChg>
        <pc:spChg chg="mod">
          <ac:chgData name="Mitra, Sayan" userId="5f9b069e-390c-41f3-af3f-6bd4b0fb9710" providerId="ADAL" clId="{603CB73D-5ABF-4B35-AB35-B8B719F0AA85}" dt="2022-07-04T17:25:16.495" v="14561" actId="1037"/>
          <ac:spMkLst>
            <pc:docMk/>
            <pc:sldMk cId="551029900" sldId="6211"/>
            <ac:spMk id="91" creationId="{CCC080C4-6907-4EAE-8E40-4410B7B70A85}"/>
          </ac:spMkLst>
        </pc:spChg>
        <pc:spChg chg="mod">
          <ac:chgData name="Mitra, Sayan" userId="5f9b069e-390c-41f3-af3f-6bd4b0fb9710" providerId="ADAL" clId="{603CB73D-5ABF-4B35-AB35-B8B719F0AA85}" dt="2022-07-04T06:01:15.847" v="12786" actId="1037"/>
          <ac:spMkLst>
            <pc:docMk/>
            <pc:sldMk cId="551029900" sldId="6211"/>
            <ac:spMk id="92" creationId="{E25EA4B8-40E6-4DEB-8549-4B3D9F890842}"/>
          </ac:spMkLst>
        </pc:spChg>
        <pc:spChg chg="mod ord">
          <ac:chgData name="Mitra, Sayan" userId="5f9b069e-390c-41f3-af3f-6bd4b0fb9710" providerId="ADAL" clId="{603CB73D-5ABF-4B35-AB35-B8B719F0AA85}" dt="2022-07-04T06:01:15.847" v="12786" actId="1037"/>
          <ac:spMkLst>
            <pc:docMk/>
            <pc:sldMk cId="551029900" sldId="6211"/>
            <ac:spMk id="93" creationId="{F836A6CA-CED4-45FC-AA3D-1624A4D404AA}"/>
          </ac:spMkLst>
        </pc:spChg>
        <pc:spChg chg="mod ord topLvl">
          <ac:chgData name="Mitra, Sayan" userId="5f9b069e-390c-41f3-af3f-6bd4b0fb9710" providerId="ADAL" clId="{603CB73D-5ABF-4B35-AB35-B8B719F0AA85}" dt="2022-07-04T05:55:02.317" v="12638" actId="20577"/>
          <ac:spMkLst>
            <pc:docMk/>
            <pc:sldMk cId="551029900" sldId="6211"/>
            <ac:spMk id="94" creationId="{B4F66A03-DC96-4938-A6FF-75B01D1E6066}"/>
          </ac:spMkLst>
        </pc:spChg>
        <pc:spChg chg="mod topLvl">
          <ac:chgData name="Mitra, Sayan" userId="5f9b069e-390c-41f3-af3f-6bd4b0fb9710" providerId="ADAL" clId="{603CB73D-5ABF-4B35-AB35-B8B719F0AA85}" dt="2022-07-04T05:57:26.039" v="12757" actId="20577"/>
          <ac:spMkLst>
            <pc:docMk/>
            <pc:sldMk cId="551029900" sldId="6211"/>
            <ac:spMk id="95" creationId="{2F6E2D16-1011-4031-AB37-8DBD88605CD5}"/>
          </ac:spMkLst>
        </pc:spChg>
        <pc:spChg chg="mod topLvl">
          <ac:chgData name="Mitra, Sayan" userId="5f9b069e-390c-41f3-af3f-6bd4b0fb9710" providerId="ADAL" clId="{603CB73D-5ABF-4B35-AB35-B8B719F0AA85}" dt="2022-07-03T13:24:34.969" v="8364" actId="165"/>
          <ac:spMkLst>
            <pc:docMk/>
            <pc:sldMk cId="551029900" sldId="6211"/>
            <ac:spMk id="96" creationId="{80DDB83D-71AC-403B-9602-158A746996C5}"/>
          </ac:spMkLst>
        </pc:spChg>
        <pc:spChg chg="mod topLvl">
          <ac:chgData name="Mitra, Sayan" userId="5f9b069e-390c-41f3-af3f-6bd4b0fb9710" providerId="ADAL" clId="{603CB73D-5ABF-4B35-AB35-B8B719F0AA85}" dt="2022-07-04T06:02:59.017" v="12863" actId="14100"/>
          <ac:spMkLst>
            <pc:docMk/>
            <pc:sldMk cId="551029900" sldId="6211"/>
            <ac:spMk id="97" creationId="{71D5838A-D488-4211-AADF-650A32DF193F}"/>
          </ac:spMkLst>
        </pc:spChg>
        <pc:spChg chg="mod">
          <ac:chgData name="Mitra, Sayan" userId="5f9b069e-390c-41f3-af3f-6bd4b0fb9710" providerId="ADAL" clId="{603CB73D-5ABF-4B35-AB35-B8B719F0AA85}" dt="2022-07-04T05:57:16.127" v="12753"/>
          <ac:spMkLst>
            <pc:docMk/>
            <pc:sldMk cId="551029900" sldId="6211"/>
            <ac:spMk id="102" creationId="{54B32395-5290-4B9F-874F-A1D24C2859E4}"/>
          </ac:spMkLst>
        </pc:spChg>
        <pc:spChg chg="del mod">
          <ac:chgData name="Mitra, Sayan" userId="5f9b069e-390c-41f3-af3f-6bd4b0fb9710" providerId="ADAL" clId="{603CB73D-5ABF-4B35-AB35-B8B719F0AA85}" dt="2022-07-03T13:10:36.822" v="7810" actId="478"/>
          <ac:spMkLst>
            <pc:docMk/>
            <pc:sldMk cId="551029900" sldId="6211"/>
            <ac:spMk id="104" creationId="{64B48B72-E47B-43A2-8B89-EE83804E379D}"/>
          </ac:spMkLst>
        </pc:spChg>
        <pc:spChg chg="add mod">
          <ac:chgData name="Mitra, Sayan" userId="5f9b069e-390c-41f3-af3f-6bd4b0fb9710" providerId="ADAL" clId="{603CB73D-5ABF-4B35-AB35-B8B719F0AA85}" dt="2022-07-04T06:00:32.426" v="12760" actId="1076"/>
          <ac:spMkLst>
            <pc:docMk/>
            <pc:sldMk cId="551029900" sldId="6211"/>
            <ac:spMk id="106" creationId="{ACAD4660-E815-41A5-8CA5-AA23064C785E}"/>
          </ac:spMkLst>
        </pc:spChg>
        <pc:spChg chg="del">
          <ac:chgData name="Mitra, Sayan" userId="5f9b069e-390c-41f3-af3f-6bd4b0fb9710" providerId="ADAL" clId="{603CB73D-5ABF-4B35-AB35-B8B719F0AA85}" dt="2022-07-03T13:09:49.987" v="7800" actId="478"/>
          <ac:spMkLst>
            <pc:docMk/>
            <pc:sldMk cId="551029900" sldId="6211"/>
            <ac:spMk id="106" creationId="{CAEB3492-1FFA-4881-9647-472F31E09214}"/>
          </ac:spMkLst>
        </pc:spChg>
        <pc:spChg chg="del mod">
          <ac:chgData name="Mitra, Sayan" userId="5f9b069e-390c-41f3-af3f-6bd4b0fb9710" providerId="ADAL" clId="{603CB73D-5ABF-4B35-AB35-B8B719F0AA85}" dt="2022-07-03T13:26:31.140" v="8403" actId="478"/>
          <ac:spMkLst>
            <pc:docMk/>
            <pc:sldMk cId="551029900" sldId="6211"/>
            <ac:spMk id="107" creationId="{130796CE-73C7-477A-984F-D676C41D6177}"/>
          </ac:spMkLst>
        </pc:spChg>
        <pc:spChg chg="add mod">
          <ac:chgData name="Mitra, Sayan" userId="5f9b069e-390c-41f3-af3f-6bd4b0fb9710" providerId="ADAL" clId="{603CB73D-5ABF-4B35-AB35-B8B719F0AA85}" dt="2022-07-04T06:00:32.426" v="12760" actId="1076"/>
          <ac:spMkLst>
            <pc:docMk/>
            <pc:sldMk cId="551029900" sldId="6211"/>
            <ac:spMk id="107" creationId="{2AC95DD7-B765-497E-A5EA-F44CC71E0F40}"/>
          </ac:spMkLst>
        </pc:spChg>
        <pc:spChg chg="add mod">
          <ac:chgData name="Mitra, Sayan" userId="5f9b069e-390c-41f3-af3f-6bd4b0fb9710" providerId="ADAL" clId="{603CB73D-5ABF-4B35-AB35-B8B719F0AA85}" dt="2022-07-04T06:03:01.890" v="12864" actId="14100"/>
          <ac:spMkLst>
            <pc:docMk/>
            <pc:sldMk cId="551029900" sldId="6211"/>
            <ac:spMk id="108" creationId="{C1F541F5-7804-40FB-8E6B-1FBFB1DFE653}"/>
          </ac:spMkLst>
        </pc:spChg>
        <pc:spChg chg="del">
          <ac:chgData name="Mitra, Sayan" userId="5f9b069e-390c-41f3-af3f-6bd4b0fb9710" providerId="ADAL" clId="{603CB73D-5ABF-4B35-AB35-B8B719F0AA85}" dt="2022-07-03T13:09:49.987" v="7800" actId="478"/>
          <ac:spMkLst>
            <pc:docMk/>
            <pc:sldMk cId="551029900" sldId="6211"/>
            <ac:spMk id="113" creationId="{AF6FA71C-792B-49FD-B3D4-500ADCE5F0D0}"/>
          </ac:spMkLst>
        </pc:spChg>
        <pc:spChg chg="del mod">
          <ac:chgData name="Mitra, Sayan" userId="5f9b069e-390c-41f3-af3f-6bd4b0fb9710" providerId="ADAL" clId="{603CB73D-5ABF-4B35-AB35-B8B719F0AA85}" dt="2022-07-04T05:54:41.736" v="12628" actId="478"/>
          <ac:spMkLst>
            <pc:docMk/>
            <pc:sldMk cId="551029900" sldId="6211"/>
            <ac:spMk id="115" creationId="{B17B1529-B824-4663-ADE2-A45A88BBC48E}"/>
          </ac:spMkLst>
        </pc:spChg>
        <pc:spChg chg="del mod">
          <ac:chgData name="Mitra, Sayan" userId="5f9b069e-390c-41f3-af3f-6bd4b0fb9710" providerId="ADAL" clId="{603CB73D-5ABF-4B35-AB35-B8B719F0AA85}" dt="2022-07-03T13:28:44.457" v="8415" actId="478"/>
          <ac:spMkLst>
            <pc:docMk/>
            <pc:sldMk cId="551029900" sldId="6211"/>
            <ac:spMk id="116" creationId="{1FD062D3-F81F-43B5-9B0A-D9AB85B2D726}"/>
          </ac:spMkLst>
        </pc:spChg>
        <pc:spChg chg="del">
          <ac:chgData name="Mitra, Sayan" userId="5f9b069e-390c-41f3-af3f-6bd4b0fb9710" providerId="ADAL" clId="{603CB73D-5ABF-4B35-AB35-B8B719F0AA85}" dt="2022-07-03T13:10:31.264" v="7808" actId="478"/>
          <ac:spMkLst>
            <pc:docMk/>
            <pc:sldMk cId="551029900" sldId="6211"/>
            <ac:spMk id="117" creationId="{42EC8AC3-0A20-42DB-B2C1-B821B3F9D68C}"/>
          </ac:spMkLst>
        </pc:spChg>
        <pc:spChg chg="del">
          <ac:chgData name="Mitra, Sayan" userId="5f9b069e-390c-41f3-af3f-6bd4b0fb9710" providerId="ADAL" clId="{603CB73D-5ABF-4B35-AB35-B8B719F0AA85}" dt="2022-07-03T13:10:31.264" v="7808" actId="478"/>
          <ac:spMkLst>
            <pc:docMk/>
            <pc:sldMk cId="551029900" sldId="6211"/>
            <ac:spMk id="118" creationId="{0A1BA352-AB33-4A06-B96D-9298F668CF9A}"/>
          </ac:spMkLst>
        </pc:spChg>
        <pc:spChg chg="del">
          <ac:chgData name="Mitra, Sayan" userId="5f9b069e-390c-41f3-af3f-6bd4b0fb9710" providerId="ADAL" clId="{603CB73D-5ABF-4B35-AB35-B8B719F0AA85}" dt="2022-07-03T13:10:22.993" v="7807" actId="478"/>
          <ac:spMkLst>
            <pc:docMk/>
            <pc:sldMk cId="551029900" sldId="6211"/>
            <ac:spMk id="120" creationId="{C7B1C4FD-E95B-4A33-BD45-8B6B2BEF9D61}"/>
          </ac:spMkLst>
        </pc:spChg>
        <pc:spChg chg="del">
          <ac:chgData name="Mitra, Sayan" userId="5f9b069e-390c-41f3-af3f-6bd4b0fb9710" providerId="ADAL" clId="{603CB73D-5ABF-4B35-AB35-B8B719F0AA85}" dt="2022-07-03T13:10:22.993" v="7807" actId="478"/>
          <ac:spMkLst>
            <pc:docMk/>
            <pc:sldMk cId="551029900" sldId="6211"/>
            <ac:spMk id="121" creationId="{DF68C146-C461-4FA5-8FB6-973C6A450CD1}"/>
          </ac:spMkLst>
        </pc:spChg>
        <pc:spChg chg="del">
          <ac:chgData name="Mitra, Sayan" userId="5f9b069e-390c-41f3-af3f-6bd4b0fb9710" providerId="ADAL" clId="{603CB73D-5ABF-4B35-AB35-B8B719F0AA85}" dt="2022-07-03T13:10:31.264" v="7808" actId="478"/>
          <ac:spMkLst>
            <pc:docMk/>
            <pc:sldMk cId="551029900" sldId="6211"/>
            <ac:spMk id="122" creationId="{EC6B0D73-6856-40BE-A5CC-3331FE2543C7}"/>
          </ac:spMkLst>
        </pc:spChg>
        <pc:spChg chg="del">
          <ac:chgData name="Mitra, Sayan" userId="5f9b069e-390c-41f3-af3f-6bd4b0fb9710" providerId="ADAL" clId="{603CB73D-5ABF-4B35-AB35-B8B719F0AA85}" dt="2022-07-03T13:09:57.688" v="7802" actId="478"/>
          <ac:spMkLst>
            <pc:docMk/>
            <pc:sldMk cId="551029900" sldId="6211"/>
            <ac:spMk id="123" creationId="{00A52C32-E6D0-4B5C-B25A-C72873D6644B}"/>
          </ac:spMkLst>
        </pc:spChg>
        <pc:spChg chg="del mod">
          <ac:chgData name="Mitra, Sayan" userId="5f9b069e-390c-41f3-af3f-6bd4b0fb9710" providerId="ADAL" clId="{603CB73D-5ABF-4B35-AB35-B8B719F0AA85}" dt="2022-07-03T13:23:14.500" v="8298" actId="478"/>
          <ac:spMkLst>
            <pc:docMk/>
            <pc:sldMk cId="551029900" sldId="6211"/>
            <ac:spMk id="124" creationId="{0F6FD9AF-363D-4AD8-A9B1-4AEEF965485E}"/>
          </ac:spMkLst>
        </pc:spChg>
        <pc:spChg chg="del">
          <ac:chgData name="Mitra, Sayan" userId="5f9b069e-390c-41f3-af3f-6bd4b0fb9710" providerId="ADAL" clId="{603CB73D-5ABF-4B35-AB35-B8B719F0AA85}" dt="2022-07-03T13:10:22.993" v="7807" actId="478"/>
          <ac:spMkLst>
            <pc:docMk/>
            <pc:sldMk cId="551029900" sldId="6211"/>
            <ac:spMk id="125" creationId="{46A0216B-6A55-4A3F-BC03-AC53460CFBF5}"/>
          </ac:spMkLst>
        </pc:spChg>
        <pc:spChg chg="del">
          <ac:chgData name="Mitra, Sayan" userId="5f9b069e-390c-41f3-af3f-6bd4b0fb9710" providerId="ADAL" clId="{603CB73D-5ABF-4B35-AB35-B8B719F0AA85}" dt="2022-07-03T13:09:36.524" v="7798" actId="478"/>
          <ac:spMkLst>
            <pc:docMk/>
            <pc:sldMk cId="551029900" sldId="6211"/>
            <ac:spMk id="126" creationId="{D9A48D29-1E29-4C94-AB0C-AB4177B050AD}"/>
          </ac:spMkLst>
        </pc:spChg>
        <pc:spChg chg="add del mod">
          <ac:chgData name="Mitra, Sayan" userId="5f9b069e-390c-41f3-af3f-6bd4b0fb9710" providerId="ADAL" clId="{603CB73D-5ABF-4B35-AB35-B8B719F0AA85}" dt="2022-07-03T13:14:15.973" v="7870" actId="21"/>
          <ac:spMkLst>
            <pc:docMk/>
            <pc:sldMk cId="551029900" sldId="6211"/>
            <ac:spMk id="127" creationId="{CAE25B4A-54DB-4AEF-958C-CF56BA9661B5}"/>
          </ac:spMkLst>
        </pc:spChg>
        <pc:spChg chg="add mod">
          <ac:chgData name="Mitra, Sayan" userId="5f9b069e-390c-41f3-af3f-6bd4b0fb9710" providerId="ADAL" clId="{603CB73D-5ABF-4B35-AB35-B8B719F0AA85}" dt="2022-07-04T05:36:29.999" v="12527"/>
          <ac:spMkLst>
            <pc:docMk/>
            <pc:sldMk cId="551029900" sldId="6211"/>
            <ac:spMk id="130" creationId="{C50B3B66-1DF3-41B0-A6CC-C979042946DE}"/>
          </ac:spMkLst>
        </pc:spChg>
        <pc:spChg chg="mod">
          <ac:chgData name="Mitra, Sayan" userId="5f9b069e-390c-41f3-af3f-6bd4b0fb9710" providerId="ADAL" clId="{603CB73D-5ABF-4B35-AB35-B8B719F0AA85}" dt="2022-07-04T17:25:12.095" v="14555" actId="1037"/>
          <ac:spMkLst>
            <pc:docMk/>
            <pc:sldMk cId="551029900" sldId="6211"/>
            <ac:spMk id="134" creationId="{57A25268-317A-4B9C-B5F5-B776016F8D88}"/>
          </ac:spMkLst>
        </pc:spChg>
        <pc:spChg chg="del">
          <ac:chgData name="Mitra, Sayan" userId="5f9b069e-390c-41f3-af3f-6bd4b0fb9710" providerId="ADAL" clId="{603CB73D-5ABF-4B35-AB35-B8B719F0AA85}" dt="2022-07-03T13:10:31.264" v="7808" actId="478"/>
          <ac:spMkLst>
            <pc:docMk/>
            <pc:sldMk cId="551029900" sldId="6211"/>
            <ac:spMk id="137" creationId="{CCA43F8A-BEB8-449F-94A7-3CDBBF8841E4}"/>
          </ac:spMkLst>
        </pc:spChg>
        <pc:spChg chg="del">
          <ac:chgData name="Mitra, Sayan" userId="5f9b069e-390c-41f3-af3f-6bd4b0fb9710" providerId="ADAL" clId="{603CB73D-5ABF-4B35-AB35-B8B719F0AA85}" dt="2022-07-03T13:10:12.247" v="7806" actId="478"/>
          <ac:spMkLst>
            <pc:docMk/>
            <pc:sldMk cId="551029900" sldId="6211"/>
            <ac:spMk id="138" creationId="{21443CB7-8A4D-4E7B-89CB-62927C1637D0}"/>
          </ac:spMkLst>
        </pc:spChg>
        <pc:spChg chg="add mod ord">
          <ac:chgData name="Mitra, Sayan" userId="5f9b069e-390c-41f3-af3f-6bd4b0fb9710" providerId="ADAL" clId="{603CB73D-5ABF-4B35-AB35-B8B719F0AA85}" dt="2022-07-04T06:03:31.473" v="12868" actId="12789"/>
          <ac:spMkLst>
            <pc:docMk/>
            <pc:sldMk cId="551029900" sldId="6211"/>
            <ac:spMk id="141" creationId="{2EAF09D8-0EAC-437B-996B-953DE5382767}"/>
          </ac:spMkLst>
        </pc:spChg>
        <pc:spChg chg="add del mod ord">
          <ac:chgData name="Mitra, Sayan" userId="5f9b069e-390c-41f3-af3f-6bd4b0fb9710" providerId="ADAL" clId="{603CB73D-5ABF-4B35-AB35-B8B719F0AA85}" dt="2022-07-04T06:03:31.473" v="12868" actId="12789"/>
          <ac:spMkLst>
            <pc:docMk/>
            <pc:sldMk cId="551029900" sldId="6211"/>
            <ac:spMk id="142" creationId="{FA64C57B-E2B5-4DE3-B58C-FC49A9AC6F07}"/>
          </ac:spMkLst>
        </pc:spChg>
        <pc:spChg chg="add del mod">
          <ac:chgData name="Mitra, Sayan" userId="5f9b069e-390c-41f3-af3f-6bd4b0fb9710" providerId="ADAL" clId="{603CB73D-5ABF-4B35-AB35-B8B719F0AA85}" dt="2022-07-03T13:41:06.130" v="8653" actId="478"/>
          <ac:spMkLst>
            <pc:docMk/>
            <pc:sldMk cId="551029900" sldId="6211"/>
            <ac:spMk id="143" creationId="{A1AB0940-7BAB-45D9-A392-CE100725B1E2}"/>
          </ac:spMkLst>
        </pc:spChg>
        <pc:spChg chg="add mod ord">
          <ac:chgData name="Mitra, Sayan" userId="5f9b069e-390c-41f3-af3f-6bd4b0fb9710" providerId="ADAL" clId="{603CB73D-5ABF-4B35-AB35-B8B719F0AA85}" dt="2022-07-04T17:27:12.934" v="14581" actId="108"/>
          <ac:spMkLst>
            <pc:docMk/>
            <pc:sldMk cId="551029900" sldId="6211"/>
            <ac:spMk id="144" creationId="{6817F780-C8DB-4F66-88F7-EC4F5EDF7133}"/>
          </ac:spMkLst>
        </pc:spChg>
        <pc:spChg chg="add mod ord">
          <ac:chgData name="Mitra, Sayan" userId="5f9b069e-390c-41f3-af3f-6bd4b0fb9710" providerId="ADAL" clId="{603CB73D-5ABF-4B35-AB35-B8B719F0AA85}" dt="2022-07-04T06:03:31.473" v="12868" actId="12789"/>
          <ac:spMkLst>
            <pc:docMk/>
            <pc:sldMk cId="551029900" sldId="6211"/>
            <ac:spMk id="145" creationId="{00E9348D-B9F6-48F8-8943-3686F2E5C5E8}"/>
          </ac:spMkLst>
        </pc:spChg>
        <pc:spChg chg="mod">
          <ac:chgData name="Mitra, Sayan" userId="5f9b069e-390c-41f3-af3f-6bd4b0fb9710" providerId="ADAL" clId="{603CB73D-5ABF-4B35-AB35-B8B719F0AA85}" dt="2022-07-03T13:19:50.929" v="8047" actId="1037"/>
          <ac:spMkLst>
            <pc:docMk/>
            <pc:sldMk cId="551029900" sldId="6211"/>
            <ac:spMk id="153" creationId="{9D678472-DB6D-4879-A35A-1418A5D5854A}"/>
          </ac:spMkLst>
        </pc:spChg>
        <pc:spChg chg="mod">
          <ac:chgData name="Mitra, Sayan" userId="5f9b069e-390c-41f3-af3f-6bd4b0fb9710" providerId="ADAL" clId="{603CB73D-5ABF-4B35-AB35-B8B719F0AA85}" dt="2022-07-04T05:55:24.148" v="12649" actId="1037"/>
          <ac:spMkLst>
            <pc:docMk/>
            <pc:sldMk cId="551029900" sldId="6211"/>
            <ac:spMk id="158" creationId="{AFC99699-835A-458B-9ACB-A5212518E169}"/>
          </ac:spMkLst>
        </pc:spChg>
        <pc:spChg chg="mod">
          <ac:chgData name="Mitra, Sayan" userId="5f9b069e-390c-41f3-af3f-6bd4b0fb9710" providerId="ADAL" clId="{603CB73D-5ABF-4B35-AB35-B8B719F0AA85}" dt="2022-07-04T05:55:24.148" v="12649" actId="1037"/>
          <ac:spMkLst>
            <pc:docMk/>
            <pc:sldMk cId="551029900" sldId="6211"/>
            <ac:spMk id="160" creationId="{D1925ED6-ACA6-42F6-B7D0-7B0B4386FD93}"/>
          </ac:spMkLst>
        </pc:spChg>
        <pc:spChg chg="mod">
          <ac:chgData name="Mitra, Sayan" userId="5f9b069e-390c-41f3-af3f-6bd4b0fb9710" providerId="ADAL" clId="{603CB73D-5ABF-4B35-AB35-B8B719F0AA85}" dt="2022-07-03T13:45:57.626" v="8883" actId="255"/>
          <ac:spMkLst>
            <pc:docMk/>
            <pc:sldMk cId="551029900" sldId="6211"/>
            <ac:spMk id="162" creationId="{891FEE83-B7E5-4D42-8F6F-E22DF5EA64D5}"/>
          </ac:spMkLst>
        </pc:spChg>
        <pc:spChg chg="mod">
          <ac:chgData name="Mitra, Sayan" userId="5f9b069e-390c-41f3-af3f-6bd4b0fb9710" providerId="ADAL" clId="{603CB73D-5ABF-4B35-AB35-B8B719F0AA85}" dt="2022-07-04T05:36:20.372" v="12523"/>
          <ac:spMkLst>
            <pc:docMk/>
            <pc:sldMk cId="551029900" sldId="6211"/>
            <ac:spMk id="163" creationId="{E82DE63C-9297-4C37-9B7A-38CFEFDF2F57}"/>
          </ac:spMkLst>
        </pc:spChg>
        <pc:spChg chg="mod">
          <ac:chgData name="Mitra, Sayan" userId="5f9b069e-390c-41f3-af3f-6bd4b0fb9710" providerId="ADAL" clId="{603CB73D-5ABF-4B35-AB35-B8B719F0AA85}" dt="2022-07-04T17:27:17.018" v="14583" actId="108"/>
          <ac:spMkLst>
            <pc:docMk/>
            <pc:sldMk cId="551029900" sldId="6211"/>
            <ac:spMk id="164" creationId="{4D4F6222-F724-45C4-BBC4-CE42C17B2A9F}"/>
          </ac:spMkLst>
        </pc:spChg>
        <pc:spChg chg="mod">
          <ac:chgData name="Mitra, Sayan" userId="5f9b069e-390c-41f3-af3f-6bd4b0fb9710" providerId="ADAL" clId="{603CB73D-5ABF-4B35-AB35-B8B719F0AA85}" dt="2022-07-04T05:38:01.125" v="12580" actId="1037"/>
          <ac:spMkLst>
            <pc:docMk/>
            <pc:sldMk cId="551029900" sldId="6211"/>
            <ac:spMk id="165" creationId="{6A3EB5BE-7261-4808-A874-C8F7FD9AD2C9}"/>
          </ac:spMkLst>
        </pc:spChg>
        <pc:spChg chg="mod">
          <ac:chgData name="Mitra, Sayan" userId="5f9b069e-390c-41f3-af3f-6bd4b0fb9710" providerId="ADAL" clId="{603CB73D-5ABF-4B35-AB35-B8B719F0AA85}" dt="2022-07-04T05:36:20.372" v="12523"/>
          <ac:spMkLst>
            <pc:docMk/>
            <pc:sldMk cId="551029900" sldId="6211"/>
            <ac:spMk id="166" creationId="{2431601A-3885-401E-802A-6E1898365BA7}"/>
          </ac:spMkLst>
        </pc:spChg>
        <pc:spChg chg="mod topLvl">
          <ac:chgData name="Mitra, Sayan" userId="5f9b069e-390c-41f3-af3f-6bd4b0fb9710" providerId="ADAL" clId="{603CB73D-5ABF-4B35-AB35-B8B719F0AA85}" dt="2022-07-03T13:25:17.875" v="8373" actId="164"/>
          <ac:spMkLst>
            <pc:docMk/>
            <pc:sldMk cId="551029900" sldId="6211"/>
            <ac:spMk id="172" creationId="{FABE3FBC-97FC-4E51-94DE-0416E512992C}"/>
          </ac:spMkLst>
        </pc:spChg>
        <pc:spChg chg="mod">
          <ac:chgData name="Mitra, Sayan" userId="5f9b069e-390c-41f3-af3f-6bd4b0fb9710" providerId="ADAL" clId="{603CB73D-5ABF-4B35-AB35-B8B719F0AA85}" dt="2022-07-03T13:45:57.626" v="8883" actId="255"/>
          <ac:spMkLst>
            <pc:docMk/>
            <pc:sldMk cId="551029900" sldId="6211"/>
            <ac:spMk id="173" creationId="{F1BF98ED-9B27-470E-846D-E8CD2BB1779F}"/>
          </ac:spMkLst>
        </pc:spChg>
        <pc:spChg chg="mod">
          <ac:chgData name="Mitra, Sayan" userId="5f9b069e-390c-41f3-af3f-6bd4b0fb9710" providerId="ADAL" clId="{603CB73D-5ABF-4B35-AB35-B8B719F0AA85}" dt="2022-07-04T06:03:51.881" v="12870" actId="14100"/>
          <ac:spMkLst>
            <pc:docMk/>
            <pc:sldMk cId="551029900" sldId="6211"/>
            <ac:spMk id="174" creationId="{008FBF54-0C6C-4799-A6BB-DED9E7B7A516}"/>
          </ac:spMkLst>
        </pc:spChg>
        <pc:spChg chg="mod">
          <ac:chgData name="Mitra, Sayan" userId="5f9b069e-390c-41f3-af3f-6bd4b0fb9710" providerId="ADAL" clId="{603CB73D-5ABF-4B35-AB35-B8B719F0AA85}" dt="2022-07-03T13:45:57.626" v="8883" actId="255"/>
          <ac:spMkLst>
            <pc:docMk/>
            <pc:sldMk cId="551029900" sldId="6211"/>
            <ac:spMk id="175" creationId="{8756B67D-1389-4EF1-B4B1-7AA6A0F8926F}"/>
          </ac:spMkLst>
        </pc:spChg>
        <pc:spChg chg="add del mod">
          <ac:chgData name="Mitra, Sayan" userId="5f9b069e-390c-41f3-af3f-6bd4b0fb9710" providerId="ADAL" clId="{603CB73D-5ABF-4B35-AB35-B8B719F0AA85}" dt="2022-07-03T13:45:57.626" v="8883" actId="255"/>
          <ac:spMkLst>
            <pc:docMk/>
            <pc:sldMk cId="551029900" sldId="6211"/>
            <ac:spMk id="176" creationId="{5E23F964-A701-4B6A-B3FA-B28A6BC1436B}"/>
          </ac:spMkLst>
        </pc:spChg>
        <pc:spChg chg="mod">
          <ac:chgData name="Mitra, Sayan" userId="5f9b069e-390c-41f3-af3f-6bd4b0fb9710" providerId="ADAL" clId="{603CB73D-5ABF-4B35-AB35-B8B719F0AA85}" dt="2022-07-03T13:25:17.875" v="8373" actId="164"/>
          <ac:spMkLst>
            <pc:docMk/>
            <pc:sldMk cId="551029900" sldId="6211"/>
            <ac:spMk id="177" creationId="{443F8476-1950-434D-BF1A-774D0DF4B655}"/>
          </ac:spMkLst>
        </pc:spChg>
        <pc:spChg chg="del">
          <ac:chgData name="Mitra, Sayan" userId="5f9b069e-390c-41f3-af3f-6bd4b0fb9710" providerId="ADAL" clId="{603CB73D-5ABF-4B35-AB35-B8B719F0AA85}" dt="2022-07-03T13:09:18.820" v="7796" actId="478"/>
          <ac:spMkLst>
            <pc:docMk/>
            <pc:sldMk cId="551029900" sldId="6211"/>
            <ac:spMk id="179" creationId="{C0957C0D-6B45-48B2-80BB-C3EAEEDD134F}"/>
          </ac:spMkLst>
        </pc:spChg>
        <pc:spChg chg="mod">
          <ac:chgData name="Mitra, Sayan" userId="5f9b069e-390c-41f3-af3f-6bd4b0fb9710" providerId="ADAL" clId="{603CB73D-5ABF-4B35-AB35-B8B719F0AA85}" dt="2022-07-03T13:16:43.428" v="7880" actId="122"/>
          <ac:spMkLst>
            <pc:docMk/>
            <pc:sldMk cId="551029900" sldId="6211"/>
            <ac:spMk id="182" creationId="{648F317D-7EF7-4420-9616-D8944B18501C}"/>
          </ac:spMkLst>
        </pc:spChg>
        <pc:grpChg chg="add mod">
          <ac:chgData name="Mitra, Sayan" userId="5f9b069e-390c-41f3-af3f-6bd4b0fb9710" providerId="ADAL" clId="{603CB73D-5ABF-4B35-AB35-B8B719F0AA85}" dt="2022-07-04T05:36:20.372" v="12523"/>
          <ac:grpSpMkLst>
            <pc:docMk/>
            <pc:sldMk cId="551029900" sldId="6211"/>
            <ac:grpSpMk id="7" creationId="{C2A923DD-7767-4CFB-9F1C-A525AFFEC4BA}"/>
          </ac:grpSpMkLst>
        </pc:grpChg>
        <pc:grpChg chg="mod">
          <ac:chgData name="Mitra, Sayan" userId="5f9b069e-390c-41f3-af3f-6bd4b0fb9710" providerId="ADAL" clId="{603CB73D-5ABF-4B35-AB35-B8B719F0AA85}" dt="2022-07-04T05:36:20.372" v="12523"/>
          <ac:grpSpMkLst>
            <pc:docMk/>
            <pc:sldMk cId="551029900" sldId="6211"/>
            <ac:grpSpMk id="9" creationId="{D31C677B-4737-446A-B83C-E1B7EBF293D2}"/>
          </ac:grpSpMkLst>
        </pc:grpChg>
        <pc:grpChg chg="add mod ord">
          <ac:chgData name="Mitra, Sayan" userId="5f9b069e-390c-41f3-af3f-6bd4b0fb9710" providerId="ADAL" clId="{603CB73D-5ABF-4B35-AB35-B8B719F0AA85}" dt="2022-07-04T06:00:46.038" v="12773" actId="1037"/>
          <ac:grpSpMkLst>
            <pc:docMk/>
            <pc:sldMk cId="551029900" sldId="6211"/>
            <ac:grpSpMk id="12" creationId="{3B34D321-8B79-4168-B815-54673ADCFC01}"/>
          </ac:grpSpMkLst>
        </pc:grpChg>
        <pc:grpChg chg="add del mod">
          <ac:chgData name="Mitra, Sayan" userId="5f9b069e-390c-41f3-af3f-6bd4b0fb9710" providerId="ADAL" clId="{603CB73D-5ABF-4B35-AB35-B8B719F0AA85}" dt="2022-07-03T13:25:08.670" v="8372" actId="165"/>
          <ac:grpSpMkLst>
            <pc:docMk/>
            <pc:sldMk cId="551029900" sldId="6211"/>
            <ac:grpSpMk id="13" creationId="{93F2FB60-3251-4810-A69B-04D8C43EADDB}"/>
          </ac:grpSpMkLst>
        </pc:grpChg>
        <pc:grpChg chg="add mod">
          <ac:chgData name="Mitra, Sayan" userId="5f9b069e-390c-41f3-af3f-6bd4b0fb9710" providerId="ADAL" clId="{603CB73D-5ABF-4B35-AB35-B8B719F0AA85}" dt="2022-07-04T06:01:22.533" v="12789" actId="1038"/>
          <ac:grpSpMkLst>
            <pc:docMk/>
            <pc:sldMk cId="551029900" sldId="6211"/>
            <ac:grpSpMk id="14" creationId="{9BB9AA3B-85CB-442C-8BE5-3683BA39AB46}"/>
          </ac:grpSpMkLst>
        </pc:grpChg>
        <pc:grpChg chg="mod">
          <ac:chgData name="Mitra, Sayan" userId="5f9b069e-390c-41f3-af3f-6bd4b0fb9710" providerId="ADAL" clId="{603CB73D-5ABF-4B35-AB35-B8B719F0AA85}" dt="2022-07-04T05:36:20.372" v="12523"/>
          <ac:grpSpMkLst>
            <pc:docMk/>
            <pc:sldMk cId="551029900" sldId="6211"/>
            <ac:grpSpMk id="15" creationId="{99A5DDAF-8E55-40EC-9073-37E2E4DD1B70}"/>
          </ac:grpSpMkLst>
        </pc:grpChg>
        <pc:grpChg chg="mod">
          <ac:chgData name="Mitra, Sayan" userId="5f9b069e-390c-41f3-af3f-6bd4b0fb9710" providerId="ADAL" clId="{603CB73D-5ABF-4B35-AB35-B8B719F0AA85}" dt="2022-07-03T13:24:41.100" v="8365" actId="164"/>
          <ac:grpSpMkLst>
            <pc:docMk/>
            <pc:sldMk cId="551029900" sldId="6211"/>
            <ac:grpSpMk id="42" creationId="{B3D455EB-A9F3-4D35-B572-8B6DF2AEB371}"/>
          </ac:grpSpMkLst>
        </pc:grpChg>
        <pc:grpChg chg="add mod">
          <ac:chgData name="Mitra, Sayan" userId="5f9b069e-390c-41f3-af3f-6bd4b0fb9710" providerId="ADAL" clId="{603CB73D-5ABF-4B35-AB35-B8B719F0AA85}" dt="2022-07-04T17:25:22.008" v="14567" actId="1037"/>
          <ac:grpSpMkLst>
            <pc:docMk/>
            <pc:sldMk cId="551029900" sldId="6211"/>
            <ac:grpSpMk id="82" creationId="{521A38BD-5B14-4772-95BF-4F3AAEDFD8AD}"/>
          </ac:grpSpMkLst>
        </pc:grpChg>
        <pc:grpChg chg="mod">
          <ac:chgData name="Mitra, Sayan" userId="5f9b069e-390c-41f3-af3f-6bd4b0fb9710" providerId="ADAL" clId="{603CB73D-5ABF-4B35-AB35-B8B719F0AA85}" dt="2022-07-04T05:57:16.127" v="12753"/>
          <ac:grpSpMkLst>
            <pc:docMk/>
            <pc:sldMk cId="551029900" sldId="6211"/>
            <ac:grpSpMk id="98" creationId="{44086B12-63E8-4D84-A74E-6F633403C207}"/>
          </ac:grpSpMkLst>
        </pc:grpChg>
        <pc:grpChg chg="del mod">
          <ac:chgData name="Mitra, Sayan" userId="5f9b069e-390c-41f3-af3f-6bd4b0fb9710" providerId="ADAL" clId="{603CB73D-5ABF-4B35-AB35-B8B719F0AA85}" dt="2022-07-03T13:24:34.969" v="8364" actId="165"/>
          <ac:grpSpMkLst>
            <pc:docMk/>
            <pc:sldMk cId="551029900" sldId="6211"/>
            <ac:grpSpMk id="98" creationId="{CA62EF5D-C0D9-495C-9FCC-88100249C7A8}"/>
          </ac:grpSpMkLst>
        </pc:grpChg>
        <pc:grpChg chg="mod">
          <ac:chgData name="Mitra, Sayan" userId="5f9b069e-390c-41f3-af3f-6bd4b0fb9710" providerId="ADAL" clId="{603CB73D-5ABF-4B35-AB35-B8B719F0AA85}" dt="2022-07-03T13:19:50.929" v="8047" actId="1037"/>
          <ac:grpSpMkLst>
            <pc:docMk/>
            <pc:sldMk cId="551029900" sldId="6211"/>
            <ac:grpSpMk id="101" creationId="{2E350391-F3D5-45D4-AE87-3C0DEE6C4365}"/>
          </ac:grpSpMkLst>
        </pc:grpChg>
        <pc:grpChg chg="del mod">
          <ac:chgData name="Mitra, Sayan" userId="5f9b069e-390c-41f3-af3f-6bd4b0fb9710" providerId="ADAL" clId="{603CB73D-5ABF-4B35-AB35-B8B719F0AA85}" dt="2022-07-03T13:28:57.299" v="8416" actId="478"/>
          <ac:grpSpMkLst>
            <pc:docMk/>
            <pc:sldMk cId="551029900" sldId="6211"/>
            <ac:grpSpMk id="190" creationId="{FD87DDA2-8FB9-4FE3-9032-D2382262D085}"/>
          </ac:grpSpMkLst>
        </pc:grpChg>
        <pc:picChg chg="add mod">
          <ac:chgData name="Mitra, Sayan" userId="5f9b069e-390c-41f3-af3f-6bd4b0fb9710" providerId="ADAL" clId="{603CB73D-5ABF-4B35-AB35-B8B719F0AA85}" dt="2022-07-03T13:35:38.197" v="8531" actId="1037"/>
          <ac:picMkLst>
            <pc:docMk/>
            <pc:sldMk cId="551029900" sldId="6211"/>
            <ac:picMk id="6" creationId="{039CA7D3-4FE8-4465-AD8B-7EE5F42E3E28}"/>
          </ac:picMkLst>
        </pc:picChg>
        <pc:picChg chg="mod">
          <ac:chgData name="Mitra, Sayan" userId="5f9b069e-390c-41f3-af3f-6bd4b0fb9710" providerId="ADAL" clId="{603CB73D-5ABF-4B35-AB35-B8B719F0AA85}" dt="2022-07-03T13:19:50.929" v="8047" actId="1037"/>
          <ac:picMkLst>
            <pc:docMk/>
            <pc:sldMk cId="551029900" sldId="6211"/>
            <ac:picMk id="27" creationId="{F174419C-CF89-457D-8A22-30F97B4B4BF7}"/>
          </ac:picMkLst>
        </pc:picChg>
        <pc:picChg chg="add mod">
          <ac:chgData name="Mitra, Sayan" userId="5f9b069e-390c-41f3-af3f-6bd4b0fb9710" providerId="ADAL" clId="{603CB73D-5ABF-4B35-AB35-B8B719F0AA85}" dt="2022-07-03T13:19:50.929" v="8047" actId="1037"/>
          <ac:picMkLst>
            <pc:docMk/>
            <pc:sldMk cId="551029900" sldId="6211"/>
            <ac:picMk id="111" creationId="{1074E2CF-81C4-415B-B806-8226EA8DB6F7}"/>
          </ac:picMkLst>
        </pc:picChg>
        <pc:cxnChg chg="mod">
          <ac:chgData name="Mitra, Sayan" userId="5f9b069e-390c-41f3-af3f-6bd4b0fb9710" providerId="ADAL" clId="{603CB73D-5ABF-4B35-AB35-B8B719F0AA85}" dt="2022-07-04T17:28:30.535" v="14602" actId="692"/>
          <ac:cxnSpMkLst>
            <pc:docMk/>
            <pc:sldMk cId="551029900" sldId="6211"/>
            <ac:cxnSpMk id="10" creationId="{EF1FAC74-3416-4360-899B-E511D87BC57F}"/>
          </ac:cxnSpMkLst>
        </pc:cxnChg>
        <pc:cxnChg chg="add del mod">
          <ac:chgData name="Mitra, Sayan" userId="5f9b069e-390c-41f3-af3f-6bd4b0fb9710" providerId="ADAL" clId="{603CB73D-5ABF-4B35-AB35-B8B719F0AA85}" dt="2022-07-03T13:39:02.853" v="8579" actId="478"/>
          <ac:cxnSpMkLst>
            <pc:docMk/>
            <pc:sldMk cId="551029900" sldId="6211"/>
            <ac:cxnSpMk id="31" creationId="{49E4B118-0328-4059-B69D-830D29247CA9}"/>
          </ac:cxnSpMkLst>
        </pc:cxnChg>
        <pc:cxnChg chg="del">
          <ac:chgData name="Mitra, Sayan" userId="5f9b069e-390c-41f3-af3f-6bd4b0fb9710" providerId="ADAL" clId="{603CB73D-5ABF-4B35-AB35-B8B719F0AA85}" dt="2022-07-03T13:09:41.969" v="7799" actId="478"/>
          <ac:cxnSpMkLst>
            <pc:docMk/>
            <pc:sldMk cId="551029900" sldId="6211"/>
            <ac:cxnSpMk id="32" creationId="{762C6515-AB0D-4A73-A28D-DC0E880144B1}"/>
          </ac:cxnSpMkLst>
        </pc:cxnChg>
        <pc:cxnChg chg="del mod">
          <ac:chgData name="Mitra, Sayan" userId="5f9b069e-390c-41f3-af3f-6bd4b0fb9710" providerId="ADAL" clId="{603CB73D-5ABF-4B35-AB35-B8B719F0AA85}" dt="2022-07-03T13:09:49.987" v="7800" actId="478"/>
          <ac:cxnSpMkLst>
            <pc:docMk/>
            <pc:sldMk cId="551029900" sldId="6211"/>
            <ac:cxnSpMk id="37" creationId="{A049BC89-A546-470E-8019-8A5199134584}"/>
          </ac:cxnSpMkLst>
        </pc:cxnChg>
        <pc:cxnChg chg="del">
          <ac:chgData name="Mitra, Sayan" userId="5f9b069e-390c-41f3-af3f-6bd4b0fb9710" providerId="ADAL" clId="{603CB73D-5ABF-4B35-AB35-B8B719F0AA85}" dt="2022-07-03T13:09:32.066" v="7797" actId="478"/>
          <ac:cxnSpMkLst>
            <pc:docMk/>
            <pc:sldMk cId="551029900" sldId="6211"/>
            <ac:cxnSpMk id="43" creationId="{0DAF1D07-AF71-45E5-B205-5503A80933A8}"/>
          </ac:cxnSpMkLst>
        </pc:cxnChg>
        <pc:cxnChg chg="del">
          <ac:chgData name="Mitra, Sayan" userId="5f9b069e-390c-41f3-af3f-6bd4b0fb9710" providerId="ADAL" clId="{603CB73D-5ABF-4B35-AB35-B8B719F0AA85}" dt="2022-07-03T13:09:41.969" v="7799" actId="478"/>
          <ac:cxnSpMkLst>
            <pc:docMk/>
            <pc:sldMk cId="551029900" sldId="6211"/>
            <ac:cxnSpMk id="52" creationId="{855D82F6-B710-449A-BA2E-94C6C788EB03}"/>
          </ac:cxnSpMkLst>
        </pc:cxnChg>
        <pc:cxnChg chg="mod">
          <ac:chgData name="Mitra, Sayan" userId="5f9b069e-390c-41f3-af3f-6bd4b0fb9710" providerId="ADAL" clId="{603CB73D-5ABF-4B35-AB35-B8B719F0AA85}" dt="2022-07-04T17:27:06.578" v="14579" actId="692"/>
          <ac:cxnSpMkLst>
            <pc:docMk/>
            <pc:sldMk cId="551029900" sldId="6211"/>
            <ac:cxnSpMk id="56" creationId="{91A55A23-64A7-495E-8D95-48A6065334CC}"/>
          </ac:cxnSpMkLst>
        </pc:cxnChg>
        <pc:cxnChg chg="del mod">
          <ac:chgData name="Mitra, Sayan" userId="5f9b069e-390c-41f3-af3f-6bd4b0fb9710" providerId="ADAL" clId="{603CB73D-5ABF-4B35-AB35-B8B719F0AA85}" dt="2022-07-03T13:21:41.557" v="8187" actId="478"/>
          <ac:cxnSpMkLst>
            <pc:docMk/>
            <pc:sldMk cId="551029900" sldId="6211"/>
            <ac:cxnSpMk id="90" creationId="{10F09277-63A4-4C8F-A84C-2A6CB2A7F390}"/>
          </ac:cxnSpMkLst>
        </pc:cxnChg>
        <pc:cxnChg chg="mod">
          <ac:chgData name="Mitra, Sayan" userId="5f9b069e-390c-41f3-af3f-6bd4b0fb9710" providerId="ADAL" clId="{603CB73D-5ABF-4B35-AB35-B8B719F0AA85}" dt="2022-07-04T05:57:16.127" v="12753"/>
          <ac:cxnSpMkLst>
            <pc:docMk/>
            <pc:sldMk cId="551029900" sldId="6211"/>
            <ac:cxnSpMk id="103" creationId="{A52D8604-D7A7-40B6-8B97-E227290942FD}"/>
          </ac:cxnSpMkLst>
        </pc:cxnChg>
        <pc:cxnChg chg="mod">
          <ac:chgData name="Mitra, Sayan" userId="5f9b069e-390c-41f3-af3f-6bd4b0fb9710" providerId="ADAL" clId="{603CB73D-5ABF-4B35-AB35-B8B719F0AA85}" dt="2022-07-04T05:57:16.127" v="12753"/>
          <ac:cxnSpMkLst>
            <pc:docMk/>
            <pc:sldMk cId="551029900" sldId="6211"/>
            <ac:cxnSpMk id="104" creationId="{BA183776-D2EB-4151-A161-ABC818BB1A28}"/>
          </ac:cxnSpMkLst>
        </pc:cxnChg>
        <pc:cxnChg chg="add mod">
          <ac:chgData name="Mitra, Sayan" userId="5f9b069e-390c-41f3-af3f-6bd4b0fb9710" providerId="ADAL" clId="{603CB73D-5ABF-4B35-AB35-B8B719F0AA85}" dt="2022-07-04T17:28:49.478" v="14607" actId="692"/>
          <ac:cxnSpMkLst>
            <pc:docMk/>
            <pc:sldMk cId="551029900" sldId="6211"/>
            <ac:cxnSpMk id="105" creationId="{60064622-E234-41A8-813B-81C00AACB395}"/>
          </ac:cxnSpMkLst>
        </pc:cxnChg>
        <pc:cxnChg chg="del">
          <ac:chgData name="Mitra, Sayan" userId="5f9b069e-390c-41f3-af3f-6bd4b0fb9710" providerId="ADAL" clId="{603CB73D-5ABF-4B35-AB35-B8B719F0AA85}" dt="2022-07-03T13:16:08.055" v="7876" actId="478"/>
          <ac:cxnSpMkLst>
            <pc:docMk/>
            <pc:sldMk cId="551029900" sldId="6211"/>
            <ac:cxnSpMk id="109" creationId="{D37D7427-CD4C-4D06-BEE3-640C818F7EE1}"/>
          </ac:cxnSpMkLst>
        </pc:cxnChg>
        <pc:cxnChg chg="del">
          <ac:chgData name="Mitra, Sayan" userId="5f9b069e-390c-41f3-af3f-6bd4b0fb9710" providerId="ADAL" clId="{603CB73D-5ABF-4B35-AB35-B8B719F0AA85}" dt="2022-07-03T13:10:01.003" v="7803" actId="478"/>
          <ac:cxnSpMkLst>
            <pc:docMk/>
            <pc:sldMk cId="551029900" sldId="6211"/>
            <ac:cxnSpMk id="112" creationId="{333C4564-F92C-464A-A407-02994B14721E}"/>
          </ac:cxnSpMkLst>
        </pc:cxnChg>
        <pc:cxnChg chg="del mod">
          <ac:chgData name="Mitra, Sayan" userId="5f9b069e-390c-41f3-af3f-6bd4b0fb9710" providerId="ADAL" clId="{603CB73D-5ABF-4B35-AB35-B8B719F0AA85}" dt="2022-07-03T13:09:54.718" v="7801" actId="478"/>
          <ac:cxnSpMkLst>
            <pc:docMk/>
            <pc:sldMk cId="551029900" sldId="6211"/>
            <ac:cxnSpMk id="114" creationId="{6A7B2032-8BE9-45F2-A0D5-80B35855117F}"/>
          </ac:cxnSpMkLst>
        </pc:cxnChg>
        <pc:cxnChg chg="mod">
          <ac:chgData name="Mitra, Sayan" userId="5f9b069e-390c-41f3-af3f-6bd4b0fb9710" providerId="ADAL" clId="{603CB73D-5ABF-4B35-AB35-B8B719F0AA85}" dt="2022-07-04T17:28:35.600" v="14603" actId="692"/>
          <ac:cxnSpMkLst>
            <pc:docMk/>
            <pc:sldMk cId="551029900" sldId="6211"/>
            <ac:cxnSpMk id="116" creationId="{CFE9DED3-4667-4C12-90F2-6AD27F8CB174}"/>
          </ac:cxnSpMkLst>
        </pc:cxnChg>
        <pc:cxnChg chg="del">
          <ac:chgData name="Mitra, Sayan" userId="5f9b069e-390c-41f3-af3f-6bd4b0fb9710" providerId="ADAL" clId="{603CB73D-5ABF-4B35-AB35-B8B719F0AA85}" dt="2022-07-03T13:16:05.507" v="7875" actId="478"/>
          <ac:cxnSpMkLst>
            <pc:docMk/>
            <pc:sldMk cId="551029900" sldId="6211"/>
            <ac:cxnSpMk id="119" creationId="{C6BDE7BB-4B89-4741-8B5E-8F4D5553A4EB}"/>
          </ac:cxnSpMkLst>
        </pc:cxnChg>
        <pc:cxnChg chg="mod">
          <ac:chgData name="Mitra, Sayan" userId="5f9b069e-390c-41f3-af3f-6bd4b0fb9710" providerId="ADAL" clId="{603CB73D-5ABF-4B35-AB35-B8B719F0AA85}" dt="2022-07-04T17:28:57.744" v="14609" actId="692"/>
          <ac:cxnSpMkLst>
            <pc:docMk/>
            <pc:sldMk cId="551029900" sldId="6211"/>
            <ac:cxnSpMk id="128" creationId="{DB41B344-25B8-448A-82B0-D6F4FBAD94D1}"/>
          </ac:cxnSpMkLst>
        </pc:cxnChg>
        <pc:cxnChg chg="del">
          <ac:chgData name="Mitra, Sayan" userId="5f9b069e-390c-41f3-af3f-6bd4b0fb9710" providerId="ADAL" clId="{603CB73D-5ABF-4B35-AB35-B8B719F0AA85}" dt="2022-07-03T13:09:32.066" v="7797" actId="478"/>
          <ac:cxnSpMkLst>
            <pc:docMk/>
            <pc:sldMk cId="551029900" sldId="6211"/>
            <ac:cxnSpMk id="129" creationId="{7DCFB478-ACAF-4391-9274-B3D2B2BFD330}"/>
          </ac:cxnSpMkLst>
        </pc:cxnChg>
        <pc:cxnChg chg="mod">
          <ac:chgData name="Mitra, Sayan" userId="5f9b069e-390c-41f3-af3f-6bd4b0fb9710" providerId="ADAL" clId="{603CB73D-5ABF-4B35-AB35-B8B719F0AA85}" dt="2022-07-04T17:28:43.805" v="14605" actId="692"/>
          <ac:cxnSpMkLst>
            <pc:docMk/>
            <pc:sldMk cId="551029900" sldId="6211"/>
            <ac:cxnSpMk id="131" creationId="{F44809DC-5F62-4F28-BC74-A574CB487AA6}"/>
          </ac:cxnSpMkLst>
        </pc:cxnChg>
        <pc:cxnChg chg="add mod">
          <ac:chgData name="Mitra, Sayan" userId="5f9b069e-390c-41f3-af3f-6bd4b0fb9710" providerId="ADAL" clId="{603CB73D-5ABF-4B35-AB35-B8B719F0AA85}" dt="2022-07-04T17:26:55.458" v="14573" actId="692"/>
          <ac:cxnSpMkLst>
            <pc:docMk/>
            <pc:sldMk cId="551029900" sldId="6211"/>
            <ac:cxnSpMk id="132" creationId="{904987A2-CE27-4C0A-9FF1-DA2E3DA42ADE}"/>
          </ac:cxnSpMkLst>
        </pc:cxnChg>
        <pc:cxnChg chg="del">
          <ac:chgData name="Mitra, Sayan" userId="5f9b069e-390c-41f3-af3f-6bd4b0fb9710" providerId="ADAL" clId="{603CB73D-5ABF-4B35-AB35-B8B719F0AA85}" dt="2022-07-03T13:10:03.335" v="7804" actId="478"/>
          <ac:cxnSpMkLst>
            <pc:docMk/>
            <pc:sldMk cId="551029900" sldId="6211"/>
            <ac:cxnSpMk id="135" creationId="{690D2D66-0247-47C5-BE25-56DD81ED28E7}"/>
          </ac:cxnSpMkLst>
        </pc:cxnChg>
        <pc:cxnChg chg="del">
          <ac:chgData name="Mitra, Sayan" userId="5f9b069e-390c-41f3-af3f-6bd4b0fb9710" providerId="ADAL" clId="{603CB73D-5ABF-4B35-AB35-B8B719F0AA85}" dt="2022-07-03T13:09:41.969" v="7799" actId="478"/>
          <ac:cxnSpMkLst>
            <pc:docMk/>
            <pc:sldMk cId="551029900" sldId="6211"/>
            <ac:cxnSpMk id="136" creationId="{6DB2F6C1-BE70-42CD-AC75-62E1DA4E0FE6}"/>
          </ac:cxnSpMkLst>
        </pc:cxnChg>
        <pc:cxnChg chg="add del mod">
          <ac:chgData name="Mitra, Sayan" userId="5f9b069e-390c-41f3-af3f-6bd4b0fb9710" providerId="ADAL" clId="{603CB73D-5ABF-4B35-AB35-B8B719F0AA85}" dt="2022-07-03T13:39:02.853" v="8579" actId="478"/>
          <ac:cxnSpMkLst>
            <pc:docMk/>
            <pc:sldMk cId="551029900" sldId="6211"/>
            <ac:cxnSpMk id="139" creationId="{3EB614BA-2153-40ED-858B-284434747EF3}"/>
          </ac:cxnSpMkLst>
        </pc:cxnChg>
        <pc:cxnChg chg="add del mod ord">
          <ac:chgData name="Mitra, Sayan" userId="5f9b069e-390c-41f3-af3f-6bd4b0fb9710" providerId="ADAL" clId="{603CB73D-5ABF-4B35-AB35-B8B719F0AA85}" dt="2022-07-03T13:39:02.853" v="8579" actId="478"/>
          <ac:cxnSpMkLst>
            <pc:docMk/>
            <pc:sldMk cId="551029900" sldId="6211"/>
            <ac:cxnSpMk id="140" creationId="{5F4C89FB-1A71-48B9-879C-4ABAEEF57820}"/>
          </ac:cxnSpMkLst>
        </pc:cxnChg>
        <pc:cxnChg chg="del">
          <ac:chgData name="Mitra, Sayan" userId="5f9b069e-390c-41f3-af3f-6bd4b0fb9710" providerId="ADAL" clId="{603CB73D-5ABF-4B35-AB35-B8B719F0AA85}" dt="2022-07-03T13:10:06.382" v="7805" actId="478"/>
          <ac:cxnSpMkLst>
            <pc:docMk/>
            <pc:sldMk cId="551029900" sldId="6211"/>
            <ac:cxnSpMk id="151" creationId="{BF862557-1725-4B1A-AF40-A0407698F8FD}"/>
          </ac:cxnSpMkLst>
        </pc:cxnChg>
        <pc:cxnChg chg="mod">
          <ac:chgData name="Mitra, Sayan" userId="5f9b069e-390c-41f3-af3f-6bd4b0fb9710" providerId="ADAL" clId="{603CB73D-5ABF-4B35-AB35-B8B719F0AA85}" dt="2022-07-04T17:28:15.700" v="14601" actId="692"/>
          <ac:cxnSpMkLst>
            <pc:docMk/>
            <pc:sldMk cId="551029900" sldId="6211"/>
            <ac:cxnSpMk id="156" creationId="{AD2095F0-64A3-42F4-BF6A-97C3D5A3B109}"/>
          </ac:cxnSpMkLst>
        </pc:cxnChg>
        <pc:cxnChg chg="mod">
          <ac:chgData name="Mitra, Sayan" userId="5f9b069e-390c-41f3-af3f-6bd4b0fb9710" providerId="ADAL" clId="{603CB73D-5ABF-4B35-AB35-B8B719F0AA85}" dt="2022-07-04T17:27:57.354" v="14595" actId="692"/>
          <ac:cxnSpMkLst>
            <pc:docMk/>
            <pc:sldMk cId="551029900" sldId="6211"/>
            <ac:cxnSpMk id="157" creationId="{6D6DA952-3018-4AAE-9DD3-EE58B667448F}"/>
          </ac:cxnSpMkLst>
        </pc:cxnChg>
        <pc:cxnChg chg="mod">
          <ac:chgData name="Mitra, Sayan" userId="5f9b069e-390c-41f3-af3f-6bd4b0fb9710" providerId="ADAL" clId="{603CB73D-5ABF-4B35-AB35-B8B719F0AA85}" dt="2022-07-04T17:27:28.627" v="14589" actId="692"/>
          <ac:cxnSpMkLst>
            <pc:docMk/>
            <pc:sldMk cId="551029900" sldId="6211"/>
            <ac:cxnSpMk id="159" creationId="{09C160E0-2482-42A0-AD95-7B6DD0DF1E1E}"/>
          </ac:cxnSpMkLst>
        </pc:cxnChg>
      </pc:sldChg>
      <pc:sldChg chg="ord">
        <pc:chgData name="Mitra, Sayan" userId="5f9b069e-390c-41f3-af3f-6bd4b0fb9710" providerId="ADAL" clId="{603CB73D-5ABF-4B35-AB35-B8B719F0AA85}" dt="2022-07-04T05:34:44.106" v="12476"/>
        <pc:sldMkLst>
          <pc:docMk/>
          <pc:sldMk cId="1149257076" sldId="6212"/>
        </pc:sldMkLst>
      </pc:sldChg>
      <pc:sldChg chg="addSp delSp modSp mod modClrScheme chgLayout">
        <pc:chgData name="Mitra, Sayan" userId="5f9b069e-390c-41f3-af3f-6bd4b0fb9710" providerId="ADAL" clId="{603CB73D-5ABF-4B35-AB35-B8B719F0AA85}" dt="2022-07-04T17:29:50.370" v="14622" actId="20577"/>
        <pc:sldMkLst>
          <pc:docMk/>
          <pc:sldMk cId="4022830053" sldId="6214"/>
        </pc:sldMkLst>
        <pc:spChg chg="mod ord">
          <ac:chgData name="Mitra, Sayan" userId="5f9b069e-390c-41f3-af3f-6bd4b0fb9710" providerId="ADAL" clId="{603CB73D-5ABF-4B35-AB35-B8B719F0AA85}" dt="2022-07-04T16:32:04.597" v="14357" actId="700"/>
          <ac:spMkLst>
            <pc:docMk/>
            <pc:sldMk cId="4022830053" sldId="6214"/>
            <ac:spMk id="2" creationId="{D70532A7-457F-440A-A4AD-532CA10696A3}"/>
          </ac:spMkLst>
        </pc:spChg>
        <pc:spChg chg="del mod">
          <ac:chgData name="Mitra, Sayan" userId="5f9b069e-390c-41f3-af3f-6bd4b0fb9710" providerId="ADAL" clId="{603CB73D-5ABF-4B35-AB35-B8B719F0AA85}" dt="2022-07-04T16:31:02.190" v="14351" actId="478"/>
          <ac:spMkLst>
            <pc:docMk/>
            <pc:sldMk cId="4022830053" sldId="6214"/>
            <ac:spMk id="3" creationId="{B4846AA2-7E2B-4BD8-A7EC-C40F1CE3889A}"/>
          </ac:spMkLst>
        </pc:spChg>
        <pc:spChg chg="add del mod ord">
          <ac:chgData name="Mitra, Sayan" userId="5f9b069e-390c-41f3-af3f-6bd4b0fb9710" providerId="ADAL" clId="{603CB73D-5ABF-4B35-AB35-B8B719F0AA85}" dt="2022-07-04T16:32:08.192" v="14358" actId="478"/>
          <ac:spMkLst>
            <pc:docMk/>
            <pc:sldMk cId="4022830053" sldId="6214"/>
            <ac:spMk id="6" creationId="{A3A36915-ED26-4FCE-A210-CDBE6807784F}"/>
          </ac:spMkLst>
        </pc:spChg>
        <pc:spChg chg="add del mod ord">
          <ac:chgData name="Mitra, Sayan" userId="5f9b069e-390c-41f3-af3f-6bd4b0fb9710" providerId="ADAL" clId="{603CB73D-5ABF-4B35-AB35-B8B719F0AA85}" dt="2022-07-04T16:32:11.397" v="14359" actId="478"/>
          <ac:spMkLst>
            <pc:docMk/>
            <pc:sldMk cId="4022830053" sldId="6214"/>
            <ac:spMk id="7" creationId="{0293155A-1D87-4EBA-B91C-C0E7E58995A0}"/>
          </ac:spMkLst>
        </pc:spChg>
        <pc:spChg chg="mod">
          <ac:chgData name="Mitra, Sayan" userId="5f9b069e-390c-41f3-af3f-6bd4b0fb9710" providerId="ADAL" clId="{603CB73D-5ABF-4B35-AB35-B8B719F0AA85}" dt="2022-07-04T04:56:15.863" v="12448" actId="1035"/>
          <ac:spMkLst>
            <pc:docMk/>
            <pc:sldMk cId="4022830053" sldId="6214"/>
            <ac:spMk id="11" creationId="{FF8F9A01-76BE-4400-9E75-84418B5B0746}"/>
          </ac:spMkLst>
        </pc:spChg>
        <pc:spChg chg="mod">
          <ac:chgData name="Mitra, Sayan" userId="5f9b069e-390c-41f3-af3f-6bd4b0fb9710" providerId="ADAL" clId="{603CB73D-5ABF-4B35-AB35-B8B719F0AA85}" dt="2022-07-04T04:56:15.863" v="12448" actId="1035"/>
          <ac:spMkLst>
            <pc:docMk/>
            <pc:sldMk cId="4022830053" sldId="6214"/>
            <ac:spMk id="13" creationId="{4DCC5F45-E2FD-4E56-90E4-DEFCE534B6AB}"/>
          </ac:spMkLst>
        </pc:spChg>
        <pc:graphicFrameChg chg="mod">
          <ac:chgData name="Mitra, Sayan" userId="5f9b069e-390c-41f3-af3f-6bd4b0fb9710" providerId="ADAL" clId="{603CB73D-5ABF-4B35-AB35-B8B719F0AA85}" dt="2022-07-04T17:29:50.370" v="14622" actId="20577"/>
          <ac:graphicFrameMkLst>
            <pc:docMk/>
            <pc:sldMk cId="4022830053" sldId="6214"/>
            <ac:graphicFrameMk id="4" creationId="{2CD9BD51-F711-4EE1-B557-4F848BED9E5B}"/>
          </ac:graphicFrameMkLst>
        </pc:graphicFrameChg>
        <pc:graphicFrameChg chg="mod">
          <ac:chgData name="Mitra, Sayan" userId="5f9b069e-390c-41f3-af3f-6bd4b0fb9710" providerId="ADAL" clId="{603CB73D-5ABF-4B35-AB35-B8B719F0AA85}" dt="2022-07-04T04:58:53.314" v="12462" actId="12100"/>
          <ac:graphicFrameMkLst>
            <pc:docMk/>
            <pc:sldMk cId="4022830053" sldId="6214"/>
            <ac:graphicFrameMk id="5" creationId="{A2171521-BF8F-4AFC-9FBC-309A2C423109}"/>
          </ac:graphicFrameMkLst>
        </pc:graphicFrameChg>
        <pc:graphicFrameChg chg="mod">
          <ac:chgData name="Mitra, Sayan" userId="5f9b069e-390c-41f3-af3f-6bd4b0fb9710" providerId="ADAL" clId="{603CB73D-5ABF-4B35-AB35-B8B719F0AA85}" dt="2022-07-04T04:56:15.863" v="12448" actId="1035"/>
          <ac:graphicFrameMkLst>
            <pc:docMk/>
            <pc:sldMk cId="4022830053" sldId="6214"/>
            <ac:graphicFrameMk id="14" creationId="{5D83B691-96DB-498D-BB79-3DCBEC37E9CF}"/>
          </ac:graphicFrameMkLst>
        </pc:graphicFrameChg>
        <pc:cxnChg chg="mod">
          <ac:chgData name="Mitra, Sayan" userId="5f9b069e-390c-41f3-af3f-6bd4b0fb9710" providerId="ADAL" clId="{603CB73D-5ABF-4B35-AB35-B8B719F0AA85}" dt="2022-07-04T04:56:15.863" v="12448" actId="1035"/>
          <ac:cxnSpMkLst>
            <pc:docMk/>
            <pc:sldMk cId="4022830053" sldId="6214"/>
            <ac:cxnSpMk id="9" creationId="{0E77DFAB-BA35-4A05-9E12-B193FA6E597F}"/>
          </ac:cxnSpMkLst>
        </pc:cxnChg>
        <pc:cxnChg chg="mod">
          <ac:chgData name="Mitra, Sayan" userId="5f9b069e-390c-41f3-af3f-6bd4b0fb9710" providerId="ADAL" clId="{603CB73D-5ABF-4B35-AB35-B8B719F0AA85}" dt="2022-07-04T04:56:15.863" v="12448" actId="1035"/>
          <ac:cxnSpMkLst>
            <pc:docMk/>
            <pc:sldMk cId="4022830053" sldId="6214"/>
            <ac:cxnSpMk id="12" creationId="{6C9EAC4C-21EB-4BE1-BE77-27FF4EEBA753}"/>
          </ac:cxnSpMkLst>
        </pc:cxnChg>
      </pc:sldChg>
      <pc:sldChg chg="addSp delSp modSp add mod modClrScheme addAnim delAnim modAnim chgLayout">
        <pc:chgData name="Mitra, Sayan" userId="5f9b069e-390c-41f3-af3f-6bd4b0fb9710" providerId="ADAL" clId="{603CB73D-5ABF-4B35-AB35-B8B719F0AA85}" dt="2022-07-04T16:33:08.186" v="14370" actId="478"/>
        <pc:sldMkLst>
          <pc:docMk/>
          <pc:sldMk cId="484351821" sldId="6215"/>
        </pc:sldMkLst>
        <pc:spChg chg="mod ord">
          <ac:chgData name="Mitra, Sayan" userId="5f9b069e-390c-41f3-af3f-6bd4b0fb9710" providerId="ADAL" clId="{603CB73D-5ABF-4B35-AB35-B8B719F0AA85}" dt="2022-07-04T16:32:57.121" v="14368" actId="700"/>
          <ac:spMkLst>
            <pc:docMk/>
            <pc:sldMk cId="484351821" sldId="6215"/>
            <ac:spMk id="2" creationId="{40DEA8BD-8A64-43E8-ABA4-688AE1E16EA0}"/>
          </ac:spMkLst>
        </pc:spChg>
        <pc:spChg chg="add del mod ord">
          <ac:chgData name="Mitra, Sayan" userId="5f9b069e-390c-41f3-af3f-6bd4b0fb9710" providerId="ADAL" clId="{603CB73D-5ABF-4B35-AB35-B8B719F0AA85}" dt="2022-07-04T16:33:08.186" v="14370" actId="478"/>
          <ac:spMkLst>
            <pc:docMk/>
            <pc:sldMk cId="484351821" sldId="6215"/>
            <ac:spMk id="3" creationId="{D6930D3F-CF1D-40E2-A528-3942FE4438BB}"/>
          </ac:spMkLst>
        </pc:spChg>
        <pc:spChg chg="add del mod ord">
          <ac:chgData name="Mitra, Sayan" userId="5f9b069e-390c-41f3-af3f-6bd4b0fb9710" providerId="ADAL" clId="{603CB73D-5ABF-4B35-AB35-B8B719F0AA85}" dt="2022-07-04T16:33:03.186" v="14369" actId="478"/>
          <ac:spMkLst>
            <pc:docMk/>
            <pc:sldMk cId="484351821" sldId="6215"/>
            <ac:spMk id="4" creationId="{DBA399B3-1138-45C0-B01A-C6CA69722505}"/>
          </ac:spMkLst>
        </pc:spChg>
        <pc:spChg chg="add del">
          <ac:chgData name="Mitra, Sayan" userId="5f9b069e-390c-41f3-af3f-6bd4b0fb9710" providerId="ADAL" clId="{603CB73D-5ABF-4B35-AB35-B8B719F0AA85}" dt="2022-07-04T04:15:30.783" v="10951" actId="478"/>
          <ac:spMkLst>
            <pc:docMk/>
            <pc:sldMk cId="484351821" sldId="6215"/>
            <ac:spMk id="4" creationId="{F9108327-C6A8-43CF-80C3-E5BA9F2C269A}"/>
          </ac:spMkLst>
        </pc:spChg>
        <pc:spChg chg="add del mod">
          <ac:chgData name="Mitra, Sayan" userId="5f9b069e-390c-41f3-af3f-6bd4b0fb9710" providerId="ADAL" clId="{603CB73D-5ABF-4B35-AB35-B8B719F0AA85}" dt="2022-07-04T04:15:23.526" v="10950"/>
          <ac:spMkLst>
            <pc:docMk/>
            <pc:sldMk cId="484351821" sldId="6215"/>
            <ac:spMk id="5" creationId="{370F6C53-3782-4853-B253-5E00A15420A5}"/>
          </ac:spMkLst>
        </pc:spChg>
        <pc:spChg chg="del">
          <ac:chgData name="Mitra, Sayan" userId="5f9b069e-390c-41f3-af3f-6bd4b0fb9710" providerId="ADAL" clId="{603CB73D-5ABF-4B35-AB35-B8B719F0AA85}" dt="2022-07-04T03:58:42.867" v="10864" actId="478"/>
          <ac:spMkLst>
            <pc:docMk/>
            <pc:sldMk cId="484351821" sldId="6215"/>
            <ac:spMk id="6" creationId="{D2ABAB45-F452-4A11-A5FA-A0F7807FD281}"/>
          </ac:spMkLst>
        </pc:spChg>
        <pc:spChg chg="mod">
          <ac:chgData name="Mitra, Sayan" userId="5f9b069e-390c-41f3-af3f-6bd4b0fb9710" providerId="ADAL" clId="{603CB73D-5ABF-4B35-AB35-B8B719F0AA85}" dt="2022-07-04T04:14:59.853" v="10945"/>
          <ac:spMkLst>
            <pc:docMk/>
            <pc:sldMk cId="484351821" sldId="6215"/>
            <ac:spMk id="8" creationId="{D5B950BD-BF9F-4138-A152-9513B2132D7F}"/>
          </ac:spMkLst>
        </pc:spChg>
        <pc:spChg chg="mod">
          <ac:chgData name="Mitra, Sayan" userId="5f9b069e-390c-41f3-af3f-6bd4b0fb9710" providerId="ADAL" clId="{603CB73D-5ABF-4B35-AB35-B8B719F0AA85}" dt="2022-07-04T04:14:59.853" v="10945"/>
          <ac:spMkLst>
            <pc:docMk/>
            <pc:sldMk cId="484351821" sldId="6215"/>
            <ac:spMk id="9" creationId="{29AAC41D-30B2-4675-8F1C-3C2EFA403A89}"/>
          </ac:spMkLst>
        </pc:spChg>
        <pc:spChg chg="mod">
          <ac:chgData name="Mitra, Sayan" userId="5f9b069e-390c-41f3-af3f-6bd4b0fb9710" providerId="ADAL" clId="{603CB73D-5ABF-4B35-AB35-B8B719F0AA85}" dt="2022-07-04T04:14:59.853" v="10945"/>
          <ac:spMkLst>
            <pc:docMk/>
            <pc:sldMk cId="484351821" sldId="6215"/>
            <ac:spMk id="10" creationId="{A850548A-83C5-48C3-94D1-564676F00301}"/>
          </ac:spMkLst>
        </pc:spChg>
        <pc:spChg chg="mod">
          <ac:chgData name="Mitra, Sayan" userId="5f9b069e-390c-41f3-af3f-6bd4b0fb9710" providerId="ADAL" clId="{603CB73D-5ABF-4B35-AB35-B8B719F0AA85}" dt="2022-07-04T04:14:59.853" v="10945"/>
          <ac:spMkLst>
            <pc:docMk/>
            <pc:sldMk cId="484351821" sldId="6215"/>
            <ac:spMk id="11" creationId="{AC409FBD-1AD1-401D-AD24-190A648CDA54}"/>
          </ac:spMkLst>
        </pc:spChg>
        <pc:spChg chg="add del mod">
          <ac:chgData name="Mitra, Sayan" userId="5f9b069e-390c-41f3-af3f-6bd4b0fb9710" providerId="ADAL" clId="{603CB73D-5ABF-4B35-AB35-B8B719F0AA85}" dt="2022-07-04T04:15:23.526" v="10950"/>
          <ac:spMkLst>
            <pc:docMk/>
            <pc:sldMk cId="484351821" sldId="6215"/>
            <ac:spMk id="12" creationId="{2521F134-A040-412B-B0CA-AE444542F893}"/>
          </ac:spMkLst>
        </pc:spChg>
        <pc:spChg chg="add del mod">
          <ac:chgData name="Mitra, Sayan" userId="5f9b069e-390c-41f3-af3f-6bd4b0fb9710" providerId="ADAL" clId="{603CB73D-5ABF-4B35-AB35-B8B719F0AA85}" dt="2022-07-04T04:15:23.526" v="10950"/>
          <ac:spMkLst>
            <pc:docMk/>
            <pc:sldMk cId="484351821" sldId="6215"/>
            <ac:spMk id="13" creationId="{8C880308-9C70-448C-BAF9-62645877D10C}"/>
          </ac:spMkLst>
        </pc:spChg>
        <pc:spChg chg="add del mod">
          <ac:chgData name="Mitra, Sayan" userId="5f9b069e-390c-41f3-af3f-6bd4b0fb9710" providerId="ADAL" clId="{603CB73D-5ABF-4B35-AB35-B8B719F0AA85}" dt="2022-07-04T04:15:23.526" v="10950"/>
          <ac:spMkLst>
            <pc:docMk/>
            <pc:sldMk cId="484351821" sldId="6215"/>
            <ac:spMk id="14" creationId="{FC61E9D5-8346-4AEE-9333-99A75899ACF3}"/>
          </ac:spMkLst>
        </pc:spChg>
        <pc:spChg chg="add del mod">
          <ac:chgData name="Mitra, Sayan" userId="5f9b069e-390c-41f3-af3f-6bd4b0fb9710" providerId="ADAL" clId="{603CB73D-5ABF-4B35-AB35-B8B719F0AA85}" dt="2022-07-04T04:15:23.526" v="10950"/>
          <ac:spMkLst>
            <pc:docMk/>
            <pc:sldMk cId="484351821" sldId="6215"/>
            <ac:spMk id="15" creationId="{2672C874-31EA-41DE-BDBD-0E9B8B7BEABD}"/>
          </ac:spMkLst>
        </pc:spChg>
        <pc:spChg chg="add del mod">
          <ac:chgData name="Mitra, Sayan" userId="5f9b069e-390c-41f3-af3f-6bd4b0fb9710" providerId="ADAL" clId="{603CB73D-5ABF-4B35-AB35-B8B719F0AA85}" dt="2022-07-04T04:15:23.526" v="10950"/>
          <ac:spMkLst>
            <pc:docMk/>
            <pc:sldMk cId="484351821" sldId="6215"/>
            <ac:spMk id="16" creationId="{CAF8C972-489A-4289-A927-40E8F0C65BC0}"/>
          </ac:spMkLst>
        </pc:spChg>
        <pc:spChg chg="add del mod">
          <ac:chgData name="Mitra, Sayan" userId="5f9b069e-390c-41f3-af3f-6bd4b0fb9710" providerId="ADAL" clId="{603CB73D-5ABF-4B35-AB35-B8B719F0AA85}" dt="2022-07-04T04:15:23.526" v="10950"/>
          <ac:spMkLst>
            <pc:docMk/>
            <pc:sldMk cId="484351821" sldId="6215"/>
            <ac:spMk id="17" creationId="{3067A3B3-B07D-4714-AC95-A64521BC4EFA}"/>
          </ac:spMkLst>
        </pc:spChg>
        <pc:spChg chg="mod">
          <ac:chgData name="Mitra, Sayan" userId="5f9b069e-390c-41f3-af3f-6bd4b0fb9710" providerId="ADAL" clId="{603CB73D-5ABF-4B35-AB35-B8B719F0AA85}" dt="2022-07-04T04:14:59.853" v="10945"/>
          <ac:spMkLst>
            <pc:docMk/>
            <pc:sldMk cId="484351821" sldId="6215"/>
            <ac:spMk id="19" creationId="{7EB3B2E1-571A-4A13-9678-8BD480BD6CA5}"/>
          </ac:spMkLst>
        </pc:spChg>
        <pc:spChg chg="mod">
          <ac:chgData name="Mitra, Sayan" userId="5f9b069e-390c-41f3-af3f-6bd4b0fb9710" providerId="ADAL" clId="{603CB73D-5ABF-4B35-AB35-B8B719F0AA85}" dt="2022-07-04T04:14:59.853" v="10945"/>
          <ac:spMkLst>
            <pc:docMk/>
            <pc:sldMk cId="484351821" sldId="6215"/>
            <ac:spMk id="20" creationId="{3AACB69A-A412-45D2-B330-66BE99C0E9D8}"/>
          </ac:spMkLst>
        </pc:spChg>
        <pc:spChg chg="mod">
          <ac:chgData name="Mitra, Sayan" userId="5f9b069e-390c-41f3-af3f-6bd4b0fb9710" providerId="ADAL" clId="{603CB73D-5ABF-4B35-AB35-B8B719F0AA85}" dt="2022-07-04T04:14:59.853" v="10945"/>
          <ac:spMkLst>
            <pc:docMk/>
            <pc:sldMk cId="484351821" sldId="6215"/>
            <ac:spMk id="22" creationId="{3B2F09A7-A3A0-4F4B-84F5-7E825720DA8C}"/>
          </ac:spMkLst>
        </pc:spChg>
        <pc:spChg chg="mod">
          <ac:chgData name="Mitra, Sayan" userId="5f9b069e-390c-41f3-af3f-6bd4b0fb9710" providerId="ADAL" clId="{603CB73D-5ABF-4B35-AB35-B8B719F0AA85}" dt="2022-07-04T04:14:59.853" v="10945"/>
          <ac:spMkLst>
            <pc:docMk/>
            <pc:sldMk cId="484351821" sldId="6215"/>
            <ac:spMk id="23" creationId="{A9C97883-F156-45C2-89B0-FC7F9F3B7839}"/>
          </ac:spMkLst>
        </pc:spChg>
        <pc:spChg chg="add del mod">
          <ac:chgData name="Mitra, Sayan" userId="5f9b069e-390c-41f3-af3f-6bd4b0fb9710" providerId="ADAL" clId="{603CB73D-5ABF-4B35-AB35-B8B719F0AA85}" dt="2022-07-04T04:15:23.526" v="10950"/>
          <ac:spMkLst>
            <pc:docMk/>
            <pc:sldMk cId="484351821" sldId="6215"/>
            <ac:spMk id="24" creationId="{2DD6DCB7-9915-4D2E-8FC4-9D40B418370F}"/>
          </ac:spMkLst>
        </pc:spChg>
        <pc:spChg chg="add del mod">
          <ac:chgData name="Mitra, Sayan" userId="5f9b069e-390c-41f3-af3f-6bd4b0fb9710" providerId="ADAL" clId="{603CB73D-5ABF-4B35-AB35-B8B719F0AA85}" dt="2022-07-04T04:15:23.526" v="10950"/>
          <ac:spMkLst>
            <pc:docMk/>
            <pc:sldMk cId="484351821" sldId="6215"/>
            <ac:spMk id="25" creationId="{8F703797-16BD-4ED8-84A3-7BE5F65022BC}"/>
          </ac:spMkLst>
        </pc:spChg>
        <pc:spChg chg="add del mod">
          <ac:chgData name="Mitra, Sayan" userId="5f9b069e-390c-41f3-af3f-6bd4b0fb9710" providerId="ADAL" clId="{603CB73D-5ABF-4B35-AB35-B8B719F0AA85}" dt="2022-07-04T04:15:23.526" v="10950"/>
          <ac:spMkLst>
            <pc:docMk/>
            <pc:sldMk cId="484351821" sldId="6215"/>
            <ac:spMk id="27" creationId="{0E5126C1-E77D-4249-95F6-FADACAD1DDC5}"/>
          </ac:spMkLst>
        </pc:spChg>
        <pc:spChg chg="add del mod">
          <ac:chgData name="Mitra, Sayan" userId="5f9b069e-390c-41f3-af3f-6bd4b0fb9710" providerId="ADAL" clId="{603CB73D-5ABF-4B35-AB35-B8B719F0AA85}" dt="2022-07-04T04:15:23.526" v="10950"/>
          <ac:spMkLst>
            <pc:docMk/>
            <pc:sldMk cId="484351821" sldId="6215"/>
            <ac:spMk id="28" creationId="{AD79B777-3EEE-4A35-AB4C-F5F4FAA5C3F4}"/>
          </ac:spMkLst>
        </pc:spChg>
        <pc:spChg chg="add del mod">
          <ac:chgData name="Mitra, Sayan" userId="5f9b069e-390c-41f3-af3f-6bd4b0fb9710" providerId="ADAL" clId="{603CB73D-5ABF-4B35-AB35-B8B719F0AA85}" dt="2022-07-04T04:15:23.526" v="10950"/>
          <ac:spMkLst>
            <pc:docMk/>
            <pc:sldMk cId="484351821" sldId="6215"/>
            <ac:spMk id="29" creationId="{58E847F2-E959-4736-BF55-A6D4368603B6}"/>
          </ac:spMkLst>
        </pc:spChg>
        <pc:spChg chg="add del mod">
          <ac:chgData name="Mitra, Sayan" userId="5f9b069e-390c-41f3-af3f-6bd4b0fb9710" providerId="ADAL" clId="{603CB73D-5ABF-4B35-AB35-B8B719F0AA85}" dt="2022-07-04T04:15:23.526" v="10950"/>
          <ac:spMkLst>
            <pc:docMk/>
            <pc:sldMk cId="484351821" sldId="6215"/>
            <ac:spMk id="30" creationId="{61D603EF-FDE6-4468-925D-B136562A92B5}"/>
          </ac:spMkLst>
        </pc:spChg>
        <pc:spChg chg="add del mod">
          <ac:chgData name="Mitra, Sayan" userId="5f9b069e-390c-41f3-af3f-6bd4b0fb9710" providerId="ADAL" clId="{603CB73D-5ABF-4B35-AB35-B8B719F0AA85}" dt="2022-07-04T04:15:23.526" v="10950"/>
          <ac:spMkLst>
            <pc:docMk/>
            <pc:sldMk cId="484351821" sldId="6215"/>
            <ac:spMk id="31" creationId="{0900E3AA-CFE0-4FE9-ADF7-4C834DEB8F41}"/>
          </ac:spMkLst>
        </pc:spChg>
        <pc:spChg chg="add del mod">
          <ac:chgData name="Mitra, Sayan" userId="5f9b069e-390c-41f3-af3f-6bd4b0fb9710" providerId="ADAL" clId="{603CB73D-5ABF-4B35-AB35-B8B719F0AA85}" dt="2022-07-04T04:15:23.526" v="10950"/>
          <ac:spMkLst>
            <pc:docMk/>
            <pc:sldMk cId="484351821" sldId="6215"/>
            <ac:spMk id="32" creationId="{13849BA6-F50F-4541-B0C8-60B6CCFA3C36}"/>
          </ac:spMkLst>
        </pc:spChg>
        <pc:spChg chg="add mod">
          <ac:chgData name="Mitra, Sayan" userId="5f9b069e-390c-41f3-af3f-6bd4b0fb9710" providerId="ADAL" clId="{603CB73D-5ABF-4B35-AB35-B8B719F0AA85}" dt="2022-07-04T04:38:34.962" v="12116" actId="1035"/>
          <ac:spMkLst>
            <pc:docMk/>
            <pc:sldMk cId="484351821" sldId="6215"/>
            <ac:spMk id="38" creationId="{B79C7C9E-CDC8-40BA-AF8C-4A6C8C7C58FC}"/>
          </ac:spMkLst>
        </pc:spChg>
        <pc:spChg chg="mod">
          <ac:chgData name="Mitra, Sayan" userId="5f9b069e-390c-41f3-af3f-6bd4b0fb9710" providerId="ADAL" clId="{603CB73D-5ABF-4B35-AB35-B8B719F0AA85}" dt="2022-07-04T04:15:37.204" v="10952"/>
          <ac:spMkLst>
            <pc:docMk/>
            <pc:sldMk cId="484351821" sldId="6215"/>
            <ac:spMk id="40" creationId="{AB47AB00-3874-4371-BB82-1CD1CC9C1CFD}"/>
          </ac:spMkLst>
        </pc:spChg>
        <pc:spChg chg="mod">
          <ac:chgData name="Mitra, Sayan" userId="5f9b069e-390c-41f3-af3f-6bd4b0fb9710" providerId="ADAL" clId="{603CB73D-5ABF-4B35-AB35-B8B719F0AA85}" dt="2022-07-04T04:15:37.204" v="10952"/>
          <ac:spMkLst>
            <pc:docMk/>
            <pc:sldMk cId="484351821" sldId="6215"/>
            <ac:spMk id="41" creationId="{EE607B2A-7A0C-4ED9-B7BA-D1BDEA987E4C}"/>
          </ac:spMkLst>
        </pc:spChg>
        <pc:spChg chg="mod">
          <ac:chgData name="Mitra, Sayan" userId="5f9b069e-390c-41f3-af3f-6bd4b0fb9710" providerId="ADAL" clId="{603CB73D-5ABF-4B35-AB35-B8B719F0AA85}" dt="2022-07-04T04:15:37.204" v="10952"/>
          <ac:spMkLst>
            <pc:docMk/>
            <pc:sldMk cId="484351821" sldId="6215"/>
            <ac:spMk id="42" creationId="{4E280D23-CE88-4F68-A9AE-EBE1E43A3529}"/>
          </ac:spMkLst>
        </pc:spChg>
        <pc:spChg chg="mod">
          <ac:chgData name="Mitra, Sayan" userId="5f9b069e-390c-41f3-af3f-6bd4b0fb9710" providerId="ADAL" clId="{603CB73D-5ABF-4B35-AB35-B8B719F0AA85}" dt="2022-07-04T04:15:37.204" v="10952"/>
          <ac:spMkLst>
            <pc:docMk/>
            <pc:sldMk cId="484351821" sldId="6215"/>
            <ac:spMk id="43" creationId="{C0F22FC4-5C29-4461-9A80-6262E7E9B6BD}"/>
          </ac:spMkLst>
        </pc:spChg>
        <pc:spChg chg="add mod">
          <ac:chgData name="Mitra, Sayan" userId="5f9b069e-390c-41f3-af3f-6bd4b0fb9710" providerId="ADAL" clId="{603CB73D-5ABF-4B35-AB35-B8B719F0AA85}" dt="2022-07-04T04:38:34.962" v="12116" actId="1035"/>
          <ac:spMkLst>
            <pc:docMk/>
            <pc:sldMk cId="484351821" sldId="6215"/>
            <ac:spMk id="44" creationId="{10738C7F-0D21-44D0-9CA7-0DC97F4E8CA4}"/>
          </ac:spMkLst>
        </pc:spChg>
        <pc:spChg chg="add mod">
          <ac:chgData name="Mitra, Sayan" userId="5f9b069e-390c-41f3-af3f-6bd4b0fb9710" providerId="ADAL" clId="{603CB73D-5ABF-4B35-AB35-B8B719F0AA85}" dt="2022-07-04T04:38:34.962" v="12116" actId="1035"/>
          <ac:spMkLst>
            <pc:docMk/>
            <pc:sldMk cId="484351821" sldId="6215"/>
            <ac:spMk id="45" creationId="{20670ECC-E86A-4D0B-9E07-3959F333A6A3}"/>
          </ac:spMkLst>
        </pc:spChg>
        <pc:spChg chg="add mod">
          <ac:chgData name="Mitra, Sayan" userId="5f9b069e-390c-41f3-af3f-6bd4b0fb9710" providerId="ADAL" clId="{603CB73D-5ABF-4B35-AB35-B8B719F0AA85}" dt="2022-07-04T04:38:34.962" v="12116" actId="1035"/>
          <ac:spMkLst>
            <pc:docMk/>
            <pc:sldMk cId="484351821" sldId="6215"/>
            <ac:spMk id="46" creationId="{54F548C3-F423-47FD-AF1E-638A5B5A0688}"/>
          </ac:spMkLst>
        </pc:spChg>
        <pc:spChg chg="add mod">
          <ac:chgData name="Mitra, Sayan" userId="5f9b069e-390c-41f3-af3f-6bd4b0fb9710" providerId="ADAL" clId="{603CB73D-5ABF-4B35-AB35-B8B719F0AA85}" dt="2022-07-04T04:38:34.962" v="12116" actId="1035"/>
          <ac:spMkLst>
            <pc:docMk/>
            <pc:sldMk cId="484351821" sldId="6215"/>
            <ac:spMk id="47" creationId="{3EE1EEF3-C3EC-4DFD-88DD-FB2786D1E763}"/>
          </ac:spMkLst>
        </pc:spChg>
        <pc:spChg chg="add mod">
          <ac:chgData name="Mitra, Sayan" userId="5f9b069e-390c-41f3-af3f-6bd4b0fb9710" providerId="ADAL" clId="{603CB73D-5ABF-4B35-AB35-B8B719F0AA85}" dt="2022-07-04T04:38:34.962" v="12116" actId="1035"/>
          <ac:spMkLst>
            <pc:docMk/>
            <pc:sldMk cId="484351821" sldId="6215"/>
            <ac:spMk id="48" creationId="{5BE198A2-79F8-4CB9-B5D6-7311632A6E11}"/>
          </ac:spMkLst>
        </pc:spChg>
        <pc:spChg chg="add mod">
          <ac:chgData name="Mitra, Sayan" userId="5f9b069e-390c-41f3-af3f-6bd4b0fb9710" providerId="ADAL" clId="{603CB73D-5ABF-4B35-AB35-B8B719F0AA85}" dt="2022-07-04T04:38:34.962" v="12116" actId="1035"/>
          <ac:spMkLst>
            <pc:docMk/>
            <pc:sldMk cId="484351821" sldId="6215"/>
            <ac:spMk id="49" creationId="{A5D26F93-D003-4D79-8A4E-A6FA474CBD95}"/>
          </ac:spMkLst>
        </pc:spChg>
        <pc:spChg chg="add mod">
          <ac:chgData name="Mitra, Sayan" userId="5f9b069e-390c-41f3-af3f-6bd4b0fb9710" providerId="ADAL" clId="{603CB73D-5ABF-4B35-AB35-B8B719F0AA85}" dt="2022-07-04T04:38:34.962" v="12116" actId="1035"/>
          <ac:spMkLst>
            <pc:docMk/>
            <pc:sldMk cId="484351821" sldId="6215"/>
            <ac:spMk id="50" creationId="{F350C10C-A4BE-4349-A628-47A8EA6D5016}"/>
          </ac:spMkLst>
        </pc:spChg>
        <pc:spChg chg="mod topLvl">
          <ac:chgData name="Mitra, Sayan" userId="5f9b069e-390c-41f3-af3f-6bd4b0fb9710" providerId="ADAL" clId="{603CB73D-5ABF-4B35-AB35-B8B719F0AA85}" dt="2022-07-04T04:20:07.352" v="11160" actId="478"/>
          <ac:spMkLst>
            <pc:docMk/>
            <pc:sldMk cId="484351821" sldId="6215"/>
            <ac:spMk id="52" creationId="{719EDBAA-93EB-4397-83AC-742718ACC2DB}"/>
          </ac:spMkLst>
        </pc:spChg>
        <pc:spChg chg="add del mod topLvl">
          <ac:chgData name="Mitra, Sayan" userId="5f9b069e-390c-41f3-af3f-6bd4b0fb9710" providerId="ADAL" clId="{603CB73D-5ABF-4B35-AB35-B8B719F0AA85}" dt="2022-07-04T04:20:07.352" v="11160" actId="478"/>
          <ac:spMkLst>
            <pc:docMk/>
            <pc:sldMk cId="484351821" sldId="6215"/>
            <ac:spMk id="53" creationId="{3CBBE1A7-C0A0-4AB5-B4AF-1CD361CEB4D8}"/>
          </ac:spMkLst>
        </pc:spChg>
        <pc:spChg chg="mod">
          <ac:chgData name="Mitra, Sayan" userId="5f9b069e-390c-41f3-af3f-6bd4b0fb9710" providerId="ADAL" clId="{603CB73D-5ABF-4B35-AB35-B8B719F0AA85}" dt="2022-07-04T04:15:37.204" v="10952"/>
          <ac:spMkLst>
            <pc:docMk/>
            <pc:sldMk cId="484351821" sldId="6215"/>
            <ac:spMk id="55" creationId="{C13CD756-CEF0-4C92-AEA7-BAFE42EE322C}"/>
          </ac:spMkLst>
        </pc:spChg>
        <pc:spChg chg="mod">
          <ac:chgData name="Mitra, Sayan" userId="5f9b069e-390c-41f3-af3f-6bd4b0fb9710" providerId="ADAL" clId="{603CB73D-5ABF-4B35-AB35-B8B719F0AA85}" dt="2022-07-04T04:15:37.204" v="10952"/>
          <ac:spMkLst>
            <pc:docMk/>
            <pc:sldMk cId="484351821" sldId="6215"/>
            <ac:spMk id="56" creationId="{959EBF3B-C212-4676-8BCD-BD377F7222A6}"/>
          </ac:spMkLst>
        </pc:spChg>
        <pc:spChg chg="add mod">
          <ac:chgData name="Mitra, Sayan" userId="5f9b069e-390c-41f3-af3f-6bd4b0fb9710" providerId="ADAL" clId="{603CB73D-5ABF-4B35-AB35-B8B719F0AA85}" dt="2022-07-04T04:38:34.962" v="12116" actId="1035"/>
          <ac:spMkLst>
            <pc:docMk/>
            <pc:sldMk cId="484351821" sldId="6215"/>
            <ac:spMk id="57" creationId="{DFC0008C-89D0-42A1-BFF4-CA9F0BE20937}"/>
          </ac:spMkLst>
        </pc:spChg>
        <pc:spChg chg="add mod">
          <ac:chgData name="Mitra, Sayan" userId="5f9b069e-390c-41f3-af3f-6bd4b0fb9710" providerId="ADAL" clId="{603CB73D-5ABF-4B35-AB35-B8B719F0AA85}" dt="2022-07-04T04:38:34.962" v="12116" actId="1035"/>
          <ac:spMkLst>
            <pc:docMk/>
            <pc:sldMk cId="484351821" sldId="6215"/>
            <ac:spMk id="58" creationId="{41DBE52E-F20F-488A-A4D5-DF4A6A460F57}"/>
          </ac:spMkLst>
        </pc:spChg>
        <pc:spChg chg="add mod">
          <ac:chgData name="Mitra, Sayan" userId="5f9b069e-390c-41f3-af3f-6bd4b0fb9710" providerId="ADAL" clId="{603CB73D-5ABF-4B35-AB35-B8B719F0AA85}" dt="2022-07-04T04:38:34.962" v="12116" actId="1035"/>
          <ac:spMkLst>
            <pc:docMk/>
            <pc:sldMk cId="484351821" sldId="6215"/>
            <ac:spMk id="60" creationId="{8107AA60-7778-48AD-9263-150D70268F50}"/>
          </ac:spMkLst>
        </pc:spChg>
        <pc:spChg chg="add mod">
          <ac:chgData name="Mitra, Sayan" userId="5f9b069e-390c-41f3-af3f-6bd4b0fb9710" providerId="ADAL" clId="{603CB73D-5ABF-4B35-AB35-B8B719F0AA85}" dt="2022-07-04T04:38:34.962" v="12116" actId="1035"/>
          <ac:spMkLst>
            <pc:docMk/>
            <pc:sldMk cId="484351821" sldId="6215"/>
            <ac:spMk id="61" creationId="{B2E38F89-806C-46A9-8C2C-B94CC457519F}"/>
          </ac:spMkLst>
        </pc:spChg>
        <pc:spChg chg="add mod">
          <ac:chgData name="Mitra, Sayan" userId="5f9b069e-390c-41f3-af3f-6bd4b0fb9710" providerId="ADAL" clId="{603CB73D-5ABF-4B35-AB35-B8B719F0AA85}" dt="2022-07-04T04:38:34.962" v="12116" actId="1035"/>
          <ac:spMkLst>
            <pc:docMk/>
            <pc:sldMk cId="484351821" sldId="6215"/>
            <ac:spMk id="62" creationId="{EC81B2AA-DAC9-4A27-A098-60311B7637AA}"/>
          </ac:spMkLst>
        </pc:spChg>
        <pc:spChg chg="add mod">
          <ac:chgData name="Mitra, Sayan" userId="5f9b069e-390c-41f3-af3f-6bd4b0fb9710" providerId="ADAL" clId="{603CB73D-5ABF-4B35-AB35-B8B719F0AA85}" dt="2022-07-04T04:38:34.962" v="12116" actId="1035"/>
          <ac:spMkLst>
            <pc:docMk/>
            <pc:sldMk cId="484351821" sldId="6215"/>
            <ac:spMk id="63" creationId="{75C9F0B4-32EF-4E65-8F52-3217E231DC9A}"/>
          </ac:spMkLst>
        </pc:spChg>
        <pc:spChg chg="add mod">
          <ac:chgData name="Mitra, Sayan" userId="5f9b069e-390c-41f3-af3f-6bd4b0fb9710" providerId="ADAL" clId="{603CB73D-5ABF-4B35-AB35-B8B719F0AA85}" dt="2022-07-04T04:38:34.962" v="12116" actId="1035"/>
          <ac:spMkLst>
            <pc:docMk/>
            <pc:sldMk cId="484351821" sldId="6215"/>
            <ac:spMk id="64" creationId="{39D85ECF-7423-4252-A9B0-F87D5D80EB68}"/>
          </ac:spMkLst>
        </pc:spChg>
        <pc:spChg chg="add mod">
          <ac:chgData name="Mitra, Sayan" userId="5f9b069e-390c-41f3-af3f-6bd4b0fb9710" providerId="ADAL" clId="{603CB73D-5ABF-4B35-AB35-B8B719F0AA85}" dt="2022-07-04T04:38:34.962" v="12116" actId="1035"/>
          <ac:spMkLst>
            <pc:docMk/>
            <pc:sldMk cId="484351821" sldId="6215"/>
            <ac:spMk id="65" creationId="{92889DBA-0D3B-4F0B-A27F-312A3B02DC6C}"/>
          </ac:spMkLst>
        </pc:spChg>
        <pc:spChg chg="add mod">
          <ac:chgData name="Mitra, Sayan" userId="5f9b069e-390c-41f3-af3f-6bd4b0fb9710" providerId="ADAL" clId="{603CB73D-5ABF-4B35-AB35-B8B719F0AA85}" dt="2022-07-04T04:44:58.621" v="12220" actId="207"/>
          <ac:spMkLst>
            <pc:docMk/>
            <pc:sldMk cId="484351821" sldId="6215"/>
            <ac:spMk id="71" creationId="{451F7BD0-725F-4FB8-843E-65C5D0FEC47F}"/>
          </ac:spMkLst>
        </pc:spChg>
        <pc:spChg chg="add mod">
          <ac:chgData name="Mitra, Sayan" userId="5f9b069e-390c-41f3-af3f-6bd4b0fb9710" providerId="ADAL" clId="{603CB73D-5ABF-4B35-AB35-B8B719F0AA85}" dt="2022-07-04T04:44:58.621" v="12220" actId="207"/>
          <ac:spMkLst>
            <pc:docMk/>
            <pc:sldMk cId="484351821" sldId="6215"/>
            <ac:spMk id="72" creationId="{E28F4334-CBC5-42D2-A7BA-A82DC1F079DA}"/>
          </ac:spMkLst>
        </pc:spChg>
        <pc:grpChg chg="add del mod">
          <ac:chgData name="Mitra, Sayan" userId="5f9b069e-390c-41f3-af3f-6bd4b0fb9710" providerId="ADAL" clId="{603CB73D-5ABF-4B35-AB35-B8B719F0AA85}" dt="2022-07-04T04:15:23.526" v="10950"/>
          <ac:grpSpMkLst>
            <pc:docMk/>
            <pc:sldMk cId="484351821" sldId="6215"/>
            <ac:grpSpMk id="7" creationId="{FAC2FF06-44A0-4C71-BE97-F39232731C5F}"/>
          </ac:grpSpMkLst>
        </pc:grpChg>
        <pc:grpChg chg="add del mod">
          <ac:chgData name="Mitra, Sayan" userId="5f9b069e-390c-41f3-af3f-6bd4b0fb9710" providerId="ADAL" clId="{603CB73D-5ABF-4B35-AB35-B8B719F0AA85}" dt="2022-07-04T04:15:23.526" v="10950"/>
          <ac:grpSpMkLst>
            <pc:docMk/>
            <pc:sldMk cId="484351821" sldId="6215"/>
            <ac:grpSpMk id="18" creationId="{D66375DE-0FA8-4FEF-9F6D-B4C6453DF4D2}"/>
          </ac:grpSpMkLst>
        </pc:grpChg>
        <pc:grpChg chg="add del mod">
          <ac:chgData name="Mitra, Sayan" userId="5f9b069e-390c-41f3-af3f-6bd4b0fb9710" providerId="ADAL" clId="{603CB73D-5ABF-4B35-AB35-B8B719F0AA85}" dt="2022-07-04T04:15:23.526" v="10950"/>
          <ac:grpSpMkLst>
            <pc:docMk/>
            <pc:sldMk cId="484351821" sldId="6215"/>
            <ac:grpSpMk id="21" creationId="{76706AE3-BCBA-4A59-98D4-AD6560255EA1}"/>
          </ac:grpSpMkLst>
        </pc:grpChg>
        <pc:grpChg chg="add mod">
          <ac:chgData name="Mitra, Sayan" userId="5f9b069e-390c-41f3-af3f-6bd4b0fb9710" providerId="ADAL" clId="{603CB73D-5ABF-4B35-AB35-B8B719F0AA85}" dt="2022-07-04T04:38:34.962" v="12116" actId="1035"/>
          <ac:grpSpMkLst>
            <pc:docMk/>
            <pc:sldMk cId="484351821" sldId="6215"/>
            <ac:grpSpMk id="39" creationId="{DAE34119-A702-4A2F-B62B-C0F92F21F646}"/>
          </ac:grpSpMkLst>
        </pc:grpChg>
        <pc:grpChg chg="add del mod">
          <ac:chgData name="Mitra, Sayan" userId="5f9b069e-390c-41f3-af3f-6bd4b0fb9710" providerId="ADAL" clId="{603CB73D-5ABF-4B35-AB35-B8B719F0AA85}" dt="2022-07-04T04:38:34.962" v="12116" actId="1035"/>
          <ac:grpSpMkLst>
            <pc:docMk/>
            <pc:sldMk cId="484351821" sldId="6215"/>
            <ac:grpSpMk id="51" creationId="{95B29BF0-EADE-4B54-B86E-0D226D9BEA0C}"/>
          </ac:grpSpMkLst>
        </pc:grpChg>
        <pc:grpChg chg="add mod">
          <ac:chgData name="Mitra, Sayan" userId="5f9b069e-390c-41f3-af3f-6bd4b0fb9710" providerId="ADAL" clId="{603CB73D-5ABF-4B35-AB35-B8B719F0AA85}" dt="2022-07-04T04:38:34.962" v="12116" actId="1035"/>
          <ac:grpSpMkLst>
            <pc:docMk/>
            <pc:sldMk cId="484351821" sldId="6215"/>
            <ac:grpSpMk id="54" creationId="{16352CEF-2F22-4F6C-B3AA-32D65A4B02D2}"/>
          </ac:grpSpMkLst>
        </pc:grpChg>
        <pc:cxnChg chg="add del mod">
          <ac:chgData name="Mitra, Sayan" userId="5f9b069e-390c-41f3-af3f-6bd4b0fb9710" providerId="ADAL" clId="{603CB73D-5ABF-4B35-AB35-B8B719F0AA85}" dt="2022-07-04T04:15:23.526" v="10950"/>
          <ac:cxnSpMkLst>
            <pc:docMk/>
            <pc:sldMk cId="484351821" sldId="6215"/>
            <ac:cxnSpMk id="26" creationId="{E21D28E1-873E-4AE2-8AE2-A0E2F627F389}"/>
          </ac:cxnSpMkLst>
        </pc:cxnChg>
        <pc:cxnChg chg="add del mod">
          <ac:chgData name="Mitra, Sayan" userId="5f9b069e-390c-41f3-af3f-6bd4b0fb9710" providerId="ADAL" clId="{603CB73D-5ABF-4B35-AB35-B8B719F0AA85}" dt="2022-07-04T04:15:23.526" v="10950"/>
          <ac:cxnSpMkLst>
            <pc:docMk/>
            <pc:sldMk cId="484351821" sldId="6215"/>
            <ac:cxnSpMk id="33" creationId="{D821486A-E120-4C00-8333-F4353C80F5C6}"/>
          </ac:cxnSpMkLst>
        </pc:cxnChg>
        <pc:cxnChg chg="add del mod">
          <ac:chgData name="Mitra, Sayan" userId="5f9b069e-390c-41f3-af3f-6bd4b0fb9710" providerId="ADAL" clId="{603CB73D-5ABF-4B35-AB35-B8B719F0AA85}" dt="2022-07-04T04:15:23.526" v="10950"/>
          <ac:cxnSpMkLst>
            <pc:docMk/>
            <pc:sldMk cId="484351821" sldId="6215"/>
            <ac:cxnSpMk id="34" creationId="{374C1BFF-EF30-4E39-804C-0D3253D62EE4}"/>
          </ac:cxnSpMkLst>
        </pc:cxnChg>
        <pc:cxnChg chg="add del mod">
          <ac:chgData name="Mitra, Sayan" userId="5f9b069e-390c-41f3-af3f-6bd4b0fb9710" providerId="ADAL" clId="{603CB73D-5ABF-4B35-AB35-B8B719F0AA85}" dt="2022-07-04T04:15:23.526" v="10950"/>
          <ac:cxnSpMkLst>
            <pc:docMk/>
            <pc:sldMk cId="484351821" sldId="6215"/>
            <ac:cxnSpMk id="35" creationId="{05E650A1-428C-4DAB-B4A8-E88ACFC01946}"/>
          </ac:cxnSpMkLst>
        </pc:cxnChg>
        <pc:cxnChg chg="add del mod">
          <ac:chgData name="Mitra, Sayan" userId="5f9b069e-390c-41f3-af3f-6bd4b0fb9710" providerId="ADAL" clId="{603CB73D-5ABF-4B35-AB35-B8B719F0AA85}" dt="2022-07-04T04:15:23.526" v="10950"/>
          <ac:cxnSpMkLst>
            <pc:docMk/>
            <pc:sldMk cId="484351821" sldId="6215"/>
            <ac:cxnSpMk id="36" creationId="{6913E948-63EB-4532-9AC9-9D73D8E4F832}"/>
          </ac:cxnSpMkLst>
        </pc:cxnChg>
        <pc:cxnChg chg="add del mod">
          <ac:chgData name="Mitra, Sayan" userId="5f9b069e-390c-41f3-af3f-6bd4b0fb9710" providerId="ADAL" clId="{603CB73D-5ABF-4B35-AB35-B8B719F0AA85}" dt="2022-07-04T04:15:23.526" v="10950"/>
          <ac:cxnSpMkLst>
            <pc:docMk/>
            <pc:sldMk cId="484351821" sldId="6215"/>
            <ac:cxnSpMk id="37" creationId="{840E908C-8937-496C-8289-C883FBB6C262}"/>
          </ac:cxnSpMkLst>
        </pc:cxnChg>
        <pc:cxnChg chg="add mod">
          <ac:chgData name="Mitra, Sayan" userId="5f9b069e-390c-41f3-af3f-6bd4b0fb9710" providerId="ADAL" clId="{603CB73D-5ABF-4B35-AB35-B8B719F0AA85}" dt="2022-07-04T04:38:34.962" v="12116" actId="1035"/>
          <ac:cxnSpMkLst>
            <pc:docMk/>
            <pc:sldMk cId="484351821" sldId="6215"/>
            <ac:cxnSpMk id="59" creationId="{735C804B-D779-4AFB-BCDC-D9127CF47053}"/>
          </ac:cxnSpMkLst>
        </pc:cxnChg>
        <pc:cxnChg chg="add mod">
          <ac:chgData name="Mitra, Sayan" userId="5f9b069e-390c-41f3-af3f-6bd4b0fb9710" providerId="ADAL" clId="{603CB73D-5ABF-4B35-AB35-B8B719F0AA85}" dt="2022-07-04T04:38:34.962" v="12116" actId="1035"/>
          <ac:cxnSpMkLst>
            <pc:docMk/>
            <pc:sldMk cId="484351821" sldId="6215"/>
            <ac:cxnSpMk id="66" creationId="{5207D4AF-CDF8-4933-9314-66B81D648061}"/>
          </ac:cxnSpMkLst>
        </pc:cxnChg>
        <pc:cxnChg chg="add mod">
          <ac:chgData name="Mitra, Sayan" userId="5f9b069e-390c-41f3-af3f-6bd4b0fb9710" providerId="ADAL" clId="{603CB73D-5ABF-4B35-AB35-B8B719F0AA85}" dt="2022-07-04T04:38:34.962" v="12116" actId="1035"/>
          <ac:cxnSpMkLst>
            <pc:docMk/>
            <pc:sldMk cId="484351821" sldId="6215"/>
            <ac:cxnSpMk id="67" creationId="{9C7B9CE7-CF23-4950-8405-751BEDC4CD09}"/>
          </ac:cxnSpMkLst>
        </pc:cxnChg>
        <pc:cxnChg chg="add mod">
          <ac:chgData name="Mitra, Sayan" userId="5f9b069e-390c-41f3-af3f-6bd4b0fb9710" providerId="ADAL" clId="{603CB73D-5ABF-4B35-AB35-B8B719F0AA85}" dt="2022-07-04T04:38:34.962" v="12116" actId="1035"/>
          <ac:cxnSpMkLst>
            <pc:docMk/>
            <pc:sldMk cId="484351821" sldId="6215"/>
            <ac:cxnSpMk id="68" creationId="{844C1134-B8CE-410A-BEC5-12242C677390}"/>
          </ac:cxnSpMkLst>
        </pc:cxnChg>
        <pc:cxnChg chg="add mod">
          <ac:chgData name="Mitra, Sayan" userId="5f9b069e-390c-41f3-af3f-6bd4b0fb9710" providerId="ADAL" clId="{603CB73D-5ABF-4B35-AB35-B8B719F0AA85}" dt="2022-07-04T04:38:34.962" v="12116" actId="1035"/>
          <ac:cxnSpMkLst>
            <pc:docMk/>
            <pc:sldMk cId="484351821" sldId="6215"/>
            <ac:cxnSpMk id="69" creationId="{4C595FBD-71AC-487B-A2FD-5540A3C6A438}"/>
          </ac:cxnSpMkLst>
        </pc:cxnChg>
        <pc:cxnChg chg="add mod">
          <ac:chgData name="Mitra, Sayan" userId="5f9b069e-390c-41f3-af3f-6bd4b0fb9710" providerId="ADAL" clId="{603CB73D-5ABF-4B35-AB35-B8B719F0AA85}" dt="2022-07-04T04:38:34.962" v="12116" actId="1035"/>
          <ac:cxnSpMkLst>
            <pc:docMk/>
            <pc:sldMk cId="484351821" sldId="6215"/>
            <ac:cxnSpMk id="70" creationId="{2572FC02-E959-442E-8D47-BB34863CE5BE}"/>
          </ac:cxnSpMkLst>
        </pc:cxnChg>
      </pc:sldChg>
      <pc:sldChg chg="modSp new mod">
        <pc:chgData name="Mitra, Sayan" userId="5f9b069e-390c-41f3-af3f-6bd4b0fb9710" providerId="ADAL" clId="{603CB73D-5ABF-4B35-AB35-B8B719F0AA85}" dt="2022-07-04T05:44:00.607" v="12605" actId="20577"/>
        <pc:sldMkLst>
          <pc:docMk/>
          <pc:sldMk cId="1984791455" sldId="6216"/>
        </pc:sldMkLst>
        <pc:spChg chg="mod">
          <ac:chgData name="Mitra, Sayan" userId="5f9b069e-390c-41f3-af3f-6bd4b0fb9710" providerId="ADAL" clId="{603CB73D-5ABF-4B35-AB35-B8B719F0AA85}" dt="2022-07-04T05:44:00.607" v="12605" actId="20577"/>
          <ac:spMkLst>
            <pc:docMk/>
            <pc:sldMk cId="1984791455" sldId="6216"/>
            <ac:spMk id="2" creationId="{A24A3ED7-81ED-48A1-9B17-04E4990ED04B}"/>
          </ac:spMkLst>
        </pc:spChg>
      </pc:sldChg>
      <pc:sldChg chg="delSp modSp add del mod">
        <pc:chgData name="Mitra, Sayan" userId="5f9b069e-390c-41f3-af3f-6bd4b0fb9710" providerId="ADAL" clId="{603CB73D-5ABF-4B35-AB35-B8B719F0AA85}" dt="2022-07-04T09:15:05.942" v="13941" actId="47"/>
        <pc:sldMkLst>
          <pc:docMk/>
          <pc:sldMk cId="2800919972" sldId="6217"/>
        </pc:sldMkLst>
        <pc:spChg chg="del">
          <ac:chgData name="Mitra, Sayan" userId="5f9b069e-390c-41f3-af3f-6bd4b0fb9710" providerId="ADAL" clId="{603CB73D-5ABF-4B35-AB35-B8B719F0AA85}" dt="2022-07-04T08:49:12.992" v="13692" actId="478"/>
          <ac:spMkLst>
            <pc:docMk/>
            <pc:sldMk cId="2800919972" sldId="6217"/>
            <ac:spMk id="4" creationId="{443F8D93-2415-4909-8C2A-87AE5DD1A5D8}"/>
          </ac:spMkLst>
        </pc:spChg>
        <pc:spChg chg="del">
          <ac:chgData name="Mitra, Sayan" userId="5f9b069e-390c-41f3-af3f-6bd4b0fb9710" providerId="ADAL" clId="{603CB73D-5ABF-4B35-AB35-B8B719F0AA85}" dt="2022-07-04T08:49:09.567" v="13691" actId="478"/>
          <ac:spMkLst>
            <pc:docMk/>
            <pc:sldMk cId="2800919972" sldId="6217"/>
            <ac:spMk id="5" creationId="{C8052220-98E4-4B0A-A7AE-AFE36E088483}"/>
          </ac:spMkLst>
        </pc:spChg>
        <pc:spChg chg="del">
          <ac:chgData name="Mitra, Sayan" userId="5f9b069e-390c-41f3-af3f-6bd4b0fb9710" providerId="ADAL" clId="{603CB73D-5ABF-4B35-AB35-B8B719F0AA85}" dt="2022-07-04T08:49:09.567" v="13691" actId="478"/>
          <ac:spMkLst>
            <pc:docMk/>
            <pc:sldMk cId="2800919972" sldId="6217"/>
            <ac:spMk id="6" creationId="{59914BCF-0F06-4ED6-8DED-99DBBA5E2D4A}"/>
          </ac:spMkLst>
        </pc:spChg>
        <pc:spChg chg="del">
          <ac:chgData name="Mitra, Sayan" userId="5f9b069e-390c-41f3-af3f-6bd4b0fb9710" providerId="ADAL" clId="{603CB73D-5ABF-4B35-AB35-B8B719F0AA85}" dt="2022-07-04T08:49:09.567" v="13691" actId="478"/>
          <ac:spMkLst>
            <pc:docMk/>
            <pc:sldMk cId="2800919972" sldId="6217"/>
            <ac:spMk id="7" creationId="{E1FC54A5-AD5E-46F3-9E73-5AB4A7EBA0E2}"/>
          </ac:spMkLst>
        </pc:spChg>
        <pc:spChg chg="del">
          <ac:chgData name="Mitra, Sayan" userId="5f9b069e-390c-41f3-af3f-6bd4b0fb9710" providerId="ADAL" clId="{603CB73D-5ABF-4B35-AB35-B8B719F0AA85}" dt="2022-07-04T08:49:09.567" v="13691" actId="478"/>
          <ac:spMkLst>
            <pc:docMk/>
            <pc:sldMk cId="2800919972" sldId="6217"/>
            <ac:spMk id="8" creationId="{BCBAEAE2-410B-4092-BC88-A272F0F498A7}"/>
          </ac:spMkLst>
        </pc:spChg>
        <pc:spChg chg="del">
          <ac:chgData name="Mitra, Sayan" userId="5f9b069e-390c-41f3-af3f-6bd4b0fb9710" providerId="ADAL" clId="{603CB73D-5ABF-4B35-AB35-B8B719F0AA85}" dt="2022-07-04T08:49:09.567" v="13691" actId="478"/>
          <ac:spMkLst>
            <pc:docMk/>
            <pc:sldMk cId="2800919972" sldId="6217"/>
            <ac:spMk id="9" creationId="{AEF4EC20-C6F4-4C03-837F-EDC1B1DE8211}"/>
          </ac:spMkLst>
        </pc:spChg>
        <pc:spChg chg="del">
          <ac:chgData name="Mitra, Sayan" userId="5f9b069e-390c-41f3-af3f-6bd4b0fb9710" providerId="ADAL" clId="{603CB73D-5ABF-4B35-AB35-B8B719F0AA85}" dt="2022-07-04T08:49:09.567" v="13691" actId="478"/>
          <ac:spMkLst>
            <pc:docMk/>
            <pc:sldMk cId="2800919972" sldId="6217"/>
            <ac:spMk id="10" creationId="{C47D0280-F71D-4FA8-91AA-93D561D0559B}"/>
          </ac:spMkLst>
        </pc:spChg>
        <pc:spChg chg="mod">
          <ac:chgData name="Mitra, Sayan" userId="5f9b069e-390c-41f3-af3f-6bd4b0fb9710" providerId="ADAL" clId="{603CB73D-5ABF-4B35-AB35-B8B719F0AA85}" dt="2022-07-04T08:49:30.355" v="13695" actId="207"/>
          <ac:spMkLst>
            <pc:docMk/>
            <pc:sldMk cId="2800919972" sldId="6217"/>
            <ac:spMk id="13" creationId="{8906C58F-84A1-4A18-841F-8BFCEE0EDFB4}"/>
          </ac:spMkLst>
        </pc:spChg>
        <pc:spChg chg="mod">
          <ac:chgData name="Mitra, Sayan" userId="5f9b069e-390c-41f3-af3f-6bd4b0fb9710" providerId="ADAL" clId="{603CB73D-5ABF-4B35-AB35-B8B719F0AA85}" dt="2022-07-04T08:49:38.164" v="13697" actId="207"/>
          <ac:spMkLst>
            <pc:docMk/>
            <pc:sldMk cId="2800919972" sldId="6217"/>
            <ac:spMk id="14" creationId="{E92BDF04-3E2D-4E12-9794-8DB596B8ECB8}"/>
          </ac:spMkLst>
        </pc:spChg>
        <pc:spChg chg="mod">
          <ac:chgData name="Mitra, Sayan" userId="5f9b069e-390c-41f3-af3f-6bd4b0fb9710" providerId="ADAL" clId="{603CB73D-5ABF-4B35-AB35-B8B719F0AA85}" dt="2022-07-04T08:49:54.700" v="13700" actId="692"/>
          <ac:spMkLst>
            <pc:docMk/>
            <pc:sldMk cId="2800919972" sldId="6217"/>
            <ac:spMk id="24" creationId="{BD489AF9-CC9D-4F8B-8679-5B9FF81EC003}"/>
          </ac:spMkLst>
        </pc:spChg>
        <pc:spChg chg="mod">
          <ac:chgData name="Mitra, Sayan" userId="5f9b069e-390c-41f3-af3f-6bd4b0fb9710" providerId="ADAL" clId="{603CB73D-5ABF-4B35-AB35-B8B719F0AA85}" dt="2022-07-04T08:49:54.700" v="13700" actId="692"/>
          <ac:spMkLst>
            <pc:docMk/>
            <pc:sldMk cId="2800919972" sldId="6217"/>
            <ac:spMk id="25" creationId="{7A0506F4-FC70-40E6-8A55-C33D5358E4FC}"/>
          </ac:spMkLst>
        </pc:spChg>
        <pc:spChg chg="mod">
          <ac:chgData name="Mitra, Sayan" userId="5f9b069e-390c-41f3-af3f-6bd4b0fb9710" providerId="ADAL" clId="{603CB73D-5ABF-4B35-AB35-B8B719F0AA85}" dt="2022-07-04T08:49:54.700" v="13700" actId="692"/>
          <ac:spMkLst>
            <pc:docMk/>
            <pc:sldMk cId="2800919972" sldId="6217"/>
            <ac:spMk id="26" creationId="{5FEFABEB-F164-49EF-A2C6-1A1FF665BD3F}"/>
          </ac:spMkLst>
        </pc:spChg>
        <pc:grpChg chg="mod">
          <ac:chgData name="Mitra, Sayan" userId="5f9b069e-390c-41f3-af3f-6bd4b0fb9710" providerId="ADAL" clId="{603CB73D-5ABF-4B35-AB35-B8B719F0AA85}" dt="2022-07-04T08:49:20.843" v="13694" actId="14100"/>
          <ac:grpSpMkLst>
            <pc:docMk/>
            <pc:sldMk cId="2800919972" sldId="6217"/>
            <ac:grpSpMk id="11" creationId="{28C30953-4086-494B-B6D6-3EC7F92B25DE}"/>
          </ac:grpSpMkLst>
        </pc:grpChg>
      </pc:sldChg>
      <pc:sldChg chg="addSp add del mod ord">
        <pc:chgData name="Mitra, Sayan" userId="5f9b069e-390c-41f3-af3f-6bd4b0fb9710" providerId="ADAL" clId="{603CB73D-5ABF-4B35-AB35-B8B719F0AA85}" dt="2022-07-04T05:52:57.640" v="12627" actId="47"/>
        <pc:sldMkLst>
          <pc:docMk/>
          <pc:sldMk cId="3944617138" sldId="6217"/>
        </pc:sldMkLst>
        <pc:spChg chg="add">
          <ac:chgData name="Mitra, Sayan" userId="5f9b069e-390c-41f3-af3f-6bd4b0fb9710" providerId="ADAL" clId="{603CB73D-5ABF-4B35-AB35-B8B719F0AA85}" dt="2022-07-04T05:52:17.385" v="12626" actId="11529"/>
          <ac:spMkLst>
            <pc:docMk/>
            <pc:sldMk cId="3944617138" sldId="6217"/>
            <ac:spMk id="2" creationId="{A097BF4B-71E5-4DEF-AFFE-F9C353C02DB1}"/>
          </ac:spMkLst>
        </pc:spChg>
      </pc:sldChg>
      <pc:sldChg chg="modSp mod">
        <pc:chgData name="Mitra, Sayan" userId="5f9b069e-390c-41f3-af3f-6bd4b0fb9710" providerId="ADAL" clId="{603CB73D-5ABF-4B35-AB35-B8B719F0AA85}" dt="2022-07-04T12:53:19.312" v="14266" actId="20577"/>
        <pc:sldMkLst>
          <pc:docMk/>
          <pc:sldMk cId="4092330692" sldId="6217"/>
        </pc:sldMkLst>
        <pc:spChg chg="mod">
          <ac:chgData name="Mitra, Sayan" userId="5f9b069e-390c-41f3-af3f-6bd4b0fb9710" providerId="ADAL" clId="{603CB73D-5ABF-4B35-AB35-B8B719F0AA85}" dt="2022-07-04T12:53:19.312" v="14266" actId="20577"/>
          <ac:spMkLst>
            <pc:docMk/>
            <pc:sldMk cId="4092330692" sldId="6217"/>
            <ac:spMk id="69" creationId="{E28E9FC8-4737-4C4E-843F-A12B6ED84270}"/>
          </ac:spMkLst>
        </pc:spChg>
      </pc:sldChg>
      <pc:sldChg chg="modSp mod">
        <pc:chgData name="Mitra, Sayan" userId="5f9b069e-390c-41f3-af3f-6bd4b0fb9710" providerId="ADAL" clId="{603CB73D-5ABF-4B35-AB35-B8B719F0AA85}" dt="2022-07-04T09:46:32.497" v="14215" actId="20577"/>
        <pc:sldMkLst>
          <pc:docMk/>
          <pc:sldMk cId="2748443256" sldId="6219"/>
        </pc:sldMkLst>
        <pc:spChg chg="mod">
          <ac:chgData name="Mitra, Sayan" userId="5f9b069e-390c-41f3-af3f-6bd4b0fb9710" providerId="ADAL" clId="{603CB73D-5ABF-4B35-AB35-B8B719F0AA85}" dt="2022-07-04T09:46:32.497" v="14215" actId="20577"/>
          <ac:spMkLst>
            <pc:docMk/>
            <pc:sldMk cId="2748443256" sldId="6219"/>
            <ac:spMk id="8" creationId="{EF582C00-7D83-45EC-B26F-515E64D5EA94}"/>
          </ac:spMkLst>
        </pc:spChg>
      </pc:sldChg>
      <pc:sldChg chg="addSp delSp modSp add mod">
        <pc:chgData name="Mitra, Sayan" userId="5f9b069e-390c-41f3-af3f-6bd4b0fb9710" providerId="ADAL" clId="{603CB73D-5ABF-4B35-AB35-B8B719F0AA85}" dt="2022-07-04T09:21:02.046" v="13991" actId="12"/>
        <pc:sldMkLst>
          <pc:docMk/>
          <pc:sldMk cId="293863309" sldId="6220"/>
        </pc:sldMkLst>
        <pc:spChg chg="del">
          <ac:chgData name="Mitra, Sayan" userId="5f9b069e-390c-41f3-af3f-6bd4b0fb9710" providerId="ADAL" clId="{603CB73D-5ABF-4B35-AB35-B8B719F0AA85}" dt="2022-07-04T09:20:02.864" v="13978" actId="478"/>
          <ac:spMkLst>
            <pc:docMk/>
            <pc:sldMk cId="293863309" sldId="6220"/>
            <ac:spMk id="4" creationId="{CE1B435F-E423-4DFB-90D2-800BD1D56DA8}"/>
          </ac:spMkLst>
        </pc:spChg>
        <pc:spChg chg="add del mod">
          <ac:chgData name="Mitra, Sayan" userId="5f9b069e-390c-41f3-af3f-6bd4b0fb9710" providerId="ADAL" clId="{603CB73D-5ABF-4B35-AB35-B8B719F0AA85}" dt="2022-07-04T09:20:05.579" v="13979" actId="478"/>
          <ac:spMkLst>
            <pc:docMk/>
            <pc:sldMk cId="293863309" sldId="6220"/>
            <ac:spMk id="5" creationId="{31027C76-F2D2-4475-8F38-6F0E56BED11A}"/>
          </ac:spMkLst>
        </pc:spChg>
        <pc:spChg chg="mod">
          <ac:chgData name="Mitra, Sayan" userId="5f9b069e-390c-41f3-af3f-6bd4b0fb9710" providerId="ADAL" clId="{603CB73D-5ABF-4B35-AB35-B8B719F0AA85}" dt="2022-07-04T09:21:02.046" v="13991" actId="12"/>
          <ac:spMkLst>
            <pc:docMk/>
            <pc:sldMk cId="293863309" sldId="6220"/>
            <ac:spMk id="6" creationId="{7784AF6E-1463-4E68-9F71-7A0AB3299B8B}"/>
          </ac:spMkLst>
        </pc:spChg>
      </pc:sldChg>
      <pc:sldChg chg="addSp delSp modSp mod modClrScheme chgLayout">
        <pc:chgData name="Mitra, Sayan" userId="5f9b069e-390c-41f3-af3f-6bd4b0fb9710" providerId="ADAL" clId="{603CB73D-5ABF-4B35-AB35-B8B719F0AA85}" dt="2022-07-04T16:35:24.156" v="14421"/>
        <pc:sldMkLst>
          <pc:docMk/>
          <pc:sldMk cId="1473512616" sldId="6221"/>
        </pc:sldMkLst>
        <pc:spChg chg="mod ord">
          <ac:chgData name="Mitra, Sayan" userId="5f9b069e-390c-41f3-af3f-6bd4b0fb9710" providerId="ADAL" clId="{603CB73D-5ABF-4B35-AB35-B8B719F0AA85}" dt="2022-07-04T16:35:24.156" v="14421"/>
          <ac:spMkLst>
            <pc:docMk/>
            <pc:sldMk cId="1473512616" sldId="6221"/>
            <ac:spMk id="2" creationId="{919FB939-81E2-4D11-A79E-AFE4658CB08E}"/>
          </ac:spMkLst>
        </pc:spChg>
        <pc:spChg chg="add del mod ord">
          <ac:chgData name="Mitra, Sayan" userId="5f9b069e-390c-41f3-af3f-6bd4b0fb9710" providerId="ADAL" clId="{603CB73D-5ABF-4B35-AB35-B8B719F0AA85}" dt="2022-07-04T16:34:30.937" v="14381" actId="478"/>
          <ac:spMkLst>
            <pc:docMk/>
            <pc:sldMk cId="1473512616" sldId="6221"/>
            <ac:spMk id="4" creationId="{442C4DB6-0AE6-4811-B6AB-330BEA3F3ED7}"/>
          </ac:spMkLst>
        </pc:spChg>
        <pc:spChg chg="add del mod ord">
          <ac:chgData name="Mitra, Sayan" userId="5f9b069e-390c-41f3-af3f-6bd4b0fb9710" providerId="ADAL" clId="{603CB73D-5ABF-4B35-AB35-B8B719F0AA85}" dt="2022-07-04T16:34:35.965" v="14382" actId="478"/>
          <ac:spMkLst>
            <pc:docMk/>
            <pc:sldMk cId="1473512616" sldId="6221"/>
            <ac:spMk id="5" creationId="{CA416578-493D-4F1E-B048-3764101AD95E}"/>
          </ac:spMkLst>
        </pc:spChg>
        <pc:spChg chg="mod">
          <ac:chgData name="Mitra, Sayan" userId="5f9b069e-390c-41f3-af3f-6bd4b0fb9710" providerId="ADAL" clId="{603CB73D-5ABF-4B35-AB35-B8B719F0AA85}" dt="2022-07-04T16:35:15.225" v="14413" actId="108"/>
          <ac:spMkLst>
            <pc:docMk/>
            <pc:sldMk cId="1473512616" sldId="6221"/>
            <ac:spMk id="77" creationId="{7471BE02-88EF-482A-9F67-A80C21955E9C}"/>
          </ac:spMkLst>
        </pc:spChg>
        <pc:spChg chg="mod">
          <ac:chgData name="Mitra, Sayan" userId="5f9b069e-390c-41f3-af3f-6bd4b0fb9710" providerId="ADAL" clId="{603CB73D-5ABF-4B35-AB35-B8B719F0AA85}" dt="2022-07-04T16:35:21.180" v="14419" actId="1036"/>
          <ac:spMkLst>
            <pc:docMk/>
            <pc:sldMk cId="1473512616" sldId="6221"/>
            <ac:spMk id="124" creationId="{41832212-52C1-459D-B78B-189944A8A051}"/>
          </ac:spMkLst>
        </pc:spChg>
        <pc:spChg chg="mod">
          <ac:chgData name="Mitra, Sayan" userId="5f9b069e-390c-41f3-af3f-6bd4b0fb9710" providerId="ADAL" clId="{603CB73D-5ABF-4B35-AB35-B8B719F0AA85}" dt="2022-07-04T16:35:21.180" v="14419" actId="1036"/>
          <ac:spMkLst>
            <pc:docMk/>
            <pc:sldMk cId="1473512616" sldId="6221"/>
            <ac:spMk id="126" creationId="{92816435-C0A0-4596-9105-55FA6B36C14B}"/>
          </ac:spMkLst>
        </pc:spChg>
        <pc:spChg chg="mod">
          <ac:chgData name="Mitra, Sayan" userId="5f9b069e-390c-41f3-af3f-6bd4b0fb9710" providerId="ADAL" clId="{603CB73D-5ABF-4B35-AB35-B8B719F0AA85}" dt="2022-07-04T16:35:21.180" v="14419" actId="1036"/>
          <ac:spMkLst>
            <pc:docMk/>
            <pc:sldMk cId="1473512616" sldId="6221"/>
            <ac:spMk id="127" creationId="{3DB88709-FBE8-41BD-9481-F8BC068964D7}"/>
          </ac:spMkLst>
        </pc:spChg>
        <pc:spChg chg="mod">
          <ac:chgData name="Mitra, Sayan" userId="5f9b069e-390c-41f3-af3f-6bd4b0fb9710" providerId="ADAL" clId="{603CB73D-5ABF-4B35-AB35-B8B719F0AA85}" dt="2022-07-04T16:35:21.180" v="14419" actId="1036"/>
          <ac:spMkLst>
            <pc:docMk/>
            <pc:sldMk cId="1473512616" sldId="6221"/>
            <ac:spMk id="147" creationId="{CDDC7F2A-2305-40E1-A094-0F4FA8353FE3}"/>
          </ac:spMkLst>
        </pc:spChg>
        <pc:spChg chg="mod">
          <ac:chgData name="Mitra, Sayan" userId="5f9b069e-390c-41f3-af3f-6bd4b0fb9710" providerId="ADAL" clId="{603CB73D-5ABF-4B35-AB35-B8B719F0AA85}" dt="2022-07-04T16:35:21.180" v="14419" actId="1036"/>
          <ac:spMkLst>
            <pc:docMk/>
            <pc:sldMk cId="1473512616" sldId="6221"/>
            <ac:spMk id="158" creationId="{D31B496F-81E2-4920-BC60-9FD54F5B1CE9}"/>
          </ac:spMkLst>
        </pc:spChg>
        <pc:spChg chg="mod">
          <ac:chgData name="Mitra, Sayan" userId="5f9b069e-390c-41f3-af3f-6bd4b0fb9710" providerId="ADAL" clId="{603CB73D-5ABF-4B35-AB35-B8B719F0AA85}" dt="2022-07-04T16:35:21.180" v="14419" actId="1036"/>
          <ac:spMkLst>
            <pc:docMk/>
            <pc:sldMk cId="1473512616" sldId="6221"/>
            <ac:spMk id="169" creationId="{639D8464-292E-4A72-B66F-977549637E4C}"/>
          </ac:spMkLst>
        </pc:spChg>
        <pc:grpChg chg="mod">
          <ac:chgData name="Mitra, Sayan" userId="5f9b069e-390c-41f3-af3f-6bd4b0fb9710" providerId="ADAL" clId="{603CB73D-5ABF-4B35-AB35-B8B719F0AA85}" dt="2022-07-04T16:35:21.180" v="14419" actId="1036"/>
          <ac:grpSpMkLst>
            <pc:docMk/>
            <pc:sldMk cId="1473512616" sldId="6221"/>
            <ac:grpSpMk id="3" creationId="{38561350-2143-40B8-AF8A-2DA2FEC1865C}"/>
          </ac:grpSpMkLst>
        </pc:grpChg>
        <pc:grpChg chg="mod">
          <ac:chgData name="Mitra, Sayan" userId="5f9b069e-390c-41f3-af3f-6bd4b0fb9710" providerId="ADAL" clId="{603CB73D-5ABF-4B35-AB35-B8B719F0AA85}" dt="2022-07-04T16:35:21.180" v="14419" actId="1036"/>
          <ac:grpSpMkLst>
            <pc:docMk/>
            <pc:sldMk cId="1473512616" sldId="6221"/>
            <ac:grpSpMk id="79" creationId="{41AD91D3-6335-48ED-A5E0-F4A609A3D902}"/>
          </ac:grpSpMkLst>
        </pc:grpChg>
        <pc:grpChg chg="mod">
          <ac:chgData name="Mitra, Sayan" userId="5f9b069e-390c-41f3-af3f-6bd4b0fb9710" providerId="ADAL" clId="{603CB73D-5ABF-4B35-AB35-B8B719F0AA85}" dt="2022-07-04T16:35:21.180" v="14419" actId="1036"/>
          <ac:grpSpMkLst>
            <pc:docMk/>
            <pc:sldMk cId="1473512616" sldId="6221"/>
            <ac:grpSpMk id="96" creationId="{6373B8CA-91AA-4DDA-B6F3-AA7ED612A791}"/>
          </ac:grpSpMkLst>
        </pc:grpChg>
        <pc:grpChg chg="mod">
          <ac:chgData name="Mitra, Sayan" userId="5f9b069e-390c-41f3-af3f-6bd4b0fb9710" providerId="ADAL" clId="{603CB73D-5ABF-4B35-AB35-B8B719F0AA85}" dt="2022-07-04T16:35:21.180" v="14419" actId="1036"/>
          <ac:grpSpMkLst>
            <pc:docMk/>
            <pc:sldMk cId="1473512616" sldId="6221"/>
            <ac:grpSpMk id="148" creationId="{74AE15F9-F788-4578-934F-C3EA11EA5106}"/>
          </ac:grpSpMkLst>
        </pc:grpChg>
        <pc:grpChg chg="mod">
          <ac:chgData name="Mitra, Sayan" userId="5f9b069e-390c-41f3-af3f-6bd4b0fb9710" providerId="ADAL" clId="{603CB73D-5ABF-4B35-AB35-B8B719F0AA85}" dt="2022-07-04T16:35:21.180" v="14419" actId="1036"/>
          <ac:grpSpMkLst>
            <pc:docMk/>
            <pc:sldMk cId="1473512616" sldId="6221"/>
            <ac:grpSpMk id="159" creationId="{F85B7A21-0524-4D7A-A861-D45B28B15B36}"/>
          </ac:grpSpMkLst>
        </pc:grpChg>
        <pc:grpChg chg="mod">
          <ac:chgData name="Mitra, Sayan" userId="5f9b069e-390c-41f3-af3f-6bd4b0fb9710" providerId="ADAL" clId="{603CB73D-5ABF-4B35-AB35-B8B719F0AA85}" dt="2022-07-04T16:35:21.180" v="14419" actId="1036"/>
          <ac:grpSpMkLst>
            <pc:docMk/>
            <pc:sldMk cId="1473512616" sldId="6221"/>
            <ac:grpSpMk id="170" creationId="{36E83EB0-BAF3-4858-AD7A-13F2518A6750}"/>
          </ac:grpSpMkLst>
        </pc:grpChg>
      </pc:sldChg>
      <pc:sldChg chg="addSp delSp modSp mod modClrScheme chgLayout">
        <pc:chgData name="Mitra, Sayan" userId="5f9b069e-390c-41f3-af3f-6bd4b0fb9710" providerId="ADAL" clId="{603CB73D-5ABF-4B35-AB35-B8B719F0AA85}" dt="2022-07-04T16:31:56.657" v="14356" actId="700"/>
        <pc:sldMkLst>
          <pc:docMk/>
          <pc:sldMk cId="3176385444" sldId="6223"/>
        </pc:sldMkLst>
        <pc:spChg chg="add del mod ord">
          <ac:chgData name="Mitra, Sayan" userId="5f9b069e-390c-41f3-af3f-6bd4b0fb9710" providerId="ADAL" clId="{603CB73D-5ABF-4B35-AB35-B8B719F0AA85}" dt="2022-07-04T16:31:56.657" v="14356" actId="700"/>
          <ac:spMkLst>
            <pc:docMk/>
            <pc:sldMk cId="3176385444" sldId="6223"/>
            <ac:spMk id="2" creationId="{5BC7CB1A-C456-4D91-BD58-B4F6771E1B62}"/>
          </ac:spMkLst>
        </pc:spChg>
        <pc:spChg chg="mod ord">
          <ac:chgData name="Mitra, Sayan" userId="5f9b069e-390c-41f3-af3f-6bd4b0fb9710" providerId="ADAL" clId="{603CB73D-5ABF-4B35-AB35-B8B719F0AA85}" dt="2022-07-04T16:31:56.657" v="14356" actId="700"/>
          <ac:spMkLst>
            <pc:docMk/>
            <pc:sldMk cId="3176385444" sldId="6223"/>
            <ac:spMk id="3" creationId="{56ABD41D-4A61-4F6C-B72A-14E2F1FDC4C2}"/>
          </ac:spMkLst>
        </pc:spChg>
        <pc:spChg chg="mod ord">
          <ac:chgData name="Mitra, Sayan" userId="5f9b069e-390c-41f3-af3f-6bd4b0fb9710" providerId="ADAL" clId="{603CB73D-5ABF-4B35-AB35-B8B719F0AA85}" dt="2022-07-04T16:31:56.657" v="14356" actId="700"/>
          <ac:spMkLst>
            <pc:docMk/>
            <pc:sldMk cId="3176385444" sldId="6223"/>
            <ac:spMk id="4" creationId="{D4B1FDBF-8128-418A-A1A5-C44353DBE379}"/>
          </ac:spMkLst>
        </pc:spChg>
      </pc:sldChg>
      <pc:sldChg chg="addSp delSp modSp mod modClrScheme chgLayout">
        <pc:chgData name="Mitra, Sayan" userId="5f9b069e-390c-41f3-af3f-6bd4b0fb9710" providerId="ADAL" clId="{603CB73D-5ABF-4B35-AB35-B8B719F0AA85}" dt="2022-07-04T16:31:38.796" v="14354" actId="478"/>
        <pc:sldMkLst>
          <pc:docMk/>
          <pc:sldMk cId="1048668780" sldId="6224"/>
        </pc:sldMkLst>
        <pc:spChg chg="add del mod ord">
          <ac:chgData name="Mitra, Sayan" userId="5f9b069e-390c-41f3-af3f-6bd4b0fb9710" providerId="ADAL" clId="{603CB73D-5ABF-4B35-AB35-B8B719F0AA85}" dt="2022-07-04T16:31:32.963" v="14353" actId="478"/>
          <ac:spMkLst>
            <pc:docMk/>
            <pc:sldMk cId="1048668780" sldId="6224"/>
            <ac:spMk id="2" creationId="{32DC6A82-0D4A-4354-AF71-FEAF7D617B8A}"/>
          </ac:spMkLst>
        </pc:spChg>
        <pc:spChg chg="mod ord">
          <ac:chgData name="Mitra, Sayan" userId="5f9b069e-390c-41f3-af3f-6bd4b0fb9710" providerId="ADAL" clId="{603CB73D-5ABF-4B35-AB35-B8B719F0AA85}" dt="2022-07-04T16:31:25.260" v="14352" actId="700"/>
          <ac:spMkLst>
            <pc:docMk/>
            <pc:sldMk cId="1048668780" sldId="6224"/>
            <ac:spMk id="3" creationId="{00000000-0000-0000-0000-000000000000}"/>
          </ac:spMkLst>
        </pc:spChg>
        <pc:spChg chg="add del mod ord">
          <ac:chgData name="Mitra, Sayan" userId="5f9b069e-390c-41f3-af3f-6bd4b0fb9710" providerId="ADAL" clId="{603CB73D-5ABF-4B35-AB35-B8B719F0AA85}" dt="2022-07-04T16:31:38.796" v="14354" actId="478"/>
          <ac:spMkLst>
            <pc:docMk/>
            <pc:sldMk cId="1048668780" sldId="6224"/>
            <ac:spMk id="4" creationId="{2836696C-8EB7-433D-A548-47CB1BA60034}"/>
          </ac:spMkLst>
        </pc:spChg>
        <pc:spChg chg="mod">
          <ac:chgData name="Mitra, Sayan" userId="5f9b069e-390c-41f3-af3f-6bd4b0fb9710" providerId="ADAL" clId="{603CB73D-5ABF-4B35-AB35-B8B719F0AA85}" dt="2022-07-04T10:33:36.342" v="14229"/>
          <ac:spMkLst>
            <pc:docMk/>
            <pc:sldMk cId="1048668780" sldId="6224"/>
            <ac:spMk id="20" creationId="{BEF43F2D-16E4-4F26-979F-8108A9D68349}"/>
          </ac:spMkLst>
        </pc:spChg>
        <pc:spChg chg="mod">
          <ac:chgData name="Mitra, Sayan" userId="5f9b069e-390c-41f3-af3f-6bd4b0fb9710" providerId="ADAL" clId="{603CB73D-5ABF-4B35-AB35-B8B719F0AA85}" dt="2022-07-04T14:34:35.401" v="14338" actId="114"/>
          <ac:spMkLst>
            <pc:docMk/>
            <pc:sldMk cId="1048668780" sldId="6224"/>
            <ac:spMk id="22" creationId="{C6C5D570-7929-4A00-B815-66D588CF45E2}"/>
          </ac:spMkLst>
        </pc:spChg>
      </pc:sldChg>
      <pc:sldChg chg="addSp delSp modSp mod modClrScheme chgLayout">
        <pc:chgData name="Mitra, Sayan" userId="5f9b069e-390c-41f3-af3f-6bd4b0fb9710" providerId="ADAL" clId="{603CB73D-5ABF-4B35-AB35-B8B719F0AA85}" dt="2022-07-04T17:10:13.025" v="14504" actId="14734"/>
        <pc:sldMkLst>
          <pc:docMk/>
          <pc:sldMk cId="4088684023" sldId="6225"/>
        </pc:sldMkLst>
        <pc:spChg chg="mod ord">
          <ac:chgData name="Mitra, Sayan" userId="5f9b069e-390c-41f3-af3f-6bd4b0fb9710" providerId="ADAL" clId="{603CB73D-5ABF-4B35-AB35-B8B719F0AA85}" dt="2022-07-04T16:33:52.371" v="14374" actId="700"/>
          <ac:spMkLst>
            <pc:docMk/>
            <pc:sldMk cId="4088684023" sldId="6225"/>
            <ac:spMk id="2" creationId="{188B5FD8-DE7F-4FEB-9F3A-5D07FE22260C}"/>
          </ac:spMkLst>
        </pc:spChg>
        <pc:spChg chg="add del mod ord">
          <ac:chgData name="Mitra, Sayan" userId="5f9b069e-390c-41f3-af3f-6bd4b0fb9710" providerId="ADAL" clId="{603CB73D-5ABF-4B35-AB35-B8B719F0AA85}" dt="2022-07-04T16:33:55.568" v="14375" actId="478"/>
          <ac:spMkLst>
            <pc:docMk/>
            <pc:sldMk cId="4088684023" sldId="6225"/>
            <ac:spMk id="3" creationId="{209B4029-E875-4777-9212-48032B28D458}"/>
          </ac:spMkLst>
        </pc:spChg>
        <pc:spChg chg="add del mod ord">
          <ac:chgData name="Mitra, Sayan" userId="5f9b069e-390c-41f3-af3f-6bd4b0fb9710" providerId="ADAL" clId="{603CB73D-5ABF-4B35-AB35-B8B719F0AA85}" dt="2022-07-04T16:33:58.451" v="14376" actId="478"/>
          <ac:spMkLst>
            <pc:docMk/>
            <pc:sldMk cId="4088684023" sldId="6225"/>
            <ac:spMk id="4" creationId="{3E57BFC6-BB1D-4C09-BDF7-869671674EE0}"/>
          </ac:spMkLst>
        </pc:spChg>
        <pc:graphicFrameChg chg="mod modGraphic">
          <ac:chgData name="Mitra, Sayan" userId="5f9b069e-390c-41f3-af3f-6bd4b0fb9710" providerId="ADAL" clId="{603CB73D-5ABF-4B35-AB35-B8B719F0AA85}" dt="2022-07-04T17:10:13.025" v="14504" actId="14734"/>
          <ac:graphicFrameMkLst>
            <pc:docMk/>
            <pc:sldMk cId="4088684023" sldId="6225"/>
            <ac:graphicFrameMk id="66" creationId="{A9999040-CC9A-46F3-9922-C711082158C1}"/>
          </ac:graphicFrameMkLst>
        </pc:graphicFrameChg>
      </pc:sldChg>
      <pc:sldChg chg="modSp mod">
        <pc:chgData name="Mitra, Sayan" userId="5f9b069e-390c-41f3-af3f-6bd4b0fb9710" providerId="ADAL" clId="{603CB73D-5ABF-4B35-AB35-B8B719F0AA85}" dt="2022-07-04T14:31:49.987" v="14337" actId="207"/>
        <pc:sldMkLst>
          <pc:docMk/>
          <pc:sldMk cId="1597638962" sldId="6226"/>
        </pc:sldMkLst>
        <pc:spChg chg="mod">
          <ac:chgData name="Mitra, Sayan" userId="5f9b069e-390c-41f3-af3f-6bd4b0fb9710" providerId="ADAL" clId="{603CB73D-5ABF-4B35-AB35-B8B719F0AA85}" dt="2022-07-04T14:28:52.122" v="14324" actId="692"/>
          <ac:spMkLst>
            <pc:docMk/>
            <pc:sldMk cId="1597638962" sldId="6226"/>
            <ac:spMk id="8" creationId="{EF582C00-7D83-45EC-B26F-515E64D5EA94}"/>
          </ac:spMkLst>
        </pc:spChg>
        <pc:spChg chg="mod">
          <ac:chgData name="Mitra, Sayan" userId="5f9b069e-390c-41f3-af3f-6bd4b0fb9710" providerId="ADAL" clId="{603CB73D-5ABF-4B35-AB35-B8B719F0AA85}" dt="2022-07-04T14:28:06.626" v="14312" actId="14100"/>
          <ac:spMkLst>
            <pc:docMk/>
            <pc:sldMk cId="1597638962" sldId="6226"/>
            <ac:spMk id="14" creationId="{038103FA-F666-4B95-A567-DCEA843D2FC5}"/>
          </ac:spMkLst>
        </pc:spChg>
        <pc:spChg chg="mod">
          <ac:chgData name="Mitra, Sayan" userId="5f9b069e-390c-41f3-af3f-6bd4b0fb9710" providerId="ADAL" clId="{603CB73D-5ABF-4B35-AB35-B8B719F0AA85}" dt="2022-07-04T14:28:20.631" v="14320" actId="1035"/>
          <ac:spMkLst>
            <pc:docMk/>
            <pc:sldMk cId="1597638962" sldId="6226"/>
            <ac:spMk id="15" creationId="{A506AA5A-D67D-478D-B0F6-726602F5326A}"/>
          </ac:spMkLst>
        </pc:spChg>
        <pc:spChg chg="mod">
          <ac:chgData name="Mitra, Sayan" userId="5f9b069e-390c-41f3-af3f-6bd4b0fb9710" providerId="ADAL" clId="{603CB73D-5ABF-4B35-AB35-B8B719F0AA85}" dt="2022-07-04T14:31:49.987" v="14337" actId="207"/>
          <ac:spMkLst>
            <pc:docMk/>
            <pc:sldMk cId="1597638962" sldId="6226"/>
            <ac:spMk id="16" creationId="{086DC9E2-3D45-4685-826B-BD5DBDAAFF57}"/>
          </ac:spMkLst>
        </pc:spChg>
        <pc:spChg chg="mod">
          <ac:chgData name="Mitra, Sayan" userId="5f9b069e-390c-41f3-af3f-6bd4b0fb9710" providerId="ADAL" clId="{603CB73D-5ABF-4B35-AB35-B8B719F0AA85}" dt="2022-07-04T14:31:49.987" v="14337" actId="207"/>
          <ac:spMkLst>
            <pc:docMk/>
            <pc:sldMk cId="1597638962" sldId="6226"/>
            <ac:spMk id="17" creationId="{2ECCE92C-3DAE-4C86-9897-34936F328AE4}"/>
          </ac:spMkLst>
        </pc:spChg>
        <pc:spChg chg="mod">
          <ac:chgData name="Mitra, Sayan" userId="5f9b069e-390c-41f3-af3f-6bd4b0fb9710" providerId="ADAL" clId="{603CB73D-5ABF-4B35-AB35-B8B719F0AA85}" dt="2022-07-04T14:31:49.987" v="14337" actId="207"/>
          <ac:spMkLst>
            <pc:docMk/>
            <pc:sldMk cId="1597638962" sldId="6226"/>
            <ac:spMk id="18" creationId="{1985AF35-FE35-46A5-A9C2-95E05E622B32}"/>
          </ac:spMkLst>
        </pc:spChg>
        <pc:spChg chg="mod">
          <ac:chgData name="Mitra, Sayan" userId="5f9b069e-390c-41f3-af3f-6bd4b0fb9710" providerId="ADAL" clId="{603CB73D-5ABF-4B35-AB35-B8B719F0AA85}" dt="2022-07-04T14:31:49.987" v="14337" actId="207"/>
          <ac:spMkLst>
            <pc:docMk/>
            <pc:sldMk cId="1597638962" sldId="6226"/>
            <ac:spMk id="19" creationId="{096CAF3B-27F5-4676-A5EE-8618AEA598A5}"/>
          </ac:spMkLst>
        </pc:spChg>
        <pc:graphicFrameChg chg="mod modGraphic">
          <ac:chgData name="Mitra, Sayan" userId="5f9b069e-390c-41f3-af3f-6bd4b0fb9710" providerId="ADAL" clId="{603CB73D-5ABF-4B35-AB35-B8B719F0AA85}" dt="2022-07-04T14:30:00.484" v="14336" actId="14734"/>
          <ac:graphicFrameMkLst>
            <pc:docMk/>
            <pc:sldMk cId="1597638962" sldId="6226"/>
            <ac:graphicFrameMk id="10" creationId="{93EEF972-4B9B-45AF-9279-0FB15F71F230}"/>
          </ac:graphicFrameMkLst>
        </pc:graphicFrameChg>
        <pc:cxnChg chg="mod">
          <ac:chgData name="Mitra, Sayan" userId="5f9b069e-390c-41f3-af3f-6bd4b0fb9710" providerId="ADAL" clId="{603CB73D-5ABF-4B35-AB35-B8B719F0AA85}" dt="2022-07-04T14:28:20.631" v="14320" actId="1035"/>
          <ac:cxnSpMkLst>
            <pc:docMk/>
            <pc:sldMk cId="1597638962" sldId="6226"/>
            <ac:cxnSpMk id="11" creationId="{10904972-F003-42E5-B222-051313C7BA50}"/>
          </ac:cxnSpMkLst>
        </pc:cxnChg>
      </pc:sldChg>
      <pc:sldChg chg="addSp delSp modSp add del mod">
        <pc:chgData name="Mitra, Sayan" userId="5f9b069e-390c-41f3-af3f-6bd4b0fb9710" providerId="ADAL" clId="{603CB73D-5ABF-4B35-AB35-B8B719F0AA85}" dt="2022-07-04T16:45:58.889" v="14500" actId="47"/>
        <pc:sldMkLst>
          <pc:docMk/>
          <pc:sldMk cId="1011475945" sldId="6234"/>
        </pc:sldMkLst>
        <pc:spChg chg="mod">
          <ac:chgData name="Mitra, Sayan" userId="5f9b069e-390c-41f3-af3f-6bd4b0fb9710" providerId="ADAL" clId="{603CB73D-5ABF-4B35-AB35-B8B719F0AA85}" dt="2022-07-04T16:45:26.968" v="14491" actId="571"/>
          <ac:spMkLst>
            <pc:docMk/>
            <pc:sldMk cId="1011475945" sldId="6234"/>
            <ac:spMk id="31" creationId="{35F79BDB-BFC5-43F5-91C3-A37EDDC2ED91}"/>
          </ac:spMkLst>
        </pc:spChg>
        <pc:spChg chg="add del">
          <ac:chgData name="Mitra, Sayan" userId="5f9b069e-390c-41f3-af3f-6bd4b0fb9710" providerId="ADAL" clId="{603CB73D-5ABF-4B35-AB35-B8B719F0AA85}" dt="2022-07-04T16:45:30.860" v="14498" actId="478"/>
          <ac:spMkLst>
            <pc:docMk/>
            <pc:sldMk cId="1011475945" sldId="6234"/>
            <ac:spMk id="32" creationId="{AF636782-9F9C-4893-A736-8F61E4CFB5CD}"/>
          </ac:spMkLst>
        </pc:spChg>
        <pc:spChg chg="mod">
          <ac:chgData name="Mitra, Sayan" userId="5f9b069e-390c-41f3-af3f-6bd4b0fb9710" providerId="ADAL" clId="{603CB73D-5ABF-4B35-AB35-B8B719F0AA85}" dt="2022-07-04T16:45:26.968" v="14491" actId="571"/>
          <ac:spMkLst>
            <pc:docMk/>
            <pc:sldMk cId="1011475945" sldId="6234"/>
            <ac:spMk id="33" creationId="{C9584F96-4B21-4207-8014-7E3FF7BC9093}"/>
          </ac:spMkLst>
        </pc:spChg>
        <pc:spChg chg="mod">
          <ac:chgData name="Mitra, Sayan" userId="5f9b069e-390c-41f3-af3f-6bd4b0fb9710" providerId="ADAL" clId="{603CB73D-5ABF-4B35-AB35-B8B719F0AA85}" dt="2022-07-04T16:45:26.968" v="14491" actId="571"/>
          <ac:spMkLst>
            <pc:docMk/>
            <pc:sldMk cId="1011475945" sldId="6234"/>
            <ac:spMk id="34" creationId="{5612DE2B-E122-4CA1-BBAF-9CBC3C8A8500}"/>
          </ac:spMkLst>
        </pc:spChg>
        <pc:spChg chg="mod">
          <ac:chgData name="Mitra, Sayan" userId="5f9b069e-390c-41f3-af3f-6bd4b0fb9710" providerId="ADAL" clId="{603CB73D-5ABF-4B35-AB35-B8B719F0AA85}" dt="2022-07-04T16:45:26.968" v="14491" actId="571"/>
          <ac:spMkLst>
            <pc:docMk/>
            <pc:sldMk cId="1011475945" sldId="6234"/>
            <ac:spMk id="35" creationId="{CFEB67BB-C877-45DE-9097-201E53FD58A0}"/>
          </ac:spMkLst>
        </pc:spChg>
        <pc:spChg chg="mod">
          <ac:chgData name="Mitra, Sayan" userId="5f9b069e-390c-41f3-af3f-6bd4b0fb9710" providerId="ADAL" clId="{603CB73D-5ABF-4B35-AB35-B8B719F0AA85}" dt="2022-07-04T16:45:26.968" v="14491" actId="571"/>
          <ac:spMkLst>
            <pc:docMk/>
            <pc:sldMk cId="1011475945" sldId="6234"/>
            <ac:spMk id="36" creationId="{C935E43F-0E7F-47A2-9AD2-245C0B1B33B9}"/>
          </ac:spMkLst>
        </pc:spChg>
        <pc:spChg chg="mod">
          <ac:chgData name="Mitra, Sayan" userId="5f9b069e-390c-41f3-af3f-6bd4b0fb9710" providerId="ADAL" clId="{603CB73D-5ABF-4B35-AB35-B8B719F0AA85}" dt="2022-07-04T16:45:26.968" v="14491" actId="571"/>
          <ac:spMkLst>
            <pc:docMk/>
            <pc:sldMk cId="1011475945" sldId="6234"/>
            <ac:spMk id="37" creationId="{F42B0883-D5AC-4505-AF94-89D7A70A186D}"/>
          </ac:spMkLst>
        </pc:spChg>
        <pc:spChg chg="mod">
          <ac:chgData name="Mitra, Sayan" userId="5f9b069e-390c-41f3-af3f-6bd4b0fb9710" providerId="ADAL" clId="{603CB73D-5ABF-4B35-AB35-B8B719F0AA85}" dt="2022-07-04T16:45:26.968" v="14491" actId="571"/>
          <ac:spMkLst>
            <pc:docMk/>
            <pc:sldMk cId="1011475945" sldId="6234"/>
            <ac:spMk id="38" creationId="{4720DB06-0863-45E8-88B1-88EFA8BFD1EB}"/>
          </ac:spMkLst>
        </pc:spChg>
        <pc:spChg chg="mod">
          <ac:chgData name="Mitra, Sayan" userId="5f9b069e-390c-41f3-af3f-6bd4b0fb9710" providerId="ADAL" clId="{603CB73D-5ABF-4B35-AB35-B8B719F0AA85}" dt="2022-07-04T16:45:26.968" v="14491" actId="571"/>
          <ac:spMkLst>
            <pc:docMk/>
            <pc:sldMk cId="1011475945" sldId="6234"/>
            <ac:spMk id="39" creationId="{2ECEF6B8-8EEF-412C-B764-603F51A99BCD}"/>
          </ac:spMkLst>
        </pc:spChg>
        <pc:spChg chg="mod">
          <ac:chgData name="Mitra, Sayan" userId="5f9b069e-390c-41f3-af3f-6bd4b0fb9710" providerId="ADAL" clId="{603CB73D-5ABF-4B35-AB35-B8B719F0AA85}" dt="2022-07-04T16:45:26.968" v="14491" actId="571"/>
          <ac:spMkLst>
            <pc:docMk/>
            <pc:sldMk cId="1011475945" sldId="6234"/>
            <ac:spMk id="40" creationId="{7ADE1B18-FC5E-438D-A54D-8705EB923972}"/>
          </ac:spMkLst>
        </pc:spChg>
        <pc:spChg chg="mod">
          <ac:chgData name="Mitra, Sayan" userId="5f9b069e-390c-41f3-af3f-6bd4b0fb9710" providerId="ADAL" clId="{603CB73D-5ABF-4B35-AB35-B8B719F0AA85}" dt="2022-07-04T16:45:26.968" v="14491" actId="571"/>
          <ac:spMkLst>
            <pc:docMk/>
            <pc:sldMk cId="1011475945" sldId="6234"/>
            <ac:spMk id="41" creationId="{DC3FCF8B-3F20-4710-8173-ACD046EBB802}"/>
          </ac:spMkLst>
        </pc:spChg>
        <pc:spChg chg="mod">
          <ac:chgData name="Mitra, Sayan" userId="5f9b069e-390c-41f3-af3f-6bd4b0fb9710" providerId="ADAL" clId="{603CB73D-5ABF-4B35-AB35-B8B719F0AA85}" dt="2022-07-04T16:45:26.968" v="14491" actId="571"/>
          <ac:spMkLst>
            <pc:docMk/>
            <pc:sldMk cId="1011475945" sldId="6234"/>
            <ac:spMk id="42" creationId="{F530E4E5-291E-4255-925F-FCB701BB0B4E}"/>
          </ac:spMkLst>
        </pc:spChg>
        <pc:spChg chg="mod">
          <ac:chgData name="Mitra, Sayan" userId="5f9b069e-390c-41f3-af3f-6bd4b0fb9710" providerId="ADAL" clId="{603CB73D-5ABF-4B35-AB35-B8B719F0AA85}" dt="2022-07-04T16:45:26.968" v="14491" actId="571"/>
          <ac:spMkLst>
            <pc:docMk/>
            <pc:sldMk cId="1011475945" sldId="6234"/>
            <ac:spMk id="43" creationId="{D341EB05-E27A-4A36-A5DB-0A3EBCDC209E}"/>
          </ac:spMkLst>
        </pc:spChg>
        <pc:spChg chg="mod">
          <ac:chgData name="Mitra, Sayan" userId="5f9b069e-390c-41f3-af3f-6bd4b0fb9710" providerId="ADAL" clId="{603CB73D-5ABF-4B35-AB35-B8B719F0AA85}" dt="2022-07-04T16:45:26.968" v="14491" actId="571"/>
          <ac:spMkLst>
            <pc:docMk/>
            <pc:sldMk cId="1011475945" sldId="6234"/>
            <ac:spMk id="44" creationId="{A6EA2C71-4663-4A20-8CB2-A3E5174C280F}"/>
          </ac:spMkLst>
        </pc:spChg>
        <pc:spChg chg="mod">
          <ac:chgData name="Mitra, Sayan" userId="5f9b069e-390c-41f3-af3f-6bd4b0fb9710" providerId="ADAL" clId="{603CB73D-5ABF-4B35-AB35-B8B719F0AA85}" dt="2022-07-04T16:45:26.968" v="14491" actId="571"/>
          <ac:spMkLst>
            <pc:docMk/>
            <pc:sldMk cId="1011475945" sldId="6234"/>
            <ac:spMk id="45" creationId="{BF34A27A-1186-4FFE-8077-17EB899EBFAD}"/>
          </ac:spMkLst>
        </pc:spChg>
        <pc:spChg chg="mod">
          <ac:chgData name="Mitra, Sayan" userId="5f9b069e-390c-41f3-af3f-6bd4b0fb9710" providerId="ADAL" clId="{603CB73D-5ABF-4B35-AB35-B8B719F0AA85}" dt="2022-07-04T16:45:26.968" v="14491" actId="571"/>
          <ac:spMkLst>
            <pc:docMk/>
            <pc:sldMk cId="1011475945" sldId="6234"/>
            <ac:spMk id="46" creationId="{5BC9F54D-496B-4499-8BB5-D003EC51574E}"/>
          </ac:spMkLst>
        </pc:spChg>
        <pc:spChg chg="add del mod">
          <ac:chgData name="Mitra, Sayan" userId="5f9b069e-390c-41f3-af3f-6bd4b0fb9710" providerId="ADAL" clId="{603CB73D-5ABF-4B35-AB35-B8B719F0AA85}" dt="2022-07-04T16:45:26.968" v="14491" actId="571"/>
          <ac:spMkLst>
            <pc:docMk/>
            <pc:sldMk cId="1011475945" sldId="6234"/>
            <ac:spMk id="47" creationId="{9189FD90-4E3E-4F10-9444-6046E2838EC2}"/>
          </ac:spMkLst>
        </pc:spChg>
        <pc:spChg chg="add del mod">
          <ac:chgData name="Mitra, Sayan" userId="5f9b069e-390c-41f3-af3f-6bd4b0fb9710" providerId="ADAL" clId="{603CB73D-5ABF-4B35-AB35-B8B719F0AA85}" dt="2022-07-04T16:45:26.968" v="14491" actId="571"/>
          <ac:spMkLst>
            <pc:docMk/>
            <pc:sldMk cId="1011475945" sldId="6234"/>
            <ac:spMk id="48" creationId="{43F1910B-0AE7-46DA-95DF-7065284A6787}"/>
          </ac:spMkLst>
        </pc:spChg>
        <pc:spChg chg="add del mod">
          <ac:chgData name="Mitra, Sayan" userId="5f9b069e-390c-41f3-af3f-6bd4b0fb9710" providerId="ADAL" clId="{603CB73D-5ABF-4B35-AB35-B8B719F0AA85}" dt="2022-07-04T16:45:26.968" v="14491" actId="571"/>
          <ac:spMkLst>
            <pc:docMk/>
            <pc:sldMk cId="1011475945" sldId="6234"/>
            <ac:spMk id="49" creationId="{88878BD7-55F2-4D65-9A8B-8FD5C7E77F5B}"/>
          </ac:spMkLst>
        </pc:spChg>
        <pc:spChg chg="mod">
          <ac:chgData name="Mitra, Sayan" userId="5f9b069e-390c-41f3-af3f-6bd4b0fb9710" providerId="ADAL" clId="{603CB73D-5ABF-4B35-AB35-B8B719F0AA85}" dt="2022-07-04T16:45:26.968" v="14491" actId="571"/>
          <ac:spMkLst>
            <pc:docMk/>
            <pc:sldMk cId="1011475945" sldId="6234"/>
            <ac:spMk id="50" creationId="{91673E18-7EAE-49D8-850B-8A4D3EA7898A}"/>
          </ac:spMkLst>
        </pc:spChg>
        <pc:spChg chg="mod">
          <ac:chgData name="Mitra, Sayan" userId="5f9b069e-390c-41f3-af3f-6bd4b0fb9710" providerId="ADAL" clId="{603CB73D-5ABF-4B35-AB35-B8B719F0AA85}" dt="2022-07-04T16:45:26.968" v="14491" actId="571"/>
          <ac:spMkLst>
            <pc:docMk/>
            <pc:sldMk cId="1011475945" sldId="6234"/>
            <ac:spMk id="51" creationId="{25E3982C-E2FF-4FCD-98C4-7C719DC60C76}"/>
          </ac:spMkLst>
        </pc:spChg>
        <pc:spChg chg="mod">
          <ac:chgData name="Mitra, Sayan" userId="5f9b069e-390c-41f3-af3f-6bd4b0fb9710" providerId="ADAL" clId="{603CB73D-5ABF-4B35-AB35-B8B719F0AA85}" dt="2022-07-04T16:45:26.968" v="14491" actId="571"/>
          <ac:spMkLst>
            <pc:docMk/>
            <pc:sldMk cId="1011475945" sldId="6234"/>
            <ac:spMk id="52" creationId="{BC5C7442-3CFC-4FDF-9F8F-3DCCD9F59A8E}"/>
          </ac:spMkLst>
        </pc:spChg>
        <pc:spChg chg="mod">
          <ac:chgData name="Mitra, Sayan" userId="5f9b069e-390c-41f3-af3f-6bd4b0fb9710" providerId="ADAL" clId="{603CB73D-5ABF-4B35-AB35-B8B719F0AA85}" dt="2022-07-04T16:45:26.968" v="14491" actId="571"/>
          <ac:spMkLst>
            <pc:docMk/>
            <pc:sldMk cId="1011475945" sldId="6234"/>
            <ac:spMk id="53" creationId="{A81A3DAA-9B95-4718-9E8D-D0E70F797EE5}"/>
          </ac:spMkLst>
        </pc:spChg>
        <pc:spChg chg="mod">
          <ac:chgData name="Mitra, Sayan" userId="5f9b069e-390c-41f3-af3f-6bd4b0fb9710" providerId="ADAL" clId="{603CB73D-5ABF-4B35-AB35-B8B719F0AA85}" dt="2022-07-04T16:45:26.968" v="14491" actId="571"/>
          <ac:spMkLst>
            <pc:docMk/>
            <pc:sldMk cId="1011475945" sldId="6234"/>
            <ac:spMk id="54" creationId="{8B22C51B-7CE9-4618-A856-B13C2A223091}"/>
          </ac:spMkLst>
        </pc:spChg>
        <pc:spChg chg="mod">
          <ac:chgData name="Mitra, Sayan" userId="5f9b069e-390c-41f3-af3f-6bd4b0fb9710" providerId="ADAL" clId="{603CB73D-5ABF-4B35-AB35-B8B719F0AA85}" dt="2022-07-04T16:45:26.968" v="14491" actId="571"/>
          <ac:spMkLst>
            <pc:docMk/>
            <pc:sldMk cId="1011475945" sldId="6234"/>
            <ac:spMk id="55" creationId="{ADA99544-D7C9-4115-85CB-080E8737E243}"/>
          </ac:spMkLst>
        </pc:spChg>
        <pc:spChg chg="mod">
          <ac:chgData name="Mitra, Sayan" userId="5f9b069e-390c-41f3-af3f-6bd4b0fb9710" providerId="ADAL" clId="{603CB73D-5ABF-4B35-AB35-B8B719F0AA85}" dt="2022-07-04T16:45:26.968" v="14491" actId="571"/>
          <ac:spMkLst>
            <pc:docMk/>
            <pc:sldMk cId="1011475945" sldId="6234"/>
            <ac:spMk id="56" creationId="{32F31A56-BFD8-4EC6-AF10-01F92547B3C5}"/>
          </ac:spMkLst>
        </pc:spChg>
        <pc:spChg chg="mod">
          <ac:chgData name="Mitra, Sayan" userId="5f9b069e-390c-41f3-af3f-6bd4b0fb9710" providerId="ADAL" clId="{603CB73D-5ABF-4B35-AB35-B8B719F0AA85}" dt="2022-07-04T16:45:26.968" v="14491" actId="571"/>
          <ac:spMkLst>
            <pc:docMk/>
            <pc:sldMk cId="1011475945" sldId="6234"/>
            <ac:spMk id="57" creationId="{3D5AE766-45BB-404C-A29D-B0658A939BD8}"/>
          </ac:spMkLst>
        </pc:spChg>
        <pc:spChg chg="mod">
          <ac:chgData name="Mitra, Sayan" userId="5f9b069e-390c-41f3-af3f-6bd4b0fb9710" providerId="ADAL" clId="{603CB73D-5ABF-4B35-AB35-B8B719F0AA85}" dt="2022-07-04T16:45:26.968" v="14491" actId="571"/>
          <ac:spMkLst>
            <pc:docMk/>
            <pc:sldMk cId="1011475945" sldId="6234"/>
            <ac:spMk id="58" creationId="{6B942BA1-B190-4BB2-A19E-92FAD59971C2}"/>
          </ac:spMkLst>
        </pc:spChg>
        <pc:spChg chg="add del mod">
          <ac:chgData name="Mitra, Sayan" userId="5f9b069e-390c-41f3-af3f-6bd4b0fb9710" providerId="ADAL" clId="{603CB73D-5ABF-4B35-AB35-B8B719F0AA85}" dt="2022-07-04T16:45:26.968" v="14491" actId="571"/>
          <ac:spMkLst>
            <pc:docMk/>
            <pc:sldMk cId="1011475945" sldId="6234"/>
            <ac:spMk id="59" creationId="{36BD376B-64FC-452B-8C2B-FE5BCF9DF745}"/>
          </ac:spMkLst>
        </pc:spChg>
        <pc:spChg chg="mod">
          <ac:chgData name="Mitra, Sayan" userId="5f9b069e-390c-41f3-af3f-6bd4b0fb9710" providerId="ADAL" clId="{603CB73D-5ABF-4B35-AB35-B8B719F0AA85}" dt="2022-07-04T16:45:26.968" v="14491" actId="571"/>
          <ac:spMkLst>
            <pc:docMk/>
            <pc:sldMk cId="1011475945" sldId="6234"/>
            <ac:spMk id="60" creationId="{E288EC2C-C123-4F0E-8E5B-B8FD1C6DFB49}"/>
          </ac:spMkLst>
        </pc:spChg>
        <pc:spChg chg="mod">
          <ac:chgData name="Mitra, Sayan" userId="5f9b069e-390c-41f3-af3f-6bd4b0fb9710" providerId="ADAL" clId="{603CB73D-5ABF-4B35-AB35-B8B719F0AA85}" dt="2022-07-04T16:45:26.968" v="14491" actId="571"/>
          <ac:spMkLst>
            <pc:docMk/>
            <pc:sldMk cId="1011475945" sldId="6234"/>
            <ac:spMk id="61" creationId="{76695B51-6CBE-47F3-A0BE-AF83252E848D}"/>
          </ac:spMkLst>
        </pc:spChg>
        <pc:spChg chg="del">
          <ac:chgData name="Mitra, Sayan" userId="5f9b069e-390c-41f3-af3f-6bd4b0fb9710" providerId="ADAL" clId="{603CB73D-5ABF-4B35-AB35-B8B719F0AA85}" dt="2022-07-04T16:41:57.766" v="14455" actId="478"/>
          <ac:spMkLst>
            <pc:docMk/>
            <pc:sldMk cId="1011475945" sldId="6234"/>
            <ac:spMk id="62" creationId="{9564C4BD-8B45-4FCB-982B-EB51C277B1C1}"/>
          </ac:spMkLst>
        </pc:spChg>
        <pc:spChg chg="add del mod">
          <ac:chgData name="Mitra, Sayan" userId="5f9b069e-390c-41f3-af3f-6bd4b0fb9710" providerId="ADAL" clId="{603CB73D-5ABF-4B35-AB35-B8B719F0AA85}" dt="2022-07-04T16:45:26.968" v="14491" actId="571"/>
          <ac:spMkLst>
            <pc:docMk/>
            <pc:sldMk cId="1011475945" sldId="6234"/>
            <ac:spMk id="63" creationId="{79D8F8A6-5E20-4B52-A18F-EA0C0CD41F16}"/>
          </ac:spMkLst>
        </pc:spChg>
        <pc:spChg chg="mod">
          <ac:chgData name="Mitra, Sayan" userId="5f9b069e-390c-41f3-af3f-6bd4b0fb9710" providerId="ADAL" clId="{603CB73D-5ABF-4B35-AB35-B8B719F0AA85}" dt="2022-07-04T16:45:26.968" v="14491" actId="571"/>
          <ac:spMkLst>
            <pc:docMk/>
            <pc:sldMk cId="1011475945" sldId="6234"/>
            <ac:spMk id="64" creationId="{5ED4B00D-AC9C-4E22-8DB0-48D560AAA540}"/>
          </ac:spMkLst>
        </pc:spChg>
        <pc:spChg chg="add del mod">
          <ac:chgData name="Mitra, Sayan" userId="5f9b069e-390c-41f3-af3f-6bd4b0fb9710" providerId="ADAL" clId="{603CB73D-5ABF-4B35-AB35-B8B719F0AA85}" dt="2022-07-04T16:45:26.968" v="14491" actId="571"/>
          <ac:spMkLst>
            <pc:docMk/>
            <pc:sldMk cId="1011475945" sldId="6234"/>
            <ac:spMk id="65" creationId="{856311C9-DFDE-4290-96F7-4ACA018B9FE9}"/>
          </ac:spMkLst>
        </pc:spChg>
        <pc:spChg chg="add del mod">
          <ac:chgData name="Mitra, Sayan" userId="5f9b069e-390c-41f3-af3f-6bd4b0fb9710" providerId="ADAL" clId="{603CB73D-5ABF-4B35-AB35-B8B719F0AA85}" dt="2022-07-04T16:45:26.968" v="14491" actId="571"/>
          <ac:spMkLst>
            <pc:docMk/>
            <pc:sldMk cId="1011475945" sldId="6234"/>
            <ac:spMk id="67" creationId="{2A835287-6BE4-447D-A8D0-2910357B77EE}"/>
          </ac:spMkLst>
        </pc:spChg>
        <pc:spChg chg="add del mod">
          <ac:chgData name="Mitra, Sayan" userId="5f9b069e-390c-41f3-af3f-6bd4b0fb9710" providerId="ADAL" clId="{603CB73D-5ABF-4B35-AB35-B8B719F0AA85}" dt="2022-07-04T16:45:26.968" v="14491" actId="571"/>
          <ac:spMkLst>
            <pc:docMk/>
            <pc:sldMk cId="1011475945" sldId="6234"/>
            <ac:spMk id="68" creationId="{5290F966-BFD7-4059-A93D-626423505324}"/>
          </ac:spMkLst>
        </pc:spChg>
        <pc:spChg chg="add del mod">
          <ac:chgData name="Mitra, Sayan" userId="5f9b069e-390c-41f3-af3f-6bd4b0fb9710" providerId="ADAL" clId="{603CB73D-5ABF-4B35-AB35-B8B719F0AA85}" dt="2022-07-04T16:45:26.968" v="14491" actId="571"/>
          <ac:spMkLst>
            <pc:docMk/>
            <pc:sldMk cId="1011475945" sldId="6234"/>
            <ac:spMk id="69" creationId="{93287242-2DB6-4487-9892-DEC38894BE1D}"/>
          </ac:spMkLst>
        </pc:spChg>
        <pc:spChg chg="add del mod">
          <ac:chgData name="Mitra, Sayan" userId="5f9b069e-390c-41f3-af3f-6bd4b0fb9710" providerId="ADAL" clId="{603CB73D-5ABF-4B35-AB35-B8B719F0AA85}" dt="2022-07-04T16:45:26.968" v="14491" actId="571"/>
          <ac:spMkLst>
            <pc:docMk/>
            <pc:sldMk cId="1011475945" sldId="6234"/>
            <ac:spMk id="70" creationId="{94EAF97C-E29E-4606-84EE-7991F043FCDD}"/>
          </ac:spMkLst>
        </pc:spChg>
        <pc:spChg chg="add del mod">
          <ac:chgData name="Mitra, Sayan" userId="5f9b069e-390c-41f3-af3f-6bd4b0fb9710" providerId="ADAL" clId="{603CB73D-5ABF-4B35-AB35-B8B719F0AA85}" dt="2022-07-04T16:45:26.968" v="14491" actId="571"/>
          <ac:spMkLst>
            <pc:docMk/>
            <pc:sldMk cId="1011475945" sldId="6234"/>
            <ac:spMk id="71" creationId="{571C3D54-DD28-48B3-A911-4B4480EBB91C}"/>
          </ac:spMkLst>
        </pc:spChg>
        <pc:spChg chg="add del mod">
          <ac:chgData name="Mitra, Sayan" userId="5f9b069e-390c-41f3-af3f-6bd4b0fb9710" providerId="ADAL" clId="{603CB73D-5ABF-4B35-AB35-B8B719F0AA85}" dt="2022-07-04T16:45:26.968" v="14491" actId="571"/>
          <ac:spMkLst>
            <pc:docMk/>
            <pc:sldMk cId="1011475945" sldId="6234"/>
            <ac:spMk id="72" creationId="{C1C488AC-A647-49AE-975C-93CC2493837F}"/>
          </ac:spMkLst>
        </pc:spChg>
        <pc:grpChg chg="mod">
          <ac:chgData name="Mitra, Sayan" userId="5f9b069e-390c-41f3-af3f-6bd4b0fb9710" providerId="ADAL" clId="{603CB73D-5ABF-4B35-AB35-B8B719F0AA85}" dt="2022-07-04T16:45:26.968" v="14491" actId="571"/>
          <ac:grpSpMkLst>
            <pc:docMk/>
            <pc:sldMk cId="1011475945" sldId="6234"/>
            <ac:grpSpMk id="30" creationId="{889BF5C8-5FD1-4E82-8074-5DE59624458E}"/>
          </ac:grpSpMkLst>
        </pc:grpChg>
        <pc:picChg chg="add del mod">
          <ac:chgData name="Mitra, Sayan" userId="5f9b069e-390c-41f3-af3f-6bd4b0fb9710" providerId="ADAL" clId="{603CB73D-5ABF-4B35-AB35-B8B719F0AA85}" dt="2022-07-04T16:45:35.054" v="14499" actId="478"/>
          <ac:picMkLst>
            <pc:docMk/>
            <pc:sldMk cId="1011475945" sldId="6234"/>
            <ac:picMk id="123906" creationId="{9F8E8A8F-8768-48A2-BCBA-DEA4FFF3D1CB}"/>
          </ac:picMkLst>
        </pc:picChg>
        <pc:picChg chg="add del mod">
          <ac:chgData name="Mitra, Sayan" userId="5f9b069e-390c-41f3-af3f-6bd4b0fb9710" providerId="ADAL" clId="{603CB73D-5ABF-4B35-AB35-B8B719F0AA85}" dt="2022-07-04T16:45:35.054" v="14499" actId="478"/>
          <ac:picMkLst>
            <pc:docMk/>
            <pc:sldMk cId="1011475945" sldId="6234"/>
            <ac:picMk id="123908" creationId="{9C98E55F-BEC9-4BE1-BCA6-CB2CA4868E3F}"/>
          </ac:picMkLst>
        </pc:picChg>
        <pc:picChg chg="add del mod">
          <ac:chgData name="Mitra, Sayan" userId="5f9b069e-390c-41f3-af3f-6bd4b0fb9710" providerId="ADAL" clId="{603CB73D-5ABF-4B35-AB35-B8B719F0AA85}" dt="2022-07-04T16:45:24.163" v="14487"/>
          <ac:picMkLst>
            <pc:docMk/>
            <pc:sldMk cId="1011475945" sldId="6234"/>
            <ac:picMk id="123910" creationId="{83E3719F-EF22-4636-A105-D87D51845792}"/>
          </ac:picMkLst>
        </pc:picChg>
        <pc:picChg chg="add del mod">
          <ac:chgData name="Mitra, Sayan" userId="5f9b069e-390c-41f3-af3f-6bd4b0fb9710" providerId="ADAL" clId="{603CB73D-5ABF-4B35-AB35-B8B719F0AA85}" dt="2022-07-04T16:45:22.721" v="14484"/>
          <ac:picMkLst>
            <pc:docMk/>
            <pc:sldMk cId="1011475945" sldId="6234"/>
            <ac:picMk id="123912" creationId="{459EB67A-68D5-42A5-9F3B-D7641AA9FE23}"/>
          </ac:picMkLst>
        </pc:picChg>
      </pc:sldChg>
      <pc:sldChg chg="delSp add del mod">
        <pc:chgData name="Mitra, Sayan" userId="5f9b069e-390c-41f3-af3f-6bd4b0fb9710" providerId="ADAL" clId="{603CB73D-5ABF-4B35-AB35-B8B719F0AA85}" dt="2022-07-04T17:11:35.705" v="14505" actId="47"/>
        <pc:sldMkLst>
          <pc:docMk/>
          <pc:sldMk cId="1170779051" sldId="6234"/>
        </pc:sldMkLst>
        <pc:graphicFrameChg chg="del">
          <ac:chgData name="Mitra, Sayan" userId="5f9b069e-390c-41f3-af3f-6bd4b0fb9710" providerId="ADAL" clId="{603CB73D-5ABF-4B35-AB35-B8B719F0AA85}" dt="2022-07-04T16:49:30.227" v="14502" actId="478"/>
          <ac:graphicFrameMkLst>
            <pc:docMk/>
            <pc:sldMk cId="1170779051" sldId="6234"/>
            <ac:graphicFrameMk id="66" creationId="{A9999040-CC9A-46F3-9922-C711082158C1}"/>
          </ac:graphicFrameMkLst>
        </pc:graphicFrameChg>
      </pc:sldChg>
      <pc:sldChg chg="modSp new mod">
        <pc:chgData name="Mitra, Sayan" userId="5f9b069e-390c-41f3-af3f-6bd4b0fb9710" providerId="ADAL" clId="{603CB73D-5ABF-4B35-AB35-B8B719F0AA85}" dt="2022-07-04T17:15:09.177" v="14516" actId="20577"/>
        <pc:sldMkLst>
          <pc:docMk/>
          <pc:sldMk cId="2707760952" sldId="6234"/>
        </pc:sldMkLst>
        <pc:spChg chg="mod">
          <ac:chgData name="Mitra, Sayan" userId="5f9b069e-390c-41f3-af3f-6bd4b0fb9710" providerId="ADAL" clId="{603CB73D-5ABF-4B35-AB35-B8B719F0AA85}" dt="2022-07-04T17:15:09.177" v="14516" actId="20577"/>
          <ac:spMkLst>
            <pc:docMk/>
            <pc:sldMk cId="2707760952" sldId="6234"/>
            <ac:spMk id="2" creationId="{3FF8A23A-121F-4A4A-B79E-EAD837D9FB20}"/>
          </ac:spMkLst>
        </pc:spChg>
      </pc:sldChg>
      <pc:sldChg chg="new del">
        <pc:chgData name="Mitra, Sayan" userId="5f9b069e-390c-41f3-af3f-6bd4b0fb9710" providerId="ADAL" clId="{603CB73D-5ABF-4B35-AB35-B8B719F0AA85}" dt="2022-07-04T17:16:02.537" v="14522" actId="47"/>
        <pc:sldMkLst>
          <pc:docMk/>
          <pc:sldMk cId="1586408138" sldId="6235"/>
        </pc:sldMkLst>
      </pc:sldChg>
      <pc:sldChg chg="addSp delSp modSp new mod chgLayout">
        <pc:chgData name="Mitra, Sayan" userId="5f9b069e-390c-41f3-af3f-6bd4b0fb9710" providerId="ADAL" clId="{603CB73D-5ABF-4B35-AB35-B8B719F0AA85}" dt="2022-07-04T17:21:37.466" v="14541" actId="3626"/>
        <pc:sldMkLst>
          <pc:docMk/>
          <pc:sldMk cId="978093527" sldId="6236"/>
        </pc:sldMkLst>
        <pc:spChg chg="del">
          <ac:chgData name="Mitra, Sayan" userId="5f9b069e-390c-41f3-af3f-6bd4b0fb9710" providerId="ADAL" clId="{603CB73D-5ABF-4B35-AB35-B8B719F0AA85}" dt="2022-07-04T17:15:37.678" v="14519" actId="700"/>
          <ac:spMkLst>
            <pc:docMk/>
            <pc:sldMk cId="978093527" sldId="6236"/>
            <ac:spMk id="2" creationId="{E8B8C48B-F529-4622-9F0A-A27C7C7C629A}"/>
          </ac:spMkLst>
        </pc:spChg>
        <pc:spChg chg="del">
          <ac:chgData name="Mitra, Sayan" userId="5f9b069e-390c-41f3-af3f-6bd4b0fb9710" providerId="ADAL" clId="{603CB73D-5ABF-4B35-AB35-B8B719F0AA85}" dt="2022-07-04T17:15:37.678" v="14519" actId="700"/>
          <ac:spMkLst>
            <pc:docMk/>
            <pc:sldMk cId="978093527" sldId="6236"/>
            <ac:spMk id="3" creationId="{F8263B39-DFC6-4682-BE1E-2D80A92CB8C4}"/>
          </ac:spMkLst>
        </pc:spChg>
        <pc:spChg chg="del">
          <ac:chgData name="Mitra, Sayan" userId="5f9b069e-390c-41f3-af3f-6bd4b0fb9710" providerId="ADAL" clId="{603CB73D-5ABF-4B35-AB35-B8B719F0AA85}" dt="2022-07-04T17:15:37.678" v="14519" actId="700"/>
          <ac:spMkLst>
            <pc:docMk/>
            <pc:sldMk cId="978093527" sldId="6236"/>
            <ac:spMk id="4" creationId="{F83B6D0C-1502-4091-B918-A3F3829B5331}"/>
          </ac:spMkLst>
        </pc:spChg>
        <pc:spChg chg="del">
          <ac:chgData name="Mitra, Sayan" userId="5f9b069e-390c-41f3-af3f-6bd4b0fb9710" providerId="ADAL" clId="{603CB73D-5ABF-4B35-AB35-B8B719F0AA85}" dt="2022-07-04T17:15:37.678" v="14519" actId="700"/>
          <ac:spMkLst>
            <pc:docMk/>
            <pc:sldMk cId="978093527" sldId="6236"/>
            <ac:spMk id="5" creationId="{6F49BD9A-C3CF-490F-A12E-D444C66862CD}"/>
          </ac:spMkLst>
        </pc:spChg>
        <pc:spChg chg="add mod ord">
          <ac:chgData name="Mitra, Sayan" userId="5f9b069e-390c-41f3-af3f-6bd4b0fb9710" providerId="ADAL" clId="{603CB73D-5ABF-4B35-AB35-B8B719F0AA85}" dt="2022-07-04T17:16:18.860" v="14523"/>
          <ac:spMkLst>
            <pc:docMk/>
            <pc:sldMk cId="978093527" sldId="6236"/>
            <ac:spMk id="6" creationId="{7B436ACD-942B-4C57-BF8E-4F303DD8C115}"/>
          </ac:spMkLst>
        </pc:spChg>
        <pc:spChg chg="add del mod ord">
          <ac:chgData name="Mitra, Sayan" userId="5f9b069e-390c-41f3-af3f-6bd4b0fb9710" providerId="ADAL" clId="{603CB73D-5ABF-4B35-AB35-B8B719F0AA85}" dt="2022-07-04T17:15:53.600" v="14521" actId="478"/>
          <ac:spMkLst>
            <pc:docMk/>
            <pc:sldMk cId="978093527" sldId="6236"/>
            <ac:spMk id="7" creationId="{FCD46973-B56D-46E6-923A-C0A7743C01C3}"/>
          </ac:spMkLst>
        </pc:spChg>
        <pc:spChg chg="add del mod ord">
          <ac:chgData name="Mitra, Sayan" userId="5f9b069e-390c-41f3-af3f-6bd4b0fb9710" providerId="ADAL" clId="{603CB73D-5ABF-4B35-AB35-B8B719F0AA85}" dt="2022-07-04T17:15:39.965" v="14520" actId="478"/>
          <ac:spMkLst>
            <pc:docMk/>
            <pc:sldMk cId="978093527" sldId="6236"/>
            <ac:spMk id="8" creationId="{2D12923C-A6AB-4BE0-A3F9-140E0B6613EF}"/>
          </ac:spMkLst>
        </pc:spChg>
        <pc:spChg chg="add del mod ord">
          <ac:chgData name="Mitra, Sayan" userId="5f9b069e-390c-41f3-af3f-6bd4b0fb9710" providerId="ADAL" clId="{603CB73D-5ABF-4B35-AB35-B8B719F0AA85}" dt="2022-07-04T17:15:53.600" v="14521" actId="478"/>
          <ac:spMkLst>
            <pc:docMk/>
            <pc:sldMk cId="978093527" sldId="6236"/>
            <ac:spMk id="9" creationId="{DAB23CDF-25C9-4FC8-88A0-69A0493DA918}"/>
          </ac:spMkLst>
        </pc:spChg>
        <pc:spChg chg="add mod">
          <ac:chgData name="Mitra, Sayan" userId="5f9b069e-390c-41f3-af3f-6bd4b0fb9710" providerId="ADAL" clId="{603CB73D-5ABF-4B35-AB35-B8B719F0AA85}" dt="2022-07-04T17:21:37.466" v="14541" actId="3626"/>
          <ac:spMkLst>
            <pc:docMk/>
            <pc:sldMk cId="978093527" sldId="6236"/>
            <ac:spMk id="10" creationId="{5CEFFFF9-271C-40EC-9DDB-F1AA995CD729}"/>
          </ac:spMkLst>
        </pc:spChg>
      </pc:sldChg>
      <pc:sldMasterChg chg="delSp mod">
        <pc:chgData name="Mitra, Sayan" userId="5f9b069e-390c-41f3-af3f-6bd4b0fb9710" providerId="ADAL" clId="{603CB73D-5ABF-4B35-AB35-B8B719F0AA85}" dt="2022-07-03T05:02:27.647" v="7230" actId="478"/>
        <pc:sldMasterMkLst>
          <pc:docMk/>
          <pc:sldMasterMk cId="4119867864" sldId="2147484133"/>
        </pc:sldMasterMkLst>
        <pc:spChg chg="del">
          <ac:chgData name="Mitra, Sayan" userId="5f9b069e-390c-41f3-af3f-6bd4b0fb9710" providerId="ADAL" clId="{603CB73D-5ABF-4B35-AB35-B8B719F0AA85}" dt="2022-07-03T05:02:27.647" v="7230" actId="478"/>
          <ac:spMkLst>
            <pc:docMk/>
            <pc:sldMasterMk cId="4119867864" sldId="2147484133"/>
            <ac:spMk id="8" creationId="{00000000-0000-0000-0000-000000000000}"/>
          </ac:spMkLst>
        </pc:spChg>
      </pc:sldMasterChg>
      <pc:sldMasterChg chg="delSldLayout">
        <pc:chgData name="Mitra, Sayan" userId="5f9b069e-390c-41f3-af3f-6bd4b0fb9710" providerId="ADAL" clId="{603CB73D-5ABF-4B35-AB35-B8B719F0AA85}" dt="2022-07-04T10:34:29.649" v="14231" actId="47"/>
        <pc:sldMasterMkLst>
          <pc:docMk/>
          <pc:sldMasterMk cId="3197474883" sldId="2147484169"/>
        </pc:sldMasterMkLst>
        <pc:sldLayoutChg chg="del">
          <pc:chgData name="Mitra, Sayan" userId="5f9b069e-390c-41f3-af3f-6bd4b0fb9710" providerId="ADAL" clId="{603CB73D-5ABF-4B35-AB35-B8B719F0AA85}" dt="2022-07-01T01:30:25.827" v="960" actId="47"/>
          <pc:sldLayoutMkLst>
            <pc:docMk/>
            <pc:sldMasterMk cId="3197474883" sldId="2147484169"/>
            <pc:sldLayoutMk cId="2226598454" sldId="2147483789"/>
          </pc:sldLayoutMkLst>
        </pc:sldLayoutChg>
        <pc:sldLayoutChg chg="del">
          <pc:chgData name="Mitra, Sayan" userId="5f9b069e-390c-41f3-af3f-6bd4b0fb9710" providerId="ADAL" clId="{603CB73D-5ABF-4B35-AB35-B8B719F0AA85}" dt="2022-06-28T16:42:25.713" v="803" actId="47"/>
          <pc:sldLayoutMkLst>
            <pc:docMk/>
            <pc:sldMasterMk cId="3197474883" sldId="2147484169"/>
            <pc:sldLayoutMk cId="2045451334" sldId="2147484067"/>
          </pc:sldLayoutMkLst>
        </pc:sldLayoutChg>
        <pc:sldLayoutChg chg="del">
          <pc:chgData name="Mitra, Sayan" userId="5f9b069e-390c-41f3-af3f-6bd4b0fb9710" providerId="ADAL" clId="{603CB73D-5ABF-4B35-AB35-B8B719F0AA85}" dt="2022-06-28T16:02:01.505" v="250" actId="47"/>
          <pc:sldLayoutMkLst>
            <pc:docMk/>
            <pc:sldMasterMk cId="3197474883" sldId="2147484169"/>
            <pc:sldLayoutMk cId="540644407" sldId="2147484069"/>
          </pc:sldLayoutMkLst>
        </pc:sldLayoutChg>
        <pc:sldLayoutChg chg="del">
          <pc:chgData name="Mitra, Sayan" userId="5f9b069e-390c-41f3-af3f-6bd4b0fb9710" providerId="ADAL" clId="{603CB73D-5ABF-4B35-AB35-B8B719F0AA85}" dt="2022-07-01T01:43:54.551" v="1079" actId="47"/>
          <pc:sldLayoutMkLst>
            <pc:docMk/>
            <pc:sldMasterMk cId="3197474883" sldId="2147484169"/>
            <pc:sldLayoutMk cId="4117818162" sldId="2147484070"/>
          </pc:sldLayoutMkLst>
        </pc:sldLayoutChg>
        <pc:sldLayoutChg chg="del">
          <pc:chgData name="Mitra, Sayan" userId="5f9b069e-390c-41f3-af3f-6bd4b0fb9710" providerId="ADAL" clId="{603CB73D-5ABF-4B35-AB35-B8B719F0AA85}" dt="2022-07-04T10:34:29.649" v="14231" actId="47"/>
          <pc:sldLayoutMkLst>
            <pc:docMk/>
            <pc:sldMasterMk cId="3197474883" sldId="2147484169"/>
            <pc:sldLayoutMk cId="1124575484" sldId="2147484122"/>
          </pc:sldLayoutMkLst>
        </pc:sldLayoutChg>
      </pc:sldMasterChg>
    </pc:docChg>
  </pc:docChgLst>
  <pc:docChgLst>
    <pc:chgData name="Mitra, Sayan" userId="5f9b069e-390c-41f3-af3f-6bd4b0fb9710" providerId="ADAL" clId="{1E27BAC9-1590-4FB6-B46D-FA84BEF06E08}"/>
    <pc:docChg chg="undo custSel addSld delSld modSld sldOrd">
      <pc:chgData name="Mitra, Sayan" userId="5f9b069e-390c-41f3-af3f-6bd4b0fb9710" providerId="ADAL" clId="{1E27BAC9-1590-4FB6-B46D-FA84BEF06E08}" dt="2022-06-28T01:41:08.987" v="1560"/>
      <pc:docMkLst>
        <pc:docMk/>
      </pc:docMkLst>
      <pc:sldChg chg="addSp modSp mod ord">
        <pc:chgData name="Mitra, Sayan" userId="5f9b069e-390c-41f3-af3f-6bd4b0fb9710" providerId="ADAL" clId="{1E27BAC9-1590-4FB6-B46D-FA84BEF06E08}" dt="2022-06-28T01:39:11.123" v="1558" actId="1076"/>
        <pc:sldMkLst>
          <pc:docMk/>
          <pc:sldMk cId="3091055145" sldId="381"/>
        </pc:sldMkLst>
        <pc:spChg chg="add mod">
          <ac:chgData name="Mitra, Sayan" userId="5f9b069e-390c-41f3-af3f-6bd4b0fb9710" providerId="ADAL" clId="{1E27BAC9-1590-4FB6-B46D-FA84BEF06E08}" dt="2022-06-28T01:39:11.123" v="1558" actId="1076"/>
          <ac:spMkLst>
            <pc:docMk/>
            <pc:sldMk cId="3091055145" sldId="381"/>
            <ac:spMk id="46" creationId="{1CB251FC-5B24-4F00-B2DF-ABDFB4F1ACB5}"/>
          </ac:spMkLst>
        </pc:spChg>
      </pc:sldChg>
      <pc:sldChg chg="modSp mod ord">
        <pc:chgData name="Mitra, Sayan" userId="5f9b069e-390c-41f3-af3f-6bd4b0fb9710" providerId="ADAL" clId="{1E27BAC9-1590-4FB6-B46D-FA84BEF06E08}" dt="2022-06-28T01:27:06.492" v="1529" actId="207"/>
        <pc:sldMkLst>
          <pc:docMk/>
          <pc:sldMk cId="1354766238" sldId="382"/>
        </pc:sldMkLst>
        <pc:spChg chg="mod">
          <ac:chgData name="Mitra, Sayan" userId="5f9b069e-390c-41f3-af3f-6bd4b0fb9710" providerId="ADAL" clId="{1E27BAC9-1590-4FB6-B46D-FA84BEF06E08}" dt="2022-06-28T01:27:06.492" v="1529" actId="207"/>
          <ac:spMkLst>
            <pc:docMk/>
            <pc:sldMk cId="1354766238" sldId="382"/>
            <ac:spMk id="18" creationId="{D0CA8FE8-725D-90A3-0135-A0DE2C30AB38}"/>
          </ac:spMkLst>
        </pc:spChg>
        <pc:spChg chg="mod">
          <ac:chgData name="Mitra, Sayan" userId="5f9b069e-390c-41f3-af3f-6bd4b0fb9710" providerId="ADAL" clId="{1E27BAC9-1590-4FB6-B46D-FA84BEF06E08}" dt="2022-06-28T01:27:06.492" v="1529" actId="207"/>
          <ac:spMkLst>
            <pc:docMk/>
            <pc:sldMk cId="1354766238" sldId="382"/>
            <ac:spMk id="19" creationId="{57C8B6B5-FAC4-1DCA-1AB2-063FC89DD17B}"/>
          </ac:spMkLst>
        </pc:spChg>
        <pc:spChg chg="mod">
          <ac:chgData name="Mitra, Sayan" userId="5f9b069e-390c-41f3-af3f-6bd4b0fb9710" providerId="ADAL" clId="{1E27BAC9-1590-4FB6-B46D-FA84BEF06E08}" dt="2022-06-28T01:27:06.492" v="1529" actId="207"/>
          <ac:spMkLst>
            <pc:docMk/>
            <pc:sldMk cId="1354766238" sldId="382"/>
            <ac:spMk id="20" creationId="{A1BE41AE-4860-9281-7C00-38B6B7F2F312}"/>
          </ac:spMkLst>
        </pc:spChg>
        <pc:spChg chg="mod">
          <ac:chgData name="Mitra, Sayan" userId="5f9b069e-390c-41f3-af3f-6bd4b0fb9710" providerId="ADAL" clId="{1E27BAC9-1590-4FB6-B46D-FA84BEF06E08}" dt="2022-06-28T01:27:06.492" v="1529" actId="207"/>
          <ac:spMkLst>
            <pc:docMk/>
            <pc:sldMk cId="1354766238" sldId="382"/>
            <ac:spMk id="21" creationId="{C8164E47-F198-1A33-8B18-2092E22A9C45}"/>
          </ac:spMkLst>
        </pc:spChg>
        <pc:spChg chg="mod">
          <ac:chgData name="Mitra, Sayan" userId="5f9b069e-390c-41f3-af3f-6bd4b0fb9710" providerId="ADAL" clId="{1E27BAC9-1590-4FB6-B46D-FA84BEF06E08}" dt="2022-06-28T01:27:06.492" v="1529" actId="207"/>
          <ac:spMkLst>
            <pc:docMk/>
            <pc:sldMk cId="1354766238" sldId="382"/>
            <ac:spMk id="22" creationId="{BD1420BC-9342-D460-CF93-30DFAF787EA2}"/>
          </ac:spMkLst>
        </pc:spChg>
        <pc:spChg chg="mod">
          <ac:chgData name="Mitra, Sayan" userId="5f9b069e-390c-41f3-af3f-6bd4b0fb9710" providerId="ADAL" clId="{1E27BAC9-1590-4FB6-B46D-FA84BEF06E08}" dt="2022-06-28T01:27:06.492" v="1529" actId="207"/>
          <ac:spMkLst>
            <pc:docMk/>
            <pc:sldMk cId="1354766238" sldId="382"/>
            <ac:spMk id="23" creationId="{1E2FAA09-2E9B-EE0E-BC2B-3F88845AAA92}"/>
          </ac:spMkLst>
        </pc:spChg>
        <pc:spChg chg="mod">
          <ac:chgData name="Mitra, Sayan" userId="5f9b069e-390c-41f3-af3f-6bd4b0fb9710" providerId="ADAL" clId="{1E27BAC9-1590-4FB6-B46D-FA84BEF06E08}" dt="2022-06-28T01:27:06.492" v="1529" actId="207"/>
          <ac:spMkLst>
            <pc:docMk/>
            <pc:sldMk cId="1354766238" sldId="382"/>
            <ac:spMk id="24" creationId="{86E0AC90-1D24-073D-51FD-0FA385733756}"/>
          </ac:spMkLst>
        </pc:spChg>
        <pc:spChg chg="mod">
          <ac:chgData name="Mitra, Sayan" userId="5f9b069e-390c-41f3-af3f-6bd4b0fb9710" providerId="ADAL" clId="{1E27BAC9-1590-4FB6-B46D-FA84BEF06E08}" dt="2022-06-28T01:27:06.492" v="1529" actId="207"/>
          <ac:spMkLst>
            <pc:docMk/>
            <pc:sldMk cId="1354766238" sldId="382"/>
            <ac:spMk id="25" creationId="{D325DD5F-BB06-3C5D-0FE6-250F8973A67C}"/>
          </ac:spMkLst>
        </pc:spChg>
        <pc:spChg chg="mod">
          <ac:chgData name="Mitra, Sayan" userId="5f9b069e-390c-41f3-af3f-6bd4b0fb9710" providerId="ADAL" clId="{1E27BAC9-1590-4FB6-B46D-FA84BEF06E08}" dt="2022-06-28T01:27:06.492" v="1529" actId="207"/>
          <ac:spMkLst>
            <pc:docMk/>
            <pc:sldMk cId="1354766238" sldId="382"/>
            <ac:spMk id="26" creationId="{376864B2-B5A6-17A2-E623-B678B6B2FE8A}"/>
          </ac:spMkLst>
        </pc:spChg>
        <pc:spChg chg="mod">
          <ac:chgData name="Mitra, Sayan" userId="5f9b069e-390c-41f3-af3f-6bd4b0fb9710" providerId="ADAL" clId="{1E27BAC9-1590-4FB6-B46D-FA84BEF06E08}" dt="2022-06-28T01:27:06.492" v="1529" actId="207"/>
          <ac:spMkLst>
            <pc:docMk/>
            <pc:sldMk cId="1354766238" sldId="382"/>
            <ac:spMk id="27" creationId="{6DC7BCD6-0F57-768C-F8EF-CD72160AA397}"/>
          </ac:spMkLst>
        </pc:spChg>
        <pc:spChg chg="mod">
          <ac:chgData name="Mitra, Sayan" userId="5f9b069e-390c-41f3-af3f-6bd4b0fb9710" providerId="ADAL" clId="{1E27BAC9-1590-4FB6-B46D-FA84BEF06E08}" dt="2022-06-28T01:27:06.492" v="1529" actId="207"/>
          <ac:spMkLst>
            <pc:docMk/>
            <pc:sldMk cId="1354766238" sldId="382"/>
            <ac:spMk id="28" creationId="{273FD77E-D327-EE91-86A1-DA643A61EA72}"/>
          </ac:spMkLst>
        </pc:spChg>
        <pc:spChg chg="mod">
          <ac:chgData name="Mitra, Sayan" userId="5f9b069e-390c-41f3-af3f-6bd4b0fb9710" providerId="ADAL" clId="{1E27BAC9-1590-4FB6-B46D-FA84BEF06E08}" dt="2022-06-28T01:27:06.492" v="1529" actId="207"/>
          <ac:spMkLst>
            <pc:docMk/>
            <pc:sldMk cId="1354766238" sldId="382"/>
            <ac:spMk id="29" creationId="{FFF666DA-1681-6DD2-0122-F77BE9B5BE6D}"/>
          </ac:spMkLst>
        </pc:spChg>
        <pc:spChg chg="mod">
          <ac:chgData name="Mitra, Sayan" userId="5f9b069e-390c-41f3-af3f-6bd4b0fb9710" providerId="ADAL" clId="{1E27BAC9-1590-4FB6-B46D-FA84BEF06E08}" dt="2022-06-28T01:27:06.492" v="1529" actId="207"/>
          <ac:spMkLst>
            <pc:docMk/>
            <pc:sldMk cId="1354766238" sldId="382"/>
            <ac:spMk id="30" creationId="{95584826-B3D8-9F5E-8668-63066A0453D7}"/>
          </ac:spMkLst>
        </pc:spChg>
        <pc:spChg chg="mod">
          <ac:chgData name="Mitra, Sayan" userId="5f9b069e-390c-41f3-af3f-6bd4b0fb9710" providerId="ADAL" clId="{1E27BAC9-1590-4FB6-B46D-FA84BEF06E08}" dt="2022-06-28T01:27:06.492" v="1529" actId="207"/>
          <ac:spMkLst>
            <pc:docMk/>
            <pc:sldMk cId="1354766238" sldId="382"/>
            <ac:spMk id="31" creationId="{95B54EEA-49A8-C6B5-BAD7-22FE1B8731A2}"/>
          </ac:spMkLst>
        </pc:spChg>
        <pc:spChg chg="mod">
          <ac:chgData name="Mitra, Sayan" userId="5f9b069e-390c-41f3-af3f-6bd4b0fb9710" providerId="ADAL" clId="{1E27BAC9-1590-4FB6-B46D-FA84BEF06E08}" dt="2022-06-28T01:27:06.492" v="1529" actId="207"/>
          <ac:spMkLst>
            <pc:docMk/>
            <pc:sldMk cId="1354766238" sldId="382"/>
            <ac:spMk id="32" creationId="{D65A634B-3C5A-0B2A-BEDD-5D8054530D6A}"/>
          </ac:spMkLst>
        </pc:spChg>
        <pc:spChg chg="mod">
          <ac:chgData name="Mitra, Sayan" userId="5f9b069e-390c-41f3-af3f-6bd4b0fb9710" providerId="ADAL" clId="{1E27BAC9-1590-4FB6-B46D-FA84BEF06E08}" dt="2022-06-28T01:27:06.492" v="1529" actId="207"/>
          <ac:spMkLst>
            <pc:docMk/>
            <pc:sldMk cId="1354766238" sldId="382"/>
            <ac:spMk id="33" creationId="{2A970853-6ACE-EB5F-7E4D-067D77E9C2B6}"/>
          </ac:spMkLst>
        </pc:spChg>
        <pc:spChg chg="mod">
          <ac:chgData name="Mitra, Sayan" userId="5f9b069e-390c-41f3-af3f-6bd4b0fb9710" providerId="ADAL" clId="{1E27BAC9-1590-4FB6-B46D-FA84BEF06E08}" dt="2022-06-28T01:27:06.492" v="1529" actId="207"/>
          <ac:spMkLst>
            <pc:docMk/>
            <pc:sldMk cId="1354766238" sldId="382"/>
            <ac:spMk id="34" creationId="{8995B9F4-E7B8-EFD4-9FF8-3866914B49CF}"/>
          </ac:spMkLst>
        </pc:spChg>
        <pc:spChg chg="mod">
          <ac:chgData name="Mitra, Sayan" userId="5f9b069e-390c-41f3-af3f-6bd4b0fb9710" providerId="ADAL" clId="{1E27BAC9-1590-4FB6-B46D-FA84BEF06E08}" dt="2022-06-28T01:27:06.492" v="1529" actId="207"/>
          <ac:spMkLst>
            <pc:docMk/>
            <pc:sldMk cId="1354766238" sldId="382"/>
            <ac:spMk id="35" creationId="{7B0DFFE3-DAE8-FE8F-320F-B1EEB8A4F2CE}"/>
          </ac:spMkLst>
        </pc:spChg>
        <pc:spChg chg="mod">
          <ac:chgData name="Mitra, Sayan" userId="5f9b069e-390c-41f3-af3f-6bd4b0fb9710" providerId="ADAL" clId="{1E27BAC9-1590-4FB6-B46D-FA84BEF06E08}" dt="2022-06-28T01:27:06.492" v="1529" actId="207"/>
          <ac:spMkLst>
            <pc:docMk/>
            <pc:sldMk cId="1354766238" sldId="382"/>
            <ac:spMk id="36" creationId="{C3EC6908-AD71-5EF9-3FB4-957F40A4D062}"/>
          </ac:spMkLst>
        </pc:spChg>
        <pc:spChg chg="mod">
          <ac:chgData name="Mitra, Sayan" userId="5f9b069e-390c-41f3-af3f-6bd4b0fb9710" providerId="ADAL" clId="{1E27BAC9-1590-4FB6-B46D-FA84BEF06E08}" dt="2022-06-28T01:27:06.492" v="1529" actId="207"/>
          <ac:spMkLst>
            <pc:docMk/>
            <pc:sldMk cId="1354766238" sldId="382"/>
            <ac:spMk id="37" creationId="{7029EB9A-8FDD-31A2-141C-016662CC3A60}"/>
          </ac:spMkLst>
        </pc:spChg>
        <pc:spChg chg="mod">
          <ac:chgData name="Mitra, Sayan" userId="5f9b069e-390c-41f3-af3f-6bd4b0fb9710" providerId="ADAL" clId="{1E27BAC9-1590-4FB6-B46D-FA84BEF06E08}" dt="2022-06-28T01:27:06.492" v="1529" actId="207"/>
          <ac:spMkLst>
            <pc:docMk/>
            <pc:sldMk cId="1354766238" sldId="382"/>
            <ac:spMk id="42" creationId="{8406511E-19E8-48AB-8843-DE12594A69B5}"/>
          </ac:spMkLst>
        </pc:spChg>
      </pc:sldChg>
      <pc:sldChg chg="modSp mod ord">
        <pc:chgData name="Mitra, Sayan" userId="5f9b069e-390c-41f3-af3f-6bd4b0fb9710" providerId="ADAL" clId="{1E27BAC9-1590-4FB6-B46D-FA84BEF06E08}" dt="2022-06-28T01:39:00.130" v="1556" actId="14100"/>
        <pc:sldMkLst>
          <pc:docMk/>
          <pc:sldMk cId="3212148087" sldId="385"/>
        </pc:sldMkLst>
        <pc:spChg chg="mod">
          <ac:chgData name="Mitra, Sayan" userId="5f9b069e-390c-41f3-af3f-6bd4b0fb9710" providerId="ADAL" clId="{1E27BAC9-1590-4FB6-B46D-FA84BEF06E08}" dt="2022-06-28T01:39:00.130" v="1556" actId="14100"/>
          <ac:spMkLst>
            <pc:docMk/>
            <pc:sldMk cId="3212148087" sldId="385"/>
            <ac:spMk id="4" creationId="{2A645BF7-C44D-92CF-2B59-66CDED5E6312}"/>
          </ac:spMkLst>
        </pc:spChg>
        <pc:graphicFrameChg chg="modGraphic">
          <ac:chgData name="Mitra, Sayan" userId="5f9b069e-390c-41f3-af3f-6bd4b0fb9710" providerId="ADAL" clId="{1E27BAC9-1590-4FB6-B46D-FA84BEF06E08}" dt="2022-06-28T00:10:11.988" v="989" actId="2711"/>
          <ac:graphicFrameMkLst>
            <pc:docMk/>
            <pc:sldMk cId="3212148087" sldId="385"/>
            <ac:graphicFrameMk id="3" creationId="{27B413D5-2F5E-0BE4-EF2F-860E26021974}"/>
          </ac:graphicFrameMkLst>
        </pc:graphicFrameChg>
      </pc:sldChg>
      <pc:sldChg chg="del">
        <pc:chgData name="Mitra, Sayan" userId="5f9b069e-390c-41f3-af3f-6bd4b0fb9710" providerId="ADAL" clId="{1E27BAC9-1590-4FB6-B46D-FA84BEF06E08}" dt="2022-06-28T01:23:13.371" v="1461" actId="47"/>
        <pc:sldMkLst>
          <pc:docMk/>
          <pc:sldMk cId="140625409" sldId="389"/>
        </pc:sldMkLst>
      </pc:sldChg>
      <pc:sldChg chg="del">
        <pc:chgData name="Mitra, Sayan" userId="5f9b069e-390c-41f3-af3f-6bd4b0fb9710" providerId="ADAL" clId="{1E27BAC9-1590-4FB6-B46D-FA84BEF06E08}" dt="2022-06-28T01:23:14.098" v="1462" actId="47"/>
        <pc:sldMkLst>
          <pc:docMk/>
          <pc:sldMk cId="1348992580" sldId="390"/>
        </pc:sldMkLst>
      </pc:sldChg>
      <pc:sldChg chg="add del">
        <pc:chgData name="Mitra, Sayan" userId="5f9b069e-390c-41f3-af3f-6bd4b0fb9710" providerId="ADAL" clId="{1E27BAC9-1590-4FB6-B46D-FA84BEF06E08}" dt="2022-06-27T14:45:55.093" v="710" actId="47"/>
        <pc:sldMkLst>
          <pc:docMk/>
          <pc:sldMk cId="2730138925" sldId="391"/>
        </pc:sldMkLst>
      </pc:sldChg>
      <pc:sldChg chg="ord">
        <pc:chgData name="Mitra, Sayan" userId="5f9b069e-390c-41f3-af3f-6bd4b0fb9710" providerId="ADAL" clId="{1E27BAC9-1590-4FB6-B46D-FA84BEF06E08}" dt="2022-06-27T14:43:43.734" v="670"/>
        <pc:sldMkLst>
          <pc:docMk/>
          <pc:sldMk cId="1861270906" sldId="572"/>
        </pc:sldMkLst>
      </pc:sldChg>
      <pc:sldChg chg="delSp modSp mod">
        <pc:chgData name="Mitra, Sayan" userId="5f9b069e-390c-41f3-af3f-6bd4b0fb9710" providerId="ADAL" clId="{1E27BAC9-1590-4FB6-B46D-FA84BEF06E08}" dt="2022-06-27T14:38:10.011" v="284" actId="313"/>
        <pc:sldMkLst>
          <pc:docMk/>
          <pc:sldMk cId="3709311350" sldId="624"/>
        </pc:sldMkLst>
        <pc:spChg chg="mod">
          <ac:chgData name="Mitra, Sayan" userId="5f9b069e-390c-41f3-af3f-6bd4b0fb9710" providerId="ADAL" clId="{1E27BAC9-1590-4FB6-B46D-FA84BEF06E08}" dt="2022-06-27T14:38:10.011" v="284" actId="313"/>
          <ac:spMkLst>
            <pc:docMk/>
            <pc:sldMk cId="3709311350" sldId="624"/>
            <ac:spMk id="2" creationId="{90B109E2-7B40-463B-983F-556B88D76AE5}"/>
          </ac:spMkLst>
        </pc:spChg>
        <pc:grpChg chg="del">
          <ac:chgData name="Mitra, Sayan" userId="5f9b069e-390c-41f3-af3f-6bd4b0fb9710" providerId="ADAL" clId="{1E27BAC9-1590-4FB6-B46D-FA84BEF06E08}" dt="2022-06-27T14:35:21.374" v="69" actId="478"/>
          <ac:grpSpMkLst>
            <pc:docMk/>
            <pc:sldMk cId="3709311350" sldId="624"/>
            <ac:grpSpMk id="3" creationId="{1598C77B-64A6-4692-9F7E-E03E29E41258}"/>
          </ac:grpSpMkLst>
        </pc:grpChg>
        <pc:grpChg chg="del">
          <ac:chgData name="Mitra, Sayan" userId="5f9b069e-390c-41f3-af3f-6bd4b0fb9710" providerId="ADAL" clId="{1E27BAC9-1590-4FB6-B46D-FA84BEF06E08}" dt="2022-06-27T14:35:21.374" v="69" actId="478"/>
          <ac:grpSpMkLst>
            <pc:docMk/>
            <pc:sldMk cId="3709311350" sldId="624"/>
            <ac:grpSpMk id="4" creationId="{2706CACD-CCEB-4561-A825-281545C4B4E5}"/>
          </ac:grpSpMkLst>
        </pc:grpChg>
        <pc:grpChg chg="del">
          <ac:chgData name="Mitra, Sayan" userId="5f9b069e-390c-41f3-af3f-6bd4b0fb9710" providerId="ADAL" clId="{1E27BAC9-1590-4FB6-B46D-FA84BEF06E08}" dt="2022-06-27T14:35:21.374" v="69" actId="478"/>
          <ac:grpSpMkLst>
            <pc:docMk/>
            <pc:sldMk cId="3709311350" sldId="624"/>
            <ac:grpSpMk id="5" creationId="{07AA1CA0-1814-4633-A50C-122091F7D7A0}"/>
          </ac:grpSpMkLst>
        </pc:grpChg>
        <pc:grpChg chg="del">
          <ac:chgData name="Mitra, Sayan" userId="5f9b069e-390c-41f3-af3f-6bd4b0fb9710" providerId="ADAL" clId="{1E27BAC9-1590-4FB6-B46D-FA84BEF06E08}" dt="2022-06-27T14:35:21.374" v="69" actId="478"/>
          <ac:grpSpMkLst>
            <pc:docMk/>
            <pc:sldMk cId="3709311350" sldId="624"/>
            <ac:grpSpMk id="28" creationId="{A899FE69-4F05-4952-872F-B23058FFE033}"/>
          </ac:grpSpMkLst>
        </pc:grpChg>
        <pc:grpChg chg="del">
          <ac:chgData name="Mitra, Sayan" userId="5f9b069e-390c-41f3-af3f-6bd4b0fb9710" providerId="ADAL" clId="{1E27BAC9-1590-4FB6-B46D-FA84BEF06E08}" dt="2022-06-27T14:35:21.374" v="69" actId="478"/>
          <ac:grpSpMkLst>
            <pc:docMk/>
            <pc:sldMk cId="3709311350" sldId="624"/>
            <ac:grpSpMk id="34" creationId="{8A7068B6-446C-4F6E-837A-0B20C614F36B}"/>
          </ac:grpSpMkLst>
        </pc:grpChg>
        <pc:cxnChg chg="mod">
          <ac:chgData name="Mitra, Sayan" userId="5f9b069e-390c-41f3-af3f-6bd4b0fb9710" providerId="ADAL" clId="{1E27BAC9-1590-4FB6-B46D-FA84BEF06E08}" dt="2022-06-27T14:35:21.374" v="69" actId="478"/>
          <ac:cxnSpMkLst>
            <pc:docMk/>
            <pc:sldMk cId="3709311350" sldId="624"/>
            <ac:cxnSpMk id="32" creationId="{10F33943-65A8-44E2-A061-89386DE2F390}"/>
          </ac:cxnSpMkLst>
        </pc:cxnChg>
        <pc:cxnChg chg="mod">
          <ac:chgData name="Mitra, Sayan" userId="5f9b069e-390c-41f3-af3f-6bd4b0fb9710" providerId="ADAL" clId="{1E27BAC9-1590-4FB6-B46D-FA84BEF06E08}" dt="2022-06-27T14:35:21.374" v="69" actId="478"/>
          <ac:cxnSpMkLst>
            <pc:docMk/>
            <pc:sldMk cId="3709311350" sldId="624"/>
            <ac:cxnSpMk id="38" creationId="{62CAE68A-1860-436B-B0D8-AB28D5627472}"/>
          </ac:cxnSpMkLst>
        </pc:cxnChg>
        <pc:cxnChg chg="mod">
          <ac:chgData name="Mitra, Sayan" userId="5f9b069e-390c-41f3-af3f-6bd4b0fb9710" providerId="ADAL" clId="{1E27BAC9-1590-4FB6-B46D-FA84BEF06E08}" dt="2022-06-27T14:35:21.374" v="69" actId="478"/>
          <ac:cxnSpMkLst>
            <pc:docMk/>
            <pc:sldMk cId="3709311350" sldId="624"/>
            <ac:cxnSpMk id="79" creationId="{BA236498-7284-404A-9601-55039B5AEB6C}"/>
          </ac:cxnSpMkLst>
        </pc:cxnChg>
        <pc:cxnChg chg="mod">
          <ac:chgData name="Mitra, Sayan" userId="5f9b069e-390c-41f3-af3f-6bd4b0fb9710" providerId="ADAL" clId="{1E27BAC9-1590-4FB6-B46D-FA84BEF06E08}" dt="2022-06-27T14:35:21.374" v="69" actId="478"/>
          <ac:cxnSpMkLst>
            <pc:docMk/>
            <pc:sldMk cId="3709311350" sldId="624"/>
            <ac:cxnSpMk id="84" creationId="{73622807-004C-7F45-B663-C9A7A353927E}"/>
          </ac:cxnSpMkLst>
        </pc:cxnChg>
        <pc:cxnChg chg="mod">
          <ac:chgData name="Mitra, Sayan" userId="5f9b069e-390c-41f3-af3f-6bd4b0fb9710" providerId="ADAL" clId="{1E27BAC9-1590-4FB6-B46D-FA84BEF06E08}" dt="2022-06-27T14:35:21.374" v="69" actId="478"/>
          <ac:cxnSpMkLst>
            <pc:docMk/>
            <pc:sldMk cId="3709311350" sldId="624"/>
            <ac:cxnSpMk id="89" creationId="{A553A74A-2FB7-054C-AF99-63A43D454530}"/>
          </ac:cxnSpMkLst>
        </pc:cxnChg>
      </pc:sldChg>
      <pc:sldChg chg="modSp mod">
        <pc:chgData name="Mitra, Sayan" userId="5f9b069e-390c-41f3-af3f-6bd4b0fb9710" providerId="ADAL" clId="{1E27BAC9-1590-4FB6-B46D-FA84BEF06E08}" dt="2022-06-27T14:51:41.264" v="987" actId="20577"/>
        <pc:sldMkLst>
          <pc:docMk/>
          <pc:sldMk cId="289173355" sldId="954"/>
        </pc:sldMkLst>
        <pc:spChg chg="mod">
          <ac:chgData name="Mitra, Sayan" userId="5f9b069e-390c-41f3-af3f-6bd4b0fb9710" providerId="ADAL" clId="{1E27BAC9-1590-4FB6-B46D-FA84BEF06E08}" dt="2022-06-27T14:51:41.264" v="987" actId="20577"/>
          <ac:spMkLst>
            <pc:docMk/>
            <pc:sldMk cId="289173355" sldId="954"/>
            <ac:spMk id="4" creationId="{00000000-0000-0000-0000-000000000000}"/>
          </ac:spMkLst>
        </pc:spChg>
      </pc:sldChg>
      <pc:sldChg chg="modSp mod ord">
        <pc:chgData name="Mitra, Sayan" userId="5f9b069e-390c-41f3-af3f-6bd4b0fb9710" providerId="ADAL" clId="{1E27BAC9-1590-4FB6-B46D-FA84BEF06E08}" dt="2022-06-27T14:41:10.526" v="483" actId="20577"/>
        <pc:sldMkLst>
          <pc:docMk/>
          <pc:sldMk cId="2763198061" sldId="1123"/>
        </pc:sldMkLst>
        <pc:spChg chg="mod">
          <ac:chgData name="Mitra, Sayan" userId="5f9b069e-390c-41f3-af3f-6bd4b0fb9710" providerId="ADAL" clId="{1E27BAC9-1590-4FB6-B46D-FA84BEF06E08}" dt="2022-06-27T14:41:10.526" v="483" actId="20577"/>
          <ac:spMkLst>
            <pc:docMk/>
            <pc:sldMk cId="2763198061" sldId="1123"/>
            <ac:spMk id="10" creationId="{7F8B5CA4-D971-4A79-9A57-B0710765EDBC}"/>
          </ac:spMkLst>
        </pc:spChg>
      </pc:sldChg>
      <pc:sldChg chg="del">
        <pc:chgData name="Mitra, Sayan" userId="5f9b069e-390c-41f3-af3f-6bd4b0fb9710" providerId="ADAL" clId="{1E27BAC9-1590-4FB6-B46D-FA84BEF06E08}" dt="2022-06-27T14:35:25.719" v="71" actId="47"/>
        <pc:sldMkLst>
          <pc:docMk/>
          <pc:sldMk cId="2210165816" sldId="1270"/>
        </pc:sldMkLst>
      </pc:sldChg>
      <pc:sldChg chg="del">
        <pc:chgData name="Mitra, Sayan" userId="5f9b069e-390c-41f3-af3f-6bd4b0fb9710" providerId="ADAL" clId="{1E27BAC9-1590-4FB6-B46D-FA84BEF06E08}" dt="2022-06-27T14:34:43.390" v="0" actId="47"/>
        <pc:sldMkLst>
          <pc:docMk/>
          <pc:sldMk cId="316273261" sldId="1271"/>
        </pc:sldMkLst>
      </pc:sldChg>
      <pc:sldChg chg="del">
        <pc:chgData name="Mitra, Sayan" userId="5f9b069e-390c-41f3-af3f-6bd4b0fb9710" providerId="ADAL" clId="{1E27BAC9-1590-4FB6-B46D-FA84BEF06E08}" dt="2022-06-27T14:34:43.846" v="1" actId="47"/>
        <pc:sldMkLst>
          <pc:docMk/>
          <pc:sldMk cId="148379624" sldId="1272"/>
        </pc:sldMkLst>
      </pc:sldChg>
      <pc:sldChg chg="modSp mod">
        <pc:chgData name="Mitra, Sayan" userId="5f9b069e-390c-41f3-af3f-6bd4b0fb9710" providerId="ADAL" clId="{1E27BAC9-1590-4FB6-B46D-FA84BEF06E08}" dt="2022-06-28T01:28:07.311" v="1538"/>
        <pc:sldMkLst>
          <pc:docMk/>
          <pc:sldMk cId="2473939844" sldId="3969"/>
        </pc:sldMkLst>
        <pc:spChg chg="mod">
          <ac:chgData name="Mitra, Sayan" userId="5f9b069e-390c-41f3-af3f-6bd4b0fb9710" providerId="ADAL" clId="{1E27BAC9-1590-4FB6-B46D-FA84BEF06E08}" dt="2022-06-28T01:28:07.311" v="1538"/>
          <ac:spMkLst>
            <pc:docMk/>
            <pc:sldMk cId="2473939844" sldId="3969"/>
            <ac:spMk id="18" creationId="{9095C9E7-72DD-4CA0-940F-7DA9754F95C0}"/>
          </ac:spMkLst>
        </pc:spChg>
        <pc:spChg chg="mod">
          <ac:chgData name="Mitra, Sayan" userId="5f9b069e-390c-41f3-af3f-6bd4b0fb9710" providerId="ADAL" clId="{1E27BAC9-1590-4FB6-B46D-FA84BEF06E08}" dt="2022-06-28T01:27:54.738" v="1534" actId="20577"/>
          <ac:spMkLst>
            <pc:docMk/>
            <pc:sldMk cId="2473939844" sldId="3969"/>
            <ac:spMk id="26" creationId="{5BA4FCD5-4905-46D3-A784-8731C575D565}"/>
          </ac:spMkLst>
        </pc:spChg>
        <pc:spChg chg="mod">
          <ac:chgData name="Mitra, Sayan" userId="5f9b069e-390c-41f3-af3f-6bd4b0fb9710" providerId="ADAL" clId="{1E27BAC9-1590-4FB6-B46D-FA84BEF06E08}" dt="2022-06-28T01:28:02.735" v="1536"/>
          <ac:spMkLst>
            <pc:docMk/>
            <pc:sldMk cId="2473939844" sldId="3969"/>
            <ac:spMk id="29" creationId="{CC652346-BBC4-49DD-A7C8-BBCF7F7DA393}"/>
          </ac:spMkLst>
        </pc:spChg>
        <pc:spChg chg="mod">
          <ac:chgData name="Mitra, Sayan" userId="5f9b069e-390c-41f3-af3f-6bd4b0fb9710" providerId="ADAL" clId="{1E27BAC9-1590-4FB6-B46D-FA84BEF06E08}" dt="2022-06-28T01:28:00.359" v="1535"/>
          <ac:spMkLst>
            <pc:docMk/>
            <pc:sldMk cId="2473939844" sldId="3969"/>
            <ac:spMk id="30" creationId="{BAEDD00A-B953-4595-B8CB-05917E029F6A}"/>
          </ac:spMkLst>
        </pc:spChg>
        <pc:spChg chg="mod">
          <ac:chgData name="Mitra, Sayan" userId="5f9b069e-390c-41f3-af3f-6bd4b0fb9710" providerId="ADAL" clId="{1E27BAC9-1590-4FB6-B46D-FA84BEF06E08}" dt="2022-06-28T01:28:05.222" v="1537"/>
          <ac:spMkLst>
            <pc:docMk/>
            <pc:sldMk cId="2473939844" sldId="3969"/>
            <ac:spMk id="34" creationId="{B2C77052-D024-44B6-9AF8-15000940C6EE}"/>
          </ac:spMkLst>
        </pc:spChg>
      </pc:sldChg>
      <pc:sldChg chg="modSp mod">
        <pc:chgData name="Mitra, Sayan" userId="5f9b069e-390c-41f3-af3f-6bd4b0fb9710" providerId="ADAL" clId="{1E27BAC9-1590-4FB6-B46D-FA84BEF06E08}" dt="2022-06-27T14:35:07.203" v="37" actId="20577"/>
        <pc:sldMkLst>
          <pc:docMk/>
          <pc:sldMk cId="2258419677" sldId="3970"/>
        </pc:sldMkLst>
        <pc:spChg chg="mod">
          <ac:chgData name="Mitra, Sayan" userId="5f9b069e-390c-41f3-af3f-6bd4b0fb9710" providerId="ADAL" clId="{1E27BAC9-1590-4FB6-B46D-FA84BEF06E08}" dt="2022-06-27T14:35:07.203" v="37" actId="20577"/>
          <ac:spMkLst>
            <pc:docMk/>
            <pc:sldMk cId="2258419677" sldId="3970"/>
            <ac:spMk id="2" creationId="{E30B7168-6ADF-4406-A0C2-759DBC242875}"/>
          </ac:spMkLst>
        </pc:spChg>
      </pc:sldChg>
      <pc:sldChg chg="modSp mod">
        <pc:chgData name="Mitra, Sayan" userId="5f9b069e-390c-41f3-af3f-6bd4b0fb9710" providerId="ADAL" clId="{1E27BAC9-1590-4FB6-B46D-FA84BEF06E08}" dt="2022-06-27T14:37:36.185" v="251" actId="20577"/>
        <pc:sldMkLst>
          <pc:docMk/>
          <pc:sldMk cId="3312490722" sldId="3971"/>
        </pc:sldMkLst>
        <pc:spChg chg="mod">
          <ac:chgData name="Mitra, Sayan" userId="5f9b069e-390c-41f3-af3f-6bd4b0fb9710" providerId="ADAL" clId="{1E27BAC9-1590-4FB6-B46D-FA84BEF06E08}" dt="2022-06-27T14:37:36.185" v="251" actId="20577"/>
          <ac:spMkLst>
            <pc:docMk/>
            <pc:sldMk cId="3312490722" sldId="3971"/>
            <ac:spMk id="2" creationId="{FD9E2819-8F4D-439D-A6D1-D0B800106549}"/>
          </ac:spMkLst>
        </pc:spChg>
      </pc:sldChg>
      <pc:sldChg chg="modSp add del mod ord">
        <pc:chgData name="Mitra, Sayan" userId="5f9b069e-390c-41f3-af3f-6bd4b0fb9710" providerId="ADAL" clId="{1E27BAC9-1590-4FB6-B46D-FA84BEF06E08}" dt="2022-06-27T14:46:29.111" v="729" actId="20577"/>
        <pc:sldMkLst>
          <pc:docMk/>
          <pc:sldMk cId="2609729079" sldId="3973"/>
        </pc:sldMkLst>
        <pc:spChg chg="mod">
          <ac:chgData name="Mitra, Sayan" userId="5f9b069e-390c-41f3-af3f-6bd4b0fb9710" providerId="ADAL" clId="{1E27BAC9-1590-4FB6-B46D-FA84BEF06E08}" dt="2022-06-27T14:46:29.111" v="729" actId="20577"/>
          <ac:spMkLst>
            <pc:docMk/>
            <pc:sldMk cId="2609729079" sldId="3973"/>
            <ac:spMk id="2" creationId="{E292EFBE-B496-44A6-A122-0C95C05E453E}"/>
          </ac:spMkLst>
        </pc:spChg>
      </pc:sldChg>
      <pc:sldChg chg="modSp mod">
        <pc:chgData name="Mitra, Sayan" userId="5f9b069e-390c-41f3-af3f-6bd4b0fb9710" providerId="ADAL" clId="{1E27BAC9-1590-4FB6-B46D-FA84BEF06E08}" dt="2022-06-27T14:36:55.841" v="192" actId="6549"/>
        <pc:sldMkLst>
          <pc:docMk/>
          <pc:sldMk cId="2494901827" sldId="3976"/>
        </pc:sldMkLst>
        <pc:spChg chg="mod">
          <ac:chgData name="Mitra, Sayan" userId="5f9b069e-390c-41f3-af3f-6bd4b0fb9710" providerId="ADAL" clId="{1E27BAC9-1590-4FB6-B46D-FA84BEF06E08}" dt="2022-06-27T14:36:55.841" v="192" actId="6549"/>
          <ac:spMkLst>
            <pc:docMk/>
            <pc:sldMk cId="2494901827" sldId="3976"/>
            <ac:spMk id="2" creationId="{3B206776-1686-4D1A-9E1B-57160FEEBCC4}"/>
          </ac:spMkLst>
        </pc:spChg>
      </pc:sldChg>
      <pc:sldChg chg="del">
        <pc:chgData name="Mitra, Sayan" userId="5f9b069e-390c-41f3-af3f-6bd4b0fb9710" providerId="ADAL" clId="{1E27BAC9-1590-4FB6-B46D-FA84BEF06E08}" dt="2022-06-27T14:34:44.503" v="2" actId="47"/>
        <pc:sldMkLst>
          <pc:docMk/>
          <pc:sldMk cId="1269058747" sldId="3977"/>
        </pc:sldMkLst>
      </pc:sldChg>
      <pc:sldChg chg="del">
        <pc:chgData name="Mitra, Sayan" userId="5f9b069e-390c-41f3-af3f-6bd4b0fb9710" providerId="ADAL" clId="{1E27BAC9-1590-4FB6-B46D-FA84BEF06E08}" dt="2022-06-27T14:35:25.286" v="70" actId="47"/>
        <pc:sldMkLst>
          <pc:docMk/>
          <pc:sldMk cId="1272745538" sldId="3978"/>
        </pc:sldMkLst>
      </pc:sldChg>
      <pc:sldChg chg="addSp delSp modSp mod ord">
        <pc:chgData name="Mitra, Sayan" userId="5f9b069e-390c-41f3-af3f-6bd4b0fb9710" providerId="ADAL" clId="{1E27BAC9-1590-4FB6-B46D-FA84BEF06E08}" dt="2022-06-27T14:43:27.041" v="667" actId="21"/>
        <pc:sldMkLst>
          <pc:docMk/>
          <pc:sldMk cId="1923269761" sldId="3983"/>
        </pc:sldMkLst>
        <pc:spChg chg="add del">
          <ac:chgData name="Mitra, Sayan" userId="5f9b069e-390c-41f3-af3f-6bd4b0fb9710" providerId="ADAL" clId="{1E27BAC9-1590-4FB6-B46D-FA84BEF06E08}" dt="2022-06-27T14:43:27.041" v="667" actId="21"/>
          <ac:spMkLst>
            <pc:docMk/>
            <pc:sldMk cId="1923269761" sldId="3983"/>
            <ac:spMk id="9" creationId="{A1BE43E4-E950-457F-9E10-AEB4A5EC2712}"/>
          </ac:spMkLst>
        </pc:spChg>
        <pc:spChg chg="add del">
          <ac:chgData name="Mitra, Sayan" userId="5f9b069e-390c-41f3-af3f-6bd4b0fb9710" providerId="ADAL" clId="{1E27BAC9-1590-4FB6-B46D-FA84BEF06E08}" dt="2022-06-27T14:43:27.041" v="667" actId="21"/>
          <ac:spMkLst>
            <pc:docMk/>
            <pc:sldMk cId="1923269761" sldId="3983"/>
            <ac:spMk id="10" creationId="{B68D7AA2-74AD-4CEB-B6F3-895BB427E7EF}"/>
          </ac:spMkLst>
        </pc:spChg>
        <pc:spChg chg="add del">
          <ac:chgData name="Mitra, Sayan" userId="5f9b069e-390c-41f3-af3f-6bd4b0fb9710" providerId="ADAL" clId="{1E27BAC9-1590-4FB6-B46D-FA84BEF06E08}" dt="2022-06-27T14:43:27.041" v="667" actId="21"/>
          <ac:spMkLst>
            <pc:docMk/>
            <pc:sldMk cId="1923269761" sldId="3983"/>
            <ac:spMk id="11" creationId="{6A783E7C-6B41-4AA4-A1D9-86E78DF8D8D2}"/>
          </ac:spMkLst>
        </pc:spChg>
        <pc:spChg chg="add del">
          <ac:chgData name="Mitra, Sayan" userId="5f9b069e-390c-41f3-af3f-6bd4b0fb9710" providerId="ADAL" clId="{1E27BAC9-1590-4FB6-B46D-FA84BEF06E08}" dt="2022-06-27T14:43:27.041" v="667" actId="21"/>
          <ac:spMkLst>
            <pc:docMk/>
            <pc:sldMk cId="1923269761" sldId="3983"/>
            <ac:spMk id="12" creationId="{AEECCF7C-E782-40A8-BE4E-573E9B757978}"/>
          </ac:spMkLst>
        </pc:spChg>
        <pc:spChg chg="add del">
          <ac:chgData name="Mitra, Sayan" userId="5f9b069e-390c-41f3-af3f-6bd4b0fb9710" providerId="ADAL" clId="{1E27BAC9-1590-4FB6-B46D-FA84BEF06E08}" dt="2022-06-27T14:43:27.041" v="667" actId="21"/>
          <ac:spMkLst>
            <pc:docMk/>
            <pc:sldMk cId="1923269761" sldId="3983"/>
            <ac:spMk id="14" creationId="{94D58FE0-3739-4D96-A63C-280EF4C3C43F}"/>
          </ac:spMkLst>
        </pc:spChg>
        <pc:spChg chg="add del">
          <ac:chgData name="Mitra, Sayan" userId="5f9b069e-390c-41f3-af3f-6bd4b0fb9710" providerId="ADAL" clId="{1E27BAC9-1590-4FB6-B46D-FA84BEF06E08}" dt="2022-06-27T14:43:27.041" v="667" actId="21"/>
          <ac:spMkLst>
            <pc:docMk/>
            <pc:sldMk cId="1923269761" sldId="3983"/>
            <ac:spMk id="27" creationId="{A2044F16-EFE2-45A7-882C-D9D69D01C0CB}"/>
          </ac:spMkLst>
        </pc:spChg>
        <pc:spChg chg="add del">
          <ac:chgData name="Mitra, Sayan" userId="5f9b069e-390c-41f3-af3f-6bd4b0fb9710" providerId="ADAL" clId="{1E27BAC9-1590-4FB6-B46D-FA84BEF06E08}" dt="2022-06-27T14:43:27.041" v="667" actId="21"/>
          <ac:spMkLst>
            <pc:docMk/>
            <pc:sldMk cId="1923269761" sldId="3983"/>
            <ac:spMk id="36" creationId="{D4154497-74AB-448E-8C59-541E7113B93D}"/>
          </ac:spMkLst>
        </pc:spChg>
        <pc:spChg chg="add del">
          <ac:chgData name="Mitra, Sayan" userId="5f9b069e-390c-41f3-af3f-6bd4b0fb9710" providerId="ADAL" clId="{1E27BAC9-1590-4FB6-B46D-FA84BEF06E08}" dt="2022-06-27T14:43:27.041" v="667" actId="21"/>
          <ac:spMkLst>
            <pc:docMk/>
            <pc:sldMk cId="1923269761" sldId="3983"/>
            <ac:spMk id="87" creationId="{B42D9B5D-46C0-4E2C-8665-236DCBA1BE8B}"/>
          </ac:spMkLst>
        </pc:spChg>
        <pc:spChg chg="add del">
          <ac:chgData name="Mitra, Sayan" userId="5f9b069e-390c-41f3-af3f-6bd4b0fb9710" providerId="ADAL" clId="{1E27BAC9-1590-4FB6-B46D-FA84BEF06E08}" dt="2022-06-27T14:43:27.041" v="667" actId="21"/>
          <ac:spMkLst>
            <pc:docMk/>
            <pc:sldMk cId="1923269761" sldId="3983"/>
            <ac:spMk id="88" creationId="{BF41094B-7B53-4E36-BEBB-E37CAD8DD286}"/>
          </ac:spMkLst>
        </pc:spChg>
        <pc:grpChg chg="add del">
          <ac:chgData name="Mitra, Sayan" userId="5f9b069e-390c-41f3-af3f-6bd4b0fb9710" providerId="ADAL" clId="{1E27BAC9-1590-4FB6-B46D-FA84BEF06E08}" dt="2022-06-27T14:43:27.041" v="667" actId="21"/>
          <ac:grpSpMkLst>
            <pc:docMk/>
            <pc:sldMk cId="1923269761" sldId="3983"/>
            <ac:grpSpMk id="3" creationId="{F455C206-945E-49D7-8BFC-DBB2327D5CD0}"/>
          </ac:grpSpMkLst>
        </pc:grpChg>
        <pc:grpChg chg="add del">
          <ac:chgData name="Mitra, Sayan" userId="5f9b069e-390c-41f3-af3f-6bd4b0fb9710" providerId="ADAL" clId="{1E27BAC9-1590-4FB6-B46D-FA84BEF06E08}" dt="2022-06-27T14:43:27.041" v="667" actId="21"/>
          <ac:grpSpMkLst>
            <pc:docMk/>
            <pc:sldMk cId="1923269761" sldId="3983"/>
            <ac:grpSpMk id="53" creationId="{A6E94F5E-FC37-4150-B8EE-B1FEC804347A}"/>
          </ac:grpSpMkLst>
        </pc:grpChg>
        <pc:grpChg chg="add del">
          <ac:chgData name="Mitra, Sayan" userId="5f9b069e-390c-41f3-af3f-6bd4b0fb9710" providerId="ADAL" clId="{1E27BAC9-1590-4FB6-B46D-FA84BEF06E08}" dt="2022-06-27T14:43:27.041" v="667" actId="21"/>
          <ac:grpSpMkLst>
            <pc:docMk/>
            <pc:sldMk cId="1923269761" sldId="3983"/>
            <ac:grpSpMk id="54" creationId="{01B54D0B-11F1-49DF-B113-CF1E149826F2}"/>
          </ac:grpSpMkLst>
        </pc:grpChg>
        <pc:grpChg chg="add del">
          <ac:chgData name="Mitra, Sayan" userId="5f9b069e-390c-41f3-af3f-6bd4b0fb9710" providerId="ADAL" clId="{1E27BAC9-1590-4FB6-B46D-FA84BEF06E08}" dt="2022-06-27T14:43:27.041" v="667" actId="21"/>
          <ac:grpSpMkLst>
            <pc:docMk/>
            <pc:sldMk cId="1923269761" sldId="3983"/>
            <ac:grpSpMk id="55" creationId="{11BCBACC-EC57-481C-B35D-1CA50C2DDAF9}"/>
          </ac:grpSpMkLst>
        </pc:grpChg>
        <pc:grpChg chg="add del">
          <ac:chgData name="Mitra, Sayan" userId="5f9b069e-390c-41f3-af3f-6bd4b0fb9710" providerId="ADAL" clId="{1E27BAC9-1590-4FB6-B46D-FA84BEF06E08}" dt="2022-06-27T14:43:27.041" v="667" actId="21"/>
          <ac:grpSpMkLst>
            <pc:docMk/>
            <pc:sldMk cId="1923269761" sldId="3983"/>
            <ac:grpSpMk id="56" creationId="{1ACD755C-6653-4C15-81AB-5C6C00BEA3FC}"/>
          </ac:grpSpMkLst>
        </pc:grpChg>
        <pc:grpChg chg="add del">
          <ac:chgData name="Mitra, Sayan" userId="5f9b069e-390c-41f3-af3f-6bd4b0fb9710" providerId="ADAL" clId="{1E27BAC9-1590-4FB6-B46D-FA84BEF06E08}" dt="2022-06-27T14:43:27.041" v="667" actId="21"/>
          <ac:grpSpMkLst>
            <pc:docMk/>
            <pc:sldMk cId="1923269761" sldId="3983"/>
            <ac:grpSpMk id="57" creationId="{539B8932-28FA-4845-8A43-58663106AE79}"/>
          </ac:grpSpMkLst>
        </pc:grpChg>
        <pc:grpChg chg="add del">
          <ac:chgData name="Mitra, Sayan" userId="5f9b069e-390c-41f3-af3f-6bd4b0fb9710" providerId="ADAL" clId="{1E27BAC9-1590-4FB6-B46D-FA84BEF06E08}" dt="2022-06-27T14:43:27.041" v="667" actId="21"/>
          <ac:grpSpMkLst>
            <pc:docMk/>
            <pc:sldMk cId="1923269761" sldId="3983"/>
            <ac:grpSpMk id="58" creationId="{7F69B9DB-DEB1-4431-AA53-1B073B655E28}"/>
          </ac:grpSpMkLst>
        </pc:grpChg>
        <pc:grpChg chg="add del">
          <ac:chgData name="Mitra, Sayan" userId="5f9b069e-390c-41f3-af3f-6bd4b0fb9710" providerId="ADAL" clId="{1E27BAC9-1590-4FB6-B46D-FA84BEF06E08}" dt="2022-06-27T14:43:27.041" v="667" actId="21"/>
          <ac:grpSpMkLst>
            <pc:docMk/>
            <pc:sldMk cId="1923269761" sldId="3983"/>
            <ac:grpSpMk id="62" creationId="{0C08A926-7870-4BCA-8E10-140A89A6E058}"/>
          </ac:grpSpMkLst>
        </pc:grpChg>
        <pc:grpChg chg="add del">
          <ac:chgData name="Mitra, Sayan" userId="5f9b069e-390c-41f3-af3f-6bd4b0fb9710" providerId="ADAL" clId="{1E27BAC9-1590-4FB6-B46D-FA84BEF06E08}" dt="2022-06-27T14:43:27.041" v="667" actId="21"/>
          <ac:grpSpMkLst>
            <pc:docMk/>
            <pc:sldMk cId="1923269761" sldId="3983"/>
            <ac:grpSpMk id="68" creationId="{F732ACD8-DA4F-48E0-BE4B-9BA7387D8EEF}"/>
          </ac:grpSpMkLst>
        </pc:grpChg>
        <pc:grpChg chg="add del">
          <ac:chgData name="Mitra, Sayan" userId="5f9b069e-390c-41f3-af3f-6bd4b0fb9710" providerId="ADAL" clId="{1E27BAC9-1590-4FB6-B46D-FA84BEF06E08}" dt="2022-06-27T14:43:27.041" v="667" actId="21"/>
          <ac:grpSpMkLst>
            <pc:docMk/>
            <pc:sldMk cId="1923269761" sldId="3983"/>
            <ac:grpSpMk id="74" creationId="{A4B5288A-9BF1-43CE-B4E8-BE59A67451A0}"/>
          </ac:grpSpMkLst>
        </pc:grpChg>
        <pc:grpChg chg="add del">
          <ac:chgData name="Mitra, Sayan" userId="5f9b069e-390c-41f3-af3f-6bd4b0fb9710" providerId="ADAL" clId="{1E27BAC9-1590-4FB6-B46D-FA84BEF06E08}" dt="2022-06-27T14:43:27.041" v="667" actId="21"/>
          <ac:grpSpMkLst>
            <pc:docMk/>
            <pc:sldMk cId="1923269761" sldId="3983"/>
            <ac:grpSpMk id="80" creationId="{BDED8608-B31E-4340-A988-9A23B82A9850}"/>
          </ac:grpSpMkLst>
        </pc:grpChg>
        <pc:picChg chg="del">
          <ac:chgData name="Mitra, Sayan" userId="5f9b069e-390c-41f3-af3f-6bd4b0fb9710" providerId="ADAL" clId="{1E27BAC9-1590-4FB6-B46D-FA84BEF06E08}" dt="2022-06-27T14:43:27.041" v="667" actId="21"/>
          <ac:picMkLst>
            <pc:docMk/>
            <pc:sldMk cId="1923269761" sldId="3983"/>
            <ac:picMk id="15" creationId="{A9A8E1FA-7102-471F-9E31-338A03CB6B12}"/>
          </ac:picMkLst>
        </pc:picChg>
        <pc:picChg chg="add del">
          <ac:chgData name="Mitra, Sayan" userId="5f9b069e-390c-41f3-af3f-6bd4b0fb9710" providerId="ADAL" clId="{1E27BAC9-1590-4FB6-B46D-FA84BEF06E08}" dt="2022-06-27T14:43:27.041" v="667" actId="21"/>
          <ac:picMkLst>
            <pc:docMk/>
            <pc:sldMk cId="1923269761" sldId="3983"/>
            <ac:picMk id="18" creationId="{AF94A0BB-1A20-4111-93AE-5BC9DBFAC3A1}"/>
          </ac:picMkLst>
        </pc:picChg>
        <pc:picChg chg="add del">
          <ac:chgData name="Mitra, Sayan" userId="5f9b069e-390c-41f3-af3f-6bd4b0fb9710" providerId="ADAL" clId="{1E27BAC9-1590-4FB6-B46D-FA84BEF06E08}" dt="2022-06-27T14:43:27.041" v="667" actId="21"/>
          <ac:picMkLst>
            <pc:docMk/>
            <pc:sldMk cId="1923269761" sldId="3983"/>
            <ac:picMk id="59" creationId="{030251A8-DFA4-4CAE-83A5-37F1262907C3}"/>
          </ac:picMkLst>
        </pc:picChg>
        <pc:picChg chg="add del">
          <ac:chgData name="Mitra, Sayan" userId="5f9b069e-390c-41f3-af3f-6bd4b0fb9710" providerId="ADAL" clId="{1E27BAC9-1590-4FB6-B46D-FA84BEF06E08}" dt="2022-06-27T14:43:27.041" v="667" actId="21"/>
          <ac:picMkLst>
            <pc:docMk/>
            <pc:sldMk cId="1923269761" sldId="3983"/>
            <ac:picMk id="61" creationId="{BA1E3951-8366-4832-90E2-11890B93E154}"/>
          </ac:picMkLst>
        </pc:picChg>
        <pc:cxnChg chg="add del mod">
          <ac:chgData name="Mitra, Sayan" userId="5f9b069e-390c-41f3-af3f-6bd4b0fb9710" providerId="ADAL" clId="{1E27BAC9-1590-4FB6-B46D-FA84BEF06E08}" dt="2022-06-27T14:43:27.041" v="667" actId="21"/>
          <ac:cxnSpMkLst>
            <pc:docMk/>
            <pc:sldMk cId="1923269761" sldId="3983"/>
            <ac:cxnSpMk id="19" creationId="{9E79AB26-07FD-42E2-A830-C8DCF8F239D3}"/>
          </ac:cxnSpMkLst>
        </pc:cxnChg>
        <pc:cxnChg chg="add del">
          <ac:chgData name="Mitra, Sayan" userId="5f9b069e-390c-41f3-af3f-6bd4b0fb9710" providerId="ADAL" clId="{1E27BAC9-1590-4FB6-B46D-FA84BEF06E08}" dt="2022-06-27T14:43:27.041" v="667" actId="21"/>
          <ac:cxnSpMkLst>
            <pc:docMk/>
            <pc:sldMk cId="1923269761" sldId="3983"/>
            <ac:cxnSpMk id="28" creationId="{173A2DF9-2E82-43C3-AC17-5F7937C82498}"/>
          </ac:cxnSpMkLst>
        </pc:cxnChg>
        <pc:cxnChg chg="add del">
          <ac:chgData name="Mitra, Sayan" userId="5f9b069e-390c-41f3-af3f-6bd4b0fb9710" providerId="ADAL" clId="{1E27BAC9-1590-4FB6-B46D-FA84BEF06E08}" dt="2022-06-27T14:43:27.041" v="667" actId="21"/>
          <ac:cxnSpMkLst>
            <pc:docMk/>
            <pc:sldMk cId="1923269761" sldId="3983"/>
            <ac:cxnSpMk id="40" creationId="{F41E7EAE-DAE1-433E-8EA2-68A9CCC8D68F}"/>
          </ac:cxnSpMkLst>
        </pc:cxnChg>
        <pc:cxnChg chg="add del">
          <ac:chgData name="Mitra, Sayan" userId="5f9b069e-390c-41f3-af3f-6bd4b0fb9710" providerId="ADAL" clId="{1E27BAC9-1590-4FB6-B46D-FA84BEF06E08}" dt="2022-06-27T14:43:27.041" v="667" actId="21"/>
          <ac:cxnSpMkLst>
            <pc:docMk/>
            <pc:sldMk cId="1923269761" sldId="3983"/>
            <ac:cxnSpMk id="41" creationId="{DFD9BAA2-4A42-4C41-90E9-64F47732D6EF}"/>
          </ac:cxnSpMkLst>
        </pc:cxnChg>
      </pc:sldChg>
      <pc:sldChg chg="del">
        <pc:chgData name="Mitra, Sayan" userId="5f9b069e-390c-41f3-af3f-6bd4b0fb9710" providerId="ADAL" clId="{1E27BAC9-1590-4FB6-B46D-FA84BEF06E08}" dt="2022-06-27T14:44:05.859" v="681" actId="47"/>
        <pc:sldMkLst>
          <pc:docMk/>
          <pc:sldMk cId="3457112862" sldId="3984"/>
        </pc:sldMkLst>
      </pc:sldChg>
      <pc:sldChg chg="modSp new mod">
        <pc:chgData name="Mitra, Sayan" userId="5f9b069e-390c-41f3-af3f-6bd4b0fb9710" providerId="ADAL" clId="{1E27BAC9-1590-4FB6-B46D-FA84BEF06E08}" dt="2022-06-27T14:35:54.069" v="163" actId="20577"/>
        <pc:sldMkLst>
          <pc:docMk/>
          <pc:sldMk cId="1548796105" sldId="3985"/>
        </pc:sldMkLst>
        <pc:spChg chg="mod">
          <ac:chgData name="Mitra, Sayan" userId="5f9b069e-390c-41f3-af3f-6bd4b0fb9710" providerId="ADAL" clId="{1E27BAC9-1590-4FB6-B46D-FA84BEF06E08}" dt="2022-06-27T14:35:54.069" v="163" actId="20577"/>
          <ac:spMkLst>
            <pc:docMk/>
            <pc:sldMk cId="1548796105" sldId="3985"/>
            <ac:spMk id="2" creationId="{549FAAE2-AFB0-4B03-BE4B-376026BC4C1F}"/>
          </ac:spMkLst>
        </pc:spChg>
      </pc:sldChg>
      <pc:sldChg chg="modSp new mod ord">
        <pc:chgData name="Mitra, Sayan" userId="5f9b069e-390c-41f3-af3f-6bd4b0fb9710" providerId="ADAL" clId="{1E27BAC9-1590-4FB6-B46D-FA84BEF06E08}" dt="2022-06-28T01:41:08.987" v="1560"/>
        <pc:sldMkLst>
          <pc:docMk/>
          <pc:sldMk cId="1186650502" sldId="3986"/>
        </pc:sldMkLst>
        <pc:spChg chg="mod">
          <ac:chgData name="Mitra, Sayan" userId="5f9b069e-390c-41f3-af3f-6bd4b0fb9710" providerId="ADAL" clId="{1E27BAC9-1590-4FB6-B46D-FA84BEF06E08}" dt="2022-06-27T14:36:14.865" v="183" actId="20577"/>
          <ac:spMkLst>
            <pc:docMk/>
            <pc:sldMk cId="1186650502" sldId="3986"/>
            <ac:spMk id="2" creationId="{F02F82D5-2DA0-494A-8694-A4C176CFA13A}"/>
          </ac:spMkLst>
        </pc:spChg>
      </pc:sldChg>
      <pc:sldChg chg="modSp new mod">
        <pc:chgData name="Mitra, Sayan" userId="5f9b069e-390c-41f3-af3f-6bd4b0fb9710" providerId="ADAL" clId="{1E27BAC9-1590-4FB6-B46D-FA84BEF06E08}" dt="2022-06-27T14:37:10.416" v="194"/>
        <pc:sldMkLst>
          <pc:docMk/>
          <pc:sldMk cId="2288513161" sldId="3987"/>
        </pc:sldMkLst>
        <pc:spChg chg="mod">
          <ac:chgData name="Mitra, Sayan" userId="5f9b069e-390c-41f3-af3f-6bd4b0fb9710" providerId="ADAL" clId="{1E27BAC9-1590-4FB6-B46D-FA84BEF06E08}" dt="2022-06-27T14:37:10.416" v="194"/>
          <ac:spMkLst>
            <pc:docMk/>
            <pc:sldMk cId="2288513161" sldId="3987"/>
            <ac:spMk id="2" creationId="{430500E1-62B8-42A0-8805-61DB2891E495}"/>
          </ac:spMkLst>
        </pc:spChg>
      </pc:sldChg>
      <pc:sldChg chg="new del">
        <pc:chgData name="Mitra, Sayan" userId="5f9b069e-390c-41f3-af3f-6bd4b0fb9710" providerId="ADAL" clId="{1E27BAC9-1590-4FB6-B46D-FA84BEF06E08}" dt="2022-06-27T14:37:42.863" v="253" actId="680"/>
        <pc:sldMkLst>
          <pc:docMk/>
          <pc:sldMk cId="3223771549" sldId="3988"/>
        </pc:sldMkLst>
      </pc:sldChg>
      <pc:sldChg chg="modSp new mod">
        <pc:chgData name="Mitra, Sayan" userId="5f9b069e-390c-41f3-af3f-6bd4b0fb9710" providerId="ADAL" clId="{1E27BAC9-1590-4FB6-B46D-FA84BEF06E08}" dt="2022-06-27T14:38:02.949" v="283" actId="20577"/>
        <pc:sldMkLst>
          <pc:docMk/>
          <pc:sldMk cId="3504952011" sldId="3988"/>
        </pc:sldMkLst>
        <pc:spChg chg="mod">
          <ac:chgData name="Mitra, Sayan" userId="5f9b069e-390c-41f3-af3f-6bd4b0fb9710" providerId="ADAL" clId="{1E27BAC9-1590-4FB6-B46D-FA84BEF06E08}" dt="2022-06-27T14:38:02.949" v="283" actId="20577"/>
          <ac:spMkLst>
            <pc:docMk/>
            <pc:sldMk cId="3504952011" sldId="3988"/>
            <ac:spMk id="2" creationId="{54EC2BA0-BF19-496E-B73B-810CD2761653}"/>
          </ac:spMkLst>
        </pc:spChg>
      </pc:sldChg>
      <pc:sldChg chg="modSp new mod">
        <pc:chgData name="Mitra, Sayan" userId="5f9b069e-390c-41f3-af3f-6bd4b0fb9710" providerId="ADAL" clId="{1E27BAC9-1590-4FB6-B46D-FA84BEF06E08}" dt="2022-06-27T14:38:23.561" v="302" actId="20577"/>
        <pc:sldMkLst>
          <pc:docMk/>
          <pc:sldMk cId="1487439021" sldId="3989"/>
        </pc:sldMkLst>
        <pc:spChg chg="mod">
          <ac:chgData name="Mitra, Sayan" userId="5f9b069e-390c-41f3-af3f-6bd4b0fb9710" providerId="ADAL" clId="{1E27BAC9-1590-4FB6-B46D-FA84BEF06E08}" dt="2022-06-27T14:38:23.561" v="302" actId="20577"/>
          <ac:spMkLst>
            <pc:docMk/>
            <pc:sldMk cId="1487439021" sldId="3989"/>
            <ac:spMk id="2" creationId="{BF524E27-3F63-4019-A4E2-20DC3FB2F858}"/>
          </ac:spMkLst>
        </pc:spChg>
      </pc:sldChg>
      <pc:sldChg chg="modSp new mod ord">
        <pc:chgData name="Mitra, Sayan" userId="5f9b069e-390c-41f3-af3f-6bd4b0fb9710" providerId="ADAL" clId="{1E27BAC9-1590-4FB6-B46D-FA84BEF06E08}" dt="2022-06-27T14:44:25.154" v="685"/>
        <pc:sldMkLst>
          <pc:docMk/>
          <pc:sldMk cId="2514403025" sldId="3990"/>
        </pc:sldMkLst>
        <pc:spChg chg="mod">
          <ac:chgData name="Mitra, Sayan" userId="5f9b069e-390c-41f3-af3f-6bd4b0fb9710" providerId="ADAL" clId="{1E27BAC9-1590-4FB6-B46D-FA84BEF06E08}" dt="2022-06-27T14:40:40.620" v="470" actId="20577"/>
          <ac:spMkLst>
            <pc:docMk/>
            <pc:sldMk cId="2514403025" sldId="3990"/>
            <ac:spMk id="2" creationId="{298077E2-B0BD-43F0-ACF7-5280C3EFB074}"/>
          </ac:spMkLst>
        </pc:spChg>
      </pc:sldChg>
      <pc:sldChg chg="modSp new mod">
        <pc:chgData name="Mitra, Sayan" userId="5f9b069e-390c-41f3-af3f-6bd4b0fb9710" providerId="ADAL" clId="{1E27BAC9-1590-4FB6-B46D-FA84BEF06E08}" dt="2022-06-27T14:39:12.338" v="362" actId="20577"/>
        <pc:sldMkLst>
          <pc:docMk/>
          <pc:sldMk cId="3530773131" sldId="3991"/>
        </pc:sldMkLst>
        <pc:spChg chg="mod">
          <ac:chgData name="Mitra, Sayan" userId="5f9b069e-390c-41f3-af3f-6bd4b0fb9710" providerId="ADAL" clId="{1E27BAC9-1590-4FB6-B46D-FA84BEF06E08}" dt="2022-06-27T14:39:12.338" v="362" actId="20577"/>
          <ac:spMkLst>
            <pc:docMk/>
            <pc:sldMk cId="3530773131" sldId="3991"/>
            <ac:spMk id="2" creationId="{AAC25F98-4177-4E5E-A3E1-5EFD5B07874E}"/>
          </ac:spMkLst>
        </pc:spChg>
      </pc:sldChg>
      <pc:sldChg chg="addSp modSp new del mod">
        <pc:chgData name="Mitra, Sayan" userId="5f9b069e-390c-41f3-af3f-6bd4b0fb9710" providerId="ADAL" clId="{1E27BAC9-1590-4FB6-B46D-FA84BEF06E08}" dt="2022-06-28T01:19:02.488" v="1412" actId="47"/>
        <pc:sldMkLst>
          <pc:docMk/>
          <pc:sldMk cId="3335508734" sldId="3992"/>
        </pc:sldMkLst>
        <pc:spChg chg="mod">
          <ac:chgData name="Mitra, Sayan" userId="5f9b069e-390c-41f3-af3f-6bd4b0fb9710" providerId="ADAL" clId="{1E27BAC9-1590-4FB6-B46D-FA84BEF06E08}" dt="2022-06-28T00:55:41.093" v="993" actId="1076"/>
          <ac:spMkLst>
            <pc:docMk/>
            <pc:sldMk cId="3335508734" sldId="3992"/>
            <ac:spMk id="2" creationId="{9EFDF1B9-E062-4194-B9AD-599B50A33613}"/>
          </ac:spMkLst>
        </pc:spChg>
        <pc:spChg chg="add mod">
          <ac:chgData name="Mitra, Sayan" userId="5f9b069e-390c-41f3-af3f-6bd4b0fb9710" providerId="ADAL" clId="{1E27BAC9-1590-4FB6-B46D-FA84BEF06E08}" dt="2022-06-28T00:55:36.828" v="991" actId="14100"/>
          <ac:spMkLst>
            <pc:docMk/>
            <pc:sldMk cId="3335508734" sldId="3992"/>
            <ac:spMk id="3" creationId="{5FA4D51D-CC6C-4617-B1DC-648D7261DEC0}"/>
          </ac:spMkLst>
        </pc:spChg>
        <pc:spChg chg="mod">
          <ac:chgData name="Mitra, Sayan" userId="5f9b069e-390c-41f3-af3f-6bd4b0fb9710" providerId="ADAL" clId="{1E27BAC9-1590-4FB6-B46D-FA84BEF06E08}" dt="2022-06-27T14:43:28.892" v="668"/>
          <ac:spMkLst>
            <pc:docMk/>
            <pc:sldMk cId="3335508734" sldId="3992"/>
            <ac:spMk id="5" creationId="{A8602FCC-6036-41C9-822A-142A6F13FE5F}"/>
          </ac:spMkLst>
        </pc:spChg>
        <pc:spChg chg="mod">
          <ac:chgData name="Mitra, Sayan" userId="5f9b069e-390c-41f3-af3f-6bd4b0fb9710" providerId="ADAL" clId="{1E27BAC9-1590-4FB6-B46D-FA84BEF06E08}" dt="2022-06-27T14:43:28.892" v="668"/>
          <ac:spMkLst>
            <pc:docMk/>
            <pc:sldMk cId="3335508734" sldId="3992"/>
            <ac:spMk id="6" creationId="{2B78908F-45BB-49A0-B283-706E1C340307}"/>
          </ac:spMkLst>
        </pc:spChg>
        <pc:spChg chg="mod">
          <ac:chgData name="Mitra, Sayan" userId="5f9b069e-390c-41f3-af3f-6bd4b0fb9710" providerId="ADAL" clId="{1E27BAC9-1590-4FB6-B46D-FA84BEF06E08}" dt="2022-06-27T14:43:28.892" v="668"/>
          <ac:spMkLst>
            <pc:docMk/>
            <pc:sldMk cId="3335508734" sldId="3992"/>
            <ac:spMk id="7" creationId="{0C8CFBC2-90B7-4804-B7A8-9CE2E50676A0}"/>
          </ac:spMkLst>
        </pc:spChg>
        <pc:spChg chg="mod">
          <ac:chgData name="Mitra, Sayan" userId="5f9b069e-390c-41f3-af3f-6bd4b0fb9710" providerId="ADAL" clId="{1E27BAC9-1590-4FB6-B46D-FA84BEF06E08}" dt="2022-06-27T14:43:28.892" v="668"/>
          <ac:spMkLst>
            <pc:docMk/>
            <pc:sldMk cId="3335508734" sldId="3992"/>
            <ac:spMk id="8" creationId="{13718296-7AED-4DB6-9922-B2716148181C}"/>
          </ac:spMkLst>
        </pc:spChg>
        <pc:spChg chg="mod">
          <ac:chgData name="Mitra, Sayan" userId="5f9b069e-390c-41f3-af3f-6bd4b0fb9710" providerId="ADAL" clId="{1E27BAC9-1590-4FB6-B46D-FA84BEF06E08}" dt="2022-06-27T14:43:28.892" v="668"/>
          <ac:spMkLst>
            <pc:docMk/>
            <pc:sldMk cId="3335508734" sldId="3992"/>
            <ac:spMk id="9" creationId="{9A397BE7-DF56-42FA-8655-08945371155F}"/>
          </ac:spMkLst>
        </pc:spChg>
        <pc:spChg chg="add mod">
          <ac:chgData name="Mitra, Sayan" userId="5f9b069e-390c-41f3-af3f-6bd4b0fb9710" providerId="ADAL" clId="{1E27BAC9-1590-4FB6-B46D-FA84BEF06E08}" dt="2022-06-28T00:55:36.828" v="991" actId="14100"/>
          <ac:spMkLst>
            <pc:docMk/>
            <pc:sldMk cId="3335508734" sldId="3992"/>
            <ac:spMk id="11" creationId="{7F2F4DD5-B013-43EF-940B-0DB000C7E34E}"/>
          </ac:spMkLst>
        </pc:spChg>
        <pc:spChg chg="mod">
          <ac:chgData name="Mitra, Sayan" userId="5f9b069e-390c-41f3-af3f-6bd4b0fb9710" providerId="ADAL" clId="{1E27BAC9-1590-4FB6-B46D-FA84BEF06E08}" dt="2022-06-27T14:43:28.892" v="668"/>
          <ac:spMkLst>
            <pc:docMk/>
            <pc:sldMk cId="3335508734" sldId="3992"/>
            <ac:spMk id="16" creationId="{FACC1B40-BDCD-46E6-A589-3207278B7A7A}"/>
          </ac:spMkLst>
        </pc:spChg>
        <pc:spChg chg="mod">
          <ac:chgData name="Mitra, Sayan" userId="5f9b069e-390c-41f3-af3f-6bd4b0fb9710" providerId="ADAL" clId="{1E27BAC9-1590-4FB6-B46D-FA84BEF06E08}" dt="2022-06-27T14:43:28.892" v="668"/>
          <ac:spMkLst>
            <pc:docMk/>
            <pc:sldMk cId="3335508734" sldId="3992"/>
            <ac:spMk id="19" creationId="{8A4ADF43-33CC-4250-9D28-171755C1B583}"/>
          </ac:spMkLst>
        </pc:spChg>
        <pc:spChg chg="mod">
          <ac:chgData name="Mitra, Sayan" userId="5f9b069e-390c-41f3-af3f-6bd4b0fb9710" providerId="ADAL" clId="{1E27BAC9-1590-4FB6-B46D-FA84BEF06E08}" dt="2022-06-27T14:43:28.892" v="668"/>
          <ac:spMkLst>
            <pc:docMk/>
            <pc:sldMk cId="3335508734" sldId="3992"/>
            <ac:spMk id="22" creationId="{997B4D12-EBE7-4530-9CDC-38E6860658B1}"/>
          </ac:spMkLst>
        </pc:spChg>
        <pc:spChg chg="mod">
          <ac:chgData name="Mitra, Sayan" userId="5f9b069e-390c-41f3-af3f-6bd4b0fb9710" providerId="ADAL" clId="{1E27BAC9-1590-4FB6-B46D-FA84BEF06E08}" dt="2022-06-27T14:43:28.892" v="668"/>
          <ac:spMkLst>
            <pc:docMk/>
            <pc:sldMk cId="3335508734" sldId="3992"/>
            <ac:spMk id="25" creationId="{921A7A1D-DBD9-44EA-938A-1CC612B1ED1E}"/>
          </ac:spMkLst>
        </pc:spChg>
        <pc:spChg chg="mod">
          <ac:chgData name="Mitra, Sayan" userId="5f9b069e-390c-41f3-af3f-6bd4b0fb9710" providerId="ADAL" clId="{1E27BAC9-1590-4FB6-B46D-FA84BEF06E08}" dt="2022-06-27T14:43:28.892" v="668"/>
          <ac:spMkLst>
            <pc:docMk/>
            <pc:sldMk cId="3335508734" sldId="3992"/>
            <ac:spMk id="28" creationId="{D6745B5D-A1F9-4855-80E4-1C566EDB19FC}"/>
          </ac:spMkLst>
        </pc:spChg>
        <pc:spChg chg="mod">
          <ac:chgData name="Mitra, Sayan" userId="5f9b069e-390c-41f3-af3f-6bd4b0fb9710" providerId="ADAL" clId="{1E27BAC9-1590-4FB6-B46D-FA84BEF06E08}" dt="2022-06-27T14:43:28.892" v="668"/>
          <ac:spMkLst>
            <pc:docMk/>
            <pc:sldMk cId="3335508734" sldId="3992"/>
            <ac:spMk id="32" creationId="{A6508D68-8371-4390-9E8D-71791CF1BA2E}"/>
          </ac:spMkLst>
        </pc:spChg>
        <pc:spChg chg="mod">
          <ac:chgData name="Mitra, Sayan" userId="5f9b069e-390c-41f3-af3f-6bd4b0fb9710" providerId="ADAL" clId="{1E27BAC9-1590-4FB6-B46D-FA84BEF06E08}" dt="2022-06-27T14:43:28.892" v="668"/>
          <ac:spMkLst>
            <pc:docMk/>
            <pc:sldMk cId="3335508734" sldId="3992"/>
            <ac:spMk id="33" creationId="{667B317F-2FA5-40EE-9E3F-EADD64F15E95}"/>
          </ac:spMkLst>
        </pc:spChg>
        <pc:spChg chg="mod">
          <ac:chgData name="Mitra, Sayan" userId="5f9b069e-390c-41f3-af3f-6bd4b0fb9710" providerId="ADAL" clId="{1E27BAC9-1590-4FB6-B46D-FA84BEF06E08}" dt="2022-06-27T14:43:28.892" v="668"/>
          <ac:spMkLst>
            <pc:docMk/>
            <pc:sldMk cId="3335508734" sldId="3992"/>
            <ac:spMk id="34" creationId="{AA4C9211-CD0E-46CD-A8C9-6F1E2BF6D7DA}"/>
          </ac:spMkLst>
        </pc:spChg>
        <pc:spChg chg="mod">
          <ac:chgData name="Mitra, Sayan" userId="5f9b069e-390c-41f3-af3f-6bd4b0fb9710" providerId="ADAL" clId="{1E27BAC9-1590-4FB6-B46D-FA84BEF06E08}" dt="2022-06-27T14:43:28.892" v="668"/>
          <ac:spMkLst>
            <pc:docMk/>
            <pc:sldMk cId="3335508734" sldId="3992"/>
            <ac:spMk id="35" creationId="{81E85971-FC30-4BD5-82AA-910A6E985C68}"/>
          </ac:spMkLst>
        </pc:spChg>
        <pc:spChg chg="mod">
          <ac:chgData name="Mitra, Sayan" userId="5f9b069e-390c-41f3-af3f-6bd4b0fb9710" providerId="ADAL" clId="{1E27BAC9-1590-4FB6-B46D-FA84BEF06E08}" dt="2022-06-27T14:43:28.892" v="668"/>
          <ac:spMkLst>
            <pc:docMk/>
            <pc:sldMk cId="3335508734" sldId="3992"/>
            <ac:spMk id="36" creationId="{670EDEFF-3EB8-4B9E-8170-A63C27CBE3C0}"/>
          </ac:spMkLst>
        </pc:spChg>
        <pc:spChg chg="mod">
          <ac:chgData name="Mitra, Sayan" userId="5f9b069e-390c-41f3-af3f-6bd4b0fb9710" providerId="ADAL" clId="{1E27BAC9-1590-4FB6-B46D-FA84BEF06E08}" dt="2022-06-27T14:43:28.892" v="668"/>
          <ac:spMkLst>
            <pc:docMk/>
            <pc:sldMk cId="3335508734" sldId="3992"/>
            <ac:spMk id="38" creationId="{DF3D3A0B-3C5F-4644-993E-0C3B680C25AB}"/>
          </ac:spMkLst>
        </pc:spChg>
        <pc:spChg chg="mod">
          <ac:chgData name="Mitra, Sayan" userId="5f9b069e-390c-41f3-af3f-6bd4b0fb9710" providerId="ADAL" clId="{1E27BAC9-1590-4FB6-B46D-FA84BEF06E08}" dt="2022-06-27T14:43:28.892" v="668"/>
          <ac:spMkLst>
            <pc:docMk/>
            <pc:sldMk cId="3335508734" sldId="3992"/>
            <ac:spMk id="39" creationId="{4AC44E3F-7322-4B6A-908C-6DDDEABA8D5C}"/>
          </ac:spMkLst>
        </pc:spChg>
        <pc:spChg chg="mod">
          <ac:chgData name="Mitra, Sayan" userId="5f9b069e-390c-41f3-af3f-6bd4b0fb9710" providerId="ADAL" clId="{1E27BAC9-1590-4FB6-B46D-FA84BEF06E08}" dt="2022-06-27T14:43:28.892" v="668"/>
          <ac:spMkLst>
            <pc:docMk/>
            <pc:sldMk cId="3335508734" sldId="3992"/>
            <ac:spMk id="40" creationId="{1CF3DFA1-5276-4B5C-BBFA-CEA0007BFC75}"/>
          </ac:spMkLst>
        </pc:spChg>
        <pc:spChg chg="mod">
          <ac:chgData name="Mitra, Sayan" userId="5f9b069e-390c-41f3-af3f-6bd4b0fb9710" providerId="ADAL" clId="{1E27BAC9-1590-4FB6-B46D-FA84BEF06E08}" dt="2022-06-27T14:43:28.892" v="668"/>
          <ac:spMkLst>
            <pc:docMk/>
            <pc:sldMk cId="3335508734" sldId="3992"/>
            <ac:spMk id="41" creationId="{A8BE9CA7-7AA8-4594-AA16-7B31BE10A9D1}"/>
          </ac:spMkLst>
        </pc:spChg>
        <pc:spChg chg="mod">
          <ac:chgData name="Mitra, Sayan" userId="5f9b069e-390c-41f3-af3f-6bd4b0fb9710" providerId="ADAL" clId="{1E27BAC9-1590-4FB6-B46D-FA84BEF06E08}" dt="2022-06-27T14:43:28.892" v="668"/>
          <ac:spMkLst>
            <pc:docMk/>
            <pc:sldMk cId="3335508734" sldId="3992"/>
            <ac:spMk id="42" creationId="{B8EDA290-9BA6-4595-B9B2-160AA907F5DD}"/>
          </ac:spMkLst>
        </pc:spChg>
        <pc:spChg chg="mod">
          <ac:chgData name="Mitra, Sayan" userId="5f9b069e-390c-41f3-af3f-6bd4b0fb9710" providerId="ADAL" clId="{1E27BAC9-1590-4FB6-B46D-FA84BEF06E08}" dt="2022-06-27T14:43:28.892" v="668"/>
          <ac:spMkLst>
            <pc:docMk/>
            <pc:sldMk cId="3335508734" sldId="3992"/>
            <ac:spMk id="44" creationId="{2E189732-5269-411A-B320-8616D5F43249}"/>
          </ac:spMkLst>
        </pc:spChg>
        <pc:spChg chg="mod">
          <ac:chgData name="Mitra, Sayan" userId="5f9b069e-390c-41f3-af3f-6bd4b0fb9710" providerId="ADAL" clId="{1E27BAC9-1590-4FB6-B46D-FA84BEF06E08}" dt="2022-06-27T14:43:28.892" v="668"/>
          <ac:spMkLst>
            <pc:docMk/>
            <pc:sldMk cId="3335508734" sldId="3992"/>
            <ac:spMk id="45" creationId="{14952744-E4B8-4912-9CCA-1D998571B513}"/>
          </ac:spMkLst>
        </pc:spChg>
        <pc:spChg chg="mod">
          <ac:chgData name="Mitra, Sayan" userId="5f9b069e-390c-41f3-af3f-6bd4b0fb9710" providerId="ADAL" clId="{1E27BAC9-1590-4FB6-B46D-FA84BEF06E08}" dt="2022-06-27T14:43:28.892" v="668"/>
          <ac:spMkLst>
            <pc:docMk/>
            <pc:sldMk cId="3335508734" sldId="3992"/>
            <ac:spMk id="46" creationId="{88E83820-859E-48BC-98DD-A8B0B9BCAC19}"/>
          </ac:spMkLst>
        </pc:spChg>
        <pc:spChg chg="mod">
          <ac:chgData name="Mitra, Sayan" userId="5f9b069e-390c-41f3-af3f-6bd4b0fb9710" providerId="ADAL" clId="{1E27BAC9-1590-4FB6-B46D-FA84BEF06E08}" dt="2022-06-27T14:43:28.892" v="668"/>
          <ac:spMkLst>
            <pc:docMk/>
            <pc:sldMk cId="3335508734" sldId="3992"/>
            <ac:spMk id="47" creationId="{8263A0B5-C743-45FE-8D26-EFAD9A9ECB78}"/>
          </ac:spMkLst>
        </pc:spChg>
        <pc:spChg chg="mod">
          <ac:chgData name="Mitra, Sayan" userId="5f9b069e-390c-41f3-af3f-6bd4b0fb9710" providerId="ADAL" clId="{1E27BAC9-1590-4FB6-B46D-FA84BEF06E08}" dt="2022-06-27T14:43:28.892" v="668"/>
          <ac:spMkLst>
            <pc:docMk/>
            <pc:sldMk cId="3335508734" sldId="3992"/>
            <ac:spMk id="48" creationId="{474C9E9B-255D-401A-A448-3F1025C113E0}"/>
          </ac:spMkLst>
        </pc:spChg>
        <pc:spChg chg="mod">
          <ac:chgData name="Mitra, Sayan" userId="5f9b069e-390c-41f3-af3f-6bd4b0fb9710" providerId="ADAL" clId="{1E27BAC9-1590-4FB6-B46D-FA84BEF06E08}" dt="2022-06-27T14:43:28.892" v="668"/>
          <ac:spMkLst>
            <pc:docMk/>
            <pc:sldMk cId="3335508734" sldId="3992"/>
            <ac:spMk id="50" creationId="{1B025A13-252B-4AC0-951C-41D870BA2227}"/>
          </ac:spMkLst>
        </pc:spChg>
        <pc:spChg chg="mod">
          <ac:chgData name="Mitra, Sayan" userId="5f9b069e-390c-41f3-af3f-6bd4b0fb9710" providerId="ADAL" clId="{1E27BAC9-1590-4FB6-B46D-FA84BEF06E08}" dt="2022-06-27T14:43:28.892" v="668"/>
          <ac:spMkLst>
            <pc:docMk/>
            <pc:sldMk cId="3335508734" sldId="3992"/>
            <ac:spMk id="51" creationId="{35C21629-78F5-410C-8DB0-D4AC5555B711}"/>
          </ac:spMkLst>
        </pc:spChg>
        <pc:spChg chg="mod">
          <ac:chgData name="Mitra, Sayan" userId="5f9b069e-390c-41f3-af3f-6bd4b0fb9710" providerId="ADAL" clId="{1E27BAC9-1590-4FB6-B46D-FA84BEF06E08}" dt="2022-06-27T14:43:28.892" v="668"/>
          <ac:spMkLst>
            <pc:docMk/>
            <pc:sldMk cId="3335508734" sldId="3992"/>
            <ac:spMk id="52" creationId="{7F920A2B-8623-454F-8372-EAFE4E1D26E7}"/>
          </ac:spMkLst>
        </pc:spChg>
        <pc:spChg chg="mod">
          <ac:chgData name="Mitra, Sayan" userId="5f9b069e-390c-41f3-af3f-6bd4b0fb9710" providerId="ADAL" clId="{1E27BAC9-1590-4FB6-B46D-FA84BEF06E08}" dt="2022-06-27T14:43:28.892" v="668"/>
          <ac:spMkLst>
            <pc:docMk/>
            <pc:sldMk cId="3335508734" sldId="3992"/>
            <ac:spMk id="53" creationId="{88951F92-B7BA-45A5-B498-689AAB05FE4F}"/>
          </ac:spMkLst>
        </pc:spChg>
        <pc:spChg chg="mod">
          <ac:chgData name="Mitra, Sayan" userId="5f9b069e-390c-41f3-af3f-6bd4b0fb9710" providerId="ADAL" clId="{1E27BAC9-1590-4FB6-B46D-FA84BEF06E08}" dt="2022-06-27T14:43:28.892" v="668"/>
          <ac:spMkLst>
            <pc:docMk/>
            <pc:sldMk cId="3335508734" sldId="3992"/>
            <ac:spMk id="54" creationId="{0EF6BE1B-E50C-4AD3-9ECF-0D5540E354B8}"/>
          </ac:spMkLst>
        </pc:spChg>
        <pc:spChg chg="add mod">
          <ac:chgData name="Mitra, Sayan" userId="5f9b069e-390c-41f3-af3f-6bd4b0fb9710" providerId="ADAL" clId="{1E27BAC9-1590-4FB6-B46D-FA84BEF06E08}" dt="2022-06-28T00:55:36.828" v="991" actId="14100"/>
          <ac:spMkLst>
            <pc:docMk/>
            <pc:sldMk cId="3335508734" sldId="3992"/>
            <ac:spMk id="55" creationId="{6E1A2A2C-BD0F-4506-958A-773AD48C2052}"/>
          </ac:spMkLst>
        </pc:spChg>
        <pc:spChg chg="add mod">
          <ac:chgData name="Mitra, Sayan" userId="5f9b069e-390c-41f3-af3f-6bd4b0fb9710" providerId="ADAL" clId="{1E27BAC9-1590-4FB6-B46D-FA84BEF06E08}" dt="2022-06-28T00:55:36.828" v="991" actId="14100"/>
          <ac:spMkLst>
            <pc:docMk/>
            <pc:sldMk cId="3335508734" sldId="3992"/>
            <ac:spMk id="56" creationId="{105CC1EC-F69F-45CE-A1EB-73502BDEA90F}"/>
          </ac:spMkLst>
        </pc:spChg>
        <pc:spChg chg="mod">
          <ac:chgData name="Mitra, Sayan" userId="5f9b069e-390c-41f3-af3f-6bd4b0fb9710" providerId="ADAL" clId="{1E27BAC9-1590-4FB6-B46D-FA84BEF06E08}" dt="2022-06-27T14:43:28.892" v="668"/>
          <ac:spMkLst>
            <pc:docMk/>
            <pc:sldMk cId="3335508734" sldId="3992"/>
            <ac:spMk id="59" creationId="{558632FA-DD8F-44EC-A804-982CBF38BF01}"/>
          </ac:spMkLst>
        </pc:spChg>
        <pc:spChg chg="add mod">
          <ac:chgData name="Mitra, Sayan" userId="5f9b069e-390c-41f3-af3f-6bd4b0fb9710" providerId="ADAL" clId="{1E27BAC9-1590-4FB6-B46D-FA84BEF06E08}" dt="2022-06-28T00:55:36.828" v="991" actId="14100"/>
          <ac:spMkLst>
            <pc:docMk/>
            <pc:sldMk cId="3335508734" sldId="3992"/>
            <ac:spMk id="60" creationId="{1290878F-48FB-4F6B-8C85-D5BE53A0BFF7}"/>
          </ac:spMkLst>
        </pc:spChg>
        <pc:spChg chg="add mod">
          <ac:chgData name="Mitra, Sayan" userId="5f9b069e-390c-41f3-af3f-6bd4b0fb9710" providerId="ADAL" clId="{1E27BAC9-1590-4FB6-B46D-FA84BEF06E08}" dt="2022-06-28T00:55:36.828" v="991" actId="14100"/>
          <ac:spMkLst>
            <pc:docMk/>
            <pc:sldMk cId="3335508734" sldId="3992"/>
            <ac:spMk id="61" creationId="{D91AB0A9-659F-46DC-B42B-89376F0E0ED5}"/>
          </ac:spMkLst>
        </pc:spChg>
        <pc:spChg chg="add mod">
          <ac:chgData name="Mitra, Sayan" userId="5f9b069e-390c-41f3-af3f-6bd4b0fb9710" providerId="ADAL" clId="{1E27BAC9-1590-4FB6-B46D-FA84BEF06E08}" dt="2022-06-28T00:55:36.828" v="991" actId="14100"/>
          <ac:spMkLst>
            <pc:docMk/>
            <pc:sldMk cId="3335508734" sldId="3992"/>
            <ac:spMk id="62" creationId="{6EB9C241-D337-404B-9E5B-3DD65E12D676}"/>
          </ac:spMkLst>
        </pc:spChg>
        <pc:spChg chg="add mod">
          <ac:chgData name="Mitra, Sayan" userId="5f9b069e-390c-41f3-af3f-6bd4b0fb9710" providerId="ADAL" clId="{1E27BAC9-1590-4FB6-B46D-FA84BEF06E08}" dt="2022-06-28T00:55:36.828" v="991" actId="14100"/>
          <ac:spMkLst>
            <pc:docMk/>
            <pc:sldMk cId="3335508734" sldId="3992"/>
            <ac:spMk id="65" creationId="{FD3511D9-4E8A-49B0-87A9-03F6005DF0EB}"/>
          </ac:spMkLst>
        </pc:spChg>
        <pc:spChg chg="add mod">
          <ac:chgData name="Mitra, Sayan" userId="5f9b069e-390c-41f3-af3f-6bd4b0fb9710" providerId="ADAL" clId="{1E27BAC9-1590-4FB6-B46D-FA84BEF06E08}" dt="2022-06-28T00:55:36.828" v="991" actId="14100"/>
          <ac:spMkLst>
            <pc:docMk/>
            <pc:sldMk cId="3335508734" sldId="3992"/>
            <ac:spMk id="67" creationId="{53051261-FD2F-4C0C-8727-3B4978333BC6}"/>
          </ac:spMkLst>
        </pc:spChg>
        <pc:grpChg chg="add mod">
          <ac:chgData name="Mitra, Sayan" userId="5f9b069e-390c-41f3-af3f-6bd4b0fb9710" providerId="ADAL" clId="{1E27BAC9-1590-4FB6-B46D-FA84BEF06E08}" dt="2022-06-28T00:55:36.828" v="991" actId="14100"/>
          <ac:grpSpMkLst>
            <pc:docMk/>
            <pc:sldMk cId="3335508734" sldId="3992"/>
            <ac:grpSpMk id="4" creationId="{1A90BB6A-C90F-4723-910B-BD676B7B300B}"/>
          </ac:grpSpMkLst>
        </pc:grpChg>
        <pc:grpChg chg="add mod">
          <ac:chgData name="Mitra, Sayan" userId="5f9b069e-390c-41f3-af3f-6bd4b0fb9710" providerId="ADAL" clId="{1E27BAC9-1590-4FB6-B46D-FA84BEF06E08}" dt="2022-06-28T00:55:36.828" v="991" actId="14100"/>
          <ac:grpSpMkLst>
            <pc:docMk/>
            <pc:sldMk cId="3335508734" sldId="3992"/>
            <ac:grpSpMk id="14" creationId="{31DC5002-05E3-4375-8B57-BFFBF5413E5F}"/>
          </ac:grpSpMkLst>
        </pc:grpChg>
        <pc:grpChg chg="add mod">
          <ac:chgData name="Mitra, Sayan" userId="5f9b069e-390c-41f3-af3f-6bd4b0fb9710" providerId="ADAL" clId="{1E27BAC9-1590-4FB6-B46D-FA84BEF06E08}" dt="2022-06-28T00:55:36.828" v="991" actId="14100"/>
          <ac:grpSpMkLst>
            <pc:docMk/>
            <pc:sldMk cId="3335508734" sldId="3992"/>
            <ac:grpSpMk id="17" creationId="{1988012B-294B-42C5-8935-9F6BF5759206}"/>
          </ac:grpSpMkLst>
        </pc:grpChg>
        <pc:grpChg chg="add mod">
          <ac:chgData name="Mitra, Sayan" userId="5f9b069e-390c-41f3-af3f-6bd4b0fb9710" providerId="ADAL" clId="{1E27BAC9-1590-4FB6-B46D-FA84BEF06E08}" dt="2022-06-28T00:55:36.828" v="991" actId="14100"/>
          <ac:grpSpMkLst>
            <pc:docMk/>
            <pc:sldMk cId="3335508734" sldId="3992"/>
            <ac:grpSpMk id="20" creationId="{6B5C55D9-F668-4652-961F-68F9A63010B3}"/>
          </ac:grpSpMkLst>
        </pc:grpChg>
        <pc:grpChg chg="add mod">
          <ac:chgData name="Mitra, Sayan" userId="5f9b069e-390c-41f3-af3f-6bd4b0fb9710" providerId="ADAL" clId="{1E27BAC9-1590-4FB6-B46D-FA84BEF06E08}" dt="2022-06-28T00:55:36.828" v="991" actId="14100"/>
          <ac:grpSpMkLst>
            <pc:docMk/>
            <pc:sldMk cId="3335508734" sldId="3992"/>
            <ac:grpSpMk id="23" creationId="{78DFA01A-EE9A-4D5E-8266-F6C29569FF57}"/>
          </ac:grpSpMkLst>
        </pc:grpChg>
        <pc:grpChg chg="add mod">
          <ac:chgData name="Mitra, Sayan" userId="5f9b069e-390c-41f3-af3f-6bd4b0fb9710" providerId="ADAL" clId="{1E27BAC9-1590-4FB6-B46D-FA84BEF06E08}" dt="2022-06-28T00:55:36.828" v="991" actId="14100"/>
          <ac:grpSpMkLst>
            <pc:docMk/>
            <pc:sldMk cId="3335508734" sldId="3992"/>
            <ac:grpSpMk id="26" creationId="{A23BE9DC-68BD-40DC-9B1A-8B479C5D1FBF}"/>
          </ac:grpSpMkLst>
        </pc:grpChg>
        <pc:grpChg chg="add mod">
          <ac:chgData name="Mitra, Sayan" userId="5f9b069e-390c-41f3-af3f-6bd4b0fb9710" providerId="ADAL" clId="{1E27BAC9-1590-4FB6-B46D-FA84BEF06E08}" dt="2022-06-28T00:55:36.828" v="991" actId="14100"/>
          <ac:grpSpMkLst>
            <pc:docMk/>
            <pc:sldMk cId="3335508734" sldId="3992"/>
            <ac:grpSpMk id="31" creationId="{89CE592D-171D-4F84-AD4C-49A90D88CB9A}"/>
          </ac:grpSpMkLst>
        </pc:grpChg>
        <pc:grpChg chg="add mod">
          <ac:chgData name="Mitra, Sayan" userId="5f9b069e-390c-41f3-af3f-6bd4b0fb9710" providerId="ADAL" clId="{1E27BAC9-1590-4FB6-B46D-FA84BEF06E08}" dt="2022-06-28T00:55:36.828" v="991" actId="14100"/>
          <ac:grpSpMkLst>
            <pc:docMk/>
            <pc:sldMk cId="3335508734" sldId="3992"/>
            <ac:grpSpMk id="37" creationId="{AED19324-2FC2-4D86-AB70-67B3C6A5F4C2}"/>
          </ac:grpSpMkLst>
        </pc:grpChg>
        <pc:grpChg chg="add mod">
          <ac:chgData name="Mitra, Sayan" userId="5f9b069e-390c-41f3-af3f-6bd4b0fb9710" providerId="ADAL" clId="{1E27BAC9-1590-4FB6-B46D-FA84BEF06E08}" dt="2022-06-28T00:55:36.828" v="991" actId="14100"/>
          <ac:grpSpMkLst>
            <pc:docMk/>
            <pc:sldMk cId="3335508734" sldId="3992"/>
            <ac:grpSpMk id="43" creationId="{D5DF4765-A473-4662-8A10-B603896EFA1C}"/>
          </ac:grpSpMkLst>
        </pc:grpChg>
        <pc:grpChg chg="add mod">
          <ac:chgData name="Mitra, Sayan" userId="5f9b069e-390c-41f3-af3f-6bd4b0fb9710" providerId="ADAL" clId="{1E27BAC9-1590-4FB6-B46D-FA84BEF06E08}" dt="2022-06-28T00:55:36.828" v="991" actId="14100"/>
          <ac:grpSpMkLst>
            <pc:docMk/>
            <pc:sldMk cId="3335508734" sldId="3992"/>
            <ac:grpSpMk id="49" creationId="{1537FFC4-07D0-496E-8D5A-3AA4FAE1D34A}"/>
          </ac:grpSpMkLst>
        </pc:grpChg>
        <pc:grpChg chg="add mod">
          <ac:chgData name="Mitra, Sayan" userId="5f9b069e-390c-41f3-af3f-6bd4b0fb9710" providerId="ADAL" clId="{1E27BAC9-1590-4FB6-B46D-FA84BEF06E08}" dt="2022-06-28T00:55:36.828" v="991" actId="14100"/>
          <ac:grpSpMkLst>
            <pc:docMk/>
            <pc:sldMk cId="3335508734" sldId="3992"/>
            <ac:grpSpMk id="57" creationId="{47CFE5A6-782C-40A6-A2D1-B4DD0BAD4F50}"/>
          </ac:grpSpMkLst>
        </pc:grpChg>
        <pc:picChg chg="add mod">
          <ac:chgData name="Mitra, Sayan" userId="5f9b069e-390c-41f3-af3f-6bd4b0fb9710" providerId="ADAL" clId="{1E27BAC9-1590-4FB6-B46D-FA84BEF06E08}" dt="2022-06-28T00:55:36.828" v="991" actId="14100"/>
          <ac:picMkLst>
            <pc:docMk/>
            <pc:sldMk cId="3335508734" sldId="3992"/>
            <ac:picMk id="29" creationId="{1CA822E0-1DA9-43E7-9091-F16F0090D2EF}"/>
          </ac:picMkLst>
        </pc:picChg>
        <pc:picChg chg="add mod">
          <ac:chgData name="Mitra, Sayan" userId="5f9b069e-390c-41f3-af3f-6bd4b0fb9710" providerId="ADAL" clId="{1E27BAC9-1590-4FB6-B46D-FA84BEF06E08}" dt="2022-06-28T00:55:36.828" v="991" actId="14100"/>
          <ac:picMkLst>
            <pc:docMk/>
            <pc:sldMk cId="3335508734" sldId="3992"/>
            <ac:picMk id="30" creationId="{EF6FF010-A98F-479F-B1D6-CC326A30FF9B}"/>
          </ac:picMkLst>
        </pc:picChg>
        <pc:picChg chg="add mod">
          <ac:chgData name="Mitra, Sayan" userId="5f9b069e-390c-41f3-af3f-6bd4b0fb9710" providerId="ADAL" clId="{1E27BAC9-1590-4FB6-B46D-FA84BEF06E08}" dt="2022-06-28T00:55:36.828" v="991" actId="14100"/>
          <ac:picMkLst>
            <pc:docMk/>
            <pc:sldMk cId="3335508734" sldId="3992"/>
            <ac:picMk id="63" creationId="{529A317D-431A-4322-9063-3D0ADDBC1657}"/>
          </ac:picMkLst>
        </pc:picChg>
        <pc:picChg chg="add mod">
          <ac:chgData name="Mitra, Sayan" userId="5f9b069e-390c-41f3-af3f-6bd4b0fb9710" providerId="ADAL" clId="{1E27BAC9-1590-4FB6-B46D-FA84BEF06E08}" dt="2022-06-27T14:43:28.892" v="668"/>
          <ac:picMkLst>
            <pc:docMk/>
            <pc:sldMk cId="3335508734" sldId="3992"/>
            <ac:picMk id="66" creationId="{BD3FCC1D-6CF0-482E-AC28-D5DBC6644418}"/>
          </ac:picMkLst>
        </pc:picChg>
        <pc:cxnChg chg="add mod">
          <ac:chgData name="Mitra, Sayan" userId="5f9b069e-390c-41f3-af3f-6bd4b0fb9710" providerId="ADAL" clId="{1E27BAC9-1590-4FB6-B46D-FA84BEF06E08}" dt="2022-06-28T00:55:36.828" v="991" actId="14100"/>
          <ac:cxnSpMkLst>
            <pc:docMk/>
            <pc:sldMk cId="3335508734" sldId="3992"/>
            <ac:cxnSpMk id="10" creationId="{4F3F5B78-9077-460F-8F1A-BFB5CFC2F9E0}"/>
          </ac:cxnSpMkLst>
        </pc:cxnChg>
        <pc:cxnChg chg="add mod">
          <ac:chgData name="Mitra, Sayan" userId="5f9b069e-390c-41f3-af3f-6bd4b0fb9710" providerId="ADAL" clId="{1E27BAC9-1590-4FB6-B46D-FA84BEF06E08}" dt="2022-06-28T00:55:36.828" v="991" actId="14100"/>
          <ac:cxnSpMkLst>
            <pc:docMk/>
            <pc:sldMk cId="3335508734" sldId="3992"/>
            <ac:cxnSpMk id="12" creationId="{85EC24F8-1C53-405F-8F4A-FC2B12893269}"/>
          </ac:cxnSpMkLst>
        </pc:cxnChg>
        <pc:cxnChg chg="add mod">
          <ac:chgData name="Mitra, Sayan" userId="5f9b069e-390c-41f3-af3f-6bd4b0fb9710" providerId="ADAL" clId="{1E27BAC9-1590-4FB6-B46D-FA84BEF06E08}" dt="2022-06-28T00:55:36.828" v="991" actId="14100"/>
          <ac:cxnSpMkLst>
            <pc:docMk/>
            <pc:sldMk cId="3335508734" sldId="3992"/>
            <ac:cxnSpMk id="13" creationId="{259DFBAD-62B1-4D49-8181-C166419D027B}"/>
          </ac:cxnSpMkLst>
        </pc:cxnChg>
        <pc:cxnChg chg="mod">
          <ac:chgData name="Mitra, Sayan" userId="5f9b069e-390c-41f3-af3f-6bd4b0fb9710" providerId="ADAL" clId="{1E27BAC9-1590-4FB6-B46D-FA84BEF06E08}" dt="2022-06-27T14:43:28.892" v="668"/>
          <ac:cxnSpMkLst>
            <pc:docMk/>
            <pc:sldMk cId="3335508734" sldId="3992"/>
            <ac:cxnSpMk id="15" creationId="{53F6EB30-4DDB-4B6D-B87E-4E23CF02D0CA}"/>
          </ac:cxnSpMkLst>
        </pc:cxnChg>
        <pc:cxnChg chg="mod">
          <ac:chgData name="Mitra, Sayan" userId="5f9b069e-390c-41f3-af3f-6bd4b0fb9710" providerId="ADAL" clId="{1E27BAC9-1590-4FB6-B46D-FA84BEF06E08}" dt="2022-06-27T14:43:28.892" v="668"/>
          <ac:cxnSpMkLst>
            <pc:docMk/>
            <pc:sldMk cId="3335508734" sldId="3992"/>
            <ac:cxnSpMk id="18" creationId="{5F979C60-D81F-4E34-BAEA-872FA5FDD3EA}"/>
          </ac:cxnSpMkLst>
        </pc:cxnChg>
        <pc:cxnChg chg="mod">
          <ac:chgData name="Mitra, Sayan" userId="5f9b069e-390c-41f3-af3f-6bd4b0fb9710" providerId="ADAL" clId="{1E27BAC9-1590-4FB6-B46D-FA84BEF06E08}" dt="2022-06-27T14:43:28.892" v="668"/>
          <ac:cxnSpMkLst>
            <pc:docMk/>
            <pc:sldMk cId="3335508734" sldId="3992"/>
            <ac:cxnSpMk id="21" creationId="{C2C98E62-D44D-478B-8866-BCB5DC21A915}"/>
          </ac:cxnSpMkLst>
        </pc:cxnChg>
        <pc:cxnChg chg="mod">
          <ac:chgData name="Mitra, Sayan" userId="5f9b069e-390c-41f3-af3f-6bd4b0fb9710" providerId="ADAL" clId="{1E27BAC9-1590-4FB6-B46D-FA84BEF06E08}" dt="2022-06-27T14:43:28.892" v="668"/>
          <ac:cxnSpMkLst>
            <pc:docMk/>
            <pc:sldMk cId="3335508734" sldId="3992"/>
            <ac:cxnSpMk id="24" creationId="{AAA36184-1525-4528-8FC2-576ADFA43E61}"/>
          </ac:cxnSpMkLst>
        </pc:cxnChg>
        <pc:cxnChg chg="mod">
          <ac:chgData name="Mitra, Sayan" userId="5f9b069e-390c-41f3-af3f-6bd4b0fb9710" providerId="ADAL" clId="{1E27BAC9-1590-4FB6-B46D-FA84BEF06E08}" dt="2022-06-27T14:43:28.892" v="668"/>
          <ac:cxnSpMkLst>
            <pc:docMk/>
            <pc:sldMk cId="3335508734" sldId="3992"/>
            <ac:cxnSpMk id="27" creationId="{6ADC24C1-8E3F-40B1-B6DF-3B32F0EA3084}"/>
          </ac:cxnSpMkLst>
        </pc:cxnChg>
        <pc:cxnChg chg="mod">
          <ac:chgData name="Mitra, Sayan" userId="5f9b069e-390c-41f3-af3f-6bd4b0fb9710" providerId="ADAL" clId="{1E27BAC9-1590-4FB6-B46D-FA84BEF06E08}" dt="2022-06-27T14:43:28.892" v="668"/>
          <ac:cxnSpMkLst>
            <pc:docMk/>
            <pc:sldMk cId="3335508734" sldId="3992"/>
            <ac:cxnSpMk id="58" creationId="{E6DB5A3C-79BA-4789-AF0A-4FF311F6AEF8}"/>
          </ac:cxnSpMkLst>
        </pc:cxnChg>
        <pc:cxnChg chg="add mod">
          <ac:chgData name="Mitra, Sayan" userId="5f9b069e-390c-41f3-af3f-6bd4b0fb9710" providerId="ADAL" clId="{1E27BAC9-1590-4FB6-B46D-FA84BEF06E08}" dt="2022-06-28T00:55:36.828" v="991" actId="14100"/>
          <ac:cxnSpMkLst>
            <pc:docMk/>
            <pc:sldMk cId="3335508734" sldId="3992"/>
            <ac:cxnSpMk id="64" creationId="{B68A2B34-B266-4482-8862-D6FFABC54C5A}"/>
          </ac:cxnSpMkLst>
        </pc:cxnChg>
      </pc:sldChg>
      <pc:sldChg chg="modSp new mod">
        <pc:chgData name="Mitra, Sayan" userId="5f9b069e-390c-41f3-af3f-6bd4b0fb9710" providerId="ADAL" clId="{1E27BAC9-1590-4FB6-B46D-FA84BEF06E08}" dt="2022-06-27T14:40:09.770" v="442" actId="20577"/>
        <pc:sldMkLst>
          <pc:docMk/>
          <pc:sldMk cId="3493400062" sldId="3993"/>
        </pc:sldMkLst>
        <pc:spChg chg="mod">
          <ac:chgData name="Mitra, Sayan" userId="5f9b069e-390c-41f3-af3f-6bd4b0fb9710" providerId="ADAL" clId="{1E27BAC9-1590-4FB6-B46D-FA84BEF06E08}" dt="2022-06-27T14:40:09.770" v="442" actId="20577"/>
          <ac:spMkLst>
            <pc:docMk/>
            <pc:sldMk cId="3493400062" sldId="3993"/>
            <ac:spMk id="2" creationId="{FCA82C08-6353-428B-9C7E-4CA68C9142BE}"/>
          </ac:spMkLst>
        </pc:spChg>
      </pc:sldChg>
      <pc:sldChg chg="new del">
        <pc:chgData name="Mitra, Sayan" userId="5f9b069e-390c-41f3-af3f-6bd4b0fb9710" providerId="ADAL" clId="{1E27BAC9-1590-4FB6-B46D-FA84BEF06E08}" dt="2022-06-27T14:40:22.574" v="444" actId="680"/>
        <pc:sldMkLst>
          <pc:docMk/>
          <pc:sldMk cId="451510875" sldId="3994"/>
        </pc:sldMkLst>
      </pc:sldChg>
      <pc:sldChg chg="modSp new mod">
        <pc:chgData name="Mitra, Sayan" userId="5f9b069e-390c-41f3-af3f-6bd4b0fb9710" providerId="ADAL" clId="{1E27BAC9-1590-4FB6-B46D-FA84BEF06E08}" dt="2022-06-27T14:40:33.858" v="462" actId="20577"/>
        <pc:sldMkLst>
          <pc:docMk/>
          <pc:sldMk cId="3867399006" sldId="3994"/>
        </pc:sldMkLst>
        <pc:spChg chg="mod">
          <ac:chgData name="Mitra, Sayan" userId="5f9b069e-390c-41f3-af3f-6bd4b0fb9710" providerId="ADAL" clId="{1E27BAC9-1590-4FB6-B46D-FA84BEF06E08}" dt="2022-06-27T14:40:33.858" v="462" actId="20577"/>
          <ac:spMkLst>
            <pc:docMk/>
            <pc:sldMk cId="3867399006" sldId="3994"/>
            <ac:spMk id="2" creationId="{9EDB63B2-238D-4B76-AAF8-404000511533}"/>
          </ac:spMkLst>
        </pc:spChg>
      </pc:sldChg>
      <pc:sldChg chg="modSp new mod">
        <pc:chgData name="Mitra, Sayan" userId="5f9b069e-390c-41f3-af3f-6bd4b0fb9710" providerId="ADAL" clId="{1E27BAC9-1590-4FB6-B46D-FA84BEF06E08}" dt="2022-06-27T14:41:19.337" v="494" actId="20577"/>
        <pc:sldMkLst>
          <pc:docMk/>
          <pc:sldMk cId="55561715" sldId="3995"/>
        </pc:sldMkLst>
        <pc:spChg chg="mod">
          <ac:chgData name="Mitra, Sayan" userId="5f9b069e-390c-41f3-af3f-6bd4b0fb9710" providerId="ADAL" clId="{1E27BAC9-1590-4FB6-B46D-FA84BEF06E08}" dt="2022-06-27T14:41:19.337" v="494" actId="20577"/>
          <ac:spMkLst>
            <pc:docMk/>
            <pc:sldMk cId="55561715" sldId="3995"/>
            <ac:spMk id="2" creationId="{D4FA0929-9E42-470D-8E93-0EB0DC3C3243}"/>
          </ac:spMkLst>
        </pc:spChg>
      </pc:sldChg>
      <pc:sldChg chg="modSp new mod">
        <pc:chgData name="Mitra, Sayan" userId="5f9b069e-390c-41f3-af3f-6bd4b0fb9710" providerId="ADAL" clId="{1E27BAC9-1590-4FB6-B46D-FA84BEF06E08}" dt="2022-06-27T14:41:27.810" v="509" actId="20577"/>
        <pc:sldMkLst>
          <pc:docMk/>
          <pc:sldMk cId="854952118" sldId="3996"/>
        </pc:sldMkLst>
        <pc:spChg chg="mod">
          <ac:chgData name="Mitra, Sayan" userId="5f9b069e-390c-41f3-af3f-6bd4b0fb9710" providerId="ADAL" clId="{1E27BAC9-1590-4FB6-B46D-FA84BEF06E08}" dt="2022-06-27T14:41:27.810" v="509" actId="20577"/>
          <ac:spMkLst>
            <pc:docMk/>
            <pc:sldMk cId="854952118" sldId="3996"/>
            <ac:spMk id="2" creationId="{61C5F1A7-8D4F-4109-A678-FE777B3562C5}"/>
          </ac:spMkLst>
        </pc:spChg>
      </pc:sldChg>
      <pc:sldChg chg="modSp new mod">
        <pc:chgData name="Mitra, Sayan" userId="5f9b069e-390c-41f3-af3f-6bd4b0fb9710" providerId="ADAL" clId="{1E27BAC9-1590-4FB6-B46D-FA84BEF06E08}" dt="2022-06-27T14:41:37.629" v="534" actId="20577"/>
        <pc:sldMkLst>
          <pc:docMk/>
          <pc:sldMk cId="1251110085" sldId="3997"/>
        </pc:sldMkLst>
        <pc:spChg chg="mod">
          <ac:chgData name="Mitra, Sayan" userId="5f9b069e-390c-41f3-af3f-6bd4b0fb9710" providerId="ADAL" clId="{1E27BAC9-1590-4FB6-B46D-FA84BEF06E08}" dt="2022-06-27T14:41:37.629" v="534" actId="20577"/>
          <ac:spMkLst>
            <pc:docMk/>
            <pc:sldMk cId="1251110085" sldId="3997"/>
            <ac:spMk id="2" creationId="{2846909B-919F-42E2-8D37-A820165205F7}"/>
          </ac:spMkLst>
        </pc:spChg>
      </pc:sldChg>
      <pc:sldChg chg="modSp new mod">
        <pc:chgData name="Mitra, Sayan" userId="5f9b069e-390c-41f3-af3f-6bd4b0fb9710" providerId="ADAL" clId="{1E27BAC9-1590-4FB6-B46D-FA84BEF06E08}" dt="2022-06-27T14:41:45.285" v="549" actId="20577"/>
        <pc:sldMkLst>
          <pc:docMk/>
          <pc:sldMk cId="3622479343" sldId="3998"/>
        </pc:sldMkLst>
        <pc:spChg chg="mod">
          <ac:chgData name="Mitra, Sayan" userId="5f9b069e-390c-41f3-af3f-6bd4b0fb9710" providerId="ADAL" clId="{1E27BAC9-1590-4FB6-B46D-FA84BEF06E08}" dt="2022-06-27T14:41:45.285" v="549" actId="20577"/>
          <ac:spMkLst>
            <pc:docMk/>
            <pc:sldMk cId="3622479343" sldId="3998"/>
            <ac:spMk id="2" creationId="{DD7CF07E-B093-4605-A575-E7327988478D}"/>
          </ac:spMkLst>
        </pc:spChg>
      </pc:sldChg>
      <pc:sldChg chg="modSp new mod">
        <pc:chgData name="Mitra, Sayan" userId="5f9b069e-390c-41f3-af3f-6bd4b0fb9710" providerId="ADAL" clId="{1E27BAC9-1590-4FB6-B46D-FA84BEF06E08}" dt="2022-06-27T14:42:05.865" v="592" actId="6549"/>
        <pc:sldMkLst>
          <pc:docMk/>
          <pc:sldMk cId="2191807869" sldId="3999"/>
        </pc:sldMkLst>
        <pc:spChg chg="mod">
          <ac:chgData name="Mitra, Sayan" userId="5f9b069e-390c-41f3-af3f-6bd4b0fb9710" providerId="ADAL" clId="{1E27BAC9-1590-4FB6-B46D-FA84BEF06E08}" dt="2022-06-27T14:42:05.865" v="592" actId="6549"/>
          <ac:spMkLst>
            <pc:docMk/>
            <pc:sldMk cId="2191807869" sldId="3999"/>
            <ac:spMk id="2" creationId="{6DF75290-C87B-4E6B-A33D-DB3ACA957991}"/>
          </ac:spMkLst>
        </pc:spChg>
      </pc:sldChg>
      <pc:sldChg chg="modSp new mod ord">
        <pc:chgData name="Mitra, Sayan" userId="5f9b069e-390c-41f3-af3f-6bd4b0fb9710" providerId="ADAL" clId="{1E27BAC9-1590-4FB6-B46D-FA84BEF06E08}" dt="2022-06-27T14:42:20.420" v="611"/>
        <pc:sldMkLst>
          <pc:docMk/>
          <pc:sldMk cId="1717065486" sldId="4000"/>
        </pc:sldMkLst>
        <pc:spChg chg="mod">
          <ac:chgData name="Mitra, Sayan" userId="5f9b069e-390c-41f3-af3f-6bd4b0fb9710" providerId="ADAL" clId="{1E27BAC9-1590-4FB6-B46D-FA84BEF06E08}" dt="2022-06-27T14:42:16.019" v="609" actId="20577"/>
          <ac:spMkLst>
            <pc:docMk/>
            <pc:sldMk cId="1717065486" sldId="4000"/>
            <ac:spMk id="2" creationId="{D3374EDE-848B-4351-B2BB-A21ACBA83017}"/>
          </ac:spMkLst>
        </pc:spChg>
      </pc:sldChg>
      <pc:sldChg chg="modSp new mod">
        <pc:chgData name="Mitra, Sayan" userId="5f9b069e-390c-41f3-af3f-6bd4b0fb9710" providerId="ADAL" clId="{1E27BAC9-1590-4FB6-B46D-FA84BEF06E08}" dt="2022-06-27T14:42:31.749" v="630" actId="20577"/>
        <pc:sldMkLst>
          <pc:docMk/>
          <pc:sldMk cId="537019356" sldId="4001"/>
        </pc:sldMkLst>
        <pc:spChg chg="mod">
          <ac:chgData name="Mitra, Sayan" userId="5f9b069e-390c-41f3-af3f-6bd4b0fb9710" providerId="ADAL" clId="{1E27BAC9-1590-4FB6-B46D-FA84BEF06E08}" dt="2022-06-27T14:42:31.749" v="630" actId="20577"/>
          <ac:spMkLst>
            <pc:docMk/>
            <pc:sldMk cId="537019356" sldId="4001"/>
            <ac:spMk id="2" creationId="{69A9F8BB-3A65-4C64-A8BC-A606E0755878}"/>
          </ac:spMkLst>
        </pc:spChg>
      </pc:sldChg>
      <pc:sldChg chg="modSp new mod">
        <pc:chgData name="Mitra, Sayan" userId="5f9b069e-390c-41f3-af3f-6bd4b0fb9710" providerId="ADAL" clId="{1E27BAC9-1590-4FB6-B46D-FA84BEF06E08}" dt="2022-06-27T14:42:45.544" v="658" actId="20577"/>
        <pc:sldMkLst>
          <pc:docMk/>
          <pc:sldMk cId="2030115737" sldId="4002"/>
        </pc:sldMkLst>
        <pc:spChg chg="mod">
          <ac:chgData name="Mitra, Sayan" userId="5f9b069e-390c-41f3-af3f-6bd4b0fb9710" providerId="ADAL" clId="{1E27BAC9-1590-4FB6-B46D-FA84BEF06E08}" dt="2022-06-27T14:42:45.544" v="658" actId="20577"/>
          <ac:spMkLst>
            <pc:docMk/>
            <pc:sldMk cId="2030115737" sldId="4002"/>
            <ac:spMk id="2" creationId="{9DA57BF2-EF6C-4D32-B441-064A3C58C1CB}"/>
          </ac:spMkLst>
        </pc:spChg>
      </pc:sldChg>
      <pc:sldChg chg="modSp new mod">
        <pc:chgData name="Mitra, Sayan" userId="5f9b069e-390c-41f3-af3f-6bd4b0fb9710" providerId="ADAL" clId="{1E27BAC9-1590-4FB6-B46D-FA84BEF06E08}" dt="2022-06-27T14:46:11.432" v="714"/>
        <pc:sldMkLst>
          <pc:docMk/>
          <pc:sldMk cId="2013189944" sldId="4003"/>
        </pc:sldMkLst>
        <pc:spChg chg="mod">
          <ac:chgData name="Mitra, Sayan" userId="5f9b069e-390c-41f3-af3f-6bd4b0fb9710" providerId="ADAL" clId="{1E27BAC9-1590-4FB6-B46D-FA84BEF06E08}" dt="2022-06-27T14:46:11.432" v="714"/>
          <ac:spMkLst>
            <pc:docMk/>
            <pc:sldMk cId="2013189944" sldId="4003"/>
            <ac:spMk id="2" creationId="{C06003AB-AEA1-4B1C-8C21-D4000341C37D}"/>
          </ac:spMkLst>
        </pc:spChg>
      </pc:sldChg>
      <pc:sldChg chg="modSp new mod">
        <pc:chgData name="Mitra, Sayan" userId="5f9b069e-390c-41f3-af3f-6bd4b0fb9710" providerId="ADAL" clId="{1E27BAC9-1590-4FB6-B46D-FA84BEF06E08}" dt="2022-06-27T14:44:35.553" v="696" actId="20577"/>
        <pc:sldMkLst>
          <pc:docMk/>
          <pc:sldMk cId="1529536459" sldId="4004"/>
        </pc:sldMkLst>
        <pc:spChg chg="mod">
          <ac:chgData name="Mitra, Sayan" userId="5f9b069e-390c-41f3-af3f-6bd4b0fb9710" providerId="ADAL" clId="{1E27BAC9-1590-4FB6-B46D-FA84BEF06E08}" dt="2022-06-27T14:44:35.553" v="696" actId="20577"/>
          <ac:spMkLst>
            <pc:docMk/>
            <pc:sldMk cId="1529536459" sldId="4004"/>
            <ac:spMk id="2" creationId="{EF296339-19EE-45C4-92D1-711D1572140E}"/>
          </ac:spMkLst>
        </pc:spChg>
      </pc:sldChg>
      <pc:sldChg chg="new">
        <pc:chgData name="Mitra, Sayan" userId="5f9b069e-390c-41f3-af3f-6bd4b0fb9710" providerId="ADAL" clId="{1E27BAC9-1590-4FB6-B46D-FA84BEF06E08}" dt="2022-06-27T14:46:34.044" v="730" actId="680"/>
        <pc:sldMkLst>
          <pc:docMk/>
          <pc:sldMk cId="3209615698" sldId="4005"/>
        </pc:sldMkLst>
      </pc:sldChg>
      <pc:sldChg chg="modSp new mod">
        <pc:chgData name="Mitra, Sayan" userId="5f9b069e-390c-41f3-af3f-6bd4b0fb9710" providerId="ADAL" clId="{1E27BAC9-1590-4FB6-B46D-FA84BEF06E08}" dt="2022-06-27T14:46:48.230" v="755" actId="20577"/>
        <pc:sldMkLst>
          <pc:docMk/>
          <pc:sldMk cId="65114440" sldId="4006"/>
        </pc:sldMkLst>
        <pc:spChg chg="mod">
          <ac:chgData name="Mitra, Sayan" userId="5f9b069e-390c-41f3-af3f-6bd4b0fb9710" providerId="ADAL" clId="{1E27BAC9-1590-4FB6-B46D-FA84BEF06E08}" dt="2022-06-27T14:46:48.230" v="755" actId="20577"/>
          <ac:spMkLst>
            <pc:docMk/>
            <pc:sldMk cId="65114440" sldId="4006"/>
            <ac:spMk id="2" creationId="{5851B33C-4E72-48F6-A711-7E0BA9B4489B}"/>
          </ac:spMkLst>
        </pc:spChg>
      </pc:sldChg>
      <pc:sldChg chg="modSp new mod">
        <pc:chgData name="Mitra, Sayan" userId="5f9b069e-390c-41f3-af3f-6bd4b0fb9710" providerId="ADAL" clId="{1E27BAC9-1590-4FB6-B46D-FA84BEF06E08}" dt="2022-06-27T14:47:03.057" v="779" actId="20577"/>
        <pc:sldMkLst>
          <pc:docMk/>
          <pc:sldMk cId="2724543507" sldId="4007"/>
        </pc:sldMkLst>
        <pc:spChg chg="mod">
          <ac:chgData name="Mitra, Sayan" userId="5f9b069e-390c-41f3-af3f-6bd4b0fb9710" providerId="ADAL" clId="{1E27BAC9-1590-4FB6-B46D-FA84BEF06E08}" dt="2022-06-27T14:47:03.057" v="779" actId="20577"/>
          <ac:spMkLst>
            <pc:docMk/>
            <pc:sldMk cId="2724543507" sldId="4007"/>
            <ac:spMk id="2" creationId="{919FB939-81E2-4D11-A79E-AFE4658CB08E}"/>
          </ac:spMkLst>
        </pc:spChg>
      </pc:sldChg>
      <pc:sldChg chg="modSp new mod">
        <pc:chgData name="Mitra, Sayan" userId="5f9b069e-390c-41f3-af3f-6bd4b0fb9710" providerId="ADAL" clId="{1E27BAC9-1590-4FB6-B46D-FA84BEF06E08}" dt="2022-06-27T14:47:36.146" v="851" actId="20577"/>
        <pc:sldMkLst>
          <pc:docMk/>
          <pc:sldMk cId="3630096880" sldId="4008"/>
        </pc:sldMkLst>
        <pc:spChg chg="mod">
          <ac:chgData name="Mitra, Sayan" userId="5f9b069e-390c-41f3-af3f-6bd4b0fb9710" providerId="ADAL" clId="{1E27BAC9-1590-4FB6-B46D-FA84BEF06E08}" dt="2022-06-27T14:47:36.146" v="851" actId="20577"/>
          <ac:spMkLst>
            <pc:docMk/>
            <pc:sldMk cId="3630096880" sldId="4008"/>
            <ac:spMk id="2" creationId="{68541C34-8170-444D-B82E-63863DB67DF6}"/>
          </ac:spMkLst>
        </pc:spChg>
      </pc:sldChg>
      <pc:sldChg chg="modSp new mod">
        <pc:chgData name="Mitra, Sayan" userId="5f9b069e-390c-41f3-af3f-6bd4b0fb9710" providerId="ADAL" clId="{1E27BAC9-1590-4FB6-B46D-FA84BEF06E08}" dt="2022-06-27T14:48:01.934" v="859" actId="20577"/>
        <pc:sldMkLst>
          <pc:docMk/>
          <pc:sldMk cId="2242146058" sldId="4009"/>
        </pc:sldMkLst>
        <pc:spChg chg="mod">
          <ac:chgData name="Mitra, Sayan" userId="5f9b069e-390c-41f3-af3f-6bd4b0fb9710" providerId="ADAL" clId="{1E27BAC9-1590-4FB6-B46D-FA84BEF06E08}" dt="2022-06-27T14:48:01.934" v="859" actId="20577"/>
          <ac:spMkLst>
            <pc:docMk/>
            <pc:sldMk cId="2242146058" sldId="4009"/>
            <ac:spMk id="2" creationId="{33962032-2F88-448B-BC4A-4E41B39C82BF}"/>
          </ac:spMkLst>
        </pc:spChg>
      </pc:sldChg>
      <pc:sldChg chg="new del">
        <pc:chgData name="Mitra, Sayan" userId="5f9b069e-390c-41f3-af3f-6bd4b0fb9710" providerId="ADAL" clId="{1E27BAC9-1590-4FB6-B46D-FA84BEF06E08}" dt="2022-06-27T14:47:56.100" v="853" actId="680"/>
        <pc:sldMkLst>
          <pc:docMk/>
          <pc:sldMk cId="3666139480" sldId="4009"/>
        </pc:sldMkLst>
      </pc:sldChg>
      <pc:sldChg chg="modSp new mod">
        <pc:chgData name="Mitra, Sayan" userId="5f9b069e-390c-41f3-af3f-6bd4b0fb9710" providerId="ADAL" clId="{1E27BAC9-1590-4FB6-B46D-FA84BEF06E08}" dt="2022-06-27T14:48:11.531" v="873" actId="20577"/>
        <pc:sldMkLst>
          <pc:docMk/>
          <pc:sldMk cId="1707497288" sldId="4010"/>
        </pc:sldMkLst>
        <pc:spChg chg="mod">
          <ac:chgData name="Mitra, Sayan" userId="5f9b069e-390c-41f3-af3f-6bd4b0fb9710" providerId="ADAL" clId="{1E27BAC9-1590-4FB6-B46D-FA84BEF06E08}" dt="2022-06-27T14:48:11.531" v="873" actId="20577"/>
          <ac:spMkLst>
            <pc:docMk/>
            <pc:sldMk cId="1707497288" sldId="4010"/>
            <ac:spMk id="2" creationId="{188B5FD8-DE7F-4FEB-9F3A-5D07FE22260C}"/>
          </ac:spMkLst>
        </pc:spChg>
      </pc:sldChg>
      <pc:sldChg chg="modSp new mod">
        <pc:chgData name="Mitra, Sayan" userId="5f9b069e-390c-41f3-af3f-6bd4b0fb9710" providerId="ADAL" clId="{1E27BAC9-1590-4FB6-B46D-FA84BEF06E08}" dt="2022-06-27T14:48:26.897" v="910" actId="20577"/>
        <pc:sldMkLst>
          <pc:docMk/>
          <pc:sldMk cId="3569400418" sldId="4011"/>
        </pc:sldMkLst>
        <pc:spChg chg="mod">
          <ac:chgData name="Mitra, Sayan" userId="5f9b069e-390c-41f3-af3f-6bd4b0fb9710" providerId="ADAL" clId="{1E27BAC9-1590-4FB6-B46D-FA84BEF06E08}" dt="2022-06-27T14:48:26.897" v="910" actId="20577"/>
          <ac:spMkLst>
            <pc:docMk/>
            <pc:sldMk cId="3569400418" sldId="4011"/>
            <ac:spMk id="2" creationId="{D99B282D-48F5-4041-B85D-2D536AFB7E50}"/>
          </ac:spMkLst>
        </pc:spChg>
      </pc:sldChg>
      <pc:sldChg chg="new del">
        <pc:chgData name="Mitra, Sayan" userId="5f9b069e-390c-41f3-af3f-6bd4b0fb9710" providerId="ADAL" clId="{1E27BAC9-1590-4FB6-B46D-FA84BEF06E08}" dt="2022-06-27T14:48:37.278" v="912" actId="680"/>
        <pc:sldMkLst>
          <pc:docMk/>
          <pc:sldMk cId="1563247018" sldId="4012"/>
        </pc:sldMkLst>
      </pc:sldChg>
      <pc:sldChg chg="modSp new mod">
        <pc:chgData name="Mitra, Sayan" userId="5f9b069e-390c-41f3-af3f-6bd4b0fb9710" providerId="ADAL" clId="{1E27BAC9-1590-4FB6-B46D-FA84BEF06E08}" dt="2022-06-27T14:48:45.749" v="929" actId="20577"/>
        <pc:sldMkLst>
          <pc:docMk/>
          <pc:sldMk cId="2369176660" sldId="4012"/>
        </pc:sldMkLst>
        <pc:spChg chg="mod">
          <ac:chgData name="Mitra, Sayan" userId="5f9b069e-390c-41f3-af3f-6bd4b0fb9710" providerId="ADAL" clId="{1E27BAC9-1590-4FB6-B46D-FA84BEF06E08}" dt="2022-06-27T14:48:45.749" v="929" actId="20577"/>
          <ac:spMkLst>
            <pc:docMk/>
            <pc:sldMk cId="2369176660" sldId="4012"/>
            <ac:spMk id="2" creationId="{17FE5BBF-EEF0-4E5B-9C21-D28A368573FB}"/>
          </ac:spMkLst>
        </pc:spChg>
      </pc:sldChg>
      <pc:sldChg chg="modSp new mod">
        <pc:chgData name="Mitra, Sayan" userId="5f9b069e-390c-41f3-af3f-6bd4b0fb9710" providerId="ADAL" clId="{1E27BAC9-1590-4FB6-B46D-FA84BEF06E08}" dt="2022-06-27T14:49:06.248" v="938" actId="20577"/>
        <pc:sldMkLst>
          <pc:docMk/>
          <pc:sldMk cId="3927171300" sldId="4013"/>
        </pc:sldMkLst>
        <pc:spChg chg="mod">
          <ac:chgData name="Mitra, Sayan" userId="5f9b069e-390c-41f3-af3f-6bd4b0fb9710" providerId="ADAL" clId="{1E27BAC9-1590-4FB6-B46D-FA84BEF06E08}" dt="2022-06-27T14:49:06.248" v="938" actId="20577"/>
          <ac:spMkLst>
            <pc:docMk/>
            <pc:sldMk cId="3927171300" sldId="4013"/>
            <ac:spMk id="2" creationId="{05A405A3-621C-4564-993A-53E173F512C0}"/>
          </ac:spMkLst>
        </pc:spChg>
      </pc:sldChg>
      <pc:sldChg chg="modSp new mod">
        <pc:chgData name="Mitra, Sayan" userId="5f9b069e-390c-41f3-af3f-6bd4b0fb9710" providerId="ADAL" clId="{1E27BAC9-1590-4FB6-B46D-FA84BEF06E08}" dt="2022-06-27T14:49:45.772" v="951" actId="20577"/>
        <pc:sldMkLst>
          <pc:docMk/>
          <pc:sldMk cId="2247575581" sldId="4014"/>
        </pc:sldMkLst>
        <pc:spChg chg="mod">
          <ac:chgData name="Mitra, Sayan" userId="5f9b069e-390c-41f3-af3f-6bd4b0fb9710" providerId="ADAL" clId="{1E27BAC9-1590-4FB6-B46D-FA84BEF06E08}" dt="2022-06-27T14:49:45.772" v="951" actId="20577"/>
          <ac:spMkLst>
            <pc:docMk/>
            <pc:sldMk cId="2247575581" sldId="4014"/>
            <ac:spMk id="2" creationId="{02550551-BAF7-4537-A666-F9000F99487D}"/>
          </ac:spMkLst>
        </pc:spChg>
      </pc:sldChg>
      <pc:sldChg chg="modSp new mod">
        <pc:chgData name="Mitra, Sayan" userId="5f9b069e-390c-41f3-af3f-6bd4b0fb9710" providerId="ADAL" clId="{1E27BAC9-1590-4FB6-B46D-FA84BEF06E08}" dt="2022-06-27T14:50:28.289" v="964" actId="20577"/>
        <pc:sldMkLst>
          <pc:docMk/>
          <pc:sldMk cId="3702578110" sldId="4015"/>
        </pc:sldMkLst>
        <pc:spChg chg="mod">
          <ac:chgData name="Mitra, Sayan" userId="5f9b069e-390c-41f3-af3f-6bd4b0fb9710" providerId="ADAL" clId="{1E27BAC9-1590-4FB6-B46D-FA84BEF06E08}" dt="2022-06-27T14:50:28.289" v="964" actId="20577"/>
          <ac:spMkLst>
            <pc:docMk/>
            <pc:sldMk cId="3702578110" sldId="4015"/>
            <ac:spMk id="2" creationId="{070E1CDF-87C5-4147-A2EF-A3009A60F3FB}"/>
          </ac:spMkLst>
        </pc:spChg>
      </pc:sldChg>
      <pc:sldChg chg="addSp delSp modSp add mod">
        <pc:chgData name="Mitra, Sayan" userId="5f9b069e-390c-41f3-af3f-6bd4b0fb9710" providerId="ADAL" clId="{1E27BAC9-1590-4FB6-B46D-FA84BEF06E08}" dt="2022-06-28T01:19:41.291" v="1444" actId="1037"/>
        <pc:sldMkLst>
          <pc:docMk/>
          <pc:sldMk cId="1443572205" sldId="4016"/>
        </pc:sldMkLst>
        <pc:spChg chg="mod">
          <ac:chgData name="Mitra, Sayan" userId="5f9b069e-390c-41f3-af3f-6bd4b0fb9710" providerId="ADAL" clId="{1E27BAC9-1590-4FB6-B46D-FA84BEF06E08}" dt="2022-06-28T01:00:23.120" v="1060" actId="1076"/>
          <ac:spMkLst>
            <pc:docMk/>
            <pc:sldMk cId="1443572205" sldId="4016"/>
            <ac:spMk id="2" creationId="{9EFDF1B9-E062-4194-B9AD-599B50A33613}"/>
          </ac:spMkLst>
        </pc:spChg>
        <pc:spChg chg="mod">
          <ac:chgData name="Mitra, Sayan" userId="5f9b069e-390c-41f3-af3f-6bd4b0fb9710" providerId="ADAL" clId="{1E27BAC9-1590-4FB6-B46D-FA84BEF06E08}" dt="2022-06-28T01:19:41.291" v="1444" actId="1037"/>
          <ac:spMkLst>
            <pc:docMk/>
            <pc:sldMk cId="1443572205" sldId="4016"/>
            <ac:spMk id="3" creationId="{5FA4D51D-CC6C-4617-B1DC-648D7261DEC0}"/>
          </ac:spMkLst>
        </pc:spChg>
        <pc:spChg chg="mod">
          <ac:chgData name="Mitra, Sayan" userId="5f9b069e-390c-41f3-af3f-6bd4b0fb9710" providerId="ADAL" clId="{1E27BAC9-1590-4FB6-B46D-FA84BEF06E08}" dt="2022-06-28T01:19:41.291" v="1444" actId="1037"/>
          <ac:spMkLst>
            <pc:docMk/>
            <pc:sldMk cId="1443572205" sldId="4016"/>
            <ac:spMk id="5" creationId="{A8602FCC-6036-41C9-822A-142A6F13FE5F}"/>
          </ac:spMkLst>
        </pc:spChg>
        <pc:spChg chg="mod">
          <ac:chgData name="Mitra, Sayan" userId="5f9b069e-390c-41f3-af3f-6bd4b0fb9710" providerId="ADAL" clId="{1E27BAC9-1590-4FB6-B46D-FA84BEF06E08}" dt="2022-06-28T01:19:41.291" v="1444" actId="1037"/>
          <ac:spMkLst>
            <pc:docMk/>
            <pc:sldMk cId="1443572205" sldId="4016"/>
            <ac:spMk id="6" creationId="{2B78908F-45BB-49A0-B283-706E1C340307}"/>
          </ac:spMkLst>
        </pc:spChg>
        <pc:spChg chg="mod">
          <ac:chgData name="Mitra, Sayan" userId="5f9b069e-390c-41f3-af3f-6bd4b0fb9710" providerId="ADAL" clId="{1E27BAC9-1590-4FB6-B46D-FA84BEF06E08}" dt="2022-06-28T01:19:41.291" v="1444" actId="1037"/>
          <ac:spMkLst>
            <pc:docMk/>
            <pc:sldMk cId="1443572205" sldId="4016"/>
            <ac:spMk id="7" creationId="{0C8CFBC2-90B7-4804-B7A8-9CE2E50676A0}"/>
          </ac:spMkLst>
        </pc:spChg>
        <pc:spChg chg="mod">
          <ac:chgData name="Mitra, Sayan" userId="5f9b069e-390c-41f3-af3f-6bd4b0fb9710" providerId="ADAL" clId="{1E27BAC9-1590-4FB6-B46D-FA84BEF06E08}" dt="2022-06-28T01:19:41.291" v="1444" actId="1037"/>
          <ac:spMkLst>
            <pc:docMk/>
            <pc:sldMk cId="1443572205" sldId="4016"/>
            <ac:spMk id="8" creationId="{13718296-7AED-4DB6-9922-B2716148181C}"/>
          </ac:spMkLst>
        </pc:spChg>
        <pc:spChg chg="mod">
          <ac:chgData name="Mitra, Sayan" userId="5f9b069e-390c-41f3-af3f-6bd4b0fb9710" providerId="ADAL" clId="{1E27BAC9-1590-4FB6-B46D-FA84BEF06E08}" dt="2022-06-28T01:19:41.291" v="1444" actId="1037"/>
          <ac:spMkLst>
            <pc:docMk/>
            <pc:sldMk cId="1443572205" sldId="4016"/>
            <ac:spMk id="9" creationId="{9A397BE7-DF56-42FA-8655-08945371155F}"/>
          </ac:spMkLst>
        </pc:spChg>
        <pc:spChg chg="mod">
          <ac:chgData name="Mitra, Sayan" userId="5f9b069e-390c-41f3-af3f-6bd4b0fb9710" providerId="ADAL" clId="{1E27BAC9-1590-4FB6-B46D-FA84BEF06E08}" dt="2022-06-28T01:19:41.291" v="1444" actId="1037"/>
          <ac:spMkLst>
            <pc:docMk/>
            <pc:sldMk cId="1443572205" sldId="4016"/>
            <ac:spMk id="11" creationId="{7F2F4DD5-B013-43EF-940B-0DB000C7E34E}"/>
          </ac:spMkLst>
        </pc:spChg>
        <pc:spChg chg="mod">
          <ac:chgData name="Mitra, Sayan" userId="5f9b069e-390c-41f3-af3f-6bd4b0fb9710" providerId="ADAL" clId="{1E27BAC9-1590-4FB6-B46D-FA84BEF06E08}" dt="2022-06-28T01:19:41.291" v="1444" actId="1037"/>
          <ac:spMkLst>
            <pc:docMk/>
            <pc:sldMk cId="1443572205" sldId="4016"/>
            <ac:spMk id="16" creationId="{FACC1B40-BDCD-46E6-A589-3207278B7A7A}"/>
          </ac:spMkLst>
        </pc:spChg>
        <pc:spChg chg="mod">
          <ac:chgData name="Mitra, Sayan" userId="5f9b069e-390c-41f3-af3f-6bd4b0fb9710" providerId="ADAL" clId="{1E27BAC9-1590-4FB6-B46D-FA84BEF06E08}" dt="2022-06-28T01:19:41.291" v="1444" actId="1037"/>
          <ac:spMkLst>
            <pc:docMk/>
            <pc:sldMk cId="1443572205" sldId="4016"/>
            <ac:spMk id="19" creationId="{8A4ADF43-33CC-4250-9D28-171755C1B583}"/>
          </ac:spMkLst>
        </pc:spChg>
        <pc:spChg chg="mod">
          <ac:chgData name="Mitra, Sayan" userId="5f9b069e-390c-41f3-af3f-6bd4b0fb9710" providerId="ADAL" clId="{1E27BAC9-1590-4FB6-B46D-FA84BEF06E08}" dt="2022-06-28T01:19:41.291" v="1444" actId="1037"/>
          <ac:spMkLst>
            <pc:docMk/>
            <pc:sldMk cId="1443572205" sldId="4016"/>
            <ac:spMk id="22" creationId="{997B4D12-EBE7-4530-9CDC-38E6860658B1}"/>
          </ac:spMkLst>
        </pc:spChg>
        <pc:spChg chg="mod">
          <ac:chgData name="Mitra, Sayan" userId="5f9b069e-390c-41f3-af3f-6bd4b0fb9710" providerId="ADAL" clId="{1E27BAC9-1590-4FB6-B46D-FA84BEF06E08}" dt="2022-06-28T01:19:41.291" v="1444" actId="1037"/>
          <ac:spMkLst>
            <pc:docMk/>
            <pc:sldMk cId="1443572205" sldId="4016"/>
            <ac:spMk id="25" creationId="{921A7A1D-DBD9-44EA-938A-1CC612B1ED1E}"/>
          </ac:spMkLst>
        </pc:spChg>
        <pc:spChg chg="mod">
          <ac:chgData name="Mitra, Sayan" userId="5f9b069e-390c-41f3-af3f-6bd4b0fb9710" providerId="ADAL" clId="{1E27BAC9-1590-4FB6-B46D-FA84BEF06E08}" dt="2022-06-28T01:19:41.291" v="1444" actId="1037"/>
          <ac:spMkLst>
            <pc:docMk/>
            <pc:sldMk cId="1443572205" sldId="4016"/>
            <ac:spMk id="28" creationId="{D6745B5D-A1F9-4855-80E4-1C566EDB19FC}"/>
          </ac:spMkLst>
        </pc:spChg>
        <pc:spChg chg="mod">
          <ac:chgData name="Mitra, Sayan" userId="5f9b069e-390c-41f3-af3f-6bd4b0fb9710" providerId="ADAL" clId="{1E27BAC9-1590-4FB6-B46D-FA84BEF06E08}" dt="2022-06-28T01:19:41.291" v="1444" actId="1037"/>
          <ac:spMkLst>
            <pc:docMk/>
            <pc:sldMk cId="1443572205" sldId="4016"/>
            <ac:spMk id="32" creationId="{A6508D68-8371-4390-9E8D-71791CF1BA2E}"/>
          </ac:spMkLst>
        </pc:spChg>
        <pc:spChg chg="mod">
          <ac:chgData name="Mitra, Sayan" userId="5f9b069e-390c-41f3-af3f-6bd4b0fb9710" providerId="ADAL" clId="{1E27BAC9-1590-4FB6-B46D-FA84BEF06E08}" dt="2022-06-28T01:19:41.291" v="1444" actId="1037"/>
          <ac:spMkLst>
            <pc:docMk/>
            <pc:sldMk cId="1443572205" sldId="4016"/>
            <ac:spMk id="33" creationId="{667B317F-2FA5-40EE-9E3F-EADD64F15E95}"/>
          </ac:spMkLst>
        </pc:spChg>
        <pc:spChg chg="mod">
          <ac:chgData name="Mitra, Sayan" userId="5f9b069e-390c-41f3-af3f-6bd4b0fb9710" providerId="ADAL" clId="{1E27BAC9-1590-4FB6-B46D-FA84BEF06E08}" dt="2022-06-28T01:19:41.291" v="1444" actId="1037"/>
          <ac:spMkLst>
            <pc:docMk/>
            <pc:sldMk cId="1443572205" sldId="4016"/>
            <ac:spMk id="34" creationId="{AA4C9211-CD0E-46CD-A8C9-6F1E2BF6D7DA}"/>
          </ac:spMkLst>
        </pc:spChg>
        <pc:spChg chg="mod">
          <ac:chgData name="Mitra, Sayan" userId="5f9b069e-390c-41f3-af3f-6bd4b0fb9710" providerId="ADAL" clId="{1E27BAC9-1590-4FB6-B46D-FA84BEF06E08}" dt="2022-06-28T01:19:41.291" v="1444" actId="1037"/>
          <ac:spMkLst>
            <pc:docMk/>
            <pc:sldMk cId="1443572205" sldId="4016"/>
            <ac:spMk id="35" creationId="{81E85971-FC30-4BD5-82AA-910A6E985C68}"/>
          </ac:spMkLst>
        </pc:spChg>
        <pc:spChg chg="mod">
          <ac:chgData name="Mitra, Sayan" userId="5f9b069e-390c-41f3-af3f-6bd4b0fb9710" providerId="ADAL" clId="{1E27BAC9-1590-4FB6-B46D-FA84BEF06E08}" dt="2022-06-28T01:19:41.291" v="1444" actId="1037"/>
          <ac:spMkLst>
            <pc:docMk/>
            <pc:sldMk cId="1443572205" sldId="4016"/>
            <ac:spMk id="36" creationId="{670EDEFF-3EB8-4B9E-8170-A63C27CBE3C0}"/>
          </ac:spMkLst>
        </pc:spChg>
        <pc:spChg chg="mod">
          <ac:chgData name="Mitra, Sayan" userId="5f9b069e-390c-41f3-af3f-6bd4b0fb9710" providerId="ADAL" clId="{1E27BAC9-1590-4FB6-B46D-FA84BEF06E08}" dt="2022-06-28T01:19:41.291" v="1444" actId="1037"/>
          <ac:spMkLst>
            <pc:docMk/>
            <pc:sldMk cId="1443572205" sldId="4016"/>
            <ac:spMk id="38" creationId="{DF3D3A0B-3C5F-4644-993E-0C3B680C25AB}"/>
          </ac:spMkLst>
        </pc:spChg>
        <pc:spChg chg="mod">
          <ac:chgData name="Mitra, Sayan" userId="5f9b069e-390c-41f3-af3f-6bd4b0fb9710" providerId="ADAL" clId="{1E27BAC9-1590-4FB6-B46D-FA84BEF06E08}" dt="2022-06-28T01:19:41.291" v="1444" actId="1037"/>
          <ac:spMkLst>
            <pc:docMk/>
            <pc:sldMk cId="1443572205" sldId="4016"/>
            <ac:spMk id="39" creationId="{4AC44E3F-7322-4B6A-908C-6DDDEABA8D5C}"/>
          </ac:spMkLst>
        </pc:spChg>
        <pc:spChg chg="mod">
          <ac:chgData name="Mitra, Sayan" userId="5f9b069e-390c-41f3-af3f-6bd4b0fb9710" providerId="ADAL" clId="{1E27BAC9-1590-4FB6-B46D-FA84BEF06E08}" dt="2022-06-28T01:19:41.291" v="1444" actId="1037"/>
          <ac:spMkLst>
            <pc:docMk/>
            <pc:sldMk cId="1443572205" sldId="4016"/>
            <ac:spMk id="40" creationId="{1CF3DFA1-5276-4B5C-BBFA-CEA0007BFC75}"/>
          </ac:spMkLst>
        </pc:spChg>
        <pc:spChg chg="mod">
          <ac:chgData name="Mitra, Sayan" userId="5f9b069e-390c-41f3-af3f-6bd4b0fb9710" providerId="ADAL" clId="{1E27BAC9-1590-4FB6-B46D-FA84BEF06E08}" dt="2022-06-28T01:19:41.291" v="1444" actId="1037"/>
          <ac:spMkLst>
            <pc:docMk/>
            <pc:sldMk cId="1443572205" sldId="4016"/>
            <ac:spMk id="41" creationId="{A8BE9CA7-7AA8-4594-AA16-7B31BE10A9D1}"/>
          </ac:spMkLst>
        </pc:spChg>
        <pc:spChg chg="mod">
          <ac:chgData name="Mitra, Sayan" userId="5f9b069e-390c-41f3-af3f-6bd4b0fb9710" providerId="ADAL" clId="{1E27BAC9-1590-4FB6-B46D-FA84BEF06E08}" dt="2022-06-28T01:19:41.291" v="1444" actId="1037"/>
          <ac:spMkLst>
            <pc:docMk/>
            <pc:sldMk cId="1443572205" sldId="4016"/>
            <ac:spMk id="42" creationId="{B8EDA290-9BA6-4595-B9B2-160AA907F5DD}"/>
          </ac:spMkLst>
        </pc:spChg>
        <pc:spChg chg="mod">
          <ac:chgData name="Mitra, Sayan" userId="5f9b069e-390c-41f3-af3f-6bd4b0fb9710" providerId="ADAL" clId="{1E27BAC9-1590-4FB6-B46D-FA84BEF06E08}" dt="2022-06-28T01:19:41.291" v="1444" actId="1037"/>
          <ac:spMkLst>
            <pc:docMk/>
            <pc:sldMk cId="1443572205" sldId="4016"/>
            <ac:spMk id="44" creationId="{2E189732-5269-411A-B320-8616D5F43249}"/>
          </ac:spMkLst>
        </pc:spChg>
        <pc:spChg chg="mod">
          <ac:chgData name="Mitra, Sayan" userId="5f9b069e-390c-41f3-af3f-6bd4b0fb9710" providerId="ADAL" clId="{1E27BAC9-1590-4FB6-B46D-FA84BEF06E08}" dt="2022-06-28T01:19:41.291" v="1444" actId="1037"/>
          <ac:spMkLst>
            <pc:docMk/>
            <pc:sldMk cId="1443572205" sldId="4016"/>
            <ac:spMk id="45" creationId="{14952744-E4B8-4912-9CCA-1D998571B513}"/>
          </ac:spMkLst>
        </pc:spChg>
        <pc:spChg chg="mod">
          <ac:chgData name="Mitra, Sayan" userId="5f9b069e-390c-41f3-af3f-6bd4b0fb9710" providerId="ADAL" clId="{1E27BAC9-1590-4FB6-B46D-FA84BEF06E08}" dt="2022-06-28T01:19:41.291" v="1444" actId="1037"/>
          <ac:spMkLst>
            <pc:docMk/>
            <pc:sldMk cId="1443572205" sldId="4016"/>
            <ac:spMk id="46" creationId="{88E83820-859E-48BC-98DD-A8B0B9BCAC19}"/>
          </ac:spMkLst>
        </pc:spChg>
        <pc:spChg chg="mod">
          <ac:chgData name="Mitra, Sayan" userId="5f9b069e-390c-41f3-af3f-6bd4b0fb9710" providerId="ADAL" clId="{1E27BAC9-1590-4FB6-B46D-FA84BEF06E08}" dt="2022-06-28T01:19:41.291" v="1444" actId="1037"/>
          <ac:spMkLst>
            <pc:docMk/>
            <pc:sldMk cId="1443572205" sldId="4016"/>
            <ac:spMk id="47" creationId="{8263A0B5-C743-45FE-8D26-EFAD9A9ECB78}"/>
          </ac:spMkLst>
        </pc:spChg>
        <pc:spChg chg="mod">
          <ac:chgData name="Mitra, Sayan" userId="5f9b069e-390c-41f3-af3f-6bd4b0fb9710" providerId="ADAL" clId="{1E27BAC9-1590-4FB6-B46D-FA84BEF06E08}" dt="2022-06-28T01:19:41.291" v="1444" actId="1037"/>
          <ac:spMkLst>
            <pc:docMk/>
            <pc:sldMk cId="1443572205" sldId="4016"/>
            <ac:spMk id="48" creationId="{474C9E9B-255D-401A-A448-3F1025C113E0}"/>
          </ac:spMkLst>
        </pc:spChg>
        <pc:spChg chg="mod">
          <ac:chgData name="Mitra, Sayan" userId="5f9b069e-390c-41f3-af3f-6bd4b0fb9710" providerId="ADAL" clId="{1E27BAC9-1590-4FB6-B46D-FA84BEF06E08}" dt="2022-06-28T01:19:41.291" v="1444" actId="1037"/>
          <ac:spMkLst>
            <pc:docMk/>
            <pc:sldMk cId="1443572205" sldId="4016"/>
            <ac:spMk id="50" creationId="{1B025A13-252B-4AC0-951C-41D870BA2227}"/>
          </ac:spMkLst>
        </pc:spChg>
        <pc:spChg chg="mod">
          <ac:chgData name="Mitra, Sayan" userId="5f9b069e-390c-41f3-af3f-6bd4b0fb9710" providerId="ADAL" clId="{1E27BAC9-1590-4FB6-B46D-FA84BEF06E08}" dt="2022-06-28T01:19:41.291" v="1444" actId="1037"/>
          <ac:spMkLst>
            <pc:docMk/>
            <pc:sldMk cId="1443572205" sldId="4016"/>
            <ac:spMk id="51" creationId="{35C21629-78F5-410C-8DB0-D4AC5555B711}"/>
          </ac:spMkLst>
        </pc:spChg>
        <pc:spChg chg="mod">
          <ac:chgData name="Mitra, Sayan" userId="5f9b069e-390c-41f3-af3f-6bd4b0fb9710" providerId="ADAL" clId="{1E27BAC9-1590-4FB6-B46D-FA84BEF06E08}" dt="2022-06-28T01:19:41.291" v="1444" actId="1037"/>
          <ac:spMkLst>
            <pc:docMk/>
            <pc:sldMk cId="1443572205" sldId="4016"/>
            <ac:spMk id="52" creationId="{7F920A2B-8623-454F-8372-EAFE4E1D26E7}"/>
          </ac:spMkLst>
        </pc:spChg>
        <pc:spChg chg="mod">
          <ac:chgData name="Mitra, Sayan" userId="5f9b069e-390c-41f3-af3f-6bd4b0fb9710" providerId="ADAL" clId="{1E27BAC9-1590-4FB6-B46D-FA84BEF06E08}" dt="2022-06-28T01:19:41.291" v="1444" actId="1037"/>
          <ac:spMkLst>
            <pc:docMk/>
            <pc:sldMk cId="1443572205" sldId="4016"/>
            <ac:spMk id="53" creationId="{88951F92-B7BA-45A5-B498-689AAB05FE4F}"/>
          </ac:spMkLst>
        </pc:spChg>
        <pc:spChg chg="mod">
          <ac:chgData name="Mitra, Sayan" userId="5f9b069e-390c-41f3-af3f-6bd4b0fb9710" providerId="ADAL" clId="{1E27BAC9-1590-4FB6-B46D-FA84BEF06E08}" dt="2022-06-28T01:19:41.291" v="1444" actId="1037"/>
          <ac:spMkLst>
            <pc:docMk/>
            <pc:sldMk cId="1443572205" sldId="4016"/>
            <ac:spMk id="54" creationId="{0EF6BE1B-E50C-4AD3-9ECF-0D5540E354B8}"/>
          </ac:spMkLst>
        </pc:spChg>
        <pc:spChg chg="del mod">
          <ac:chgData name="Mitra, Sayan" userId="5f9b069e-390c-41f3-af3f-6bd4b0fb9710" providerId="ADAL" clId="{1E27BAC9-1590-4FB6-B46D-FA84BEF06E08}" dt="2022-06-28T01:02:29.446" v="1063" actId="478"/>
          <ac:spMkLst>
            <pc:docMk/>
            <pc:sldMk cId="1443572205" sldId="4016"/>
            <ac:spMk id="55" creationId="{6E1A2A2C-BD0F-4506-958A-773AD48C2052}"/>
          </ac:spMkLst>
        </pc:spChg>
        <pc:spChg chg="del mod">
          <ac:chgData name="Mitra, Sayan" userId="5f9b069e-390c-41f3-af3f-6bd4b0fb9710" providerId="ADAL" clId="{1E27BAC9-1590-4FB6-B46D-FA84BEF06E08}" dt="2022-06-28T00:57:30.060" v="1026" actId="478"/>
          <ac:spMkLst>
            <pc:docMk/>
            <pc:sldMk cId="1443572205" sldId="4016"/>
            <ac:spMk id="56" creationId="{105CC1EC-F69F-45CE-A1EB-73502BDEA90F}"/>
          </ac:spMkLst>
        </pc:spChg>
        <pc:spChg chg="mod">
          <ac:chgData name="Mitra, Sayan" userId="5f9b069e-390c-41f3-af3f-6bd4b0fb9710" providerId="ADAL" clId="{1E27BAC9-1590-4FB6-B46D-FA84BEF06E08}" dt="2022-06-28T01:19:41.291" v="1444" actId="1037"/>
          <ac:spMkLst>
            <pc:docMk/>
            <pc:sldMk cId="1443572205" sldId="4016"/>
            <ac:spMk id="59" creationId="{558632FA-DD8F-44EC-A804-982CBF38BF01}"/>
          </ac:spMkLst>
        </pc:spChg>
        <pc:spChg chg="del">
          <ac:chgData name="Mitra, Sayan" userId="5f9b069e-390c-41f3-af3f-6bd4b0fb9710" providerId="ADAL" clId="{1E27BAC9-1590-4FB6-B46D-FA84BEF06E08}" dt="2022-06-28T00:56:12.280" v="997" actId="478"/>
          <ac:spMkLst>
            <pc:docMk/>
            <pc:sldMk cId="1443572205" sldId="4016"/>
            <ac:spMk id="60" creationId="{1290878F-48FB-4F6B-8C85-D5BE53A0BFF7}"/>
          </ac:spMkLst>
        </pc:spChg>
        <pc:spChg chg="del">
          <ac:chgData name="Mitra, Sayan" userId="5f9b069e-390c-41f3-af3f-6bd4b0fb9710" providerId="ADAL" clId="{1E27BAC9-1590-4FB6-B46D-FA84BEF06E08}" dt="2022-06-28T00:56:12.280" v="997" actId="478"/>
          <ac:spMkLst>
            <pc:docMk/>
            <pc:sldMk cId="1443572205" sldId="4016"/>
            <ac:spMk id="61" creationId="{D91AB0A9-659F-46DC-B42B-89376F0E0ED5}"/>
          </ac:spMkLst>
        </pc:spChg>
        <pc:spChg chg="mod">
          <ac:chgData name="Mitra, Sayan" userId="5f9b069e-390c-41f3-af3f-6bd4b0fb9710" providerId="ADAL" clId="{1E27BAC9-1590-4FB6-B46D-FA84BEF06E08}" dt="2022-06-28T01:19:41.291" v="1444" actId="1037"/>
          <ac:spMkLst>
            <pc:docMk/>
            <pc:sldMk cId="1443572205" sldId="4016"/>
            <ac:spMk id="62" creationId="{6EB9C241-D337-404B-9E5B-3DD65E12D676}"/>
          </ac:spMkLst>
        </pc:spChg>
        <pc:spChg chg="del">
          <ac:chgData name="Mitra, Sayan" userId="5f9b069e-390c-41f3-af3f-6bd4b0fb9710" providerId="ADAL" clId="{1E27BAC9-1590-4FB6-B46D-FA84BEF06E08}" dt="2022-06-28T00:56:04.359" v="995" actId="478"/>
          <ac:spMkLst>
            <pc:docMk/>
            <pc:sldMk cId="1443572205" sldId="4016"/>
            <ac:spMk id="65" creationId="{FD3511D9-4E8A-49B0-87A9-03F6005DF0EB}"/>
          </ac:spMkLst>
        </pc:spChg>
        <pc:spChg chg="mod">
          <ac:chgData name="Mitra, Sayan" userId="5f9b069e-390c-41f3-af3f-6bd4b0fb9710" providerId="ADAL" clId="{1E27BAC9-1590-4FB6-B46D-FA84BEF06E08}" dt="2022-06-28T01:19:41.291" v="1444" actId="1037"/>
          <ac:spMkLst>
            <pc:docMk/>
            <pc:sldMk cId="1443572205" sldId="4016"/>
            <ac:spMk id="67" creationId="{53051261-FD2F-4C0C-8727-3B4978333BC6}"/>
          </ac:spMkLst>
        </pc:spChg>
        <pc:spChg chg="add mod">
          <ac:chgData name="Mitra, Sayan" userId="5f9b069e-390c-41f3-af3f-6bd4b0fb9710" providerId="ADAL" clId="{1E27BAC9-1590-4FB6-B46D-FA84BEF06E08}" dt="2022-06-28T01:19:41.291" v="1444" actId="1037"/>
          <ac:spMkLst>
            <pc:docMk/>
            <pc:sldMk cId="1443572205" sldId="4016"/>
            <ac:spMk id="68" creationId="{214BFEDF-498C-454C-B94F-1789388F7237}"/>
          </ac:spMkLst>
        </pc:spChg>
        <pc:spChg chg="mod">
          <ac:chgData name="Mitra, Sayan" userId="5f9b069e-390c-41f3-af3f-6bd4b0fb9710" providerId="ADAL" clId="{1E27BAC9-1590-4FB6-B46D-FA84BEF06E08}" dt="2022-06-28T01:19:41.291" v="1444" actId="1037"/>
          <ac:spMkLst>
            <pc:docMk/>
            <pc:sldMk cId="1443572205" sldId="4016"/>
            <ac:spMk id="76" creationId="{D6120325-4BCB-41BB-BE0A-7348487BA9BD}"/>
          </ac:spMkLst>
        </pc:spChg>
        <pc:spChg chg="mod">
          <ac:chgData name="Mitra, Sayan" userId="5f9b069e-390c-41f3-af3f-6bd4b0fb9710" providerId="ADAL" clId="{1E27BAC9-1590-4FB6-B46D-FA84BEF06E08}" dt="2022-06-28T01:19:41.291" v="1444" actId="1037"/>
          <ac:spMkLst>
            <pc:docMk/>
            <pc:sldMk cId="1443572205" sldId="4016"/>
            <ac:spMk id="77" creationId="{6FBE9236-3800-4199-84E1-89D360AEF984}"/>
          </ac:spMkLst>
        </pc:spChg>
        <pc:spChg chg="mod">
          <ac:chgData name="Mitra, Sayan" userId="5f9b069e-390c-41f3-af3f-6bd4b0fb9710" providerId="ADAL" clId="{1E27BAC9-1590-4FB6-B46D-FA84BEF06E08}" dt="2022-06-28T01:19:41.291" v="1444" actId="1037"/>
          <ac:spMkLst>
            <pc:docMk/>
            <pc:sldMk cId="1443572205" sldId="4016"/>
            <ac:spMk id="78" creationId="{C147D269-C610-4AB4-A4EC-A27F33007D1A}"/>
          </ac:spMkLst>
        </pc:spChg>
        <pc:spChg chg="mod">
          <ac:chgData name="Mitra, Sayan" userId="5f9b069e-390c-41f3-af3f-6bd4b0fb9710" providerId="ADAL" clId="{1E27BAC9-1590-4FB6-B46D-FA84BEF06E08}" dt="2022-06-28T01:19:41.291" v="1444" actId="1037"/>
          <ac:spMkLst>
            <pc:docMk/>
            <pc:sldMk cId="1443572205" sldId="4016"/>
            <ac:spMk id="79" creationId="{0FACE5BE-BBA8-464D-A16B-26C7E28F524E}"/>
          </ac:spMkLst>
        </pc:spChg>
        <pc:spChg chg="add mod">
          <ac:chgData name="Mitra, Sayan" userId="5f9b069e-390c-41f3-af3f-6bd4b0fb9710" providerId="ADAL" clId="{1E27BAC9-1590-4FB6-B46D-FA84BEF06E08}" dt="2022-06-28T01:19:41.291" v="1444" actId="1037"/>
          <ac:spMkLst>
            <pc:docMk/>
            <pc:sldMk cId="1443572205" sldId="4016"/>
            <ac:spMk id="81" creationId="{BA533B7D-C69C-400C-ABF1-4FC2A314365F}"/>
          </ac:spMkLst>
        </pc:spChg>
        <pc:spChg chg="mod">
          <ac:chgData name="Mitra, Sayan" userId="5f9b069e-390c-41f3-af3f-6bd4b0fb9710" providerId="ADAL" clId="{1E27BAC9-1590-4FB6-B46D-FA84BEF06E08}" dt="2022-06-28T01:19:41.291" v="1444" actId="1037"/>
          <ac:spMkLst>
            <pc:docMk/>
            <pc:sldMk cId="1443572205" sldId="4016"/>
            <ac:spMk id="83" creationId="{8AC03420-C638-48B1-8408-59BEE2A1799D}"/>
          </ac:spMkLst>
        </pc:spChg>
        <pc:spChg chg="mod">
          <ac:chgData name="Mitra, Sayan" userId="5f9b069e-390c-41f3-af3f-6bd4b0fb9710" providerId="ADAL" clId="{1E27BAC9-1590-4FB6-B46D-FA84BEF06E08}" dt="2022-06-28T01:19:41.291" v="1444" actId="1037"/>
          <ac:spMkLst>
            <pc:docMk/>
            <pc:sldMk cId="1443572205" sldId="4016"/>
            <ac:spMk id="84" creationId="{B7A1469D-0E1D-41F0-BFA5-42F64176E23D}"/>
          </ac:spMkLst>
        </pc:spChg>
        <pc:spChg chg="mod">
          <ac:chgData name="Mitra, Sayan" userId="5f9b069e-390c-41f3-af3f-6bd4b0fb9710" providerId="ADAL" clId="{1E27BAC9-1590-4FB6-B46D-FA84BEF06E08}" dt="2022-06-28T01:19:41.291" v="1444" actId="1037"/>
          <ac:spMkLst>
            <pc:docMk/>
            <pc:sldMk cId="1443572205" sldId="4016"/>
            <ac:spMk id="85" creationId="{F17F15E0-C104-4390-9D94-DDE4E1473C27}"/>
          </ac:spMkLst>
        </pc:spChg>
        <pc:spChg chg="mod">
          <ac:chgData name="Mitra, Sayan" userId="5f9b069e-390c-41f3-af3f-6bd4b0fb9710" providerId="ADAL" clId="{1E27BAC9-1590-4FB6-B46D-FA84BEF06E08}" dt="2022-06-28T01:19:41.291" v="1444" actId="1037"/>
          <ac:spMkLst>
            <pc:docMk/>
            <pc:sldMk cId="1443572205" sldId="4016"/>
            <ac:spMk id="86" creationId="{FA94680E-3F77-44AD-AD9C-36709D4ECBF7}"/>
          </ac:spMkLst>
        </pc:spChg>
        <pc:spChg chg="mod">
          <ac:chgData name="Mitra, Sayan" userId="5f9b069e-390c-41f3-af3f-6bd4b0fb9710" providerId="ADAL" clId="{1E27BAC9-1590-4FB6-B46D-FA84BEF06E08}" dt="2022-06-28T01:19:41.291" v="1444" actId="1037"/>
          <ac:spMkLst>
            <pc:docMk/>
            <pc:sldMk cId="1443572205" sldId="4016"/>
            <ac:spMk id="87" creationId="{0D98D11C-C484-483C-BC9E-D761971960DB}"/>
          </ac:spMkLst>
        </pc:spChg>
        <pc:spChg chg="mod">
          <ac:chgData name="Mitra, Sayan" userId="5f9b069e-390c-41f3-af3f-6bd4b0fb9710" providerId="ADAL" clId="{1E27BAC9-1590-4FB6-B46D-FA84BEF06E08}" dt="2022-06-28T01:19:41.291" v="1444" actId="1037"/>
          <ac:spMkLst>
            <pc:docMk/>
            <pc:sldMk cId="1443572205" sldId="4016"/>
            <ac:spMk id="88" creationId="{C5CF76E1-EE8B-4198-A98D-D6A56F88249E}"/>
          </ac:spMkLst>
        </pc:spChg>
        <pc:spChg chg="add mod">
          <ac:chgData name="Mitra, Sayan" userId="5f9b069e-390c-41f3-af3f-6bd4b0fb9710" providerId="ADAL" clId="{1E27BAC9-1590-4FB6-B46D-FA84BEF06E08}" dt="2022-06-28T01:19:41.291" v="1444" actId="1037"/>
          <ac:spMkLst>
            <pc:docMk/>
            <pc:sldMk cId="1443572205" sldId="4016"/>
            <ac:spMk id="89" creationId="{63AE868E-03DF-4DDD-ADB0-D9033F3160B7}"/>
          </ac:spMkLst>
        </pc:spChg>
        <pc:grpChg chg="mod">
          <ac:chgData name="Mitra, Sayan" userId="5f9b069e-390c-41f3-af3f-6bd4b0fb9710" providerId="ADAL" clId="{1E27BAC9-1590-4FB6-B46D-FA84BEF06E08}" dt="2022-06-28T01:19:41.291" v="1444" actId="1037"/>
          <ac:grpSpMkLst>
            <pc:docMk/>
            <pc:sldMk cId="1443572205" sldId="4016"/>
            <ac:grpSpMk id="4" creationId="{1A90BB6A-C90F-4723-910B-BD676B7B300B}"/>
          </ac:grpSpMkLst>
        </pc:grpChg>
        <pc:grpChg chg="mod">
          <ac:chgData name="Mitra, Sayan" userId="5f9b069e-390c-41f3-af3f-6bd4b0fb9710" providerId="ADAL" clId="{1E27BAC9-1590-4FB6-B46D-FA84BEF06E08}" dt="2022-06-28T01:19:41.291" v="1444" actId="1037"/>
          <ac:grpSpMkLst>
            <pc:docMk/>
            <pc:sldMk cId="1443572205" sldId="4016"/>
            <ac:grpSpMk id="14" creationId="{31DC5002-05E3-4375-8B57-BFFBF5413E5F}"/>
          </ac:grpSpMkLst>
        </pc:grpChg>
        <pc:grpChg chg="mod">
          <ac:chgData name="Mitra, Sayan" userId="5f9b069e-390c-41f3-af3f-6bd4b0fb9710" providerId="ADAL" clId="{1E27BAC9-1590-4FB6-B46D-FA84BEF06E08}" dt="2022-06-28T01:19:41.291" v="1444" actId="1037"/>
          <ac:grpSpMkLst>
            <pc:docMk/>
            <pc:sldMk cId="1443572205" sldId="4016"/>
            <ac:grpSpMk id="17" creationId="{1988012B-294B-42C5-8935-9F6BF5759206}"/>
          </ac:grpSpMkLst>
        </pc:grpChg>
        <pc:grpChg chg="mod">
          <ac:chgData name="Mitra, Sayan" userId="5f9b069e-390c-41f3-af3f-6bd4b0fb9710" providerId="ADAL" clId="{1E27BAC9-1590-4FB6-B46D-FA84BEF06E08}" dt="2022-06-28T01:19:41.291" v="1444" actId="1037"/>
          <ac:grpSpMkLst>
            <pc:docMk/>
            <pc:sldMk cId="1443572205" sldId="4016"/>
            <ac:grpSpMk id="20" creationId="{6B5C55D9-F668-4652-961F-68F9A63010B3}"/>
          </ac:grpSpMkLst>
        </pc:grpChg>
        <pc:grpChg chg="mod">
          <ac:chgData name="Mitra, Sayan" userId="5f9b069e-390c-41f3-af3f-6bd4b0fb9710" providerId="ADAL" clId="{1E27BAC9-1590-4FB6-B46D-FA84BEF06E08}" dt="2022-06-28T01:19:41.291" v="1444" actId="1037"/>
          <ac:grpSpMkLst>
            <pc:docMk/>
            <pc:sldMk cId="1443572205" sldId="4016"/>
            <ac:grpSpMk id="23" creationId="{78DFA01A-EE9A-4D5E-8266-F6C29569FF57}"/>
          </ac:grpSpMkLst>
        </pc:grpChg>
        <pc:grpChg chg="mod">
          <ac:chgData name="Mitra, Sayan" userId="5f9b069e-390c-41f3-af3f-6bd4b0fb9710" providerId="ADAL" clId="{1E27BAC9-1590-4FB6-B46D-FA84BEF06E08}" dt="2022-06-28T01:19:41.291" v="1444" actId="1037"/>
          <ac:grpSpMkLst>
            <pc:docMk/>
            <pc:sldMk cId="1443572205" sldId="4016"/>
            <ac:grpSpMk id="26" creationId="{A23BE9DC-68BD-40DC-9B1A-8B479C5D1FBF}"/>
          </ac:grpSpMkLst>
        </pc:grpChg>
        <pc:grpChg chg="mod">
          <ac:chgData name="Mitra, Sayan" userId="5f9b069e-390c-41f3-af3f-6bd4b0fb9710" providerId="ADAL" clId="{1E27BAC9-1590-4FB6-B46D-FA84BEF06E08}" dt="2022-06-28T01:19:41.291" v="1444" actId="1037"/>
          <ac:grpSpMkLst>
            <pc:docMk/>
            <pc:sldMk cId="1443572205" sldId="4016"/>
            <ac:grpSpMk id="31" creationId="{89CE592D-171D-4F84-AD4C-49A90D88CB9A}"/>
          </ac:grpSpMkLst>
        </pc:grpChg>
        <pc:grpChg chg="mod">
          <ac:chgData name="Mitra, Sayan" userId="5f9b069e-390c-41f3-af3f-6bd4b0fb9710" providerId="ADAL" clId="{1E27BAC9-1590-4FB6-B46D-FA84BEF06E08}" dt="2022-06-28T01:19:41.291" v="1444" actId="1037"/>
          <ac:grpSpMkLst>
            <pc:docMk/>
            <pc:sldMk cId="1443572205" sldId="4016"/>
            <ac:grpSpMk id="37" creationId="{AED19324-2FC2-4D86-AB70-67B3C6A5F4C2}"/>
          </ac:grpSpMkLst>
        </pc:grpChg>
        <pc:grpChg chg="mod">
          <ac:chgData name="Mitra, Sayan" userId="5f9b069e-390c-41f3-af3f-6bd4b0fb9710" providerId="ADAL" clId="{1E27BAC9-1590-4FB6-B46D-FA84BEF06E08}" dt="2022-06-28T01:19:41.291" v="1444" actId="1037"/>
          <ac:grpSpMkLst>
            <pc:docMk/>
            <pc:sldMk cId="1443572205" sldId="4016"/>
            <ac:grpSpMk id="43" creationId="{D5DF4765-A473-4662-8A10-B603896EFA1C}"/>
          </ac:grpSpMkLst>
        </pc:grpChg>
        <pc:grpChg chg="mod">
          <ac:chgData name="Mitra, Sayan" userId="5f9b069e-390c-41f3-af3f-6bd4b0fb9710" providerId="ADAL" clId="{1E27BAC9-1590-4FB6-B46D-FA84BEF06E08}" dt="2022-06-28T01:19:41.291" v="1444" actId="1037"/>
          <ac:grpSpMkLst>
            <pc:docMk/>
            <pc:sldMk cId="1443572205" sldId="4016"/>
            <ac:grpSpMk id="49" creationId="{1537FFC4-07D0-496E-8D5A-3AA4FAE1D34A}"/>
          </ac:grpSpMkLst>
        </pc:grpChg>
        <pc:grpChg chg="mod">
          <ac:chgData name="Mitra, Sayan" userId="5f9b069e-390c-41f3-af3f-6bd4b0fb9710" providerId="ADAL" clId="{1E27BAC9-1590-4FB6-B46D-FA84BEF06E08}" dt="2022-06-28T01:19:41.291" v="1444" actId="1037"/>
          <ac:grpSpMkLst>
            <pc:docMk/>
            <pc:sldMk cId="1443572205" sldId="4016"/>
            <ac:grpSpMk id="57" creationId="{47CFE5A6-782C-40A6-A2D1-B4DD0BAD4F50}"/>
          </ac:grpSpMkLst>
        </pc:grpChg>
        <pc:grpChg chg="add mod">
          <ac:chgData name="Mitra, Sayan" userId="5f9b069e-390c-41f3-af3f-6bd4b0fb9710" providerId="ADAL" clId="{1E27BAC9-1590-4FB6-B46D-FA84BEF06E08}" dt="2022-06-28T01:19:41.291" v="1444" actId="1037"/>
          <ac:grpSpMkLst>
            <pc:docMk/>
            <pc:sldMk cId="1443572205" sldId="4016"/>
            <ac:grpSpMk id="75" creationId="{27FA0890-CDDF-431D-A167-CD710122DF24}"/>
          </ac:grpSpMkLst>
        </pc:grpChg>
        <pc:grpChg chg="add mod">
          <ac:chgData name="Mitra, Sayan" userId="5f9b069e-390c-41f3-af3f-6bd4b0fb9710" providerId="ADAL" clId="{1E27BAC9-1590-4FB6-B46D-FA84BEF06E08}" dt="2022-06-28T01:19:41.291" v="1444" actId="1037"/>
          <ac:grpSpMkLst>
            <pc:docMk/>
            <pc:sldMk cId="1443572205" sldId="4016"/>
            <ac:grpSpMk id="82" creationId="{3DACE492-12DC-4BA3-8CC9-8D2FE7F11218}"/>
          </ac:grpSpMkLst>
        </pc:grpChg>
        <pc:picChg chg="mod">
          <ac:chgData name="Mitra, Sayan" userId="5f9b069e-390c-41f3-af3f-6bd4b0fb9710" providerId="ADAL" clId="{1E27BAC9-1590-4FB6-B46D-FA84BEF06E08}" dt="2022-06-28T01:19:41.291" v="1444" actId="1037"/>
          <ac:picMkLst>
            <pc:docMk/>
            <pc:sldMk cId="1443572205" sldId="4016"/>
            <ac:picMk id="29" creationId="{1CA822E0-1DA9-43E7-9091-F16F0090D2EF}"/>
          </ac:picMkLst>
        </pc:picChg>
        <pc:picChg chg="mod">
          <ac:chgData name="Mitra, Sayan" userId="5f9b069e-390c-41f3-af3f-6bd4b0fb9710" providerId="ADAL" clId="{1E27BAC9-1590-4FB6-B46D-FA84BEF06E08}" dt="2022-06-28T01:19:41.291" v="1444" actId="1037"/>
          <ac:picMkLst>
            <pc:docMk/>
            <pc:sldMk cId="1443572205" sldId="4016"/>
            <ac:picMk id="30" creationId="{EF6FF010-A98F-479F-B1D6-CC326A30FF9B}"/>
          </ac:picMkLst>
        </pc:picChg>
        <pc:picChg chg="del">
          <ac:chgData name="Mitra, Sayan" userId="5f9b069e-390c-41f3-af3f-6bd4b0fb9710" providerId="ADAL" clId="{1E27BAC9-1590-4FB6-B46D-FA84BEF06E08}" dt="2022-06-28T00:56:04.359" v="995" actId="478"/>
          <ac:picMkLst>
            <pc:docMk/>
            <pc:sldMk cId="1443572205" sldId="4016"/>
            <ac:picMk id="63" creationId="{529A317D-431A-4322-9063-3D0ADDBC1657}"/>
          </ac:picMkLst>
        </pc:picChg>
        <pc:picChg chg="del">
          <ac:chgData name="Mitra, Sayan" userId="5f9b069e-390c-41f3-af3f-6bd4b0fb9710" providerId="ADAL" clId="{1E27BAC9-1590-4FB6-B46D-FA84BEF06E08}" dt="2022-06-28T00:56:14.522" v="998" actId="478"/>
          <ac:picMkLst>
            <pc:docMk/>
            <pc:sldMk cId="1443572205" sldId="4016"/>
            <ac:picMk id="66" creationId="{BD3FCC1D-6CF0-482E-AC28-D5DBC6644418}"/>
          </ac:picMkLst>
        </pc:picChg>
        <pc:picChg chg="add del mod">
          <ac:chgData name="Mitra, Sayan" userId="5f9b069e-390c-41f3-af3f-6bd4b0fb9710" providerId="ADAL" clId="{1E27BAC9-1590-4FB6-B46D-FA84BEF06E08}" dt="2022-06-28T01:07:52.203" v="1245" actId="478"/>
          <ac:picMkLst>
            <pc:docMk/>
            <pc:sldMk cId="1443572205" sldId="4016"/>
            <ac:picMk id="73" creationId="{1503AA54-5F06-4273-806C-6AF8FAF9D0D0}"/>
          </ac:picMkLst>
        </pc:picChg>
        <pc:picChg chg="add del mod">
          <ac:chgData name="Mitra, Sayan" userId="5f9b069e-390c-41f3-af3f-6bd4b0fb9710" providerId="ADAL" clId="{1E27BAC9-1590-4FB6-B46D-FA84BEF06E08}" dt="2022-06-28T01:12:12.926" v="1250" actId="478"/>
          <ac:picMkLst>
            <pc:docMk/>
            <pc:sldMk cId="1443572205" sldId="4016"/>
            <ac:picMk id="80" creationId="{15FFB9FF-1AC0-487C-BDEC-543A58611EF8}"/>
          </ac:picMkLst>
        </pc:picChg>
        <pc:picChg chg="add mod">
          <ac:chgData name="Mitra, Sayan" userId="5f9b069e-390c-41f3-af3f-6bd4b0fb9710" providerId="ADAL" clId="{1E27BAC9-1590-4FB6-B46D-FA84BEF06E08}" dt="2022-06-28T01:19:41.291" v="1444" actId="1037"/>
          <ac:picMkLst>
            <pc:docMk/>
            <pc:sldMk cId="1443572205" sldId="4016"/>
            <ac:picMk id="1026" creationId="{585EE154-67CE-48E9-9F23-753316468794}"/>
          </ac:picMkLst>
        </pc:picChg>
        <pc:cxnChg chg="mod">
          <ac:chgData name="Mitra, Sayan" userId="5f9b069e-390c-41f3-af3f-6bd4b0fb9710" providerId="ADAL" clId="{1E27BAC9-1590-4FB6-B46D-FA84BEF06E08}" dt="2022-06-28T01:19:41.291" v="1444" actId="1037"/>
          <ac:cxnSpMkLst>
            <pc:docMk/>
            <pc:sldMk cId="1443572205" sldId="4016"/>
            <ac:cxnSpMk id="10" creationId="{4F3F5B78-9077-460F-8F1A-BFB5CFC2F9E0}"/>
          </ac:cxnSpMkLst>
        </pc:cxnChg>
        <pc:cxnChg chg="mod">
          <ac:chgData name="Mitra, Sayan" userId="5f9b069e-390c-41f3-af3f-6bd4b0fb9710" providerId="ADAL" clId="{1E27BAC9-1590-4FB6-B46D-FA84BEF06E08}" dt="2022-06-28T01:19:41.291" v="1444" actId="1037"/>
          <ac:cxnSpMkLst>
            <pc:docMk/>
            <pc:sldMk cId="1443572205" sldId="4016"/>
            <ac:cxnSpMk id="12" creationId="{85EC24F8-1C53-405F-8F4A-FC2B12893269}"/>
          </ac:cxnSpMkLst>
        </pc:cxnChg>
        <pc:cxnChg chg="mod">
          <ac:chgData name="Mitra, Sayan" userId="5f9b069e-390c-41f3-af3f-6bd4b0fb9710" providerId="ADAL" clId="{1E27BAC9-1590-4FB6-B46D-FA84BEF06E08}" dt="2022-06-28T01:19:41.291" v="1444" actId="1037"/>
          <ac:cxnSpMkLst>
            <pc:docMk/>
            <pc:sldMk cId="1443572205" sldId="4016"/>
            <ac:cxnSpMk id="13" creationId="{259DFBAD-62B1-4D49-8181-C166419D027B}"/>
          </ac:cxnSpMkLst>
        </pc:cxnChg>
        <pc:cxnChg chg="mod">
          <ac:chgData name="Mitra, Sayan" userId="5f9b069e-390c-41f3-af3f-6bd4b0fb9710" providerId="ADAL" clId="{1E27BAC9-1590-4FB6-B46D-FA84BEF06E08}" dt="2022-06-28T01:19:41.291" v="1444" actId="1037"/>
          <ac:cxnSpMkLst>
            <pc:docMk/>
            <pc:sldMk cId="1443572205" sldId="4016"/>
            <ac:cxnSpMk id="15" creationId="{53F6EB30-4DDB-4B6D-B87E-4E23CF02D0CA}"/>
          </ac:cxnSpMkLst>
        </pc:cxnChg>
        <pc:cxnChg chg="mod">
          <ac:chgData name="Mitra, Sayan" userId="5f9b069e-390c-41f3-af3f-6bd4b0fb9710" providerId="ADAL" clId="{1E27BAC9-1590-4FB6-B46D-FA84BEF06E08}" dt="2022-06-28T01:19:41.291" v="1444" actId="1037"/>
          <ac:cxnSpMkLst>
            <pc:docMk/>
            <pc:sldMk cId="1443572205" sldId="4016"/>
            <ac:cxnSpMk id="18" creationId="{5F979C60-D81F-4E34-BAEA-872FA5FDD3EA}"/>
          </ac:cxnSpMkLst>
        </pc:cxnChg>
        <pc:cxnChg chg="mod">
          <ac:chgData name="Mitra, Sayan" userId="5f9b069e-390c-41f3-af3f-6bd4b0fb9710" providerId="ADAL" clId="{1E27BAC9-1590-4FB6-B46D-FA84BEF06E08}" dt="2022-06-28T01:19:41.291" v="1444" actId="1037"/>
          <ac:cxnSpMkLst>
            <pc:docMk/>
            <pc:sldMk cId="1443572205" sldId="4016"/>
            <ac:cxnSpMk id="21" creationId="{C2C98E62-D44D-478B-8866-BCB5DC21A915}"/>
          </ac:cxnSpMkLst>
        </pc:cxnChg>
        <pc:cxnChg chg="mod">
          <ac:chgData name="Mitra, Sayan" userId="5f9b069e-390c-41f3-af3f-6bd4b0fb9710" providerId="ADAL" clId="{1E27BAC9-1590-4FB6-B46D-FA84BEF06E08}" dt="2022-06-28T01:19:41.291" v="1444" actId="1037"/>
          <ac:cxnSpMkLst>
            <pc:docMk/>
            <pc:sldMk cId="1443572205" sldId="4016"/>
            <ac:cxnSpMk id="24" creationId="{AAA36184-1525-4528-8FC2-576ADFA43E61}"/>
          </ac:cxnSpMkLst>
        </pc:cxnChg>
        <pc:cxnChg chg="mod">
          <ac:chgData name="Mitra, Sayan" userId="5f9b069e-390c-41f3-af3f-6bd4b0fb9710" providerId="ADAL" clId="{1E27BAC9-1590-4FB6-B46D-FA84BEF06E08}" dt="2022-06-28T01:19:41.291" v="1444" actId="1037"/>
          <ac:cxnSpMkLst>
            <pc:docMk/>
            <pc:sldMk cId="1443572205" sldId="4016"/>
            <ac:cxnSpMk id="27" creationId="{6ADC24C1-8E3F-40B1-B6DF-3B32F0EA3084}"/>
          </ac:cxnSpMkLst>
        </pc:cxnChg>
        <pc:cxnChg chg="mod">
          <ac:chgData name="Mitra, Sayan" userId="5f9b069e-390c-41f3-af3f-6bd4b0fb9710" providerId="ADAL" clId="{1E27BAC9-1590-4FB6-B46D-FA84BEF06E08}" dt="2022-06-28T01:19:41.291" v="1444" actId="1037"/>
          <ac:cxnSpMkLst>
            <pc:docMk/>
            <pc:sldMk cId="1443572205" sldId="4016"/>
            <ac:cxnSpMk id="58" creationId="{E6DB5A3C-79BA-4789-AF0A-4FF311F6AEF8}"/>
          </ac:cxnSpMkLst>
        </pc:cxnChg>
        <pc:cxnChg chg="del mod">
          <ac:chgData name="Mitra, Sayan" userId="5f9b069e-390c-41f3-af3f-6bd4b0fb9710" providerId="ADAL" clId="{1E27BAC9-1590-4FB6-B46D-FA84BEF06E08}" dt="2022-06-28T00:56:07.089" v="996" actId="478"/>
          <ac:cxnSpMkLst>
            <pc:docMk/>
            <pc:sldMk cId="1443572205" sldId="4016"/>
            <ac:cxnSpMk id="64" creationId="{B68A2B34-B266-4482-8862-D6FFABC54C5A}"/>
          </ac:cxnSpMkLst>
        </pc:cxnChg>
        <pc:cxnChg chg="add mod">
          <ac:chgData name="Mitra, Sayan" userId="5f9b069e-390c-41f3-af3f-6bd4b0fb9710" providerId="ADAL" clId="{1E27BAC9-1590-4FB6-B46D-FA84BEF06E08}" dt="2022-06-28T01:19:41.291" v="1444" actId="1037"/>
          <ac:cxnSpMkLst>
            <pc:docMk/>
            <pc:sldMk cId="1443572205" sldId="4016"/>
            <ac:cxnSpMk id="70" creationId="{18B18028-74BC-4CE6-868E-449A96B920ED}"/>
          </ac:cxnSpMkLst>
        </pc:cxnChg>
        <pc:cxnChg chg="add mod">
          <ac:chgData name="Mitra, Sayan" userId="5f9b069e-390c-41f3-af3f-6bd4b0fb9710" providerId="ADAL" clId="{1E27BAC9-1590-4FB6-B46D-FA84BEF06E08}" dt="2022-06-28T01:19:41.291" v="1444" actId="1037"/>
          <ac:cxnSpMkLst>
            <pc:docMk/>
            <pc:sldMk cId="1443572205" sldId="4016"/>
            <ac:cxnSpMk id="91" creationId="{0C4D3812-377C-47B7-B3F6-FAF3E6B0DC4E}"/>
          </ac:cxnSpMkLst>
        </pc:cxnChg>
      </pc:sldChg>
      <pc:sldChg chg="addSp modSp new mod">
        <pc:chgData name="Mitra, Sayan" userId="5f9b069e-390c-41f3-af3f-6bd4b0fb9710" providerId="ADAL" clId="{1E27BAC9-1590-4FB6-B46D-FA84BEF06E08}" dt="2022-06-28T01:30:12.711" v="1554" actId="14100"/>
        <pc:sldMkLst>
          <pc:docMk/>
          <pc:sldMk cId="417164709" sldId="4017"/>
        </pc:sldMkLst>
        <pc:spChg chg="mod">
          <ac:chgData name="Mitra, Sayan" userId="5f9b069e-390c-41f3-af3f-6bd4b0fb9710" providerId="ADAL" clId="{1E27BAC9-1590-4FB6-B46D-FA84BEF06E08}" dt="2022-06-28T01:25:56.639" v="1508" actId="20577"/>
          <ac:spMkLst>
            <pc:docMk/>
            <pc:sldMk cId="417164709" sldId="4017"/>
            <ac:spMk id="2" creationId="{C6AA5A42-2C3B-431D-A212-7413E45A0D01}"/>
          </ac:spMkLst>
        </pc:spChg>
        <pc:spChg chg="add mod">
          <ac:chgData name="Mitra, Sayan" userId="5f9b069e-390c-41f3-af3f-6bd4b0fb9710" providerId="ADAL" clId="{1E27BAC9-1590-4FB6-B46D-FA84BEF06E08}" dt="2022-06-28T01:30:12.711" v="1554" actId="14100"/>
          <ac:spMkLst>
            <pc:docMk/>
            <pc:sldMk cId="417164709" sldId="4017"/>
            <ac:spMk id="3" creationId="{5E4D622D-862A-473C-8417-74AA236DD51A}"/>
          </ac:spMkLst>
        </pc:spChg>
      </pc:sldChg>
      <pc:sldChg chg="addSp delSp modSp add mod">
        <pc:chgData name="Mitra, Sayan" userId="5f9b069e-390c-41f3-af3f-6bd4b0fb9710" providerId="ADAL" clId="{1E27BAC9-1590-4FB6-B46D-FA84BEF06E08}" dt="2022-06-28T01:29:58.655" v="1552" actId="255"/>
        <pc:sldMkLst>
          <pc:docMk/>
          <pc:sldMk cId="32219922" sldId="4018"/>
        </pc:sldMkLst>
        <pc:spChg chg="mod">
          <ac:chgData name="Mitra, Sayan" userId="5f9b069e-390c-41f3-af3f-6bd4b0fb9710" providerId="ADAL" clId="{1E27BAC9-1590-4FB6-B46D-FA84BEF06E08}" dt="2022-06-28T01:26:08.490" v="1527" actId="20577"/>
          <ac:spMkLst>
            <pc:docMk/>
            <pc:sldMk cId="32219922" sldId="4018"/>
            <ac:spMk id="2" creationId="{C6AA5A42-2C3B-431D-A212-7413E45A0D01}"/>
          </ac:spMkLst>
        </pc:spChg>
        <pc:spChg chg="del">
          <ac:chgData name="Mitra, Sayan" userId="5f9b069e-390c-41f3-af3f-6bd4b0fb9710" providerId="ADAL" clId="{1E27BAC9-1590-4FB6-B46D-FA84BEF06E08}" dt="2022-06-28T01:23:21.729" v="1463" actId="478"/>
          <ac:spMkLst>
            <pc:docMk/>
            <pc:sldMk cId="32219922" sldId="4018"/>
            <ac:spMk id="3" creationId="{5E4D622D-862A-473C-8417-74AA236DD51A}"/>
          </ac:spMkLst>
        </pc:spChg>
        <pc:spChg chg="add mod">
          <ac:chgData name="Mitra, Sayan" userId="5f9b069e-390c-41f3-af3f-6bd4b0fb9710" providerId="ADAL" clId="{1E27BAC9-1590-4FB6-B46D-FA84BEF06E08}" dt="2022-06-28T01:29:58.655" v="1552" actId="255"/>
          <ac:spMkLst>
            <pc:docMk/>
            <pc:sldMk cId="32219922" sldId="4018"/>
            <ac:spMk id="4" creationId="{9C4B3504-2019-4999-B250-C50A823EE9ED}"/>
          </ac:spMkLst>
        </pc:spChg>
      </pc:sldChg>
    </pc:docChg>
  </pc:docChgLst>
  <pc:docChgLst>
    <pc:chgData name="Lal, Harshita" userId="S::halal@deloitte.com::e573156b-5431-42dd-8837-da3cd2646097" providerId="AD" clId="Web-{458D684A-650F-4E35-9D6B-2FA887B8D097}"/>
    <pc:docChg chg="modSld">
      <pc:chgData name="Lal, Harshita" userId="S::halal@deloitte.com::e573156b-5431-42dd-8837-da3cd2646097" providerId="AD" clId="Web-{458D684A-650F-4E35-9D6B-2FA887B8D097}" dt="2022-07-05T15:48:21.710" v="183" actId="20577"/>
      <pc:docMkLst>
        <pc:docMk/>
      </pc:docMkLst>
      <pc:sldChg chg="modSp">
        <pc:chgData name="Lal, Harshita" userId="S::halal@deloitte.com::e573156b-5431-42dd-8837-da3cd2646097" providerId="AD" clId="Web-{458D684A-650F-4E35-9D6B-2FA887B8D097}" dt="2022-07-05T15:48:21.710" v="183" actId="20577"/>
        <pc:sldMkLst>
          <pc:docMk/>
          <pc:sldMk cId="551029900" sldId="6211"/>
        </pc:sldMkLst>
        <pc:spChg chg="mod">
          <ac:chgData name="Lal, Harshita" userId="S::halal@deloitte.com::e573156b-5431-42dd-8837-da3cd2646097" providerId="AD" clId="Web-{458D684A-650F-4E35-9D6B-2FA887B8D097}" dt="2022-07-05T15:48:21.710" v="183" actId="20577"/>
          <ac:spMkLst>
            <pc:docMk/>
            <pc:sldMk cId="551029900" sldId="6211"/>
            <ac:spMk id="109" creationId="{C1DDEBA6-7C8C-4142-9CDC-B939147EA49E}"/>
          </ac:spMkLst>
        </pc:spChg>
      </pc:sldChg>
    </pc:docChg>
  </pc:docChgLst>
  <pc:docChgLst>
    <pc:chgData name="Lal, Harshita" userId="e573156b-5431-42dd-8837-da3cd2646097" providerId="ADAL" clId="{4A476B8B-C296-41F0-9DE3-FD42D7AEC8C0}"/>
    <pc:docChg chg="undo custSel addSld delSld modSld">
      <pc:chgData name="Lal, Harshita" userId="e573156b-5431-42dd-8837-da3cd2646097" providerId="ADAL" clId="{4A476B8B-C296-41F0-9DE3-FD42D7AEC8C0}" dt="2022-07-01T12:41:43.330" v="792" actId="47"/>
      <pc:docMkLst>
        <pc:docMk/>
      </pc:docMkLst>
      <pc:sldChg chg="modSp add mod">
        <pc:chgData name="Lal, Harshita" userId="e573156b-5431-42dd-8837-da3cd2646097" providerId="ADAL" clId="{4A476B8B-C296-41F0-9DE3-FD42D7AEC8C0}" dt="2022-07-01T12:41:32.177" v="790" actId="20577"/>
        <pc:sldMkLst>
          <pc:docMk/>
          <pc:sldMk cId="0" sldId="260"/>
        </pc:sldMkLst>
        <pc:spChg chg="mod">
          <ac:chgData name="Lal, Harshita" userId="e573156b-5431-42dd-8837-da3cd2646097" providerId="ADAL" clId="{4A476B8B-C296-41F0-9DE3-FD42D7AEC8C0}" dt="2022-07-01T12:41:32.177" v="790" actId="20577"/>
          <ac:spMkLst>
            <pc:docMk/>
            <pc:sldMk cId="0" sldId="260"/>
            <ac:spMk id="116" creationId="{1FD062D3-F81F-43B5-9B0A-D9AB85B2D726}"/>
          </ac:spMkLst>
        </pc:spChg>
      </pc:sldChg>
      <pc:sldChg chg="modSp mod">
        <pc:chgData name="Lal, Harshita" userId="e573156b-5431-42dd-8837-da3cd2646097" providerId="ADAL" clId="{4A476B8B-C296-41F0-9DE3-FD42D7AEC8C0}" dt="2022-06-30T05:31:26.416" v="1" actId="5793"/>
        <pc:sldMkLst>
          <pc:docMk/>
          <pc:sldMk cId="1186650502" sldId="3986"/>
        </pc:sldMkLst>
        <pc:graphicFrameChg chg="modGraphic">
          <ac:chgData name="Lal, Harshita" userId="e573156b-5431-42dd-8837-da3cd2646097" providerId="ADAL" clId="{4A476B8B-C296-41F0-9DE3-FD42D7AEC8C0}" dt="2022-06-30T05:31:26.416" v="1" actId="5793"/>
          <ac:graphicFrameMkLst>
            <pc:docMk/>
            <pc:sldMk cId="1186650502" sldId="3986"/>
            <ac:graphicFrameMk id="4" creationId="{0D3E0BFC-B3EC-4D3D-96B4-A257FC0B1C11}"/>
          </ac:graphicFrameMkLst>
        </pc:graphicFrameChg>
      </pc:sldChg>
      <pc:sldChg chg="del">
        <pc:chgData name="Lal, Harshita" userId="e573156b-5431-42dd-8837-da3cd2646097" providerId="ADAL" clId="{4A476B8B-C296-41F0-9DE3-FD42D7AEC8C0}" dt="2022-07-01T12:39:52.099" v="711" actId="47"/>
        <pc:sldMkLst>
          <pc:docMk/>
          <pc:sldMk cId="3630096880" sldId="4008"/>
        </pc:sldMkLst>
      </pc:sldChg>
      <pc:sldChg chg="add del">
        <pc:chgData name="Lal, Harshita" userId="e573156b-5431-42dd-8837-da3cd2646097" providerId="ADAL" clId="{4A476B8B-C296-41F0-9DE3-FD42D7AEC8C0}" dt="2022-07-01T12:41:43.330" v="792" actId="47"/>
        <pc:sldMkLst>
          <pc:docMk/>
          <pc:sldMk cId="1707497288" sldId="4010"/>
        </pc:sldMkLst>
      </pc:sldChg>
      <pc:sldChg chg="modSp add mod">
        <pc:chgData name="Lal, Harshita" userId="e573156b-5431-42dd-8837-da3cd2646097" providerId="ADAL" clId="{4A476B8B-C296-41F0-9DE3-FD42D7AEC8C0}" dt="2022-06-30T10:19:04.921" v="709" actId="20577"/>
        <pc:sldMkLst>
          <pc:docMk/>
          <pc:sldMk cId="1313580258" sldId="4044"/>
        </pc:sldMkLst>
        <pc:spChg chg="mod">
          <ac:chgData name="Lal, Harshita" userId="e573156b-5431-42dd-8837-da3cd2646097" providerId="ADAL" clId="{4A476B8B-C296-41F0-9DE3-FD42D7AEC8C0}" dt="2022-06-30T05:33:30.611" v="25" actId="20577"/>
          <ac:spMkLst>
            <pc:docMk/>
            <pc:sldMk cId="1313580258" sldId="4044"/>
            <ac:spMk id="3" creationId="{E303F832-A0D8-4E61-A7C4-B3015B3AADCE}"/>
          </ac:spMkLst>
        </pc:spChg>
        <pc:graphicFrameChg chg="modGraphic">
          <ac:chgData name="Lal, Harshita" userId="e573156b-5431-42dd-8837-da3cd2646097" providerId="ADAL" clId="{4A476B8B-C296-41F0-9DE3-FD42D7AEC8C0}" dt="2022-06-30T10:19:04.921" v="709" actId="20577"/>
          <ac:graphicFrameMkLst>
            <pc:docMk/>
            <pc:sldMk cId="1313580258" sldId="4044"/>
            <ac:graphicFrameMk id="4" creationId="{0D3E0BFC-B3EC-4D3D-96B4-A257FC0B1C11}"/>
          </ac:graphicFrameMkLst>
        </pc:graphicFrameChg>
      </pc:sldChg>
      <pc:sldChg chg="add">
        <pc:chgData name="Lal, Harshita" userId="e573156b-5431-42dd-8837-da3cd2646097" providerId="ADAL" clId="{4A476B8B-C296-41F0-9DE3-FD42D7AEC8C0}" dt="2022-07-01T12:39:41.155" v="710"/>
        <pc:sldMkLst>
          <pc:docMk/>
          <pc:sldMk cId="2840196612" sldId="6189"/>
        </pc:sldMkLst>
      </pc:sldChg>
      <pc:sldChg chg="add del">
        <pc:chgData name="Lal, Harshita" userId="e573156b-5431-42dd-8837-da3cd2646097" providerId="ADAL" clId="{4A476B8B-C296-41F0-9DE3-FD42D7AEC8C0}" dt="2022-07-01T12:40:20.094" v="712" actId="47"/>
        <pc:sldMkLst>
          <pc:docMk/>
          <pc:sldMk cId="2690152228" sldId="6190"/>
        </pc:sldMkLst>
      </pc:sldChg>
    </pc:docChg>
  </pc:docChgLst>
  <pc:docChgLst>
    <pc:chgData name="Kalagara, Vijaya" userId="b66aa0f1-1604-4161-b753-4146846484c3" providerId="ADAL" clId="{3FECF51C-0821-48A8-AD0F-49F3B4FB252E}"/>
    <pc:docChg chg="undo custSel addSld modSld">
      <pc:chgData name="Kalagara, Vijaya" userId="b66aa0f1-1604-4161-b753-4146846484c3" providerId="ADAL" clId="{3FECF51C-0821-48A8-AD0F-49F3B4FB252E}" dt="2022-07-02T15:25:15.514" v="962"/>
      <pc:docMkLst>
        <pc:docMk/>
      </pc:docMkLst>
      <pc:sldChg chg="addSp delSp modSp mod">
        <pc:chgData name="Kalagara, Vijaya" userId="b66aa0f1-1604-4161-b753-4146846484c3" providerId="ADAL" clId="{3FECF51C-0821-48A8-AD0F-49F3B4FB252E}" dt="2022-06-30T18:31:01.834" v="961" actId="1076"/>
        <pc:sldMkLst>
          <pc:docMk/>
          <pc:sldMk cId="3927171300" sldId="4013"/>
        </pc:sldMkLst>
        <pc:spChg chg="mod">
          <ac:chgData name="Kalagara, Vijaya" userId="b66aa0f1-1604-4161-b753-4146846484c3" providerId="ADAL" clId="{3FECF51C-0821-48A8-AD0F-49F3B4FB252E}" dt="2022-06-30T18:31:01.834" v="961" actId="1076"/>
          <ac:spMkLst>
            <pc:docMk/>
            <pc:sldMk cId="3927171300" sldId="4013"/>
            <ac:spMk id="2" creationId="{05A405A3-621C-4564-993A-53E173F512C0}"/>
          </ac:spMkLst>
        </pc:spChg>
        <pc:spChg chg="del mod">
          <ac:chgData name="Kalagara, Vijaya" userId="b66aa0f1-1604-4161-b753-4146846484c3" providerId="ADAL" clId="{3FECF51C-0821-48A8-AD0F-49F3B4FB252E}" dt="2022-06-30T18:23:38.088" v="673" actId="478"/>
          <ac:spMkLst>
            <pc:docMk/>
            <pc:sldMk cId="3927171300" sldId="4013"/>
            <ac:spMk id="3" creationId="{386AE64B-36DB-4320-92CA-4D16341ACA17}"/>
          </ac:spMkLst>
        </pc:spChg>
        <pc:spChg chg="add mod">
          <ac:chgData name="Kalagara, Vijaya" userId="b66aa0f1-1604-4161-b753-4146846484c3" providerId="ADAL" clId="{3FECF51C-0821-48A8-AD0F-49F3B4FB252E}" dt="2022-06-30T18:30:07.365" v="943" actId="1037"/>
          <ac:spMkLst>
            <pc:docMk/>
            <pc:sldMk cId="3927171300" sldId="4013"/>
            <ac:spMk id="4" creationId="{D0BF93CC-E167-47C3-92B9-3C6C3A88A5C9}"/>
          </ac:spMkLst>
        </pc:spChg>
        <pc:spChg chg="add mod">
          <ac:chgData name="Kalagara, Vijaya" userId="b66aa0f1-1604-4161-b753-4146846484c3" providerId="ADAL" clId="{3FECF51C-0821-48A8-AD0F-49F3B4FB252E}" dt="2022-06-30T18:30:25.009" v="944" actId="552"/>
          <ac:spMkLst>
            <pc:docMk/>
            <pc:sldMk cId="3927171300" sldId="4013"/>
            <ac:spMk id="5" creationId="{D6A6926D-8B96-4BAB-B0AE-943EB1C92173}"/>
          </ac:spMkLst>
        </pc:spChg>
        <pc:spChg chg="add mod">
          <ac:chgData name="Kalagara, Vijaya" userId="b66aa0f1-1604-4161-b753-4146846484c3" providerId="ADAL" clId="{3FECF51C-0821-48A8-AD0F-49F3B4FB252E}" dt="2022-06-30T18:30:25.009" v="944" actId="552"/>
          <ac:spMkLst>
            <pc:docMk/>
            <pc:sldMk cId="3927171300" sldId="4013"/>
            <ac:spMk id="6" creationId="{2E75E86C-36E0-46D3-AC51-99C9ED0A46B9}"/>
          </ac:spMkLst>
        </pc:spChg>
        <pc:spChg chg="mod">
          <ac:chgData name="Kalagara, Vijaya" userId="b66aa0f1-1604-4161-b753-4146846484c3" providerId="ADAL" clId="{3FECF51C-0821-48A8-AD0F-49F3B4FB252E}" dt="2022-06-30T18:19:27.607" v="1" actId="2711"/>
          <ac:spMkLst>
            <pc:docMk/>
            <pc:sldMk cId="3927171300" sldId="4013"/>
            <ac:spMk id="8" creationId="{687B7441-0BF7-45CE-8C48-D7BD94D38924}"/>
          </ac:spMkLst>
        </pc:spChg>
        <pc:spChg chg="mod">
          <ac:chgData name="Kalagara, Vijaya" userId="b66aa0f1-1604-4161-b753-4146846484c3" providerId="ADAL" clId="{3FECF51C-0821-48A8-AD0F-49F3B4FB252E}" dt="2022-06-30T18:19:27.607" v="1" actId="2711"/>
          <ac:spMkLst>
            <pc:docMk/>
            <pc:sldMk cId="3927171300" sldId="4013"/>
            <ac:spMk id="9" creationId="{92D74010-8137-485B-BBB1-3E7CC9892610}"/>
          </ac:spMkLst>
        </pc:spChg>
        <pc:spChg chg="mod">
          <ac:chgData name="Kalagara, Vijaya" userId="b66aa0f1-1604-4161-b753-4146846484c3" providerId="ADAL" clId="{3FECF51C-0821-48A8-AD0F-49F3B4FB252E}" dt="2022-06-30T18:19:27.607" v="1" actId="2711"/>
          <ac:spMkLst>
            <pc:docMk/>
            <pc:sldMk cId="3927171300" sldId="4013"/>
            <ac:spMk id="10" creationId="{3DA8E873-C750-4B19-B493-4852A5E11138}"/>
          </ac:spMkLst>
        </pc:spChg>
        <pc:spChg chg="mod">
          <ac:chgData name="Kalagara, Vijaya" userId="b66aa0f1-1604-4161-b753-4146846484c3" providerId="ADAL" clId="{3FECF51C-0821-48A8-AD0F-49F3B4FB252E}" dt="2022-06-30T18:19:27.607" v="1" actId="2711"/>
          <ac:spMkLst>
            <pc:docMk/>
            <pc:sldMk cId="3927171300" sldId="4013"/>
            <ac:spMk id="11" creationId="{814BB57A-6AD3-42B2-BF73-8955D5C6800B}"/>
          </ac:spMkLst>
        </pc:spChg>
        <pc:spChg chg="mod">
          <ac:chgData name="Kalagara, Vijaya" userId="b66aa0f1-1604-4161-b753-4146846484c3" providerId="ADAL" clId="{3FECF51C-0821-48A8-AD0F-49F3B4FB252E}" dt="2022-06-30T18:18:58.395" v="0"/>
          <ac:spMkLst>
            <pc:docMk/>
            <pc:sldMk cId="3927171300" sldId="4013"/>
            <ac:spMk id="12" creationId="{E38513C7-69FF-425C-B73C-D25F853D1A8A}"/>
          </ac:spMkLst>
        </pc:spChg>
        <pc:spChg chg="mod">
          <ac:chgData name="Kalagara, Vijaya" userId="b66aa0f1-1604-4161-b753-4146846484c3" providerId="ADAL" clId="{3FECF51C-0821-48A8-AD0F-49F3B4FB252E}" dt="2022-06-30T18:18:58.395" v="0"/>
          <ac:spMkLst>
            <pc:docMk/>
            <pc:sldMk cId="3927171300" sldId="4013"/>
            <ac:spMk id="13" creationId="{DF489B05-75F1-4555-B187-BA96BDA34E35}"/>
          </ac:spMkLst>
        </pc:spChg>
        <pc:spChg chg="mod">
          <ac:chgData name="Kalagara, Vijaya" userId="b66aa0f1-1604-4161-b753-4146846484c3" providerId="ADAL" clId="{3FECF51C-0821-48A8-AD0F-49F3B4FB252E}" dt="2022-06-30T18:18:58.395" v="0"/>
          <ac:spMkLst>
            <pc:docMk/>
            <pc:sldMk cId="3927171300" sldId="4013"/>
            <ac:spMk id="14" creationId="{5003D762-C4A6-452D-96EC-5B03D04D04CA}"/>
          </ac:spMkLst>
        </pc:spChg>
        <pc:spChg chg="mod">
          <ac:chgData name="Kalagara, Vijaya" userId="b66aa0f1-1604-4161-b753-4146846484c3" providerId="ADAL" clId="{3FECF51C-0821-48A8-AD0F-49F3B4FB252E}" dt="2022-06-30T18:18:58.395" v="0"/>
          <ac:spMkLst>
            <pc:docMk/>
            <pc:sldMk cId="3927171300" sldId="4013"/>
            <ac:spMk id="15" creationId="{7FE6B2C8-3E54-42B0-B628-BC04888560FE}"/>
          </ac:spMkLst>
        </pc:spChg>
        <pc:spChg chg="mod">
          <ac:chgData name="Kalagara, Vijaya" userId="b66aa0f1-1604-4161-b753-4146846484c3" providerId="ADAL" clId="{3FECF51C-0821-48A8-AD0F-49F3B4FB252E}" dt="2022-06-30T18:19:27.607" v="1" actId="2711"/>
          <ac:spMkLst>
            <pc:docMk/>
            <pc:sldMk cId="3927171300" sldId="4013"/>
            <ac:spMk id="16" creationId="{8A12C2C0-CE0A-48FD-B526-BDD3952DD2FD}"/>
          </ac:spMkLst>
        </pc:spChg>
        <pc:spChg chg="mod">
          <ac:chgData name="Kalagara, Vijaya" userId="b66aa0f1-1604-4161-b753-4146846484c3" providerId="ADAL" clId="{3FECF51C-0821-48A8-AD0F-49F3B4FB252E}" dt="2022-06-30T18:27:55.091" v="817" actId="20577"/>
          <ac:spMkLst>
            <pc:docMk/>
            <pc:sldMk cId="3927171300" sldId="4013"/>
            <ac:spMk id="17" creationId="{1689BE5B-8531-40AD-9D65-0E809C23C2FA}"/>
          </ac:spMkLst>
        </pc:spChg>
        <pc:spChg chg="mod">
          <ac:chgData name="Kalagara, Vijaya" userId="b66aa0f1-1604-4161-b753-4146846484c3" providerId="ADAL" clId="{3FECF51C-0821-48A8-AD0F-49F3B4FB252E}" dt="2022-06-30T18:30:46.344" v="960" actId="20577"/>
          <ac:spMkLst>
            <pc:docMk/>
            <pc:sldMk cId="3927171300" sldId="4013"/>
            <ac:spMk id="18" creationId="{79189119-1BC9-4402-96C3-9DD7944AAA15}"/>
          </ac:spMkLst>
        </pc:spChg>
        <pc:spChg chg="mod">
          <ac:chgData name="Kalagara, Vijaya" userId="b66aa0f1-1604-4161-b753-4146846484c3" providerId="ADAL" clId="{3FECF51C-0821-48A8-AD0F-49F3B4FB252E}" dt="2022-06-30T18:29:06.605" v="913" actId="20577"/>
          <ac:spMkLst>
            <pc:docMk/>
            <pc:sldMk cId="3927171300" sldId="4013"/>
            <ac:spMk id="19" creationId="{639A2E73-8353-4BEA-888C-7A1139769A5D}"/>
          </ac:spMkLst>
        </pc:spChg>
        <pc:spChg chg="mod">
          <ac:chgData name="Kalagara, Vijaya" userId="b66aa0f1-1604-4161-b753-4146846484c3" providerId="ADAL" clId="{3FECF51C-0821-48A8-AD0F-49F3B4FB252E}" dt="2022-06-30T18:28:32.268" v="889" actId="20577"/>
          <ac:spMkLst>
            <pc:docMk/>
            <pc:sldMk cId="3927171300" sldId="4013"/>
            <ac:spMk id="20" creationId="{66A25919-3479-4430-AB4D-B48788298A88}"/>
          </ac:spMkLst>
        </pc:spChg>
        <pc:spChg chg="mod">
          <ac:chgData name="Kalagara, Vijaya" userId="b66aa0f1-1604-4161-b753-4146846484c3" providerId="ADAL" clId="{3FECF51C-0821-48A8-AD0F-49F3B4FB252E}" dt="2022-06-30T18:19:27.607" v="1" actId="2711"/>
          <ac:spMkLst>
            <pc:docMk/>
            <pc:sldMk cId="3927171300" sldId="4013"/>
            <ac:spMk id="21" creationId="{417F3D3D-4EEB-4922-B2B6-7D2BE1E1DDBC}"/>
          </ac:spMkLst>
        </pc:spChg>
        <pc:spChg chg="mod">
          <ac:chgData name="Kalagara, Vijaya" userId="b66aa0f1-1604-4161-b753-4146846484c3" providerId="ADAL" clId="{3FECF51C-0821-48A8-AD0F-49F3B4FB252E}" dt="2022-06-30T18:19:27.607" v="1" actId="2711"/>
          <ac:spMkLst>
            <pc:docMk/>
            <pc:sldMk cId="3927171300" sldId="4013"/>
            <ac:spMk id="22" creationId="{BFE86D9F-1725-471F-9F77-DCFE6659B210}"/>
          </ac:spMkLst>
        </pc:spChg>
        <pc:spChg chg="mod">
          <ac:chgData name="Kalagara, Vijaya" userId="b66aa0f1-1604-4161-b753-4146846484c3" providerId="ADAL" clId="{3FECF51C-0821-48A8-AD0F-49F3B4FB252E}" dt="2022-06-30T18:19:27.607" v="1" actId="2711"/>
          <ac:spMkLst>
            <pc:docMk/>
            <pc:sldMk cId="3927171300" sldId="4013"/>
            <ac:spMk id="23" creationId="{F94D94B8-99DE-4EF6-814A-617155C53C4F}"/>
          </ac:spMkLst>
        </pc:spChg>
        <pc:spChg chg="mod">
          <ac:chgData name="Kalagara, Vijaya" userId="b66aa0f1-1604-4161-b753-4146846484c3" providerId="ADAL" clId="{3FECF51C-0821-48A8-AD0F-49F3B4FB252E}" dt="2022-06-30T18:19:27.607" v="1" actId="2711"/>
          <ac:spMkLst>
            <pc:docMk/>
            <pc:sldMk cId="3927171300" sldId="4013"/>
            <ac:spMk id="24" creationId="{7DE8ED9A-34CF-4DEC-A869-01643A334A57}"/>
          </ac:spMkLst>
        </pc:spChg>
        <pc:spChg chg="mod">
          <ac:chgData name="Kalagara, Vijaya" userId="b66aa0f1-1604-4161-b753-4146846484c3" providerId="ADAL" clId="{3FECF51C-0821-48A8-AD0F-49F3B4FB252E}" dt="2022-06-30T18:19:27.607" v="1" actId="2711"/>
          <ac:spMkLst>
            <pc:docMk/>
            <pc:sldMk cId="3927171300" sldId="4013"/>
            <ac:spMk id="25" creationId="{E4A3DBCA-7B3D-4386-814D-58B7DF1159E2}"/>
          </ac:spMkLst>
        </pc:spChg>
        <pc:spChg chg="mod">
          <ac:chgData name="Kalagara, Vijaya" userId="b66aa0f1-1604-4161-b753-4146846484c3" providerId="ADAL" clId="{3FECF51C-0821-48A8-AD0F-49F3B4FB252E}" dt="2022-06-30T18:19:27.607" v="1" actId="2711"/>
          <ac:spMkLst>
            <pc:docMk/>
            <pc:sldMk cId="3927171300" sldId="4013"/>
            <ac:spMk id="26" creationId="{6E4DA83E-E552-4E1F-8253-2E43A502F504}"/>
          </ac:spMkLst>
        </pc:spChg>
        <pc:spChg chg="add mod">
          <ac:chgData name="Kalagara, Vijaya" userId="b66aa0f1-1604-4161-b753-4146846484c3" providerId="ADAL" clId="{3FECF51C-0821-48A8-AD0F-49F3B4FB252E}" dt="2022-06-30T18:30:07.365" v="943" actId="1037"/>
          <ac:spMkLst>
            <pc:docMk/>
            <pc:sldMk cId="3927171300" sldId="4013"/>
            <ac:spMk id="27" creationId="{9043B505-3236-4AAC-9606-56682CBE3021}"/>
          </ac:spMkLst>
        </pc:spChg>
        <pc:grpChg chg="add mod">
          <ac:chgData name="Kalagara, Vijaya" userId="b66aa0f1-1604-4161-b753-4146846484c3" providerId="ADAL" clId="{3FECF51C-0821-48A8-AD0F-49F3B4FB252E}" dt="2022-06-30T18:21:13.151" v="73" actId="1035"/>
          <ac:grpSpMkLst>
            <pc:docMk/>
            <pc:sldMk cId="3927171300" sldId="4013"/>
            <ac:grpSpMk id="7" creationId="{30DCEA9C-0A13-49B9-8039-668AC71B3AD3}"/>
          </ac:grpSpMkLst>
        </pc:grpChg>
      </pc:sldChg>
      <pc:sldChg chg="add">
        <pc:chgData name="Kalagara, Vijaya" userId="b66aa0f1-1604-4161-b753-4146846484c3" providerId="ADAL" clId="{3FECF51C-0821-48A8-AD0F-49F3B4FB252E}" dt="2022-07-02T15:25:15.514" v="962"/>
        <pc:sldMkLst>
          <pc:docMk/>
          <pc:sldMk cId="166138906" sldId="6201"/>
        </pc:sldMkLst>
      </pc:sldChg>
    </pc:docChg>
  </pc:docChgLst>
  <pc:docChgLst>
    <pc:chgData name="Mukherjee, Shouvik" userId="S::shomukherjee@deloitte.com::8a0946e8-3a6b-4d5c-947d-73f4cd578335" providerId="AD" clId="Web-{8FB4D27A-CCAD-4CCB-B311-158A0DE5DBCF}"/>
    <pc:docChg chg="modSld">
      <pc:chgData name="Mukherjee, Shouvik" userId="S::shomukherjee@deloitte.com::8a0946e8-3a6b-4d5c-947d-73f4cd578335" providerId="AD" clId="Web-{8FB4D27A-CCAD-4CCB-B311-158A0DE5DBCF}" dt="2023-08-08T05:42:35.429" v="9" actId="20577"/>
      <pc:docMkLst>
        <pc:docMk/>
      </pc:docMkLst>
      <pc:sldChg chg="modSp">
        <pc:chgData name="Mukherjee, Shouvik" userId="S::shomukherjee@deloitte.com::8a0946e8-3a6b-4d5c-947d-73f4cd578335" providerId="AD" clId="Web-{8FB4D27A-CCAD-4CCB-B311-158A0DE5DBCF}" dt="2023-08-08T05:42:35.429" v="9" actId="20577"/>
        <pc:sldMkLst>
          <pc:docMk/>
          <pc:sldMk cId="1663662808" sldId="3884"/>
        </pc:sldMkLst>
        <pc:spChg chg="mod">
          <ac:chgData name="Mukherjee, Shouvik" userId="S::shomukherjee@deloitte.com::8a0946e8-3a6b-4d5c-947d-73f4cd578335" providerId="AD" clId="Web-{8FB4D27A-CCAD-4CCB-B311-158A0DE5DBCF}" dt="2023-08-08T05:35:17.560" v="3" actId="20577"/>
          <ac:spMkLst>
            <pc:docMk/>
            <pc:sldMk cId="1663662808" sldId="3884"/>
            <ac:spMk id="154" creationId="{899CE587-748A-4879-B23C-415422A481FC}"/>
          </ac:spMkLst>
        </pc:spChg>
        <pc:spChg chg="mod">
          <ac:chgData name="Mukherjee, Shouvik" userId="S::shomukherjee@deloitte.com::8a0946e8-3a6b-4d5c-947d-73f4cd578335" providerId="AD" clId="Web-{8FB4D27A-CCAD-4CCB-B311-158A0DE5DBCF}" dt="2023-08-08T05:37:21.172" v="7" actId="20577"/>
          <ac:spMkLst>
            <pc:docMk/>
            <pc:sldMk cId="1663662808" sldId="3884"/>
            <ac:spMk id="170" creationId="{DAC9575C-2558-45CE-B61B-DC048B2255E0}"/>
          </ac:spMkLst>
        </pc:spChg>
        <pc:spChg chg="mod">
          <ac:chgData name="Mukherjee, Shouvik" userId="S::shomukherjee@deloitte.com::8a0946e8-3a6b-4d5c-947d-73f4cd578335" providerId="AD" clId="Web-{8FB4D27A-CCAD-4CCB-B311-158A0DE5DBCF}" dt="2023-08-08T05:42:35.429" v="9" actId="20577"/>
          <ac:spMkLst>
            <pc:docMk/>
            <pc:sldMk cId="1663662808" sldId="3884"/>
            <ac:spMk id="182" creationId="{E880B4AB-1464-4565-B537-DBF816A8695B}"/>
          </ac:spMkLst>
        </pc:spChg>
      </pc:sldChg>
    </pc:docChg>
  </pc:docChgLst>
  <pc:docChgLst>
    <pc:chgData name="Banerjee, Rajeswar" userId="S::rajbanerjee@deloitte.com::b4ff5a26-7e17-4c5f-975b-d63f3f91df5b" providerId="AD" clId="Web-{BB799C5F-5A63-4FBD-AF72-7011A5721A5D}"/>
    <pc:docChg chg="modSld">
      <pc:chgData name="Banerjee, Rajeswar" userId="S::rajbanerjee@deloitte.com::b4ff5a26-7e17-4c5f-975b-d63f3f91df5b" providerId="AD" clId="Web-{BB799C5F-5A63-4FBD-AF72-7011A5721A5D}" dt="2022-07-01T05:58:12.295" v="3"/>
      <pc:docMkLst>
        <pc:docMk/>
      </pc:docMkLst>
      <pc:sldChg chg="addSp delSp modSp">
        <pc:chgData name="Banerjee, Rajeswar" userId="S::rajbanerjee@deloitte.com::b4ff5a26-7e17-4c5f-975b-d63f3f91df5b" providerId="AD" clId="Web-{BB799C5F-5A63-4FBD-AF72-7011A5721A5D}" dt="2022-07-01T05:57:57.357" v="1"/>
        <pc:sldMkLst>
          <pc:docMk/>
          <pc:sldMk cId="1583769314" sldId="4027"/>
        </pc:sldMkLst>
        <pc:picChg chg="add del mod">
          <ac:chgData name="Banerjee, Rajeswar" userId="S::rajbanerjee@deloitte.com::b4ff5a26-7e17-4c5f-975b-d63f3f91df5b" providerId="AD" clId="Web-{BB799C5F-5A63-4FBD-AF72-7011A5721A5D}" dt="2022-07-01T05:57:57.357" v="1"/>
          <ac:picMkLst>
            <pc:docMk/>
            <pc:sldMk cId="1583769314" sldId="4027"/>
            <ac:picMk id="4" creationId="{D021BE14-5DAC-0512-EEF3-B242DA95009F}"/>
          </ac:picMkLst>
        </pc:picChg>
      </pc:sldChg>
      <pc:sldChg chg="addSp delSp modSp">
        <pc:chgData name="Banerjee, Rajeswar" userId="S::rajbanerjee@deloitte.com::b4ff5a26-7e17-4c5f-975b-d63f3f91df5b" providerId="AD" clId="Web-{BB799C5F-5A63-4FBD-AF72-7011A5721A5D}" dt="2022-07-01T05:58:12.295" v="3"/>
        <pc:sldMkLst>
          <pc:docMk/>
          <pc:sldMk cId="1313580258" sldId="4044"/>
        </pc:sldMkLst>
        <pc:picChg chg="add del mod">
          <ac:chgData name="Banerjee, Rajeswar" userId="S::rajbanerjee@deloitte.com::b4ff5a26-7e17-4c5f-975b-d63f3f91df5b" providerId="AD" clId="Web-{BB799C5F-5A63-4FBD-AF72-7011A5721A5D}" dt="2022-07-01T05:58:12.295" v="3"/>
          <ac:picMkLst>
            <pc:docMk/>
            <pc:sldMk cId="1313580258" sldId="4044"/>
            <ac:picMk id="5" creationId="{6006EF7B-38C1-0CA7-18D8-909430C27F6B}"/>
          </ac:picMkLst>
        </pc:picChg>
      </pc:sldChg>
    </pc:docChg>
  </pc:docChgLst>
  <pc:docChgLst>
    <pc:chgData name="Mitra, Sayan" userId="5f9b069e-390c-41f3-af3f-6bd4b0fb9710" providerId="ADAL" clId="{647E24AC-35EE-4E88-9E74-D7A0D750E0B9}"/>
    <pc:docChg chg="undo custSel addSld delSld modSld sldOrd modSection">
      <pc:chgData name="Mitra, Sayan" userId="5f9b069e-390c-41f3-af3f-6bd4b0fb9710" providerId="ADAL" clId="{647E24AC-35EE-4E88-9E74-D7A0D750E0B9}" dt="2023-08-08T17:11:07.214" v="603"/>
      <pc:docMkLst>
        <pc:docMk/>
      </pc:docMkLst>
      <pc:sldChg chg="modSp add del mod ord">
        <pc:chgData name="Mitra, Sayan" userId="5f9b069e-390c-41f3-af3f-6bd4b0fb9710" providerId="ADAL" clId="{647E24AC-35EE-4E88-9E74-D7A0D750E0B9}" dt="2023-08-08T15:24:06.958" v="361" actId="47"/>
        <pc:sldMkLst>
          <pc:docMk/>
          <pc:sldMk cId="3297094328" sldId="632"/>
        </pc:sldMkLst>
        <pc:spChg chg="mod">
          <ac:chgData name="Mitra, Sayan" userId="5f9b069e-390c-41f3-af3f-6bd4b0fb9710" providerId="ADAL" clId="{647E24AC-35EE-4E88-9E74-D7A0D750E0B9}" dt="2023-08-08T15:23:55.424" v="359"/>
          <ac:spMkLst>
            <pc:docMk/>
            <pc:sldMk cId="3297094328" sldId="632"/>
            <ac:spMk id="4" creationId="{00000000-0000-0000-0000-000000000000}"/>
          </ac:spMkLst>
        </pc:spChg>
        <pc:spChg chg="mod">
          <ac:chgData name="Mitra, Sayan" userId="5f9b069e-390c-41f3-af3f-6bd4b0fb9710" providerId="ADAL" clId="{647E24AC-35EE-4E88-9E74-D7A0D750E0B9}" dt="2023-08-08T15:23:55.088" v="349" actId="20577"/>
          <ac:spMkLst>
            <pc:docMk/>
            <pc:sldMk cId="3297094328" sldId="632"/>
            <ac:spMk id="5" creationId="{00000000-0000-0000-0000-000000000000}"/>
          </ac:spMkLst>
        </pc:spChg>
      </pc:sldChg>
      <pc:sldChg chg="add del">
        <pc:chgData name="Mitra, Sayan" userId="5f9b069e-390c-41f3-af3f-6bd4b0fb9710" providerId="ADAL" clId="{647E24AC-35EE-4E88-9E74-D7A0D750E0B9}" dt="2023-08-08T15:24:29.214" v="362" actId="47"/>
        <pc:sldMkLst>
          <pc:docMk/>
          <pc:sldMk cId="3252775219" sldId="873"/>
        </pc:sldMkLst>
      </pc:sldChg>
      <pc:sldChg chg="del">
        <pc:chgData name="Mitra, Sayan" userId="5f9b069e-390c-41f3-af3f-6bd4b0fb9710" providerId="ADAL" clId="{647E24AC-35EE-4E88-9E74-D7A0D750E0B9}" dt="2023-08-08T15:37:53.705" v="454" actId="47"/>
        <pc:sldMkLst>
          <pc:docMk/>
          <pc:sldMk cId="289173355" sldId="954"/>
        </pc:sldMkLst>
      </pc:sldChg>
      <pc:sldChg chg="add del">
        <pc:chgData name="Mitra, Sayan" userId="5f9b069e-390c-41f3-af3f-6bd4b0fb9710" providerId="ADAL" clId="{647E24AC-35EE-4E88-9E74-D7A0D750E0B9}" dt="2023-08-08T15:24:29.214" v="362" actId="47"/>
        <pc:sldMkLst>
          <pc:docMk/>
          <pc:sldMk cId="1007563492" sldId="1088"/>
        </pc:sldMkLst>
      </pc:sldChg>
      <pc:sldChg chg="add del">
        <pc:chgData name="Mitra, Sayan" userId="5f9b069e-390c-41f3-af3f-6bd4b0fb9710" providerId="ADAL" clId="{647E24AC-35EE-4E88-9E74-D7A0D750E0B9}" dt="2023-08-08T15:24:29.214" v="362" actId="47"/>
        <pc:sldMkLst>
          <pc:docMk/>
          <pc:sldMk cId="3889754949" sldId="1118"/>
        </pc:sldMkLst>
      </pc:sldChg>
      <pc:sldChg chg="ord">
        <pc:chgData name="Mitra, Sayan" userId="5f9b069e-390c-41f3-af3f-6bd4b0fb9710" providerId="ADAL" clId="{647E24AC-35EE-4E88-9E74-D7A0D750E0B9}" dt="2023-08-08T15:24:57.468" v="364"/>
        <pc:sldMkLst>
          <pc:docMk/>
          <pc:sldMk cId="3289463127" sldId="1137"/>
        </pc:sldMkLst>
      </pc:sldChg>
      <pc:sldChg chg="add del">
        <pc:chgData name="Mitra, Sayan" userId="5f9b069e-390c-41f3-af3f-6bd4b0fb9710" providerId="ADAL" clId="{647E24AC-35EE-4E88-9E74-D7A0D750E0B9}" dt="2023-08-08T15:24:29.214" v="362" actId="47"/>
        <pc:sldMkLst>
          <pc:docMk/>
          <pc:sldMk cId="3607992038" sldId="1141"/>
        </pc:sldMkLst>
      </pc:sldChg>
      <pc:sldChg chg="add del">
        <pc:chgData name="Mitra, Sayan" userId="5f9b069e-390c-41f3-af3f-6bd4b0fb9710" providerId="ADAL" clId="{647E24AC-35EE-4E88-9E74-D7A0D750E0B9}" dt="2023-08-08T15:24:29.214" v="362" actId="47"/>
        <pc:sldMkLst>
          <pc:docMk/>
          <pc:sldMk cId="4131999658" sldId="1143"/>
        </pc:sldMkLst>
      </pc:sldChg>
      <pc:sldChg chg="add del">
        <pc:chgData name="Mitra, Sayan" userId="5f9b069e-390c-41f3-af3f-6bd4b0fb9710" providerId="ADAL" clId="{647E24AC-35EE-4E88-9E74-D7A0D750E0B9}" dt="2023-08-08T15:24:06.958" v="361" actId="47"/>
        <pc:sldMkLst>
          <pc:docMk/>
          <pc:sldMk cId="1047368351" sldId="1151"/>
        </pc:sldMkLst>
      </pc:sldChg>
      <pc:sldChg chg="add del">
        <pc:chgData name="Mitra, Sayan" userId="5f9b069e-390c-41f3-af3f-6bd4b0fb9710" providerId="ADAL" clId="{647E24AC-35EE-4E88-9E74-D7A0D750E0B9}" dt="2023-08-08T15:24:06.958" v="361" actId="47"/>
        <pc:sldMkLst>
          <pc:docMk/>
          <pc:sldMk cId="1642255951" sldId="1166"/>
        </pc:sldMkLst>
      </pc:sldChg>
      <pc:sldChg chg="add del">
        <pc:chgData name="Mitra, Sayan" userId="5f9b069e-390c-41f3-af3f-6bd4b0fb9710" providerId="ADAL" clId="{647E24AC-35EE-4E88-9E74-D7A0D750E0B9}" dt="2023-08-08T15:24:29.214" v="362" actId="47"/>
        <pc:sldMkLst>
          <pc:docMk/>
          <pc:sldMk cId="2285134620" sldId="1180"/>
        </pc:sldMkLst>
      </pc:sldChg>
      <pc:sldChg chg="add del">
        <pc:chgData name="Mitra, Sayan" userId="5f9b069e-390c-41f3-af3f-6bd4b0fb9710" providerId="ADAL" clId="{647E24AC-35EE-4E88-9E74-D7A0D750E0B9}" dt="2023-08-08T15:24:29.214" v="362" actId="47"/>
        <pc:sldMkLst>
          <pc:docMk/>
          <pc:sldMk cId="1021515405" sldId="1183"/>
        </pc:sldMkLst>
      </pc:sldChg>
      <pc:sldChg chg="add del">
        <pc:chgData name="Mitra, Sayan" userId="5f9b069e-390c-41f3-af3f-6bd4b0fb9710" providerId="ADAL" clId="{647E24AC-35EE-4E88-9E74-D7A0D750E0B9}" dt="2023-08-08T15:24:06.958" v="361" actId="47"/>
        <pc:sldMkLst>
          <pc:docMk/>
          <pc:sldMk cId="2129874533" sldId="1184"/>
        </pc:sldMkLst>
      </pc:sldChg>
      <pc:sldChg chg="add del">
        <pc:chgData name="Mitra, Sayan" userId="5f9b069e-390c-41f3-af3f-6bd4b0fb9710" providerId="ADAL" clId="{647E24AC-35EE-4E88-9E74-D7A0D750E0B9}" dt="2023-08-08T15:24:29.214" v="362" actId="47"/>
        <pc:sldMkLst>
          <pc:docMk/>
          <pc:sldMk cId="1521330990" sldId="1185"/>
        </pc:sldMkLst>
      </pc:sldChg>
      <pc:sldChg chg="add del">
        <pc:chgData name="Mitra, Sayan" userId="5f9b069e-390c-41f3-af3f-6bd4b0fb9710" providerId="ADAL" clId="{647E24AC-35EE-4E88-9E74-D7A0D750E0B9}" dt="2023-08-08T15:24:29.214" v="362" actId="47"/>
        <pc:sldMkLst>
          <pc:docMk/>
          <pc:sldMk cId="3568709988" sldId="1189"/>
        </pc:sldMkLst>
      </pc:sldChg>
      <pc:sldChg chg="add del">
        <pc:chgData name="Mitra, Sayan" userId="5f9b069e-390c-41f3-af3f-6bd4b0fb9710" providerId="ADAL" clId="{647E24AC-35EE-4E88-9E74-D7A0D750E0B9}" dt="2023-08-08T15:24:29.214" v="362" actId="47"/>
        <pc:sldMkLst>
          <pc:docMk/>
          <pc:sldMk cId="3780569401" sldId="1204"/>
        </pc:sldMkLst>
      </pc:sldChg>
      <pc:sldChg chg="add del">
        <pc:chgData name="Mitra, Sayan" userId="5f9b069e-390c-41f3-af3f-6bd4b0fb9710" providerId="ADAL" clId="{647E24AC-35EE-4E88-9E74-D7A0D750E0B9}" dt="2023-08-08T15:24:29.214" v="362" actId="47"/>
        <pc:sldMkLst>
          <pc:docMk/>
          <pc:sldMk cId="951266732" sldId="1206"/>
        </pc:sldMkLst>
      </pc:sldChg>
      <pc:sldChg chg="add del">
        <pc:chgData name="Mitra, Sayan" userId="5f9b069e-390c-41f3-af3f-6bd4b0fb9710" providerId="ADAL" clId="{647E24AC-35EE-4E88-9E74-D7A0D750E0B9}" dt="2023-08-08T15:24:29.214" v="362" actId="47"/>
        <pc:sldMkLst>
          <pc:docMk/>
          <pc:sldMk cId="1302918160" sldId="1207"/>
        </pc:sldMkLst>
      </pc:sldChg>
      <pc:sldChg chg="add del">
        <pc:chgData name="Mitra, Sayan" userId="5f9b069e-390c-41f3-af3f-6bd4b0fb9710" providerId="ADAL" clId="{647E24AC-35EE-4E88-9E74-D7A0D750E0B9}" dt="2023-08-08T15:24:29.214" v="362" actId="47"/>
        <pc:sldMkLst>
          <pc:docMk/>
          <pc:sldMk cId="2870815350" sldId="1208"/>
        </pc:sldMkLst>
      </pc:sldChg>
      <pc:sldChg chg="add del">
        <pc:chgData name="Mitra, Sayan" userId="5f9b069e-390c-41f3-af3f-6bd4b0fb9710" providerId="ADAL" clId="{647E24AC-35EE-4E88-9E74-D7A0D750E0B9}" dt="2023-08-08T15:24:29.214" v="362" actId="47"/>
        <pc:sldMkLst>
          <pc:docMk/>
          <pc:sldMk cId="363481466" sldId="1209"/>
        </pc:sldMkLst>
      </pc:sldChg>
      <pc:sldChg chg="add del">
        <pc:chgData name="Mitra, Sayan" userId="5f9b069e-390c-41f3-af3f-6bd4b0fb9710" providerId="ADAL" clId="{647E24AC-35EE-4E88-9E74-D7A0D750E0B9}" dt="2023-08-08T15:24:29.214" v="362" actId="47"/>
        <pc:sldMkLst>
          <pc:docMk/>
          <pc:sldMk cId="844980305" sldId="1210"/>
        </pc:sldMkLst>
      </pc:sldChg>
      <pc:sldChg chg="add del">
        <pc:chgData name="Mitra, Sayan" userId="5f9b069e-390c-41f3-af3f-6bd4b0fb9710" providerId="ADAL" clId="{647E24AC-35EE-4E88-9E74-D7A0D750E0B9}" dt="2023-08-08T15:24:29.214" v="362" actId="47"/>
        <pc:sldMkLst>
          <pc:docMk/>
          <pc:sldMk cId="939320249" sldId="1227"/>
        </pc:sldMkLst>
      </pc:sldChg>
      <pc:sldChg chg="add del">
        <pc:chgData name="Mitra, Sayan" userId="5f9b069e-390c-41f3-af3f-6bd4b0fb9710" providerId="ADAL" clId="{647E24AC-35EE-4E88-9E74-D7A0D750E0B9}" dt="2023-08-08T15:24:29.214" v="362" actId="47"/>
        <pc:sldMkLst>
          <pc:docMk/>
          <pc:sldMk cId="2886586251" sldId="1238"/>
        </pc:sldMkLst>
      </pc:sldChg>
      <pc:sldChg chg="add del">
        <pc:chgData name="Mitra, Sayan" userId="5f9b069e-390c-41f3-af3f-6bd4b0fb9710" providerId="ADAL" clId="{647E24AC-35EE-4E88-9E74-D7A0D750E0B9}" dt="2023-08-08T15:24:29.214" v="362" actId="47"/>
        <pc:sldMkLst>
          <pc:docMk/>
          <pc:sldMk cId="1864922509" sldId="1241"/>
        </pc:sldMkLst>
      </pc:sldChg>
      <pc:sldChg chg="add del">
        <pc:chgData name="Mitra, Sayan" userId="5f9b069e-390c-41f3-af3f-6bd4b0fb9710" providerId="ADAL" clId="{647E24AC-35EE-4E88-9E74-D7A0D750E0B9}" dt="2023-08-08T15:24:29.214" v="362" actId="47"/>
        <pc:sldMkLst>
          <pc:docMk/>
          <pc:sldMk cId="3038103132" sldId="1242"/>
        </pc:sldMkLst>
      </pc:sldChg>
      <pc:sldChg chg="add del">
        <pc:chgData name="Mitra, Sayan" userId="5f9b069e-390c-41f3-af3f-6bd4b0fb9710" providerId="ADAL" clId="{647E24AC-35EE-4E88-9E74-D7A0D750E0B9}" dt="2023-08-08T15:24:29.214" v="362" actId="47"/>
        <pc:sldMkLst>
          <pc:docMk/>
          <pc:sldMk cId="3653340320" sldId="1244"/>
        </pc:sldMkLst>
      </pc:sldChg>
      <pc:sldChg chg="add del">
        <pc:chgData name="Mitra, Sayan" userId="5f9b069e-390c-41f3-af3f-6bd4b0fb9710" providerId="ADAL" clId="{647E24AC-35EE-4E88-9E74-D7A0D750E0B9}" dt="2023-08-08T15:24:29.214" v="362" actId="47"/>
        <pc:sldMkLst>
          <pc:docMk/>
          <pc:sldMk cId="2568563810" sldId="1246"/>
        </pc:sldMkLst>
      </pc:sldChg>
      <pc:sldChg chg="add del">
        <pc:chgData name="Mitra, Sayan" userId="5f9b069e-390c-41f3-af3f-6bd4b0fb9710" providerId="ADAL" clId="{647E24AC-35EE-4E88-9E74-D7A0D750E0B9}" dt="2023-08-08T15:24:29.214" v="362" actId="47"/>
        <pc:sldMkLst>
          <pc:docMk/>
          <pc:sldMk cId="946395677" sldId="1247"/>
        </pc:sldMkLst>
      </pc:sldChg>
      <pc:sldChg chg="add del">
        <pc:chgData name="Mitra, Sayan" userId="5f9b069e-390c-41f3-af3f-6bd4b0fb9710" providerId="ADAL" clId="{647E24AC-35EE-4E88-9E74-D7A0D750E0B9}" dt="2023-08-08T15:24:29.214" v="362" actId="47"/>
        <pc:sldMkLst>
          <pc:docMk/>
          <pc:sldMk cId="2515620799" sldId="1248"/>
        </pc:sldMkLst>
      </pc:sldChg>
      <pc:sldChg chg="add del">
        <pc:chgData name="Mitra, Sayan" userId="5f9b069e-390c-41f3-af3f-6bd4b0fb9710" providerId="ADAL" clId="{647E24AC-35EE-4E88-9E74-D7A0D750E0B9}" dt="2023-08-08T15:24:29.214" v="362" actId="47"/>
        <pc:sldMkLst>
          <pc:docMk/>
          <pc:sldMk cId="408136812" sldId="1249"/>
        </pc:sldMkLst>
      </pc:sldChg>
      <pc:sldChg chg="add del">
        <pc:chgData name="Mitra, Sayan" userId="5f9b069e-390c-41f3-af3f-6bd4b0fb9710" providerId="ADAL" clId="{647E24AC-35EE-4E88-9E74-D7A0D750E0B9}" dt="2023-08-08T15:24:29.214" v="362" actId="47"/>
        <pc:sldMkLst>
          <pc:docMk/>
          <pc:sldMk cId="3776421998" sldId="1250"/>
        </pc:sldMkLst>
      </pc:sldChg>
      <pc:sldChg chg="add del">
        <pc:chgData name="Mitra, Sayan" userId="5f9b069e-390c-41f3-af3f-6bd4b0fb9710" providerId="ADAL" clId="{647E24AC-35EE-4E88-9E74-D7A0D750E0B9}" dt="2023-08-08T15:24:29.214" v="362" actId="47"/>
        <pc:sldMkLst>
          <pc:docMk/>
          <pc:sldMk cId="2980503455" sldId="1251"/>
        </pc:sldMkLst>
      </pc:sldChg>
      <pc:sldChg chg="add del">
        <pc:chgData name="Mitra, Sayan" userId="5f9b069e-390c-41f3-af3f-6bd4b0fb9710" providerId="ADAL" clId="{647E24AC-35EE-4E88-9E74-D7A0D750E0B9}" dt="2023-08-08T15:24:29.214" v="362" actId="47"/>
        <pc:sldMkLst>
          <pc:docMk/>
          <pc:sldMk cId="2849590292" sldId="1253"/>
        </pc:sldMkLst>
      </pc:sldChg>
      <pc:sldChg chg="add del">
        <pc:chgData name="Mitra, Sayan" userId="5f9b069e-390c-41f3-af3f-6bd4b0fb9710" providerId="ADAL" clId="{647E24AC-35EE-4E88-9E74-D7A0D750E0B9}" dt="2023-08-08T15:24:29.214" v="362" actId="47"/>
        <pc:sldMkLst>
          <pc:docMk/>
          <pc:sldMk cId="3722198109" sldId="1259"/>
        </pc:sldMkLst>
      </pc:sldChg>
      <pc:sldChg chg="add del">
        <pc:chgData name="Mitra, Sayan" userId="5f9b069e-390c-41f3-af3f-6bd4b0fb9710" providerId="ADAL" clId="{647E24AC-35EE-4E88-9E74-D7A0D750E0B9}" dt="2023-08-08T15:24:29.214" v="362" actId="47"/>
        <pc:sldMkLst>
          <pc:docMk/>
          <pc:sldMk cId="1023326970" sldId="1260"/>
        </pc:sldMkLst>
      </pc:sldChg>
      <pc:sldChg chg="add del">
        <pc:chgData name="Mitra, Sayan" userId="5f9b069e-390c-41f3-af3f-6bd4b0fb9710" providerId="ADAL" clId="{647E24AC-35EE-4E88-9E74-D7A0D750E0B9}" dt="2023-08-08T15:24:29.214" v="362" actId="47"/>
        <pc:sldMkLst>
          <pc:docMk/>
          <pc:sldMk cId="223052174" sldId="1261"/>
        </pc:sldMkLst>
      </pc:sldChg>
      <pc:sldChg chg="add del">
        <pc:chgData name="Mitra, Sayan" userId="5f9b069e-390c-41f3-af3f-6bd4b0fb9710" providerId="ADAL" clId="{647E24AC-35EE-4E88-9E74-D7A0D750E0B9}" dt="2023-08-08T15:24:06.958" v="361" actId="47"/>
        <pc:sldMkLst>
          <pc:docMk/>
          <pc:sldMk cId="4061147662" sldId="1262"/>
        </pc:sldMkLst>
      </pc:sldChg>
      <pc:sldChg chg="add del">
        <pc:chgData name="Mitra, Sayan" userId="5f9b069e-390c-41f3-af3f-6bd4b0fb9710" providerId="ADAL" clId="{647E24AC-35EE-4E88-9E74-D7A0D750E0B9}" dt="2023-08-08T15:24:29.214" v="362" actId="47"/>
        <pc:sldMkLst>
          <pc:docMk/>
          <pc:sldMk cId="3009958806" sldId="1263"/>
        </pc:sldMkLst>
      </pc:sldChg>
      <pc:sldChg chg="add del">
        <pc:chgData name="Mitra, Sayan" userId="5f9b069e-390c-41f3-af3f-6bd4b0fb9710" providerId="ADAL" clId="{647E24AC-35EE-4E88-9E74-D7A0D750E0B9}" dt="2023-08-08T15:24:29.214" v="362" actId="47"/>
        <pc:sldMkLst>
          <pc:docMk/>
          <pc:sldMk cId="3423820833" sldId="1265"/>
        </pc:sldMkLst>
      </pc:sldChg>
      <pc:sldChg chg="add del">
        <pc:chgData name="Mitra, Sayan" userId="5f9b069e-390c-41f3-af3f-6bd4b0fb9710" providerId="ADAL" clId="{647E24AC-35EE-4E88-9E74-D7A0D750E0B9}" dt="2023-08-08T15:24:29.214" v="362" actId="47"/>
        <pc:sldMkLst>
          <pc:docMk/>
          <pc:sldMk cId="3681285644" sldId="1266"/>
        </pc:sldMkLst>
      </pc:sldChg>
      <pc:sldChg chg="add del">
        <pc:chgData name="Mitra, Sayan" userId="5f9b069e-390c-41f3-af3f-6bd4b0fb9710" providerId="ADAL" clId="{647E24AC-35EE-4E88-9E74-D7A0D750E0B9}" dt="2023-08-08T15:24:29.214" v="362" actId="47"/>
        <pc:sldMkLst>
          <pc:docMk/>
          <pc:sldMk cId="2215470132" sldId="1268"/>
        </pc:sldMkLst>
      </pc:sldChg>
      <pc:sldChg chg="add del">
        <pc:chgData name="Mitra, Sayan" userId="5f9b069e-390c-41f3-af3f-6bd4b0fb9710" providerId="ADAL" clId="{647E24AC-35EE-4E88-9E74-D7A0D750E0B9}" dt="2023-08-08T15:24:29.214" v="362" actId="47"/>
        <pc:sldMkLst>
          <pc:docMk/>
          <pc:sldMk cId="3751578622" sldId="1269"/>
        </pc:sldMkLst>
      </pc:sldChg>
      <pc:sldChg chg="addSp delSp modSp add mod">
        <pc:chgData name="Mitra, Sayan" userId="5f9b069e-390c-41f3-af3f-6bd4b0fb9710" providerId="ADAL" clId="{647E24AC-35EE-4E88-9E74-D7A0D750E0B9}" dt="2023-08-08T16:37:47.555" v="457" actId="14861"/>
        <pc:sldMkLst>
          <pc:docMk/>
          <pc:sldMk cId="866511616" sldId="1789"/>
        </pc:sldMkLst>
        <pc:spChg chg="mod">
          <ac:chgData name="Mitra, Sayan" userId="5f9b069e-390c-41f3-af3f-6bd4b0fb9710" providerId="ADAL" clId="{647E24AC-35EE-4E88-9E74-D7A0D750E0B9}" dt="2023-08-08T15:35:58.706" v="453" actId="113"/>
          <ac:spMkLst>
            <pc:docMk/>
            <pc:sldMk cId="866511616" sldId="1789"/>
            <ac:spMk id="2" creationId="{2BDB3738-947A-474A-B66F-B221CD9AB9AE}"/>
          </ac:spMkLst>
        </pc:spChg>
        <pc:spChg chg="del">
          <ac:chgData name="Mitra, Sayan" userId="5f9b069e-390c-41f3-af3f-6bd4b0fb9710" providerId="ADAL" clId="{647E24AC-35EE-4E88-9E74-D7A0D750E0B9}" dt="2023-08-08T15:26:37.852" v="371" actId="478"/>
          <ac:spMkLst>
            <pc:docMk/>
            <pc:sldMk cId="866511616" sldId="1789"/>
            <ac:spMk id="3" creationId="{BE3668D1-F43F-14AB-2D5B-67F4051A3E63}"/>
          </ac:spMkLst>
        </pc:spChg>
        <pc:spChg chg="mod">
          <ac:chgData name="Mitra, Sayan" userId="5f9b069e-390c-41f3-af3f-6bd4b0fb9710" providerId="ADAL" clId="{647E24AC-35EE-4E88-9E74-D7A0D750E0B9}" dt="2023-08-08T15:26:51.933" v="373" actId="14100"/>
          <ac:spMkLst>
            <pc:docMk/>
            <pc:sldMk cId="866511616" sldId="1789"/>
            <ac:spMk id="7" creationId="{EA4DD766-11B8-3C51-A9A0-C0C364FFD4D9}"/>
          </ac:spMkLst>
        </pc:spChg>
        <pc:spChg chg="mod">
          <ac:chgData name="Mitra, Sayan" userId="5f9b069e-390c-41f3-af3f-6bd4b0fb9710" providerId="ADAL" clId="{647E24AC-35EE-4E88-9E74-D7A0D750E0B9}" dt="2023-08-08T15:26:51.933" v="373" actId="14100"/>
          <ac:spMkLst>
            <pc:docMk/>
            <pc:sldMk cId="866511616" sldId="1789"/>
            <ac:spMk id="8" creationId="{DAD5D153-CE62-C611-D581-3B729E7756FE}"/>
          </ac:spMkLst>
        </pc:spChg>
        <pc:spChg chg="mod">
          <ac:chgData name="Mitra, Sayan" userId="5f9b069e-390c-41f3-af3f-6bd4b0fb9710" providerId="ADAL" clId="{647E24AC-35EE-4E88-9E74-D7A0D750E0B9}" dt="2023-08-08T15:26:51.933" v="373" actId="14100"/>
          <ac:spMkLst>
            <pc:docMk/>
            <pc:sldMk cId="866511616" sldId="1789"/>
            <ac:spMk id="9" creationId="{68A4AFD7-6022-A5C5-5418-ACCEC1129D47}"/>
          </ac:spMkLst>
        </pc:spChg>
        <pc:spChg chg="mod">
          <ac:chgData name="Mitra, Sayan" userId="5f9b069e-390c-41f3-af3f-6bd4b0fb9710" providerId="ADAL" clId="{647E24AC-35EE-4E88-9E74-D7A0D750E0B9}" dt="2023-08-08T15:26:51.933" v="373" actId="14100"/>
          <ac:spMkLst>
            <pc:docMk/>
            <pc:sldMk cId="866511616" sldId="1789"/>
            <ac:spMk id="10" creationId="{53173F89-8E36-AEAA-96C9-28F3653090CA}"/>
          </ac:spMkLst>
        </pc:spChg>
        <pc:spChg chg="mod">
          <ac:chgData name="Mitra, Sayan" userId="5f9b069e-390c-41f3-af3f-6bd4b0fb9710" providerId="ADAL" clId="{647E24AC-35EE-4E88-9E74-D7A0D750E0B9}" dt="2023-08-08T15:26:51.933" v="373" actId="14100"/>
          <ac:spMkLst>
            <pc:docMk/>
            <pc:sldMk cId="866511616" sldId="1789"/>
            <ac:spMk id="11" creationId="{5B788658-F36B-949F-18F6-6C0298396F72}"/>
          </ac:spMkLst>
        </pc:spChg>
        <pc:spChg chg="mod">
          <ac:chgData name="Mitra, Sayan" userId="5f9b069e-390c-41f3-af3f-6bd4b0fb9710" providerId="ADAL" clId="{647E24AC-35EE-4E88-9E74-D7A0D750E0B9}" dt="2023-08-08T15:26:51.933" v="373" actId="14100"/>
          <ac:spMkLst>
            <pc:docMk/>
            <pc:sldMk cId="866511616" sldId="1789"/>
            <ac:spMk id="12" creationId="{E24DA3C8-22B2-3AEE-7F77-D52365A4225B}"/>
          </ac:spMkLst>
        </pc:spChg>
        <pc:spChg chg="mod">
          <ac:chgData name="Mitra, Sayan" userId="5f9b069e-390c-41f3-af3f-6bd4b0fb9710" providerId="ADAL" clId="{647E24AC-35EE-4E88-9E74-D7A0D750E0B9}" dt="2023-08-08T15:26:51.933" v="373" actId="14100"/>
          <ac:spMkLst>
            <pc:docMk/>
            <pc:sldMk cId="866511616" sldId="1789"/>
            <ac:spMk id="13" creationId="{A7404BC3-7E04-F0BF-E3FA-90A5E0F0CD00}"/>
          </ac:spMkLst>
        </pc:spChg>
        <pc:spChg chg="mod">
          <ac:chgData name="Mitra, Sayan" userId="5f9b069e-390c-41f3-af3f-6bd4b0fb9710" providerId="ADAL" clId="{647E24AC-35EE-4E88-9E74-D7A0D750E0B9}" dt="2023-08-08T15:26:51.933" v="373" actId="14100"/>
          <ac:spMkLst>
            <pc:docMk/>
            <pc:sldMk cId="866511616" sldId="1789"/>
            <ac:spMk id="14" creationId="{AC62B411-409C-4BD7-EBE2-4EC2F0B4E6E7}"/>
          </ac:spMkLst>
        </pc:spChg>
        <pc:spChg chg="mod">
          <ac:chgData name="Mitra, Sayan" userId="5f9b069e-390c-41f3-af3f-6bd4b0fb9710" providerId="ADAL" clId="{647E24AC-35EE-4E88-9E74-D7A0D750E0B9}" dt="2023-08-08T15:26:51.933" v="373" actId="14100"/>
          <ac:spMkLst>
            <pc:docMk/>
            <pc:sldMk cId="866511616" sldId="1789"/>
            <ac:spMk id="15" creationId="{832D6C86-FD8B-5DAA-0DD8-DB5D6D1285F6}"/>
          </ac:spMkLst>
        </pc:spChg>
        <pc:spChg chg="mod">
          <ac:chgData name="Mitra, Sayan" userId="5f9b069e-390c-41f3-af3f-6bd4b0fb9710" providerId="ADAL" clId="{647E24AC-35EE-4E88-9E74-D7A0D750E0B9}" dt="2023-08-08T15:26:51.933" v="373" actId="14100"/>
          <ac:spMkLst>
            <pc:docMk/>
            <pc:sldMk cId="866511616" sldId="1789"/>
            <ac:spMk id="16" creationId="{D98F1150-CA3D-E9ED-AF91-587D7FB32E6D}"/>
          </ac:spMkLst>
        </pc:spChg>
        <pc:grpChg chg="del mod">
          <ac:chgData name="Mitra, Sayan" userId="5f9b069e-390c-41f3-af3f-6bd4b0fb9710" providerId="ADAL" clId="{647E24AC-35EE-4E88-9E74-D7A0D750E0B9}" dt="2023-08-08T15:26:52.388" v="374" actId="478"/>
          <ac:grpSpMkLst>
            <pc:docMk/>
            <pc:sldMk cId="866511616" sldId="1789"/>
            <ac:grpSpMk id="6" creationId="{1C96C03D-324D-4964-24BD-F191B8974B4A}"/>
          </ac:grpSpMkLst>
        </pc:grpChg>
        <pc:picChg chg="add mod ord">
          <ac:chgData name="Mitra, Sayan" userId="5f9b069e-390c-41f3-af3f-6bd4b0fb9710" providerId="ADAL" clId="{647E24AC-35EE-4E88-9E74-D7A0D750E0B9}" dt="2023-08-08T16:37:47.555" v="457" actId="14861"/>
          <ac:picMkLst>
            <pc:docMk/>
            <pc:sldMk cId="866511616" sldId="1789"/>
            <ac:picMk id="18" creationId="{75772126-B1D4-8C70-7195-F88EFAFB092B}"/>
          </ac:picMkLst>
        </pc:picChg>
        <pc:picChg chg="del">
          <ac:chgData name="Mitra, Sayan" userId="5f9b069e-390c-41f3-af3f-6bd4b0fb9710" providerId="ADAL" clId="{647E24AC-35EE-4E88-9E74-D7A0D750E0B9}" dt="2023-08-08T15:26:48.046" v="372" actId="478"/>
          <ac:picMkLst>
            <pc:docMk/>
            <pc:sldMk cId="866511616" sldId="1789"/>
            <ac:picMk id="23" creationId="{E77A6778-67AF-4363-96FC-D198E03EFD8E}"/>
          </ac:picMkLst>
        </pc:picChg>
      </pc:sldChg>
      <pc:sldChg chg="modSp mod modClrScheme chgLayout">
        <pc:chgData name="Mitra, Sayan" userId="5f9b069e-390c-41f3-af3f-6bd4b0fb9710" providerId="ADAL" clId="{647E24AC-35EE-4E88-9E74-D7A0D750E0B9}" dt="2023-08-08T17:09:24.053" v="594" actId="26606"/>
        <pc:sldMkLst>
          <pc:docMk/>
          <pc:sldMk cId="3867399006" sldId="3994"/>
        </pc:sldMkLst>
        <pc:spChg chg="mod ord">
          <ac:chgData name="Mitra, Sayan" userId="5f9b069e-390c-41f3-af3f-6bd4b0fb9710" providerId="ADAL" clId="{647E24AC-35EE-4E88-9E74-D7A0D750E0B9}" dt="2023-08-08T17:09:24.053" v="594" actId="26606"/>
          <ac:spMkLst>
            <pc:docMk/>
            <pc:sldMk cId="3867399006" sldId="3994"/>
            <ac:spMk id="2" creationId="{9EDB63B2-238D-4B76-AAF8-404000511533}"/>
          </ac:spMkLst>
        </pc:spChg>
      </pc:sldChg>
      <pc:sldChg chg="modSp mod modClrScheme chgLayout">
        <pc:chgData name="Mitra, Sayan" userId="5f9b069e-390c-41f3-af3f-6bd4b0fb9710" providerId="ADAL" clId="{647E24AC-35EE-4E88-9E74-D7A0D750E0B9}" dt="2023-08-08T17:09:47.783" v="597" actId="700"/>
        <pc:sldMkLst>
          <pc:docMk/>
          <pc:sldMk cId="2013189944" sldId="4003"/>
        </pc:sldMkLst>
        <pc:spChg chg="mod ord">
          <ac:chgData name="Mitra, Sayan" userId="5f9b069e-390c-41f3-af3f-6bd4b0fb9710" providerId="ADAL" clId="{647E24AC-35EE-4E88-9E74-D7A0D750E0B9}" dt="2023-08-08T17:09:47.783" v="597" actId="700"/>
          <ac:spMkLst>
            <pc:docMk/>
            <pc:sldMk cId="2013189944" sldId="4003"/>
            <ac:spMk id="2" creationId="{C06003AB-AEA1-4B1C-8C21-D4000341C37D}"/>
          </ac:spMkLst>
        </pc:spChg>
      </pc:sldChg>
      <pc:sldChg chg="del">
        <pc:chgData name="Mitra, Sayan" userId="5f9b069e-390c-41f3-af3f-6bd4b0fb9710" providerId="ADAL" clId="{647E24AC-35EE-4E88-9E74-D7A0D750E0B9}" dt="2023-08-08T15:25:26.412" v="365" actId="47"/>
        <pc:sldMkLst>
          <pc:docMk/>
          <pc:sldMk cId="2840196612" sldId="6189"/>
        </pc:sldMkLst>
      </pc:sldChg>
      <pc:sldChg chg="del">
        <pc:chgData name="Mitra, Sayan" userId="5f9b069e-390c-41f3-af3f-6bd4b0fb9710" providerId="ADAL" clId="{647E24AC-35EE-4E88-9E74-D7A0D750E0B9}" dt="2023-08-08T15:25:27.813" v="366" actId="47"/>
        <pc:sldMkLst>
          <pc:docMk/>
          <pc:sldMk cId="1473512616" sldId="6221"/>
        </pc:sldMkLst>
      </pc:sldChg>
      <pc:sldChg chg="del">
        <pc:chgData name="Mitra, Sayan" userId="5f9b069e-390c-41f3-af3f-6bd4b0fb9710" providerId="ADAL" clId="{647E24AC-35EE-4E88-9E74-D7A0D750E0B9}" dt="2023-08-08T15:25:29.316" v="367" actId="47"/>
        <pc:sldMkLst>
          <pc:docMk/>
          <pc:sldMk cId="2707760952" sldId="6234"/>
        </pc:sldMkLst>
      </pc:sldChg>
      <pc:sldChg chg="del">
        <pc:chgData name="Mitra, Sayan" userId="5f9b069e-390c-41f3-af3f-6bd4b0fb9710" providerId="ADAL" clId="{647E24AC-35EE-4E88-9E74-D7A0D750E0B9}" dt="2023-08-08T15:25:29.869" v="368" actId="47"/>
        <pc:sldMkLst>
          <pc:docMk/>
          <pc:sldMk cId="978093527" sldId="6236"/>
        </pc:sldMkLst>
      </pc:sldChg>
      <pc:sldChg chg="del">
        <pc:chgData name="Mitra, Sayan" userId="5f9b069e-390c-41f3-af3f-6bd4b0fb9710" providerId="ADAL" clId="{647E24AC-35EE-4E88-9E74-D7A0D750E0B9}" dt="2023-08-08T06:39:34.620" v="0" actId="47"/>
        <pc:sldMkLst>
          <pc:docMk/>
          <pc:sldMk cId="1121876199" sldId="6242"/>
        </pc:sldMkLst>
      </pc:sldChg>
      <pc:sldChg chg="addSp delSp modSp mod">
        <pc:chgData name="Mitra, Sayan" userId="5f9b069e-390c-41f3-af3f-6bd4b0fb9710" providerId="ADAL" clId="{647E24AC-35EE-4E88-9E74-D7A0D750E0B9}" dt="2023-08-08T17:08:17.530" v="567" actId="20577"/>
        <pc:sldMkLst>
          <pc:docMk/>
          <pc:sldMk cId="940398634" sldId="2147374239"/>
        </pc:sldMkLst>
        <pc:spChg chg="mod">
          <ac:chgData name="Mitra, Sayan" userId="5f9b069e-390c-41f3-af3f-6bd4b0fb9710" providerId="ADAL" clId="{647E24AC-35EE-4E88-9E74-D7A0D750E0B9}" dt="2023-08-08T17:07:37.628" v="541" actId="1037"/>
          <ac:spMkLst>
            <pc:docMk/>
            <pc:sldMk cId="940398634" sldId="2147374239"/>
            <ac:spMk id="16" creationId="{342A4E7A-A5F0-4D02-84BD-53E86171F16D}"/>
          </ac:spMkLst>
        </pc:spChg>
        <pc:spChg chg="del mod">
          <ac:chgData name="Mitra, Sayan" userId="5f9b069e-390c-41f3-af3f-6bd4b0fb9710" providerId="ADAL" clId="{647E24AC-35EE-4E88-9E74-D7A0D750E0B9}" dt="2023-08-08T17:07:29.895" v="488" actId="478"/>
          <ac:spMkLst>
            <pc:docMk/>
            <pc:sldMk cId="940398634" sldId="2147374239"/>
            <ac:spMk id="17" creationId="{CCC7031B-D5BC-4930-9DD4-FE70EFD6004D}"/>
          </ac:spMkLst>
        </pc:spChg>
        <pc:spChg chg="del mod topLvl">
          <ac:chgData name="Mitra, Sayan" userId="5f9b069e-390c-41f3-af3f-6bd4b0fb9710" providerId="ADAL" clId="{647E24AC-35EE-4E88-9E74-D7A0D750E0B9}" dt="2023-08-08T17:07:44.404" v="543" actId="478"/>
          <ac:spMkLst>
            <pc:docMk/>
            <pc:sldMk cId="940398634" sldId="2147374239"/>
            <ac:spMk id="23" creationId="{9965E049-C563-4387-9529-EBC758B26681}"/>
          </ac:spMkLst>
        </pc:spChg>
        <pc:spChg chg="mod topLvl">
          <ac:chgData name="Mitra, Sayan" userId="5f9b069e-390c-41f3-af3f-6bd4b0fb9710" providerId="ADAL" clId="{647E24AC-35EE-4E88-9E74-D7A0D750E0B9}" dt="2023-08-08T17:08:17.530" v="567" actId="20577"/>
          <ac:spMkLst>
            <pc:docMk/>
            <pc:sldMk cId="940398634" sldId="2147374239"/>
            <ac:spMk id="24" creationId="{82DEC17D-3607-4D5F-8EBD-3DBE78D792EA}"/>
          </ac:spMkLst>
        </pc:spChg>
        <pc:grpChg chg="del">
          <ac:chgData name="Mitra, Sayan" userId="5f9b069e-390c-41f3-af3f-6bd4b0fb9710" providerId="ADAL" clId="{647E24AC-35EE-4E88-9E74-D7A0D750E0B9}" dt="2023-08-08T17:07:44.404" v="543" actId="478"/>
          <ac:grpSpMkLst>
            <pc:docMk/>
            <pc:sldMk cId="940398634" sldId="2147374239"/>
            <ac:grpSpMk id="19" creationId="{A290B3CE-3341-4673-BD99-A0511663CCE7}"/>
          </ac:grpSpMkLst>
        </pc:grpChg>
        <pc:picChg chg="mod">
          <ac:chgData name="Mitra, Sayan" userId="5f9b069e-390c-41f3-af3f-6bd4b0fb9710" providerId="ADAL" clId="{647E24AC-35EE-4E88-9E74-D7A0D750E0B9}" dt="2023-08-08T17:07:37.628" v="541" actId="1037"/>
          <ac:picMkLst>
            <pc:docMk/>
            <pc:sldMk cId="940398634" sldId="2147374239"/>
            <ac:picMk id="10" creationId="{EDC70004-F8B1-419A-A540-507A018E891E}"/>
          </ac:picMkLst>
        </pc:picChg>
        <pc:picChg chg="add del">
          <ac:chgData name="Mitra, Sayan" userId="5f9b069e-390c-41f3-af3f-6bd4b0fb9710" providerId="ADAL" clId="{647E24AC-35EE-4E88-9E74-D7A0D750E0B9}" dt="2023-08-08T17:07:25.187" v="485" actId="478"/>
          <ac:picMkLst>
            <pc:docMk/>
            <pc:sldMk cId="940398634" sldId="2147374239"/>
            <ac:picMk id="11" creationId="{1D808AE3-C0CC-4F5F-93B4-3190DBC890F8}"/>
          </ac:picMkLst>
        </pc:picChg>
      </pc:sldChg>
      <pc:sldChg chg="modSp mod">
        <pc:chgData name="Mitra, Sayan" userId="5f9b069e-390c-41f3-af3f-6bd4b0fb9710" providerId="ADAL" clId="{647E24AC-35EE-4E88-9E74-D7A0D750E0B9}" dt="2023-08-08T17:08:28.671" v="570" actId="20577"/>
        <pc:sldMkLst>
          <pc:docMk/>
          <pc:sldMk cId="791165860" sldId="2147374240"/>
        </pc:sldMkLst>
        <pc:spChg chg="mod">
          <ac:chgData name="Mitra, Sayan" userId="5f9b069e-390c-41f3-af3f-6bd4b0fb9710" providerId="ADAL" clId="{647E24AC-35EE-4E88-9E74-D7A0D750E0B9}" dt="2023-08-08T17:08:28.671" v="570" actId="20577"/>
          <ac:spMkLst>
            <pc:docMk/>
            <pc:sldMk cId="791165860" sldId="2147374240"/>
            <ac:spMk id="8" creationId="{C9F3FE1B-6A8A-4453-8150-E16E03E9FD0B}"/>
          </ac:spMkLst>
        </pc:spChg>
      </pc:sldChg>
      <pc:sldChg chg="modSp mod">
        <pc:chgData name="Mitra, Sayan" userId="5f9b069e-390c-41f3-af3f-6bd4b0fb9710" providerId="ADAL" clId="{647E24AC-35EE-4E88-9E74-D7A0D750E0B9}" dt="2023-08-08T17:08:35.244" v="573" actId="20577"/>
        <pc:sldMkLst>
          <pc:docMk/>
          <pc:sldMk cId="3122577525" sldId="2147374241"/>
        </pc:sldMkLst>
        <pc:spChg chg="mod">
          <ac:chgData name="Mitra, Sayan" userId="5f9b069e-390c-41f3-af3f-6bd4b0fb9710" providerId="ADAL" clId="{647E24AC-35EE-4E88-9E74-D7A0D750E0B9}" dt="2023-08-08T17:08:35.244" v="573" actId="20577"/>
          <ac:spMkLst>
            <pc:docMk/>
            <pc:sldMk cId="3122577525" sldId="2147374241"/>
            <ac:spMk id="8" creationId="{C9F3FE1B-6A8A-4453-8150-E16E03E9FD0B}"/>
          </ac:spMkLst>
        </pc:spChg>
      </pc:sldChg>
      <pc:sldChg chg="del">
        <pc:chgData name="Mitra, Sayan" userId="5f9b069e-390c-41f3-af3f-6bd4b0fb9710" providerId="ADAL" clId="{647E24AC-35EE-4E88-9E74-D7A0D750E0B9}" dt="2023-08-08T15:25:34.658" v="369" actId="47"/>
        <pc:sldMkLst>
          <pc:docMk/>
          <pc:sldMk cId="3625631729" sldId="2147374242"/>
        </pc:sldMkLst>
      </pc:sldChg>
      <pc:sldChg chg="modSp mod">
        <pc:chgData name="Mitra, Sayan" userId="5f9b069e-390c-41f3-af3f-6bd4b0fb9710" providerId="ADAL" clId="{647E24AC-35EE-4E88-9E74-D7A0D750E0B9}" dt="2023-08-08T17:10:45.307" v="602" actId="1076"/>
        <pc:sldMkLst>
          <pc:docMk/>
          <pc:sldMk cId="3225141042" sldId="2147374243"/>
        </pc:sldMkLst>
        <pc:spChg chg="mod">
          <ac:chgData name="Mitra, Sayan" userId="5f9b069e-390c-41f3-af3f-6bd4b0fb9710" providerId="ADAL" clId="{647E24AC-35EE-4E88-9E74-D7A0D750E0B9}" dt="2023-08-08T17:08:43.190" v="576" actId="20577"/>
          <ac:spMkLst>
            <pc:docMk/>
            <pc:sldMk cId="3225141042" sldId="2147374243"/>
            <ac:spMk id="8" creationId="{C9F3FE1B-6A8A-4453-8150-E16E03E9FD0B}"/>
          </ac:spMkLst>
        </pc:spChg>
        <pc:spChg chg="mod">
          <ac:chgData name="Mitra, Sayan" userId="5f9b069e-390c-41f3-af3f-6bd4b0fb9710" providerId="ADAL" clId="{647E24AC-35EE-4E88-9E74-D7A0D750E0B9}" dt="2023-08-08T17:10:45.307" v="602" actId="1076"/>
          <ac:spMkLst>
            <pc:docMk/>
            <pc:sldMk cId="3225141042" sldId="2147374243"/>
            <ac:spMk id="14" creationId="{3329215D-F806-9A70-28E3-2C44B3D66135}"/>
          </ac:spMkLst>
        </pc:spChg>
        <pc:picChg chg="mod">
          <ac:chgData name="Mitra, Sayan" userId="5f9b069e-390c-41f3-af3f-6bd4b0fb9710" providerId="ADAL" clId="{647E24AC-35EE-4E88-9E74-D7A0D750E0B9}" dt="2023-08-08T17:10:42.559" v="601" actId="14100"/>
          <ac:picMkLst>
            <pc:docMk/>
            <pc:sldMk cId="3225141042" sldId="2147374243"/>
            <ac:picMk id="13" creationId="{F0E601EC-29DB-3FAE-8F49-1BE82AD1846D}"/>
          </ac:picMkLst>
        </pc:picChg>
      </pc:sldChg>
      <pc:sldChg chg="delSp modSp mod delCm modCm">
        <pc:chgData name="Mitra, Sayan" userId="5f9b069e-390c-41f3-af3f-6bd4b0fb9710" providerId="ADAL" clId="{647E24AC-35EE-4E88-9E74-D7A0D750E0B9}" dt="2023-08-08T17:11:07.214" v="603"/>
        <pc:sldMkLst>
          <pc:docMk/>
          <pc:sldMk cId="2626695583" sldId="2147374244"/>
        </pc:sldMkLst>
        <pc:spChg chg="mod">
          <ac:chgData name="Mitra, Sayan" userId="5f9b069e-390c-41f3-af3f-6bd4b0fb9710" providerId="ADAL" clId="{647E24AC-35EE-4E88-9E74-D7A0D750E0B9}" dt="2023-08-08T17:08:51.551" v="579" actId="20577"/>
          <ac:spMkLst>
            <pc:docMk/>
            <pc:sldMk cId="2626695583" sldId="2147374244"/>
            <ac:spMk id="8" creationId="{C9F3FE1B-6A8A-4453-8150-E16E03E9FD0B}"/>
          </ac:spMkLst>
        </pc:spChg>
        <pc:spChg chg="mod">
          <ac:chgData name="Mitra, Sayan" userId="5f9b069e-390c-41f3-af3f-6bd4b0fb9710" providerId="ADAL" clId="{647E24AC-35EE-4E88-9E74-D7A0D750E0B9}" dt="2023-08-08T17:08:57.262" v="589" actId="1036"/>
          <ac:spMkLst>
            <pc:docMk/>
            <pc:sldMk cId="2626695583" sldId="2147374244"/>
            <ac:spMk id="23" creationId="{C9713507-8081-9154-D858-CE44786D9DA0}"/>
          </ac:spMkLst>
        </pc:spChg>
        <pc:picChg chg="mod">
          <ac:chgData name="Mitra, Sayan" userId="5f9b069e-390c-41f3-af3f-6bd4b0fb9710" providerId="ADAL" clId="{647E24AC-35EE-4E88-9E74-D7A0D750E0B9}" dt="2023-08-08T17:08:54.166" v="584" actId="1036"/>
          <ac:picMkLst>
            <pc:docMk/>
            <pc:sldMk cId="2626695583" sldId="2147374244"/>
            <ac:picMk id="20" creationId="{87B5BBBA-7FE1-E5ED-2923-EB416486497A}"/>
          </ac:picMkLst>
        </pc:picChg>
        <pc:picChg chg="del">
          <ac:chgData name="Mitra, Sayan" userId="5f9b069e-390c-41f3-af3f-6bd4b0fb9710" providerId="ADAL" clId="{647E24AC-35EE-4E88-9E74-D7A0D750E0B9}" dt="2023-08-08T15:08:20.178" v="3" actId="478"/>
          <ac:picMkLst>
            <pc:docMk/>
            <pc:sldMk cId="2626695583" sldId="2147374244"/>
            <ac:picMk id="22" creationId="{B16628C0-FBA5-641D-CBC3-A4AEB41CDF44}"/>
          </ac:picMkLst>
        </pc:picChg>
      </pc:sldChg>
      <pc:sldChg chg="modSp del mod">
        <pc:chgData name="Mitra, Sayan" userId="5f9b069e-390c-41f3-af3f-6bd4b0fb9710" providerId="ADAL" clId="{647E24AC-35EE-4E88-9E74-D7A0D750E0B9}" dt="2023-08-08T15:12:37.913" v="220" actId="47"/>
        <pc:sldMkLst>
          <pc:docMk/>
          <pc:sldMk cId="3106095672" sldId="2147374246"/>
        </pc:sldMkLst>
        <pc:spChg chg="mod">
          <ac:chgData name="Mitra, Sayan" userId="5f9b069e-390c-41f3-af3f-6bd4b0fb9710" providerId="ADAL" clId="{647E24AC-35EE-4E88-9E74-D7A0D750E0B9}" dt="2023-08-08T15:11:54.860" v="216" actId="20577"/>
          <ac:spMkLst>
            <pc:docMk/>
            <pc:sldMk cId="3106095672" sldId="2147374246"/>
            <ac:spMk id="8" creationId="{C9F3FE1B-6A8A-4453-8150-E16E03E9FD0B}"/>
          </ac:spMkLst>
        </pc:spChg>
        <pc:picChg chg="mod">
          <ac:chgData name="Mitra, Sayan" userId="5f9b069e-390c-41f3-af3f-6bd4b0fb9710" providerId="ADAL" clId="{647E24AC-35EE-4E88-9E74-D7A0D750E0B9}" dt="2023-08-08T15:12:23.768" v="219" actId="14100"/>
          <ac:picMkLst>
            <pc:docMk/>
            <pc:sldMk cId="3106095672" sldId="2147374246"/>
            <ac:picMk id="2" creationId="{9AB7E187-971B-8CA4-4850-E26D3BD92265}"/>
          </ac:picMkLst>
        </pc:picChg>
      </pc:sldChg>
      <pc:sldChg chg="addSp modSp mod ord">
        <pc:chgData name="Mitra, Sayan" userId="5f9b069e-390c-41f3-af3f-6bd4b0fb9710" providerId="ADAL" clId="{647E24AC-35EE-4E88-9E74-D7A0D750E0B9}" dt="2023-08-08T16:42:04.560" v="482" actId="11530"/>
        <pc:sldMkLst>
          <pc:docMk/>
          <pc:sldMk cId="2361116454" sldId="2147374248"/>
        </pc:sldMkLst>
        <pc:spChg chg="add mod">
          <ac:chgData name="Mitra, Sayan" userId="5f9b069e-390c-41f3-af3f-6bd4b0fb9710" providerId="ADAL" clId="{647E24AC-35EE-4E88-9E74-D7A0D750E0B9}" dt="2023-08-08T16:41:19.820" v="476" actId="571"/>
          <ac:spMkLst>
            <pc:docMk/>
            <pc:sldMk cId="2361116454" sldId="2147374248"/>
            <ac:spMk id="3" creationId="{6510B1B9-85E8-82DB-0E35-45A184E905D9}"/>
          </ac:spMkLst>
        </pc:spChg>
        <pc:spChg chg="add mod">
          <ac:chgData name="Mitra, Sayan" userId="5f9b069e-390c-41f3-af3f-6bd4b0fb9710" providerId="ADAL" clId="{647E24AC-35EE-4E88-9E74-D7A0D750E0B9}" dt="2023-08-08T16:41:19.820" v="476" actId="571"/>
          <ac:spMkLst>
            <pc:docMk/>
            <pc:sldMk cId="2361116454" sldId="2147374248"/>
            <ac:spMk id="4" creationId="{B08C6B26-311F-D4BA-648C-F0102BF0C2CD}"/>
          </ac:spMkLst>
        </pc:spChg>
        <pc:spChg chg="add mod">
          <ac:chgData name="Mitra, Sayan" userId="5f9b069e-390c-41f3-af3f-6bd4b0fb9710" providerId="ADAL" clId="{647E24AC-35EE-4E88-9E74-D7A0D750E0B9}" dt="2023-08-08T16:41:21.387" v="477" actId="571"/>
          <ac:spMkLst>
            <pc:docMk/>
            <pc:sldMk cId="2361116454" sldId="2147374248"/>
            <ac:spMk id="5" creationId="{E7658C9E-7872-E464-DD01-8C57EEB3D9CB}"/>
          </ac:spMkLst>
        </pc:spChg>
        <pc:spChg chg="add mod">
          <ac:chgData name="Mitra, Sayan" userId="5f9b069e-390c-41f3-af3f-6bd4b0fb9710" providerId="ADAL" clId="{647E24AC-35EE-4E88-9E74-D7A0D750E0B9}" dt="2023-08-08T16:41:21.387" v="477" actId="571"/>
          <ac:spMkLst>
            <pc:docMk/>
            <pc:sldMk cId="2361116454" sldId="2147374248"/>
            <ac:spMk id="6" creationId="{48145645-24B1-2141-F37C-6BB49BE5CF19}"/>
          </ac:spMkLst>
        </pc:spChg>
        <pc:spChg chg="add mod">
          <ac:chgData name="Mitra, Sayan" userId="5f9b069e-390c-41f3-af3f-6bd4b0fb9710" providerId="ADAL" clId="{647E24AC-35EE-4E88-9E74-D7A0D750E0B9}" dt="2023-08-08T16:41:21.387" v="477" actId="571"/>
          <ac:spMkLst>
            <pc:docMk/>
            <pc:sldMk cId="2361116454" sldId="2147374248"/>
            <ac:spMk id="7" creationId="{44130BDD-833F-544A-1FB3-1787B6BCDD81}"/>
          </ac:spMkLst>
        </pc:spChg>
        <pc:spChg chg="add mod">
          <ac:chgData name="Mitra, Sayan" userId="5f9b069e-390c-41f3-af3f-6bd4b0fb9710" providerId="ADAL" clId="{647E24AC-35EE-4E88-9E74-D7A0D750E0B9}" dt="2023-08-08T16:42:04.560" v="482" actId="11530"/>
          <ac:spMkLst>
            <pc:docMk/>
            <pc:sldMk cId="2361116454" sldId="2147374248"/>
            <ac:spMk id="8" creationId="{D65EB0DF-4000-B872-0C32-3BBBC2A426DB}"/>
          </ac:spMkLst>
        </pc:spChg>
        <pc:spChg chg="add mod">
          <ac:chgData name="Mitra, Sayan" userId="5f9b069e-390c-41f3-af3f-6bd4b0fb9710" providerId="ADAL" clId="{647E24AC-35EE-4E88-9E74-D7A0D750E0B9}" dt="2023-08-08T16:42:04.560" v="482" actId="11530"/>
          <ac:spMkLst>
            <pc:docMk/>
            <pc:sldMk cId="2361116454" sldId="2147374248"/>
            <ac:spMk id="9" creationId="{72D01153-5A17-6C9F-98BA-2ADF3B088024}"/>
          </ac:spMkLst>
        </pc:spChg>
        <pc:spChg chg="add mod">
          <ac:chgData name="Mitra, Sayan" userId="5f9b069e-390c-41f3-af3f-6bd4b0fb9710" providerId="ADAL" clId="{647E24AC-35EE-4E88-9E74-D7A0D750E0B9}" dt="2023-08-08T16:42:04.560" v="482" actId="11530"/>
          <ac:spMkLst>
            <pc:docMk/>
            <pc:sldMk cId="2361116454" sldId="2147374248"/>
            <ac:spMk id="10" creationId="{BE7D17E6-92A8-82A0-0637-57BABB545998}"/>
          </ac:spMkLst>
        </pc:spChg>
        <pc:spChg chg="add mod">
          <ac:chgData name="Mitra, Sayan" userId="5f9b069e-390c-41f3-af3f-6bd4b0fb9710" providerId="ADAL" clId="{647E24AC-35EE-4E88-9E74-D7A0D750E0B9}" dt="2023-08-08T16:42:04.560" v="482" actId="11530"/>
          <ac:spMkLst>
            <pc:docMk/>
            <pc:sldMk cId="2361116454" sldId="2147374248"/>
            <ac:spMk id="11" creationId="{F7C9CD2B-B727-7287-9B67-6BFD14304DAD}"/>
          </ac:spMkLst>
        </pc:spChg>
        <pc:spChg chg="mod ord">
          <ac:chgData name="Mitra, Sayan" userId="5f9b069e-390c-41f3-af3f-6bd4b0fb9710" providerId="ADAL" clId="{647E24AC-35EE-4E88-9E74-D7A0D750E0B9}" dt="2023-08-08T16:41:12.679" v="475" actId="14100"/>
          <ac:spMkLst>
            <pc:docMk/>
            <pc:sldMk cId="2361116454" sldId="2147374248"/>
            <ac:spMk id="43" creationId="{9DC17FEA-31B6-4BEB-926A-5D8359335222}"/>
          </ac:spMkLst>
        </pc:spChg>
        <pc:spChg chg="mod ord">
          <ac:chgData name="Mitra, Sayan" userId="5f9b069e-390c-41f3-af3f-6bd4b0fb9710" providerId="ADAL" clId="{647E24AC-35EE-4E88-9E74-D7A0D750E0B9}" dt="2023-08-08T16:40:48.447" v="470" actId="207"/>
          <ac:spMkLst>
            <pc:docMk/>
            <pc:sldMk cId="2361116454" sldId="2147374248"/>
            <ac:spMk id="64" creationId="{B92FDCF0-E44E-86C9-6187-62CEA9DBCCC8}"/>
          </ac:spMkLst>
        </pc:spChg>
        <pc:spChg chg="mod ord">
          <ac:chgData name="Mitra, Sayan" userId="5f9b069e-390c-41f3-af3f-6bd4b0fb9710" providerId="ADAL" clId="{647E24AC-35EE-4E88-9E74-D7A0D750E0B9}" dt="2023-08-08T16:40:48.447" v="470" actId="207"/>
          <ac:spMkLst>
            <pc:docMk/>
            <pc:sldMk cId="2361116454" sldId="2147374248"/>
            <ac:spMk id="65" creationId="{65664689-183C-2590-FAF8-3F40B6ECAF5B}"/>
          </ac:spMkLst>
        </pc:spChg>
        <pc:spChg chg="mod ord">
          <ac:chgData name="Mitra, Sayan" userId="5f9b069e-390c-41f3-af3f-6bd4b0fb9710" providerId="ADAL" clId="{647E24AC-35EE-4E88-9E74-D7A0D750E0B9}" dt="2023-08-08T16:40:48.447" v="470" actId="207"/>
          <ac:spMkLst>
            <pc:docMk/>
            <pc:sldMk cId="2361116454" sldId="2147374248"/>
            <ac:spMk id="66" creationId="{E6F440BE-C0F7-6832-4BC6-18BA0B4E03EF}"/>
          </ac:spMkLst>
        </pc:spChg>
        <pc:spChg chg="mod ord">
          <ac:chgData name="Mitra, Sayan" userId="5f9b069e-390c-41f3-af3f-6bd4b0fb9710" providerId="ADAL" clId="{647E24AC-35EE-4E88-9E74-D7A0D750E0B9}" dt="2023-08-08T16:40:48.447" v="470" actId="207"/>
          <ac:spMkLst>
            <pc:docMk/>
            <pc:sldMk cId="2361116454" sldId="2147374248"/>
            <ac:spMk id="69" creationId="{0A778726-90D7-6AD0-D608-8DD44D00D2F9}"/>
          </ac:spMkLst>
        </pc:spChg>
        <pc:spChg chg="mod ord">
          <ac:chgData name="Mitra, Sayan" userId="5f9b069e-390c-41f3-af3f-6bd4b0fb9710" providerId="ADAL" clId="{647E24AC-35EE-4E88-9E74-D7A0D750E0B9}" dt="2023-08-08T16:40:48.447" v="470" actId="207"/>
          <ac:spMkLst>
            <pc:docMk/>
            <pc:sldMk cId="2361116454" sldId="2147374248"/>
            <ac:spMk id="70" creationId="{1E1FDB78-BA21-04B7-EDC3-59D625093A93}"/>
          </ac:spMkLst>
        </pc:spChg>
      </pc:sldChg>
      <pc:sldChg chg="modSp mod">
        <pc:chgData name="Mitra, Sayan" userId="5f9b069e-390c-41f3-af3f-6bd4b0fb9710" providerId="ADAL" clId="{647E24AC-35EE-4E88-9E74-D7A0D750E0B9}" dt="2023-08-08T15:15:16.359" v="279" actId="20577"/>
        <pc:sldMkLst>
          <pc:docMk/>
          <pc:sldMk cId="2618064541" sldId="2147374249"/>
        </pc:sldMkLst>
        <pc:spChg chg="mod">
          <ac:chgData name="Mitra, Sayan" userId="5f9b069e-390c-41f3-af3f-6bd4b0fb9710" providerId="ADAL" clId="{647E24AC-35EE-4E88-9E74-D7A0D750E0B9}" dt="2023-08-08T15:15:16.359" v="279" actId="20577"/>
          <ac:spMkLst>
            <pc:docMk/>
            <pc:sldMk cId="2618064541" sldId="2147374249"/>
            <ac:spMk id="2" creationId="{00000000-0000-0000-0000-000000000000}"/>
          </ac:spMkLst>
        </pc:spChg>
      </pc:sldChg>
      <pc:sldChg chg="delSp modSp add mod">
        <pc:chgData name="Mitra, Sayan" userId="5f9b069e-390c-41f3-af3f-6bd4b0fb9710" providerId="ADAL" clId="{647E24AC-35EE-4E88-9E74-D7A0D750E0B9}" dt="2023-08-08T17:09:04.493" v="592" actId="20577"/>
        <pc:sldMkLst>
          <pc:docMk/>
          <pc:sldMk cId="2562908424" sldId="2147374250"/>
        </pc:sldMkLst>
        <pc:spChg chg="mod">
          <ac:chgData name="Mitra, Sayan" userId="5f9b069e-390c-41f3-af3f-6bd4b0fb9710" providerId="ADAL" clId="{647E24AC-35EE-4E88-9E74-D7A0D750E0B9}" dt="2023-08-08T17:09:04.493" v="592" actId="20577"/>
          <ac:spMkLst>
            <pc:docMk/>
            <pc:sldMk cId="2562908424" sldId="2147374250"/>
            <ac:spMk id="8" creationId="{C9F3FE1B-6A8A-4453-8150-E16E03E9FD0B}"/>
          </ac:spMkLst>
        </pc:spChg>
        <pc:picChg chg="del">
          <ac:chgData name="Mitra, Sayan" userId="5f9b069e-390c-41f3-af3f-6bd4b0fb9710" providerId="ADAL" clId="{647E24AC-35EE-4E88-9E74-D7A0D750E0B9}" dt="2023-08-08T15:10:38.391" v="193" actId="478"/>
          <ac:picMkLst>
            <pc:docMk/>
            <pc:sldMk cId="2562908424" sldId="2147374250"/>
            <ac:picMk id="18" creationId="{890BD000-1BFF-7A30-8278-3BC325D2F44D}"/>
          </ac:picMkLst>
        </pc:picChg>
        <pc:picChg chg="del">
          <ac:chgData name="Mitra, Sayan" userId="5f9b069e-390c-41f3-af3f-6bd4b0fb9710" providerId="ADAL" clId="{647E24AC-35EE-4E88-9E74-D7A0D750E0B9}" dt="2023-08-08T15:08:58.793" v="65" actId="478"/>
          <ac:picMkLst>
            <pc:docMk/>
            <pc:sldMk cId="2562908424" sldId="2147374250"/>
            <ac:picMk id="20" creationId="{87B5BBBA-7FE1-E5ED-2923-EB416486497A}"/>
          </ac:picMkLst>
        </pc:picChg>
        <pc:picChg chg="mod">
          <ac:chgData name="Mitra, Sayan" userId="5f9b069e-390c-41f3-af3f-6bd4b0fb9710" providerId="ADAL" clId="{647E24AC-35EE-4E88-9E74-D7A0D750E0B9}" dt="2023-08-08T15:10:56.073" v="210" actId="14100"/>
          <ac:picMkLst>
            <pc:docMk/>
            <pc:sldMk cId="2562908424" sldId="2147374250"/>
            <ac:picMk id="22" creationId="{B16628C0-FBA5-641D-CBC3-A4AEB41CDF44}"/>
          </ac:picMkLst>
        </pc:picChg>
      </pc:sldChg>
      <pc:sldChg chg="modSp add mod ord modClrScheme chgLayout">
        <pc:chgData name="Mitra, Sayan" userId="5f9b069e-390c-41f3-af3f-6bd4b0fb9710" providerId="ADAL" clId="{647E24AC-35EE-4E88-9E74-D7A0D750E0B9}" dt="2023-08-08T17:09:32.010" v="595" actId="700"/>
        <pc:sldMkLst>
          <pc:docMk/>
          <pc:sldMk cId="4106260699" sldId="2147374251"/>
        </pc:sldMkLst>
        <pc:spChg chg="mod ord">
          <ac:chgData name="Mitra, Sayan" userId="5f9b069e-390c-41f3-af3f-6bd4b0fb9710" providerId="ADAL" clId="{647E24AC-35EE-4E88-9E74-D7A0D750E0B9}" dt="2023-08-08T17:09:32.010" v="595" actId="700"/>
          <ac:spMkLst>
            <pc:docMk/>
            <pc:sldMk cId="4106260699" sldId="2147374251"/>
            <ac:spMk id="2" creationId="{9EDB63B2-238D-4B76-AAF8-404000511533}"/>
          </ac:spMkLst>
        </pc:spChg>
      </pc:sldChg>
      <pc:sldChg chg="modSp add mod ord modClrScheme chgLayout">
        <pc:chgData name="Mitra, Sayan" userId="5f9b069e-390c-41f3-af3f-6bd4b0fb9710" providerId="ADAL" clId="{647E24AC-35EE-4E88-9E74-D7A0D750E0B9}" dt="2023-08-08T17:09:40.088" v="596" actId="700"/>
        <pc:sldMkLst>
          <pc:docMk/>
          <pc:sldMk cId="4038549132" sldId="2147374252"/>
        </pc:sldMkLst>
        <pc:spChg chg="mod ord">
          <ac:chgData name="Mitra, Sayan" userId="5f9b069e-390c-41f3-af3f-6bd4b0fb9710" providerId="ADAL" clId="{647E24AC-35EE-4E88-9E74-D7A0D750E0B9}" dt="2023-08-08T17:09:40.088" v="596" actId="700"/>
          <ac:spMkLst>
            <pc:docMk/>
            <pc:sldMk cId="4038549132" sldId="2147374252"/>
            <ac:spMk id="2" creationId="{9EDB63B2-238D-4B76-AAF8-404000511533}"/>
          </ac:spMkLst>
        </pc:spChg>
      </pc:sldChg>
      <pc:sldChg chg="add del">
        <pc:chgData name="Mitra, Sayan" userId="5f9b069e-390c-41f3-af3f-6bd4b0fb9710" providerId="ADAL" clId="{647E24AC-35EE-4E88-9E74-D7A0D750E0B9}" dt="2023-08-08T15:24:29.214" v="362" actId="47"/>
        <pc:sldMkLst>
          <pc:docMk/>
          <pc:sldMk cId="3198021113" sldId="2147374253"/>
        </pc:sldMkLst>
      </pc:sldChg>
      <pc:sldMasterChg chg="delSldLayout">
        <pc:chgData name="Mitra, Sayan" userId="5f9b069e-390c-41f3-af3f-6bd4b0fb9710" providerId="ADAL" clId="{647E24AC-35EE-4E88-9E74-D7A0D750E0B9}" dt="2023-08-08T15:25:34.658" v="369" actId="47"/>
        <pc:sldMasterMkLst>
          <pc:docMk/>
          <pc:sldMasterMk cId="1299598385" sldId="2147483672"/>
        </pc:sldMasterMkLst>
        <pc:sldLayoutChg chg="del">
          <pc:chgData name="Mitra, Sayan" userId="5f9b069e-390c-41f3-af3f-6bd4b0fb9710" providerId="ADAL" clId="{647E24AC-35EE-4E88-9E74-D7A0D750E0B9}" dt="2023-08-08T15:25:34.658" v="369" actId="47"/>
          <pc:sldLayoutMkLst>
            <pc:docMk/>
            <pc:sldMasterMk cId="1299598385" sldId="2147483672"/>
            <pc:sldLayoutMk cId="1297594456" sldId="2147484168"/>
          </pc:sldLayoutMkLst>
        </pc:sldLayoutChg>
      </pc:sldMasterChg>
      <pc:sldMasterChg chg="delSldLayout">
        <pc:chgData name="Mitra, Sayan" userId="5f9b069e-390c-41f3-af3f-6bd4b0fb9710" providerId="ADAL" clId="{647E24AC-35EE-4E88-9E74-D7A0D750E0B9}" dt="2023-08-08T15:25:29.869" v="368" actId="47"/>
        <pc:sldMasterMkLst>
          <pc:docMk/>
          <pc:sldMasterMk cId="3197474883" sldId="2147484169"/>
        </pc:sldMasterMkLst>
        <pc:sldLayoutChg chg="del">
          <pc:chgData name="Mitra, Sayan" userId="5f9b069e-390c-41f3-af3f-6bd4b0fb9710" providerId="ADAL" clId="{647E24AC-35EE-4E88-9E74-D7A0D750E0B9}" dt="2023-08-08T15:25:27.813" v="366" actId="47"/>
          <pc:sldLayoutMkLst>
            <pc:docMk/>
            <pc:sldMasterMk cId="3197474883" sldId="2147484169"/>
            <pc:sldLayoutMk cId="604650941" sldId="2147483791"/>
          </pc:sldLayoutMkLst>
        </pc:sldLayoutChg>
        <pc:sldLayoutChg chg="del">
          <pc:chgData name="Mitra, Sayan" userId="5f9b069e-390c-41f3-af3f-6bd4b0fb9710" providerId="ADAL" clId="{647E24AC-35EE-4E88-9E74-D7A0D750E0B9}" dt="2023-08-08T06:39:34.620" v="0" actId="47"/>
          <pc:sldLayoutMkLst>
            <pc:docMk/>
            <pc:sldMasterMk cId="3197474883" sldId="2147484169"/>
            <pc:sldLayoutMk cId="1470090935" sldId="2147484164"/>
          </pc:sldLayoutMkLst>
        </pc:sldLayoutChg>
        <pc:sldLayoutChg chg="del">
          <pc:chgData name="Mitra, Sayan" userId="5f9b069e-390c-41f3-af3f-6bd4b0fb9710" providerId="ADAL" clId="{647E24AC-35EE-4E88-9E74-D7A0D750E0B9}" dt="2023-08-08T15:25:29.869" v="368" actId="47"/>
          <pc:sldLayoutMkLst>
            <pc:docMk/>
            <pc:sldMasterMk cId="3197474883" sldId="2147484169"/>
            <pc:sldLayoutMk cId="4142106097" sldId="2147484217"/>
          </pc:sldLayoutMkLst>
        </pc:sldLayoutChg>
        <pc:sldLayoutChg chg="del">
          <pc:chgData name="Mitra, Sayan" userId="5f9b069e-390c-41f3-af3f-6bd4b0fb9710" providerId="ADAL" clId="{647E24AC-35EE-4E88-9E74-D7A0D750E0B9}" dt="2023-08-08T15:24:29.214" v="362" actId="47"/>
          <pc:sldLayoutMkLst>
            <pc:docMk/>
            <pc:sldMasterMk cId="3197474883" sldId="2147484169"/>
            <pc:sldLayoutMk cId="1706404395" sldId="2147484232"/>
          </pc:sldLayoutMkLst>
        </pc:sldLayoutChg>
        <pc:sldLayoutChg chg="del">
          <pc:chgData name="Mitra, Sayan" userId="5f9b069e-390c-41f3-af3f-6bd4b0fb9710" providerId="ADAL" clId="{647E24AC-35EE-4E88-9E74-D7A0D750E0B9}" dt="2023-08-08T15:24:29.214" v="362" actId="47"/>
          <pc:sldLayoutMkLst>
            <pc:docMk/>
            <pc:sldMasterMk cId="3197474883" sldId="2147484169"/>
            <pc:sldLayoutMk cId="2814952123" sldId="2147484233"/>
          </pc:sldLayoutMkLst>
        </pc:sldLayoutChg>
        <pc:sldLayoutChg chg="del">
          <pc:chgData name="Mitra, Sayan" userId="5f9b069e-390c-41f3-af3f-6bd4b0fb9710" providerId="ADAL" clId="{647E24AC-35EE-4E88-9E74-D7A0D750E0B9}" dt="2023-08-08T15:24:29.214" v="362" actId="47"/>
          <pc:sldLayoutMkLst>
            <pc:docMk/>
            <pc:sldMasterMk cId="3197474883" sldId="2147484169"/>
            <pc:sldLayoutMk cId="2552521563" sldId="2147484234"/>
          </pc:sldLayoutMkLst>
        </pc:sldLayoutChg>
      </pc:sldMasterChg>
    </pc:docChg>
  </pc:docChgLst>
  <pc:docChgLst>
    <pc:chgData name="Mitra, Sayan" userId="5f9b069e-390c-41f3-af3f-6bd4b0fb9710" providerId="ADAL" clId="{BA59B4A1-7C4B-4CCF-AFCF-4791D6EC8B58}"/>
    <pc:docChg chg="undo redo custSel addSld delSld modSld modMainMaster modSection">
      <pc:chgData name="Mitra, Sayan" userId="5f9b069e-390c-41f3-af3f-6bd4b0fb9710" providerId="ADAL" clId="{BA59B4A1-7C4B-4CCF-AFCF-4791D6EC8B58}" dt="2023-08-09T04:14:20.555" v="2606" actId="208"/>
      <pc:docMkLst>
        <pc:docMk/>
      </pc:docMkLst>
      <pc:sldChg chg="modSp add mod">
        <pc:chgData name="Mitra, Sayan" userId="5f9b069e-390c-41f3-af3f-6bd4b0fb9710" providerId="ADAL" clId="{BA59B4A1-7C4B-4CCF-AFCF-4791D6EC8B58}" dt="2023-08-09T04:12:55.663" v="2604" actId="2710"/>
        <pc:sldMkLst>
          <pc:docMk/>
          <pc:sldMk cId="4122157945" sldId="1013"/>
        </pc:sldMkLst>
        <pc:spChg chg="mod">
          <ac:chgData name="Mitra, Sayan" userId="5f9b069e-390c-41f3-af3f-6bd4b0fb9710" providerId="ADAL" clId="{BA59B4A1-7C4B-4CCF-AFCF-4791D6EC8B58}" dt="2023-08-09T04:12:55.663" v="2604" actId="2710"/>
          <ac:spMkLst>
            <pc:docMk/>
            <pc:sldMk cId="4122157945" sldId="1013"/>
            <ac:spMk id="29" creationId="{00000000-0000-0000-0000-000000000000}"/>
          </ac:spMkLst>
        </pc:spChg>
      </pc:sldChg>
      <pc:sldChg chg="del">
        <pc:chgData name="Mitra, Sayan" userId="5f9b069e-390c-41f3-af3f-6bd4b0fb9710" providerId="ADAL" clId="{BA59B4A1-7C4B-4CCF-AFCF-4791D6EC8B58}" dt="2023-08-09T00:14:56.332" v="0" actId="47"/>
        <pc:sldMkLst>
          <pc:docMk/>
          <pc:sldMk cId="3289463127" sldId="1137"/>
        </pc:sldMkLst>
      </pc:sldChg>
      <pc:sldChg chg="modSp">
        <pc:chgData name="Mitra, Sayan" userId="5f9b069e-390c-41f3-af3f-6bd4b0fb9710" providerId="ADAL" clId="{BA59B4A1-7C4B-4CCF-AFCF-4791D6EC8B58}" dt="2023-08-09T03:31:08.940" v="2014" actId="1035"/>
        <pc:sldMkLst>
          <pc:docMk/>
          <pc:sldMk cId="1730217198" sldId="3328"/>
        </pc:sldMkLst>
        <pc:spChg chg="mod">
          <ac:chgData name="Mitra, Sayan" userId="5f9b069e-390c-41f3-af3f-6bd4b0fb9710" providerId="ADAL" clId="{BA59B4A1-7C4B-4CCF-AFCF-4791D6EC8B58}" dt="2023-08-09T03:31:08.940" v="2014" actId="1035"/>
          <ac:spMkLst>
            <pc:docMk/>
            <pc:sldMk cId="1730217198" sldId="3328"/>
            <ac:spMk id="11" creationId="{DD72066D-5BB1-6DAA-A067-848BF431E522}"/>
          </ac:spMkLst>
        </pc:spChg>
        <pc:spChg chg="mod">
          <ac:chgData name="Mitra, Sayan" userId="5f9b069e-390c-41f3-af3f-6bd4b0fb9710" providerId="ADAL" clId="{BA59B4A1-7C4B-4CCF-AFCF-4791D6EC8B58}" dt="2023-08-09T03:31:08.940" v="2014" actId="1035"/>
          <ac:spMkLst>
            <pc:docMk/>
            <pc:sldMk cId="1730217198" sldId="3328"/>
            <ac:spMk id="12" creationId="{7EB351D7-C103-BE59-A63B-00668D4A8C7F}"/>
          </ac:spMkLst>
        </pc:spChg>
        <pc:spChg chg="mod">
          <ac:chgData name="Mitra, Sayan" userId="5f9b069e-390c-41f3-af3f-6bd4b0fb9710" providerId="ADAL" clId="{BA59B4A1-7C4B-4CCF-AFCF-4791D6EC8B58}" dt="2023-08-09T03:31:08.940" v="2014" actId="1035"/>
          <ac:spMkLst>
            <pc:docMk/>
            <pc:sldMk cId="1730217198" sldId="3328"/>
            <ac:spMk id="15" creationId="{7DD70969-ABE0-E5F2-1640-E18AD1CC8910}"/>
          </ac:spMkLst>
        </pc:spChg>
        <pc:spChg chg="mod">
          <ac:chgData name="Mitra, Sayan" userId="5f9b069e-390c-41f3-af3f-6bd4b0fb9710" providerId="ADAL" clId="{BA59B4A1-7C4B-4CCF-AFCF-4791D6EC8B58}" dt="2023-08-09T03:31:08.940" v="2014" actId="1035"/>
          <ac:spMkLst>
            <pc:docMk/>
            <pc:sldMk cId="1730217198" sldId="3328"/>
            <ac:spMk id="17" creationId="{A8781998-ACC9-BCD0-155B-0E9488D1CB88}"/>
          </ac:spMkLst>
        </pc:spChg>
        <pc:spChg chg="mod">
          <ac:chgData name="Mitra, Sayan" userId="5f9b069e-390c-41f3-af3f-6bd4b0fb9710" providerId="ADAL" clId="{BA59B4A1-7C4B-4CCF-AFCF-4791D6EC8B58}" dt="2023-08-09T03:31:08.940" v="2014" actId="1035"/>
          <ac:spMkLst>
            <pc:docMk/>
            <pc:sldMk cId="1730217198" sldId="3328"/>
            <ac:spMk id="20" creationId="{D15D0192-9711-0663-8536-61A254BC0150}"/>
          </ac:spMkLst>
        </pc:spChg>
        <pc:spChg chg="mod">
          <ac:chgData name="Mitra, Sayan" userId="5f9b069e-390c-41f3-af3f-6bd4b0fb9710" providerId="ADAL" clId="{BA59B4A1-7C4B-4CCF-AFCF-4791D6EC8B58}" dt="2023-08-09T03:31:08.940" v="2014" actId="1035"/>
          <ac:spMkLst>
            <pc:docMk/>
            <pc:sldMk cId="1730217198" sldId="3328"/>
            <ac:spMk id="21" creationId="{16D6B327-A510-ED2B-A720-CA8B535FE01B}"/>
          </ac:spMkLst>
        </pc:spChg>
        <pc:spChg chg="mod">
          <ac:chgData name="Mitra, Sayan" userId="5f9b069e-390c-41f3-af3f-6bd4b0fb9710" providerId="ADAL" clId="{BA59B4A1-7C4B-4CCF-AFCF-4791D6EC8B58}" dt="2023-08-09T03:31:08.940" v="2014" actId="1035"/>
          <ac:spMkLst>
            <pc:docMk/>
            <pc:sldMk cId="1730217198" sldId="3328"/>
            <ac:spMk id="24" creationId="{00000000-0000-0000-0000-000000000000}"/>
          </ac:spMkLst>
        </pc:spChg>
        <pc:spChg chg="mod">
          <ac:chgData name="Mitra, Sayan" userId="5f9b069e-390c-41f3-af3f-6bd4b0fb9710" providerId="ADAL" clId="{BA59B4A1-7C4B-4CCF-AFCF-4791D6EC8B58}" dt="2023-08-09T03:31:08.940" v="2014" actId="1035"/>
          <ac:spMkLst>
            <pc:docMk/>
            <pc:sldMk cId="1730217198" sldId="3328"/>
            <ac:spMk id="25" creationId="{00000000-0000-0000-0000-000000000000}"/>
          </ac:spMkLst>
        </pc:spChg>
        <pc:spChg chg="mod">
          <ac:chgData name="Mitra, Sayan" userId="5f9b069e-390c-41f3-af3f-6bd4b0fb9710" providerId="ADAL" clId="{BA59B4A1-7C4B-4CCF-AFCF-4791D6EC8B58}" dt="2023-08-09T03:31:08.940" v="2014" actId="1035"/>
          <ac:spMkLst>
            <pc:docMk/>
            <pc:sldMk cId="1730217198" sldId="3328"/>
            <ac:spMk id="28" creationId="{A0333459-A599-B1FA-DD61-DF1C7FFD6560}"/>
          </ac:spMkLst>
        </pc:spChg>
        <pc:spChg chg="mod">
          <ac:chgData name="Mitra, Sayan" userId="5f9b069e-390c-41f3-af3f-6bd4b0fb9710" providerId="ADAL" clId="{BA59B4A1-7C4B-4CCF-AFCF-4791D6EC8B58}" dt="2023-08-09T03:31:08.940" v="2014" actId="1035"/>
          <ac:spMkLst>
            <pc:docMk/>
            <pc:sldMk cId="1730217198" sldId="3328"/>
            <ac:spMk id="30" creationId="{438570D0-AB69-466D-A261-6139157CEBAE}"/>
          </ac:spMkLst>
        </pc:spChg>
        <pc:spChg chg="mod">
          <ac:chgData name="Mitra, Sayan" userId="5f9b069e-390c-41f3-af3f-6bd4b0fb9710" providerId="ADAL" clId="{BA59B4A1-7C4B-4CCF-AFCF-4791D6EC8B58}" dt="2023-08-09T03:31:08.940" v="2014" actId="1035"/>
          <ac:spMkLst>
            <pc:docMk/>
            <pc:sldMk cId="1730217198" sldId="3328"/>
            <ac:spMk id="56" creationId="{00000000-0000-0000-0000-000000000000}"/>
          </ac:spMkLst>
        </pc:spChg>
        <pc:spChg chg="mod">
          <ac:chgData name="Mitra, Sayan" userId="5f9b069e-390c-41f3-af3f-6bd4b0fb9710" providerId="ADAL" clId="{BA59B4A1-7C4B-4CCF-AFCF-4791D6EC8B58}" dt="2023-08-09T03:31:08.940" v="2014" actId="1035"/>
          <ac:spMkLst>
            <pc:docMk/>
            <pc:sldMk cId="1730217198" sldId="3328"/>
            <ac:spMk id="57" creationId="{00000000-0000-0000-0000-000000000000}"/>
          </ac:spMkLst>
        </pc:spChg>
        <pc:spChg chg="mod">
          <ac:chgData name="Mitra, Sayan" userId="5f9b069e-390c-41f3-af3f-6bd4b0fb9710" providerId="ADAL" clId="{BA59B4A1-7C4B-4CCF-AFCF-4791D6EC8B58}" dt="2023-08-09T03:31:08.940" v="2014" actId="1035"/>
          <ac:spMkLst>
            <pc:docMk/>
            <pc:sldMk cId="1730217198" sldId="3328"/>
            <ac:spMk id="77" creationId="{00000000-0000-0000-0000-000000000000}"/>
          </ac:spMkLst>
        </pc:spChg>
        <pc:spChg chg="mod">
          <ac:chgData name="Mitra, Sayan" userId="5f9b069e-390c-41f3-af3f-6bd4b0fb9710" providerId="ADAL" clId="{BA59B4A1-7C4B-4CCF-AFCF-4791D6EC8B58}" dt="2023-08-09T03:31:08.940" v="2014" actId="1035"/>
          <ac:spMkLst>
            <pc:docMk/>
            <pc:sldMk cId="1730217198" sldId="3328"/>
            <ac:spMk id="78" creationId="{00000000-0000-0000-0000-000000000000}"/>
          </ac:spMkLst>
        </pc:spChg>
        <pc:spChg chg="mod">
          <ac:chgData name="Mitra, Sayan" userId="5f9b069e-390c-41f3-af3f-6bd4b0fb9710" providerId="ADAL" clId="{BA59B4A1-7C4B-4CCF-AFCF-4791D6EC8B58}" dt="2023-08-09T03:31:08.940" v="2014" actId="1035"/>
          <ac:spMkLst>
            <pc:docMk/>
            <pc:sldMk cId="1730217198" sldId="3328"/>
            <ac:spMk id="81" creationId="{00000000-0000-0000-0000-000000000000}"/>
          </ac:spMkLst>
        </pc:spChg>
        <pc:spChg chg="mod">
          <ac:chgData name="Mitra, Sayan" userId="5f9b069e-390c-41f3-af3f-6bd4b0fb9710" providerId="ADAL" clId="{BA59B4A1-7C4B-4CCF-AFCF-4791D6EC8B58}" dt="2023-08-09T03:31:08.940" v="2014" actId="1035"/>
          <ac:spMkLst>
            <pc:docMk/>
            <pc:sldMk cId="1730217198" sldId="3328"/>
            <ac:spMk id="94" creationId="{00000000-0000-0000-0000-000000000000}"/>
          </ac:spMkLst>
        </pc:spChg>
        <pc:spChg chg="mod">
          <ac:chgData name="Mitra, Sayan" userId="5f9b069e-390c-41f3-af3f-6bd4b0fb9710" providerId="ADAL" clId="{BA59B4A1-7C4B-4CCF-AFCF-4791D6EC8B58}" dt="2023-08-09T03:31:08.940" v="2014" actId="1035"/>
          <ac:spMkLst>
            <pc:docMk/>
            <pc:sldMk cId="1730217198" sldId="3328"/>
            <ac:spMk id="104" creationId="{00000000-0000-0000-0000-000000000000}"/>
          </ac:spMkLst>
        </pc:spChg>
        <pc:spChg chg="mod">
          <ac:chgData name="Mitra, Sayan" userId="5f9b069e-390c-41f3-af3f-6bd4b0fb9710" providerId="ADAL" clId="{BA59B4A1-7C4B-4CCF-AFCF-4791D6EC8B58}" dt="2023-08-09T03:31:08.940" v="2014" actId="1035"/>
          <ac:spMkLst>
            <pc:docMk/>
            <pc:sldMk cId="1730217198" sldId="3328"/>
            <ac:spMk id="106" creationId="{00000000-0000-0000-0000-000000000000}"/>
          </ac:spMkLst>
        </pc:spChg>
        <pc:spChg chg="mod">
          <ac:chgData name="Mitra, Sayan" userId="5f9b069e-390c-41f3-af3f-6bd4b0fb9710" providerId="ADAL" clId="{BA59B4A1-7C4B-4CCF-AFCF-4791D6EC8B58}" dt="2023-08-09T03:31:08.940" v="2014" actId="1035"/>
          <ac:spMkLst>
            <pc:docMk/>
            <pc:sldMk cId="1730217198" sldId="3328"/>
            <ac:spMk id="113" creationId="{00000000-0000-0000-0000-000000000000}"/>
          </ac:spMkLst>
        </pc:spChg>
        <pc:grpChg chg="mod">
          <ac:chgData name="Mitra, Sayan" userId="5f9b069e-390c-41f3-af3f-6bd4b0fb9710" providerId="ADAL" clId="{BA59B4A1-7C4B-4CCF-AFCF-4791D6EC8B58}" dt="2023-08-09T03:31:08.940" v="2014" actId="1035"/>
          <ac:grpSpMkLst>
            <pc:docMk/>
            <pc:sldMk cId="1730217198" sldId="3328"/>
            <ac:grpSpMk id="103" creationId="{00000000-0000-0000-0000-000000000000}"/>
          </ac:grpSpMkLst>
        </pc:grpChg>
        <pc:picChg chg="mod">
          <ac:chgData name="Mitra, Sayan" userId="5f9b069e-390c-41f3-af3f-6bd4b0fb9710" providerId="ADAL" clId="{BA59B4A1-7C4B-4CCF-AFCF-4791D6EC8B58}" dt="2023-08-09T03:31:08.940" v="2014" actId="1035"/>
          <ac:picMkLst>
            <pc:docMk/>
            <pc:sldMk cId="1730217198" sldId="3328"/>
            <ac:picMk id="2" creationId="{474B11CB-7C18-E959-D11E-309A1DA848BB}"/>
          </ac:picMkLst>
        </pc:picChg>
        <pc:picChg chg="mod">
          <ac:chgData name="Mitra, Sayan" userId="5f9b069e-390c-41f3-af3f-6bd4b0fb9710" providerId="ADAL" clId="{BA59B4A1-7C4B-4CCF-AFCF-4791D6EC8B58}" dt="2023-08-09T03:31:08.940" v="2014" actId="1035"/>
          <ac:picMkLst>
            <pc:docMk/>
            <pc:sldMk cId="1730217198" sldId="3328"/>
            <ac:picMk id="4" creationId="{962A0CF1-7C37-0DF3-2DCA-FB862B40EF0A}"/>
          </ac:picMkLst>
        </pc:picChg>
        <pc:picChg chg="mod">
          <ac:chgData name="Mitra, Sayan" userId="5f9b069e-390c-41f3-af3f-6bd4b0fb9710" providerId="ADAL" clId="{BA59B4A1-7C4B-4CCF-AFCF-4791D6EC8B58}" dt="2023-08-09T03:31:08.940" v="2014" actId="1035"/>
          <ac:picMkLst>
            <pc:docMk/>
            <pc:sldMk cId="1730217198" sldId="3328"/>
            <ac:picMk id="7" creationId="{AF347317-2C9C-C02C-0BB4-0241EC894C52}"/>
          </ac:picMkLst>
        </pc:picChg>
        <pc:picChg chg="mod">
          <ac:chgData name="Mitra, Sayan" userId="5f9b069e-390c-41f3-af3f-6bd4b0fb9710" providerId="ADAL" clId="{BA59B4A1-7C4B-4CCF-AFCF-4791D6EC8B58}" dt="2023-08-09T03:31:08.940" v="2014" actId="1035"/>
          <ac:picMkLst>
            <pc:docMk/>
            <pc:sldMk cId="1730217198" sldId="3328"/>
            <ac:picMk id="10" creationId="{853DB497-CE40-24E5-E52F-94C37E7612E5}"/>
          </ac:picMkLst>
        </pc:picChg>
        <pc:picChg chg="mod">
          <ac:chgData name="Mitra, Sayan" userId="5f9b069e-390c-41f3-af3f-6bd4b0fb9710" providerId="ADAL" clId="{BA59B4A1-7C4B-4CCF-AFCF-4791D6EC8B58}" dt="2023-08-09T03:31:08.940" v="2014" actId="1035"/>
          <ac:picMkLst>
            <pc:docMk/>
            <pc:sldMk cId="1730217198" sldId="3328"/>
            <ac:picMk id="13" creationId="{19DA785F-D636-721E-40F3-478760E317F4}"/>
          </ac:picMkLst>
        </pc:picChg>
        <pc:picChg chg="mod">
          <ac:chgData name="Mitra, Sayan" userId="5f9b069e-390c-41f3-af3f-6bd4b0fb9710" providerId="ADAL" clId="{BA59B4A1-7C4B-4CCF-AFCF-4791D6EC8B58}" dt="2023-08-09T03:31:08.940" v="2014" actId="1035"/>
          <ac:picMkLst>
            <pc:docMk/>
            <pc:sldMk cId="1730217198" sldId="3328"/>
            <ac:picMk id="14" creationId="{73F016D0-B8FF-859A-DF71-BEC748FE0DE3}"/>
          </ac:picMkLst>
        </pc:picChg>
        <pc:picChg chg="mod">
          <ac:chgData name="Mitra, Sayan" userId="5f9b069e-390c-41f3-af3f-6bd4b0fb9710" providerId="ADAL" clId="{BA59B4A1-7C4B-4CCF-AFCF-4791D6EC8B58}" dt="2023-08-09T03:31:08.940" v="2014" actId="1035"/>
          <ac:picMkLst>
            <pc:docMk/>
            <pc:sldMk cId="1730217198" sldId="3328"/>
            <ac:picMk id="16" creationId="{CFF92EF9-FB4D-23CB-F332-B6D708C8B774}"/>
          </ac:picMkLst>
        </pc:picChg>
        <pc:picChg chg="mod">
          <ac:chgData name="Mitra, Sayan" userId="5f9b069e-390c-41f3-af3f-6bd4b0fb9710" providerId="ADAL" clId="{BA59B4A1-7C4B-4CCF-AFCF-4791D6EC8B58}" dt="2023-08-09T03:31:08.940" v="2014" actId="1035"/>
          <ac:picMkLst>
            <pc:docMk/>
            <pc:sldMk cId="1730217198" sldId="3328"/>
            <ac:picMk id="31" creationId="{17BDE0CF-5C47-69C2-A6EA-B26A7439FE5C}"/>
          </ac:picMkLst>
        </pc:picChg>
        <pc:picChg chg="mod">
          <ac:chgData name="Mitra, Sayan" userId="5f9b069e-390c-41f3-af3f-6bd4b0fb9710" providerId="ADAL" clId="{BA59B4A1-7C4B-4CCF-AFCF-4791D6EC8B58}" dt="2023-08-09T03:31:08.940" v="2014" actId="1035"/>
          <ac:picMkLst>
            <pc:docMk/>
            <pc:sldMk cId="1730217198" sldId="3328"/>
            <ac:picMk id="32" creationId="{BEEF8CC4-D6AE-E1A0-4C2E-5045911E58F8}"/>
          </ac:picMkLst>
        </pc:picChg>
        <pc:picChg chg="mod">
          <ac:chgData name="Mitra, Sayan" userId="5f9b069e-390c-41f3-af3f-6bd4b0fb9710" providerId="ADAL" clId="{BA59B4A1-7C4B-4CCF-AFCF-4791D6EC8B58}" dt="2023-08-09T03:31:08.940" v="2014" actId="1035"/>
          <ac:picMkLst>
            <pc:docMk/>
            <pc:sldMk cId="1730217198" sldId="3328"/>
            <ac:picMk id="33" creationId="{282DD448-7FA8-ABB1-AE39-017F633B18AA}"/>
          </ac:picMkLst>
        </pc:picChg>
        <pc:picChg chg="mod">
          <ac:chgData name="Mitra, Sayan" userId="5f9b069e-390c-41f3-af3f-6bd4b0fb9710" providerId="ADAL" clId="{BA59B4A1-7C4B-4CCF-AFCF-4791D6EC8B58}" dt="2023-08-09T03:31:08.940" v="2014" actId="1035"/>
          <ac:picMkLst>
            <pc:docMk/>
            <pc:sldMk cId="1730217198" sldId="3328"/>
            <ac:picMk id="34" creationId="{A0DE7832-7801-A272-C32C-4153E7069943}"/>
          </ac:picMkLst>
        </pc:picChg>
        <pc:picChg chg="mod">
          <ac:chgData name="Mitra, Sayan" userId="5f9b069e-390c-41f3-af3f-6bd4b0fb9710" providerId="ADAL" clId="{BA59B4A1-7C4B-4CCF-AFCF-4791D6EC8B58}" dt="2023-08-09T03:31:08.940" v="2014" actId="1035"/>
          <ac:picMkLst>
            <pc:docMk/>
            <pc:sldMk cId="1730217198" sldId="3328"/>
            <ac:picMk id="105" creationId="{00000000-0000-0000-0000-000000000000}"/>
          </ac:picMkLst>
        </pc:picChg>
        <pc:cxnChg chg="mod">
          <ac:chgData name="Mitra, Sayan" userId="5f9b069e-390c-41f3-af3f-6bd4b0fb9710" providerId="ADAL" clId="{BA59B4A1-7C4B-4CCF-AFCF-4791D6EC8B58}" dt="2023-08-09T03:31:08.940" v="2014" actId="1035"/>
          <ac:cxnSpMkLst>
            <pc:docMk/>
            <pc:sldMk cId="1730217198" sldId="3328"/>
            <ac:cxnSpMk id="88" creationId="{00000000-0000-0000-0000-000000000000}"/>
          </ac:cxnSpMkLst>
        </pc:cxnChg>
      </pc:sldChg>
      <pc:sldChg chg="del">
        <pc:chgData name="Mitra, Sayan" userId="5f9b069e-390c-41f3-af3f-6bd4b0fb9710" providerId="ADAL" clId="{BA59B4A1-7C4B-4CCF-AFCF-4791D6EC8B58}" dt="2023-08-09T00:30:31.386" v="243" actId="47"/>
        <pc:sldMkLst>
          <pc:docMk/>
          <pc:sldMk cId="3627085183" sldId="6187"/>
        </pc:sldMkLst>
      </pc:sldChg>
      <pc:sldChg chg="addSp modSp del mod">
        <pc:chgData name="Mitra, Sayan" userId="5f9b069e-390c-41f3-af3f-6bd4b0fb9710" providerId="ADAL" clId="{BA59B4A1-7C4B-4CCF-AFCF-4791D6EC8B58}" dt="2023-08-09T02:55:41.813" v="1311" actId="47"/>
        <pc:sldMkLst>
          <pc:docMk/>
          <pc:sldMk cId="2843776525" sldId="6198"/>
        </pc:sldMkLst>
        <pc:spChg chg="add mod">
          <ac:chgData name="Mitra, Sayan" userId="5f9b069e-390c-41f3-af3f-6bd4b0fb9710" providerId="ADAL" clId="{BA59B4A1-7C4B-4CCF-AFCF-4791D6EC8B58}" dt="2023-08-09T02:41:28.820" v="1076" actId="571"/>
          <ac:spMkLst>
            <pc:docMk/>
            <pc:sldMk cId="2843776525" sldId="6198"/>
            <ac:spMk id="2" creationId="{996C8C7E-BEB6-D108-A62B-5FA0B8160991}"/>
          </ac:spMkLst>
        </pc:spChg>
        <pc:spChg chg="add mod">
          <ac:chgData name="Mitra, Sayan" userId="5f9b069e-390c-41f3-af3f-6bd4b0fb9710" providerId="ADAL" clId="{BA59B4A1-7C4B-4CCF-AFCF-4791D6EC8B58}" dt="2023-08-09T02:41:28.820" v="1076" actId="571"/>
          <ac:spMkLst>
            <pc:docMk/>
            <pc:sldMk cId="2843776525" sldId="6198"/>
            <ac:spMk id="3" creationId="{9EE362D7-FBD0-10C8-68E9-D919E36CC29F}"/>
          </ac:spMkLst>
        </pc:spChg>
        <pc:spChg chg="mod">
          <ac:chgData name="Mitra, Sayan" userId="5f9b069e-390c-41f3-af3f-6bd4b0fb9710" providerId="ADAL" clId="{BA59B4A1-7C4B-4CCF-AFCF-4791D6EC8B58}" dt="2023-08-09T02:41:33.403" v="1077" actId="207"/>
          <ac:spMkLst>
            <pc:docMk/>
            <pc:sldMk cId="2843776525" sldId="6198"/>
            <ac:spMk id="4" creationId="{CC255A50-C644-533D-31F5-4E28E8A4AC0D}"/>
          </ac:spMkLst>
        </pc:spChg>
        <pc:spChg chg="mod">
          <ac:chgData name="Mitra, Sayan" userId="5f9b069e-390c-41f3-af3f-6bd4b0fb9710" providerId="ADAL" clId="{BA59B4A1-7C4B-4CCF-AFCF-4791D6EC8B58}" dt="2023-08-09T02:41:33.403" v="1077" actId="207"/>
          <ac:spMkLst>
            <pc:docMk/>
            <pc:sldMk cId="2843776525" sldId="6198"/>
            <ac:spMk id="5" creationId="{6F416005-0192-AE2D-568E-D3CA023F11D6}"/>
          </ac:spMkLst>
        </pc:spChg>
        <pc:spChg chg="add mod">
          <ac:chgData name="Mitra, Sayan" userId="5f9b069e-390c-41f3-af3f-6bd4b0fb9710" providerId="ADAL" clId="{BA59B4A1-7C4B-4CCF-AFCF-4791D6EC8B58}" dt="2023-08-09T02:41:28.820" v="1076" actId="571"/>
          <ac:spMkLst>
            <pc:docMk/>
            <pc:sldMk cId="2843776525" sldId="6198"/>
            <ac:spMk id="6" creationId="{0A30BD41-91AB-62E3-2EF4-E77632338852}"/>
          </ac:spMkLst>
        </pc:spChg>
        <pc:spChg chg="add mod">
          <ac:chgData name="Mitra, Sayan" userId="5f9b069e-390c-41f3-af3f-6bd4b0fb9710" providerId="ADAL" clId="{BA59B4A1-7C4B-4CCF-AFCF-4791D6EC8B58}" dt="2023-08-09T02:41:28.820" v="1076" actId="571"/>
          <ac:spMkLst>
            <pc:docMk/>
            <pc:sldMk cId="2843776525" sldId="6198"/>
            <ac:spMk id="12" creationId="{76C53517-693F-F9A2-60DC-05733D716FE3}"/>
          </ac:spMkLst>
        </pc:spChg>
        <pc:spChg chg="mod">
          <ac:chgData name="Mitra, Sayan" userId="5f9b069e-390c-41f3-af3f-6bd4b0fb9710" providerId="ADAL" clId="{BA59B4A1-7C4B-4CCF-AFCF-4791D6EC8B58}" dt="2023-08-09T02:41:10.317" v="1071" actId="208"/>
          <ac:spMkLst>
            <pc:docMk/>
            <pc:sldMk cId="2843776525" sldId="6198"/>
            <ac:spMk id="61" creationId="{566FB313-EB40-4720-83B9-63C7F08AAFA0}"/>
          </ac:spMkLst>
        </pc:spChg>
        <pc:spChg chg="mod">
          <ac:chgData name="Mitra, Sayan" userId="5f9b069e-390c-41f3-af3f-6bd4b0fb9710" providerId="ADAL" clId="{BA59B4A1-7C4B-4CCF-AFCF-4791D6EC8B58}" dt="2023-08-09T02:40:20.939" v="1065" actId="1076"/>
          <ac:spMkLst>
            <pc:docMk/>
            <pc:sldMk cId="2843776525" sldId="6198"/>
            <ac:spMk id="66" creationId="{842E14E8-DCF0-4845-9EA2-73ACA719299E}"/>
          </ac:spMkLst>
        </pc:spChg>
        <pc:spChg chg="mod">
          <ac:chgData name="Mitra, Sayan" userId="5f9b069e-390c-41f3-af3f-6bd4b0fb9710" providerId="ADAL" clId="{BA59B4A1-7C4B-4CCF-AFCF-4791D6EC8B58}" dt="2023-08-09T02:40:40.086" v="1067" actId="207"/>
          <ac:spMkLst>
            <pc:docMk/>
            <pc:sldMk cId="2843776525" sldId="6198"/>
            <ac:spMk id="67" creationId="{6A5B0F3A-17CF-4EE7-B022-52286E14C876}"/>
          </ac:spMkLst>
        </pc:spChg>
        <pc:spChg chg="mod">
          <ac:chgData name="Mitra, Sayan" userId="5f9b069e-390c-41f3-af3f-6bd4b0fb9710" providerId="ADAL" clId="{BA59B4A1-7C4B-4CCF-AFCF-4791D6EC8B58}" dt="2023-08-09T02:41:23.377" v="1074" actId="207"/>
          <ac:spMkLst>
            <pc:docMk/>
            <pc:sldMk cId="2843776525" sldId="6198"/>
            <ac:spMk id="68" creationId="{7724315D-1721-4A75-97DB-9E0426708DAB}"/>
          </ac:spMkLst>
        </pc:spChg>
        <pc:spChg chg="mod">
          <ac:chgData name="Mitra, Sayan" userId="5f9b069e-390c-41f3-af3f-6bd4b0fb9710" providerId="ADAL" clId="{BA59B4A1-7C4B-4CCF-AFCF-4791D6EC8B58}" dt="2023-08-09T02:41:23.377" v="1074" actId="207"/>
          <ac:spMkLst>
            <pc:docMk/>
            <pc:sldMk cId="2843776525" sldId="6198"/>
            <ac:spMk id="69" creationId="{A7F8C70F-0D99-4D36-A609-601AEA2C4C42}"/>
          </ac:spMkLst>
        </pc:spChg>
        <pc:spChg chg="mod">
          <ac:chgData name="Mitra, Sayan" userId="5f9b069e-390c-41f3-af3f-6bd4b0fb9710" providerId="ADAL" clId="{BA59B4A1-7C4B-4CCF-AFCF-4791D6EC8B58}" dt="2023-08-09T02:41:13.716" v="1072" actId="208"/>
          <ac:spMkLst>
            <pc:docMk/>
            <pc:sldMk cId="2843776525" sldId="6198"/>
            <ac:spMk id="70" creationId="{77D4CB37-F685-45A6-8DDD-D57661B15257}"/>
          </ac:spMkLst>
        </pc:spChg>
        <pc:spChg chg="mod">
          <ac:chgData name="Mitra, Sayan" userId="5f9b069e-390c-41f3-af3f-6bd4b0fb9710" providerId="ADAL" clId="{BA59B4A1-7C4B-4CCF-AFCF-4791D6EC8B58}" dt="2023-08-09T02:41:33.403" v="1077" actId="207"/>
          <ac:spMkLst>
            <pc:docMk/>
            <pc:sldMk cId="2843776525" sldId="6198"/>
            <ac:spMk id="160" creationId="{66EC6520-0908-416C-B513-02D2E5435B2E}"/>
          </ac:spMkLst>
        </pc:spChg>
        <pc:spChg chg="mod">
          <ac:chgData name="Mitra, Sayan" userId="5f9b069e-390c-41f3-af3f-6bd4b0fb9710" providerId="ADAL" clId="{BA59B4A1-7C4B-4CCF-AFCF-4791D6EC8B58}" dt="2023-08-09T02:41:33.403" v="1077" actId="207"/>
          <ac:spMkLst>
            <pc:docMk/>
            <pc:sldMk cId="2843776525" sldId="6198"/>
            <ac:spMk id="163" creationId="{4AA1C2E3-8C5E-4769-B2DC-0858B3545ACE}"/>
          </ac:spMkLst>
        </pc:spChg>
        <pc:spChg chg="mod">
          <ac:chgData name="Mitra, Sayan" userId="5f9b069e-390c-41f3-af3f-6bd4b0fb9710" providerId="ADAL" clId="{BA59B4A1-7C4B-4CCF-AFCF-4791D6EC8B58}" dt="2023-08-09T02:41:33.403" v="1077" actId="207"/>
          <ac:spMkLst>
            <pc:docMk/>
            <pc:sldMk cId="2843776525" sldId="6198"/>
            <ac:spMk id="166" creationId="{065174F0-B1F2-4361-93C9-018F0BD01CA6}"/>
          </ac:spMkLst>
        </pc:spChg>
        <pc:spChg chg="mod">
          <ac:chgData name="Mitra, Sayan" userId="5f9b069e-390c-41f3-af3f-6bd4b0fb9710" providerId="ADAL" clId="{BA59B4A1-7C4B-4CCF-AFCF-4791D6EC8B58}" dt="2023-08-09T02:40:53.708" v="1069" actId="207"/>
          <ac:spMkLst>
            <pc:docMk/>
            <pc:sldMk cId="2843776525" sldId="6198"/>
            <ac:spMk id="170" creationId="{1B35CAAB-E7EE-4ABB-A06D-351F5D0F1747}"/>
          </ac:spMkLst>
        </pc:spChg>
        <pc:grpChg chg="mod">
          <ac:chgData name="Mitra, Sayan" userId="5f9b069e-390c-41f3-af3f-6bd4b0fb9710" providerId="ADAL" clId="{BA59B4A1-7C4B-4CCF-AFCF-4791D6EC8B58}" dt="2023-08-09T02:41:28.820" v="1076" actId="571"/>
          <ac:grpSpMkLst>
            <pc:docMk/>
            <pc:sldMk cId="2843776525" sldId="6198"/>
            <ac:grpSpMk id="11" creationId="{EC19C175-E4D4-D30B-9FFA-3662C9F7EBE1}"/>
          </ac:grpSpMkLst>
        </pc:grpChg>
      </pc:sldChg>
      <pc:sldChg chg="del">
        <pc:chgData name="Mitra, Sayan" userId="5f9b069e-390c-41f3-af3f-6bd4b0fb9710" providerId="ADAL" clId="{BA59B4A1-7C4B-4CCF-AFCF-4791D6EC8B58}" dt="2023-08-09T00:31:53.706" v="246" actId="47"/>
        <pc:sldMkLst>
          <pc:docMk/>
          <pc:sldMk cId="3576935063" sldId="6238"/>
        </pc:sldMkLst>
      </pc:sldChg>
      <pc:sldChg chg="modSp mod">
        <pc:chgData name="Mitra, Sayan" userId="5f9b069e-390c-41f3-af3f-6bd4b0fb9710" providerId="ADAL" clId="{BA59B4A1-7C4B-4CCF-AFCF-4791D6EC8B58}" dt="2023-08-09T03:10:53.278" v="1604" actId="207"/>
        <pc:sldMkLst>
          <pc:docMk/>
          <pc:sldMk cId="2952623305" sldId="6239"/>
        </pc:sldMkLst>
        <pc:spChg chg="mod">
          <ac:chgData name="Mitra, Sayan" userId="5f9b069e-390c-41f3-af3f-6bd4b0fb9710" providerId="ADAL" clId="{BA59B4A1-7C4B-4CCF-AFCF-4791D6EC8B58}" dt="2023-08-09T03:08:12.612" v="1555" actId="20577"/>
          <ac:spMkLst>
            <pc:docMk/>
            <pc:sldMk cId="2952623305" sldId="6239"/>
            <ac:spMk id="6" creationId="{00000000-0000-0000-0000-000000000000}"/>
          </ac:spMkLst>
        </pc:spChg>
        <pc:spChg chg="mod">
          <ac:chgData name="Mitra, Sayan" userId="5f9b069e-390c-41f3-af3f-6bd4b0fb9710" providerId="ADAL" clId="{BA59B4A1-7C4B-4CCF-AFCF-4791D6EC8B58}" dt="2023-08-09T03:08:31.802" v="1586" actId="20577"/>
          <ac:spMkLst>
            <pc:docMk/>
            <pc:sldMk cId="2952623305" sldId="6239"/>
            <ac:spMk id="29" creationId="{00000000-0000-0000-0000-000000000000}"/>
          </ac:spMkLst>
        </pc:spChg>
        <pc:spChg chg="mod">
          <ac:chgData name="Mitra, Sayan" userId="5f9b069e-390c-41f3-af3f-6bd4b0fb9710" providerId="ADAL" clId="{BA59B4A1-7C4B-4CCF-AFCF-4791D6EC8B58}" dt="2023-08-09T03:08:57.987" v="1591" actId="6549"/>
          <ac:spMkLst>
            <pc:docMk/>
            <pc:sldMk cId="2952623305" sldId="6239"/>
            <ac:spMk id="30" creationId="{00000000-0000-0000-0000-000000000000}"/>
          </ac:spMkLst>
        </pc:spChg>
        <pc:spChg chg="mod">
          <ac:chgData name="Mitra, Sayan" userId="5f9b069e-390c-41f3-af3f-6bd4b0fb9710" providerId="ADAL" clId="{BA59B4A1-7C4B-4CCF-AFCF-4791D6EC8B58}" dt="2023-08-09T03:10:53.278" v="1604" actId="207"/>
          <ac:spMkLst>
            <pc:docMk/>
            <pc:sldMk cId="2952623305" sldId="6239"/>
            <ac:spMk id="40" creationId="{00000000-0000-0000-0000-000000000000}"/>
          </ac:spMkLst>
        </pc:spChg>
        <pc:spChg chg="mod">
          <ac:chgData name="Mitra, Sayan" userId="5f9b069e-390c-41f3-af3f-6bd4b0fb9710" providerId="ADAL" clId="{BA59B4A1-7C4B-4CCF-AFCF-4791D6EC8B58}" dt="2023-08-09T03:07:34.888" v="1527" actId="20577"/>
          <ac:spMkLst>
            <pc:docMk/>
            <pc:sldMk cId="2952623305" sldId="6239"/>
            <ac:spMk id="63" creationId="{08567972-DA6F-437A-B80F-7AE5BA54BA95}"/>
          </ac:spMkLst>
        </pc:spChg>
        <pc:spChg chg="mod">
          <ac:chgData name="Mitra, Sayan" userId="5f9b069e-390c-41f3-af3f-6bd4b0fb9710" providerId="ADAL" clId="{BA59B4A1-7C4B-4CCF-AFCF-4791D6EC8B58}" dt="2023-08-09T03:07:46.564" v="1534" actId="20577"/>
          <ac:spMkLst>
            <pc:docMk/>
            <pc:sldMk cId="2952623305" sldId="6239"/>
            <ac:spMk id="66" creationId="{4F123907-4FFF-40DB-BB7D-B00D1F8ADC1E}"/>
          </ac:spMkLst>
        </pc:spChg>
        <pc:spChg chg="mod">
          <ac:chgData name="Mitra, Sayan" userId="5f9b069e-390c-41f3-af3f-6bd4b0fb9710" providerId="ADAL" clId="{BA59B4A1-7C4B-4CCF-AFCF-4791D6EC8B58}" dt="2023-08-09T03:08:02.564" v="1543" actId="6549"/>
          <ac:spMkLst>
            <pc:docMk/>
            <pc:sldMk cId="2952623305" sldId="6239"/>
            <ac:spMk id="69" creationId="{BD1779DB-6D73-4CBB-9341-9E4CD28B4025}"/>
          </ac:spMkLst>
        </pc:spChg>
        <pc:spChg chg="mod">
          <ac:chgData name="Mitra, Sayan" userId="5f9b069e-390c-41f3-af3f-6bd4b0fb9710" providerId="ADAL" clId="{BA59B4A1-7C4B-4CCF-AFCF-4791D6EC8B58}" dt="2023-08-09T02:59:24.600" v="1487" actId="20577"/>
          <ac:spMkLst>
            <pc:docMk/>
            <pc:sldMk cId="2952623305" sldId="6239"/>
            <ac:spMk id="92" creationId="{00000000-0000-0000-0000-000000000000}"/>
          </ac:spMkLst>
        </pc:spChg>
        <pc:spChg chg="mod">
          <ac:chgData name="Mitra, Sayan" userId="5f9b069e-390c-41f3-af3f-6bd4b0fb9710" providerId="ADAL" clId="{BA59B4A1-7C4B-4CCF-AFCF-4791D6EC8B58}" dt="2023-08-09T03:10:44.648" v="1602" actId="208"/>
          <ac:spMkLst>
            <pc:docMk/>
            <pc:sldMk cId="2952623305" sldId="6239"/>
            <ac:spMk id="96" creationId="{595DC675-922B-4430-92F5-F16D30AA31E4}"/>
          </ac:spMkLst>
        </pc:spChg>
        <pc:picChg chg="mod">
          <ac:chgData name="Mitra, Sayan" userId="5f9b069e-390c-41f3-af3f-6bd4b0fb9710" providerId="ADAL" clId="{BA59B4A1-7C4B-4CCF-AFCF-4791D6EC8B58}" dt="2023-08-09T03:09:47.886" v="1600" actId="1036"/>
          <ac:picMkLst>
            <pc:docMk/>
            <pc:sldMk cId="2952623305" sldId="6239"/>
            <ac:picMk id="2" creationId="{12A8EB1E-0F70-783D-CBAF-8934B29975D2}"/>
          </ac:picMkLst>
        </pc:picChg>
      </pc:sldChg>
      <pc:sldChg chg="addSp delSp modSp mod">
        <pc:chgData name="Mitra, Sayan" userId="5f9b069e-390c-41f3-af3f-6bd4b0fb9710" providerId="ADAL" clId="{BA59B4A1-7C4B-4CCF-AFCF-4791D6EC8B58}" dt="2023-08-09T04:08:57.313" v="2492" actId="1076"/>
        <pc:sldMkLst>
          <pc:docMk/>
          <pc:sldMk cId="940398634" sldId="2147374239"/>
        </pc:sldMkLst>
        <pc:spChg chg="add mod">
          <ac:chgData name="Mitra, Sayan" userId="5f9b069e-390c-41f3-af3f-6bd4b0fb9710" providerId="ADAL" clId="{BA59B4A1-7C4B-4CCF-AFCF-4791D6EC8B58}" dt="2023-08-09T01:01:50.393" v="640" actId="1038"/>
          <ac:spMkLst>
            <pc:docMk/>
            <pc:sldMk cId="940398634" sldId="2147374239"/>
            <ac:spMk id="3" creationId="{6D61EC64-D34C-655C-BE24-B02D116EEC1F}"/>
          </ac:spMkLst>
        </pc:spChg>
        <pc:spChg chg="add mod">
          <ac:chgData name="Mitra, Sayan" userId="5f9b069e-390c-41f3-af3f-6bd4b0fb9710" providerId="ADAL" clId="{BA59B4A1-7C4B-4CCF-AFCF-4791D6EC8B58}" dt="2023-08-09T04:08:57.313" v="2492" actId="1076"/>
          <ac:spMkLst>
            <pc:docMk/>
            <pc:sldMk cId="940398634" sldId="2147374239"/>
            <ac:spMk id="4" creationId="{533C9099-19D1-CE2D-C3B7-3E702EC4F411}"/>
          </ac:spMkLst>
        </pc:spChg>
        <pc:spChg chg="del">
          <ac:chgData name="Mitra, Sayan" userId="5f9b069e-390c-41f3-af3f-6bd4b0fb9710" providerId="ADAL" clId="{BA59B4A1-7C4B-4CCF-AFCF-4791D6EC8B58}" dt="2023-08-09T00:33:12.512" v="256" actId="478"/>
          <ac:spMkLst>
            <pc:docMk/>
            <pc:sldMk cId="940398634" sldId="2147374239"/>
            <ac:spMk id="5" creationId="{C2A05D1A-92F6-4990-9847-FA6B098A9F19}"/>
          </ac:spMkLst>
        </pc:spChg>
        <pc:spChg chg="mod">
          <ac:chgData name="Mitra, Sayan" userId="5f9b069e-390c-41f3-af3f-6bd4b0fb9710" providerId="ADAL" clId="{BA59B4A1-7C4B-4CCF-AFCF-4791D6EC8B58}" dt="2023-08-09T00:33:20.735" v="271" actId="1035"/>
          <ac:spMkLst>
            <pc:docMk/>
            <pc:sldMk cId="940398634" sldId="2147374239"/>
            <ac:spMk id="14" creationId="{71861A09-F6F0-4C19-802D-DE6518AD58BF}"/>
          </ac:spMkLst>
        </pc:spChg>
        <pc:spChg chg="mod">
          <ac:chgData name="Mitra, Sayan" userId="5f9b069e-390c-41f3-af3f-6bd4b0fb9710" providerId="ADAL" clId="{BA59B4A1-7C4B-4CCF-AFCF-4791D6EC8B58}" dt="2023-08-09T00:33:20.735" v="271" actId="1035"/>
          <ac:spMkLst>
            <pc:docMk/>
            <pc:sldMk cId="940398634" sldId="2147374239"/>
            <ac:spMk id="15" creationId="{02CECE55-F9F3-442D-8242-8736A2F09409}"/>
          </ac:spMkLst>
        </pc:spChg>
        <pc:spChg chg="mod">
          <ac:chgData name="Mitra, Sayan" userId="5f9b069e-390c-41f3-af3f-6bd4b0fb9710" providerId="ADAL" clId="{BA59B4A1-7C4B-4CCF-AFCF-4791D6EC8B58}" dt="2023-08-09T00:33:20.735" v="271" actId="1035"/>
          <ac:spMkLst>
            <pc:docMk/>
            <pc:sldMk cId="940398634" sldId="2147374239"/>
            <ac:spMk id="16" creationId="{342A4E7A-A5F0-4D02-84BD-53E86171F16D}"/>
          </ac:spMkLst>
        </pc:spChg>
        <pc:spChg chg="mod">
          <ac:chgData name="Mitra, Sayan" userId="5f9b069e-390c-41f3-af3f-6bd4b0fb9710" providerId="ADAL" clId="{BA59B4A1-7C4B-4CCF-AFCF-4791D6EC8B58}" dt="2023-08-09T00:59:52.114" v="300" actId="255"/>
          <ac:spMkLst>
            <pc:docMk/>
            <pc:sldMk cId="940398634" sldId="2147374239"/>
            <ac:spMk id="24" creationId="{82DEC17D-3607-4D5F-8EBD-3DBE78D792EA}"/>
          </ac:spMkLst>
        </pc:spChg>
        <pc:picChg chg="mod">
          <ac:chgData name="Mitra, Sayan" userId="5f9b069e-390c-41f3-af3f-6bd4b0fb9710" providerId="ADAL" clId="{BA59B4A1-7C4B-4CCF-AFCF-4791D6EC8B58}" dt="2023-08-09T00:33:20.735" v="271" actId="1035"/>
          <ac:picMkLst>
            <pc:docMk/>
            <pc:sldMk cId="940398634" sldId="2147374239"/>
            <ac:picMk id="6" creationId="{14729B1C-A48D-42FB-993A-AE926764F349}"/>
          </ac:picMkLst>
        </pc:picChg>
        <pc:picChg chg="mod">
          <ac:chgData name="Mitra, Sayan" userId="5f9b069e-390c-41f3-af3f-6bd4b0fb9710" providerId="ADAL" clId="{BA59B4A1-7C4B-4CCF-AFCF-4791D6EC8B58}" dt="2023-08-09T00:33:20.735" v="271" actId="1035"/>
          <ac:picMkLst>
            <pc:docMk/>
            <pc:sldMk cId="940398634" sldId="2147374239"/>
            <ac:picMk id="7" creationId="{892CABC3-A72F-4FAA-8E84-E930777961FD}"/>
          </ac:picMkLst>
        </pc:picChg>
        <pc:picChg chg="mod">
          <ac:chgData name="Mitra, Sayan" userId="5f9b069e-390c-41f3-af3f-6bd4b0fb9710" providerId="ADAL" clId="{BA59B4A1-7C4B-4CCF-AFCF-4791D6EC8B58}" dt="2023-08-09T00:33:20.735" v="271" actId="1035"/>
          <ac:picMkLst>
            <pc:docMk/>
            <pc:sldMk cId="940398634" sldId="2147374239"/>
            <ac:picMk id="8" creationId="{345F60BD-2F22-4CCD-9145-B4D2DCC7219E}"/>
          </ac:picMkLst>
        </pc:picChg>
        <pc:picChg chg="mod">
          <ac:chgData name="Mitra, Sayan" userId="5f9b069e-390c-41f3-af3f-6bd4b0fb9710" providerId="ADAL" clId="{BA59B4A1-7C4B-4CCF-AFCF-4791D6EC8B58}" dt="2023-08-09T00:33:20.735" v="271" actId="1035"/>
          <ac:picMkLst>
            <pc:docMk/>
            <pc:sldMk cId="940398634" sldId="2147374239"/>
            <ac:picMk id="9" creationId="{228A9F47-AB73-4232-9EDB-FDAE3F956F54}"/>
          </ac:picMkLst>
        </pc:picChg>
        <pc:picChg chg="mod">
          <ac:chgData name="Mitra, Sayan" userId="5f9b069e-390c-41f3-af3f-6bd4b0fb9710" providerId="ADAL" clId="{BA59B4A1-7C4B-4CCF-AFCF-4791D6EC8B58}" dt="2023-08-09T00:33:20.735" v="271" actId="1035"/>
          <ac:picMkLst>
            <pc:docMk/>
            <pc:sldMk cId="940398634" sldId="2147374239"/>
            <ac:picMk id="10" creationId="{EDC70004-F8B1-419A-A540-507A018E891E}"/>
          </ac:picMkLst>
        </pc:picChg>
        <pc:picChg chg="mod">
          <ac:chgData name="Mitra, Sayan" userId="5f9b069e-390c-41f3-af3f-6bd4b0fb9710" providerId="ADAL" clId="{BA59B4A1-7C4B-4CCF-AFCF-4791D6EC8B58}" dt="2023-08-09T00:33:20.735" v="271" actId="1035"/>
          <ac:picMkLst>
            <pc:docMk/>
            <pc:sldMk cId="940398634" sldId="2147374239"/>
            <ac:picMk id="13" creationId="{7C5C2F4A-B6AA-4579-B4DC-2A3A19F5DDD9}"/>
          </ac:picMkLst>
        </pc:picChg>
      </pc:sldChg>
      <pc:sldChg chg="addSp delSp modSp mod">
        <pc:chgData name="Mitra, Sayan" userId="5f9b069e-390c-41f3-af3f-6bd4b0fb9710" providerId="ADAL" clId="{BA59B4A1-7C4B-4CCF-AFCF-4791D6EC8B58}" dt="2023-08-09T04:09:23.921" v="2497"/>
        <pc:sldMkLst>
          <pc:docMk/>
          <pc:sldMk cId="791165860" sldId="2147374240"/>
        </pc:sldMkLst>
        <pc:spChg chg="add mod">
          <ac:chgData name="Mitra, Sayan" userId="5f9b069e-390c-41f3-af3f-6bd4b0fb9710" providerId="ADAL" clId="{BA59B4A1-7C4B-4CCF-AFCF-4791D6EC8B58}" dt="2023-08-09T01:01:57.086" v="641"/>
          <ac:spMkLst>
            <pc:docMk/>
            <pc:sldMk cId="791165860" sldId="2147374240"/>
            <ac:spMk id="2" creationId="{42A3768D-3557-9E7D-CA33-894D1FC00258}"/>
          </ac:spMkLst>
        </pc:spChg>
        <pc:spChg chg="add del mod">
          <ac:chgData name="Mitra, Sayan" userId="5f9b069e-390c-41f3-af3f-6bd4b0fb9710" providerId="ADAL" clId="{BA59B4A1-7C4B-4CCF-AFCF-4791D6EC8B58}" dt="2023-08-09T04:09:02.864" v="2493" actId="478"/>
          <ac:spMkLst>
            <pc:docMk/>
            <pc:sldMk cId="791165860" sldId="2147374240"/>
            <ac:spMk id="3" creationId="{64549CA8-9BEF-176B-53F5-D178F297F5AB}"/>
          </ac:spMkLst>
        </pc:spChg>
        <pc:spChg chg="add mod">
          <ac:chgData name="Mitra, Sayan" userId="5f9b069e-390c-41f3-af3f-6bd4b0fb9710" providerId="ADAL" clId="{BA59B4A1-7C4B-4CCF-AFCF-4791D6EC8B58}" dt="2023-08-09T04:09:23.921" v="2497"/>
          <ac:spMkLst>
            <pc:docMk/>
            <pc:sldMk cId="791165860" sldId="2147374240"/>
            <ac:spMk id="4" creationId="{F3FEC35B-48A3-0B00-B682-9E17B87AC0B9}"/>
          </ac:spMkLst>
        </pc:spChg>
        <pc:spChg chg="mod">
          <ac:chgData name="Mitra, Sayan" userId="5f9b069e-390c-41f3-af3f-6bd4b0fb9710" providerId="ADAL" clId="{BA59B4A1-7C4B-4CCF-AFCF-4791D6EC8B58}" dt="2023-08-09T03:11:58.898" v="1605"/>
          <ac:spMkLst>
            <pc:docMk/>
            <pc:sldMk cId="791165860" sldId="2147374240"/>
            <ac:spMk id="8" creationId="{C9F3FE1B-6A8A-4453-8150-E16E03E9FD0B}"/>
          </ac:spMkLst>
        </pc:spChg>
      </pc:sldChg>
      <pc:sldChg chg="addSp delSp modSp mod">
        <pc:chgData name="Mitra, Sayan" userId="5f9b069e-390c-41f3-af3f-6bd4b0fb9710" providerId="ADAL" clId="{BA59B4A1-7C4B-4CCF-AFCF-4791D6EC8B58}" dt="2023-08-09T04:09:25.519" v="2498"/>
        <pc:sldMkLst>
          <pc:docMk/>
          <pc:sldMk cId="3122577525" sldId="2147374241"/>
        </pc:sldMkLst>
        <pc:spChg chg="add mod">
          <ac:chgData name="Mitra, Sayan" userId="5f9b069e-390c-41f3-af3f-6bd4b0fb9710" providerId="ADAL" clId="{BA59B4A1-7C4B-4CCF-AFCF-4791D6EC8B58}" dt="2023-08-09T01:02:00.368" v="642"/>
          <ac:spMkLst>
            <pc:docMk/>
            <pc:sldMk cId="3122577525" sldId="2147374241"/>
            <ac:spMk id="3" creationId="{C9798F3D-4D5A-4B14-50D5-ACED413FDFE0}"/>
          </ac:spMkLst>
        </pc:spChg>
        <pc:spChg chg="add del mod">
          <ac:chgData name="Mitra, Sayan" userId="5f9b069e-390c-41f3-af3f-6bd4b0fb9710" providerId="ADAL" clId="{BA59B4A1-7C4B-4CCF-AFCF-4791D6EC8B58}" dt="2023-08-09T04:09:06.287" v="2494" actId="478"/>
          <ac:spMkLst>
            <pc:docMk/>
            <pc:sldMk cId="3122577525" sldId="2147374241"/>
            <ac:spMk id="4" creationId="{58F31B57-6A6D-587C-16F1-53107FA71912}"/>
          </ac:spMkLst>
        </pc:spChg>
        <pc:spChg chg="add mod">
          <ac:chgData name="Mitra, Sayan" userId="5f9b069e-390c-41f3-af3f-6bd4b0fb9710" providerId="ADAL" clId="{BA59B4A1-7C4B-4CCF-AFCF-4791D6EC8B58}" dt="2023-08-09T04:09:25.519" v="2498"/>
          <ac:spMkLst>
            <pc:docMk/>
            <pc:sldMk cId="3122577525" sldId="2147374241"/>
            <ac:spMk id="5" creationId="{4FDAD1A0-FAD9-0837-6725-E6CC22759C32}"/>
          </ac:spMkLst>
        </pc:spChg>
        <pc:spChg chg="mod">
          <ac:chgData name="Mitra, Sayan" userId="5f9b069e-390c-41f3-af3f-6bd4b0fb9710" providerId="ADAL" clId="{BA59B4A1-7C4B-4CCF-AFCF-4791D6EC8B58}" dt="2023-08-09T03:12:03.347" v="1606"/>
          <ac:spMkLst>
            <pc:docMk/>
            <pc:sldMk cId="3122577525" sldId="2147374241"/>
            <ac:spMk id="8" creationId="{C9F3FE1B-6A8A-4453-8150-E16E03E9FD0B}"/>
          </ac:spMkLst>
        </pc:spChg>
      </pc:sldChg>
      <pc:sldChg chg="addSp delSp modSp mod">
        <pc:chgData name="Mitra, Sayan" userId="5f9b069e-390c-41f3-af3f-6bd4b0fb9710" providerId="ADAL" clId="{BA59B4A1-7C4B-4CCF-AFCF-4791D6EC8B58}" dt="2023-08-09T04:09:27.170" v="2499"/>
        <pc:sldMkLst>
          <pc:docMk/>
          <pc:sldMk cId="3225141042" sldId="2147374243"/>
        </pc:sldMkLst>
        <pc:spChg chg="add del mod">
          <ac:chgData name="Mitra, Sayan" userId="5f9b069e-390c-41f3-af3f-6bd4b0fb9710" providerId="ADAL" clId="{BA59B4A1-7C4B-4CCF-AFCF-4791D6EC8B58}" dt="2023-08-09T01:02:09.552" v="646"/>
          <ac:spMkLst>
            <pc:docMk/>
            <pc:sldMk cId="3225141042" sldId="2147374243"/>
            <ac:spMk id="2" creationId="{07004FD1-B6AB-7D4C-261A-844ECD8B4724}"/>
          </ac:spMkLst>
        </pc:spChg>
        <pc:spChg chg="add del mod">
          <ac:chgData name="Mitra, Sayan" userId="5f9b069e-390c-41f3-af3f-6bd4b0fb9710" providerId="ADAL" clId="{BA59B4A1-7C4B-4CCF-AFCF-4791D6EC8B58}" dt="2023-08-09T04:09:10.229" v="2495" actId="478"/>
          <ac:spMkLst>
            <pc:docMk/>
            <pc:sldMk cId="3225141042" sldId="2147374243"/>
            <ac:spMk id="2" creationId="{BEA33C6F-7120-142F-45CB-09D2F0252A91}"/>
          </ac:spMkLst>
        </pc:spChg>
        <pc:spChg chg="add mod">
          <ac:chgData name="Mitra, Sayan" userId="5f9b069e-390c-41f3-af3f-6bd4b0fb9710" providerId="ADAL" clId="{BA59B4A1-7C4B-4CCF-AFCF-4791D6EC8B58}" dt="2023-08-09T01:02:11.170" v="647"/>
          <ac:spMkLst>
            <pc:docMk/>
            <pc:sldMk cId="3225141042" sldId="2147374243"/>
            <ac:spMk id="3" creationId="{18DD655C-BD7E-5A5F-5222-CAE0312B65B6}"/>
          </ac:spMkLst>
        </pc:spChg>
        <pc:spChg chg="add mod">
          <ac:chgData name="Mitra, Sayan" userId="5f9b069e-390c-41f3-af3f-6bd4b0fb9710" providerId="ADAL" clId="{BA59B4A1-7C4B-4CCF-AFCF-4791D6EC8B58}" dt="2023-08-09T04:09:27.170" v="2499"/>
          <ac:spMkLst>
            <pc:docMk/>
            <pc:sldMk cId="3225141042" sldId="2147374243"/>
            <ac:spMk id="4" creationId="{2244CDE7-3446-C7FB-4143-3817BCE59BB7}"/>
          </ac:spMkLst>
        </pc:spChg>
        <pc:spChg chg="mod">
          <ac:chgData name="Mitra, Sayan" userId="5f9b069e-390c-41f3-af3f-6bd4b0fb9710" providerId="ADAL" clId="{BA59B4A1-7C4B-4CCF-AFCF-4791D6EC8B58}" dt="2023-08-09T03:12:07.741" v="1607"/>
          <ac:spMkLst>
            <pc:docMk/>
            <pc:sldMk cId="3225141042" sldId="2147374243"/>
            <ac:spMk id="8" creationId="{C9F3FE1B-6A8A-4453-8150-E16E03E9FD0B}"/>
          </ac:spMkLst>
        </pc:spChg>
        <pc:spChg chg="mod">
          <ac:chgData name="Mitra, Sayan" userId="5f9b069e-390c-41f3-af3f-6bd4b0fb9710" providerId="ADAL" clId="{BA59B4A1-7C4B-4CCF-AFCF-4791D6EC8B58}" dt="2023-08-09T01:02:42.707" v="680" actId="1036"/>
          <ac:spMkLst>
            <pc:docMk/>
            <pc:sldMk cId="3225141042" sldId="2147374243"/>
            <ac:spMk id="14" creationId="{3329215D-F806-9A70-28E3-2C44B3D66135}"/>
          </ac:spMkLst>
        </pc:spChg>
        <pc:picChg chg="mod">
          <ac:chgData name="Mitra, Sayan" userId="5f9b069e-390c-41f3-af3f-6bd4b0fb9710" providerId="ADAL" clId="{BA59B4A1-7C4B-4CCF-AFCF-4791D6EC8B58}" dt="2023-08-09T01:04:56.027" v="751"/>
          <ac:picMkLst>
            <pc:docMk/>
            <pc:sldMk cId="3225141042" sldId="2147374243"/>
            <ac:picMk id="13" creationId="{F0E601EC-29DB-3FAE-8F49-1BE82AD1846D}"/>
          </ac:picMkLst>
        </pc:picChg>
        <pc:picChg chg="del">
          <ac:chgData name="Mitra, Sayan" userId="5f9b069e-390c-41f3-af3f-6bd4b0fb9710" providerId="ADAL" clId="{BA59B4A1-7C4B-4CCF-AFCF-4791D6EC8B58}" dt="2023-08-09T01:05:45.610" v="802" actId="478"/>
          <ac:picMkLst>
            <pc:docMk/>
            <pc:sldMk cId="3225141042" sldId="2147374243"/>
            <ac:picMk id="16" creationId="{6F81BAA2-A01E-5C7F-7F94-028B19437FF7}"/>
          </ac:picMkLst>
        </pc:picChg>
      </pc:sldChg>
      <pc:sldChg chg="addSp delSp modSp mod">
        <pc:chgData name="Mitra, Sayan" userId="5f9b069e-390c-41f3-af3f-6bd4b0fb9710" providerId="ADAL" clId="{BA59B4A1-7C4B-4CCF-AFCF-4791D6EC8B58}" dt="2023-08-09T04:09:30.493" v="2500"/>
        <pc:sldMkLst>
          <pc:docMk/>
          <pc:sldMk cId="2626695583" sldId="2147374244"/>
        </pc:sldMkLst>
        <pc:spChg chg="add mod">
          <ac:chgData name="Mitra, Sayan" userId="5f9b069e-390c-41f3-af3f-6bd4b0fb9710" providerId="ADAL" clId="{BA59B4A1-7C4B-4CCF-AFCF-4791D6EC8B58}" dt="2023-08-09T01:02:14.575" v="648"/>
          <ac:spMkLst>
            <pc:docMk/>
            <pc:sldMk cId="2626695583" sldId="2147374244"/>
            <ac:spMk id="2" creationId="{8B75B836-1456-31B8-717E-38224A98E7F7}"/>
          </ac:spMkLst>
        </pc:spChg>
        <pc:spChg chg="add del mod">
          <ac:chgData name="Mitra, Sayan" userId="5f9b069e-390c-41f3-af3f-6bd4b0fb9710" providerId="ADAL" clId="{BA59B4A1-7C4B-4CCF-AFCF-4791D6EC8B58}" dt="2023-08-09T04:09:13.796" v="2496" actId="478"/>
          <ac:spMkLst>
            <pc:docMk/>
            <pc:sldMk cId="2626695583" sldId="2147374244"/>
            <ac:spMk id="3" creationId="{1F369078-42DF-A6FA-6777-F9725A2D70A1}"/>
          </ac:spMkLst>
        </pc:spChg>
        <pc:spChg chg="add mod">
          <ac:chgData name="Mitra, Sayan" userId="5f9b069e-390c-41f3-af3f-6bd4b0fb9710" providerId="ADAL" clId="{BA59B4A1-7C4B-4CCF-AFCF-4791D6EC8B58}" dt="2023-08-09T04:09:30.493" v="2500"/>
          <ac:spMkLst>
            <pc:docMk/>
            <pc:sldMk cId="2626695583" sldId="2147374244"/>
            <ac:spMk id="4" creationId="{6CB3A510-6A7D-C2B5-FF5D-6EC5907D1673}"/>
          </ac:spMkLst>
        </pc:spChg>
        <pc:spChg chg="mod">
          <ac:chgData name="Mitra, Sayan" userId="5f9b069e-390c-41f3-af3f-6bd4b0fb9710" providerId="ADAL" clId="{BA59B4A1-7C4B-4CCF-AFCF-4791D6EC8B58}" dt="2023-08-09T03:12:12.294" v="1608"/>
          <ac:spMkLst>
            <pc:docMk/>
            <pc:sldMk cId="2626695583" sldId="2147374244"/>
            <ac:spMk id="8" creationId="{C9F3FE1B-6A8A-4453-8150-E16E03E9FD0B}"/>
          </ac:spMkLst>
        </pc:spChg>
        <pc:spChg chg="mod">
          <ac:chgData name="Mitra, Sayan" userId="5f9b069e-390c-41f3-af3f-6bd4b0fb9710" providerId="ADAL" clId="{BA59B4A1-7C4B-4CCF-AFCF-4791D6EC8B58}" dt="2023-08-09T01:02:26.150" v="668" actId="1035"/>
          <ac:spMkLst>
            <pc:docMk/>
            <pc:sldMk cId="2626695583" sldId="2147374244"/>
            <ac:spMk id="23" creationId="{C9713507-8081-9154-D858-CE44786D9DA0}"/>
          </ac:spMkLst>
        </pc:spChg>
        <pc:picChg chg="mod">
          <ac:chgData name="Mitra, Sayan" userId="5f9b069e-390c-41f3-af3f-6bd4b0fb9710" providerId="ADAL" clId="{BA59B4A1-7C4B-4CCF-AFCF-4791D6EC8B58}" dt="2023-08-09T01:05:30.745" v="801"/>
          <ac:picMkLst>
            <pc:docMk/>
            <pc:sldMk cId="2626695583" sldId="2147374244"/>
            <ac:picMk id="20" creationId="{87B5BBBA-7FE1-E5ED-2923-EB416486497A}"/>
          </ac:picMkLst>
        </pc:picChg>
      </pc:sldChg>
      <pc:sldChg chg="modSp mod">
        <pc:chgData name="Mitra, Sayan" userId="5f9b069e-390c-41f3-af3f-6bd4b0fb9710" providerId="ADAL" clId="{BA59B4A1-7C4B-4CCF-AFCF-4791D6EC8B58}" dt="2023-08-09T00:19:57.894" v="240" actId="1076"/>
        <pc:sldMkLst>
          <pc:docMk/>
          <pc:sldMk cId="2976953801" sldId="2147374247"/>
        </pc:sldMkLst>
        <pc:spChg chg="mod">
          <ac:chgData name="Mitra, Sayan" userId="5f9b069e-390c-41f3-af3f-6bd4b0fb9710" providerId="ADAL" clId="{BA59B4A1-7C4B-4CCF-AFCF-4791D6EC8B58}" dt="2023-08-09T00:19:57.894" v="240" actId="1076"/>
          <ac:spMkLst>
            <pc:docMk/>
            <pc:sldMk cId="2976953801" sldId="2147374247"/>
            <ac:spMk id="13" creationId="{17890F04-107C-6B72-074E-FDECAACDFDD2}"/>
          </ac:spMkLst>
        </pc:spChg>
      </pc:sldChg>
      <pc:sldChg chg="addSp delSp modSp mod">
        <pc:chgData name="Mitra, Sayan" userId="5f9b069e-390c-41f3-af3f-6bd4b0fb9710" providerId="ADAL" clId="{BA59B4A1-7C4B-4CCF-AFCF-4791D6EC8B58}" dt="2023-08-09T03:30:32.045" v="2005" actId="207"/>
        <pc:sldMkLst>
          <pc:docMk/>
          <pc:sldMk cId="2361116454" sldId="2147374248"/>
        </pc:sldMkLst>
        <pc:spChg chg="mod">
          <ac:chgData name="Mitra, Sayan" userId="5f9b069e-390c-41f3-af3f-6bd4b0fb9710" providerId="ADAL" clId="{BA59B4A1-7C4B-4CCF-AFCF-4791D6EC8B58}" dt="2023-08-09T03:26:55.271" v="1975" actId="20577"/>
          <ac:spMkLst>
            <pc:docMk/>
            <pc:sldMk cId="2361116454" sldId="2147374248"/>
            <ac:spMk id="2" creationId="{00000000-0000-0000-0000-000000000000}"/>
          </ac:spMkLst>
        </pc:spChg>
        <pc:spChg chg="add del mod">
          <ac:chgData name="Mitra, Sayan" userId="5f9b069e-390c-41f3-af3f-6bd4b0fb9710" providerId="ADAL" clId="{BA59B4A1-7C4B-4CCF-AFCF-4791D6EC8B58}" dt="2023-08-09T02:33:03.043" v="993" actId="478"/>
          <ac:spMkLst>
            <pc:docMk/>
            <pc:sldMk cId="2361116454" sldId="2147374248"/>
            <ac:spMk id="3" creationId="{6510B1B9-85E8-82DB-0E35-45A184E905D9}"/>
          </ac:spMkLst>
        </pc:spChg>
        <pc:spChg chg="add del mod">
          <ac:chgData name="Mitra, Sayan" userId="5f9b069e-390c-41f3-af3f-6bd4b0fb9710" providerId="ADAL" clId="{BA59B4A1-7C4B-4CCF-AFCF-4791D6EC8B58}" dt="2023-08-09T02:33:03.043" v="993" actId="478"/>
          <ac:spMkLst>
            <pc:docMk/>
            <pc:sldMk cId="2361116454" sldId="2147374248"/>
            <ac:spMk id="4" creationId="{B08C6B26-311F-D4BA-648C-F0102BF0C2CD}"/>
          </ac:spMkLst>
        </pc:spChg>
        <pc:spChg chg="del mod">
          <ac:chgData name="Mitra, Sayan" userId="5f9b069e-390c-41f3-af3f-6bd4b0fb9710" providerId="ADAL" clId="{BA59B4A1-7C4B-4CCF-AFCF-4791D6EC8B58}" dt="2023-08-09T02:32:20.463" v="909" actId="478"/>
          <ac:spMkLst>
            <pc:docMk/>
            <pc:sldMk cId="2361116454" sldId="2147374248"/>
            <ac:spMk id="5" creationId="{E7658C9E-7872-E464-DD01-8C57EEB3D9CB}"/>
          </ac:spMkLst>
        </pc:spChg>
        <pc:spChg chg="del mod">
          <ac:chgData name="Mitra, Sayan" userId="5f9b069e-390c-41f3-af3f-6bd4b0fb9710" providerId="ADAL" clId="{BA59B4A1-7C4B-4CCF-AFCF-4791D6EC8B58}" dt="2023-08-09T02:32:20.463" v="909" actId="478"/>
          <ac:spMkLst>
            <pc:docMk/>
            <pc:sldMk cId="2361116454" sldId="2147374248"/>
            <ac:spMk id="6" creationId="{48145645-24B1-2141-F37C-6BB49BE5CF19}"/>
          </ac:spMkLst>
        </pc:spChg>
        <pc:spChg chg="del mod">
          <ac:chgData name="Mitra, Sayan" userId="5f9b069e-390c-41f3-af3f-6bd4b0fb9710" providerId="ADAL" clId="{BA59B4A1-7C4B-4CCF-AFCF-4791D6EC8B58}" dt="2023-08-09T02:32:20.463" v="909" actId="478"/>
          <ac:spMkLst>
            <pc:docMk/>
            <pc:sldMk cId="2361116454" sldId="2147374248"/>
            <ac:spMk id="7" creationId="{44130BDD-833F-544A-1FB3-1787B6BCDD81}"/>
          </ac:spMkLst>
        </pc:spChg>
        <pc:spChg chg="del mod">
          <ac:chgData name="Mitra, Sayan" userId="5f9b069e-390c-41f3-af3f-6bd4b0fb9710" providerId="ADAL" clId="{BA59B4A1-7C4B-4CCF-AFCF-4791D6EC8B58}" dt="2023-08-09T02:32:05.611" v="903" actId="478"/>
          <ac:spMkLst>
            <pc:docMk/>
            <pc:sldMk cId="2361116454" sldId="2147374248"/>
            <ac:spMk id="8" creationId="{D65EB0DF-4000-B872-0C32-3BBBC2A426DB}"/>
          </ac:spMkLst>
        </pc:spChg>
        <pc:spChg chg="del mod">
          <ac:chgData name="Mitra, Sayan" userId="5f9b069e-390c-41f3-af3f-6bd4b0fb9710" providerId="ADAL" clId="{BA59B4A1-7C4B-4CCF-AFCF-4791D6EC8B58}" dt="2023-08-09T02:32:05.611" v="903" actId="478"/>
          <ac:spMkLst>
            <pc:docMk/>
            <pc:sldMk cId="2361116454" sldId="2147374248"/>
            <ac:spMk id="9" creationId="{72D01153-5A17-6C9F-98BA-2ADF3B088024}"/>
          </ac:spMkLst>
        </pc:spChg>
        <pc:spChg chg="del mod">
          <ac:chgData name="Mitra, Sayan" userId="5f9b069e-390c-41f3-af3f-6bd4b0fb9710" providerId="ADAL" clId="{BA59B4A1-7C4B-4CCF-AFCF-4791D6EC8B58}" dt="2023-08-09T02:32:05.611" v="903" actId="478"/>
          <ac:spMkLst>
            <pc:docMk/>
            <pc:sldMk cId="2361116454" sldId="2147374248"/>
            <ac:spMk id="10" creationId="{BE7D17E6-92A8-82A0-0637-57BABB545998}"/>
          </ac:spMkLst>
        </pc:spChg>
        <pc:spChg chg="del mod">
          <ac:chgData name="Mitra, Sayan" userId="5f9b069e-390c-41f3-af3f-6bd4b0fb9710" providerId="ADAL" clId="{BA59B4A1-7C4B-4CCF-AFCF-4791D6EC8B58}" dt="2023-08-09T02:32:05.611" v="903" actId="478"/>
          <ac:spMkLst>
            <pc:docMk/>
            <pc:sldMk cId="2361116454" sldId="2147374248"/>
            <ac:spMk id="11" creationId="{F7C9CD2B-B727-7287-9B67-6BFD14304DAD}"/>
          </ac:spMkLst>
        </pc:spChg>
        <pc:spChg chg="add del mod">
          <ac:chgData name="Mitra, Sayan" userId="5f9b069e-390c-41f3-af3f-6bd4b0fb9710" providerId="ADAL" clId="{BA59B4A1-7C4B-4CCF-AFCF-4791D6EC8B58}" dt="2023-08-09T02:33:18.603" v="1003" actId="14100"/>
          <ac:spMkLst>
            <pc:docMk/>
            <pc:sldMk cId="2361116454" sldId="2147374248"/>
            <ac:spMk id="14" creationId="{B18BE428-B4B8-9175-7059-0058DD37D913}"/>
          </ac:spMkLst>
        </pc:spChg>
        <pc:spChg chg="add del mod">
          <ac:chgData name="Mitra, Sayan" userId="5f9b069e-390c-41f3-af3f-6bd4b0fb9710" providerId="ADAL" clId="{BA59B4A1-7C4B-4CCF-AFCF-4791D6EC8B58}" dt="2023-08-09T02:32:56.944" v="991"/>
          <ac:spMkLst>
            <pc:docMk/>
            <pc:sldMk cId="2361116454" sldId="2147374248"/>
            <ac:spMk id="15" creationId="{9C589BFA-7A03-D672-95A3-375E672E9E4E}"/>
          </ac:spMkLst>
        </pc:spChg>
        <pc:spChg chg="add del mod">
          <ac:chgData name="Mitra, Sayan" userId="5f9b069e-390c-41f3-af3f-6bd4b0fb9710" providerId="ADAL" clId="{BA59B4A1-7C4B-4CCF-AFCF-4791D6EC8B58}" dt="2023-08-09T02:32:56.626" v="990"/>
          <ac:spMkLst>
            <pc:docMk/>
            <pc:sldMk cId="2361116454" sldId="2147374248"/>
            <ac:spMk id="16" creationId="{EB9987DC-8507-AEF6-6258-034C1025C713}"/>
          </ac:spMkLst>
        </pc:spChg>
        <pc:spChg chg="add mod">
          <ac:chgData name="Mitra, Sayan" userId="5f9b069e-390c-41f3-af3f-6bd4b0fb9710" providerId="ADAL" clId="{BA59B4A1-7C4B-4CCF-AFCF-4791D6EC8B58}" dt="2023-08-09T02:34:22.133" v="1050" actId="1037"/>
          <ac:spMkLst>
            <pc:docMk/>
            <pc:sldMk cId="2361116454" sldId="2147374248"/>
            <ac:spMk id="17" creationId="{031BD1A0-82ED-57F5-07F8-2E06C961A74D}"/>
          </ac:spMkLst>
        </pc:spChg>
        <pc:spChg chg="add mod">
          <ac:chgData name="Mitra, Sayan" userId="5f9b069e-390c-41f3-af3f-6bd4b0fb9710" providerId="ADAL" clId="{BA59B4A1-7C4B-4CCF-AFCF-4791D6EC8B58}" dt="2023-08-09T02:34:22.133" v="1050" actId="1037"/>
          <ac:spMkLst>
            <pc:docMk/>
            <pc:sldMk cId="2361116454" sldId="2147374248"/>
            <ac:spMk id="18" creationId="{18B95B3B-B3CA-ABEF-0828-402A3C2D71D7}"/>
          </ac:spMkLst>
        </pc:spChg>
        <pc:spChg chg="add mod">
          <ac:chgData name="Mitra, Sayan" userId="5f9b069e-390c-41f3-af3f-6bd4b0fb9710" providerId="ADAL" clId="{BA59B4A1-7C4B-4CCF-AFCF-4791D6EC8B58}" dt="2023-08-09T02:34:22.133" v="1050" actId="1037"/>
          <ac:spMkLst>
            <pc:docMk/>
            <pc:sldMk cId="2361116454" sldId="2147374248"/>
            <ac:spMk id="19" creationId="{C6CF09FF-445D-0750-16B6-54F95BC108A6}"/>
          </ac:spMkLst>
        </pc:spChg>
        <pc:spChg chg="add mod">
          <ac:chgData name="Mitra, Sayan" userId="5f9b069e-390c-41f3-af3f-6bd4b0fb9710" providerId="ADAL" clId="{BA59B4A1-7C4B-4CCF-AFCF-4791D6EC8B58}" dt="2023-08-09T02:34:22.133" v="1050" actId="1037"/>
          <ac:spMkLst>
            <pc:docMk/>
            <pc:sldMk cId="2361116454" sldId="2147374248"/>
            <ac:spMk id="20" creationId="{F5224E2F-6729-3764-5079-5A475DA9CA26}"/>
          </ac:spMkLst>
        </pc:spChg>
        <pc:spChg chg="add mod">
          <ac:chgData name="Mitra, Sayan" userId="5f9b069e-390c-41f3-af3f-6bd4b0fb9710" providerId="ADAL" clId="{BA59B4A1-7C4B-4CCF-AFCF-4791D6EC8B58}" dt="2023-08-09T02:34:37.423" v="1052" actId="571"/>
          <ac:spMkLst>
            <pc:docMk/>
            <pc:sldMk cId="2361116454" sldId="2147374248"/>
            <ac:spMk id="21" creationId="{0A748EE7-E25B-048A-6024-F75DEC61E488}"/>
          </ac:spMkLst>
        </pc:spChg>
        <pc:spChg chg="add mod">
          <ac:chgData name="Mitra, Sayan" userId="5f9b069e-390c-41f3-af3f-6bd4b0fb9710" providerId="ADAL" clId="{BA59B4A1-7C4B-4CCF-AFCF-4791D6EC8B58}" dt="2023-08-09T02:34:37.423" v="1052" actId="571"/>
          <ac:spMkLst>
            <pc:docMk/>
            <pc:sldMk cId="2361116454" sldId="2147374248"/>
            <ac:spMk id="22" creationId="{04FB3AA6-C0D0-1151-BB38-7FCAD2C7B71E}"/>
          </ac:spMkLst>
        </pc:spChg>
        <pc:spChg chg="add mod">
          <ac:chgData name="Mitra, Sayan" userId="5f9b069e-390c-41f3-af3f-6bd4b0fb9710" providerId="ADAL" clId="{BA59B4A1-7C4B-4CCF-AFCF-4791D6EC8B58}" dt="2023-08-09T02:34:37.423" v="1052" actId="571"/>
          <ac:spMkLst>
            <pc:docMk/>
            <pc:sldMk cId="2361116454" sldId="2147374248"/>
            <ac:spMk id="23" creationId="{D828249B-6B93-CCA5-350E-1BB3C12AF621}"/>
          </ac:spMkLst>
        </pc:spChg>
        <pc:spChg chg="mod">
          <ac:chgData name="Mitra, Sayan" userId="5f9b069e-390c-41f3-af3f-6bd4b0fb9710" providerId="ADAL" clId="{BA59B4A1-7C4B-4CCF-AFCF-4791D6EC8B58}" dt="2023-08-09T02:33:25.640" v="1016" actId="1036"/>
          <ac:spMkLst>
            <pc:docMk/>
            <pc:sldMk cId="2361116454" sldId="2147374248"/>
            <ac:spMk id="38" creationId="{F793C0E2-1D53-4F6E-89B2-6335B50CA752}"/>
          </ac:spMkLst>
        </pc:spChg>
        <pc:spChg chg="mod">
          <ac:chgData name="Mitra, Sayan" userId="5f9b069e-390c-41f3-af3f-6bd4b0fb9710" providerId="ADAL" clId="{BA59B4A1-7C4B-4CCF-AFCF-4791D6EC8B58}" dt="2023-08-09T00:20:10.682" v="241" actId="2711"/>
          <ac:spMkLst>
            <pc:docMk/>
            <pc:sldMk cId="2361116454" sldId="2147374248"/>
            <ac:spMk id="43" creationId="{9DC17FEA-31B6-4BEB-926A-5D8359335222}"/>
          </ac:spMkLst>
        </pc:spChg>
        <pc:spChg chg="mod">
          <ac:chgData name="Mitra, Sayan" userId="5f9b069e-390c-41f3-af3f-6bd4b0fb9710" providerId="ADAL" clId="{BA59B4A1-7C4B-4CCF-AFCF-4791D6EC8B58}" dt="2023-08-09T02:35:08.001" v="1061" actId="692"/>
          <ac:spMkLst>
            <pc:docMk/>
            <pc:sldMk cId="2361116454" sldId="2147374248"/>
            <ac:spMk id="50" creationId="{47B7609F-4A5A-7EF7-7986-4EE5959F0F3A}"/>
          </ac:spMkLst>
        </pc:spChg>
        <pc:spChg chg="mod">
          <ac:chgData name="Mitra, Sayan" userId="5f9b069e-390c-41f3-af3f-6bd4b0fb9710" providerId="ADAL" clId="{BA59B4A1-7C4B-4CCF-AFCF-4791D6EC8B58}" dt="2023-08-09T02:35:08.001" v="1061" actId="692"/>
          <ac:spMkLst>
            <pc:docMk/>
            <pc:sldMk cId="2361116454" sldId="2147374248"/>
            <ac:spMk id="52" creationId="{B5C9F8A3-BBCF-DC71-BE63-0486C47BBF7D}"/>
          </ac:spMkLst>
        </pc:spChg>
        <pc:spChg chg="mod">
          <ac:chgData name="Mitra, Sayan" userId="5f9b069e-390c-41f3-af3f-6bd4b0fb9710" providerId="ADAL" clId="{BA59B4A1-7C4B-4CCF-AFCF-4791D6EC8B58}" dt="2023-08-09T02:33:25.640" v="1016" actId="1036"/>
          <ac:spMkLst>
            <pc:docMk/>
            <pc:sldMk cId="2361116454" sldId="2147374248"/>
            <ac:spMk id="55" creationId="{2E77472B-EF29-E2B6-1717-E011FB8A3DA0}"/>
          </ac:spMkLst>
        </pc:spChg>
        <pc:spChg chg="mod">
          <ac:chgData name="Mitra, Sayan" userId="5f9b069e-390c-41f3-af3f-6bd4b0fb9710" providerId="ADAL" clId="{BA59B4A1-7C4B-4CCF-AFCF-4791D6EC8B58}" dt="2023-08-09T02:35:08.001" v="1061" actId="692"/>
          <ac:spMkLst>
            <pc:docMk/>
            <pc:sldMk cId="2361116454" sldId="2147374248"/>
            <ac:spMk id="57" creationId="{A09934A2-2E4C-AB80-32B7-3687BC43F68F}"/>
          </ac:spMkLst>
        </pc:spChg>
        <pc:spChg chg="add del mod">
          <ac:chgData name="Mitra, Sayan" userId="5f9b069e-390c-41f3-af3f-6bd4b0fb9710" providerId="ADAL" clId="{BA59B4A1-7C4B-4CCF-AFCF-4791D6EC8B58}" dt="2023-08-09T02:33:18.603" v="1003" actId="14100"/>
          <ac:spMkLst>
            <pc:docMk/>
            <pc:sldMk cId="2361116454" sldId="2147374248"/>
            <ac:spMk id="59" creationId="{CFEC140C-A176-36C8-3657-6C17E52C9FDC}"/>
          </ac:spMkLst>
        </pc:spChg>
        <pc:spChg chg="del mod">
          <ac:chgData name="Mitra, Sayan" userId="5f9b069e-390c-41f3-af3f-6bd4b0fb9710" providerId="ADAL" clId="{BA59B4A1-7C4B-4CCF-AFCF-4791D6EC8B58}" dt="2023-08-09T02:32:20.463" v="909" actId="478"/>
          <ac:spMkLst>
            <pc:docMk/>
            <pc:sldMk cId="2361116454" sldId="2147374248"/>
            <ac:spMk id="61" creationId="{A1B8D4B4-569D-D0E9-B6FF-33E6C423F41D}"/>
          </ac:spMkLst>
        </pc:spChg>
        <pc:spChg chg="mod">
          <ac:chgData name="Mitra, Sayan" userId="5f9b069e-390c-41f3-af3f-6bd4b0fb9710" providerId="ADAL" clId="{BA59B4A1-7C4B-4CCF-AFCF-4791D6EC8B58}" dt="2023-08-09T03:29:14.841" v="2004" actId="20577"/>
          <ac:spMkLst>
            <pc:docMk/>
            <pc:sldMk cId="2361116454" sldId="2147374248"/>
            <ac:spMk id="62" creationId="{A841618E-49F0-2B59-6B92-F3C2EFD850ED}"/>
          </ac:spMkLst>
        </pc:spChg>
        <pc:spChg chg="mod">
          <ac:chgData name="Mitra, Sayan" userId="5f9b069e-390c-41f3-af3f-6bd4b0fb9710" providerId="ADAL" clId="{BA59B4A1-7C4B-4CCF-AFCF-4791D6EC8B58}" dt="2023-08-09T03:26:10.659" v="1921" actId="6549"/>
          <ac:spMkLst>
            <pc:docMk/>
            <pc:sldMk cId="2361116454" sldId="2147374248"/>
            <ac:spMk id="63" creationId="{B1645582-ADED-57E3-9F52-832BCF5CB9EA}"/>
          </ac:spMkLst>
        </pc:spChg>
        <pc:spChg chg="mod">
          <ac:chgData name="Mitra, Sayan" userId="5f9b069e-390c-41f3-af3f-6bd4b0fb9710" providerId="ADAL" clId="{BA59B4A1-7C4B-4CCF-AFCF-4791D6EC8B58}" dt="2023-08-09T00:20:10.682" v="241" actId="2711"/>
          <ac:spMkLst>
            <pc:docMk/>
            <pc:sldMk cId="2361116454" sldId="2147374248"/>
            <ac:spMk id="64" creationId="{B92FDCF0-E44E-86C9-6187-62CEA9DBCCC8}"/>
          </ac:spMkLst>
        </pc:spChg>
        <pc:spChg chg="mod">
          <ac:chgData name="Mitra, Sayan" userId="5f9b069e-390c-41f3-af3f-6bd4b0fb9710" providerId="ADAL" clId="{BA59B4A1-7C4B-4CCF-AFCF-4791D6EC8B58}" dt="2023-08-09T00:20:10.682" v="241" actId="2711"/>
          <ac:spMkLst>
            <pc:docMk/>
            <pc:sldMk cId="2361116454" sldId="2147374248"/>
            <ac:spMk id="65" creationId="{65664689-183C-2590-FAF8-3F40B6ECAF5B}"/>
          </ac:spMkLst>
        </pc:spChg>
        <pc:spChg chg="mod">
          <ac:chgData name="Mitra, Sayan" userId="5f9b069e-390c-41f3-af3f-6bd4b0fb9710" providerId="ADAL" clId="{BA59B4A1-7C4B-4CCF-AFCF-4791D6EC8B58}" dt="2023-08-09T00:20:10.682" v="241" actId="2711"/>
          <ac:spMkLst>
            <pc:docMk/>
            <pc:sldMk cId="2361116454" sldId="2147374248"/>
            <ac:spMk id="66" creationId="{E6F440BE-C0F7-6832-4BC6-18BA0B4E03EF}"/>
          </ac:spMkLst>
        </pc:spChg>
        <pc:spChg chg="mod">
          <ac:chgData name="Mitra, Sayan" userId="5f9b069e-390c-41f3-af3f-6bd4b0fb9710" providerId="ADAL" clId="{BA59B4A1-7C4B-4CCF-AFCF-4791D6EC8B58}" dt="2023-08-09T00:20:10.682" v="241" actId="2711"/>
          <ac:spMkLst>
            <pc:docMk/>
            <pc:sldMk cId="2361116454" sldId="2147374248"/>
            <ac:spMk id="69" creationId="{0A778726-90D7-6AD0-D608-8DD44D00D2F9}"/>
          </ac:spMkLst>
        </pc:spChg>
        <pc:spChg chg="mod">
          <ac:chgData name="Mitra, Sayan" userId="5f9b069e-390c-41f3-af3f-6bd4b0fb9710" providerId="ADAL" clId="{BA59B4A1-7C4B-4CCF-AFCF-4791D6EC8B58}" dt="2023-08-09T00:20:10.682" v="241" actId="2711"/>
          <ac:spMkLst>
            <pc:docMk/>
            <pc:sldMk cId="2361116454" sldId="2147374248"/>
            <ac:spMk id="70" creationId="{1E1FDB78-BA21-04B7-EDC3-59D625093A93}"/>
          </ac:spMkLst>
        </pc:spChg>
        <pc:spChg chg="mod">
          <ac:chgData name="Mitra, Sayan" userId="5f9b069e-390c-41f3-af3f-6bd4b0fb9710" providerId="ADAL" clId="{BA59B4A1-7C4B-4CCF-AFCF-4791D6EC8B58}" dt="2023-08-09T03:30:32.045" v="2005" actId="207"/>
          <ac:spMkLst>
            <pc:docMk/>
            <pc:sldMk cId="2361116454" sldId="2147374248"/>
            <ac:spMk id="71" creationId="{543FA49A-6598-58F5-7297-8407379B5A9C}"/>
          </ac:spMkLst>
        </pc:spChg>
        <pc:spChg chg="mod">
          <ac:chgData name="Mitra, Sayan" userId="5f9b069e-390c-41f3-af3f-6bd4b0fb9710" providerId="ADAL" clId="{BA59B4A1-7C4B-4CCF-AFCF-4791D6EC8B58}" dt="2023-08-09T03:30:32.045" v="2005" actId="207"/>
          <ac:spMkLst>
            <pc:docMk/>
            <pc:sldMk cId="2361116454" sldId="2147374248"/>
            <ac:spMk id="72" creationId="{993738B3-6ED6-51E2-B186-483D73581DE7}"/>
          </ac:spMkLst>
        </pc:spChg>
        <pc:spChg chg="mod">
          <ac:chgData name="Mitra, Sayan" userId="5f9b069e-390c-41f3-af3f-6bd4b0fb9710" providerId="ADAL" clId="{BA59B4A1-7C4B-4CCF-AFCF-4791D6EC8B58}" dt="2023-08-09T03:30:32.045" v="2005" actId="207"/>
          <ac:spMkLst>
            <pc:docMk/>
            <pc:sldMk cId="2361116454" sldId="2147374248"/>
            <ac:spMk id="73" creationId="{DAC4FAF3-D9BB-1454-F4F9-BF7A76170BE2}"/>
          </ac:spMkLst>
        </pc:spChg>
        <pc:spChg chg="mod">
          <ac:chgData name="Mitra, Sayan" userId="5f9b069e-390c-41f3-af3f-6bd4b0fb9710" providerId="ADAL" clId="{BA59B4A1-7C4B-4CCF-AFCF-4791D6EC8B58}" dt="2023-08-09T03:30:32.045" v="2005" actId="207"/>
          <ac:spMkLst>
            <pc:docMk/>
            <pc:sldMk cId="2361116454" sldId="2147374248"/>
            <ac:spMk id="74" creationId="{FC3416E7-CC45-923F-0270-AAAE72218566}"/>
          </ac:spMkLst>
        </pc:spChg>
        <pc:spChg chg="mod">
          <ac:chgData name="Mitra, Sayan" userId="5f9b069e-390c-41f3-af3f-6bd4b0fb9710" providerId="ADAL" clId="{BA59B4A1-7C4B-4CCF-AFCF-4791D6EC8B58}" dt="2023-08-09T03:30:32.045" v="2005" actId="207"/>
          <ac:spMkLst>
            <pc:docMk/>
            <pc:sldMk cId="2361116454" sldId="2147374248"/>
            <ac:spMk id="75" creationId="{634145FA-3074-1B44-BAD2-D270A63EC32C}"/>
          </ac:spMkLst>
        </pc:spChg>
      </pc:sldChg>
      <pc:sldChg chg="addSp delSp modSp mod">
        <pc:chgData name="Mitra, Sayan" userId="5f9b069e-390c-41f3-af3f-6bd4b0fb9710" providerId="ADAL" clId="{BA59B4A1-7C4B-4CCF-AFCF-4791D6EC8B58}" dt="2023-08-09T03:40:59.893" v="2238" actId="1036"/>
        <pc:sldMkLst>
          <pc:docMk/>
          <pc:sldMk cId="2618064541" sldId="2147374249"/>
        </pc:sldMkLst>
        <pc:spChg chg="add del mod">
          <ac:chgData name="Mitra, Sayan" userId="5f9b069e-390c-41f3-af3f-6bd4b0fb9710" providerId="ADAL" clId="{BA59B4A1-7C4B-4CCF-AFCF-4791D6EC8B58}" dt="2023-08-09T03:16:19.265" v="1741" actId="478"/>
          <ac:spMkLst>
            <pc:docMk/>
            <pc:sldMk cId="2618064541" sldId="2147374249"/>
            <ac:spMk id="3" creationId="{4A9BB097-12E5-CC0D-6C57-D415B3D50D3C}"/>
          </ac:spMkLst>
        </pc:spChg>
        <pc:spChg chg="add mod">
          <ac:chgData name="Mitra, Sayan" userId="5f9b069e-390c-41f3-af3f-6bd4b0fb9710" providerId="ADAL" clId="{BA59B4A1-7C4B-4CCF-AFCF-4791D6EC8B58}" dt="2023-08-09T03:18:18.050" v="1840" actId="1037"/>
          <ac:spMkLst>
            <pc:docMk/>
            <pc:sldMk cId="2618064541" sldId="2147374249"/>
            <ac:spMk id="4" creationId="{C89A4EC9-0EC4-136B-2121-EE5DC01D5581}"/>
          </ac:spMkLst>
        </pc:spChg>
        <pc:spChg chg="add mod">
          <ac:chgData name="Mitra, Sayan" userId="5f9b069e-390c-41f3-af3f-6bd4b0fb9710" providerId="ADAL" clId="{BA59B4A1-7C4B-4CCF-AFCF-4791D6EC8B58}" dt="2023-08-09T03:18:49.324" v="1860" actId="1038"/>
          <ac:spMkLst>
            <pc:docMk/>
            <pc:sldMk cId="2618064541" sldId="2147374249"/>
            <ac:spMk id="5" creationId="{BD5FB7FB-96D1-1BFF-9FE0-2A7FF4C3FC77}"/>
          </ac:spMkLst>
        </pc:spChg>
        <pc:spChg chg="add mod">
          <ac:chgData name="Mitra, Sayan" userId="5f9b069e-390c-41f3-af3f-6bd4b0fb9710" providerId="ADAL" clId="{BA59B4A1-7C4B-4CCF-AFCF-4791D6EC8B58}" dt="2023-08-09T03:19:20.878" v="1885" actId="20577"/>
          <ac:spMkLst>
            <pc:docMk/>
            <pc:sldMk cId="2618064541" sldId="2147374249"/>
            <ac:spMk id="7" creationId="{59C905D3-28B2-27E5-3F66-57711311D5E2}"/>
          </ac:spMkLst>
        </pc:spChg>
        <pc:spChg chg="add mod">
          <ac:chgData name="Mitra, Sayan" userId="5f9b069e-390c-41f3-af3f-6bd4b0fb9710" providerId="ADAL" clId="{BA59B4A1-7C4B-4CCF-AFCF-4791D6EC8B58}" dt="2023-08-09T03:19:35.018" v="1914" actId="207"/>
          <ac:spMkLst>
            <pc:docMk/>
            <pc:sldMk cId="2618064541" sldId="2147374249"/>
            <ac:spMk id="11" creationId="{A4EB3473-C6F3-C384-EE61-60B9ADB2C9EE}"/>
          </ac:spMkLst>
        </pc:spChg>
        <pc:spChg chg="add mod">
          <ac:chgData name="Mitra, Sayan" userId="5f9b069e-390c-41f3-af3f-6bd4b0fb9710" providerId="ADAL" clId="{BA59B4A1-7C4B-4CCF-AFCF-4791D6EC8B58}" dt="2023-08-09T03:39:59.701" v="2202" actId="164"/>
          <ac:spMkLst>
            <pc:docMk/>
            <pc:sldMk cId="2618064541" sldId="2147374249"/>
            <ac:spMk id="14" creationId="{175EBD52-98AC-28A6-507C-41778AFA1FA8}"/>
          </ac:spMkLst>
        </pc:spChg>
        <pc:spChg chg="add mod">
          <ac:chgData name="Mitra, Sayan" userId="5f9b069e-390c-41f3-af3f-6bd4b0fb9710" providerId="ADAL" clId="{BA59B4A1-7C4B-4CCF-AFCF-4791D6EC8B58}" dt="2023-08-09T03:39:59.701" v="2202" actId="164"/>
          <ac:spMkLst>
            <pc:docMk/>
            <pc:sldMk cId="2618064541" sldId="2147374249"/>
            <ac:spMk id="16" creationId="{FF7D1CB2-AFD9-1E23-B6E7-B63B1C57BD85}"/>
          </ac:spMkLst>
        </pc:spChg>
        <pc:spChg chg="add mod">
          <ac:chgData name="Mitra, Sayan" userId="5f9b069e-390c-41f3-af3f-6bd4b0fb9710" providerId="ADAL" clId="{BA59B4A1-7C4B-4CCF-AFCF-4791D6EC8B58}" dt="2023-08-09T03:39:59.701" v="2202" actId="164"/>
          <ac:spMkLst>
            <pc:docMk/>
            <pc:sldMk cId="2618064541" sldId="2147374249"/>
            <ac:spMk id="17" creationId="{F3242B3C-7527-CC2B-B2D2-14A751786BE3}"/>
          </ac:spMkLst>
        </pc:spChg>
        <pc:spChg chg="add mod">
          <ac:chgData name="Mitra, Sayan" userId="5f9b069e-390c-41f3-af3f-6bd4b0fb9710" providerId="ADAL" clId="{BA59B4A1-7C4B-4CCF-AFCF-4791D6EC8B58}" dt="2023-08-09T03:39:59.701" v="2202" actId="164"/>
          <ac:spMkLst>
            <pc:docMk/>
            <pc:sldMk cId="2618064541" sldId="2147374249"/>
            <ac:spMk id="18" creationId="{C502F388-B2CC-425D-BF0B-37D3B4BB6AF6}"/>
          </ac:spMkLst>
        </pc:spChg>
        <pc:spChg chg="add mod">
          <ac:chgData name="Mitra, Sayan" userId="5f9b069e-390c-41f3-af3f-6bd4b0fb9710" providerId="ADAL" clId="{BA59B4A1-7C4B-4CCF-AFCF-4791D6EC8B58}" dt="2023-08-09T03:39:59.701" v="2202" actId="164"/>
          <ac:spMkLst>
            <pc:docMk/>
            <pc:sldMk cId="2618064541" sldId="2147374249"/>
            <ac:spMk id="20" creationId="{381AFC92-522E-9891-42C4-4DF833578FC2}"/>
          </ac:spMkLst>
        </pc:spChg>
        <pc:spChg chg="add mod">
          <ac:chgData name="Mitra, Sayan" userId="5f9b069e-390c-41f3-af3f-6bd4b0fb9710" providerId="ADAL" clId="{BA59B4A1-7C4B-4CCF-AFCF-4791D6EC8B58}" dt="2023-08-09T03:39:59.701" v="2202" actId="164"/>
          <ac:spMkLst>
            <pc:docMk/>
            <pc:sldMk cId="2618064541" sldId="2147374249"/>
            <ac:spMk id="21" creationId="{2E275C2B-A5FA-F6BB-3F50-EC22D8FDE6DF}"/>
          </ac:spMkLst>
        </pc:spChg>
        <pc:spChg chg="add mod">
          <ac:chgData name="Mitra, Sayan" userId="5f9b069e-390c-41f3-af3f-6bd4b0fb9710" providerId="ADAL" clId="{BA59B4A1-7C4B-4CCF-AFCF-4791D6EC8B58}" dt="2023-08-09T03:39:59.701" v="2202" actId="164"/>
          <ac:spMkLst>
            <pc:docMk/>
            <pc:sldMk cId="2618064541" sldId="2147374249"/>
            <ac:spMk id="22" creationId="{4D5183E3-3197-F420-ED23-D0E12414905D}"/>
          </ac:spMkLst>
        </pc:spChg>
        <pc:spChg chg="add mod">
          <ac:chgData name="Mitra, Sayan" userId="5f9b069e-390c-41f3-af3f-6bd4b0fb9710" providerId="ADAL" clId="{BA59B4A1-7C4B-4CCF-AFCF-4791D6EC8B58}" dt="2023-08-09T03:39:59.701" v="2202" actId="164"/>
          <ac:spMkLst>
            <pc:docMk/>
            <pc:sldMk cId="2618064541" sldId="2147374249"/>
            <ac:spMk id="23" creationId="{54C454A6-0B8B-5289-8CDD-5BAC005401B7}"/>
          </ac:spMkLst>
        </pc:spChg>
        <pc:spChg chg="add mod">
          <ac:chgData name="Mitra, Sayan" userId="5f9b069e-390c-41f3-af3f-6bd4b0fb9710" providerId="ADAL" clId="{BA59B4A1-7C4B-4CCF-AFCF-4791D6EC8B58}" dt="2023-08-09T03:39:59.701" v="2202" actId="164"/>
          <ac:spMkLst>
            <pc:docMk/>
            <pc:sldMk cId="2618064541" sldId="2147374249"/>
            <ac:spMk id="24" creationId="{3CDB6556-8673-B01C-DF8D-EA5A4FFDB7C4}"/>
          </ac:spMkLst>
        </pc:spChg>
        <pc:spChg chg="add mod">
          <ac:chgData name="Mitra, Sayan" userId="5f9b069e-390c-41f3-af3f-6bd4b0fb9710" providerId="ADAL" clId="{BA59B4A1-7C4B-4CCF-AFCF-4791D6EC8B58}" dt="2023-08-09T03:39:59.701" v="2202" actId="164"/>
          <ac:spMkLst>
            <pc:docMk/>
            <pc:sldMk cId="2618064541" sldId="2147374249"/>
            <ac:spMk id="26" creationId="{A562386B-09FC-53FE-D134-D11AE1F7C8D2}"/>
          </ac:spMkLst>
        </pc:spChg>
        <pc:spChg chg="add mod">
          <ac:chgData name="Mitra, Sayan" userId="5f9b069e-390c-41f3-af3f-6bd4b0fb9710" providerId="ADAL" clId="{BA59B4A1-7C4B-4CCF-AFCF-4791D6EC8B58}" dt="2023-08-09T03:39:59.701" v="2202" actId="164"/>
          <ac:spMkLst>
            <pc:docMk/>
            <pc:sldMk cId="2618064541" sldId="2147374249"/>
            <ac:spMk id="27" creationId="{46A0C937-4CEB-43EE-9588-5AB92B466143}"/>
          </ac:spMkLst>
        </pc:spChg>
        <pc:spChg chg="add mod">
          <ac:chgData name="Mitra, Sayan" userId="5f9b069e-390c-41f3-af3f-6bd4b0fb9710" providerId="ADAL" clId="{BA59B4A1-7C4B-4CCF-AFCF-4791D6EC8B58}" dt="2023-08-09T03:39:59.701" v="2202" actId="164"/>
          <ac:spMkLst>
            <pc:docMk/>
            <pc:sldMk cId="2618064541" sldId="2147374249"/>
            <ac:spMk id="28" creationId="{A0948D3B-0276-1CA6-4689-FE1E55A8762B}"/>
          </ac:spMkLst>
        </pc:spChg>
        <pc:spChg chg="add mod">
          <ac:chgData name="Mitra, Sayan" userId="5f9b069e-390c-41f3-af3f-6bd4b0fb9710" providerId="ADAL" clId="{BA59B4A1-7C4B-4CCF-AFCF-4791D6EC8B58}" dt="2023-08-09T03:39:59.701" v="2202" actId="164"/>
          <ac:spMkLst>
            <pc:docMk/>
            <pc:sldMk cId="2618064541" sldId="2147374249"/>
            <ac:spMk id="29" creationId="{89E5BD8A-CB92-4D6B-14B2-7FFB7AA7B9DE}"/>
          </ac:spMkLst>
        </pc:spChg>
        <pc:spChg chg="add mod">
          <ac:chgData name="Mitra, Sayan" userId="5f9b069e-390c-41f3-af3f-6bd4b0fb9710" providerId="ADAL" clId="{BA59B4A1-7C4B-4CCF-AFCF-4791D6EC8B58}" dt="2023-08-09T03:39:59.701" v="2202" actId="164"/>
          <ac:spMkLst>
            <pc:docMk/>
            <pc:sldMk cId="2618064541" sldId="2147374249"/>
            <ac:spMk id="30" creationId="{A34FDD86-E353-DDA3-E637-B062F133F37B}"/>
          </ac:spMkLst>
        </pc:spChg>
        <pc:spChg chg="add mod">
          <ac:chgData name="Mitra, Sayan" userId="5f9b069e-390c-41f3-af3f-6bd4b0fb9710" providerId="ADAL" clId="{BA59B4A1-7C4B-4CCF-AFCF-4791D6EC8B58}" dt="2023-08-09T03:39:59.701" v="2202" actId="164"/>
          <ac:spMkLst>
            <pc:docMk/>
            <pc:sldMk cId="2618064541" sldId="2147374249"/>
            <ac:spMk id="31" creationId="{E8CF16E2-0D49-1362-31F9-F3CB3D0C1C32}"/>
          </ac:spMkLst>
        </pc:spChg>
        <pc:spChg chg="add mod">
          <ac:chgData name="Mitra, Sayan" userId="5f9b069e-390c-41f3-af3f-6bd4b0fb9710" providerId="ADAL" clId="{BA59B4A1-7C4B-4CCF-AFCF-4791D6EC8B58}" dt="2023-08-09T03:39:59.701" v="2202" actId="164"/>
          <ac:spMkLst>
            <pc:docMk/>
            <pc:sldMk cId="2618064541" sldId="2147374249"/>
            <ac:spMk id="32" creationId="{73178A01-E7BD-E023-8CF0-3377E42DFEDD}"/>
          </ac:spMkLst>
        </pc:spChg>
        <pc:spChg chg="add mod">
          <ac:chgData name="Mitra, Sayan" userId="5f9b069e-390c-41f3-af3f-6bd4b0fb9710" providerId="ADAL" clId="{BA59B4A1-7C4B-4CCF-AFCF-4791D6EC8B58}" dt="2023-08-09T03:39:59.701" v="2202" actId="164"/>
          <ac:spMkLst>
            <pc:docMk/>
            <pc:sldMk cId="2618064541" sldId="2147374249"/>
            <ac:spMk id="33" creationId="{A18A3238-BB3F-E2F2-421A-CCC8141ACCB2}"/>
          </ac:spMkLst>
        </pc:spChg>
        <pc:spChg chg="add mod">
          <ac:chgData name="Mitra, Sayan" userId="5f9b069e-390c-41f3-af3f-6bd4b0fb9710" providerId="ADAL" clId="{BA59B4A1-7C4B-4CCF-AFCF-4791D6EC8B58}" dt="2023-08-09T03:39:59.701" v="2202" actId="164"/>
          <ac:spMkLst>
            <pc:docMk/>
            <pc:sldMk cId="2618064541" sldId="2147374249"/>
            <ac:spMk id="34" creationId="{279A1B4C-240C-25E5-DDC1-9596A443C5A9}"/>
          </ac:spMkLst>
        </pc:spChg>
        <pc:spChg chg="add mod">
          <ac:chgData name="Mitra, Sayan" userId="5f9b069e-390c-41f3-af3f-6bd4b0fb9710" providerId="ADAL" clId="{BA59B4A1-7C4B-4CCF-AFCF-4791D6EC8B58}" dt="2023-08-09T03:39:59.701" v="2202" actId="164"/>
          <ac:spMkLst>
            <pc:docMk/>
            <pc:sldMk cId="2618064541" sldId="2147374249"/>
            <ac:spMk id="36" creationId="{2F77575E-E23C-5BA7-256B-C9AFCD1FA1AD}"/>
          </ac:spMkLst>
        </pc:spChg>
        <pc:spChg chg="add mod">
          <ac:chgData name="Mitra, Sayan" userId="5f9b069e-390c-41f3-af3f-6bd4b0fb9710" providerId="ADAL" clId="{BA59B4A1-7C4B-4CCF-AFCF-4791D6EC8B58}" dt="2023-08-09T03:39:59.701" v="2202" actId="164"/>
          <ac:spMkLst>
            <pc:docMk/>
            <pc:sldMk cId="2618064541" sldId="2147374249"/>
            <ac:spMk id="38" creationId="{085186B2-706E-E20E-9E98-33CAEB133EEC}"/>
          </ac:spMkLst>
        </pc:spChg>
        <pc:spChg chg="add mod">
          <ac:chgData name="Mitra, Sayan" userId="5f9b069e-390c-41f3-af3f-6bd4b0fb9710" providerId="ADAL" clId="{BA59B4A1-7C4B-4CCF-AFCF-4791D6EC8B58}" dt="2023-08-09T03:39:59.701" v="2202" actId="164"/>
          <ac:spMkLst>
            <pc:docMk/>
            <pc:sldMk cId="2618064541" sldId="2147374249"/>
            <ac:spMk id="39" creationId="{E9F05557-99DC-0562-9BC1-E1DFE24F4DB6}"/>
          </ac:spMkLst>
        </pc:spChg>
        <pc:spChg chg="add mod">
          <ac:chgData name="Mitra, Sayan" userId="5f9b069e-390c-41f3-af3f-6bd4b0fb9710" providerId="ADAL" clId="{BA59B4A1-7C4B-4CCF-AFCF-4791D6EC8B58}" dt="2023-08-09T03:39:59.701" v="2202" actId="164"/>
          <ac:spMkLst>
            <pc:docMk/>
            <pc:sldMk cId="2618064541" sldId="2147374249"/>
            <ac:spMk id="40" creationId="{02FFD5A8-31A6-B1C6-755D-E539F93DC3F0}"/>
          </ac:spMkLst>
        </pc:spChg>
        <pc:spChg chg="add mod">
          <ac:chgData name="Mitra, Sayan" userId="5f9b069e-390c-41f3-af3f-6bd4b0fb9710" providerId="ADAL" clId="{BA59B4A1-7C4B-4CCF-AFCF-4791D6EC8B58}" dt="2023-08-09T03:39:59.701" v="2202" actId="164"/>
          <ac:spMkLst>
            <pc:docMk/>
            <pc:sldMk cId="2618064541" sldId="2147374249"/>
            <ac:spMk id="41" creationId="{950D88D7-04FD-3439-F1C4-9A00DF520CE7}"/>
          </ac:spMkLst>
        </pc:spChg>
        <pc:spChg chg="add mod">
          <ac:chgData name="Mitra, Sayan" userId="5f9b069e-390c-41f3-af3f-6bd4b0fb9710" providerId="ADAL" clId="{BA59B4A1-7C4B-4CCF-AFCF-4791D6EC8B58}" dt="2023-08-09T03:39:59.701" v="2202" actId="164"/>
          <ac:spMkLst>
            <pc:docMk/>
            <pc:sldMk cId="2618064541" sldId="2147374249"/>
            <ac:spMk id="42" creationId="{FEEAED60-959A-4189-2682-70121F49E863}"/>
          </ac:spMkLst>
        </pc:spChg>
        <pc:spChg chg="add mod">
          <ac:chgData name="Mitra, Sayan" userId="5f9b069e-390c-41f3-af3f-6bd4b0fb9710" providerId="ADAL" clId="{BA59B4A1-7C4B-4CCF-AFCF-4791D6EC8B58}" dt="2023-08-09T03:39:59.701" v="2202" actId="164"/>
          <ac:spMkLst>
            <pc:docMk/>
            <pc:sldMk cId="2618064541" sldId="2147374249"/>
            <ac:spMk id="43" creationId="{A307A454-986F-F8DB-624B-55441A504E53}"/>
          </ac:spMkLst>
        </pc:spChg>
        <pc:spChg chg="add mod">
          <ac:chgData name="Mitra, Sayan" userId="5f9b069e-390c-41f3-af3f-6bd4b0fb9710" providerId="ADAL" clId="{BA59B4A1-7C4B-4CCF-AFCF-4791D6EC8B58}" dt="2023-08-09T03:39:59.701" v="2202" actId="164"/>
          <ac:spMkLst>
            <pc:docMk/>
            <pc:sldMk cId="2618064541" sldId="2147374249"/>
            <ac:spMk id="44" creationId="{094E0A9A-91B0-EBF6-3E3B-353F2E7B0BFC}"/>
          </ac:spMkLst>
        </pc:spChg>
        <pc:spChg chg="add mod">
          <ac:chgData name="Mitra, Sayan" userId="5f9b069e-390c-41f3-af3f-6bd4b0fb9710" providerId="ADAL" clId="{BA59B4A1-7C4B-4CCF-AFCF-4791D6EC8B58}" dt="2023-08-09T03:39:59.701" v="2202" actId="164"/>
          <ac:spMkLst>
            <pc:docMk/>
            <pc:sldMk cId="2618064541" sldId="2147374249"/>
            <ac:spMk id="45" creationId="{16FD10AA-73E6-AF60-6697-37C3C741AF61}"/>
          </ac:spMkLst>
        </pc:spChg>
        <pc:spChg chg="add mod">
          <ac:chgData name="Mitra, Sayan" userId="5f9b069e-390c-41f3-af3f-6bd4b0fb9710" providerId="ADAL" clId="{BA59B4A1-7C4B-4CCF-AFCF-4791D6EC8B58}" dt="2023-08-09T03:39:59.701" v="2202" actId="164"/>
          <ac:spMkLst>
            <pc:docMk/>
            <pc:sldMk cId="2618064541" sldId="2147374249"/>
            <ac:spMk id="46" creationId="{988236E0-90DA-CCE6-7210-2CDC614EF30B}"/>
          </ac:spMkLst>
        </pc:spChg>
        <pc:spChg chg="add mod">
          <ac:chgData name="Mitra, Sayan" userId="5f9b069e-390c-41f3-af3f-6bd4b0fb9710" providerId="ADAL" clId="{BA59B4A1-7C4B-4CCF-AFCF-4791D6EC8B58}" dt="2023-08-09T03:39:59.701" v="2202" actId="164"/>
          <ac:spMkLst>
            <pc:docMk/>
            <pc:sldMk cId="2618064541" sldId="2147374249"/>
            <ac:spMk id="47" creationId="{9562C6D6-5FB5-A256-22C2-9F5DF8AEEF17}"/>
          </ac:spMkLst>
        </pc:spChg>
        <pc:spChg chg="add mod">
          <ac:chgData name="Mitra, Sayan" userId="5f9b069e-390c-41f3-af3f-6bd4b0fb9710" providerId="ADAL" clId="{BA59B4A1-7C4B-4CCF-AFCF-4791D6EC8B58}" dt="2023-08-09T03:39:59.701" v="2202" actId="164"/>
          <ac:spMkLst>
            <pc:docMk/>
            <pc:sldMk cId="2618064541" sldId="2147374249"/>
            <ac:spMk id="48" creationId="{5DECCDA4-B1CE-34D8-E777-69A7E43DEFD1}"/>
          </ac:spMkLst>
        </pc:spChg>
        <pc:spChg chg="del mod">
          <ac:chgData name="Mitra, Sayan" userId="5f9b069e-390c-41f3-af3f-6bd4b0fb9710" providerId="ADAL" clId="{BA59B4A1-7C4B-4CCF-AFCF-4791D6EC8B58}" dt="2023-08-09T03:40:11.427" v="2219" actId="478"/>
          <ac:spMkLst>
            <pc:docMk/>
            <pc:sldMk cId="2618064541" sldId="2147374249"/>
            <ac:spMk id="81" creationId="{661A5F00-4413-852F-68BA-3610C4BCDA81}"/>
          </ac:spMkLst>
        </pc:spChg>
        <pc:spChg chg="del mod">
          <ac:chgData name="Mitra, Sayan" userId="5f9b069e-390c-41f3-af3f-6bd4b0fb9710" providerId="ADAL" clId="{BA59B4A1-7C4B-4CCF-AFCF-4791D6EC8B58}" dt="2023-08-09T03:40:11.427" v="2219" actId="478"/>
          <ac:spMkLst>
            <pc:docMk/>
            <pc:sldMk cId="2618064541" sldId="2147374249"/>
            <ac:spMk id="82" creationId="{F12B1761-06B3-99F7-84C1-736EA08BC0EC}"/>
          </ac:spMkLst>
        </pc:spChg>
        <pc:spChg chg="del mod">
          <ac:chgData name="Mitra, Sayan" userId="5f9b069e-390c-41f3-af3f-6bd4b0fb9710" providerId="ADAL" clId="{BA59B4A1-7C4B-4CCF-AFCF-4791D6EC8B58}" dt="2023-08-09T03:40:11.427" v="2219" actId="478"/>
          <ac:spMkLst>
            <pc:docMk/>
            <pc:sldMk cId="2618064541" sldId="2147374249"/>
            <ac:spMk id="83" creationId="{9825EA85-208C-EACC-87B6-A3049C5C0476}"/>
          </ac:spMkLst>
        </pc:spChg>
        <pc:spChg chg="del mod">
          <ac:chgData name="Mitra, Sayan" userId="5f9b069e-390c-41f3-af3f-6bd4b0fb9710" providerId="ADAL" clId="{BA59B4A1-7C4B-4CCF-AFCF-4791D6EC8B58}" dt="2023-08-09T03:40:11.427" v="2219" actId="478"/>
          <ac:spMkLst>
            <pc:docMk/>
            <pc:sldMk cId="2618064541" sldId="2147374249"/>
            <ac:spMk id="84" creationId="{B6D0E044-089A-EA0C-E0FF-8C422955E67D}"/>
          </ac:spMkLst>
        </pc:spChg>
        <pc:spChg chg="del mod">
          <ac:chgData name="Mitra, Sayan" userId="5f9b069e-390c-41f3-af3f-6bd4b0fb9710" providerId="ADAL" clId="{BA59B4A1-7C4B-4CCF-AFCF-4791D6EC8B58}" dt="2023-08-09T03:40:11.427" v="2219" actId="478"/>
          <ac:spMkLst>
            <pc:docMk/>
            <pc:sldMk cId="2618064541" sldId="2147374249"/>
            <ac:spMk id="89" creationId="{0541C806-0DD3-5739-A3EF-A59F7B4CE75E}"/>
          </ac:spMkLst>
        </pc:spChg>
        <pc:spChg chg="del mod">
          <ac:chgData name="Mitra, Sayan" userId="5f9b069e-390c-41f3-af3f-6bd4b0fb9710" providerId="ADAL" clId="{BA59B4A1-7C4B-4CCF-AFCF-4791D6EC8B58}" dt="2023-08-09T03:40:17.100" v="2220" actId="478"/>
          <ac:spMkLst>
            <pc:docMk/>
            <pc:sldMk cId="2618064541" sldId="2147374249"/>
            <ac:spMk id="90" creationId="{19E2EBBB-0120-7627-815F-666D1FD69AF4}"/>
          </ac:spMkLst>
        </pc:spChg>
        <pc:spChg chg="del mod">
          <ac:chgData name="Mitra, Sayan" userId="5f9b069e-390c-41f3-af3f-6bd4b0fb9710" providerId="ADAL" clId="{BA59B4A1-7C4B-4CCF-AFCF-4791D6EC8B58}" dt="2023-08-09T03:40:17.100" v="2220" actId="478"/>
          <ac:spMkLst>
            <pc:docMk/>
            <pc:sldMk cId="2618064541" sldId="2147374249"/>
            <ac:spMk id="96" creationId="{D739D320-B1E0-6047-B255-26B0A34124CA}"/>
          </ac:spMkLst>
        </pc:spChg>
        <pc:spChg chg="del mod">
          <ac:chgData name="Mitra, Sayan" userId="5f9b069e-390c-41f3-af3f-6bd4b0fb9710" providerId="ADAL" clId="{BA59B4A1-7C4B-4CCF-AFCF-4791D6EC8B58}" dt="2023-08-09T03:40:17.100" v="2220" actId="478"/>
          <ac:spMkLst>
            <pc:docMk/>
            <pc:sldMk cId="2618064541" sldId="2147374249"/>
            <ac:spMk id="97" creationId="{DA92C150-B54B-9C0C-F2F2-E31603BB25EF}"/>
          </ac:spMkLst>
        </pc:spChg>
        <pc:spChg chg="del mod">
          <ac:chgData name="Mitra, Sayan" userId="5f9b069e-390c-41f3-af3f-6bd4b0fb9710" providerId="ADAL" clId="{BA59B4A1-7C4B-4CCF-AFCF-4791D6EC8B58}" dt="2023-08-09T03:40:17.100" v="2220" actId="478"/>
          <ac:spMkLst>
            <pc:docMk/>
            <pc:sldMk cId="2618064541" sldId="2147374249"/>
            <ac:spMk id="98" creationId="{4D5DC50E-5905-8231-7A53-3C08F69FE851}"/>
          </ac:spMkLst>
        </pc:spChg>
        <pc:spChg chg="del mod">
          <ac:chgData name="Mitra, Sayan" userId="5f9b069e-390c-41f3-af3f-6bd4b0fb9710" providerId="ADAL" clId="{BA59B4A1-7C4B-4CCF-AFCF-4791D6EC8B58}" dt="2023-08-09T03:40:17.100" v="2220" actId="478"/>
          <ac:spMkLst>
            <pc:docMk/>
            <pc:sldMk cId="2618064541" sldId="2147374249"/>
            <ac:spMk id="99" creationId="{C90E69B5-8950-D938-3229-AB2B03BF5B81}"/>
          </ac:spMkLst>
        </pc:spChg>
        <pc:spChg chg="del mod">
          <ac:chgData name="Mitra, Sayan" userId="5f9b069e-390c-41f3-af3f-6bd4b0fb9710" providerId="ADAL" clId="{BA59B4A1-7C4B-4CCF-AFCF-4791D6EC8B58}" dt="2023-08-09T03:40:22.868" v="2221" actId="478"/>
          <ac:spMkLst>
            <pc:docMk/>
            <pc:sldMk cId="2618064541" sldId="2147374249"/>
            <ac:spMk id="100" creationId="{33EB7A58-F7C0-A773-6320-34912BEF2848}"/>
          </ac:spMkLst>
        </pc:spChg>
        <pc:spChg chg="del mod">
          <ac:chgData name="Mitra, Sayan" userId="5f9b069e-390c-41f3-af3f-6bd4b0fb9710" providerId="ADAL" clId="{BA59B4A1-7C4B-4CCF-AFCF-4791D6EC8B58}" dt="2023-08-09T03:40:22.868" v="2221" actId="478"/>
          <ac:spMkLst>
            <pc:docMk/>
            <pc:sldMk cId="2618064541" sldId="2147374249"/>
            <ac:spMk id="101" creationId="{E5034CA2-D170-2C6C-A27C-A529883869F3}"/>
          </ac:spMkLst>
        </pc:spChg>
        <pc:spChg chg="del mod">
          <ac:chgData name="Mitra, Sayan" userId="5f9b069e-390c-41f3-af3f-6bd4b0fb9710" providerId="ADAL" clId="{BA59B4A1-7C4B-4CCF-AFCF-4791D6EC8B58}" dt="2023-08-09T03:40:22.868" v="2221" actId="478"/>
          <ac:spMkLst>
            <pc:docMk/>
            <pc:sldMk cId="2618064541" sldId="2147374249"/>
            <ac:spMk id="102" creationId="{FBE8072D-29EC-5950-FBD4-BA37B764A897}"/>
          </ac:spMkLst>
        </pc:spChg>
        <pc:spChg chg="mod">
          <ac:chgData name="Mitra, Sayan" userId="5f9b069e-390c-41f3-af3f-6bd4b0fb9710" providerId="ADAL" clId="{BA59B4A1-7C4B-4CCF-AFCF-4791D6EC8B58}" dt="2023-08-09T03:38:22.849" v="2200" actId="948"/>
          <ac:spMkLst>
            <pc:docMk/>
            <pc:sldMk cId="2618064541" sldId="2147374249"/>
            <ac:spMk id="104" creationId="{52AFD1CD-B441-71C6-E6D2-692E4FB765AE}"/>
          </ac:spMkLst>
        </pc:spChg>
        <pc:spChg chg="del mod">
          <ac:chgData name="Mitra, Sayan" userId="5f9b069e-390c-41f3-af3f-6bd4b0fb9710" providerId="ADAL" clId="{BA59B4A1-7C4B-4CCF-AFCF-4791D6EC8B58}" dt="2023-08-09T03:40:33.587" v="2222" actId="478"/>
          <ac:spMkLst>
            <pc:docMk/>
            <pc:sldMk cId="2618064541" sldId="2147374249"/>
            <ac:spMk id="105" creationId="{AD3D1EEC-E900-C71E-F763-D73A8B896286}"/>
          </ac:spMkLst>
        </pc:spChg>
        <pc:spChg chg="del mod">
          <ac:chgData name="Mitra, Sayan" userId="5f9b069e-390c-41f3-af3f-6bd4b0fb9710" providerId="ADAL" clId="{BA59B4A1-7C4B-4CCF-AFCF-4791D6EC8B58}" dt="2023-08-09T03:40:33.587" v="2222" actId="478"/>
          <ac:spMkLst>
            <pc:docMk/>
            <pc:sldMk cId="2618064541" sldId="2147374249"/>
            <ac:spMk id="106" creationId="{9A61BA46-7DB8-AFFB-12F1-CAF188861E6C}"/>
          </ac:spMkLst>
        </pc:spChg>
        <pc:spChg chg="del mod">
          <ac:chgData name="Mitra, Sayan" userId="5f9b069e-390c-41f3-af3f-6bd4b0fb9710" providerId="ADAL" clId="{BA59B4A1-7C4B-4CCF-AFCF-4791D6EC8B58}" dt="2023-08-09T03:40:33.587" v="2222" actId="478"/>
          <ac:spMkLst>
            <pc:docMk/>
            <pc:sldMk cId="2618064541" sldId="2147374249"/>
            <ac:spMk id="107" creationId="{BE763BCF-665B-CACC-A07E-5FC5936814A0}"/>
          </ac:spMkLst>
        </pc:spChg>
        <pc:spChg chg="del mod">
          <ac:chgData name="Mitra, Sayan" userId="5f9b069e-390c-41f3-af3f-6bd4b0fb9710" providerId="ADAL" clId="{BA59B4A1-7C4B-4CCF-AFCF-4791D6EC8B58}" dt="2023-08-09T03:40:33.587" v="2222" actId="478"/>
          <ac:spMkLst>
            <pc:docMk/>
            <pc:sldMk cId="2618064541" sldId="2147374249"/>
            <ac:spMk id="108" creationId="{125CF0D9-1C30-0619-8186-244A44D48C9F}"/>
          </ac:spMkLst>
        </pc:spChg>
        <pc:spChg chg="del mod">
          <ac:chgData name="Mitra, Sayan" userId="5f9b069e-390c-41f3-af3f-6bd4b0fb9710" providerId="ADAL" clId="{BA59B4A1-7C4B-4CCF-AFCF-4791D6EC8B58}" dt="2023-08-09T03:40:33.587" v="2222" actId="478"/>
          <ac:spMkLst>
            <pc:docMk/>
            <pc:sldMk cId="2618064541" sldId="2147374249"/>
            <ac:spMk id="109" creationId="{D013DAB6-02E7-219A-4DAB-9F1889E52367}"/>
          </ac:spMkLst>
        </pc:spChg>
        <pc:spChg chg="del mod">
          <ac:chgData name="Mitra, Sayan" userId="5f9b069e-390c-41f3-af3f-6bd4b0fb9710" providerId="ADAL" clId="{BA59B4A1-7C4B-4CCF-AFCF-4791D6EC8B58}" dt="2023-08-09T03:40:33.587" v="2222" actId="478"/>
          <ac:spMkLst>
            <pc:docMk/>
            <pc:sldMk cId="2618064541" sldId="2147374249"/>
            <ac:spMk id="110" creationId="{438B2091-83ED-A259-BACE-C12AF4D1F72B}"/>
          </ac:spMkLst>
        </pc:spChg>
        <pc:spChg chg="del mod">
          <ac:chgData name="Mitra, Sayan" userId="5f9b069e-390c-41f3-af3f-6bd4b0fb9710" providerId="ADAL" clId="{BA59B4A1-7C4B-4CCF-AFCF-4791D6EC8B58}" dt="2023-08-09T03:40:33.587" v="2222" actId="478"/>
          <ac:spMkLst>
            <pc:docMk/>
            <pc:sldMk cId="2618064541" sldId="2147374249"/>
            <ac:spMk id="111" creationId="{4AFFFC09-1E35-FE3C-7141-EE60B27BD1DB}"/>
          </ac:spMkLst>
        </pc:spChg>
        <pc:spChg chg="del mod">
          <ac:chgData name="Mitra, Sayan" userId="5f9b069e-390c-41f3-af3f-6bd4b0fb9710" providerId="ADAL" clId="{BA59B4A1-7C4B-4CCF-AFCF-4791D6EC8B58}" dt="2023-08-09T03:40:33.587" v="2222" actId="478"/>
          <ac:spMkLst>
            <pc:docMk/>
            <pc:sldMk cId="2618064541" sldId="2147374249"/>
            <ac:spMk id="112" creationId="{BA80AEC5-727C-6C07-B3FE-C6D06227E5D3}"/>
          </ac:spMkLst>
        </pc:spChg>
        <pc:spChg chg="del mod">
          <ac:chgData name="Mitra, Sayan" userId="5f9b069e-390c-41f3-af3f-6bd4b0fb9710" providerId="ADAL" clId="{BA59B4A1-7C4B-4CCF-AFCF-4791D6EC8B58}" dt="2023-08-09T03:40:48.323" v="2223" actId="478"/>
          <ac:spMkLst>
            <pc:docMk/>
            <pc:sldMk cId="2618064541" sldId="2147374249"/>
            <ac:spMk id="113" creationId="{1F461FC6-8E1C-9D55-93D1-01CD76602510}"/>
          </ac:spMkLst>
        </pc:spChg>
        <pc:spChg chg="del mod">
          <ac:chgData name="Mitra, Sayan" userId="5f9b069e-390c-41f3-af3f-6bd4b0fb9710" providerId="ADAL" clId="{BA59B4A1-7C4B-4CCF-AFCF-4791D6EC8B58}" dt="2023-08-09T03:40:48.323" v="2223" actId="478"/>
          <ac:spMkLst>
            <pc:docMk/>
            <pc:sldMk cId="2618064541" sldId="2147374249"/>
            <ac:spMk id="114" creationId="{9A70ED6D-0FC4-E3F0-E57E-D00C9702153D}"/>
          </ac:spMkLst>
        </pc:spChg>
        <pc:spChg chg="del mod">
          <ac:chgData name="Mitra, Sayan" userId="5f9b069e-390c-41f3-af3f-6bd4b0fb9710" providerId="ADAL" clId="{BA59B4A1-7C4B-4CCF-AFCF-4791D6EC8B58}" dt="2023-08-09T03:40:48.323" v="2223" actId="478"/>
          <ac:spMkLst>
            <pc:docMk/>
            <pc:sldMk cId="2618064541" sldId="2147374249"/>
            <ac:spMk id="115" creationId="{E57B3EB7-290D-8F2B-F0CB-B42515AA9AF4}"/>
          </ac:spMkLst>
        </pc:spChg>
        <pc:spChg chg="del mod">
          <ac:chgData name="Mitra, Sayan" userId="5f9b069e-390c-41f3-af3f-6bd4b0fb9710" providerId="ADAL" clId="{BA59B4A1-7C4B-4CCF-AFCF-4791D6EC8B58}" dt="2023-08-09T03:40:48.323" v="2223" actId="478"/>
          <ac:spMkLst>
            <pc:docMk/>
            <pc:sldMk cId="2618064541" sldId="2147374249"/>
            <ac:spMk id="116" creationId="{917BC3C9-BEE8-139E-F364-E5B5BBF8AFE1}"/>
          </ac:spMkLst>
        </pc:spChg>
        <pc:spChg chg="del mod">
          <ac:chgData name="Mitra, Sayan" userId="5f9b069e-390c-41f3-af3f-6bd4b0fb9710" providerId="ADAL" clId="{BA59B4A1-7C4B-4CCF-AFCF-4791D6EC8B58}" dt="2023-08-09T03:40:48.323" v="2223" actId="478"/>
          <ac:spMkLst>
            <pc:docMk/>
            <pc:sldMk cId="2618064541" sldId="2147374249"/>
            <ac:spMk id="117" creationId="{7EB8CCDB-24BC-606E-849B-A3C87134AEFB}"/>
          </ac:spMkLst>
        </pc:spChg>
        <pc:spChg chg="del mod">
          <ac:chgData name="Mitra, Sayan" userId="5f9b069e-390c-41f3-af3f-6bd4b0fb9710" providerId="ADAL" clId="{BA59B4A1-7C4B-4CCF-AFCF-4791D6EC8B58}" dt="2023-08-09T03:40:48.323" v="2223" actId="478"/>
          <ac:spMkLst>
            <pc:docMk/>
            <pc:sldMk cId="2618064541" sldId="2147374249"/>
            <ac:spMk id="118" creationId="{2444C7B0-DC99-136C-31FA-91637446A905}"/>
          </ac:spMkLst>
        </pc:spChg>
        <pc:spChg chg="del mod">
          <ac:chgData name="Mitra, Sayan" userId="5f9b069e-390c-41f3-af3f-6bd4b0fb9710" providerId="ADAL" clId="{BA59B4A1-7C4B-4CCF-AFCF-4791D6EC8B58}" dt="2023-08-09T03:40:48.323" v="2223" actId="478"/>
          <ac:spMkLst>
            <pc:docMk/>
            <pc:sldMk cId="2618064541" sldId="2147374249"/>
            <ac:spMk id="119" creationId="{09870868-46BF-B23D-4A1B-D373F979A4CA}"/>
          </ac:spMkLst>
        </pc:spChg>
        <pc:spChg chg="del mod">
          <ac:chgData name="Mitra, Sayan" userId="5f9b069e-390c-41f3-af3f-6bd4b0fb9710" providerId="ADAL" clId="{BA59B4A1-7C4B-4CCF-AFCF-4791D6EC8B58}" dt="2023-08-09T03:40:48.323" v="2223" actId="478"/>
          <ac:spMkLst>
            <pc:docMk/>
            <pc:sldMk cId="2618064541" sldId="2147374249"/>
            <ac:spMk id="120" creationId="{AEDAA8B5-6502-AFA9-05B7-171C2C1D6E25}"/>
          </ac:spMkLst>
        </pc:spChg>
        <pc:spChg chg="del mod">
          <ac:chgData name="Mitra, Sayan" userId="5f9b069e-390c-41f3-af3f-6bd4b0fb9710" providerId="ADAL" clId="{BA59B4A1-7C4B-4CCF-AFCF-4791D6EC8B58}" dt="2023-08-09T03:40:48.323" v="2223" actId="478"/>
          <ac:spMkLst>
            <pc:docMk/>
            <pc:sldMk cId="2618064541" sldId="2147374249"/>
            <ac:spMk id="121" creationId="{023261BE-8D1A-4E8B-5FD3-CAC337EDCE32}"/>
          </ac:spMkLst>
        </pc:spChg>
        <pc:spChg chg="mod">
          <ac:chgData name="Mitra, Sayan" userId="5f9b069e-390c-41f3-af3f-6bd4b0fb9710" providerId="ADAL" clId="{BA59B4A1-7C4B-4CCF-AFCF-4791D6EC8B58}" dt="2023-08-09T03:39:59.701" v="2202" actId="164"/>
          <ac:spMkLst>
            <pc:docMk/>
            <pc:sldMk cId="2618064541" sldId="2147374249"/>
            <ac:spMk id="122" creationId="{30C9F0A6-86D0-2288-72F0-1DB0221B9A13}"/>
          </ac:spMkLst>
        </pc:spChg>
        <pc:spChg chg="mod">
          <ac:chgData name="Mitra, Sayan" userId="5f9b069e-390c-41f3-af3f-6bd4b0fb9710" providerId="ADAL" clId="{BA59B4A1-7C4B-4CCF-AFCF-4791D6EC8B58}" dt="2023-08-09T03:39:59.701" v="2202" actId="164"/>
          <ac:spMkLst>
            <pc:docMk/>
            <pc:sldMk cId="2618064541" sldId="2147374249"/>
            <ac:spMk id="123" creationId="{CF032FE5-CA10-DFF8-90FE-520D8337B160}"/>
          </ac:spMkLst>
        </pc:spChg>
        <pc:spChg chg="mod">
          <ac:chgData name="Mitra, Sayan" userId="5f9b069e-390c-41f3-af3f-6bd4b0fb9710" providerId="ADAL" clId="{BA59B4A1-7C4B-4CCF-AFCF-4791D6EC8B58}" dt="2023-08-09T03:39:59.701" v="2202" actId="164"/>
          <ac:spMkLst>
            <pc:docMk/>
            <pc:sldMk cId="2618064541" sldId="2147374249"/>
            <ac:spMk id="124" creationId="{5C5F7E0A-53ED-14A6-D361-E4FC6437DBA2}"/>
          </ac:spMkLst>
        </pc:spChg>
        <pc:spChg chg="mod">
          <ac:chgData name="Mitra, Sayan" userId="5f9b069e-390c-41f3-af3f-6bd4b0fb9710" providerId="ADAL" clId="{BA59B4A1-7C4B-4CCF-AFCF-4791D6EC8B58}" dt="2023-08-09T03:39:59.701" v="2202" actId="164"/>
          <ac:spMkLst>
            <pc:docMk/>
            <pc:sldMk cId="2618064541" sldId="2147374249"/>
            <ac:spMk id="125" creationId="{041169FA-309D-2253-DA38-0CDEBE64AD9D}"/>
          </ac:spMkLst>
        </pc:spChg>
        <pc:spChg chg="mod">
          <ac:chgData name="Mitra, Sayan" userId="5f9b069e-390c-41f3-af3f-6bd4b0fb9710" providerId="ADAL" clId="{BA59B4A1-7C4B-4CCF-AFCF-4791D6EC8B58}" dt="2023-08-09T03:39:59.701" v="2202" actId="164"/>
          <ac:spMkLst>
            <pc:docMk/>
            <pc:sldMk cId="2618064541" sldId="2147374249"/>
            <ac:spMk id="126" creationId="{E4C4B653-634F-5FF3-550B-A4C8F2364F66}"/>
          </ac:spMkLst>
        </pc:spChg>
        <pc:spChg chg="mod">
          <ac:chgData name="Mitra, Sayan" userId="5f9b069e-390c-41f3-af3f-6bd4b0fb9710" providerId="ADAL" clId="{BA59B4A1-7C4B-4CCF-AFCF-4791D6EC8B58}" dt="2023-08-09T03:39:59.701" v="2202" actId="164"/>
          <ac:spMkLst>
            <pc:docMk/>
            <pc:sldMk cId="2618064541" sldId="2147374249"/>
            <ac:spMk id="127" creationId="{2EC9B142-A009-5DB9-DC93-FD60E4E7CEAB}"/>
          </ac:spMkLst>
        </pc:spChg>
        <pc:grpChg chg="add mod">
          <ac:chgData name="Mitra, Sayan" userId="5f9b069e-390c-41f3-af3f-6bd4b0fb9710" providerId="ADAL" clId="{BA59B4A1-7C4B-4CCF-AFCF-4791D6EC8B58}" dt="2023-08-09T03:40:59.893" v="2238" actId="1036"/>
          <ac:grpSpMkLst>
            <pc:docMk/>
            <pc:sldMk cId="2618064541" sldId="2147374249"/>
            <ac:grpSpMk id="49" creationId="{4C2AA398-8E4E-1FAD-73F2-0EBFD11B2AE3}"/>
          </ac:grpSpMkLst>
        </pc:grpChg>
        <pc:graphicFrameChg chg="mod modGraphic">
          <ac:chgData name="Mitra, Sayan" userId="5f9b069e-390c-41f3-af3f-6bd4b0fb9710" providerId="ADAL" clId="{BA59B4A1-7C4B-4CCF-AFCF-4791D6EC8B58}" dt="2023-08-09T03:37:23.125" v="2107" actId="1035"/>
          <ac:graphicFrameMkLst>
            <pc:docMk/>
            <pc:sldMk cId="2618064541" sldId="2147374249"/>
            <ac:graphicFrameMk id="15" creationId="{00000000-0000-0000-0000-000000000000}"/>
          </ac:graphicFrameMkLst>
        </pc:graphicFrameChg>
      </pc:sldChg>
      <pc:sldChg chg="del">
        <pc:chgData name="Mitra, Sayan" userId="5f9b069e-390c-41f3-af3f-6bd4b0fb9710" providerId="ADAL" clId="{BA59B4A1-7C4B-4CCF-AFCF-4791D6EC8B58}" dt="2023-08-09T00:30:53.686" v="244" actId="47"/>
        <pc:sldMkLst>
          <pc:docMk/>
          <pc:sldMk cId="2562908424" sldId="2147374250"/>
        </pc:sldMkLst>
      </pc:sldChg>
      <pc:sldChg chg="delSp modSp add del mod">
        <pc:chgData name="Mitra, Sayan" userId="5f9b069e-390c-41f3-af3f-6bd4b0fb9710" providerId="ADAL" clId="{BA59B4A1-7C4B-4CCF-AFCF-4791D6EC8B58}" dt="2023-08-09T03:25:11.485" v="1920" actId="47"/>
        <pc:sldMkLst>
          <pc:docMk/>
          <pc:sldMk cId="3619502336" sldId="2147374254"/>
        </pc:sldMkLst>
        <pc:spChg chg="mod">
          <ac:chgData name="Mitra, Sayan" userId="5f9b069e-390c-41f3-af3f-6bd4b0fb9710" providerId="ADAL" clId="{BA59B4A1-7C4B-4CCF-AFCF-4791D6EC8B58}" dt="2023-08-09T02:56:47.960" v="1460" actId="20577"/>
          <ac:spMkLst>
            <pc:docMk/>
            <pc:sldMk cId="3619502336" sldId="2147374254"/>
            <ac:spMk id="2" creationId="{EF5ED846-31EA-42B1-87CA-5AF9F3EB4F42}"/>
          </ac:spMkLst>
        </pc:spChg>
        <pc:spChg chg="del">
          <ac:chgData name="Mitra, Sayan" userId="5f9b069e-390c-41f3-af3f-6bd4b0fb9710" providerId="ADAL" clId="{BA59B4A1-7C4B-4CCF-AFCF-4791D6EC8B58}" dt="2023-08-09T02:55:55.262" v="1312" actId="478"/>
          <ac:spMkLst>
            <pc:docMk/>
            <pc:sldMk cId="3619502336" sldId="2147374254"/>
            <ac:spMk id="68" creationId="{4178F852-FD39-4D29-AB14-F068204CB1A1}"/>
          </ac:spMkLst>
        </pc:spChg>
        <pc:graphicFrameChg chg="mod">
          <ac:chgData name="Mitra, Sayan" userId="5f9b069e-390c-41f3-af3f-6bd4b0fb9710" providerId="ADAL" clId="{BA59B4A1-7C4B-4CCF-AFCF-4791D6EC8B58}" dt="2023-08-09T02:58:05.268" v="1467" actId="12100"/>
          <ac:graphicFrameMkLst>
            <pc:docMk/>
            <pc:sldMk cId="3619502336" sldId="2147374254"/>
            <ac:graphicFrameMk id="4" creationId="{E8E290EF-630B-BA6E-1225-4A4E47D98C44}"/>
          </ac:graphicFrameMkLst>
        </pc:graphicFrameChg>
        <pc:picChg chg="del">
          <ac:chgData name="Mitra, Sayan" userId="5f9b069e-390c-41f3-af3f-6bd4b0fb9710" providerId="ADAL" clId="{BA59B4A1-7C4B-4CCF-AFCF-4791D6EC8B58}" dt="2023-08-09T02:55:55.262" v="1312" actId="478"/>
          <ac:picMkLst>
            <pc:docMk/>
            <pc:sldMk cId="3619502336" sldId="2147374254"/>
            <ac:picMk id="1026" creationId="{18CBA105-7150-693F-1EF4-1CCB2C583418}"/>
          </ac:picMkLst>
        </pc:picChg>
      </pc:sldChg>
      <pc:sldChg chg="modSp add mod delCm modCm">
        <pc:chgData name="Mitra, Sayan" userId="5f9b069e-390c-41f3-af3f-6bd4b0fb9710" providerId="ADAL" clId="{BA59B4A1-7C4B-4CCF-AFCF-4791D6EC8B58}" dt="2023-08-09T03:06:09.147" v="1521" actId="1037"/>
        <pc:sldMkLst>
          <pc:docMk/>
          <pc:sldMk cId="1411113894" sldId="2147374255"/>
        </pc:sldMkLst>
        <pc:spChg chg="mod">
          <ac:chgData name="Mitra, Sayan" userId="5f9b069e-390c-41f3-af3f-6bd4b0fb9710" providerId="ADAL" clId="{BA59B4A1-7C4B-4CCF-AFCF-4791D6EC8B58}" dt="2023-08-09T02:41:41.745" v="1078" actId="207"/>
          <ac:spMkLst>
            <pc:docMk/>
            <pc:sldMk cId="1411113894" sldId="2147374255"/>
            <ac:spMk id="84" creationId="{CC13C65B-350B-431B-A5E1-E19575DA75F2}"/>
          </ac:spMkLst>
        </pc:spChg>
        <pc:spChg chg="mod">
          <ac:chgData name="Mitra, Sayan" userId="5f9b069e-390c-41f3-af3f-6bd4b0fb9710" providerId="ADAL" clId="{BA59B4A1-7C4B-4CCF-AFCF-4791D6EC8B58}" dt="2023-08-09T02:41:50.014" v="1080" actId="207"/>
          <ac:spMkLst>
            <pc:docMk/>
            <pc:sldMk cId="1411113894" sldId="2147374255"/>
            <ac:spMk id="85" creationId="{E7B535AF-CF50-4569-9516-284DA00C2A6B}"/>
          </ac:spMkLst>
        </pc:spChg>
        <pc:spChg chg="mod">
          <ac:chgData name="Mitra, Sayan" userId="5f9b069e-390c-41f3-af3f-6bd4b0fb9710" providerId="ADAL" clId="{BA59B4A1-7C4B-4CCF-AFCF-4791D6EC8B58}" dt="2023-08-09T02:41:50.014" v="1080" actId="207"/>
          <ac:spMkLst>
            <pc:docMk/>
            <pc:sldMk cId="1411113894" sldId="2147374255"/>
            <ac:spMk id="86" creationId="{5674BA2F-1A4B-4BAE-A239-27BE17F84938}"/>
          </ac:spMkLst>
        </pc:spChg>
        <pc:spChg chg="mod">
          <ac:chgData name="Mitra, Sayan" userId="5f9b069e-390c-41f3-af3f-6bd4b0fb9710" providerId="ADAL" clId="{BA59B4A1-7C4B-4CCF-AFCF-4791D6EC8B58}" dt="2023-08-09T02:41:44.529" v="1079" actId="207"/>
          <ac:spMkLst>
            <pc:docMk/>
            <pc:sldMk cId="1411113894" sldId="2147374255"/>
            <ac:spMk id="87" creationId="{57F35B4E-6DF1-43A4-87E1-7B3DD5E0DCDB}"/>
          </ac:spMkLst>
        </pc:spChg>
        <pc:spChg chg="mod">
          <ac:chgData name="Mitra, Sayan" userId="5f9b069e-390c-41f3-af3f-6bd4b0fb9710" providerId="ADAL" clId="{BA59B4A1-7C4B-4CCF-AFCF-4791D6EC8B58}" dt="2023-08-09T02:42:14.948" v="1084" actId="14100"/>
          <ac:spMkLst>
            <pc:docMk/>
            <pc:sldMk cId="1411113894" sldId="2147374255"/>
            <ac:spMk id="90" creationId="{E3659B97-D682-48A1-833B-6A929E6060CA}"/>
          </ac:spMkLst>
        </pc:spChg>
        <pc:spChg chg="mod">
          <ac:chgData name="Mitra, Sayan" userId="5f9b069e-390c-41f3-af3f-6bd4b0fb9710" providerId="ADAL" clId="{BA59B4A1-7C4B-4CCF-AFCF-4791D6EC8B58}" dt="2023-08-09T03:06:09.147" v="1521" actId="1037"/>
          <ac:spMkLst>
            <pc:docMk/>
            <pc:sldMk cId="1411113894" sldId="2147374255"/>
            <ac:spMk id="116" creationId="{8B1EC19F-C41F-4A0B-B504-CAA6961CE9D3}"/>
          </ac:spMkLst>
        </pc:spChg>
        <pc:spChg chg="mod">
          <ac:chgData name="Mitra, Sayan" userId="5f9b069e-390c-41f3-af3f-6bd4b0fb9710" providerId="ADAL" clId="{BA59B4A1-7C4B-4CCF-AFCF-4791D6EC8B58}" dt="2023-08-09T00:32:28.611" v="255" actId="20577"/>
          <ac:spMkLst>
            <pc:docMk/>
            <pc:sldMk cId="1411113894" sldId="2147374255"/>
            <ac:spMk id="144" creationId="{C9C7ECF9-2AE0-4F78-B39E-0B2AFD25301C}"/>
          </ac:spMkLst>
        </pc:spChg>
        <pc:spChg chg="mod">
          <ac:chgData name="Mitra, Sayan" userId="5f9b069e-390c-41f3-af3f-6bd4b0fb9710" providerId="ADAL" clId="{BA59B4A1-7C4B-4CCF-AFCF-4791D6EC8B58}" dt="2023-08-09T02:42:38.486" v="1090" actId="207"/>
          <ac:spMkLst>
            <pc:docMk/>
            <pc:sldMk cId="1411113894" sldId="2147374255"/>
            <ac:spMk id="176" creationId="{29FE7E3D-7626-47D1-8071-AF929110629C}"/>
          </ac:spMkLst>
        </pc:spChg>
        <pc:spChg chg="mod">
          <ac:chgData name="Mitra, Sayan" userId="5f9b069e-390c-41f3-af3f-6bd4b0fb9710" providerId="ADAL" clId="{BA59B4A1-7C4B-4CCF-AFCF-4791D6EC8B58}" dt="2023-08-09T02:42:23.029" v="1085" actId="207"/>
          <ac:spMkLst>
            <pc:docMk/>
            <pc:sldMk cId="1411113894" sldId="2147374255"/>
            <ac:spMk id="239" creationId="{7C97E01E-8076-4F9D-A77B-3B64FB18BBD5}"/>
          </ac:spMkLst>
        </pc:spChg>
        <pc:grpChg chg="mod">
          <ac:chgData name="Mitra, Sayan" userId="5f9b069e-390c-41f3-af3f-6bd4b0fb9710" providerId="ADAL" clId="{BA59B4A1-7C4B-4CCF-AFCF-4791D6EC8B58}" dt="2023-08-09T01:14:27.470" v="836" actId="1038"/>
          <ac:grpSpMkLst>
            <pc:docMk/>
            <pc:sldMk cId="1411113894" sldId="2147374255"/>
            <ac:grpSpMk id="6" creationId="{BADF0219-0BE5-DA63-2822-71920A41D11E}"/>
          </ac:grpSpMkLst>
        </pc:grpChg>
        <pc:picChg chg="mod">
          <ac:chgData name="Mitra, Sayan" userId="5f9b069e-390c-41f3-af3f-6bd4b0fb9710" providerId="ADAL" clId="{BA59B4A1-7C4B-4CCF-AFCF-4791D6EC8B58}" dt="2023-08-09T02:42:31.590" v="1088" actId="1076"/>
          <ac:picMkLst>
            <pc:docMk/>
            <pc:sldMk cId="1411113894" sldId="2147374255"/>
            <ac:picMk id="8" creationId="{2EF48D2B-A50F-CDE5-B633-F89663424D3D}"/>
          </ac:picMkLst>
        </pc:picChg>
      </pc:sldChg>
      <pc:sldChg chg="addSp delSp modSp add mod">
        <pc:chgData name="Mitra, Sayan" userId="5f9b069e-390c-41f3-af3f-6bd4b0fb9710" providerId="ADAL" clId="{BA59B4A1-7C4B-4CCF-AFCF-4791D6EC8B58}" dt="2023-08-09T04:14:20.555" v="2606" actId="208"/>
        <pc:sldMkLst>
          <pc:docMk/>
          <pc:sldMk cId="1063472256" sldId="2147374256"/>
        </pc:sldMkLst>
        <pc:spChg chg="add mod">
          <ac:chgData name="Mitra, Sayan" userId="5f9b069e-390c-41f3-af3f-6bd4b0fb9710" providerId="ADAL" clId="{BA59B4A1-7C4B-4CCF-AFCF-4791D6EC8B58}" dt="2023-08-09T02:46:44.165" v="1310" actId="20577"/>
          <ac:spMkLst>
            <pc:docMk/>
            <pc:sldMk cId="1063472256" sldId="2147374256"/>
            <ac:spMk id="2" creationId="{9EF5BCC6-1CE1-99CB-B509-2D457AFAC619}"/>
          </ac:spMkLst>
        </pc:spChg>
        <pc:spChg chg="mod">
          <ac:chgData name="Mitra, Sayan" userId="5f9b069e-390c-41f3-af3f-6bd4b0fb9710" providerId="ADAL" clId="{BA59B4A1-7C4B-4CCF-AFCF-4791D6EC8B58}" dt="2023-08-09T03:05:20.985" v="1513" actId="20577"/>
          <ac:spMkLst>
            <pc:docMk/>
            <pc:sldMk cId="1063472256" sldId="2147374256"/>
            <ac:spMk id="4" creationId="{CC255A50-C644-533D-31F5-4E28E8A4AC0D}"/>
          </ac:spMkLst>
        </pc:spChg>
        <pc:spChg chg="mod">
          <ac:chgData name="Mitra, Sayan" userId="5f9b069e-390c-41f3-af3f-6bd4b0fb9710" providerId="ADAL" clId="{BA59B4A1-7C4B-4CCF-AFCF-4791D6EC8B58}" dt="2023-08-09T02:46:23.051" v="1285" actId="20577"/>
          <ac:spMkLst>
            <pc:docMk/>
            <pc:sldMk cId="1063472256" sldId="2147374256"/>
            <ac:spMk id="5" creationId="{6F416005-0192-AE2D-568E-D3CA023F11D6}"/>
          </ac:spMkLst>
        </pc:spChg>
        <pc:spChg chg="mod">
          <ac:chgData name="Mitra, Sayan" userId="5f9b069e-390c-41f3-af3f-6bd4b0fb9710" providerId="ADAL" clId="{BA59B4A1-7C4B-4CCF-AFCF-4791D6EC8B58}" dt="2023-08-09T04:14:20.555" v="2606" actId="208"/>
          <ac:spMkLst>
            <pc:docMk/>
            <pc:sldMk cId="1063472256" sldId="2147374256"/>
            <ac:spMk id="25" creationId="{E2779C73-1A95-AF4B-CF69-71F6ECCD57DC}"/>
          </ac:spMkLst>
        </pc:spChg>
        <pc:spChg chg="mod">
          <ac:chgData name="Mitra, Sayan" userId="5f9b069e-390c-41f3-af3f-6bd4b0fb9710" providerId="ADAL" clId="{BA59B4A1-7C4B-4CCF-AFCF-4791D6EC8B58}" dt="2023-08-09T02:45:02.581" v="1150"/>
          <ac:spMkLst>
            <pc:docMk/>
            <pc:sldMk cId="1063472256" sldId="2147374256"/>
            <ac:spMk id="166" creationId="{065174F0-B1F2-4361-93C9-018F0BD01CA6}"/>
          </ac:spMkLst>
        </pc:spChg>
        <pc:spChg chg="mod">
          <ac:chgData name="Mitra, Sayan" userId="5f9b069e-390c-41f3-af3f-6bd4b0fb9710" providerId="ADAL" clId="{BA59B4A1-7C4B-4CCF-AFCF-4791D6EC8B58}" dt="2023-08-09T02:43:18.826" v="1142" actId="1038"/>
          <ac:spMkLst>
            <pc:docMk/>
            <pc:sldMk cId="1063472256" sldId="2147374256"/>
            <ac:spMk id="170" creationId="{1B35CAAB-E7EE-4ABB-A06D-351F5D0F1747}"/>
          </ac:spMkLst>
        </pc:spChg>
        <pc:picChg chg="del">
          <ac:chgData name="Mitra, Sayan" userId="5f9b069e-390c-41f3-af3f-6bd4b0fb9710" providerId="ADAL" clId="{BA59B4A1-7C4B-4CCF-AFCF-4791D6EC8B58}" dt="2023-08-09T02:42:49.782" v="1092" actId="478"/>
          <ac:picMkLst>
            <pc:docMk/>
            <pc:sldMk cId="1063472256" sldId="2147374256"/>
            <ac:picMk id="15" creationId="{BB734717-2644-0D45-532B-B5C517EFF540}"/>
          </ac:picMkLst>
        </pc:picChg>
      </pc:sldChg>
      <pc:sldChg chg="delSp add del mod">
        <pc:chgData name="Mitra, Sayan" userId="5f9b069e-390c-41f3-af3f-6bd4b0fb9710" providerId="ADAL" clId="{BA59B4A1-7C4B-4CCF-AFCF-4791D6EC8B58}" dt="2023-08-09T02:40:57.875" v="1070" actId="47"/>
        <pc:sldMkLst>
          <pc:docMk/>
          <pc:sldMk cId="1571189240" sldId="2147374256"/>
        </pc:sldMkLst>
        <pc:picChg chg="del">
          <ac:chgData name="Mitra, Sayan" userId="5f9b069e-390c-41f3-af3f-6bd4b0fb9710" providerId="ADAL" clId="{BA59B4A1-7C4B-4CCF-AFCF-4791D6EC8B58}" dt="2023-08-09T02:39:57.516" v="1063" actId="478"/>
          <ac:picMkLst>
            <pc:docMk/>
            <pc:sldMk cId="1571189240" sldId="2147374256"/>
            <ac:picMk id="15" creationId="{BB734717-2644-0D45-532B-B5C517EFF540}"/>
          </ac:picMkLst>
        </pc:picChg>
      </pc:sldChg>
      <pc:sldMasterChg chg="delSldLayout modSldLayout">
        <pc:chgData name="Mitra, Sayan" userId="5f9b069e-390c-41f3-af3f-6bd4b0fb9710" providerId="ADAL" clId="{BA59B4A1-7C4B-4CCF-AFCF-4791D6EC8B58}" dt="2023-08-09T03:25:11.485" v="1920" actId="47"/>
        <pc:sldMasterMkLst>
          <pc:docMk/>
          <pc:sldMasterMk cId="3197474883" sldId="2147484169"/>
        </pc:sldMasterMkLst>
        <pc:sldLayoutChg chg="del">
          <pc:chgData name="Mitra, Sayan" userId="5f9b069e-390c-41f3-af3f-6bd4b0fb9710" providerId="ADAL" clId="{BA59B4A1-7C4B-4CCF-AFCF-4791D6EC8B58}" dt="2023-08-09T03:25:11.485" v="1920" actId="47"/>
          <pc:sldLayoutMkLst>
            <pc:docMk/>
            <pc:sldMasterMk cId="3197474883" sldId="2147484169"/>
            <pc:sldLayoutMk cId="2987760623" sldId="2147484161"/>
          </pc:sldLayoutMkLst>
        </pc:sldLayoutChg>
        <pc:sldLayoutChg chg="addSp delSp modSp mod setBg">
          <pc:chgData name="Mitra, Sayan" userId="5f9b069e-390c-41f3-af3f-6bd4b0fb9710" providerId="ADAL" clId="{BA59B4A1-7C4B-4CCF-AFCF-4791D6EC8B58}" dt="2023-08-09T02:30:51.773" v="876" actId="14861"/>
          <pc:sldLayoutMkLst>
            <pc:docMk/>
            <pc:sldMasterMk cId="3197474883" sldId="2147484169"/>
            <pc:sldLayoutMk cId="800188973" sldId="2147484174"/>
          </pc:sldLayoutMkLst>
          <pc:picChg chg="del mod">
            <ac:chgData name="Mitra, Sayan" userId="5f9b069e-390c-41f3-af3f-6bd4b0fb9710" providerId="ADAL" clId="{BA59B4A1-7C4B-4CCF-AFCF-4791D6EC8B58}" dt="2023-08-09T01:07:08.208" v="804" actId="478"/>
            <ac:picMkLst>
              <pc:docMk/>
              <pc:sldMasterMk cId="3197474883" sldId="2147484169"/>
              <pc:sldLayoutMk cId="800188973" sldId="2147484174"/>
              <ac:picMk id="2" creationId="{00000000-0000-0000-0000-000000000000}"/>
            </ac:picMkLst>
          </pc:picChg>
          <pc:picChg chg="add mod ord">
            <ac:chgData name="Mitra, Sayan" userId="5f9b069e-390c-41f3-af3f-6bd4b0fb9710" providerId="ADAL" clId="{BA59B4A1-7C4B-4CCF-AFCF-4791D6EC8B58}" dt="2023-08-09T02:30:51.773" v="876" actId="14861"/>
            <ac:picMkLst>
              <pc:docMk/>
              <pc:sldMasterMk cId="3197474883" sldId="2147484169"/>
              <pc:sldLayoutMk cId="800188973" sldId="2147484174"/>
              <ac:picMk id="5" creationId="{D311573C-C875-0284-6571-E59D45A3DA0B}"/>
            </ac:picMkLst>
          </pc:picChg>
        </pc:sldLayoutChg>
      </pc:sldMasterChg>
    </pc:docChg>
  </pc:docChgLst>
  <pc:docChgLst>
    <pc:chgData name="Mukherjee, Shouvik" userId="S::shomukherjee@deloitte.com::8a0946e8-3a6b-4d5c-947d-73f4cd578335" providerId="AD" clId="Web-{3BAA9D98-C019-440D-A476-1DCB52BA3FC9}"/>
    <pc:docChg chg="addSld delSld modSld addMainMaster modMainMaster">
      <pc:chgData name="Mukherjee, Shouvik" userId="S::shomukherjee@deloitte.com::8a0946e8-3a6b-4d5c-947d-73f4cd578335" providerId="AD" clId="Web-{3BAA9D98-C019-440D-A476-1DCB52BA3FC9}" dt="2023-08-08T09:38:19.060" v="1602" actId="20577"/>
      <pc:docMkLst>
        <pc:docMk/>
      </pc:docMkLst>
      <pc:sldChg chg="addSp delSp modSp del">
        <pc:chgData name="Mukherjee, Shouvik" userId="S::shomukherjee@deloitte.com::8a0946e8-3a6b-4d5c-947d-73f4cd578335" providerId="AD" clId="Web-{3BAA9D98-C019-440D-A476-1DCB52BA3FC9}" dt="2023-08-08T08:40:05.856" v="108"/>
        <pc:sldMkLst>
          <pc:docMk/>
          <pc:sldMk cId="3887181450" sldId="6231"/>
        </pc:sldMkLst>
        <pc:spChg chg="mod">
          <ac:chgData name="Mukherjee, Shouvik" userId="S::shomukherjee@deloitte.com::8a0946e8-3a6b-4d5c-947d-73f4cd578335" providerId="AD" clId="Web-{3BAA9D98-C019-440D-A476-1DCB52BA3FC9}" dt="2023-08-08T08:26:21.262" v="1" actId="20577"/>
          <ac:spMkLst>
            <pc:docMk/>
            <pc:sldMk cId="3887181450" sldId="6231"/>
            <ac:spMk id="83" creationId="{31F75B9F-C617-48CE-B56F-3B32C47CDD2C}"/>
          </ac:spMkLst>
        </pc:spChg>
        <pc:spChg chg="mod">
          <ac:chgData name="Mukherjee, Shouvik" userId="S::shomukherjee@deloitte.com::8a0946e8-3a6b-4d5c-947d-73f4cd578335" providerId="AD" clId="Web-{3BAA9D98-C019-440D-A476-1DCB52BA3FC9}" dt="2023-08-08T08:29:58.204" v="17" actId="1076"/>
          <ac:spMkLst>
            <pc:docMk/>
            <pc:sldMk cId="3887181450" sldId="6231"/>
            <ac:spMk id="144" creationId="{C9C7ECF9-2AE0-4F78-B39E-0B2AFD25301C}"/>
          </ac:spMkLst>
        </pc:spChg>
        <pc:spChg chg="del topLvl">
          <ac:chgData name="Mukherjee, Shouvik" userId="S::shomukherjee@deloitte.com::8a0946e8-3a6b-4d5c-947d-73f4cd578335" providerId="AD" clId="Web-{3BAA9D98-C019-440D-A476-1DCB52BA3FC9}" dt="2023-08-08T08:26:38.388" v="8"/>
          <ac:spMkLst>
            <pc:docMk/>
            <pc:sldMk cId="3887181450" sldId="6231"/>
            <ac:spMk id="163" creationId="{7F28C062-5AE9-476D-9F51-51DC8D89C429}"/>
          </ac:spMkLst>
        </pc:spChg>
        <pc:spChg chg="mod">
          <ac:chgData name="Mukherjee, Shouvik" userId="S::shomukherjee@deloitte.com::8a0946e8-3a6b-4d5c-947d-73f4cd578335" providerId="AD" clId="Web-{3BAA9D98-C019-440D-A476-1DCB52BA3FC9}" dt="2023-08-08T08:29:58.469" v="23" actId="1076"/>
          <ac:spMkLst>
            <pc:docMk/>
            <pc:sldMk cId="3887181450" sldId="6231"/>
            <ac:spMk id="241" creationId="{474A5A87-F1CD-4412-85B6-0DE79F0E59C2}"/>
          </ac:spMkLst>
        </pc:spChg>
        <pc:spChg chg="mod">
          <ac:chgData name="Mukherjee, Shouvik" userId="S::shomukherjee@deloitte.com::8a0946e8-3a6b-4d5c-947d-73f4cd578335" providerId="AD" clId="Web-{3BAA9D98-C019-440D-A476-1DCB52BA3FC9}" dt="2023-08-08T08:29:58.501" v="24" actId="1076"/>
          <ac:spMkLst>
            <pc:docMk/>
            <pc:sldMk cId="3887181450" sldId="6231"/>
            <ac:spMk id="242" creationId="{E8AD5B86-9680-4920-9104-3CC3008820AA}"/>
          </ac:spMkLst>
        </pc:spChg>
        <pc:spChg chg="del mod topLvl">
          <ac:chgData name="Mukherjee, Shouvik" userId="S::shomukherjee@deloitte.com::8a0946e8-3a6b-4d5c-947d-73f4cd578335" providerId="AD" clId="Web-{3BAA9D98-C019-440D-A476-1DCB52BA3FC9}" dt="2023-08-08T08:26:30.262" v="6"/>
          <ac:spMkLst>
            <pc:docMk/>
            <pc:sldMk cId="3887181450" sldId="6231"/>
            <ac:spMk id="244" creationId="{7A00F606-2092-441A-91F5-FABF005828C5}"/>
          </ac:spMkLst>
        </pc:spChg>
        <pc:spChg chg="del topLvl">
          <ac:chgData name="Mukherjee, Shouvik" userId="S::shomukherjee@deloitte.com::8a0946e8-3a6b-4d5c-947d-73f4cd578335" providerId="AD" clId="Web-{3BAA9D98-C019-440D-A476-1DCB52BA3FC9}" dt="2023-08-08T08:26:50.903" v="12"/>
          <ac:spMkLst>
            <pc:docMk/>
            <pc:sldMk cId="3887181450" sldId="6231"/>
            <ac:spMk id="247" creationId="{568EEEE1-619E-4D17-9A6E-19A8B8FC4EC3}"/>
          </ac:spMkLst>
        </pc:spChg>
        <pc:spChg chg="del topLvl">
          <ac:chgData name="Mukherjee, Shouvik" userId="S::shomukherjee@deloitte.com::8a0946e8-3a6b-4d5c-947d-73f4cd578335" providerId="AD" clId="Web-{3BAA9D98-C019-440D-A476-1DCB52BA3FC9}" dt="2023-08-08T08:26:44.778" v="10"/>
          <ac:spMkLst>
            <pc:docMk/>
            <pc:sldMk cId="3887181450" sldId="6231"/>
            <ac:spMk id="253" creationId="{D698B611-C25C-4A98-9A0B-E5EB481F8DF7}"/>
          </ac:spMkLst>
        </pc:spChg>
        <pc:grpChg chg="mod">
          <ac:chgData name="Mukherjee, Shouvik" userId="S::shomukherjee@deloitte.com::8a0946e8-3a6b-4d5c-947d-73f4cd578335" providerId="AD" clId="Web-{3BAA9D98-C019-440D-A476-1DCB52BA3FC9}" dt="2023-08-08T08:27:52.795" v="15" actId="14100"/>
          <ac:grpSpMkLst>
            <pc:docMk/>
            <pc:sldMk cId="3887181450" sldId="6231"/>
            <ac:grpSpMk id="96" creationId="{33DAF63C-9D71-40AE-9181-CDE90944C371}"/>
          </ac:grpSpMkLst>
        </pc:grpChg>
        <pc:grpChg chg="mod">
          <ac:chgData name="Mukherjee, Shouvik" userId="S::shomukherjee@deloitte.com::8a0946e8-3a6b-4d5c-947d-73f4cd578335" providerId="AD" clId="Web-{3BAA9D98-C019-440D-A476-1DCB52BA3FC9}" dt="2023-08-08T08:29:58.172" v="16" actId="1076"/>
          <ac:grpSpMkLst>
            <pc:docMk/>
            <pc:sldMk cId="3887181450" sldId="6231"/>
            <ac:grpSpMk id="112" creationId="{909D1631-BB1D-43E4-8C00-321560DA3031}"/>
          </ac:grpSpMkLst>
        </pc:grpChg>
        <pc:grpChg chg="del mod">
          <ac:chgData name="Mukherjee, Shouvik" userId="S::shomukherjee@deloitte.com::8a0946e8-3a6b-4d5c-947d-73f4cd578335" providerId="AD" clId="Web-{3BAA9D98-C019-440D-A476-1DCB52BA3FC9}" dt="2023-08-08T08:31:11.549" v="33"/>
          <ac:grpSpMkLst>
            <pc:docMk/>
            <pc:sldMk cId="3887181450" sldId="6231"/>
            <ac:grpSpMk id="145" creationId="{A2C5E4FB-AE81-4A53-BCFC-220AF0D8A58A}"/>
          </ac:grpSpMkLst>
        </pc:grpChg>
        <pc:grpChg chg="del">
          <ac:chgData name="Mukherjee, Shouvik" userId="S::shomukherjee@deloitte.com::8a0946e8-3a6b-4d5c-947d-73f4cd578335" providerId="AD" clId="Web-{3BAA9D98-C019-440D-A476-1DCB52BA3FC9}" dt="2023-08-08T08:26:22.075" v="2"/>
          <ac:grpSpMkLst>
            <pc:docMk/>
            <pc:sldMk cId="3887181450" sldId="6231"/>
            <ac:grpSpMk id="157" creationId="{A619BAC4-BD68-493C-877A-F2F9DB7FF34A}"/>
          </ac:grpSpMkLst>
        </pc:grpChg>
        <pc:grpChg chg="mod">
          <ac:chgData name="Mukherjee, Shouvik" userId="S::shomukherjee@deloitte.com::8a0946e8-3a6b-4d5c-947d-73f4cd578335" providerId="AD" clId="Web-{3BAA9D98-C019-440D-A476-1DCB52BA3FC9}" dt="2023-08-08T08:29:58.313" v="19" actId="1076"/>
          <ac:grpSpMkLst>
            <pc:docMk/>
            <pc:sldMk cId="3887181450" sldId="6231"/>
            <ac:grpSpMk id="161" creationId="{3B5BE337-AF73-4CC3-98D8-FC667FB6604F}"/>
          </ac:grpSpMkLst>
        </pc:grpChg>
        <pc:grpChg chg="del">
          <ac:chgData name="Mukherjee, Shouvik" userId="S::shomukherjee@deloitte.com::8a0946e8-3a6b-4d5c-947d-73f4cd578335" providerId="AD" clId="Web-{3BAA9D98-C019-440D-A476-1DCB52BA3FC9}" dt="2023-08-08T08:26:36.153" v="7"/>
          <ac:grpSpMkLst>
            <pc:docMk/>
            <pc:sldMk cId="3887181450" sldId="6231"/>
            <ac:grpSpMk id="162" creationId="{EDF1E59F-EF36-4C8B-AEB7-7B9B5D53FA7A}"/>
          </ac:grpSpMkLst>
        </pc:grpChg>
        <pc:grpChg chg="mod">
          <ac:chgData name="Mukherjee, Shouvik" userId="S::shomukherjee@deloitte.com::8a0946e8-3a6b-4d5c-947d-73f4cd578335" providerId="AD" clId="Web-{3BAA9D98-C019-440D-A476-1DCB52BA3FC9}" dt="2023-08-08T08:29:58.344" v="20" actId="1076"/>
          <ac:grpSpMkLst>
            <pc:docMk/>
            <pc:sldMk cId="3887181450" sldId="6231"/>
            <ac:grpSpMk id="178" creationId="{E895CABC-9B9B-43C0-A75A-CEB1B14B634C}"/>
          </ac:grpSpMkLst>
        </pc:grpChg>
        <pc:grpChg chg="mod">
          <ac:chgData name="Mukherjee, Shouvik" userId="S::shomukherjee@deloitte.com::8a0946e8-3a6b-4d5c-947d-73f4cd578335" providerId="AD" clId="Web-{3BAA9D98-C019-440D-A476-1DCB52BA3FC9}" dt="2023-08-08T08:29:58.391" v="21" actId="1076"/>
          <ac:grpSpMkLst>
            <pc:docMk/>
            <pc:sldMk cId="3887181450" sldId="6231"/>
            <ac:grpSpMk id="182" creationId="{D1446E98-953C-4ABD-88E6-C18DA524AAB7}"/>
          </ac:grpSpMkLst>
        </pc:grpChg>
        <pc:grpChg chg="mod">
          <ac:chgData name="Mukherjee, Shouvik" userId="S::shomukherjee@deloitte.com::8a0946e8-3a6b-4d5c-947d-73f4cd578335" providerId="AD" clId="Web-{3BAA9D98-C019-440D-A476-1DCB52BA3FC9}" dt="2023-08-08T08:29:58.438" v="22" actId="1076"/>
          <ac:grpSpMkLst>
            <pc:docMk/>
            <pc:sldMk cId="3887181450" sldId="6231"/>
            <ac:grpSpMk id="189" creationId="{0438764A-E181-405B-B030-BCA3A98AC7C0}"/>
          </ac:grpSpMkLst>
        </pc:grpChg>
        <pc:grpChg chg="del">
          <ac:chgData name="Mukherjee, Shouvik" userId="S::shomukherjee@deloitte.com::8a0946e8-3a6b-4d5c-947d-73f4cd578335" providerId="AD" clId="Web-{3BAA9D98-C019-440D-A476-1DCB52BA3FC9}" dt="2023-08-08T08:26:24.356" v="3"/>
          <ac:grpSpMkLst>
            <pc:docMk/>
            <pc:sldMk cId="3887181450" sldId="6231"/>
            <ac:grpSpMk id="243" creationId="{BC7B1A54-65EA-4DA3-BB19-BEAF74930DE4}"/>
          </ac:grpSpMkLst>
        </pc:grpChg>
        <pc:grpChg chg="del">
          <ac:chgData name="Mukherjee, Shouvik" userId="S::shomukherjee@deloitte.com::8a0946e8-3a6b-4d5c-947d-73f4cd578335" providerId="AD" clId="Web-{3BAA9D98-C019-440D-A476-1DCB52BA3FC9}" dt="2023-08-08T08:26:48.341" v="11"/>
          <ac:grpSpMkLst>
            <pc:docMk/>
            <pc:sldMk cId="3887181450" sldId="6231"/>
            <ac:grpSpMk id="246" creationId="{F80F4932-AA2A-42EC-A0D9-8A53564C8185}"/>
          </ac:grpSpMkLst>
        </pc:grpChg>
        <pc:grpChg chg="del">
          <ac:chgData name="Mukherjee, Shouvik" userId="S::shomukherjee@deloitte.com::8a0946e8-3a6b-4d5c-947d-73f4cd578335" providerId="AD" clId="Web-{3BAA9D98-C019-440D-A476-1DCB52BA3FC9}" dt="2023-08-08T08:26:42.341" v="9"/>
          <ac:grpSpMkLst>
            <pc:docMk/>
            <pc:sldMk cId="3887181450" sldId="6231"/>
            <ac:grpSpMk id="252" creationId="{20BB14FA-0E7C-42EE-A82F-30763CA7C3F5}"/>
          </ac:grpSpMkLst>
        </pc:grpChg>
        <pc:picChg chg="add del mod">
          <ac:chgData name="Mukherjee, Shouvik" userId="S::shomukherjee@deloitte.com::8a0946e8-3a6b-4d5c-947d-73f4cd578335" providerId="AD" clId="Web-{3BAA9D98-C019-440D-A476-1DCB52BA3FC9}" dt="2023-08-08T08:30:10.282" v="27"/>
          <ac:picMkLst>
            <pc:docMk/>
            <pc:sldMk cId="3887181450" sldId="6231"/>
            <ac:picMk id="2" creationId="{334012F7-76F5-5633-EB03-494F65E0BD67}"/>
          </ac:picMkLst>
        </pc:picChg>
        <pc:picChg chg="add del mod">
          <ac:chgData name="Mukherjee, Shouvik" userId="S::shomukherjee@deloitte.com::8a0946e8-3a6b-4d5c-947d-73f4cd578335" providerId="AD" clId="Web-{3BAA9D98-C019-440D-A476-1DCB52BA3FC9}" dt="2023-08-08T08:30:20.845" v="29"/>
          <ac:picMkLst>
            <pc:docMk/>
            <pc:sldMk cId="3887181450" sldId="6231"/>
            <ac:picMk id="3" creationId="{E3B63AE4-8B99-F1F7-6474-C26472601F0F}"/>
          </ac:picMkLst>
        </pc:picChg>
        <pc:picChg chg="add del mod">
          <ac:chgData name="Mukherjee, Shouvik" userId="S::shomukherjee@deloitte.com::8a0946e8-3a6b-4d5c-947d-73f4cd578335" providerId="AD" clId="Web-{3BAA9D98-C019-440D-A476-1DCB52BA3FC9}" dt="2023-08-08T08:31:05.471" v="32"/>
          <ac:picMkLst>
            <pc:docMk/>
            <pc:sldMk cId="3887181450" sldId="6231"/>
            <ac:picMk id="4" creationId="{15232FA1-2637-A46E-B26A-2A087F4E653B}"/>
          </ac:picMkLst>
        </pc:picChg>
        <pc:picChg chg="del topLvl">
          <ac:chgData name="Mukherjee, Shouvik" userId="S::shomukherjee@deloitte.com::8a0946e8-3a6b-4d5c-947d-73f4cd578335" providerId="AD" clId="Web-{3BAA9D98-C019-440D-A476-1DCB52BA3FC9}" dt="2023-08-08T08:26:36.153" v="7"/>
          <ac:picMkLst>
            <pc:docMk/>
            <pc:sldMk cId="3887181450" sldId="6231"/>
            <ac:picMk id="164" creationId="{4E10FF98-8F2F-4F09-A352-11205105D6EE}"/>
          </ac:picMkLst>
        </pc:picChg>
        <pc:picChg chg="del topLvl">
          <ac:chgData name="Mukherjee, Shouvik" userId="S::shomukherjee@deloitte.com::8a0946e8-3a6b-4d5c-947d-73f4cd578335" providerId="AD" clId="Web-{3BAA9D98-C019-440D-A476-1DCB52BA3FC9}" dt="2023-08-08T08:26:24.356" v="3"/>
          <ac:picMkLst>
            <pc:docMk/>
            <pc:sldMk cId="3887181450" sldId="6231"/>
            <ac:picMk id="245" creationId="{F0273769-BEC2-43C9-AF44-FCE6ECCE41DC}"/>
          </ac:picMkLst>
        </pc:picChg>
        <pc:picChg chg="del topLvl">
          <ac:chgData name="Mukherjee, Shouvik" userId="S::shomukherjee@deloitte.com::8a0946e8-3a6b-4d5c-947d-73f4cd578335" providerId="AD" clId="Web-{3BAA9D98-C019-440D-A476-1DCB52BA3FC9}" dt="2023-08-08T08:26:48.341" v="11"/>
          <ac:picMkLst>
            <pc:docMk/>
            <pc:sldMk cId="3887181450" sldId="6231"/>
            <ac:picMk id="248" creationId="{5E3AC728-F2DC-459C-8C5C-E911FD55668D}"/>
          </ac:picMkLst>
        </pc:picChg>
        <pc:picChg chg="del topLvl">
          <ac:chgData name="Mukherjee, Shouvik" userId="S::shomukherjee@deloitte.com::8a0946e8-3a6b-4d5c-947d-73f4cd578335" providerId="AD" clId="Web-{3BAA9D98-C019-440D-A476-1DCB52BA3FC9}" dt="2023-08-08T08:26:42.341" v="9"/>
          <ac:picMkLst>
            <pc:docMk/>
            <pc:sldMk cId="3887181450" sldId="6231"/>
            <ac:picMk id="254" creationId="{522ADD94-7651-478A-831C-084D1709ED0B}"/>
          </ac:picMkLst>
        </pc:picChg>
        <pc:cxnChg chg="mod">
          <ac:chgData name="Mukherjee, Shouvik" userId="S::shomukherjee@deloitte.com::8a0946e8-3a6b-4d5c-947d-73f4cd578335" providerId="AD" clId="Web-{3BAA9D98-C019-440D-A476-1DCB52BA3FC9}" dt="2023-08-08T08:31:11.549" v="33"/>
          <ac:cxnSpMkLst>
            <pc:docMk/>
            <pc:sldMk cId="3887181450" sldId="6231"/>
            <ac:cxnSpMk id="150" creationId="{773C295C-410F-4D3D-8903-711C419EB55D}"/>
          </ac:cxnSpMkLst>
        </pc:cxnChg>
        <pc:cxnChg chg="mod">
          <ac:chgData name="Mukherjee, Shouvik" userId="S::shomukherjee@deloitte.com::8a0946e8-3a6b-4d5c-947d-73f4cd578335" providerId="AD" clId="Web-{3BAA9D98-C019-440D-A476-1DCB52BA3FC9}" dt="2023-08-08T08:31:11.549" v="33"/>
          <ac:cxnSpMkLst>
            <pc:docMk/>
            <pc:sldMk cId="3887181450" sldId="6231"/>
            <ac:cxnSpMk id="151" creationId="{588DFABC-FD5B-43A3-AA3E-251FBA4EB575}"/>
          </ac:cxnSpMkLst>
        </pc:cxnChg>
        <pc:cxnChg chg="mod">
          <ac:chgData name="Mukherjee, Shouvik" userId="S::shomukherjee@deloitte.com::8a0946e8-3a6b-4d5c-947d-73f4cd578335" providerId="AD" clId="Web-{3BAA9D98-C019-440D-A476-1DCB52BA3FC9}" dt="2023-08-08T08:31:11.549" v="33"/>
          <ac:cxnSpMkLst>
            <pc:docMk/>
            <pc:sldMk cId="3887181450" sldId="6231"/>
            <ac:cxnSpMk id="152" creationId="{4DA8F6DE-F7CC-4942-86A1-654075B35754}"/>
          </ac:cxnSpMkLst>
        </pc:cxnChg>
        <pc:cxnChg chg="mod">
          <ac:chgData name="Mukherjee, Shouvik" userId="S::shomukherjee@deloitte.com::8a0946e8-3a6b-4d5c-947d-73f4cd578335" providerId="AD" clId="Web-{3BAA9D98-C019-440D-A476-1DCB52BA3FC9}" dt="2023-08-08T08:31:11.549" v="33"/>
          <ac:cxnSpMkLst>
            <pc:docMk/>
            <pc:sldMk cId="3887181450" sldId="6231"/>
            <ac:cxnSpMk id="156" creationId="{A603A399-3E24-400C-92B3-5D675D987533}"/>
          </ac:cxnSpMkLst>
        </pc:cxnChg>
        <pc:cxnChg chg="del">
          <ac:chgData name="Mukherjee, Shouvik" userId="S::shomukherjee@deloitte.com::8a0946e8-3a6b-4d5c-947d-73f4cd578335" providerId="AD" clId="Web-{3BAA9D98-C019-440D-A476-1DCB52BA3FC9}" dt="2023-08-08T08:26:54.810" v="13"/>
          <ac:cxnSpMkLst>
            <pc:docMk/>
            <pc:sldMk cId="3887181450" sldId="6231"/>
            <ac:cxnSpMk id="255" creationId="{B38C92AC-F853-47D9-9831-857DB924F38D}"/>
          </ac:cxnSpMkLst>
        </pc:cxnChg>
      </pc:sldChg>
      <pc:sldChg chg="del">
        <pc:chgData name="Mukherjee, Shouvik" userId="S::shomukherjee@deloitte.com::8a0946e8-3a6b-4d5c-947d-73f4cd578335" providerId="AD" clId="Web-{3BAA9D98-C019-440D-A476-1DCB52BA3FC9}" dt="2023-08-08T09:25:05.311" v="889"/>
        <pc:sldMkLst>
          <pc:docMk/>
          <pc:sldMk cId="955439326" sldId="6237"/>
        </pc:sldMkLst>
      </pc:sldChg>
      <pc:sldChg chg="addSp delSp modSp add replId">
        <pc:chgData name="Mukherjee, Shouvik" userId="S::shomukherjee@deloitte.com::8a0946e8-3a6b-4d5c-947d-73f4cd578335" providerId="AD" clId="Web-{3BAA9D98-C019-440D-A476-1DCB52BA3FC9}" dt="2023-08-08T09:14:28.159" v="477" actId="20577"/>
        <pc:sldMkLst>
          <pc:docMk/>
          <pc:sldMk cId="3576935063" sldId="6238"/>
        </pc:sldMkLst>
        <pc:spChg chg="mod">
          <ac:chgData name="Mukherjee, Shouvik" userId="S::shomukherjee@deloitte.com::8a0946e8-3a6b-4d5c-947d-73f4cd578335" providerId="AD" clId="Web-{3BAA9D98-C019-440D-A476-1DCB52BA3FC9}" dt="2023-08-08T09:14:28.159" v="477" actId="20577"/>
          <ac:spMkLst>
            <pc:docMk/>
            <pc:sldMk cId="3576935063" sldId="6238"/>
            <ac:spMk id="83" creationId="{31F75B9F-C617-48CE-B56F-3B32C47CDD2C}"/>
          </ac:spMkLst>
        </pc:spChg>
        <pc:spChg chg="mod">
          <ac:chgData name="Mukherjee, Shouvik" userId="S::shomukherjee@deloitte.com::8a0946e8-3a6b-4d5c-947d-73f4cd578335" providerId="AD" clId="Web-{3BAA9D98-C019-440D-A476-1DCB52BA3FC9}" dt="2023-08-08T08:39:09.995" v="107" actId="20577"/>
          <ac:spMkLst>
            <pc:docMk/>
            <pc:sldMk cId="3576935063" sldId="6238"/>
            <ac:spMk id="98" creationId="{F0165707-B8A7-4A2C-A722-79A8686ECA20}"/>
          </ac:spMkLst>
        </pc:spChg>
        <pc:spChg chg="mod">
          <ac:chgData name="Mukherjee, Shouvik" userId="S::shomukherjee@deloitte.com::8a0946e8-3a6b-4d5c-947d-73f4cd578335" providerId="AD" clId="Web-{3BAA9D98-C019-440D-A476-1DCB52BA3FC9}" dt="2023-08-08T08:37:54.712" v="68" actId="1076"/>
          <ac:spMkLst>
            <pc:docMk/>
            <pc:sldMk cId="3576935063" sldId="6238"/>
            <ac:spMk id="144" creationId="{C9C7ECF9-2AE0-4F78-B39E-0B2AFD25301C}"/>
          </ac:spMkLst>
        </pc:spChg>
        <pc:spChg chg="mod">
          <ac:chgData name="Mukherjee, Shouvik" userId="S::shomukherjee@deloitte.com::8a0946e8-3a6b-4d5c-947d-73f4cd578335" providerId="AD" clId="Web-{3BAA9D98-C019-440D-A476-1DCB52BA3FC9}" dt="2023-08-08T08:53:24.980" v="165" actId="1076"/>
          <ac:spMkLst>
            <pc:docMk/>
            <pc:sldMk cId="3576935063" sldId="6238"/>
            <ac:spMk id="174" creationId="{20768565-56D0-45F1-85AD-2DD3A7BA0D3E}"/>
          </ac:spMkLst>
        </pc:spChg>
        <pc:spChg chg="del mod">
          <ac:chgData name="Mukherjee, Shouvik" userId="S::shomukherjee@deloitte.com::8a0946e8-3a6b-4d5c-947d-73f4cd578335" providerId="AD" clId="Web-{3BAA9D98-C019-440D-A476-1DCB52BA3FC9}" dt="2023-08-08T08:53:13.370" v="162"/>
          <ac:spMkLst>
            <pc:docMk/>
            <pc:sldMk cId="3576935063" sldId="6238"/>
            <ac:spMk id="175" creationId="{A21F1759-5423-44FB-A5E1-6DAD908C419C}"/>
          </ac:spMkLst>
        </pc:spChg>
        <pc:spChg chg="add del mod">
          <ac:chgData name="Mukherjee, Shouvik" userId="S::shomukherjee@deloitte.com::8a0946e8-3a6b-4d5c-947d-73f4cd578335" providerId="AD" clId="Web-{3BAA9D98-C019-440D-A476-1DCB52BA3FC9}" dt="2023-08-08T08:51:48.572" v="130" actId="20577"/>
          <ac:spMkLst>
            <pc:docMk/>
            <pc:sldMk cId="3576935063" sldId="6238"/>
            <ac:spMk id="239" creationId="{7C97E01E-8076-4F9D-A77B-3B64FB18BBD5}"/>
          </ac:spMkLst>
        </pc:spChg>
        <pc:spChg chg="mod">
          <ac:chgData name="Mukherjee, Shouvik" userId="S::shomukherjee@deloitte.com::8a0946e8-3a6b-4d5c-947d-73f4cd578335" providerId="AD" clId="Web-{3BAA9D98-C019-440D-A476-1DCB52BA3FC9}" dt="2023-08-08T08:52:28.744" v="136" actId="1076"/>
          <ac:spMkLst>
            <pc:docMk/>
            <pc:sldMk cId="3576935063" sldId="6238"/>
            <ac:spMk id="240" creationId="{F701FC4E-7BE6-407A-86CE-BF0E615A1314}"/>
          </ac:spMkLst>
        </pc:spChg>
        <pc:spChg chg="mod">
          <ac:chgData name="Mukherjee, Shouvik" userId="S::shomukherjee@deloitte.com::8a0946e8-3a6b-4d5c-947d-73f4cd578335" providerId="AD" clId="Web-{3BAA9D98-C019-440D-A476-1DCB52BA3FC9}" dt="2023-08-08T08:54:03.558" v="174" actId="1076"/>
          <ac:spMkLst>
            <pc:docMk/>
            <pc:sldMk cId="3576935063" sldId="6238"/>
            <ac:spMk id="241" creationId="{474A5A87-F1CD-4412-85B6-0DE79F0E59C2}"/>
          </ac:spMkLst>
        </pc:spChg>
        <pc:spChg chg="mod">
          <ac:chgData name="Mukherjee, Shouvik" userId="S::shomukherjee@deloitte.com::8a0946e8-3a6b-4d5c-947d-73f4cd578335" providerId="AD" clId="Web-{3BAA9D98-C019-440D-A476-1DCB52BA3FC9}" dt="2023-08-08T08:55:47.123" v="215" actId="20577"/>
          <ac:spMkLst>
            <pc:docMk/>
            <pc:sldMk cId="3576935063" sldId="6238"/>
            <ac:spMk id="242" creationId="{E8AD5B86-9680-4920-9104-3CC3008820AA}"/>
          </ac:spMkLst>
        </pc:spChg>
        <pc:grpChg chg="add mod">
          <ac:chgData name="Mukherjee, Shouvik" userId="S::shomukherjee@deloitte.com::8a0946e8-3a6b-4d5c-947d-73f4cd578335" providerId="AD" clId="Web-{3BAA9D98-C019-440D-A476-1DCB52BA3FC9}" dt="2023-08-08T08:38:30.901" v="75" actId="14100"/>
          <ac:grpSpMkLst>
            <pc:docMk/>
            <pc:sldMk cId="3576935063" sldId="6238"/>
            <ac:grpSpMk id="6" creationId="{BADF0219-0BE5-DA63-2822-71920A41D11E}"/>
          </ac:grpSpMkLst>
        </pc:grpChg>
        <pc:grpChg chg="mod">
          <ac:chgData name="Mukherjee, Shouvik" userId="S::shomukherjee@deloitte.com::8a0946e8-3a6b-4d5c-947d-73f4cd578335" providerId="AD" clId="Web-{3BAA9D98-C019-440D-A476-1DCB52BA3FC9}" dt="2023-08-08T08:55:51.685" v="216" actId="14100"/>
          <ac:grpSpMkLst>
            <pc:docMk/>
            <pc:sldMk cId="3576935063" sldId="6238"/>
            <ac:grpSpMk id="78" creationId="{2866D401-B111-4105-9E33-FF28913DE062}"/>
          </ac:grpSpMkLst>
        </pc:grpChg>
        <pc:grpChg chg="mod">
          <ac:chgData name="Mukherjee, Shouvik" userId="S::shomukherjee@deloitte.com::8a0946e8-3a6b-4d5c-947d-73f4cd578335" providerId="AD" clId="Web-{3BAA9D98-C019-440D-A476-1DCB52BA3FC9}" dt="2023-08-08T08:37:46.322" v="65" actId="1076"/>
          <ac:grpSpMkLst>
            <pc:docMk/>
            <pc:sldMk cId="3576935063" sldId="6238"/>
            <ac:grpSpMk id="112" creationId="{909D1631-BB1D-43E4-8C00-321560DA3031}"/>
          </ac:grpSpMkLst>
        </pc:grpChg>
        <pc:grpChg chg="mod">
          <ac:chgData name="Mukherjee, Shouvik" userId="S::shomukherjee@deloitte.com::8a0946e8-3a6b-4d5c-947d-73f4cd578335" providerId="AD" clId="Web-{3BAA9D98-C019-440D-A476-1DCB52BA3FC9}" dt="2023-08-08T08:52:34.776" v="137" actId="1076"/>
          <ac:grpSpMkLst>
            <pc:docMk/>
            <pc:sldMk cId="3576935063" sldId="6238"/>
            <ac:grpSpMk id="161" creationId="{3B5BE337-AF73-4CC3-98D8-FC667FB6604F}"/>
          </ac:grpSpMkLst>
        </pc:grpChg>
        <pc:grpChg chg="del mod">
          <ac:chgData name="Mukherjee, Shouvik" userId="S::shomukherjee@deloitte.com::8a0946e8-3a6b-4d5c-947d-73f4cd578335" providerId="AD" clId="Web-{3BAA9D98-C019-440D-A476-1DCB52BA3FC9}" dt="2023-08-08T08:51:38.306" v="128"/>
          <ac:grpSpMkLst>
            <pc:docMk/>
            <pc:sldMk cId="3576935063" sldId="6238"/>
            <ac:grpSpMk id="178" creationId="{E895CABC-9B9B-43C0-A75A-CEB1B14B634C}"/>
          </ac:grpSpMkLst>
        </pc:grpChg>
        <pc:grpChg chg="del mod">
          <ac:chgData name="Mukherjee, Shouvik" userId="S::shomukherjee@deloitte.com::8a0946e8-3a6b-4d5c-947d-73f4cd578335" providerId="AD" clId="Web-{3BAA9D98-C019-440D-A476-1DCB52BA3FC9}" dt="2023-08-08T08:52:07.884" v="134"/>
          <ac:grpSpMkLst>
            <pc:docMk/>
            <pc:sldMk cId="3576935063" sldId="6238"/>
            <ac:grpSpMk id="182" creationId="{D1446E98-953C-4ABD-88E6-C18DA524AAB7}"/>
          </ac:grpSpMkLst>
        </pc:grpChg>
        <pc:grpChg chg="mod">
          <ac:chgData name="Mukherjee, Shouvik" userId="S::shomukherjee@deloitte.com::8a0946e8-3a6b-4d5c-947d-73f4cd578335" providerId="AD" clId="Web-{3BAA9D98-C019-440D-A476-1DCB52BA3FC9}" dt="2023-08-08T08:52:25.572" v="135" actId="1076"/>
          <ac:grpSpMkLst>
            <pc:docMk/>
            <pc:sldMk cId="3576935063" sldId="6238"/>
            <ac:grpSpMk id="189" creationId="{0438764A-E181-405B-B030-BCA3A98AC7C0}"/>
          </ac:grpSpMkLst>
        </pc:grpChg>
        <pc:grpChg chg="add del">
          <ac:chgData name="Mukherjee, Shouvik" userId="S::shomukherjee@deloitte.com::8a0946e8-3a6b-4d5c-947d-73f4cd578335" providerId="AD" clId="Web-{3BAA9D98-C019-440D-A476-1DCB52BA3FC9}" dt="2023-08-08T08:51:15.680" v="127"/>
          <ac:grpSpMkLst>
            <pc:docMk/>
            <pc:sldMk cId="3576935063" sldId="6238"/>
            <ac:grpSpMk id="190" creationId="{27A664E7-0A76-4025-ACD6-554592C5748B}"/>
          </ac:grpSpMkLst>
        </pc:grpChg>
        <pc:picChg chg="add del mod">
          <ac:chgData name="Mukherjee, Shouvik" userId="S::shomukherjee@deloitte.com::8a0946e8-3a6b-4d5c-947d-73f4cd578335" providerId="AD" clId="Web-{3BAA9D98-C019-440D-A476-1DCB52BA3FC9}" dt="2023-08-08T08:32:12.112" v="37"/>
          <ac:picMkLst>
            <pc:docMk/>
            <pc:sldMk cId="3576935063" sldId="6238"/>
            <ac:picMk id="2" creationId="{4B119F93-E4E7-A453-7BAD-83E28C3383C6}"/>
          </ac:picMkLst>
        </pc:picChg>
        <pc:picChg chg="add del mod">
          <ac:chgData name="Mukherjee, Shouvik" userId="S::shomukherjee@deloitte.com::8a0946e8-3a6b-4d5c-947d-73f4cd578335" providerId="AD" clId="Web-{3BAA9D98-C019-440D-A476-1DCB52BA3FC9}" dt="2023-08-08T08:32:44.535" v="41"/>
          <ac:picMkLst>
            <pc:docMk/>
            <pc:sldMk cId="3576935063" sldId="6238"/>
            <ac:picMk id="3" creationId="{156C46F4-4660-491F-36A3-1716CDBD3691}"/>
          </ac:picMkLst>
        </pc:picChg>
        <pc:picChg chg="add del mod">
          <ac:chgData name="Mukherjee, Shouvik" userId="S::shomukherjee@deloitte.com::8a0946e8-3a6b-4d5c-947d-73f4cd578335" providerId="AD" clId="Web-{3BAA9D98-C019-440D-A476-1DCB52BA3FC9}" dt="2023-08-08T08:36:10.101" v="52"/>
          <ac:picMkLst>
            <pc:docMk/>
            <pc:sldMk cId="3576935063" sldId="6238"/>
            <ac:picMk id="4" creationId="{1E49392E-BF6E-9F47-6514-AC4397A3D094}"/>
          </ac:picMkLst>
        </pc:picChg>
        <pc:picChg chg="add mod">
          <ac:chgData name="Mukherjee, Shouvik" userId="S::shomukherjee@deloitte.com::8a0946e8-3a6b-4d5c-947d-73f4cd578335" providerId="AD" clId="Web-{3BAA9D98-C019-440D-A476-1DCB52BA3FC9}" dt="2023-08-08T08:38:23.119" v="73" actId="14100"/>
          <ac:picMkLst>
            <pc:docMk/>
            <pc:sldMk cId="3576935063" sldId="6238"/>
            <ac:picMk id="5" creationId="{9984CD5A-0AFE-4ED1-74B2-9DC7143D817D}"/>
          </ac:picMkLst>
        </pc:picChg>
      </pc:sldChg>
      <pc:sldChg chg="addSp delSp modSp add">
        <pc:chgData name="Mukherjee, Shouvik" userId="S::shomukherjee@deloitte.com::8a0946e8-3a6b-4d5c-947d-73f4cd578335" providerId="AD" clId="Web-{3BAA9D98-C019-440D-A476-1DCB52BA3FC9}" dt="2023-08-08T09:38:19.060" v="1602" actId="20577"/>
        <pc:sldMkLst>
          <pc:docMk/>
          <pc:sldMk cId="2952623305" sldId="6239"/>
        </pc:sldMkLst>
        <pc:spChg chg="mod">
          <ac:chgData name="Mukherjee, Shouvik" userId="S::shomukherjee@deloitte.com::8a0946e8-3a6b-4d5c-947d-73f4cd578335" providerId="AD" clId="Web-{3BAA9D98-C019-440D-A476-1DCB52BA3FC9}" dt="2023-08-08T09:36:55.184" v="1470" actId="20577"/>
          <ac:spMkLst>
            <pc:docMk/>
            <pc:sldMk cId="2952623305" sldId="6239"/>
            <ac:spMk id="6" creationId="{00000000-0000-0000-0000-000000000000}"/>
          </ac:spMkLst>
        </pc:spChg>
        <pc:spChg chg="mod">
          <ac:chgData name="Mukherjee, Shouvik" userId="S::shomukherjee@deloitte.com::8a0946e8-3a6b-4d5c-947d-73f4cd578335" providerId="AD" clId="Web-{3BAA9D98-C019-440D-A476-1DCB52BA3FC9}" dt="2023-08-08T09:38:19.060" v="1602" actId="20577"/>
          <ac:spMkLst>
            <pc:docMk/>
            <pc:sldMk cId="2952623305" sldId="6239"/>
            <ac:spMk id="29" creationId="{00000000-0000-0000-0000-000000000000}"/>
          </ac:spMkLst>
        </pc:spChg>
        <pc:spChg chg="del">
          <ac:chgData name="Mukherjee, Shouvik" userId="S::shomukherjee@deloitte.com::8a0946e8-3a6b-4d5c-947d-73f4cd578335" providerId="AD" clId="Web-{3BAA9D98-C019-440D-A476-1DCB52BA3FC9}" dt="2023-08-08T09:27:41.080" v="890"/>
          <ac:spMkLst>
            <pc:docMk/>
            <pc:sldMk cId="2952623305" sldId="6239"/>
            <ac:spMk id="37" creationId="{32A6F7FD-288E-40AF-9711-AB3D5B90FB3A}"/>
          </ac:spMkLst>
        </pc:spChg>
        <pc:spChg chg="del mod">
          <ac:chgData name="Mukherjee, Shouvik" userId="S::shomukherjee@deloitte.com::8a0946e8-3a6b-4d5c-947d-73f4cd578335" providerId="AD" clId="Web-{3BAA9D98-C019-440D-A476-1DCB52BA3FC9}" dt="2023-08-08T09:27:45.955" v="892"/>
          <ac:spMkLst>
            <pc:docMk/>
            <pc:sldMk cId="2952623305" sldId="6239"/>
            <ac:spMk id="41" creationId="{4CB5D015-2D8D-43E5-AA1D-F2EBB067C4C3}"/>
          </ac:spMkLst>
        </pc:spChg>
        <pc:spChg chg="mod">
          <ac:chgData name="Mukherjee, Shouvik" userId="S::shomukherjee@deloitte.com::8a0946e8-3a6b-4d5c-947d-73f4cd578335" providerId="AD" clId="Web-{3BAA9D98-C019-440D-A476-1DCB52BA3FC9}" dt="2023-08-08T08:48:38.209" v="110" actId="20577"/>
          <ac:spMkLst>
            <pc:docMk/>
            <pc:sldMk cId="2952623305" sldId="6239"/>
            <ac:spMk id="45" creationId="{00000000-0000-0000-0000-000000000000}"/>
          </ac:spMkLst>
        </pc:spChg>
        <pc:spChg chg="mod">
          <ac:chgData name="Mukherjee, Shouvik" userId="S::shomukherjee@deloitte.com::8a0946e8-3a6b-4d5c-947d-73f4cd578335" providerId="AD" clId="Web-{3BAA9D98-C019-440D-A476-1DCB52BA3FC9}" dt="2023-08-08T08:48:44.396" v="113" actId="20577"/>
          <ac:spMkLst>
            <pc:docMk/>
            <pc:sldMk cId="2952623305" sldId="6239"/>
            <ac:spMk id="49" creationId="{00000000-0000-0000-0000-000000000000}"/>
          </ac:spMkLst>
        </pc:spChg>
        <pc:spChg chg="mod">
          <ac:chgData name="Mukherjee, Shouvik" userId="S::shomukherjee@deloitte.com::8a0946e8-3a6b-4d5c-947d-73f4cd578335" providerId="AD" clId="Web-{3BAA9D98-C019-440D-A476-1DCB52BA3FC9}" dt="2023-08-08T09:35:31.573" v="1295" actId="20577"/>
          <ac:spMkLst>
            <pc:docMk/>
            <pc:sldMk cId="2952623305" sldId="6239"/>
            <ac:spMk id="53" creationId="{00000000-0000-0000-0000-000000000000}"/>
          </ac:spMkLst>
        </pc:spChg>
        <pc:spChg chg="mod">
          <ac:chgData name="Mukherjee, Shouvik" userId="S::shomukherjee@deloitte.com::8a0946e8-3a6b-4d5c-947d-73f4cd578335" providerId="AD" clId="Web-{3BAA9D98-C019-440D-A476-1DCB52BA3FC9}" dt="2023-08-08T09:13:21.361" v="410" actId="20577"/>
          <ac:spMkLst>
            <pc:docMk/>
            <pc:sldMk cId="2952623305" sldId="6239"/>
            <ac:spMk id="62" creationId="{7DB3D57D-9865-4D89-81DD-94DC4F997E00}"/>
          </ac:spMkLst>
        </pc:spChg>
        <pc:spChg chg="mod">
          <ac:chgData name="Mukherjee, Shouvik" userId="S::shomukherjee@deloitte.com::8a0946e8-3a6b-4d5c-947d-73f4cd578335" providerId="AD" clId="Web-{3BAA9D98-C019-440D-A476-1DCB52BA3FC9}" dt="2023-08-08T09:34:44.306" v="1231" actId="20577"/>
          <ac:spMkLst>
            <pc:docMk/>
            <pc:sldMk cId="2952623305" sldId="6239"/>
            <ac:spMk id="63" creationId="{08567972-DA6F-437A-B80F-7AE5BA54BA95}"/>
          </ac:spMkLst>
        </pc:spChg>
        <pc:spChg chg="mod">
          <ac:chgData name="Mukherjee, Shouvik" userId="S::shomukherjee@deloitte.com::8a0946e8-3a6b-4d5c-947d-73f4cd578335" providerId="AD" clId="Web-{3BAA9D98-C019-440D-A476-1DCB52BA3FC9}" dt="2023-08-08T09:13:29.830" v="421" actId="20577"/>
          <ac:spMkLst>
            <pc:docMk/>
            <pc:sldMk cId="2952623305" sldId="6239"/>
            <ac:spMk id="65" creationId="{23B46B47-DE20-4C12-B9A7-B976FD4BBC2F}"/>
          </ac:spMkLst>
        </pc:spChg>
        <pc:spChg chg="mod">
          <ac:chgData name="Mukherjee, Shouvik" userId="S::shomukherjee@deloitte.com::8a0946e8-3a6b-4d5c-947d-73f4cd578335" providerId="AD" clId="Web-{3BAA9D98-C019-440D-A476-1DCB52BA3FC9}" dt="2023-08-08T09:33:48.165" v="1160" actId="20577"/>
          <ac:spMkLst>
            <pc:docMk/>
            <pc:sldMk cId="2952623305" sldId="6239"/>
            <ac:spMk id="66" creationId="{4F123907-4FFF-40DB-BB7D-B00D1F8ADC1E}"/>
          </ac:spMkLst>
        </pc:spChg>
        <pc:spChg chg="mod">
          <ac:chgData name="Mukherjee, Shouvik" userId="S::shomukherjee@deloitte.com::8a0946e8-3a6b-4d5c-947d-73f4cd578335" providerId="AD" clId="Web-{3BAA9D98-C019-440D-A476-1DCB52BA3FC9}" dt="2023-08-08T09:13:45.330" v="447" actId="20577"/>
          <ac:spMkLst>
            <pc:docMk/>
            <pc:sldMk cId="2952623305" sldId="6239"/>
            <ac:spMk id="68" creationId="{25DC1DA1-F9FA-4A6D-8038-F564DF407DF2}"/>
          </ac:spMkLst>
        </pc:spChg>
        <pc:spChg chg="mod">
          <ac:chgData name="Mukherjee, Shouvik" userId="S::shomukherjee@deloitte.com::8a0946e8-3a6b-4d5c-947d-73f4cd578335" providerId="AD" clId="Web-{3BAA9D98-C019-440D-A476-1DCB52BA3FC9}" dt="2023-08-08T09:33:43.665" v="1159" actId="20577"/>
          <ac:spMkLst>
            <pc:docMk/>
            <pc:sldMk cId="2952623305" sldId="6239"/>
            <ac:spMk id="69" creationId="{BD1779DB-6D73-4CBB-9341-9E4CD28B4025}"/>
          </ac:spMkLst>
        </pc:spChg>
        <pc:spChg chg="mod">
          <ac:chgData name="Mukherjee, Shouvik" userId="S::shomukherjee@deloitte.com::8a0946e8-3a6b-4d5c-947d-73f4cd578335" providerId="AD" clId="Web-{3BAA9D98-C019-440D-A476-1DCB52BA3FC9}" dt="2023-08-08T09:35:18.995" v="1293" actId="20577"/>
          <ac:spMkLst>
            <pc:docMk/>
            <pc:sldMk cId="2952623305" sldId="6239"/>
            <ac:spMk id="89" creationId="{00000000-0000-0000-0000-000000000000}"/>
          </ac:spMkLst>
        </pc:spChg>
        <pc:spChg chg="mod">
          <ac:chgData name="Mukherjee, Shouvik" userId="S::shomukherjee@deloitte.com::8a0946e8-3a6b-4d5c-947d-73f4cd578335" providerId="AD" clId="Web-{3BAA9D98-C019-440D-A476-1DCB52BA3FC9}" dt="2023-08-08T09:35:09.401" v="1278" actId="20577"/>
          <ac:spMkLst>
            <pc:docMk/>
            <pc:sldMk cId="2952623305" sldId="6239"/>
            <ac:spMk id="92" creationId="{00000000-0000-0000-0000-000000000000}"/>
          </ac:spMkLst>
        </pc:spChg>
        <pc:spChg chg="mod">
          <ac:chgData name="Mukherjee, Shouvik" userId="S::shomukherjee@deloitte.com::8a0946e8-3a6b-4d5c-947d-73f4cd578335" providerId="AD" clId="Web-{3BAA9D98-C019-440D-A476-1DCB52BA3FC9}" dt="2023-08-08T08:48:41.052" v="112" actId="20577"/>
          <ac:spMkLst>
            <pc:docMk/>
            <pc:sldMk cId="2952623305" sldId="6239"/>
            <ac:spMk id="96" creationId="{595DC675-922B-4430-92F5-F16D30AA31E4}"/>
          </ac:spMkLst>
        </pc:spChg>
        <pc:graphicFrameChg chg="del">
          <ac:chgData name="Mukherjee, Shouvik" userId="S::shomukherjee@deloitte.com::8a0946e8-3a6b-4d5c-947d-73f4cd578335" providerId="AD" clId="Web-{3BAA9D98-C019-440D-A476-1DCB52BA3FC9}" dt="2023-08-08T09:15:12.926" v="478"/>
          <ac:graphicFrameMkLst>
            <pc:docMk/>
            <pc:sldMk cId="2952623305" sldId="6239"/>
            <ac:graphicFrameMk id="35" creationId="{A869370A-D1CF-4406-8AAD-2CDAF6310008}"/>
          </ac:graphicFrameMkLst>
        </pc:graphicFrameChg>
        <pc:picChg chg="add del mod">
          <ac:chgData name="Mukherjee, Shouvik" userId="S::shomukherjee@deloitte.com::8a0946e8-3a6b-4d5c-947d-73f4cd578335" providerId="AD" clId="Web-{3BAA9D98-C019-440D-A476-1DCB52BA3FC9}" dt="2023-08-08T09:15:25.316" v="483"/>
          <ac:picMkLst>
            <pc:docMk/>
            <pc:sldMk cId="2952623305" sldId="6239"/>
            <ac:picMk id="2" creationId="{8FA308AD-B16F-366D-DC8A-6468CDED0E44}"/>
          </ac:picMkLst>
        </pc:picChg>
        <pc:picChg chg="add mod">
          <ac:chgData name="Mukherjee, Shouvik" userId="S::shomukherjee@deloitte.com::8a0946e8-3a6b-4d5c-947d-73f4cd578335" providerId="AD" clId="Web-{3BAA9D98-C019-440D-A476-1DCB52BA3FC9}" dt="2023-08-08T09:15:52.879" v="488" actId="14100"/>
          <ac:picMkLst>
            <pc:docMk/>
            <pc:sldMk cId="2952623305" sldId="6239"/>
            <ac:picMk id="3" creationId="{B341595D-7EBE-3EF4-C373-8AB52248099E}"/>
          </ac:picMkLst>
        </pc:picChg>
      </pc:sldChg>
      <pc:sldMasterChg chg="add addSldLayout">
        <pc:chgData name="Mukherjee, Shouvik" userId="S::shomukherjee@deloitte.com::8a0946e8-3a6b-4d5c-947d-73f4cd578335" providerId="AD" clId="Web-{3BAA9D98-C019-440D-A476-1DCB52BA3FC9}" dt="2023-08-08T08:48:20.458" v="109"/>
        <pc:sldMasterMkLst>
          <pc:docMk/>
          <pc:sldMasterMk cId="1299598385" sldId="2147483672"/>
        </pc:sldMasterMkLst>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3496317556" sldId="2147483673"/>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971888155" sldId="2147483674"/>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2975956314" sldId="2147483675"/>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1217274893" sldId="2147483676"/>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2163529783" sldId="2147483691"/>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2906003675" sldId="2147483692"/>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883107345" sldId="2147483693"/>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2228804003" sldId="2147483694"/>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567368588" sldId="2147483700"/>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273947842" sldId="2147483702"/>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3800328300" sldId="2147483705"/>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3310366023" sldId="2147483706"/>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438929139" sldId="2147483709"/>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4112332743" sldId="2147484170"/>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712177152" sldId="2147484200"/>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3636259357" sldId="2147484201"/>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2446913487" sldId="2147484202"/>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2640080652" sldId="2147484203"/>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474113058" sldId="2147484204"/>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4238007106" sldId="2147484205"/>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3149310507" sldId="2147484206"/>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1804430642" sldId="2147484207"/>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2618207674" sldId="2147484208"/>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3210164042" sldId="2147484209"/>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2389378284" sldId="2147484210"/>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1739136571" sldId="2147484211"/>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1748368538" sldId="2147484212"/>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3580336016" sldId="2147484213"/>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1599738719" sldId="2147484214"/>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3768381340" sldId="2147484215"/>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1125500470" sldId="2147484216"/>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1518182902" sldId="2147484218"/>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3267360481" sldId="2147484220"/>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3161504859" sldId="2147484222"/>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3815510091" sldId="2147484223"/>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2245692602" sldId="2147484224"/>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1298681938" sldId="2147484225"/>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97423945" sldId="2147484226"/>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1285127824" sldId="2147484227"/>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1849094514" sldId="2147484228"/>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2425812161" sldId="2147484229"/>
          </pc:sldLayoutMkLst>
        </pc:sldLayoutChg>
        <pc:sldLayoutChg chg="add">
          <pc:chgData name="Mukherjee, Shouvik" userId="S::shomukherjee@deloitte.com::8a0946e8-3a6b-4d5c-947d-73f4cd578335" providerId="AD" clId="Web-{3BAA9D98-C019-440D-A476-1DCB52BA3FC9}" dt="2023-08-08T08:48:20.458" v="109"/>
          <pc:sldLayoutMkLst>
            <pc:docMk/>
            <pc:sldMasterMk cId="1299598385" sldId="2147483672"/>
            <pc:sldLayoutMk cId="580602075" sldId="2147484230"/>
          </pc:sldLayoutMkLst>
        </pc:sldLayoutChg>
      </pc:sldMasterChg>
      <pc:sldMasterChg chg="modSldLayout">
        <pc:chgData name="Mukherjee, Shouvik" userId="S::shomukherjee@deloitte.com::8a0946e8-3a6b-4d5c-947d-73f4cd578335" providerId="AD" clId="Web-{3BAA9D98-C019-440D-A476-1DCB52BA3FC9}" dt="2023-08-08T08:48:20.458" v="109"/>
        <pc:sldMasterMkLst>
          <pc:docMk/>
          <pc:sldMasterMk cId="3197474883" sldId="2147484169"/>
        </pc:sldMasterMkLst>
        <pc:sldLayoutChg chg="replId">
          <pc:chgData name="Mukherjee, Shouvik" userId="S::shomukherjee@deloitte.com::8a0946e8-3a6b-4d5c-947d-73f4cd578335" providerId="AD" clId="Web-{3BAA9D98-C019-440D-A476-1DCB52BA3FC9}" dt="2023-08-08T08:48:20.458" v="109"/>
          <pc:sldLayoutMkLst>
            <pc:docMk/>
            <pc:sldMasterMk cId="3197474883" sldId="2147484169"/>
            <pc:sldLayoutMk cId="2372205951" sldId="2147484166"/>
          </pc:sldLayoutMkLst>
        </pc:sldLayoutChg>
      </pc:sldMasterChg>
    </pc:docChg>
  </pc:docChgLst>
  <pc:docChgLst>
    <pc:chgData name="Mukherjee, Shouvik" userId="S::shomukherjee@deloitte.com::8a0946e8-3a6b-4d5c-947d-73f4cd578335" providerId="AD" clId="Web-{DBCD2908-F409-40D3-826A-A56FBDCB6F2B}"/>
    <pc:docChg chg="addSld delSld modSld">
      <pc:chgData name="Mukherjee, Shouvik" userId="S::shomukherjee@deloitte.com::8a0946e8-3a6b-4d5c-947d-73f4cd578335" providerId="AD" clId="Web-{DBCD2908-F409-40D3-826A-A56FBDCB6F2B}" dt="2023-08-08T07:43:13.163" v="929" actId="20577"/>
      <pc:docMkLst>
        <pc:docMk/>
      </pc:docMkLst>
      <pc:sldChg chg="addSp delSp modSp">
        <pc:chgData name="Mukherjee, Shouvik" userId="S::shomukherjee@deloitte.com::8a0946e8-3a6b-4d5c-947d-73f4cd578335" providerId="AD" clId="Web-{DBCD2908-F409-40D3-826A-A56FBDCB6F2B}" dt="2023-08-08T07:17:32.181" v="627" actId="1076"/>
        <pc:sldMkLst>
          <pc:docMk/>
          <pc:sldMk cId="2843776525" sldId="6198"/>
        </pc:sldMkLst>
        <pc:spChg chg="add mod topLvl">
          <ac:chgData name="Mukherjee, Shouvik" userId="S::shomukherjee@deloitte.com::8a0946e8-3a6b-4d5c-947d-73f4cd578335" providerId="AD" clId="Web-{DBCD2908-F409-40D3-826A-A56FBDCB6F2B}" dt="2023-08-08T07:05:55.208" v="620"/>
          <ac:spMkLst>
            <pc:docMk/>
            <pc:sldMk cId="2843776525" sldId="6198"/>
            <ac:spMk id="4" creationId="{CC255A50-C644-533D-31F5-4E28E8A4AC0D}"/>
          </ac:spMkLst>
        </pc:spChg>
        <pc:spChg chg="add mod topLvl">
          <ac:chgData name="Mukherjee, Shouvik" userId="S::shomukherjee@deloitte.com::8a0946e8-3a6b-4d5c-947d-73f4cd578335" providerId="AD" clId="Web-{DBCD2908-F409-40D3-826A-A56FBDCB6F2B}" dt="2023-08-08T07:05:55.365" v="621"/>
          <ac:spMkLst>
            <pc:docMk/>
            <pc:sldMk cId="2843776525" sldId="6198"/>
            <ac:spMk id="5" creationId="{6F416005-0192-AE2D-568E-D3CA023F11D6}"/>
          </ac:spMkLst>
        </pc:spChg>
        <pc:spChg chg="mod">
          <ac:chgData name="Mukherjee, Shouvik" userId="S::shomukherjee@deloitte.com::8a0946e8-3a6b-4d5c-947d-73f4cd578335" providerId="AD" clId="Web-{DBCD2908-F409-40D3-826A-A56FBDCB6F2B}" dt="2023-08-08T05:57:29.333" v="384" actId="20577"/>
          <ac:spMkLst>
            <pc:docMk/>
            <pc:sldMk cId="2843776525" sldId="6198"/>
            <ac:spMk id="66" creationId="{842E14E8-DCF0-4845-9EA2-73ACA719299E}"/>
          </ac:spMkLst>
        </pc:spChg>
        <pc:spChg chg="mod">
          <ac:chgData name="Mukherjee, Shouvik" userId="S::shomukherjee@deloitte.com::8a0946e8-3a6b-4d5c-947d-73f4cd578335" providerId="AD" clId="Web-{DBCD2908-F409-40D3-826A-A56FBDCB6F2B}" dt="2023-08-08T05:57:37.770" v="387" actId="20577"/>
          <ac:spMkLst>
            <pc:docMk/>
            <pc:sldMk cId="2843776525" sldId="6198"/>
            <ac:spMk id="76" creationId="{9654A25B-2A00-4FC1-96A3-03B88F688FF3}"/>
          </ac:spMkLst>
        </pc:spChg>
        <pc:spChg chg="mod topLvl">
          <ac:chgData name="Mukherjee, Shouvik" userId="S::shomukherjee@deloitte.com::8a0946e8-3a6b-4d5c-947d-73f4cd578335" providerId="AD" clId="Web-{DBCD2908-F409-40D3-826A-A56FBDCB6F2B}" dt="2023-08-08T07:05:54.443" v="614"/>
          <ac:spMkLst>
            <pc:docMk/>
            <pc:sldMk cId="2843776525" sldId="6198"/>
            <ac:spMk id="159" creationId="{E13FEC8C-A364-452E-9BFE-00C697610D87}"/>
          </ac:spMkLst>
        </pc:spChg>
        <pc:spChg chg="mod topLvl">
          <ac:chgData name="Mukherjee, Shouvik" userId="S::shomukherjee@deloitte.com::8a0946e8-3a6b-4d5c-947d-73f4cd578335" providerId="AD" clId="Web-{DBCD2908-F409-40D3-826A-A56FBDCB6F2B}" dt="2023-08-08T07:05:54.615" v="615"/>
          <ac:spMkLst>
            <pc:docMk/>
            <pc:sldMk cId="2843776525" sldId="6198"/>
            <ac:spMk id="160" creationId="{66EC6520-0908-416C-B513-02D2E5435B2E}"/>
          </ac:spMkLst>
        </pc:spChg>
        <pc:spChg chg="del mod topLvl">
          <ac:chgData name="Mukherjee, Shouvik" userId="S::shomukherjee@deloitte.com::8a0946e8-3a6b-4d5c-947d-73f4cd578335" providerId="AD" clId="Web-{DBCD2908-F409-40D3-826A-A56FBDCB6F2B}" dt="2023-08-08T06:56:40.802" v="458"/>
          <ac:spMkLst>
            <pc:docMk/>
            <pc:sldMk cId="2843776525" sldId="6198"/>
            <ac:spMk id="162" creationId="{32EA7601-F665-4663-A943-C740EDB8D6ED}"/>
          </ac:spMkLst>
        </pc:spChg>
        <pc:spChg chg="mod topLvl">
          <ac:chgData name="Mukherjee, Shouvik" userId="S::shomukherjee@deloitte.com::8a0946e8-3a6b-4d5c-947d-73f4cd578335" providerId="AD" clId="Web-{DBCD2908-F409-40D3-826A-A56FBDCB6F2B}" dt="2023-08-08T07:05:54.740" v="616"/>
          <ac:spMkLst>
            <pc:docMk/>
            <pc:sldMk cId="2843776525" sldId="6198"/>
            <ac:spMk id="163" creationId="{4AA1C2E3-8C5E-4769-B2DC-0858B3545ACE}"/>
          </ac:spMkLst>
        </pc:spChg>
        <pc:spChg chg="mod topLvl">
          <ac:chgData name="Mukherjee, Shouvik" userId="S::shomukherjee@deloitte.com::8a0946e8-3a6b-4d5c-947d-73f4cd578335" providerId="AD" clId="Web-{DBCD2908-F409-40D3-826A-A56FBDCB6F2B}" dt="2023-08-08T07:05:54.927" v="617"/>
          <ac:spMkLst>
            <pc:docMk/>
            <pc:sldMk cId="2843776525" sldId="6198"/>
            <ac:spMk id="164" creationId="{EC259B11-5126-45F0-B181-9A5B1F6E51EE}"/>
          </ac:spMkLst>
        </pc:spChg>
        <pc:spChg chg="del mod topLvl">
          <ac:chgData name="Mukherjee, Shouvik" userId="S::shomukherjee@deloitte.com::8a0946e8-3a6b-4d5c-947d-73f4cd578335" providerId="AD" clId="Web-{DBCD2908-F409-40D3-826A-A56FBDCB6F2B}" dt="2023-08-08T06:56:53.537" v="462"/>
          <ac:spMkLst>
            <pc:docMk/>
            <pc:sldMk cId="2843776525" sldId="6198"/>
            <ac:spMk id="165" creationId="{AEBA340B-6B78-4A37-BA60-FBF585913678}"/>
          </ac:spMkLst>
        </pc:spChg>
        <pc:spChg chg="mod topLvl">
          <ac:chgData name="Mukherjee, Shouvik" userId="S::shomukherjee@deloitte.com::8a0946e8-3a6b-4d5c-947d-73f4cd578335" providerId="AD" clId="Web-{DBCD2908-F409-40D3-826A-A56FBDCB6F2B}" dt="2023-08-08T07:05:55.005" v="618"/>
          <ac:spMkLst>
            <pc:docMk/>
            <pc:sldMk cId="2843776525" sldId="6198"/>
            <ac:spMk id="166" creationId="{065174F0-B1F2-4361-93C9-018F0BD01CA6}"/>
          </ac:spMkLst>
        </pc:spChg>
        <pc:spChg chg="mod topLvl">
          <ac:chgData name="Mukherjee, Shouvik" userId="S::shomukherjee@deloitte.com::8a0946e8-3a6b-4d5c-947d-73f4cd578335" providerId="AD" clId="Web-{DBCD2908-F409-40D3-826A-A56FBDCB6F2B}" dt="2023-08-08T07:05:55.068" v="619"/>
          <ac:spMkLst>
            <pc:docMk/>
            <pc:sldMk cId="2843776525" sldId="6198"/>
            <ac:spMk id="167" creationId="{8449EED0-47B9-4424-8866-A53D66F4C46D}"/>
          </ac:spMkLst>
        </pc:spChg>
        <pc:spChg chg="add del mod topLvl">
          <ac:chgData name="Mukherjee, Shouvik" userId="S::shomukherjee@deloitte.com::8a0946e8-3a6b-4d5c-947d-73f4cd578335" providerId="AD" clId="Web-{DBCD2908-F409-40D3-826A-A56FBDCB6F2B}" dt="2023-08-08T07:04:13.518" v="595"/>
          <ac:spMkLst>
            <pc:docMk/>
            <pc:sldMk cId="2843776525" sldId="6198"/>
            <ac:spMk id="168" creationId="{2FBA48B1-F803-4A18-9041-1456D968CE07}"/>
          </ac:spMkLst>
        </pc:spChg>
        <pc:spChg chg="mod">
          <ac:chgData name="Mukherjee, Shouvik" userId="S::shomukherjee@deloitte.com::8a0946e8-3a6b-4d5c-947d-73f4cd578335" providerId="AD" clId="Web-{DBCD2908-F409-40D3-826A-A56FBDCB6F2B}" dt="2023-08-08T07:05:40.020" v="605" actId="1076"/>
          <ac:spMkLst>
            <pc:docMk/>
            <pc:sldMk cId="2843776525" sldId="6198"/>
            <ac:spMk id="170" creationId="{1B35CAAB-E7EE-4ABB-A06D-351F5D0F1747}"/>
          </ac:spMkLst>
        </pc:spChg>
        <pc:spChg chg="del">
          <ac:chgData name="Mukherjee, Shouvik" userId="S::shomukherjee@deloitte.com::8a0946e8-3a6b-4d5c-947d-73f4cd578335" providerId="AD" clId="Web-{DBCD2908-F409-40D3-826A-A56FBDCB6F2B}" dt="2023-08-08T06:19:48.452" v="422"/>
          <ac:spMkLst>
            <pc:docMk/>
            <pc:sldMk cId="2843776525" sldId="6198"/>
            <ac:spMk id="173" creationId="{2902D771-32AE-4766-8E6B-96BC2B04E50B}"/>
          </ac:spMkLst>
        </pc:spChg>
        <pc:spChg chg="del">
          <ac:chgData name="Mukherjee, Shouvik" userId="S::shomukherjee@deloitte.com::8a0946e8-3a6b-4d5c-947d-73f4cd578335" providerId="AD" clId="Web-{DBCD2908-F409-40D3-826A-A56FBDCB6F2B}" dt="2023-08-08T06:19:48.452" v="421"/>
          <ac:spMkLst>
            <pc:docMk/>
            <pc:sldMk cId="2843776525" sldId="6198"/>
            <ac:spMk id="194" creationId="{A2B6A873-45C3-459F-9BCF-0E8F55BB2E1E}"/>
          </ac:spMkLst>
        </pc:spChg>
        <pc:spChg chg="del">
          <ac:chgData name="Mukherjee, Shouvik" userId="S::shomukherjee@deloitte.com::8a0946e8-3a6b-4d5c-947d-73f4cd578335" providerId="AD" clId="Web-{DBCD2908-F409-40D3-826A-A56FBDCB6F2B}" dt="2023-08-08T06:19:48.452" v="420"/>
          <ac:spMkLst>
            <pc:docMk/>
            <pc:sldMk cId="2843776525" sldId="6198"/>
            <ac:spMk id="195" creationId="{59979AAE-C370-4D1B-95E0-A21123716A83}"/>
          </ac:spMkLst>
        </pc:spChg>
        <pc:spChg chg="del">
          <ac:chgData name="Mukherjee, Shouvik" userId="S::shomukherjee@deloitte.com::8a0946e8-3a6b-4d5c-947d-73f4cd578335" providerId="AD" clId="Web-{DBCD2908-F409-40D3-826A-A56FBDCB6F2B}" dt="2023-08-08T06:19:48.452" v="419"/>
          <ac:spMkLst>
            <pc:docMk/>
            <pc:sldMk cId="2843776525" sldId="6198"/>
            <ac:spMk id="196" creationId="{9FCD5EFE-12F3-4FBC-934C-450B0BEFC711}"/>
          </ac:spMkLst>
        </pc:spChg>
        <pc:spChg chg="del">
          <ac:chgData name="Mukherjee, Shouvik" userId="S::shomukherjee@deloitte.com::8a0946e8-3a6b-4d5c-947d-73f4cd578335" providerId="AD" clId="Web-{DBCD2908-F409-40D3-826A-A56FBDCB6F2B}" dt="2023-08-08T06:19:48.452" v="418"/>
          <ac:spMkLst>
            <pc:docMk/>
            <pc:sldMk cId="2843776525" sldId="6198"/>
            <ac:spMk id="197" creationId="{69128E1F-5292-4202-A871-BD4432948B5D}"/>
          </ac:spMkLst>
        </pc:spChg>
        <pc:spChg chg="del">
          <ac:chgData name="Mukherjee, Shouvik" userId="S::shomukherjee@deloitte.com::8a0946e8-3a6b-4d5c-947d-73f4cd578335" providerId="AD" clId="Web-{DBCD2908-F409-40D3-826A-A56FBDCB6F2B}" dt="2023-08-08T06:19:48.452" v="417"/>
          <ac:spMkLst>
            <pc:docMk/>
            <pc:sldMk cId="2843776525" sldId="6198"/>
            <ac:spMk id="198" creationId="{6D74F905-E489-4380-8C68-744F4A968F20}"/>
          </ac:spMkLst>
        </pc:spChg>
        <pc:spChg chg="del">
          <ac:chgData name="Mukherjee, Shouvik" userId="S::shomukherjee@deloitte.com::8a0946e8-3a6b-4d5c-947d-73f4cd578335" providerId="AD" clId="Web-{DBCD2908-F409-40D3-826A-A56FBDCB6F2B}" dt="2023-08-08T06:19:48.452" v="416"/>
          <ac:spMkLst>
            <pc:docMk/>
            <pc:sldMk cId="2843776525" sldId="6198"/>
            <ac:spMk id="199" creationId="{D8C9DA4D-26DC-46B5-BED2-6520CF5D7668}"/>
          </ac:spMkLst>
        </pc:spChg>
        <pc:spChg chg="del">
          <ac:chgData name="Mukherjee, Shouvik" userId="S::shomukherjee@deloitte.com::8a0946e8-3a6b-4d5c-947d-73f4cd578335" providerId="AD" clId="Web-{DBCD2908-F409-40D3-826A-A56FBDCB6F2B}" dt="2023-08-08T06:19:48.452" v="415"/>
          <ac:spMkLst>
            <pc:docMk/>
            <pc:sldMk cId="2843776525" sldId="6198"/>
            <ac:spMk id="200" creationId="{4B527542-10C3-48F6-8758-C9FDADD37AA5}"/>
          </ac:spMkLst>
        </pc:spChg>
        <pc:spChg chg="del">
          <ac:chgData name="Mukherjee, Shouvik" userId="S::shomukherjee@deloitte.com::8a0946e8-3a6b-4d5c-947d-73f4cd578335" providerId="AD" clId="Web-{DBCD2908-F409-40D3-826A-A56FBDCB6F2B}" dt="2023-08-08T06:19:48.452" v="414"/>
          <ac:spMkLst>
            <pc:docMk/>
            <pc:sldMk cId="2843776525" sldId="6198"/>
            <ac:spMk id="201" creationId="{56C8CA81-554A-4A32-BE72-7B6D2620A0C6}"/>
          </ac:spMkLst>
        </pc:spChg>
        <pc:spChg chg="del">
          <ac:chgData name="Mukherjee, Shouvik" userId="S::shomukherjee@deloitte.com::8a0946e8-3a6b-4d5c-947d-73f4cd578335" providerId="AD" clId="Web-{DBCD2908-F409-40D3-826A-A56FBDCB6F2B}" dt="2023-08-08T06:19:48.452" v="413"/>
          <ac:spMkLst>
            <pc:docMk/>
            <pc:sldMk cId="2843776525" sldId="6198"/>
            <ac:spMk id="202" creationId="{2ED1251F-CC56-4941-9911-D222823FDD0F}"/>
          </ac:spMkLst>
        </pc:spChg>
        <pc:spChg chg="del">
          <ac:chgData name="Mukherjee, Shouvik" userId="S::shomukherjee@deloitte.com::8a0946e8-3a6b-4d5c-947d-73f4cd578335" providerId="AD" clId="Web-{DBCD2908-F409-40D3-826A-A56FBDCB6F2B}" dt="2023-08-08T06:19:48.452" v="412"/>
          <ac:spMkLst>
            <pc:docMk/>
            <pc:sldMk cId="2843776525" sldId="6198"/>
            <ac:spMk id="203" creationId="{23D2EE46-C9D8-4E29-A9A8-19AE61067F06}"/>
          </ac:spMkLst>
        </pc:spChg>
        <pc:grpChg chg="add del mod">
          <ac:chgData name="Mukherjee, Shouvik" userId="S::shomukherjee@deloitte.com::8a0946e8-3a6b-4d5c-947d-73f4cd578335" providerId="AD" clId="Web-{DBCD2908-F409-40D3-826A-A56FBDCB6F2B}" dt="2023-08-08T06:58:14.555" v="473"/>
          <ac:grpSpMkLst>
            <pc:docMk/>
            <pc:sldMk cId="2843776525" sldId="6198"/>
            <ac:grpSpMk id="6" creationId="{4E362C5B-0E1F-FAD3-9C0F-0C87016DEA3A}"/>
          </ac:grpSpMkLst>
        </pc:grpChg>
        <pc:grpChg chg="add mod">
          <ac:chgData name="Mukherjee, Shouvik" userId="S::shomukherjee@deloitte.com::8a0946e8-3a6b-4d5c-947d-73f4cd578335" providerId="AD" clId="Web-{DBCD2908-F409-40D3-826A-A56FBDCB6F2B}" dt="2023-08-08T07:04:45.253" v="599" actId="14100"/>
          <ac:grpSpMkLst>
            <pc:docMk/>
            <pc:sldMk cId="2843776525" sldId="6198"/>
            <ac:grpSpMk id="11" creationId="{EC19C175-E4D4-D30B-9FFA-3662C9F7EBE1}"/>
          </ac:grpSpMkLst>
        </pc:grpChg>
        <pc:grpChg chg="del mod">
          <ac:chgData name="Mukherjee, Shouvik" userId="S::shomukherjee@deloitte.com::8a0946e8-3a6b-4d5c-947d-73f4cd578335" providerId="AD" clId="Web-{DBCD2908-F409-40D3-826A-A56FBDCB6F2B}" dt="2023-08-08T06:56:32.317" v="448"/>
          <ac:grpSpMkLst>
            <pc:docMk/>
            <pc:sldMk cId="2843776525" sldId="6198"/>
            <ac:grpSpMk id="169" creationId="{426BF6D9-8237-4F09-824A-5D38E1BEA472}"/>
          </ac:grpSpMkLst>
        </pc:grpChg>
        <pc:grpChg chg="del">
          <ac:chgData name="Mukherjee, Shouvik" userId="S::shomukherjee@deloitte.com::8a0946e8-3a6b-4d5c-947d-73f4cd578335" providerId="AD" clId="Web-{DBCD2908-F409-40D3-826A-A56FBDCB6F2B}" dt="2023-08-08T06:19:48.452" v="411"/>
          <ac:grpSpMkLst>
            <pc:docMk/>
            <pc:sldMk cId="2843776525" sldId="6198"/>
            <ac:grpSpMk id="204" creationId="{4C2A12B6-3F65-4A77-ADC8-0F6DE1F31560}"/>
          </ac:grpSpMkLst>
        </pc:grpChg>
        <pc:grpChg chg="del">
          <ac:chgData name="Mukherjee, Shouvik" userId="S::shomukherjee@deloitte.com::8a0946e8-3a6b-4d5c-947d-73f4cd578335" providerId="AD" clId="Web-{DBCD2908-F409-40D3-826A-A56FBDCB6F2B}" dt="2023-08-08T06:19:48.452" v="410"/>
          <ac:grpSpMkLst>
            <pc:docMk/>
            <pc:sldMk cId="2843776525" sldId="6198"/>
            <ac:grpSpMk id="208" creationId="{2D43BE8C-55CD-4D14-BFBB-E167AEC537C3}"/>
          </ac:grpSpMkLst>
        </pc:grpChg>
        <pc:grpChg chg="del">
          <ac:chgData name="Mukherjee, Shouvik" userId="S::shomukherjee@deloitte.com::8a0946e8-3a6b-4d5c-947d-73f4cd578335" providerId="AD" clId="Web-{DBCD2908-F409-40D3-826A-A56FBDCB6F2B}" dt="2023-08-08T06:19:48.452" v="409"/>
          <ac:grpSpMkLst>
            <pc:docMk/>
            <pc:sldMk cId="2843776525" sldId="6198"/>
            <ac:grpSpMk id="219" creationId="{839D4B9F-876F-4787-8DCA-8CC865517D77}"/>
          </ac:grpSpMkLst>
        </pc:grpChg>
        <pc:grpChg chg="del">
          <ac:chgData name="Mukherjee, Shouvik" userId="S::shomukherjee@deloitte.com::8a0946e8-3a6b-4d5c-947d-73f4cd578335" providerId="AD" clId="Web-{DBCD2908-F409-40D3-826A-A56FBDCB6F2B}" dt="2023-08-08T06:19:48.452" v="408"/>
          <ac:grpSpMkLst>
            <pc:docMk/>
            <pc:sldMk cId="2843776525" sldId="6198"/>
            <ac:grpSpMk id="222" creationId="{CE4FB837-ECC4-404D-8D8C-DB47FA66FCB8}"/>
          </ac:grpSpMkLst>
        </pc:grpChg>
        <pc:grpChg chg="del">
          <ac:chgData name="Mukherjee, Shouvik" userId="S::shomukherjee@deloitte.com::8a0946e8-3a6b-4d5c-947d-73f4cd578335" providerId="AD" clId="Web-{DBCD2908-F409-40D3-826A-A56FBDCB6F2B}" dt="2023-08-08T06:19:48.452" v="407"/>
          <ac:grpSpMkLst>
            <pc:docMk/>
            <pc:sldMk cId="2843776525" sldId="6198"/>
            <ac:grpSpMk id="231" creationId="{1E6F6A2E-4024-4D0F-95D5-40EB38CB7361}"/>
          </ac:grpSpMkLst>
        </pc:grpChg>
        <pc:picChg chg="add del mod">
          <ac:chgData name="Mukherjee, Shouvik" userId="S::shomukherjee@deloitte.com::8a0946e8-3a6b-4d5c-947d-73f4cd578335" providerId="AD" clId="Web-{DBCD2908-F409-40D3-826A-A56FBDCB6F2B}" dt="2023-08-08T06:20:36.985" v="426"/>
          <ac:picMkLst>
            <pc:docMk/>
            <pc:sldMk cId="2843776525" sldId="6198"/>
            <ac:picMk id="2" creationId="{9AC7A2B3-3887-0936-D973-F113F04B0B11}"/>
          </ac:picMkLst>
        </pc:picChg>
        <pc:picChg chg="add del mod">
          <ac:chgData name="Mukherjee, Shouvik" userId="S::shomukherjee@deloitte.com::8a0946e8-3a6b-4d5c-947d-73f4cd578335" providerId="AD" clId="Web-{DBCD2908-F409-40D3-826A-A56FBDCB6F2B}" dt="2023-08-08T06:53:20.577" v="433"/>
          <ac:picMkLst>
            <pc:docMk/>
            <pc:sldMk cId="2843776525" sldId="6198"/>
            <ac:picMk id="2" creationId="{B9E162A7-604D-ECE4-FCFC-AB9760DAF483}"/>
          </ac:picMkLst>
        </pc:picChg>
        <pc:picChg chg="add mod">
          <ac:chgData name="Mukherjee, Shouvik" userId="S::shomukherjee@deloitte.com::8a0946e8-3a6b-4d5c-947d-73f4cd578335" providerId="AD" clId="Web-{DBCD2908-F409-40D3-826A-A56FBDCB6F2B}" dt="2023-08-08T06:57:23.475" v="469" actId="14100"/>
          <ac:picMkLst>
            <pc:docMk/>
            <pc:sldMk cId="2843776525" sldId="6198"/>
            <ac:picMk id="3" creationId="{AA456107-981C-8C30-ACF1-8953D7A8E7E5}"/>
          </ac:picMkLst>
        </pc:picChg>
        <pc:picChg chg="add del mod">
          <ac:chgData name="Mukherjee, Shouvik" userId="S::shomukherjee@deloitte.com::8a0946e8-3a6b-4d5c-947d-73f4cd578335" providerId="AD" clId="Web-{DBCD2908-F409-40D3-826A-A56FBDCB6F2B}" dt="2023-08-08T07:17:17.384" v="623"/>
          <ac:picMkLst>
            <pc:docMk/>
            <pc:sldMk cId="2843776525" sldId="6198"/>
            <ac:picMk id="12" creationId="{A7C0CA82-8131-A5D7-169D-536464FA0856}"/>
          </ac:picMkLst>
        </pc:picChg>
        <pc:picChg chg="add mod">
          <ac:chgData name="Mukherjee, Shouvik" userId="S::shomukherjee@deloitte.com::8a0946e8-3a6b-4d5c-947d-73f4cd578335" providerId="AD" clId="Web-{DBCD2908-F409-40D3-826A-A56FBDCB6F2B}" dt="2023-08-08T07:17:32.181" v="627" actId="1076"/>
          <ac:picMkLst>
            <pc:docMk/>
            <pc:sldMk cId="2843776525" sldId="6198"/>
            <ac:picMk id="13" creationId="{4944CD0A-D1E3-3629-B713-380B958016E1}"/>
          </ac:picMkLst>
        </pc:picChg>
      </pc:sldChg>
      <pc:sldChg chg="modSp">
        <pc:chgData name="Mukherjee, Shouvik" userId="S::shomukherjee@deloitte.com::8a0946e8-3a6b-4d5c-947d-73f4cd578335" providerId="AD" clId="Web-{DBCD2908-F409-40D3-826A-A56FBDCB6F2B}" dt="2023-08-08T07:43:13.163" v="929" actId="20577"/>
        <pc:sldMkLst>
          <pc:docMk/>
          <pc:sldMk cId="3887181450" sldId="6231"/>
        </pc:sldMkLst>
        <pc:spChg chg="mod">
          <ac:chgData name="Mukherjee, Shouvik" userId="S::shomukherjee@deloitte.com::8a0946e8-3a6b-4d5c-947d-73f4cd578335" providerId="AD" clId="Web-{DBCD2908-F409-40D3-826A-A56FBDCB6F2B}" dt="2023-08-08T07:43:13.163" v="929" actId="20577"/>
          <ac:spMkLst>
            <pc:docMk/>
            <pc:sldMk cId="3887181450" sldId="6231"/>
            <ac:spMk id="83" creationId="{31F75B9F-C617-48CE-B56F-3B32C47CDD2C}"/>
          </ac:spMkLst>
        </pc:spChg>
      </pc:sldChg>
      <pc:sldChg chg="modSp add">
        <pc:chgData name="Mukherjee, Shouvik" userId="S::shomukherjee@deloitte.com::8a0946e8-3a6b-4d5c-947d-73f4cd578335" providerId="AD" clId="Web-{DBCD2908-F409-40D3-826A-A56FBDCB6F2B}" dt="2023-08-08T07:28:38.450" v="791" actId="20577"/>
        <pc:sldMkLst>
          <pc:docMk/>
          <pc:sldMk cId="955439326" sldId="6237"/>
        </pc:sldMkLst>
        <pc:spChg chg="mod">
          <ac:chgData name="Mukherjee, Shouvik" userId="S::shomukherjee@deloitte.com::8a0946e8-3a6b-4d5c-947d-73f4cd578335" providerId="AD" clId="Web-{DBCD2908-F409-40D3-826A-A56FBDCB6F2B}" dt="2023-08-08T07:24:02.489" v="650" actId="20577"/>
          <ac:spMkLst>
            <pc:docMk/>
            <pc:sldMk cId="955439326" sldId="6237"/>
            <ac:spMk id="3" creationId="{00000000-0000-0000-0000-000000000000}"/>
          </ac:spMkLst>
        </pc:spChg>
        <pc:spChg chg="mod">
          <ac:chgData name="Mukherjee, Shouvik" userId="S::shomukherjee@deloitte.com::8a0946e8-3a6b-4d5c-947d-73f4cd578335" providerId="AD" clId="Web-{DBCD2908-F409-40D3-826A-A56FBDCB6F2B}" dt="2023-08-08T07:24:12.365" v="653" actId="1076"/>
          <ac:spMkLst>
            <pc:docMk/>
            <pc:sldMk cId="955439326" sldId="6237"/>
            <ac:spMk id="73" creationId="{00000000-0000-0000-0000-000000000000}"/>
          </ac:spMkLst>
        </pc:spChg>
        <pc:spChg chg="mod">
          <ac:chgData name="Mukherjee, Shouvik" userId="S::shomukherjee@deloitte.com::8a0946e8-3a6b-4d5c-947d-73f4cd578335" providerId="AD" clId="Web-{DBCD2908-F409-40D3-826A-A56FBDCB6F2B}" dt="2023-08-08T07:24:12.396" v="654" actId="1076"/>
          <ac:spMkLst>
            <pc:docMk/>
            <pc:sldMk cId="955439326" sldId="6237"/>
            <ac:spMk id="74" creationId="{00000000-0000-0000-0000-000000000000}"/>
          </ac:spMkLst>
        </pc:spChg>
        <pc:spChg chg="mod">
          <ac:chgData name="Mukherjee, Shouvik" userId="S::shomukherjee@deloitte.com::8a0946e8-3a6b-4d5c-947d-73f4cd578335" providerId="AD" clId="Web-{DBCD2908-F409-40D3-826A-A56FBDCB6F2B}" dt="2023-08-08T07:24:12.427" v="655" actId="1076"/>
          <ac:spMkLst>
            <pc:docMk/>
            <pc:sldMk cId="955439326" sldId="6237"/>
            <ac:spMk id="75" creationId="{00000000-0000-0000-0000-000000000000}"/>
          </ac:spMkLst>
        </pc:spChg>
        <pc:spChg chg="mod">
          <ac:chgData name="Mukherjee, Shouvik" userId="S::shomukherjee@deloitte.com::8a0946e8-3a6b-4d5c-947d-73f4cd578335" providerId="AD" clId="Web-{DBCD2908-F409-40D3-826A-A56FBDCB6F2B}" dt="2023-08-08T07:26:30.103" v="692" actId="20577"/>
          <ac:spMkLst>
            <pc:docMk/>
            <pc:sldMk cId="955439326" sldId="6237"/>
            <ac:spMk id="76" creationId="{00000000-0000-0000-0000-000000000000}"/>
          </ac:spMkLst>
        </pc:spChg>
        <pc:spChg chg="mod">
          <ac:chgData name="Mukherjee, Shouvik" userId="S::shomukherjee@deloitte.com::8a0946e8-3a6b-4d5c-947d-73f4cd578335" providerId="AD" clId="Web-{DBCD2908-F409-40D3-826A-A56FBDCB6F2B}" dt="2023-08-08T07:24:12.521" v="657" actId="1076"/>
          <ac:spMkLst>
            <pc:docMk/>
            <pc:sldMk cId="955439326" sldId="6237"/>
            <ac:spMk id="77" creationId="{00000000-0000-0000-0000-000000000000}"/>
          </ac:spMkLst>
        </pc:spChg>
        <pc:spChg chg="mod">
          <ac:chgData name="Mukherjee, Shouvik" userId="S::shomukherjee@deloitte.com::8a0946e8-3a6b-4d5c-947d-73f4cd578335" providerId="AD" clId="Web-{DBCD2908-F409-40D3-826A-A56FBDCB6F2B}" dt="2023-08-08T07:26:40.556" v="704" actId="20577"/>
          <ac:spMkLst>
            <pc:docMk/>
            <pc:sldMk cId="955439326" sldId="6237"/>
            <ac:spMk id="78" creationId="{00000000-0000-0000-0000-000000000000}"/>
          </ac:spMkLst>
        </pc:spChg>
        <pc:spChg chg="mod">
          <ac:chgData name="Mukherjee, Shouvik" userId="S::shomukherjee@deloitte.com::8a0946e8-3a6b-4d5c-947d-73f4cd578335" providerId="AD" clId="Web-{DBCD2908-F409-40D3-826A-A56FBDCB6F2B}" dt="2023-08-08T07:24:12.583" v="659" actId="1076"/>
          <ac:spMkLst>
            <pc:docMk/>
            <pc:sldMk cId="955439326" sldId="6237"/>
            <ac:spMk id="79" creationId="{00000000-0000-0000-0000-000000000000}"/>
          </ac:spMkLst>
        </pc:spChg>
        <pc:spChg chg="mod">
          <ac:chgData name="Mukherjee, Shouvik" userId="S::shomukherjee@deloitte.com::8a0946e8-3a6b-4d5c-947d-73f4cd578335" providerId="AD" clId="Web-{DBCD2908-F409-40D3-826A-A56FBDCB6F2B}" dt="2023-08-08T07:28:26.856" v="787" actId="20577"/>
          <ac:spMkLst>
            <pc:docMk/>
            <pc:sldMk cId="955439326" sldId="6237"/>
            <ac:spMk id="80" creationId="{00000000-0000-0000-0000-000000000000}"/>
          </ac:spMkLst>
        </pc:spChg>
        <pc:spChg chg="mod">
          <ac:chgData name="Mukherjee, Shouvik" userId="S::shomukherjee@deloitte.com::8a0946e8-3a6b-4d5c-947d-73f4cd578335" providerId="AD" clId="Web-{DBCD2908-F409-40D3-826A-A56FBDCB6F2B}" dt="2023-08-08T07:24:12.646" v="661" actId="1076"/>
          <ac:spMkLst>
            <pc:docMk/>
            <pc:sldMk cId="955439326" sldId="6237"/>
            <ac:spMk id="81" creationId="{00000000-0000-0000-0000-000000000000}"/>
          </ac:spMkLst>
        </pc:spChg>
        <pc:spChg chg="mod">
          <ac:chgData name="Mukherjee, Shouvik" userId="S::shomukherjee@deloitte.com::8a0946e8-3a6b-4d5c-947d-73f4cd578335" providerId="AD" clId="Web-{DBCD2908-F409-40D3-826A-A56FBDCB6F2B}" dt="2023-08-08T07:27:48.261" v="724" actId="20577"/>
          <ac:spMkLst>
            <pc:docMk/>
            <pc:sldMk cId="955439326" sldId="6237"/>
            <ac:spMk id="82" creationId="{00000000-0000-0000-0000-000000000000}"/>
          </ac:spMkLst>
        </pc:spChg>
        <pc:spChg chg="mod">
          <ac:chgData name="Mukherjee, Shouvik" userId="S::shomukherjee@deloitte.com::8a0946e8-3a6b-4d5c-947d-73f4cd578335" providerId="AD" clId="Web-{DBCD2908-F409-40D3-826A-A56FBDCB6F2B}" dt="2023-08-08T07:28:38.450" v="791" actId="20577"/>
          <ac:spMkLst>
            <pc:docMk/>
            <pc:sldMk cId="955439326" sldId="6237"/>
            <ac:spMk id="83" creationId="{00000000-0000-0000-0000-000000000000}"/>
          </ac:spMkLst>
        </pc:spChg>
        <pc:spChg chg="mod">
          <ac:chgData name="Mukherjee, Shouvik" userId="S::shomukherjee@deloitte.com::8a0946e8-3a6b-4d5c-947d-73f4cd578335" providerId="AD" clId="Web-{DBCD2908-F409-40D3-826A-A56FBDCB6F2B}" dt="2023-08-08T07:24:12.755" v="664" actId="1076"/>
          <ac:spMkLst>
            <pc:docMk/>
            <pc:sldMk cId="955439326" sldId="6237"/>
            <ac:spMk id="84" creationId="{00000000-0000-0000-0000-000000000000}"/>
          </ac:spMkLst>
        </pc:spChg>
        <pc:grpChg chg="mod">
          <ac:chgData name="Mukherjee, Shouvik" userId="S::shomukherjee@deloitte.com::8a0946e8-3a6b-4d5c-947d-73f4cd578335" providerId="AD" clId="Web-{DBCD2908-F409-40D3-826A-A56FBDCB6F2B}" dt="2023-08-08T07:24:22.037" v="665" actId="1076"/>
          <ac:grpSpMkLst>
            <pc:docMk/>
            <pc:sldMk cId="955439326" sldId="6237"/>
            <ac:grpSpMk id="5" creationId="{00000000-0000-0000-0000-000000000000}"/>
          </ac:grpSpMkLst>
        </pc:grpChg>
        <pc:grpChg chg="mod">
          <ac:chgData name="Mukherjee, Shouvik" userId="S::shomukherjee@deloitte.com::8a0946e8-3a6b-4d5c-947d-73f4cd578335" providerId="AD" clId="Web-{DBCD2908-F409-40D3-826A-A56FBDCB6F2B}" dt="2023-08-08T07:24:12.333" v="652" actId="1076"/>
          <ac:grpSpMkLst>
            <pc:docMk/>
            <pc:sldMk cId="955439326" sldId="6237"/>
            <ac:grpSpMk id="31" creationId="{00000000-0000-0000-0000-000000000000}"/>
          </ac:grpSpMkLst>
        </pc:grpChg>
      </pc:sldChg>
      <pc:sldChg chg="addSp delSp modSp add del">
        <pc:chgData name="Mukherjee, Shouvik" userId="S::shomukherjee@deloitte.com::8a0946e8-3a6b-4d5c-947d-73f4cd578335" providerId="AD" clId="Web-{DBCD2908-F409-40D3-826A-A56FBDCB6F2B}" dt="2023-08-08T07:39:40.907" v="848"/>
        <pc:sldMkLst>
          <pc:docMk/>
          <pc:sldMk cId="3587545936" sldId="6238"/>
        </pc:sldMkLst>
        <pc:spChg chg="add del mod">
          <ac:chgData name="Mukherjee, Shouvik" userId="S::shomukherjee@deloitte.com::8a0946e8-3a6b-4d5c-947d-73f4cd578335" providerId="AD" clId="Web-{DBCD2908-F409-40D3-826A-A56FBDCB6F2B}" dt="2023-08-08T07:24:45.006" v="669" actId="1076"/>
          <ac:spMkLst>
            <pc:docMk/>
            <pc:sldMk cId="3587545936" sldId="6238"/>
            <ac:spMk id="39" creationId="{00000000-0000-0000-0000-000000000000}"/>
          </ac:spMkLst>
        </pc:spChg>
        <pc:spChg chg="mod">
          <ac:chgData name="Mukherjee, Shouvik" userId="S::shomukherjee@deloitte.com::8a0946e8-3a6b-4d5c-947d-73f4cd578335" providerId="AD" clId="Web-{DBCD2908-F409-40D3-826A-A56FBDCB6F2B}" dt="2023-08-08T07:35:43.228" v="847" actId="20577"/>
          <ac:spMkLst>
            <pc:docMk/>
            <pc:sldMk cId="3587545936" sldId="6238"/>
            <ac:spMk id="41" creationId="{00000000-0000-0000-0000-000000000000}"/>
          </ac:spMkLst>
        </pc:spChg>
        <pc:spChg chg="mod">
          <ac:chgData name="Mukherjee, Shouvik" userId="S::shomukherjee@deloitte.com::8a0946e8-3a6b-4d5c-947d-73f4cd578335" providerId="AD" clId="Web-{DBCD2908-F409-40D3-826A-A56FBDCB6F2B}" dt="2023-08-08T07:33:38.521" v="825" actId="1076"/>
          <ac:spMkLst>
            <pc:docMk/>
            <pc:sldMk cId="3587545936" sldId="6238"/>
            <ac:spMk id="42" creationId="{00000000-0000-0000-0000-000000000000}"/>
          </ac:spMkLst>
        </pc:spChg>
        <pc:spChg chg="mod">
          <ac:chgData name="Mukherjee, Shouvik" userId="S::shomukherjee@deloitte.com::8a0946e8-3a6b-4d5c-947d-73f4cd578335" providerId="AD" clId="Web-{DBCD2908-F409-40D3-826A-A56FBDCB6F2B}" dt="2023-08-08T07:35:12.149" v="844" actId="20577"/>
          <ac:spMkLst>
            <pc:docMk/>
            <pc:sldMk cId="3587545936" sldId="6238"/>
            <ac:spMk id="52" creationId="{00000000-0000-0000-0000-000000000000}"/>
          </ac:spMkLst>
        </pc:spChg>
        <pc:spChg chg="mod">
          <ac:chgData name="Mukherjee, Shouvik" userId="S::shomukherjee@deloitte.com::8a0946e8-3a6b-4d5c-947d-73f4cd578335" providerId="AD" clId="Web-{DBCD2908-F409-40D3-826A-A56FBDCB6F2B}" dt="2023-08-08T07:25:10.163" v="676" actId="20577"/>
          <ac:spMkLst>
            <pc:docMk/>
            <pc:sldMk cId="3587545936" sldId="6238"/>
            <ac:spMk id="54" creationId="{00000000-0000-0000-0000-000000000000}"/>
          </ac:spMkLst>
        </pc:spChg>
        <pc:spChg chg="mod">
          <ac:chgData name="Mukherjee, Shouvik" userId="S::shomukherjee@deloitte.com::8a0946e8-3a6b-4d5c-947d-73f4cd578335" providerId="AD" clId="Web-{DBCD2908-F409-40D3-826A-A56FBDCB6F2B}" dt="2023-08-08T07:30:18.109" v="809" actId="1076"/>
          <ac:spMkLst>
            <pc:docMk/>
            <pc:sldMk cId="3587545936" sldId="6238"/>
            <ac:spMk id="56" creationId="{00000000-0000-0000-0000-000000000000}"/>
          </ac:spMkLst>
        </pc:spChg>
        <pc:spChg chg="mod">
          <ac:chgData name="Mukherjee, Shouvik" userId="S::shomukherjee@deloitte.com::8a0946e8-3a6b-4d5c-947d-73f4cd578335" providerId="AD" clId="Web-{DBCD2908-F409-40D3-826A-A56FBDCB6F2B}" dt="2023-08-08T07:30:26.735" v="810" actId="1076"/>
          <ac:spMkLst>
            <pc:docMk/>
            <pc:sldMk cId="3587545936" sldId="6238"/>
            <ac:spMk id="57" creationId="{00000000-0000-0000-0000-000000000000}"/>
          </ac:spMkLst>
        </pc:spChg>
        <pc:spChg chg="mod">
          <ac:chgData name="Mukherjee, Shouvik" userId="S::shomukherjee@deloitte.com::8a0946e8-3a6b-4d5c-947d-73f4cd578335" providerId="AD" clId="Web-{DBCD2908-F409-40D3-826A-A56FBDCB6F2B}" dt="2023-08-08T07:33:27.068" v="824" actId="1076"/>
          <ac:spMkLst>
            <pc:docMk/>
            <pc:sldMk cId="3587545936" sldId="6238"/>
            <ac:spMk id="58" creationId="{00000000-0000-0000-0000-000000000000}"/>
          </ac:spMkLst>
        </pc:spChg>
        <pc:spChg chg="mod">
          <ac:chgData name="Mukherjee, Shouvik" userId="S::shomukherjee@deloitte.com::8a0946e8-3a6b-4d5c-947d-73f4cd578335" providerId="AD" clId="Web-{DBCD2908-F409-40D3-826A-A56FBDCB6F2B}" dt="2023-08-08T07:30:10.078" v="807" actId="1076"/>
          <ac:spMkLst>
            <pc:docMk/>
            <pc:sldMk cId="3587545936" sldId="6238"/>
            <ac:spMk id="63" creationId="{00000000-0000-0000-0000-000000000000}"/>
          </ac:spMkLst>
        </pc:spChg>
        <pc:spChg chg="mod">
          <ac:chgData name="Mukherjee, Shouvik" userId="S::shomukherjee@deloitte.com::8a0946e8-3a6b-4d5c-947d-73f4cd578335" providerId="AD" clId="Web-{DBCD2908-F409-40D3-826A-A56FBDCB6F2B}" dt="2023-08-08T07:29:40.296" v="806" actId="1076"/>
          <ac:spMkLst>
            <pc:docMk/>
            <pc:sldMk cId="3587545936" sldId="6238"/>
            <ac:spMk id="65" creationId="{00000000-0000-0000-0000-000000000000}"/>
          </ac:spMkLst>
        </pc:spChg>
        <pc:spChg chg="mod">
          <ac:chgData name="Mukherjee, Shouvik" userId="S::shomukherjee@deloitte.com::8a0946e8-3a6b-4d5c-947d-73f4cd578335" providerId="AD" clId="Web-{DBCD2908-F409-40D3-826A-A56FBDCB6F2B}" dt="2023-08-08T07:34:15.007" v="828" actId="20577"/>
          <ac:spMkLst>
            <pc:docMk/>
            <pc:sldMk cId="3587545936" sldId="6238"/>
            <ac:spMk id="71" creationId="{00000000-0000-0000-0000-000000000000}"/>
          </ac:spMkLst>
        </pc:spChg>
        <pc:spChg chg="mod">
          <ac:chgData name="Mukherjee, Shouvik" userId="S::shomukherjee@deloitte.com::8a0946e8-3a6b-4d5c-947d-73f4cd578335" providerId="AD" clId="Web-{DBCD2908-F409-40D3-826A-A56FBDCB6F2B}" dt="2023-08-08T07:23:39.786" v="646" actId="20577"/>
          <ac:spMkLst>
            <pc:docMk/>
            <pc:sldMk cId="3587545936" sldId="6238"/>
            <ac:spMk id="178" creationId="{8D973501-B48C-4171-AC47-67D51F631076}"/>
          </ac:spMkLst>
        </pc:spChg>
        <pc:cxnChg chg="mod">
          <ac:chgData name="Mukherjee, Shouvik" userId="S::shomukherjee@deloitte.com::8a0946e8-3a6b-4d5c-947d-73f4cd578335" providerId="AD" clId="Web-{DBCD2908-F409-40D3-826A-A56FBDCB6F2B}" dt="2023-08-08T07:33:14.724" v="823" actId="1076"/>
          <ac:cxnSpMkLst>
            <pc:docMk/>
            <pc:sldMk cId="3587545936" sldId="6238"/>
            <ac:cxnSpMk id="68" creationId="{00000000-0000-0000-0000-000000000000}"/>
          </ac:cxnSpMkLst>
        </pc:cxnChg>
      </pc:sldChg>
    </pc:docChg>
  </pc:docChgLst>
  <pc:docChgLst>
    <pc:chgData name="Mukherjee, Shouvik" userId="S::shomukherjee@deloitte.com::8a0946e8-3a6b-4d5c-947d-73f4cd578335" providerId="AD" clId="Web-{14B4766E-B6A6-4FB7-9352-8C31AF91CCE9}"/>
    <pc:docChg chg="addSld modSld addMainMaster modMainMaster">
      <pc:chgData name="Mukherjee, Shouvik" userId="S::shomukherjee@deloitte.com::8a0946e8-3a6b-4d5c-947d-73f4cd578335" providerId="AD" clId="Web-{14B4766E-B6A6-4FB7-9352-8C31AF91CCE9}" dt="2023-08-08T13:16:59.900" v="16" actId="14100"/>
      <pc:docMkLst>
        <pc:docMk/>
      </pc:docMkLst>
      <pc:sldChg chg="add">
        <pc:chgData name="Mukherjee, Shouvik" userId="S::shomukherjee@deloitte.com::8a0946e8-3a6b-4d5c-947d-73f4cd578335" providerId="AD" clId="Web-{14B4766E-B6A6-4FB7-9352-8C31AF91CCE9}" dt="2023-08-08T12:58:32.993" v="0"/>
        <pc:sldMkLst>
          <pc:docMk/>
          <pc:sldMk cId="2361116454" sldId="2147374248"/>
        </pc:sldMkLst>
      </pc:sldChg>
      <pc:sldChg chg="addSp modSp add">
        <pc:chgData name="Mukherjee, Shouvik" userId="S::shomukherjee@deloitte.com::8a0946e8-3a6b-4d5c-947d-73f4cd578335" providerId="AD" clId="Web-{14B4766E-B6A6-4FB7-9352-8C31AF91CCE9}" dt="2023-08-08T13:16:59.900" v="16" actId="14100"/>
        <pc:sldMkLst>
          <pc:docMk/>
          <pc:sldMk cId="2618064541" sldId="2147374249"/>
        </pc:sldMkLst>
        <pc:spChg chg="add mod">
          <ac:chgData name="Mukherjee, Shouvik" userId="S::shomukherjee@deloitte.com::8a0946e8-3a6b-4d5c-947d-73f4cd578335" providerId="AD" clId="Web-{14B4766E-B6A6-4FB7-9352-8C31AF91CCE9}" dt="2023-08-08T13:16:59.900" v="16" actId="14100"/>
          <ac:spMkLst>
            <pc:docMk/>
            <pc:sldMk cId="2618064541" sldId="2147374249"/>
            <ac:spMk id="9" creationId="{610B7466-6B06-C84B-406C-9CEC7E46D572}"/>
          </ac:spMkLst>
        </pc:spChg>
        <pc:spChg chg="mod">
          <ac:chgData name="Mukherjee, Shouvik" userId="S::shomukherjee@deloitte.com::8a0946e8-3a6b-4d5c-947d-73f4cd578335" providerId="AD" clId="Web-{14B4766E-B6A6-4FB7-9352-8C31AF91CCE9}" dt="2023-08-08T13:10:28.082" v="3" actId="1076"/>
          <ac:spMkLst>
            <pc:docMk/>
            <pc:sldMk cId="2618064541" sldId="2147374249"/>
            <ac:spMk id="104" creationId="{52AFD1CD-B441-71C6-E6D2-692E4FB765AE}"/>
          </ac:spMkLst>
        </pc:spChg>
        <pc:graphicFrameChg chg="modGraphic">
          <ac:chgData name="Mukherjee, Shouvik" userId="S::shomukherjee@deloitte.com::8a0946e8-3a6b-4d5c-947d-73f4cd578335" providerId="AD" clId="Web-{14B4766E-B6A6-4FB7-9352-8C31AF91CCE9}" dt="2023-08-08T13:15:37.118" v="4"/>
          <ac:graphicFrameMkLst>
            <pc:docMk/>
            <pc:sldMk cId="2618064541" sldId="2147374249"/>
            <ac:graphicFrameMk id="15" creationId="{00000000-0000-0000-0000-000000000000}"/>
          </ac:graphicFrameMkLst>
        </pc:graphicFrameChg>
      </pc:sldChg>
      <pc:sldMasterChg chg="modSldLayout">
        <pc:chgData name="Mukherjee, Shouvik" userId="S::shomukherjee@deloitte.com::8a0946e8-3a6b-4d5c-947d-73f4cd578335" providerId="AD" clId="Web-{14B4766E-B6A6-4FB7-9352-8C31AF91CCE9}" dt="2023-08-08T12:58:32.993" v="0"/>
        <pc:sldMasterMkLst>
          <pc:docMk/>
          <pc:sldMasterMk cId="1299598385" sldId="2147483672"/>
        </pc:sldMasterMkLst>
        <pc:sldLayoutChg chg="replId">
          <pc:chgData name="Mukherjee, Shouvik" userId="S::shomukherjee@deloitte.com::8a0946e8-3a6b-4d5c-947d-73f4cd578335" providerId="AD" clId="Web-{14B4766E-B6A6-4FB7-9352-8C31AF91CCE9}" dt="2023-08-08T12:58:32.993" v="0"/>
          <pc:sldLayoutMkLst>
            <pc:docMk/>
            <pc:sldMasterMk cId="1299598385" sldId="2147483672"/>
            <pc:sldLayoutMk cId="1518182902" sldId="2147484218"/>
          </pc:sldLayoutMkLst>
        </pc:sldLayoutChg>
        <pc:sldLayoutChg chg="replId">
          <pc:chgData name="Mukherjee, Shouvik" userId="S::shomukherjee@deloitte.com::8a0946e8-3a6b-4d5c-947d-73f4cd578335" providerId="AD" clId="Web-{14B4766E-B6A6-4FB7-9352-8C31AF91CCE9}" dt="2023-08-08T12:58:32.993" v="0"/>
          <pc:sldLayoutMkLst>
            <pc:docMk/>
            <pc:sldMasterMk cId="1299598385" sldId="2147483672"/>
            <pc:sldLayoutMk cId="3267360481" sldId="2147484220"/>
          </pc:sldLayoutMkLst>
        </pc:sldLayoutChg>
        <pc:sldLayoutChg chg="replId">
          <pc:chgData name="Mukherjee, Shouvik" userId="S::shomukherjee@deloitte.com::8a0946e8-3a6b-4d5c-947d-73f4cd578335" providerId="AD" clId="Web-{14B4766E-B6A6-4FB7-9352-8C31AF91CCE9}" dt="2023-08-08T12:58:32.993" v="0"/>
          <pc:sldLayoutMkLst>
            <pc:docMk/>
            <pc:sldMasterMk cId="1299598385" sldId="2147483672"/>
            <pc:sldLayoutMk cId="3161504859" sldId="2147484222"/>
          </pc:sldLayoutMkLst>
        </pc:sldLayoutChg>
        <pc:sldLayoutChg chg="replId">
          <pc:chgData name="Mukherjee, Shouvik" userId="S::shomukherjee@deloitte.com::8a0946e8-3a6b-4d5c-947d-73f4cd578335" providerId="AD" clId="Web-{14B4766E-B6A6-4FB7-9352-8C31AF91CCE9}" dt="2023-08-08T12:58:32.993" v="0"/>
          <pc:sldLayoutMkLst>
            <pc:docMk/>
            <pc:sldMasterMk cId="1299598385" sldId="2147483672"/>
            <pc:sldLayoutMk cId="3815510091" sldId="2147484223"/>
          </pc:sldLayoutMkLst>
        </pc:sldLayoutChg>
        <pc:sldLayoutChg chg="replId">
          <pc:chgData name="Mukherjee, Shouvik" userId="S::shomukherjee@deloitte.com::8a0946e8-3a6b-4d5c-947d-73f4cd578335" providerId="AD" clId="Web-{14B4766E-B6A6-4FB7-9352-8C31AF91CCE9}" dt="2023-08-08T12:58:32.993" v="0"/>
          <pc:sldLayoutMkLst>
            <pc:docMk/>
            <pc:sldMasterMk cId="1299598385" sldId="2147483672"/>
            <pc:sldLayoutMk cId="2245692602" sldId="2147484224"/>
          </pc:sldLayoutMkLst>
        </pc:sldLayoutChg>
        <pc:sldLayoutChg chg="replId">
          <pc:chgData name="Mukherjee, Shouvik" userId="S::shomukherjee@deloitte.com::8a0946e8-3a6b-4d5c-947d-73f4cd578335" providerId="AD" clId="Web-{14B4766E-B6A6-4FB7-9352-8C31AF91CCE9}" dt="2023-08-08T12:58:32.993" v="0"/>
          <pc:sldLayoutMkLst>
            <pc:docMk/>
            <pc:sldMasterMk cId="1299598385" sldId="2147483672"/>
            <pc:sldLayoutMk cId="1298681938" sldId="2147484225"/>
          </pc:sldLayoutMkLst>
        </pc:sldLayoutChg>
        <pc:sldLayoutChg chg="replId">
          <pc:chgData name="Mukherjee, Shouvik" userId="S::shomukherjee@deloitte.com::8a0946e8-3a6b-4d5c-947d-73f4cd578335" providerId="AD" clId="Web-{14B4766E-B6A6-4FB7-9352-8C31AF91CCE9}" dt="2023-08-08T12:58:32.993" v="0"/>
          <pc:sldLayoutMkLst>
            <pc:docMk/>
            <pc:sldMasterMk cId="1299598385" sldId="2147483672"/>
            <pc:sldLayoutMk cId="97423945" sldId="2147484226"/>
          </pc:sldLayoutMkLst>
        </pc:sldLayoutChg>
        <pc:sldLayoutChg chg="replId">
          <pc:chgData name="Mukherjee, Shouvik" userId="S::shomukherjee@deloitte.com::8a0946e8-3a6b-4d5c-947d-73f4cd578335" providerId="AD" clId="Web-{14B4766E-B6A6-4FB7-9352-8C31AF91CCE9}" dt="2023-08-08T12:58:32.993" v="0"/>
          <pc:sldLayoutMkLst>
            <pc:docMk/>
            <pc:sldMasterMk cId="1299598385" sldId="2147483672"/>
            <pc:sldLayoutMk cId="1285127824" sldId="2147484227"/>
          </pc:sldLayoutMkLst>
        </pc:sldLayoutChg>
        <pc:sldLayoutChg chg="replId">
          <pc:chgData name="Mukherjee, Shouvik" userId="S::shomukherjee@deloitte.com::8a0946e8-3a6b-4d5c-947d-73f4cd578335" providerId="AD" clId="Web-{14B4766E-B6A6-4FB7-9352-8C31AF91CCE9}" dt="2023-08-08T12:58:32.993" v="0"/>
          <pc:sldLayoutMkLst>
            <pc:docMk/>
            <pc:sldMasterMk cId="1299598385" sldId="2147483672"/>
            <pc:sldLayoutMk cId="1849094514" sldId="2147484228"/>
          </pc:sldLayoutMkLst>
        </pc:sldLayoutChg>
        <pc:sldLayoutChg chg="replId">
          <pc:chgData name="Mukherjee, Shouvik" userId="S::shomukherjee@deloitte.com::8a0946e8-3a6b-4d5c-947d-73f4cd578335" providerId="AD" clId="Web-{14B4766E-B6A6-4FB7-9352-8C31AF91CCE9}" dt="2023-08-08T12:58:32.993" v="0"/>
          <pc:sldLayoutMkLst>
            <pc:docMk/>
            <pc:sldMasterMk cId="1299598385" sldId="2147483672"/>
            <pc:sldLayoutMk cId="2425812161" sldId="2147484229"/>
          </pc:sldLayoutMkLst>
        </pc:sldLayoutChg>
        <pc:sldLayoutChg chg="replId">
          <pc:chgData name="Mukherjee, Shouvik" userId="S::shomukherjee@deloitte.com::8a0946e8-3a6b-4d5c-947d-73f4cd578335" providerId="AD" clId="Web-{14B4766E-B6A6-4FB7-9352-8C31AF91CCE9}" dt="2023-08-08T12:58:32.993" v="0"/>
          <pc:sldLayoutMkLst>
            <pc:docMk/>
            <pc:sldMasterMk cId="1299598385" sldId="2147483672"/>
            <pc:sldLayoutMk cId="580602075" sldId="2147484230"/>
          </pc:sldLayoutMkLst>
        </pc:sldLayoutChg>
      </pc:sldMasterChg>
      <pc:sldMasterChg chg="add addSldLayout">
        <pc:chgData name="Mukherjee, Shouvik" userId="S::shomukherjee@deloitte.com::8a0946e8-3a6b-4d5c-947d-73f4cd578335" providerId="AD" clId="Web-{14B4766E-B6A6-4FB7-9352-8C31AF91CCE9}" dt="2023-08-08T12:58:32.993" v="0"/>
        <pc:sldMasterMkLst>
          <pc:docMk/>
          <pc:sldMasterMk cId="3998302008" sldId="2147483677"/>
        </pc:sldMasterMkLst>
        <pc:sldLayoutChg chg="add">
          <pc:chgData name="Mukherjee, Shouvik" userId="S::shomukherjee@deloitte.com::8a0946e8-3a6b-4d5c-947d-73f4cd578335" providerId="AD" clId="Web-{14B4766E-B6A6-4FB7-9352-8C31AF91CCE9}" dt="2023-08-08T12:58:32.993" v="0"/>
          <pc:sldLayoutMkLst>
            <pc:docMk/>
            <pc:sldMasterMk cId="3998302008" sldId="2147483677"/>
            <pc:sldLayoutMk cId="1387444269" sldId="2147483678"/>
          </pc:sldLayoutMkLst>
        </pc:sldLayoutChg>
        <pc:sldLayoutChg chg="add">
          <pc:chgData name="Mukherjee, Shouvik" userId="S::shomukherjee@deloitte.com::8a0946e8-3a6b-4d5c-947d-73f4cd578335" providerId="AD" clId="Web-{14B4766E-B6A6-4FB7-9352-8C31AF91CCE9}" dt="2023-08-08T12:58:32.993" v="0"/>
          <pc:sldLayoutMkLst>
            <pc:docMk/>
            <pc:sldMasterMk cId="3998302008" sldId="2147483677"/>
            <pc:sldLayoutMk cId="1801559441" sldId="2147483679"/>
          </pc:sldLayoutMkLst>
        </pc:sldLayoutChg>
        <pc:sldLayoutChg chg="add">
          <pc:chgData name="Mukherjee, Shouvik" userId="S::shomukherjee@deloitte.com::8a0946e8-3a6b-4d5c-947d-73f4cd578335" providerId="AD" clId="Web-{14B4766E-B6A6-4FB7-9352-8C31AF91CCE9}" dt="2023-08-08T12:58:32.993" v="0"/>
          <pc:sldLayoutMkLst>
            <pc:docMk/>
            <pc:sldMasterMk cId="3998302008" sldId="2147483677"/>
            <pc:sldLayoutMk cId="2369512063" sldId="2147483680"/>
          </pc:sldLayoutMkLst>
        </pc:sldLayoutChg>
        <pc:sldLayoutChg chg="add">
          <pc:chgData name="Mukherjee, Shouvik" userId="S::shomukherjee@deloitte.com::8a0946e8-3a6b-4d5c-947d-73f4cd578335" providerId="AD" clId="Web-{14B4766E-B6A6-4FB7-9352-8C31AF91CCE9}" dt="2023-08-08T12:58:32.993" v="0"/>
          <pc:sldLayoutMkLst>
            <pc:docMk/>
            <pc:sldMasterMk cId="3998302008" sldId="2147483677"/>
            <pc:sldLayoutMk cId="918237756" sldId="2147483681"/>
          </pc:sldLayoutMkLst>
        </pc:sldLayoutChg>
        <pc:sldLayoutChg chg="add">
          <pc:chgData name="Mukherjee, Shouvik" userId="S::shomukherjee@deloitte.com::8a0946e8-3a6b-4d5c-947d-73f4cd578335" providerId="AD" clId="Web-{14B4766E-B6A6-4FB7-9352-8C31AF91CCE9}" dt="2023-08-08T12:58:32.993" v="0"/>
          <pc:sldLayoutMkLst>
            <pc:docMk/>
            <pc:sldMasterMk cId="3998302008" sldId="2147483677"/>
            <pc:sldLayoutMk cId="2050245565" sldId="2147483682"/>
          </pc:sldLayoutMkLst>
        </pc:sldLayoutChg>
        <pc:sldLayoutChg chg="add">
          <pc:chgData name="Mukherjee, Shouvik" userId="S::shomukherjee@deloitte.com::8a0946e8-3a6b-4d5c-947d-73f4cd578335" providerId="AD" clId="Web-{14B4766E-B6A6-4FB7-9352-8C31AF91CCE9}" dt="2023-08-08T12:58:32.993" v="0"/>
          <pc:sldLayoutMkLst>
            <pc:docMk/>
            <pc:sldMasterMk cId="3998302008" sldId="2147483677"/>
            <pc:sldLayoutMk cId="2408256385" sldId="2147483683"/>
          </pc:sldLayoutMkLst>
        </pc:sldLayoutChg>
        <pc:sldLayoutChg chg="add">
          <pc:chgData name="Mukherjee, Shouvik" userId="S::shomukherjee@deloitte.com::8a0946e8-3a6b-4d5c-947d-73f4cd578335" providerId="AD" clId="Web-{14B4766E-B6A6-4FB7-9352-8C31AF91CCE9}" dt="2023-08-08T12:58:32.993" v="0"/>
          <pc:sldLayoutMkLst>
            <pc:docMk/>
            <pc:sldMasterMk cId="3998302008" sldId="2147483677"/>
            <pc:sldLayoutMk cId="4137121043" sldId="2147483684"/>
          </pc:sldLayoutMkLst>
        </pc:sldLayoutChg>
        <pc:sldLayoutChg chg="add">
          <pc:chgData name="Mukherjee, Shouvik" userId="S::shomukherjee@deloitte.com::8a0946e8-3a6b-4d5c-947d-73f4cd578335" providerId="AD" clId="Web-{14B4766E-B6A6-4FB7-9352-8C31AF91CCE9}" dt="2023-08-08T12:58:32.993" v="0"/>
          <pc:sldLayoutMkLst>
            <pc:docMk/>
            <pc:sldMasterMk cId="3998302008" sldId="2147483677"/>
            <pc:sldLayoutMk cId="2046038811" sldId="2147483685"/>
          </pc:sldLayoutMkLst>
        </pc:sldLayoutChg>
        <pc:sldLayoutChg chg="add">
          <pc:chgData name="Mukherjee, Shouvik" userId="S::shomukherjee@deloitte.com::8a0946e8-3a6b-4d5c-947d-73f4cd578335" providerId="AD" clId="Web-{14B4766E-B6A6-4FB7-9352-8C31AF91CCE9}" dt="2023-08-08T12:58:32.993" v="0"/>
          <pc:sldLayoutMkLst>
            <pc:docMk/>
            <pc:sldMasterMk cId="3998302008" sldId="2147483677"/>
            <pc:sldLayoutMk cId="3224318952" sldId="2147483686"/>
          </pc:sldLayoutMkLst>
        </pc:sldLayoutChg>
        <pc:sldLayoutChg chg="add">
          <pc:chgData name="Mukherjee, Shouvik" userId="S::shomukherjee@deloitte.com::8a0946e8-3a6b-4d5c-947d-73f4cd578335" providerId="AD" clId="Web-{14B4766E-B6A6-4FB7-9352-8C31AF91CCE9}" dt="2023-08-08T12:58:32.993" v="0"/>
          <pc:sldLayoutMkLst>
            <pc:docMk/>
            <pc:sldMasterMk cId="3998302008" sldId="2147483677"/>
            <pc:sldLayoutMk cId="3516082559" sldId="2147483687"/>
          </pc:sldLayoutMkLst>
        </pc:sldLayoutChg>
        <pc:sldLayoutChg chg="add">
          <pc:chgData name="Mukherjee, Shouvik" userId="S::shomukherjee@deloitte.com::8a0946e8-3a6b-4d5c-947d-73f4cd578335" providerId="AD" clId="Web-{14B4766E-B6A6-4FB7-9352-8C31AF91CCE9}" dt="2023-08-08T12:58:32.993" v="0"/>
          <pc:sldLayoutMkLst>
            <pc:docMk/>
            <pc:sldMasterMk cId="3998302008" sldId="2147483677"/>
            <pc:sldLayoutMk cId="267762509" sldId="2147483688"/>
          </pc:sldLayoutMkLst>
        </pc:sldLayoutChg>
        <pc:sldLayoutChg chg="add">
          <pc:chgData name="Mukherjee, Shouvik" userId="S::shomukherjee@deloitte.com::8a0946e8-3a6b-4d5c-947d-73f4cd578335" providerId="AD" clId="Web-{14B4766E-B6A6-4FB7-9352-8C31AF91CCE9}" dt="2023-08-08T12:58:32.993" v="0"/>
          <pc:sldLayoutMkLst>
            <pc:docMk/>
            <pc:sldMasterMk cId="3998302008" sldId="2147483677"/>
            <pc:sldLayoutMk cId="1503703116" sldId="2147483689"/>
          </pc:sldLayoutMkLst>
        </pc:sldLayoutChg>
        <pc:sldLayoutChg chg="add">
          <pc:chgData name="Mukherjee, Shouvik" userId="S::shomukherjee@deloitte.com::8a0946e8-3a6b-4d5c-947d-73f4cd578335" providerId="AD" clId="Web-{14B4766E-B6A6-4FB7-9352-8C31AF91CCE9}" dt="2023-08-08T12:58:32.993" v="0"/>
          <pc:sldLayoutMkLst>
            <pc:docMk/>
            <pc:sldMasterMk cId="3998302008" sldId="2147483677"/>
            <pc:sldLayoutMk cId="2955798867" sldId="2147483690"/>
          </pc:sldLayoutMkLst>
        </pc:sldLayoutChg>
        <pc:sldLayoutChg chg="add">
          <pc:chgData name="Mukherjee, Shouvik" userId="S::shomukherjee@deloitte.com::8a0946e8-3a6b-4d5c-947d-73f4cd578335" providerId="AD" clId="Web-{14B4766E-B6A6-4FB7-9352-8C31AF91CCE9}" dt="2023-08-08T12:58:32.993" v="0"/>
          <pc:sldLayoutMkLst>
            <pc:docMk/>
            <pc:sldMasterMk cId="3998302008" sldId="2147483677"/>
            <pc:sldLayoutMk cId="3889087496" sldId="2147483851"/>
          </pc:sldLayoutMkLst>
        </pc:sldLayoutChg>
      </pc:sldMasterChg>
      <pc:sldMasterChg chg="modSldLayout">
        <pc:chgData name="Mukherjee, Shouvik" userId="S::shomukherjee@deloitte.com::8a0946e8-3a6b-4d5c-947d-73f4cd578335" providerId="AD" clId="Web-{14B4766E-B6A6-4FB7-9352-8C31AF91CCE9}" dt="2023-08-08T12:58:32.993" v="0"/>
        <pc:sldMasterMkLst>
          <pc:docMk/>
          <pc:sldMasterMk cId="2748758098" sldId="2147483757"/>
        </pc:sldMasterMkLst>
        <pc:sldLayoutChg chg="replId">
          <pc:chgData name="Mukherjee, Shouvik" userId="S::shomukherjee@deloitte.com::8a0946e8-3a6b-4d5c-947d-73f4cd578335" providerId="AD" clId="Web-{14B4766E-B6A6-4FB7-9352-8C31AF91CCE9}" dt="2023-08-08T12:58:32.993" v="0"/>
          <pc:sldLayoutMkLst>
            <pc:docMk/>
            <pc:sldMasterMk cId="2748758098" sldId="2147483757"/>
            <pc:sldLayoutMk cId="3881091110" sldId="2147484219"/>
          </pc:sldLayoutMkLst>
        </pc:sldLayoutChg>
        <pc:sldLayoutChg chg="replId">
          <pc:chgData name="Mukherjee, Shouvik" userId="S::shomukherjee@deloitte.com::8a0946e8-3a6b-4d5c-947d-73f4cd578335" providerId="AD" clId="Web-{14B4766E-B6A6-4FB7-9352-8C31AF91CCE9}" dt="2023-08-08T12:58:32.993" v="0"/>
          <pc:sldLayoutMkLst>
            <pc:docMk/>
            <pc:sldMasterMk cId="2748758098" sldId="2147483757"/>
            <pc:sldLayoutMk cId="3272647120" sldId="2147484221"/>
          </pc:sldLayoutMkLst>
        </pc:sldLayoutChg>
      </pc:sldMasterChg>
    </pc:docChg>
  </pc:docChgLst>
  <pc:docChgLst>
    <pc:chgData name="Mukherjee, Shouvik" userId="S::shomukherjee@deloitte.com::8a0946e8-3a6b-4d5c-947d-73f4cd578335" providerId="AD" clId="Web-{0666A152-39B0-450B-A9A1-C3478DC0CEDA}"/>
    <pc:docChg chg="modSld">
      <pc:chgData name="Mukherjee, Shouvik" userId="S::shomukherjee@deloitte.com::8a0946e8-3a6b-4d5c-947d-73f4cd578335" providerId="AD" clId="Web-{0666A152-39B0-450B-A9A1-C3478DC0CEDA}" dt="2023-08-08T17:06:43.766" v="52" actId="20577"/>
      <pc:docMkLst>
        <pc:docMk/>
      </pc:docMkLst>
      <pc:sldChg chg="modSp">
        <pc:chgData name="Mukherjee, Shouvik" userId="S::shomukherjee@deloitte.com::8a0946e8-3a6b-4d5c-947d-73f4cd578335" providerId="AD" clId="Web-{0666A152-39B0-450B-A9A1-C3478DC0CEDA}" dt="2023-08-08T17:06:43.766" v="52" actId="20577"/>
        <pc:sldMkLst>
          <pc:docMk/>
          <pc:sldMk cId="1730217198" sldId="3328"/>
        </pc:sldMkLst>
        <pc:spChg chg="mod">
          <ac:chgData name="Mukherjee, Shouvik" userId="S::shomukherjee@deloitte.com::8a0946e8-3a6b-4d5c-947d-73f4cd578335" providerId="AD" clId="Web-{0666A152-39B0-450B-A9A1-C3478DC0CEDA}" dt="2023-08-08T17:06:38.640" v="48" actId="20577"/>
          <ac:spMkLst>
            <pc:docMk/>
            <pc:sldMk cId="1730217198" sldId="3328"/>
            <ac:spMk id="52" creationId="{00000000-0000-0000-0000-000000000000}"/>
          </ac:spMkLst>
        </pc:spChg>
        <pc:spChg chg="mod">
          <ac:chgData name="Mukherjee, Shouvik" userId="S::shomukherjee@deloitte.com::8a0946e8-3a6b-4d5c-947d-73f4cd578335" providerId="AD" clId="Web-{0666A152-39B0-450B-A9A1-C3478DC0CEDA}" dt="2023-08-08T17:06:43.766" v="52" actId="20577"/>
          <ac:spMkLst>
            <pc:docMk/>
            <pc:sldMk cId="1730217198" sldId="3328"/>
            <ac:spMk id="53" creationId="{00000000-0000-0000-0000-000000000000}"/>
          </ac:spMkLst>
        </pc:spChg>
      </pc:sldChg>
      <pc:sldChg chg="modSp">
        <pc:chgData name="Mukherjee, Shouvik" userId="S::shomukherjee@deloitte.com::8a0946e8-3a6b-4d5c-947d-73f4cd578335" providerId="AD" clId="Web-{0666A152-39B0-450B-A9A1-C3478DC0CEDA}" dt="2023-08-08T17:02:37.789" v="19" actId="20577"/>
        <pc:sldMkLst>
          <pc:docMk/>
          <pc:sldMk cId="940398634" sldId="2147374239"/>
        </pc:sldMkLst>
        <pc:spChg chg="mod">
          <ac:chgData name="Mukherjee, Shouvik" userId="S::shomukherjee@deloitte.com::8a0946e8-3a6b-4d5c-947d-73f4cd578335" providerId="AD" clId="Web-{0666A152-39B0-450B-A9A1-C3478DC0CEDA}" dt="2023-08-08T17:02:37.789" v="19" actId="20577"/>
          <ac:spMkLst>
            <pc:docMk/>
            <pc:sldMk cId="940398634" sldId="2147374239"/>
            <ac:spMk id="24" creationId="{82DEC17D-3607-4D5F-8EBD-3DBE78D792EA}"/>
          </ac:spMkLst>
        </pc:spChg>
      </pc:sldChg>
      <pc:sldChg chg="addSp delSp modSp">
        <pc:chgData name="Mukherjee, Shouvik" userId="S::shomukherjee@deloitte.com::8a0946e8-3a6b-4d5c-947d-73f4cd578335" providerId="AD" clId="Web-{0666A152-39B0-450B-A9A1-C3478DC0CEDA}" dt="2023-08-08T17:02:54.180" v="22" actId="20577"/>
        <pc:sldMkLst>
          <pc:docMk/>
          <pc:sldMk cId="791165860" sldId="2147374240"/>
        </pc:sldMkLst>
        <pc:spChg chg="del">
          <ac:chgData name="Mukherjee, Shouvik" userId="S::shomukherjee@deloitte.com::8a0946e8-3a6b-4d5c-947d-73f4cd578335" providerId="AD" clId="Web-{0666A152-39B0-450B-A9A1-C3478DC0CEDA}" dt="2023-08-08T17:01:49.709" v="1"/>
          <ac:spMkLst>
            <pc:docMk/>
            <pc:sldMk cId="791165860" sldId="2147374240"/>
            <ac:spMk id="3" creationId="{B8049EC9-B06E-4DF0-A327-5C7CFCE6F468}"/>
          </ac:spMkLst>
        </pc:spChg>
        <pc:spChg chg="del">
          <ac:chgData name="Mukherjee, Shouvik" userId="S::shomukherjee@deloitte.com::8a0946e8-3a6b-4d5c-947d-73f4cd578335" providerId="AD" clId="Web-{0666A152-39B0-450B-A9A1-C3478DC0CEDA}" dt="2023-08-08T17:01:52.209" v="2"/>
          <ac:spMkLst>
            <pc:docMk/>
            <pc:sldMk cId="791165860" sldId="2147374240"/>
            <ac:spMk id="4" creationId="{A1747DB1-951F-4447-8AF1-8FF2F2275E54}"/>
          </ac:spMkLst>
        </pc:spChg>
        <pc:spChg chg="del topLvl">
          <ac:chgData name="Mukherjee, Shouvik" userId="S::shomukherjee@deloitte.com::8a0946e8-3a6b-4d5c-947d-73f4cd578335" providerId="AD" clId="Web-{0666A152-39B0-450B-A9A1-C3478DC0CEDA}" dt="2023-08-08T17:02:21.694" v="11"/>
          <ac:spMkLst>
            <pc:docMk/>
            <pc:sldMk cId="791165860" sldId="2147374240"/>
            <ac:spMk id="7" creationId="{C5FC92DE-1EF5-4C86-BD05-69562A154BE1}"/>
          </ac:spMkLst>
        </pc:spChg>
        <pc:spChg chg="mod topLvl">
          <ac:chgData name="Mukherjee, Shouvik" userId="S::shomukherjee@deloitte.com::8a0946e8-3a6b-4d5c-947d-73f4cd578335" providerId="AD" clId="Web-{0666A152-39B0-450B-A9A1-C3478DC0CEDA}" dt="2023-08-08T17:02:54.180" v="22" actId="20577"/>
          <ac:spMkLst>
            <pc:docMk/>
            <pc:sldMk cId="791165860" sldId="2147374240"/>
            <ac:spMk id="8" creationId="{C9F3FE1B-6A8A-4453-8150-E16E03E9FD0B}"/>
          </ac:spMkLst>
        </pc:spChg>
        <pc:grpChg chg="del">
          <ac:chgData name="Mukherjee, Shouvik" userId="S::shomukherjee@deloitte.com::8a0946e8-3a6b-4d5c-947d-73f4cd578335" providerId="AD" clId="Web-{0666A152-39B0-450B-A9A1-C3478DC0CEDA}" dt="2023-08-08T17:02:21.694" v="11"/>
          <ac:grpSpMkLst>
            <pc:docMk/>
            <pc:sldMk cId="791165860" sldId="2147374240"/>
            <ac:grpSpMk id="6" creationId="{35C4B1DA-3B42-4F70-9DFF-971292ADAD87}"/>
          </ac:grpSpMkLst>
        </pc:grpChg>
        <pc:picChg chg="del">
          <ac:chgData name="Mukherjee, Shouvik" userId="S::shomukherjee@deloitte.com::8a0946e8-3a6b-4d5c-947d-73f4cd578335" providerId="AD" clId="Web-{0666A152-39B0-450B-A9A1-C3478DC0CEDA}" dt="2023-08-08T17:01:46.865" v="0"/>
          <ac:picMkLst>
            <pc:docMk/>
            <pc:sldMk cId="791165860" sldId="2147374240"/>
            <ac:picMk id="2" creationId="{DA7BBC9A-FB93-46D5-AD6C-CF1891173982}"/>
          </ac:picMkLst>
        </pc:picChg>
        <pc:picChg chg="add mod">
          <ac:chgData name="Mukherjee, Shouvik" userId="S::shomukherjee@deloitte.com::8a0946e8-3a6b-4d5c-947d-73f4cd578335" providerId="AD" clId="Web-{0666A152-39B0-450B-A9A1-C3478DC0CEDA}" dt="2023-08-08T17:02:25.601" v="12" actId="1076"/>
          <ac:picMkLst>
            <pc:docMk/>
            <pc:sldMk cId="791165860" sldId="2147374240"/>
            <ac:picMk id="5" creationId="{1609428D-DDCB-276C-FBF8-0818401A3B13}"/>
          </ac:picMkLst>
        </pc:picChg>
      </pc:sldChg>
      <pc:sldChg chg="addSp delSp modSp">
        <pc:chgData name="Mukherjee, Shouvik" userId="S::shomukherjee@deloitte.com::8a0946e8-3a6b-4d5c-947d-73f4cd578335" providerId="AD" clId="Web-{0666A152-39B0-450B-A9A1-C3478DC0CEDA}" dt="2023-08-08T17:06:14.827" v="36" actId="14100"/>
        <pc:sldMkLst>
          <pc:docMk/>
          <pc:sldMk cId="3122577525" sldId="2147374241"/>
        </pc:sldMkLst>
        <pc:spChg chg="del topLvl">
          <ac:chgData name="Mukherjee, Shouvik" userId="S::shomukherjee@deloitte.com::8a0946e8-3a6b-4d5c-947d-73f4cd578335" providerId="AD" clId="Web-{0666A152-39B0-450B-A9A1-C3478DC0CEDA}" dt="2023-08-08T17:05:53.826" v="29"/>
          <ac:spMkLst>
            <pc:docMk/>
            <pc:sldMk cId="3122577525" sldId="2147374241"/>
            <ac:spMk id="7" creationId="{C5FC92DE-1EF5-4C86-BD05-69562A154BE1}"/>
          </ac:spMkLst>
        </pc:spChg>
        <pc:spChg chg="mod topLvl">
          <ac:chgData name="Mukherjee, Shouvik" userId="S::shomukherjee@deloitte.com::8a0946e8-3a6b-4d5c-947d-73f4cd578335" providerId="AD" clId="Web-{0666A152-39B0-450B-A9A1-C3478DC0CEDA}" dt="2023-08-08T17:06:01.358" v="34" actId="20577"/>
          <ac:spMkLst>
            <pc:docMk/>
            <pc:sldMk cId="3122577525" sldId="2147374241"/>
            <ac:spMk id="8" creationId="{C9F3FE1B-6A8A-4453-8150-E16E03E9FD0B}"/>
          </ac:spMkLst>
        </pc:spChg>
        <pc:grpChg chg="del">
          <ac:chgData name="Mukherjee, Shouvik" userId="S::shomukherjee@deloitte.com::8a0946e8-3a6b-4d5c-947d-73f4cd578335" providerId="AD" clId="Web-{0666A152-39B0-450B-A9A1-C3478DC0CEDA}" dt="2023-08-08T17:05:53.826" v="29"/>
          <ac:grpSpMkLst>
            <pc:docMk/>
            <pc:sldMk cId="3122577525" sldId="2147374241"/>
            <ac:grpSpMk id="6" creationId="{35C4B1DA-3B42-4F70-9DFF-971292ADAD87}"/>
          </ac:grpSpMkLst>
        </pc:grpChg>
        <pc:picChg chg="add mod">
          <ac:chgData name="Mukherjee, Shouvik" userId="S::shomukherjee@deloitte.com::8a0946e8-3a6b-4d5c-947d-73f4cd578335" providerId="AD" clId="Web-{0666A152-39B0-450B-A9A1-C3478DC0CEDA}" dt="2023-08-08T17:06:14.827" v="36" actId="14100"/>
          <ac:picMkLst>
            <pc:docMk/>
            <pc:sldMk cId="3122577525" sldId="2147374241"/>
            <ac:picMk id="2" creationId="{75C725B7-7313-26A4-37AB-993F711D50B2}"/>
          </ac:picMkLst>
        </pc:picChg>
        <pc:picChg chg="del">
          <ac:chgData name="Mukherjee, Shouvik" userId="S::shomukherjee@deloitte.com::8a0946e8-3a6b-4d5c-947d-73f4cd578335" providerId="AD" clId="Web-{0666A152-39B0-450B-A9A1-C3478DC0CEDA}" dt="2023-08-08T17:05:31.841" v="23"/>
          <ac:picMkLst>
            <pc:docMk/>
            <pc:sldMk cId="3122577525" sldId="2147374241"/>
            <ac:picMk id="5" creationId="{FB9A1B15-323C-4E27-AEC9-A3FFCB943B23}"/>
          </ac:picMkLst>
        </pc:picChg>
      </pc:sldChg>
    </pc:docChg>
  </pc:docChgLst>
  <pc:docChgLst>
    <pc:chgData name="Halan, Mridul" userId="d8402aca-56b7-4a75-97f5-504434d76ce0" providerId="ADAL" clId="{AA3C1486-642E-4193-95AF-D7E78E3DA4E9}"/>
    <pc:docChg chg="undo redo custSel addSld delSld modSld sldOrd addMainMaster delMainMaster">
      <pc:chgData name="Halan, Mridul" userId="d8402aca-56b7-4a75-97f5-504434d76ce0" providerId="ADAL" clId="{AA3C1486-642E-4193-95AF-D7E78E3DA4E9}" dt="2022-07-04T16:18:04.550" v="11122" actId="113"/>
      <pc:docMkLst>
        <pc:docMk/>
      </pc:docMkLst>
      <pc:sldChg chg="addSp delSp del mod">
        <pc:chgData name="Halan, Mridul" userId="d8402aca-56b7-4a75-97f5-504434d76ce0" providerId="ADAL" clId="{AA3C1486-642E-4193-95AF-D7E78E3DA4E9}" dt="2022-07-02T05:54:37.979" v="4568" actId="2696"/>
        <pc:sldMkLst>
          <pc:docMk/>
          <pc:sldMk cId="2456380472" sldId="1057"/>
        </pc:sldMkLst>
        <pc:grpChg chg="add del">
          <ac:chgData name="Halan, Mridul" userId="d8402aca-56b7-4a75-97f5-504434d76ce0" providerId="ADAL" clId="{AA3C1486-642E-4193-95AF-D7E78E3DA4E9}" dt="2022-07-02T05:04:02.546" v="3460" actId="21"/>
          <ac:grpSpMkLst>
            <pc:docMk/>
            <pc:sldMk cId="2456380472" sldId="1057"/>
            <ac:grpSpMk id="6" creationId="{00000000-0000-0000-0000-000000000000}"/>
          </ac:grpSpMkLst>
        </pc:grpChg>
      </pc:sldChg>
      <pc:sldChg chg="modSp mod">
        <pc:chgData name="Halan, Mridul" userId="d8402aca-56b7-4a75-97f5-504434d76ce0" providerId="ADAL" clId="{AA3C1486-642E-4193-95AF-D7E78E3DA4E9}" dt="2022-07-04T16:17:39.066" v="11118" actId="113"/>
        <pc:sldMkLst>
          <pc:docMk/>
          <pc:sldMk cId="4276926512" sldId="1257"/>
        </pc:sldMkLst>
        <pc:spChg chg="mod">
          <ac:chgData name="Halan, Mridul" userId="d8402aca-56b7-4a75-97f5-504434d76ce0" providerId="ADAL" clId="{AA3C1486-642E-4193-95AF-D7E78E3DA4E9}" dt="2022-07-04T16:17:39.066" v="11118" actId="113"/>
          <ac:spMkLst>
            <pc:docMk/>
            <pc:sldMk cId="4276926512" sldId="1257"/>
            <ac:spMk id="4" creationId="{F21133B6-996C-4A97-ADE6-53284802FC16}"/>
          </ac:spMkLst>
        </pc:spChg>
      </pc:sldChg>
      <pc:sldChg chg="add del">
        <pc:chgData name="Halan, Mridul" userId="d8402aca-56b7-4a75-97f5-504434d76ce0" providerId="ADAL" clId="{AA3C1486-642E-4193-95AF-D7E78E3DA4E9}" dt="2022-07-02T07:33:26.220" v="6266" actId="2696"/>
        <pc:sldMkLst>
          <pc:docMk/>
          <pc:sldMk cId="4236591440" sldId="1841"/>
        </pc:sldMkLst>
      </pc:sldChg>
      <pc:sldChg chg="modSp mod">
        <pc:chgData name="Halan, Mridul" userId="d8402aca-56b7-4a75-97f5-504434d76ce0" providerId="ADAL" clId="{AA3C1486-642E-4193-95AF-D7E78E3DA4E9}" dt="2022-06-30T10:09:47.839" v="3355" actId="20577"/>
        <pc:sldMkLst>
          <pc:docMk/>
          <pc:sldMk cId="4036808968" sldId="3321"/>
        </pc:sldMkLst>
        <pc:spChg chg="mod ord">
          <ac:chgData name="Halan, Mridul" userId="d8402aca-56b7-4a75-97f5-504434d76ce0" providerId="ADAL" clId="{AA3C1486-642E-4193-95AF-D7E78E3DA4E9}" dt="2022-06-29T09:17:56.838" v="1093" actId="1076"/>
          <ac:spMkLst>
            <pc:docMk/>
            <pc:sldMk cId="4036808968" sldId="3321"/>
            <ac:spMk id="71" creationId="{74CFA79E-07A9-4E75-889E-2B26F8492518}"/>
          </ac:spMkLst>
        </pc:spChg>
        <pc:spChg chg="mod">
          <ac:chgData name="Halan, Mridul" userId="d8402aca-56b7-4a75-97f5-504434d76ce0" providerId="ADAL" clId="{AA3C1486-642E-4193-95AF-D7E78E3DA4E9}" dt="2022-06-29T09:49:43.520" v="1234" actId="1036"/>
          <ac:spMkLst>
            <pc:docMk/>
            <pc:sldMk cId="4036808968" sldId="3321"/>
            <ac:spMk id="430" creationId="{00000000-0000-0000-0000-000000000000}"/>
          </ac:spMkLst>
        </pc:spChg>
        <pc:graphicFrameChg chg="modGraphic">
          <ac:chgData name="Halan, Mridul" userId="d8402aca-56b7-4a75-97f5-504434d76ce0" providerId="ADAL" clId="{AA3C1486-642E-4193-95AF-D7E78E3DA4E9}" dt="2022-06-30T10:09:47.839" v="3355" actId="20577"/>
          <ac:graphicFrameMkLst>
            <pc:docMk/>
            <pc:sldMk cId="4036808968" sldId="3321"/>
            <ac:graphicFrameMk id="326" creationId="{00000000-0000-0000-0000-000000000000}"/>
          </ac:graphicFrameMkLst>
        </pc:graphicFrameChg>
      </pc:sldChg>
      <pc:sldChg chg="modSp mod">
        <pc:chgData name="Halan, Mridul" userId="d8402aca-56b7-4a75-97f5-504434d76ce0" providerId="ADAL" clId="{AA3C1486-642E-4193-95AF-D7E78E3DA4E9}" dt="2022-06-29T07:29:20.525" v="256"/>
        <pc:sldMkLst>
          <pc:docMk/>
          <pc:sldMk cId="3931086963" sldId="3332"/>
        </pc:sldMkLst>
        <pc:spChg chg="mod">
          <ac:chgData name="Halan, Mridul" userId="d8402aca-56b7-4a75-97f5-504434d76ce0" providerId="ADAL" clId="{AA3C1486-642E-4193-95AF-D7E78E3DA4E9}" dt="2022-06-29T07:02:26.931" v="10" actId="20577"/>
          <ac:spMkLst>
            <pc:docMk/>
            <pc:sldMk cId="3931086963" sldId="3332"/>
            <ac:spMk id="71" creationId="{00000000-0000-0000-0000-000000000000}"/>
          </ac:spMkLst>
        </pc:spChg>
        <pc:graphicFrameChg chg="mod">
          <ac:chgData name="Halan, Mridul" userId="d8402aca-56b7-4a75-97f5-504434d76ce0" providerId="ADAL" clId="{AA3C1486-642E-4193-95AF-D7E78E3DA4E9}" dt="2022-06-29T07:29:20.525" v="256"/>
          <ac:graphicFrameMkLst>
            <pc:docMk/>
            <pc:sldMk cId="3931086963" sldId="3332"/>
            <ac:graphicFrameMk id="117" creationId="{00000000-0000-0000-0000-000000000000}"/>
          </ac:graphicFrameMkLst>
        </pc:graphicFrameChg>
        <pc:picChg chg="mod">
          <ac:chgData name="Halan, Mridul" userId="d8402aca-56b7-4a75-97f5-504434d76ce0" providerId="ADAL" clId="{AA3C1486-642E-4193-95AF-D7E78E3DA4E9}" dt="2022-06-29T05:49:56.171" v="0" actId="1076"/>
          <ac:picMkLst>
            <pc:docMk/>
            <pc:sldMk cId="3931086963" sldId="3332"/>
            <ac:picMk id="125" creationId="{00000000-0000-0000-0000-000000000000}"/>
          </ac:picMkLst>
        </pc:picChg>
      </pc:sldChg>
      <pc:sldChg chg="addSp delSp modSp mod">
        <pc:chgData name="Halan, Mridul" userId="d8402aca-56b7-4a75-97f5-504434d76ce0" providerId="ADAL" clId="{AA3C1486-642E-4193-95AF-D7E78E3DA4E9}" dt="2022-07-03T04:57:41.339" v="10076" actId="1076"/>
        <pc:sldMkLst>
          <pc:docMk/>
          <pc:sldMk cId="2761177778" sldId="3702"/>
        </pc:sldMkLst>
        <pc:spChg chg="mod">
          <ac:chgData name="Halan, Mridul" userId="d8402aca-56b7-4a75-97f5-504434d76ce0" providerId="ADAL" clId="{AA3C1486-642E-4193-95AF-D7E78E3DA4E9}" dt="2022-07-02T11:34:19.974" v="7404" actId="20577"/>
          <ac:spMkLst>
            <pc:docMk/>
            <pc:sldMk cId="2761177778" sldId="3702"/>
            <ac:spMk id="11" creationId="{00000000-0000-0000-0000-000000000000}"/>
          </ac:spMkLst>
        </pc:spChg>
        <pc:spChg chg="mod">
          <ac:chgData name="Halan, Mridul" userId="d8402aca-56b7-4a75-97f5-504434d76ce0" providerId="ADAL" clId="{AA3C1486-642E-4193-95AF-D7E78E3DA4E9}" dt="2022-07-02T11:43:59.167" v="7754" actId="20577"/>
          <ac:spMkLst>
            <pc:docMk/>
            <pc:sldMk cId="2761177778" sldId="3702"/>
            <ac:spMk id="19" creationId="{00000000-0000-0000-0000-000000000000}"/>
          </ac:spMkLst>
        </pc:spChg>
        <pc:spChg chg="mod">
          <ac:chgData name="Halan, Mridul" userId="d8402aca-56b7-4a75-97f5-504434d76ce0" providerId="ADAL" clId="{AA3C1486-642E-4193-95AF-D7E78E3DA4E9}" dt="2022-07-02T11:44:14.702" v="7759" actId="20577"/>
          <ac:spMkLst>
            <pc:docMk/>
            <pc:sldMk cId="2761177778" sldId="3702"/>
            <ac:spMk id="28" creationId="{00000000-0000-0000-0000-000000000000}"/>
          </ac:spMkLst>
        </pc:spChg>
        <pc:spChg chg="mod">
          <ac:chgData name="Halan, Mridul" userId="d8402aca-56b7-4a75-97f5-504434d76ce0" providerId="ADAL" clId="{AA3C1486-642E-4193-95AF-D7E78E3DA4E9}" dt="2022-07-02T11:36:42.884" v="7483" actId="20577"/>
          <ac:spMkLst>
            <pc:docMk/>
            <pc:sldMk cId="2761177778" sldId="3702"/>
            <ac:spMk id="37" creationId="{00000000-0000-0000-0000-000000000000}"/>
          </ac:spMkLst>
        </pc:spChg>
        <pc:spChg chg="mod">
          <ac:chgData name="Halan, Mridul" userId="d8402aca-56b7-4a75-97f5-504434d76ce0" providerId="ADAL" clId="{AA3C1486-642E-4193-95AF-D7E78E3DA4E9}" dt="2022-07-02T11:43:11.931" v="7749" actId="20577"/>
          <ac:spMkLst>
            <pc:docMk/>
            <pc:sldMk cId="2761177778" sldId="3702"/>
            <ac:spMk id="55" creationId="{00000000-0000-0000-0000-000000000000}"/>
          </ac:spMkLst>
        </pc:spChg>
        <pc:spChg chg="mod">
          <ac:chgData name="Halan, Mridul" userId="d8402aca-56b7-4a75-97f5-504434d76ce0" providerId="ADAL" clId="{AA3C1486-642E-4193-95AF-D7E78E3DA4E9}" dt="2022-07-03T04:54:58.753" v="10027" actId="20577"/>
          <ac:spMkLst>
            <pc:docMk/>
            <pc:sldMk cId="2761177778" sldId="3702"/>
            <ac:spMk id="76" creationId="{00000000-0000-0000-0000-000000000000}"/>
          </ac:spMkLst>
        </pc:spChg>
        <pc:picChg chg="add mod">
          <ac:chgData name="Halan, Mridul" userId="d8402aca-56b7-4a75-97f5-504434d76ce0" providerId="ADAL" clId="{AA3C1486-642E-4193-95AF-D7E78E3DA4E9}" dt="2022-07-03T04:57:41.339" v="10076" actId="1076"/>
          <ac:picMkLst>
            <pc:docMk/>
            <pc:sldMk cId="2761177778" sldId="3702"/>
            <ac:picMk id="5" creationId="{40A9EF88-E692-446F-B46A-D8AE5853FF6E}"/>
          </ac:picMkLst>
        </pc:picChg>
        <pc:picChg chg="add mod">
          <ac:chgData name="Halan, Mridul" userId="d8402aca-56b7-4a75-97f5-504434d76ce0" providerId="ADAL" clId="{AA3C1486-642E-4193-95AF-D7E78E3DA4E9}" dt="2022-07-03T04:57:05.685" v="10068" actId="1076"/>
          <ac:picMkLst>
            <pc:docMk/>
            <pc:sldMk cId="2761177778" sldId="3702"/>
            <ac:picMk id="7" creationId="{95A4E12C-C5CC-40CC-9033-00BA8EC156A2}"/>
          </ac:picMkLst>
        </pc:picChg>
        <pc:picChg chg="mod">
          <ac:chgData name="Halan, Mridul" userId="d8402aca-56b7-4a75-97f5-504434d76ce0" providerId="ADAL" clId="{AA3C1486-642E-4193-95AF-D7E78E3DA4E9}" dt="2022-07-03T04:56:57.033" v="10067" actId="1037"/>
          <ac:picMkLst>
            <pc:docMk/>
            <pc:sldMk cId="2761177778" sldId="3702"/>
            <ac:picMk id="59" creationId="{20FCBABD-08DE-490C-AEB3-8C54E8BA606F}"/>
          </ac:picMkLst>
        </pc:picChg>
        <pc:picChg chg="mod">
          <ac:chgData name="Halan, Mridul" userId="d8402aca-56b7-4a75-97f5-504434d76ce0" providerId="ADAL" clId="{AA3C1486-642E-4193-95AF-D7E78E3DA4E9}" dt="2022-07-03T04:57:31.179" v="10073" actId="1076"/>
          <ac:picMkLst>
            <pc:docMk/>
            <pc:sldMk cId="2761177778" sldId="3702"/>
            <ac:picMk id="60" creationId="{3CD874FB-0546-4B33-A18F-8C6D57D90BBC}"/>
          </ac:picMkLst>
        </pc:picChg>
        <pc:picChg chg="mod">
          <ac:chgData name="Halan, Mridul" userId="d8402aca-56b7-4a75-97f5-504434d76ce0" providerId="ADAL" clId="{AA3C1486-642E-4193-95AF-D7E78E3DA4E9}" dt="2022-07-03T04:57:38.454" v="10075" actId="1076"/>
          <ac:picMkLst>
            <pc:docMk/>
            <pc:sldMk cId="2761177778" sldId="3702"/>
            <ac:picMk id="61" creationId="{3F759D33-C788-4273-9A3C-F7BEC8A605CD}"/>
          </ac:picMkLst>
        </pc:picChg>
        <pc:picChg chg="del">
          <ac:chgData name="Halan, Mridul" userId="d8402aca-56b7-4a75-97f5-504434d76ce0" providerId="ADAL" clId="{AA3C1486-642E-4193-95AF-D7E78E3DA4E9}" dt="2022-07-03T04:44:37.908" v="9737" actId="21"/>
          <ac:picMkLst>
            <pc:docMk/>
            <pc:sldMk cId="2761177778" sldId="3702"/>
            <ac:picMk id="1026" creationId="{E536386F-92B4-4D95-A5FD-79256217D788}"/>
          </ac:picMkLst>
        </pc:picChg>
        <pc:picChg chg="mod">
          <ac:chgData name="Halan, Mridul" userId="d8402aca-56b7-4a75-97f5-504434d76ce0" providerId="ADAL" clId="{AA3C1486-642E-4193-95AF-D7E78E3DA4E9}" dt="2022-07-03T04:44:34.941" v="9736" actId="1076"/>
          <ac:picMkLst>
            <pc:docMk/>
            <pc:sldMk cId="2761177778" sldId="3702"/>
            <ac:picMk id="1028" creationId="{0EBF5C5A-E0EA-4D8A-9580-77DF2108CC3D}"/>
          </ac:picMkLst>
        </pc:picChg>
      </pc:sldChg>
      <pc:sldChg chg="addSp delSp modSp mod">
        <pc:chgData name="Halan, Mridul" userId="d8402aca-56b7-4a75-97f5-504434d76ce0" providerId="ADAL" clId="{AA3C1486-642E-4193-95AF-D7E78E3DA4E9}" dt="2022-07-04T15:38:08.102" v="10698" actId="113"/>
        <pc:sldMkLst>
          <pc:docMk/>
          <pc:sldMk cId="3779880356" sldId="3718"/>
        </pc:sldMkLst>
        <pc:spChg chg="add del mod">
          <ac:chgData name="Halan, Mridul" userId="d8402aca-56b7-4a75-97f5-504434d76ce0" providerId="ADAL" clId="{AA3C1486-642E-4193-95AF-D7E78E3DA4E9}" dt="2022-07-02T06:12:08.183" v="4978" actId="21"/>
          <ac:spMkLst>
            <pc:docMk/>
            <pc:sldMk cId="3779880356" sldId="3718"/>
            <ac:spMk id="2" creationId="{2591EDAC-ED7A-4EA6-BCBA-423F36DE477D}"/>
          </ac:spMkLst>
        </pc:spChg>
        <pc:spChg chg="mod">
          <ac:chgData name="Halan, Mridul" userId="d8402aca-56b7-4a75-97f5-504434d76ce0" providerId="ADAL" clId="{AA3C1486-642E-4193-95AF-D7E78E3DA4E9}" dt="2022-07-04T15:38:08.102" v="10698" actId="113"/>
          <ac:spMkLst>
            <pc:docMk/>
            <pc:sldMk cId="3779880356" sldId="3718"/>
            <ac:spMk id="3" creationId="{00000000-0000-0000-0000-000000000000}"/>
          </ac:spMkLst>
        </pc:spChg>
        <pc:picChg chg="mod">
          <ac:chgData name="Halan, Mridul" userId="d8402aca-56b7-4a75-97f5-504434d76ce0" providerId="ADAL" clId="{AA3C1486-642E-4193-95AF-D7E78E3DA4E9}" dt="2022-07-02T08:00:34.542" v="6270" actId="11530"/>
          <ac:picMkLst>
            <pc:docMk/>
            <pc:sldMk cId="3779880356" sldId="3718"/>
            <ac:picMk id="16" creationId="{4C7FFE5B-9091-4CD5-9D22-B0DD4D5E184A}"/>
          </ac:picMkLst>
        </pc:picChg>
        <pc:picChg chg="add del mod modCrop">
          <ac:chgData name="Halan, Mridul" userId="d8402aca-56b7-4a75-97f5-504434d76ce0" providerId="ADAL" clId="{AA3C1486-642E-4193-95AF-D7E78E3DA4E9}" dt="2022-07-02T06:12:28.580" v="4979" actId="21"/>
          <ac:picMkLst>
            <pc:docMk/>
            <pc:sldMk cId="3779880356" sldId="3718"/>
            <ac:picMk id="33" creationId="{528D0E20-053C-45D3-8928-A2F5F272D213}"/>
          </ac:picMkLst>
        </pc:picChg>
        <pc:picChg chg="mod">
          <ac:chgData name="Halan, Mridul" userId="d8402aca-56b7-4a75-97f5-504434d76ce0" providerId="ADAL" clId="{AA3C1486-642E-4193-95AF-D7E78E3DA4E9}" dt="2022-07-02T06:11:30.809" v="4973" actId="1076"/>
          <ac:picMkLst>
            <pc:docMk/>
            <pc:sldMk cId="3779880356" sldId="3718"/>
            <ac:picMk id="34" creationId="{CAF450C8-6D7B-40C9-B704-56BF7AA0BA83}"/>
          </ac:picMkLst>
        </pc:picChg>
        <pc:picChg chg="add mod">
          <ac:chgData name="Halan, Mridul" userId="d8402aca-56b7-4a75-97f5-504434d76ce0" providerId="ADAL" clId="{AA3C1486-642E-4193-95AF-D7E78E3DA4E9}" dt="2022-07-02T10:23:39.774" v="6320" actId="1076"/>
          <ac:picMkLst>
            <pc:docMk/>
            <pc:sldMk cId="3779880356" sldId="3718"/>
            <ac:picMk id="35" creationId="{052C810A-B2DF-41DE-9409-E7B81B1D2CD6}"/>
          </ac:picMkLst>
        </pc:picChg>
        <pc:picChg chg="del">
          <ac:chgData name="Halan, Mridul" userId="d8402aca-56b7-4a75-97f5-504434d76ce0" providerId="ADAL" clId="{AA3C1486-642E-4193-95AF-D7E78E3DA4E9}" dt="2022-07-02T10:23:07.666" v="6315" actId="21"/>
          <ac:picMkLst>
            <pc:docMk/>
            <pc:sldMk cId="3779880356" sldId="3718"/>
            <ac:picMk id="40" creationId="{CB155076-76FF-4322-A7A8-0C05024745E1}"/>
          </ac:picMkLst>
        </pc:picChg>
        <pc:picChg chg="del">
          <ac:chgData name="Halan, Mridul" userId="d8402aca-56b7-4a75-97f5-504434d76ce0" providerId="ADAL" clId="{AA3C1486-642E-4193-95AF-D7E78E3DA4E9}" dt="2022-07-02T06:11:11.182" v="4970" actId="21"/>
          <ac:picMkLst>
            <pc:docMk/>
            <pc:sldMk cId="3779880356" sldId="3718"/>
            <ac:picMk id="41" creationId="{7D65D012-FB55-4896-A67A-728F2A39F262}"/>
          </ac:picMkLst>
        </pc:picChg>
      </pc:sldChg>
      <pc:sldChg chg="addSp modSp add mod">
        <pc:chgData name="Halan, Mridul" userId="d8402aca-56b7-4a75-97f5-504434d76ce0" providerId="ADAL" clId="{AA3C1486-642E-4193-95AF-D7E78E3DA4E9}" dt="2022-07-04T15:40:04.040" v="10750" actId="207"/>
        <pc:sldMkLst>
          <pc:docMk/>
          <pc:sldMk cId="1663662808" sldId="3884"/>
        </pc:sldMkLst>
        <pc:spChg chg="add mod">
          <ac:chgData name="Halan, Mridul" userId="d8402aca-56b7-4a75-97f5-504434d76ce0" providerId="ADAL" clId="{AA3C1486-642E-4193-95AF-D7E78E3DA4E9}" dt="2022-07-04T15:39:44.680" v="10745" actId="571"/>
          <ac:spMkLst>
            <pc:docMk/>
            <pc:sldMk cId="1663662808" sldId="3884"/>
            <ac:spMk id="50" creationId="{1D9F10AF-7E0B-41DF-980A-00D6E8475288}"/>
          </ac:spMkLst>
        </pc:spChg>
        <pc:spChg chg="add mod">
          <ac:chgData name="Halan, Mridul" userId="d8402aca-56b7-4a75-97f5-504434d76ce0" providerId="ADAL" clId="{AA3C1486-642E-4193-95AF-D7E78E3DA4E9}" dt="2022-07-04T15:39:45.085" v="10746" actId="571"/>
          <ac:spMkLst>
            <pc:docMk/>
            <pc:sldMk cId="1663662808" sldId="3884"/>
            <ac:spMk id="51" creationId="{7708DBD5-800C-498A-8B81-73E2094B3D6B}"/>
          </ac:spMkLst>
        </pc:spChg>
        <pc:spChg chg="add mod">
          <ac:chgData name="Halan, Mridul" userId="d8402aca-56b7-4a75-97f5-504434d76ce0" providerId="ADAL" clId="{AA3C1486-642E-4193-95AF-D7E78E3DA4E9}" dt="2022-07-04T15:39:57.285" v="10748" actId="207"/>
          <ac:spMkLst>
            <pc:docMk/>
            <pc:sldMk cId="1663662808" sldId="3884"/>
            <ac:spMk id="52" creationId="{560D8157-F1B0-4BCB-935E-CC4ACD97A621}"/>
          </ac:spMkLst>
        </pc:spChg>
        <pc:spChg chg="mod">
          <ac:chgData name="Halan, Mridul" userId="d8402aca-56b7-4a75-97f5-504434d76ce0" providerId="ADAL" clId="{AA3C1486-642E-4193-95AF-D7E78E3DA4E9}" dt="2022-07-04T15:38:27.937" v="10707" actId="2711"/>
          <ac:spMkLst>
            <pc:docMk/>
            <pc:sldMk cId="1663662808" sldId="3884"/>
            <ac:spMk id="77" creationId="{00000000-0000-0000-0000-000000000000}"/>
          </ac:spMkLst>
        </pc:spChg>
        <pc:spChg chg="mod">
          <ac:chgData name="Halan, Mridul" userId="d8402aca-56b7-4a75-97f5-504434d76ce0" providerId="ADAL" clId="{AA3C1486-642E-4193-95AF-D7E78E3DA4E9}" dt="2022-07-04T15:39:04.357" v="10738" actId="1035"/>
          <ac:spMkLst>
            <pc:docMk/>
            <pc:sldMk cId="1663662808" sldId="3884"/>
            <ac:spMk id="121" creationId="{B6206AB4-DA82-4728-8226-4F6E55A6AB30}"/>
          </ac:spMkLst>
        </pc:spChg>
        <pc:spChg chg="mod">
          <ac:chgData name="Halan, Mridul" userId="d8402aca-56b7-4a75-97f5-504434d76ce0" providerId="ADAL" clId="{AA3C1486-642E-4193-95AF-D7E78E3DA4E9}" dt="2022-07-04T15:40:04.040" v="10750" actId="207"/>
          <ac:spMkLst>
            <pc:docMk/>
            <pc:sldMk cId="1663662808" sldId="3884"/>
            <ac:spMk id="122" creationId="{47E6C12C-BF45-48C7-8A26-CCD8EDB0A81D}"/>
          </ac:spMkLst>
        </pc:spChg>
        <pc:spChg chg="mod">
          <ac:chgData name="Halan, Mridul" userId="d8402aca-56b7-4a75-97f5-504434d76ce0" providerId="ADAL" clId="{AA3C1486-642E-4193-95AF-D7E78E3DA4E9}" dt="2022-07-04T15:39:04.357" v="10738" actId="1035"/>
          <ac:spMkLst>
            <pc:docMk/>
            <pc:sldMk cId="1663662808" sldId="3884"/>
            <ac:spMk id="123" creationId="{374F9905-67B1-4AA9-8CCC-F1402B0C2AB3}"/>
          </ac:spMkLst>
        </pc:spChg>
        <pc:spChg chg="mod">
          <ac:chgData name="Halan, Mridul" userId="d8402aca-56b7-4a75-97f5-504434d76ce0" providerId="ADAL" clId="{AA3C1486-642E-4193-95AF-D7E78E3DA4E9}" dt="2022-07-04T15:39:04.357" v="10738" actId="1035"/>
          <ac:spMkLst>
            <pc:docMk/>
            <pc:sldMk cId="1663662808" sldId="3884"/>
            <ac:spMk id="125" creationId="{BF799A72-87CE-4134-9526-325AA987EFC0}"/>
          </ac:spMkLst>
        </pc:spChg>
        <pc:spChg chg="mod">
          <ac:chgData name="Halan, Mridul" userId="d8402aca-56b7-4a75-97f5-504434d76ce0" providerId="ADAL" clId="{AA3C1486-642E-4193-95AF-D7E78E3DA4E9}" dt="2022-07-04T15:39:04.357" v="10738" actId="1035"/>
          <ac:spMkLst>
            <pc:docMk/>
            <pc:sldMk cId="1663662808" sldId="3884"/>
            <ac:spMk id="128" creationId="{31E08851-FF75-4B78-B3B0-BA73FD1B2DF1}"/>
          </ac:spMkLst>
        </pc:spChg>
        <pc:spChg chg="mod">
          <ac:chgData name="Halan, Mridul" userId="d8402aca-56b7-4a75-97f5-504434d76ce0" providerId="ADAL" clId="{AA3C1486-642E-4193-95AF-D7E78E3DA4E9}" dt="2022-07-04T15:39:42.957" v="10744" actId="207"/>
          <ac:spMkLst>
            <pc:docMk/>
            <pc:sldMk cId="1663662808" sldId="3884"/>
            <ac:spMk id="129" creationId="{348687EB-98BF-47CF-9891-831CF82ED793}"/>
          </ac:spMkLst>
        </pc:spChg>
        <pc:spChg chg="mod">
          <ac:chgData name="Halan, Mridul" userId="d8402aca-56b7-4a75-97f5-504434d76ce0" providerId="ADAL" clId="{AA3C1486-642E-4193-95AF-D7E78E3DA4E9}" dt="2022-07-04T15:39:15.521" v="10740" actId="1076"/>
          <ac:spMkLst>
            <pc:docMk/>
            <pc:sldMk cId="1663662808" sldId="3884"/>
            <ac:spMk id="130" creationId="{4CD4F541-F796-4A15-BF95-DDAB9ECD3E3F}"/>
          </ac:spMkLst>
        </pc:spChg>
        <pc:spChg chg="mod">
          <ac:chgData name="Halan, Mridul" userId="d8402aca-56b7-4a75-97f5-504434d76ce0" providerId="ADAL" clId="{AA3C1486-642E-4193-95AF-D7E78E3DA4E9}" dt="2022-07-04T15:39:40.745" v="10743" actId="207"/>
          <ac:spMkLst>
            <pc:docMk/>
            <pc:sldMk cId="1663662808" sldId="3884"/>
            <ac:spMk id="133" creationId="{FC978504-65E6-4DD9-998D-FF9538FDAEE7}"/>
          </ac:spMkLst>
        </pc:spChg>
        <pc:spChg chg="mod">
          <ac:chgData name="Halan, Mridul" userId="d8402aca-56b7-4a75-97f5-504434d76ce0" providerId="ADAL" clId="{AA3C1486-642E-4193-95AF-D7E78E3DA4E9}" dt="2022-07-04T15:39:04.357" v="10738" actId="1035"/>
          <ac:spMkLst>
            <pc:docMk/>
            <pc:sldMk cId="1663662808" sldId="3884"/>
            <ac:spMk id="136" creationId="{194EF546-EE0F-4B2F-996E-C7990AF8D029}"/>
          </ac:spMkLst>
        </pc:spChg>
        <pc:spChg chg="mod">
          <ac:chgData name="Halan, Mridul" userId="d8402aca-56b7-4a75-97f5-504434d76ce0" providerId="ADAL" clId="{AA3C1486-642E-4193-95AF-D7E78E3DA4E9}" dt="2022-07-04T15:39:04.357" v="10738" actId="1035"/>
          <ac:spMkLst>
            <pc:docMk/>
            <pc:sldMk cId="1663662808" sldId="3884"/>
            <ac:spMk id="153" creationId="{B0197742-02E0-497B-A828-C3EC0F49820C}"/>
          </ac:spMkLst>
        </pc:spChg>
        <pc:spChg chg="mod">
          <ac:chgData name="Halan, Mridul" userId="d8402aca-56b7-4a75-97f5-504434d76ce0" providerId="ADAL" clId="{AA3C1486-642E-4193-95AF-D7E78E3DA4E9}" dt="2022-07-04T15:39:04.357" v="10738" actId="1035"/>
          <ac:spMkLst>
            <pc:docMk/>
            <pc:sldMk cId="1663662808" sldId="3884"/>
            <ac:spMk id="154" creationId="{899CE587-748A-4879-B23C-415422A481FC}"/>
          </ac:spMkLst>
        </pc:spChg>
        <pc:spChg chg="mod">
          <ac:chgData name="Halan, Mridul" userId="d8402aca-56b7-4a75-97f5-504434d76ce0" providerId="ADAL" clId="{AA3C1486-642E-4193-95AF-D7E78E3DA4E9}" dt="2022-07-04T15:39:04.357" v="10738" actId="1035"/>
          <ac:spMkLst>
            <pc:docMk/>
            <pc:sldMk cId="1663662808" sldId="3884"/>
            <ac:spMk id="156" creationId="{10EEE181-FAF6-4B25-BD05-B2F371E52F69}"/>
          </ac:spMkLst>
        </pc:spChg>
        <pc:spChg chg="mod">
          <ac:chgData name="Halan, Mridul" userId="d8402aca-56b7-4a75-97f5-504434d76ce0" providerId="ADAL" clId="{AA3C1486-642E-4193-95AF-D7E78E3DA4E9}" dt="2022-07-04T15:39:04.357" v="10738" actId="1035"/>
          <ac:spMkLst>
            <pc:docMk/>
            <pc:sldMk cId="1663662808" sldId="3884"/>
            <ac:spMk id="157" creationId="{BA01877F-F4BC-4011-A306-2038A67A3E2C}"/>
          </ac:spMkLst>
        </pc:spChg>
        <pc:spChg chg="mod">
          <ac:chgData name="Halan, Mridul" userId="d8402aca-56b7-4a75-97f5-504434d76ce0" providerId="ADAL" clId="{AA3C1486-642E-4193-95AF-D7E78E3DA4E9}" dt="2022-07-04T15:39:38.709" v="10742" actId="207"/>
          <ac:spMkLst>
            <pc:docMk/>
            <pc:sldMk cId="1663662808" sldId="3884"/>
            <ac:spMk id="158" creationId="{C8384978-FC95-4790-9B43-53A5237FC712}"/>
          </ac:spMkLst>
        </pc:spChg>
        <pc:spChg chg="mod">
          <ac:chgData name="Halan, Mridul" userId="d8402aca-56b7-4a75-97f5-504434d76ce0" providerId="ADAL" clId="{AA3C1486-642E-4193-95AF-D7E78E3DA4E9}" dt="2022-07-04T15:39:04.357" v="10738" actId="1035"/>
          <ac:spMkLst>
            <pc:docMk/>
            <pc:sldMk cId="1663662808" sldId="3884"/>
            <ac:spMk id="159" creationId="{F57DA56B-8A06-45CC-9038-637D51CE963E}"/>
          </ac:spMkLst>
        </pc:spChg>
        <pc:spChg chg="mod">
          <ac:chgData name="Halan, Mridul" userId="d8402aca-56b7-4a75-97f5-504434d76ce0" providerId="ADAL" clId="{AA3C1486-642E-4193-95AF-D7E78E3DA4E9}" dt="2022-07-04T15:39:04.357" v="10738" actId="1035"/>
          <ac:spMkLst>
            <pc:docMk/>
            <pc:sldMk cId="1663662808" sldId="3884"/>
            <ac:spMk id="163" creationId="{FFB9297B-42D2-49D1-992D-0A9B27782BBC}"/>
          </ac:spMkLst>
        </pc:spChg>
        <pc:spChg chg="mod">
          <ac:chgData name="Halan, Mridul" userId="d8402aca-56b7-4a75-97f5-504434d76ce0" providerId="ADAL" clId="{AA3C1486-642E-4193-95AF-D7E78E3DA4E9}" dt="2022-07-04T15:39:04.357" v="10738" actId="1035"/>
          <ac:spMkLst>
            <pc:docMk/>
            <pc:sldMk cId="1663662808" sldId="3884"/>
            <ac:spMk id="165" creationId="{9165E861-8FF3-4FC8-A5A3-E8B919837F11}"/>
          </ac:spMkLst>
        </pc:spChg>
        <pc:spChg chg="mod">
          <ac:chgData name="Halan, Mridul" userId="d8402aca-56b7-4a75-97f5-504434d76ce0" providerId="ADAL" clId="{AA3C1486-642E-4193-95AF-D7E78E3DA4E9}" dt="2022-07-04T15:39:04.357" v="10738" actId="1035"/>
          <ac:spMkLst>
            <pc:docMk/>
            <pc:sldMk cId="1663662808" sldId="3884"/>
            <ac:spMk id="167" creationId="{62248CB7-4887-4A29-BD0B-C9B718695546}"/>
          </ac:spMkLst>
        </pc:spChg>
        <pc:spChg chg="mod">
          <ac:chgData name="Halan, Mridul" userId="d8402aca-56b7-4a75-97f5-504434d76ce0" providerId="ADAL" clId="{AA3C1486-642E-4193-95AF-D7E78E3DA4E9}" dt="2022-07-04T15:39:04.357" v="10738" actId="1035"/>
          <ac:spMkLst>
            <pc:docMk/>
            <pc:sldMk cId="1663662808" sldId="3884"/>
            <ac:spMk id="168" creationId="{5773F202-088F-45EB-8B2B-8C48C82B9476}"/>
          </ac:spMkLst>
        </pc:spChg>
        <pc:spChg chg="mod">
          <ac:chgData name="Halan, Mridul" userId="d8402aca-56b7-4a75-97f5-504434d76ce0" providerId="ADAL" clId="{AA3C1486-642E-4193-95AF-D7E78E3DA4E9}" dt="2022-07-04T15:39:04.357" v="10738" actId="1035"/>
          <ac:spMkLst>
            <pc:docMk/>
            <pc:sldMk cId="1663662808" sldId="3884"/>
            <ac:spMk id="169" creationId="{252367F7-A341-4A3D-B791-6F2087019489}"/>
          </ac:spMkLst>
        </pc:spChg>
        <pc:spChg chg="mod">
          <ac:chgData name="Halan, Mridul" userId="d8402aca-56b7-4a75-97f5-504434d76ce0" providerId="ADAL" clId="{AA3C1486-642E-4193-95AF-D7E78E3DA4E9}" dt="2022-07-04T15:39:04.357" v="10738" actId="1035"/>
          <ac:spMkLst>
            <pc:docMk/>
            <pc:sldMk cId="1663662808" sldId="3884"/>
            <ac:spMk id="170" creationId="{DAC9575C-2558-45CE-B61B-DC048B2255E0}"/>
          </ac:spMkLst>
        </pc:spChg>
        <pc:spChg chg="mod">
          <ac:chgData name="Halan, Mridul" userId="d8402aca-56b7-4a75-97f5-504434d76ce0" providerId="ADAL" clId="{AA3C1486-642E-4193-95AF-D7E78E3DA4E9}" dt="2022-07-04T15:39:04.357" v="10738" actId="1035"/>
          <ac:spMkLst>
            <pc:docMk/>
            <pc:sldMk cId="1663662808" sldId="3884"/>
            <ac:spMk id="172" creationId="{F2D67F7B-80B9-4FDE-9A12-8E437B2BE213}"/>
          </ac:spMkLst>
        </pc:spChg>
        <pc:spChg chg="mod">
          <ac:chgData name="Halan, Mridul" userId="d8402aca-56b7-4a75-97f5-504434d76ce0" providerId="ADAL" clId="{AA3C1486-642E-4193-95AF-D7E78E3DA4E9}" dt="2022-07-04T15:39:04.357" v="10738" actId="1035"/>
          <ac:spMkLst>
            <pc:docMk/>
            <pc:sldMk cId="1663662808" sldId="3884"/>
            <ac:spMk id="175" creationId="{01D111B6-B84E-4D9C-A846-D0CF382DB737}"/>
          </ac:spMkLst>
        </pc:spChg>
        <pc:spChg chg="mod">
          <ac:chgData name="Halan, Mridul" userId="d8402aca-56b7-4a75-97f5-504434d76ce0" providerId="ADAL" clId="{AA3C1486-642E-4193-95AF-D7E78E3DA4E9}" dt="2022-07-04T15:39:04.357" v="10738" actId="1035"/>
          <ac:spMkLst>
            <pc:docMk/>
            <pc:sldMk cId="1663662808" sldId="3884"/>
            <ac:spMk id="179" creationId="{48A19324-88B2-4215-8AED-6ED3D2C5C2E5}"/>
          </ac:spMkLst>
        </pc:spChg>
        <pc:spChg chg="mod">
          <ac:chgData name="Halan, Mridul" userId="d8402aca-56b7-4a75-97f5-504434d76ce0" providerId="ADAL" clId="{AA3C1486-642E-4193-95AF-D7E78E3DA4E9}" dt="2022-07-04T15:39:04.357" v="10738" actId="1035"/>
          <ac:spMkLst>
            <pc:docMk/>
            <pc:sldMk cId="1663662808" sldId="3884"/>
            <ac:spMk id="182" creationId="{E880B4AB-1464-4565-B537-DBF816A8695B}"/>
          </ac:spMkLst>
        </pc:spChg>
        <pc:spChg chg="mod">
          <ac:chgData name="Halan, Mridul" userId="d8402aca-56b7-4a75-97f5-504434d76ce0" providerId="ADAL" clId="{AA3C1486-642E-4193-95AF-D7E78E3DA4E9}" dt="2022-07-04T15:39:04.357" v="10738" actId="1035"/>
          <ac:spMkLst>
            <pc:docMk/>
            <pc:sldMk cId="1663662808" sldId="3884"/>
            <ac:spMk id="184" creationId="{B4682380-451C-40F6-8FB1-2F65451BB65E}"/>
          </ac:spMkLst>
        </pc:spChg>
        <pc:grpChg chg="mod">
          <ac:chgData name="Halan, Mridul" userId="d8402aca-56b7-4a75-97f5-504434d76ce0" providerId="ADAL" clId="{AA3C1486-642E-4193-95AF-D7E78E3DA4E9}" dt="2022-07-04T15:39:04.357" v="10738" actId="1035"/>
          <ac:grpSpMkLst>
            <pc:docMk/>
            <pc:sldMk cId="1663662808" sldId="3884"/>
            <ac:grpSpMk id="155" creationId="{94846170-F352-4432-A286-CC5634FE9DD6}"/>
          </ac:grpSpMkLst>
        </pc:grpChg>
        <pc:grpChg chg="mod">
          <ac:chgData name="Halan, Mridul" userId="d8402aca-56b7-4a75-97f5-504434d76ce0" providerId="ADAL" clId="{AA3C1486-642E-4193-95AF-D7E78E3DA4E9}" dt="2022-07-04T15:39:04.357" v="10738" actId="1035"/>
          <ac:grpSpMkLst>
            <pc:docMk/>
            <pc:sldMk cId="1663662808" sldId="3884"/>
            <ac:grpSpMk id="171" creationId="{97CBDE7A-E39C-4F1C-9068-FFAC71E1B617}"/>
          </ac:grpSpMkLst>
        </pc:grpChg>
        <pc:grpChg chg="mod">
          <ac:chgData name="Halan, Mridul" userId="d8402aca-56b7-4a75-97f5-504434d76ce0" providerId="ADAL" clId="{AA3C1486-642E-4193-95AF-D7E78E3DA4E9}" dt="2022-07-04T15:39:04.357" v="10738" actId="1035"/>
          <ac:grpSpMkLst>
            <pc:docMk/>
            <pc:sldMk cId="1663662808" sldId="3884"/>
            <ac:grpSpMk id="174" creationId="{98E8E2B9-4F37-4EAE-9612-60DE0BEA2C0F}"/>
          </ac:grpSpMkLst>
        </pc:grpChg>
        <pc:picChg chg="mod">
          <ac:chgData name="Halan, Mridul" userId="d8402aca-56b7-4a75-97f5-504434d76ce0" providerId="ADAL" clId="{AA3C1486-642E-4193-95AF-D7E78E3DA4E9}" dt="2022-07-04T15:39:04.357" v="10738" actId="1035"/>
          <ac:picMkLst>
            <pc:docMk/>
            <pc:sldMk cId="1663662808" sldId="3884"/>
            <ac:picMk id="152" creationId="{6BAC13E1-E527-4D5F-BC97-3AC37D4AA7D2}"/>
          </ac:picMkLst>
        </pc:picChg>
        <pc:picChg chg="mod">
          <ac:chgData name="Halan, Mridul" userId="d8402aca-56b7-4a75-97f5-504434d76ce0" providerId="ADAL" clId="{AA3C1486-642E-4193-95AF-D7E78E3DA4E9}" dt="2022-07-04T15:39:04.357" v="10738" actId="1035"/>
          <ac:picMkLst>
            <pc:docMk/>
            <pc:sldMk cId="1663662808" sldId="3884"/>
            <ac:picMk id="160" creationId="{F7C5C2A0-3157-4059-A515-7C4897A735B7}"/>
          </ac:picMkLst>
        </pc:picChg>
        <pc:picChg chg="mod">
          <ac:chgData name="Halan, Mridul" userId="d8402aca-56b7-4a75-97f5-504434d76ce0" providerId="ADAL" clId="{AA3C1486-642E-4193-95AF-D7E78E3DA4E9}" dt="2022-07-04T15:39:04.357" v="10738" actId="1035"/>
          <ac:picMkLst>
            <pc:docMk/>
            <pc:sldMk cId="1663662808" sldId="3884"/>
            <ac:picMk id="161" creationId="{745B9A47-37FC-4308-A8BA-5B1950B50D92}"/>
          </ac:picMkLst>
        </pc:picChg>
        <pc:picChg chg="mod">
          <ac:chgData name="Halan, Mridul" userId="d8402aca-56b7-4a75-97f5-504434d76ce0" providerId="ADAL" clId="{AA3C1486-642E-4193-95AF-D7E78E3DA4E9}" dt="2022-07-04T15:39:04.357" v="10738" actId="1035"/>
          <ac:picMkLst>
            <pc:docMk/>
            <pc:sldMk cId="1663662808" sldId="3884"/>
            <ac:picMk id="162" creationId="{7715C6C6-6A0F-4E13-8957-0FE95D4FD360}"/>
          </ac:picMkLst>
        </pc:picChg>
        <pc:picChg chg="mod">
          <ac:chgData name="Halan, Mridul" userId="d8402aca-56b7-4a75-97f5-504434d76ce0" providerId="ADAL" clId="{AA3C1486-642E-4193-95AF-D7E78E3DA4E9}" dt="2022-07-04T15:39:04.357" v="10738" actId="1035"/>
          <ac:picMkLst>
            <pc:docMk/>
            <pc:sldMk cId="1663662808" sldId="3884"/>
            <ac:picMk id="173" creationId="{27137A7F-C1AD-4473-BC61-AF2A8D4F217C}"/>
          </ac:picMkLst>
        </pc:picChg>
        <pc:picChg chg="mod">
          <ac:chgData name="Halan, Mridul" userId="d8402aca-56b7-4a75-97f5-504434d76ce0" providerId="ADAL" clId="{AA3C1486-642E-4193-95AF-D7E78E3DA4E9}" dt="2022-07-04T15:39:04.357" v="10738" actId="1035"/>
          <ac:picMkLst>
            <pc:docMk/>
            <pc:sldMk cId="1663662808" sldId="3884"/>
            <ac:picMk id="176" creationId="{213BC93C-E3DC-446F-8BC1-EE36A1891033}"/>
          </ac:picMkLst>
        </pc:picChg>
        <pc:picChg chg="mod">
          <ac:chgData name="Halan, Mridul" userId="d8402aca-56b7-4a75-97f5-504434d76ce0" providerId="ADAL" clId="{AA3C1486-642E-4193-95AF-D7E78E3DA4E9}" dt="2022-07-04T15:39:04.357" v="10738" actId="1035"/>
          <ac:picMkLst>
            <pc:docMk/>
            <pc:sldMk cId="1663662808" sldId="3884"/>
            <ac:picMk id="178" creationId="{BE2FBF24-1357-40CD-9D40-94679B3EDD59}"/>
          </ac:picMkLst>
        </pc:picChg>
        <pc:picChg chg="mod">
          <ac:chgData name="Halan, Mridul" userId="d8402aca-56b7-4a75-97f5-504434d76ce0" providerId="ADAL" clId="{AA3C1486-642E-4193-95AF-D7E78E3DA4E9}" dt="2022-07-04T15:39:04.357" v="10738" actId="1035"/>
          <ac:picMkLst>
            <pc:docMk/>
            <pc:sldMk cId="1663662808" sldId="3884"/>
            <ac:picMk id="180" creationId="{579348D2-BB1F-4193-9DC3-6E1A489CF76B}"/>
          </ac:picMkLst>
        </pc:picChg>
        <pc:picChg chg="mod">
          <ac:chgData name="Halan, Mridul" userId="d8402aca-56b7-4a75-97f5-504434d76ce0" providerId="ADAL" clId="{AA3C1486-642E-4193-95AF-D7E78E3DA4E9}" dt="2022-07-04T15:39:23.482" v="10741" actId="1076"/>
          <ac:picMkLst>
            <pc:docMk/>
            <pc:sldMk cId="1663662808" sldId="3884"/>
            <ac:picMk id="181" creationId="{F1E78598-BEF3-46B5-A2F3-5A1DC3A8C8C3}"/>
          </ac:picMkLst>
        </pc:picChg>
        <pc:picChg chg="mod">
          <ac:chgData name="Halan, Mridul" userId="d8402aca-56b7-4a75-97f5-504434d76ce0" providerId="ADAL" clId="{AA3C1486-642E-4193-95AF-D7E78E3DA4E9}" dt="2022-07-04T15:39:04.357" v="10738" actId="1035"/>
          <ac:picMkLst>
            <pc:docMk/>
            <pc:sldMk cId="1663662808" sldId="3884"/>
            <ac:picMk id="183" creationId="{CD6A3097-4152-47DA-BC43-7D7106733C66}"/>
          </ac:picMkLst>
        </pc:picChg>
        <pc:cxnChg chg="mod">
          <ac:chgData name="Halan, Mridul" userId="d8402aca-56b7-4a75-97f5-504434d76ce0" providerId="ADAL" clId="{AA3C1486-642E-4193-95AF-D7E78E3DA4E9}" dt="2022-07-04T15:39:04.357" v="10738" actId="1035"/>
          <ac:cxnSpMkLst>
            <pc:docMk/>
            <pc:sldMk cId="1663662808" sldId="3884"/>
            <ac:cxnSpMk id="120" creationId="{CC4F1120-07D8-460D-B596-74B7D6824FD9}"/>
          </ac:cxnSpMkLst>
        </pc:cxnChg>
        <pc:cxnChg chg="mod">
          <ac:chgData name="Halan, Mridul" userId="d8402aca-56b7-4a75-97f5-504434d76ce0" providerId="ADAL" clId="{AA3C1486-642E-4193-95AF-D7E78E3DA4E9}" dt="2022-07-04T15:39:04.357" v="10738" actId="1035"/>
          <ac:cxnSpMkLst>
            <pc:docMk/>
            <pc:sldMk cId="1663662808" sldId="3884"/>
            <ac:cxnSpMk id="164" creationId="{F50257B5-F725-49C8-8A26-6D9B5B30B3C0}"/>
          </ac:cxnSpMkLst>
        </pc:cxnChg>
        <pc:cxnChg chg="mod">
          <ac:chgData name="Halan, Mridul" userId="d8402aca-56b7-4a75-97f5-504434d76ce0" providerId="ADAL" clId="{AA3C1486-642E-4193-95AF-D7E78E3DA4E9}" dt="2022-07-04T15:39:04.357" v="10738" actId="1035"/>
          <ac:cxnSpMkLst>
            <pc:docMk/>
            <pc:sldMk cId="1663662808" sldId="3884"/>
            <ac:cxnSpMk id="166" creationId="{A65C0A46-9C2A-4048-8109-9D8F11638916}"/>
          </ac:cxnSpMkLst>
        </pc:cxnChg>
      </pc:sldChg>
      <pc:sldChg chg="addSp modSp del mod">
        <pc:chgData name="Halan, Mridul" userId="d8402aca-56b7-4a75-97f5-504434d76ce0" providerId="ADAL" clId="{AA3C1486-642E-4193-95AF-D7E78E3DA4E9}" dt="2022-07-02T11:18:21.356" v="7180" actId="2696"/>
        <pc:sldMkLst>
          <pc:docMk/>
          <pc:sldMk cId="1186650502" sldId="3986"/>
        </pc:sldMkLst>
        <pc:graphicFrameChg chg="add mod modGraphic">
          <ac:chgData name="Halan, Mridul" userId="d8402aca-56b7-4a75-97f5-504434d76ce0" providerId="ADAL" clId="{AA3C1486-642E-4193-95AF-D7E78E3DA4E9}" dt="2022-07-02T10:27:12.159" v="6345" actId="21"/>
          <ac:graphicFrameMkLst>
            <pc:docMk/>
            <pc:sldMk cId="1186650502" sldId="3986"/>
            <ac:graphicFrameMk id="4" creationId="{0D3E0BFC-B3EC-4D3D-96B4-A257FC0B1C11}"/>
          </ac:graphicFrameMkLst>
        </pc:graphicFrameChg>
      </pc:sldChg>
      <pc:sldChg chg="del">
        <pc:chgData name="Halan, Mridul" userId="d8402aca-56b7-4a75-97f5-504434d76ce0" providerId="ADAL" clId="{AA3C1486-642E-4193-95AF-D7E78E3DA4E9}" dt="2022-06-30T07:58:27.472" v="3315" actId="2696"/>
        <pc:sldMkLst>
          <pc:docMk/>
          <pc:sldMk cId="1443572205" sldId="4016"/>
        </pc:sldMkLst>
      </pc:sldChg>
      <pc:sldChg chg="modSp mod">
        <pc:chgData name="Halan, Mridul" userId="d8402aca-56b7-4a75-97f5-504434d76ce0" providerId="ADAL" clId="{AA3C1486-642E-4193-95AF-D7E78E3DA4E9}" dt="2022-07-02T08:06:52.366" v="6286" actId="12789"/>
        <pc:sldMkLst>
          <pc:docMk/>
          <pc:sldMk cId="4221800723" sldId="4030"/>
        </pc:sldMkLst>
        <pc:spChg chg="mod">
          <ac:chgData name="Halan, Mridul" userId="d8402aca-56b7-4a75-97f5-504434d76ce0" providerId="ADAL" clId="{AA3C1486-642E-4193-95AF-D7E78E3DA4E9}" dt="2022-07-02T08:06:52.366" v="6286" actId="12789"/>
          <ac:spMkLst>
            <pc:docMk/>
            <pc:sldMk cId="4221800723" sldId="4030"/>
            <ac:spMk id="160" creationId="{66EC6520-0908-416C-B513-02D2E5435B2E}"/>
          </ac:spMkLst>
        </pc:spChg>
        <pc:spChg chg="mod">
          <ac:chgData name="Halan, Mridul" userId="d8402aca-56b7-4a75-97f5-504434d76ce0" providerId="ADAL" clId="{AA3C1486-642E-4193-95AF-D7E78E3DA4E9}" dt="2022-07-02T08:06:52.366" v="6286" actId="12789"/>
          <ac:spMkLst>
            <pc:docMk/>
            <pc:sldMk cId="4221800723" sldId="4030"/>
            <ac:spMk id="163" creationId="{4AA1C2E3-8C5E-4769-B2DC-0858B3545ACE}"/>
          </ac:spMkLst>
        </pc:spChg>
        <pc:spChg chg="mod">
          <ac:chgData name="Halan, Mridul" userId="d8402aca-56b7-4a75-97f5-504434d76ce0" providerId="ADAL" clId="{AA3C1486-642E-4193-95AF-D7E78E3DA4E9}" dt="2022-07-02T08:06:52.366" v="6286" actId="12789"/>
          <ac:spMkLst>
            <pc:docMk/>
            <pc:sldMk cId="4221800723" sldId="4030"/>
            <ac:spMk id="166" creationId="{065174F0-B1F2-4361-93C9-018F0BD01CA6}"/>
          </ac:spMkLst>
        </pc:spChg>
      </pc:sldChg>
      <pc:sldChg chg="modSp add del">
        <pc:chgData name="Halan, Mridul" userId="d8402aca-56b7-4a75-97f5-504434d76ce0" providerId="ADAL" clId="{AA3C1486-642E-4193-95AF-D7E78E3DA4E9}" dt="2022-06-29T07:05:03.776" v="33"/>
        <pc:sldMkLst>
          <pc:docMk/>
          <pc:sldMk cId="826963614" sldId="4043"/>
        </pc:sldMkLst>
        <pc:graphicFrameChg chg="mod">
          <ac:chgData name="Halan, Mridul" userId="d8402aca-56b7-4a75-97f5-504434d76ce0" providerId="ADAL" clId="{AA3C1486-642E-4193-95AF-D7E78E3DA4E9}" dt="2022-06-29T07:05:03.045" v="31" actId="14100"/>
          <ac:graphicFrameMkLst>
            <pc:docMk/>
            <pc:sldMk cId="826963614" sldId="4043"/>
            <ac:graphicFrameMk id="113" creationId="{00000000-0000-0000-0000-000000000000}"/>
          </ac:graphicFrameMkLst>
        </pc:graphicFrameChg>
        <pc:graphicFrameChg chg="mod">
          <ac:chgData name="Halan, Mridul" userId="d8402aca-56b7-4a75-97f5-504434d76ce0" providerId="ADAL" clId="{AA3C1486-642E-4193-95AF-D7E78E3DA4E9}" dt="2022-06-29T07:05:02.084" v="29"/>
          <ac:graphicFrameMkLst>
            <pc:docMk/>
            <pc:sldMk cId="826963614" sldId="4043"/>
            <ac:graphicFrameMk id="116" creationId="{00000000-0000-0000-0000-000000000000}"/>
          </ac:graphicFrameMkLst>
        </pc:graphicFrameChg>
        <pc:graphicFrameChg chg="mod">
          <ac:chgData name="Halan, Mridul" userId="d8402aca-56b7-4a75-97f5-504434d76ce0" providerId="ADAL" clId="{AA3C1486-642E-4193-95AF-D7E78E3DA4E9}" dt="2022-06-29T07:05:03.286" v="32" actId="14100"/>
          <ac:graphicFrameMkLst>
            <pc:docMk/>
            <pc:sldMk cId="826963614" sldId="4043"/>
            <ac:graphicFrameMk id="117" creationId="{00000000-0000-0000-0000-000000000000}"/>
          </ac:graphicFrameMkLst>
        </pc:graphicFrameChg>
      </pc:sldChg>
      <pc:sldChg chg="addSp delSp modSp add mod">
        <pc:chgData name="Halan, Mridul" userId="d8402aca-56b7-4a75-97f5-504434d76ce0" providerId="ADAL" clId="{AA3C1486-642E-4193-95AF-D7E78E3DA4E9}" dt="2022-06-30T10:55:31.753" v="3450" actId="1076"/>
        <pc:sldMkLst>
          <pc:docMk/>
          <pc:sldMk cId="988350274" sldId="4043"/>
        </pc:sldMkLst>
        <pc:spChg chg="del">
          <ac:chgData name="Halan, Mridul" userId="d8402aca-56b7-4a75-97f5-504434d76ce0" providerId="ADAL" clId="{AA3C1486-642E-4193-95AF-D7E78E3DA4E9}" dt="2022-06-29T07:19:01.923" v="167" actId="21"/>
          <ac:spMkLst>
            <pc:docMk/>
            <pc:sldMk cId="988350274" sldId="4043"/>
            <ac:spMk id="2" creationId="{00000000-0000-0000-0000-000000000000}"/>
          </ac:spMkLst>
        </pc:spChg>
        <pc:spChg chg="mod">
          <ac:chgData name="Halan, Mridul" userId="d8402aca-56b7-4a75-97f5-504434d76ce0" providerId="ADAL" clId="{AA3C1486-642E-4193-95AF-D7E78E3DA4E9}" dt="2022-06-29T07:11:55.299" v="114" actId="20577"/>
          <ac:spMkLst>
            <pc:docMk/>
            <pc:sldMk cId="988350274" sldId="4043"/>
            <ac:spMk id="3" creationId="{00000000-0000-0000-0000-000000000000}"/>
          </ac:spMkLst>
        </pc:spChg>
        <pc:spChg chg="add del">
          <ac:chgData name="Halan, Mridul" userId="d8402aca-56b7-4a75-97f5-504434d76ce0" providerId="ADAL" clId="{AA3C1486-642E-4193-95AF-D7E78E3DA4E9}" dt="2022-06-30T10:54:42.052" v="3447" actId="21"/>
          <ac:spMkLst>
            <pc:docMk/>
            <pc:sldMk cId="988350274" sldId="4043"/>
            <ac:spMk id="31" creationId="{2CBF713E-6C4A-4687-85C4-D81EF1420D88}"/>
          </ac:spMkLst>
        </pc:spChg>
        <pc:spChg chg="add del mod">
          <ac:chgData name="Halan, Mridul" userId="d8402aca-56b7-4a75-97f5-504434d76ce0" providerId="ADAL" clId="{AA3C1486-642E-4193-95AF-D7E78E3DA4E9}" dt="2022-06-30T10:54:45.416" v="3448" actId="21"/>
          <ac:spMkLst>
            <pc:docMk/>
            <pc:sldMk cId="988350274" sldId="4043"/>
            <ac:spMk id="33" creationId="{E81DFB1C-A782-4B6F-BC04-005B09C82CD9}"/>
          </ac:spMkLst>
        </pc:spChg>
        <pc:spChg chg="del">
          <ac:chgData name="Halan, Mridul" userId="d8402aca-56b7-4a75-97f5-504434d76ce0" providerId="ADAL" clId="{AA3C1486-642E-4193-95AF-D7E78E3DA4E9}" dt="2022-06-29T07:17:41.146" v="147" actId="21"/>
          <ac:spMkLst>
            <pc:docMk/>
            <pc:sldMk cId="988350274" sldId="4043"/>
            <ac:spMk id="68" creationId="{00000000-0000-0000-0000-000000000000}"/>
          </ac:spMkLst>
        </pc:spChg>
        <pc:spChg chg="del">
          <ac:chgData name="Halan, Mridul" userId="d8402aca-56b7-4a75-97f5-504434d76ce0" providerId="ADAL" clId="{AA3C1486-642E-4193-95AF-D7E78E3DA4E9}" dt="2022-06-29T07:17:14.031" v="141" actId="21"/>
          <ac:spMkLst>
            <pc:docMk/>
            <pc:sldMk cId="988350274" sldId="4043"/>
            <ac:spMk id="71" creationId="{00000000-0000-0000-0000-000000000000}"/>
          </ac:spMkLst>
        </pc:spChg>
        <pc:spChg chg="del">
          <ac:chgData name="Halan, Mridul" userId="d8402aca-56b7-4a75-97f5-504434d76ce0" providerId="ADAL" clId="{AA3C1486-642E-4193-95AF-D7E78E3DA4E9}" dt="2022-06-29T07:19:25.708" v="171" actId="21"/>
          <ac:spMkLst>
            <pc:docMk/>
            <pc:sldMk cId="988350274" sldId="4043"/>
            <ac:spMk id="72" creationId="{00000000-0000-0000-0000-000000000000}"/>
          </ac:spMkLst>
        </pc:spChg>
        <pc:spChg chg="add del">
          <ac:chgData name="Halan, Mridul" userId="d8402aca-56b7-4a75-97f5-504434d76ce0" providerId="ADAL" clId="{AA3C1486-642E-4193-95AF-D7E78E3DA4E9}" dt="2022-06-29T07:17:41.146" v="147" actId="21"/>
          <ac:spMkLst>
            <pc:docMk/>
            <pc:sldMk cId="988350274" sldId="4043"/>
            <ac:spMk id="73" creationId="{00000000-0000-0000-0000-000000000000}"/>
          </ac:spMkLst>
        </pc:spChg>
        <pc:spChg chg="del">
          <ac:chgData name="Halan, Mridul" userId="d8402aca-56b7-4a75-97f5-504434d76ce0" providerId="ADAL" clId="{AA3C1486-642E-4193-95AF-D7E78E3DA4E9}" dt="2022-06-29T07:17:32.554" v="145" actId="21"/>
          <ac:spMkLst>
            <pc:docMk/>
            <pc:sldMk cId="988350274" sldId="4043"/>
            <ac:spMk id="74" creationId="{00000000-0000-0000-0000-000000000000}"/>
          </ac:spMkLst>
        </pc:spChg>
        <pc:spChg chg="del">
          <ac:chgData name="Halan, Mridul" userId="d8402aca-56b7-4a75-97f5-504434d76ce0" providerId="ADAL" clId="{AA3C1486-642E-4193-95AF-D7E78E3DA4E9}" dt="2022-06-29T07:17:46.114" v="148" actId="21"/>
          <ac:spMkLst>
            <pc:docMk/>
            <pc:sldMk cId="988350274" sldId="4043"/>
            <ac:spMk id="75" creationId="{00000000-0000-0000-0000-000000000000}"/>
          </ac:spMkLst>
        </pc:spChg>
        <pc:spChg chg="del">
          <ac:chgData name="Halan, Mridul" userId="d8402aca-56b7-4a75-97f5-504434d76ce0" providerId="ADAL" clId="{AA3C1486-642E-4193-95AF-D7E78E3DA4E9}" dt="2022-06-29T07:19:19.932" v="170" actId="21"/>
          <ac:spMkLst>
            <pc:docMk/>
            <pc:sldMk cId="988350274" sldId="4043"/>
            <ac:spMk id="76" creationId="{00000000-0000-0000-0000-000000000000}"/>
          </ac:spMkLst>
        </pc:spChg>
        <pc:spChg chg="del">
          <ac:chgData name="Halan, Mridul" userId="d8402aca-56b7-4a75-97f5-504434d76ce0" providerId="ADAL" clId="{AA3C1486-642E-4193-95AF-D7E78E3DA4E9}" dt="2022-06-29T07:19:31.622" v="172" actId="21"/>
          <ac:spMkLst>
            <pc:docMk/>
            <pc:sldMk cId="988350274" sldId="4043"/>
            <ac:spMk id="77" creationId="{00000000-0000-0000-0000-000000000000}"/>
          </ac:spMkLst>
        </pc:spChg>
        <pc:spChg chg="del">
          <ac:chgData name="Halan, Mridul" userId="d8402aca-56b7-4a75-97f5-504434d76ce0" providerId="ADAL" clId="{AA3C1486-642E-4193-95AF-D7E78E3DA4E9}" dt="2022-06-29T07:35:50.755" v="419" actId="21"/>
          <ac:spMkLst>
            <pc:docMk/>
            <pc:sldMk cId="988350274" sldId="4043"/>
            <ac:spMk id="78" creationId="{00000000-0000-0000-0000-000000000000}"/>
          </ac:spMkLst>
        </pc:spChg>
        <pc:spChg chg="del">
          <ac:chgData name="Halan, Mridul" userId="d8402aca-56b7-4a75-97f5-504434d76ce0" providerId="ADAL" clId="{AA3C1486-642E-4193-95AF-D7E78E3DA4E9}" dt="2022-06-29T07:19:31.622" v="172" actId="21"/>
          <ac:spMkLst>
            <pc:docMk/>
            <pc:sldMk cId="988350274" sldId="4043"/>
            <ac:spMk id="79" creationId="{00000000-0000-0000-0000-000000000000}"/>
          </ac:spMkLst>
        </pc:spChg>
        <pc:spChg chg="del">
          <ac:chgData name="Halan, Mridul" userId="d8402aca-56b7-4a75-97f5-504434d76ce0" providerId="ADAL" clId="{AA3C1486-642E-4193-95AF-D7E78E3DA4E9}" dt="2022-06-29T07:19:35.134" v="173" actId="21"/>
          <ac:spMkLst>
            <pc:docMk/>
            <pc:sldMk cId="988350274" sldId="4043"/>
            <ac:spMk id="80" creationId="{00000000-0000-0000-0000-000000000000}"/>
          </ac:spMkLst>
        </pc:spChg>
        <pc:spChg chg="del">
          <ac:chgData name="Halan, Mridul" userId="d8402aca-56b7-4a75-97f5-504434d76ce0" providerId="ADAL" clId="{AA3C1486-642E-4193-95AF-D7E78E3DA4E9}" dt="2022-06-29T07:19:31.622" v="172" actId="21"/>
          <ac:spMkLst>
            <pc:docMk/>
            <pc:sldMk cId="988350274" sldId="4043"/>
            <ac:spMk id="82" creationId="{00000000-0000-0000-0000-000000000000}"/>
          </ac:spMkLst>
        </pc:spChg>
        <pc:spChg chg="del">
          <ac:chgData name="Halan, Mridul" userId="d8402aca-56b7-4a75-97f5-504434d76ce0" providerId="ADAL" clId="{AA3C1486-642E-4193-95AF-D7E78E3DA4E9}" dt="2022-06-29T07:19:08.065" v="168" actId="21"/>
          <ac:spMkLst>
            <pc:docMk/>
            <pc:sldMk cId="988350274" sldId="4043"/>
            <ac:spMk id="83" creationId="{00000000-0000-0000-0000-000000000000}"/>
          </ac:spMkLst>
        </pc:spChg>
        <pc:spChg chg="del">
          <ac:chgData name="Halan, Mridul" userId="d8402aca-56b7-4a75-97f5-504434d76ce0" providerId="ADAL" clId="{AA3C1486-642E-4193-95AF-D7E78E3DA4E9}" dt="2022-06-29T07:18:56.280" v="166" actId="21"/>
          <ac:spMkLst>
            <pc:docMk/>
            <pc:sldMk cId="988350274" sldId="4043"/>
            <ac:spMk id="84" creationId="{00000000-0000-0000-0000-000000000000}"/>
          </ac:spMkLst>
        </pc:spChg>
        <pc:spChg chg="del mod">
          <ac:chgData name="Halan, Mridul" userId="d8402aca-56b7-4a75-97f5-504434d76ce0" providerId="ADAL" clId="{AA3C1486-642E-4193-95AF-D7E78E3DA4E9}" dt="2022-06-29T07:18:24.464" v="160" actId="21"/>
          <ac:spMkLst>
            <pc:docMk/>
            <pc:sldMk cId="988350274" sldId="4043"/>
            <ac:spMk id="92" creationId="{00000000-0000-0000-0000-000000000000}"/>
          </ac:spMkLst>
        </pc:spChg>
        <pc:spChg chg="del">
          <ac:chgData name="Halan, Mridul" userId="d8402aca-56b7-4a75-97f5-504434d76ce0" providerId="ADAL" clId="{AA3C1486-642E-4193-95AF-D7E78E3DA4E9}" dt="2022-06-29T07:18:20.142" v="158" actId="21"/>
          <ac:spMkLst>
            <pc:docMk/>
            <pc:sldMk cId="988350274" sldId="4043"/>
            <ac:spMk id="93" creationId="{00000000-0000-0000-0000-000000000000}"/>
          </ac:spMkLst>
        </pc:spChg>
        <pc:spChg chg="add del">
          <ac:chgData name="Halan, Mridul" userId="d8402aca-56b7-4a75-97f5-504434d76ce0" providerId="ADAL" clId="{AA3C1486-642E-4193-95AF-D7E78E3DA4E9}" dt="2022-06-29T07:18:31.692" v="161" actId="21"/>
          <ac:spMkLst>
            <pc:docMk/>
            <pc:sldMk cId="988350274" sldId="4043"/>
            <ac:spMk id="94" creationId="{00000000-0000-0000-0000-000000000000}"/>
          </ac:spMkLst>
        </pc:spChg>
        <pc:spChg chg="del">
          <ac:chgData name="Halan, Mridul" userId="d8402aca-56b7-4a75-97f5-504434d76ce0" providerId="ADAL" clId="{AA3C1486-642E-4193-95AF-D7E78E3DA4E9}" dt="2022-06-29T07:18:37.418" v="162" actId="21"/>
          <ac:spMkLst>
            <pc:docMk/>
            <pc:sldMk cId="988350274" sldId="4043"/>
            <ac:spMk id="95" creationId="{00000000-0000-0000-0000-000000000000}"/>
          </ac:spMkLst>
        </pc:spChg>
        <pc:spChg chg="del">
          <ac:chgData name="Halan, Mridul" userId="d8402aca-56b7-4a75-97f5-504434d76ce0" providerId="ADAL" clId="{AA3C1486-642E-4193-95AF-D7E78E3DA4E9}" dt="2022-06-29T07:08:31.874" v="65" actId="21"/>
          <ac:spMkLst>
            <pc:docMk/>
            <pc:sldMk cId="988350274" sldId="4043"/>
            <ac:spMk id="97" creationId="{00000000-0000-0000-0000-000000000000}"/>
          </ac:spMkLst>
        </pc:spChg>
        <pc:spChg chg="del">
          <ac:chgData name="Halan, Mridul" userId="d8402aca-56b7-4a75-97f5-504434d76ce0" providerId="ADAL" clId="{AA3C1486-642E-4193-95AF-D7E78E3DA4E9}" dt="2022-06-29T07:08:31.874" v="65" actId="21"/>
          <ac:spMkLst>
            <pc:docMk/>
            <pc:sldMk cId="988350274" sldId="4043"/>
            <ac:spMk id="98" creationId="{00000000-0000-0000-0000-000000000000}"/>
          </ac:spMkLst>
        </pc:spChg>
        <pc:spChg chg="del">
          <ac:chgData name="Halan, Mridul" userId="d8402aca-56b7-4a75-97f5-504434d76ce0" providerId="ADAL" clId="{AA3C1486-642E-4193-95AF-D7E78E3DA4E9}" dt="2022-06-29T07:07:29.385" v="63" actId="21"/>
          <ac:spMkLst>
            <pc:docMk/>
            <pc:sldMk cId="988350274" sldId="4043"/>
            <ac:spMk id="99" creationId="{00000000-0000-0000-0000-000000000000}"/>
          </ac:spMkLst>
        </pc:spChg>
        <pc:spChg chg="del">
          <ac:chgData name="Halan, Mridul" userId="d8402aca-56b7-4a75-97f5-504434d76ce0" providerId="ADAL" clId="{AA3C1486-642E-4193-95AF-D7E78E3DA4E9}" dt="2022-06-29T07:07:29.385" v="63" actId="21"/>
          <ac:spMkLst>
            <pc:docMk/>
            <pc:sldMk cId="988350274" sldId="4043"/>
            <ac:spMk id="100" creationId="{00000000-0000-0000-0000-000000000000}"/>
          </ac:spMkLst>
        </pc:spChg>
        <pc:spChg chg="del">
          <ac:chgData name="Halan, Mridul" userId="d8402aca-56b7-4a75-97f5-504434d76ce0" providerId="ADAL" clId="{AA3C1486-642E-4193-95AF-D7E78E3DA4E9}" dt="2022-06-29T07:07:29.385" v="63" actId="21"/>
          <ac:spMkLst>
            <pc:docMk/>
            <pc:sldMk cId="988350274" sldId="4043"/>
            <ac:spMk id="101" creationId="{00000000-0000-0000-0000-000000000000}"/>
          </ac:spMkLst>
        </pc:spChg>
        <pc:spChg chg="del">
          <ac:chgData name="Halan, Mridul" userId="d8402aca-56b7-4a75-97f5-504434d76ce0" providerId="ADAL" clId="{AA3C1486-642E-4193-95AF-D7E78E3DA4E9}" dt="2022-06-29T07:07:22.560" v="62" actId="21"/>
          <ac:spMkLst>
            <pc:docMk/>
            <pc:sldMk cId="988350274" sldId="4043"/>
            <ac:spMk id="102" creationId="{00000000-0000-0000-0000-000000000000}"/>
          </ac:spMkLst>
        </pc:spChg>
        <pc:spChg chg="del">
          <ac:chgData name="Halan, Mridul" userId="d8402aca-56b7-4a75-97f5-504434d76ce0" providerId="ADAL" clId="{AA3C1486-642E-4193-95AF-D7E78E3DA4E9}" dt="2022-06-29T07:08:34.223" v="66" actId="21"/>
          <ac:spMkLst>
            <pc:docMk/>
            <pc:sldMk cId="988350274" sldId="4043"/>
            <ac:spMk id="103" creationId="{00000000-0000-0000-0000-000000000000}"/>
          </ac:spMkLst>
        </pc:spChg>
        <pc:spChg chg="del">
          <ac:chgData name="Halan, Mridul" userId="d8402aca-56b7-4a75-97f5-504434d76ce0" providerId="ADAL" clId="{AA3C1486-642E-4193-95AF-D7E78E3DA4E9}" dt="2022-06-29T07:08:20.723" v="64" actId="21"/>
          <ac:spMkLst>
            <pc:docMk/>
            <pc:sldMk cId="988350274" sldId="4043"/>
            <ac:spMk id="104" creationId="{00000000-0000-0000-0000-000000000000}"/>
          </ac:spMkLst>
        </pc:spChg>
        <pc:spChg chg="del mod">
          <ac:chgData name="Halan, Mridul" userId="d8402aca-56b7-4a75-97f5-504434d76ce0" providerId="ADAL" clId="{AA3C1486-642E-4193-95AF-D7E78E3DA4E9}" dt="2022-06-29T07:09:52.759" v="87" actId="21"/>
          <ac:spMkLst>
            <pc:docMk/>
            <pc:sldMk cId="988350274" sldId="4043"/>
            <ac:spMk id="105" creationId="{00000000-0000-0000-0000-000000000000}"/>
          </ac:spMkLst>
        </pc:spChg>
        <pc:spChg chg="del mod">
          <ac:chgData name="Halan, Mridul" userId="d8402aca-56b7-4a75-97f5-504434d76ce0" providerId="ADAL" clId="{AA3C1486-642E-4193-95AF-D7E78E3DA4E9}" dt="2022-06-29T07:09:35.015" v="81" actId="21"/>
          <ac:spMkLst>
            <pc:docMk/>
            <pc:sldMk cId="988350274" sldId="4043"/>
            <ac:spMk id="106" creationId="{00000000-0000-0000-0000-000000000000}"/>
          </ac:spMkLst>
        </pc:spChg>
        <pc:spChg chg="del mod">
          <ac:chgData name="Halan, Mridul" userId="d8402aca-56b7-4a75-97f5-504434d76ce0" providerId="ADAL" clId="{AA3C1486-642E-4193-95AF-D7E78E3DA4E9}" dt="2022-06-29T07:09:35.015" v="81" actId="21"/>
          <ac:spMkLst>
            <pc:docMk/>
            <pc:sldMk cId="988350274" sldId="4043"/>
            <ac:spMk id="107" creationId="{00000000-0000-0000-0000-000000000000}"/>
          </ac:spMkLst>
        </pc:spChg>
        <pc:spChg chg="del mod">
          <ac:chgData name="Halan, Mridul" userId="d8402aca-56b7-4a75-97f5-504434d76ce0" providerId="ADAL" clId="{AA3C1486-642E-4193-95AF-D7E78E3DA4E9}" dt="2022-06-29T07:09:35.015" v="81" actId="21"/>
          <ac:spMkLst>
            <pc:docMk/>
            <pc:sldMk cId="988350274" sldId="4043"/>
            <ac:spMk id="108" creationId="{00000000-0000-0000-0000-000000000000}"/>
          </ac:spMkLst>
        </pc:spChg>
        <pc:spChg chg="del mod">
          <ac:chgData name="Halan, Mridul" userId="d8402aca-56b7-4a75-97f5-504434d76ce0" providerId="ADAL" clId="{AA3C1486-642E-4193-95AF-D7E78E3DA4E9}" dt="2022-06-29T07:09:39.312" v="82" actId="21"/>
          <ac:spMkLst>
            <pc:docMk/>
            <pc:sldMk cId="988350274" sldId="4043"/>
            <ac:spMk id="109" creationId="{00000000-0000-0000-0000-000000000000}"/>
          </ac:spMkLst>
        </pc:spChg>
        <pc:spChg chg="del mod">
          <ac:chgData name="Halan, Mridul" userId="d8402aca-56b7-4a75-97f5-504434d76ce0" providerId="ADAL" clId="{AA3C1486-642E-4193-95AF-D7E78E3DA4E9}" dt="2022-06-29T07:09:49.610" v="86" actId="21"/>
          <ac:spMkLst>
            <pc:docMk/>
            <pc:sldMk cId="988350274" sldId="4043"/>
            <ac:spMk id="110" creationId="{00000000-0000-0000-0000-000000000000}"/>
          </ac:spMkLst>
        </pc:spChg>
        <pc:spChg chg="del mod">
          <ac:chgData name="Halan, Mridul" userId="d8402aca-56b7-4a75-97f5-504434d76ce0" providerId="ADAL" clId="{AA3C1486-642E-4193-95AF-D7E78E3DA4E9}" dt="2022-06-29T07:09:47.204" v="85" actId="21"/>
          <ac:spMkLst>
            <pc:docMk/>
            <pc:sldMk cId="988350274" sldId="4043"/>
            <ac:spMk id="111" creationId="{00000000-0000-0000-0000-000000000000}"/>
          </ac:spMkLst>
        </pc:spChg>
        <pc:spChg chg="add del">
          <ac:chgData name="Halan, Mridul" userId="d8402aca-56b7-4a75-97f5-504434d76ce0" providerId="ADAL" clId="{AA3C1486-642E-4193-95AF-D7E78E3DA4E9}" dt="2022-06-30T08:51:22.974" v="3348" actId="21"/>
          <ac:spMkLst>
            <pc:docMk/>
            <pc:sldMk cId="988350274" sldId="4043"/>
            <ac:spMk id="112" creationId="{3E373AA0-FC72-4D88-A821-E57F4B2D924F}"/>
          </ac:spMkLst>
        </pc:spChg>
        <pc:spChg chg="add del mod">
          <ac:chgData name="Halan, Mridul" userId="d8402aca-56b7-4a75-97f5-504434d76ce0" providerId="ADAL" clId="{AA3C1486-642E-4193-95AF-D7E78E3DA4E9}" dt="2022-06-29T07:08:43.212" v="68"/>
          <ac:spMkLst>
            <pc:docMk/>
            <pc:sldMk cId="988350274" sldId="4043"/>
            <ac:spMk id="130" creationId="{A861B350-3F26-478C-9B63-13D74603B9EB}"/>
          </ac:spMkLst>
        </pc:spChg>
        <pc:spChg chg="add del mod">
          <ac:chgData name="Halan, Mridul" userId="d8402aca-56b7-4a75-97f5-504434d76ce0" providerId="ADAL" clId="{AA3C1486-642E-4193-95AF-D7E78E3DA4E9}" dt="2022-06-29T07:08:43.212" v="68"/>
          <ac:spMkLst>
            <pc:docMk/>
            <pc:sldMk cId="988350274" sldId="4043"/>
            <ac:spMk id="134" creationId="{8487392E-B11B-43FD-A439-0AE980EA1D25}"/>
          </ac:spMkLst>
        </pc:spChg>
        <pc:spChg chg="add del mod">
          <ac:chgData name="Halan, Mridul" userId="d8402aca-56b7-4a75-97f5-504434d76ce0" providerId="ADAL" clId="{AA3C1486-642E-4193-95AF-D7E78E3DA4E9}" dt="2022-06-29T07:08:43.212" v="68"/>
          <ac:spMkLst>
            <pc:docMk/>
            <pc:sldMk cId="988350274" sldId="4043"/>
            <ac:spMk id="136" creationId="{10C5782D-DEA5-4F32-9020-C457840EB211}"/>
          </ac:spMkLst>
        </pc:spChg>
        <pc:spChg chg="add del mod">
          <ac:chgData name="Halan, Mridul" userId="d8402aca-56b7-4a75-97f5-504434d76ce0" providerId="ADAL" clId="{AA3C1486-642E-4193-95AF-D7E78E3DA4E9}" dt="2022-06-29T07:08:43.212" v="68"/>
          <ac:spMkLst>
            <pc:docMk/>
            <pc:sldMk cId="988350274" sldId="4043"/>
            <ac:spMk id="137" creationId="{1ED799F4-3BD6-4EE4-ACC2-37E2526B6D78}"/>
          </ac:spMkLst>
        </pc:spChg>
        <pc:spChg chg="add del">
          <ac:chgData name="Halan, Mridul" userId="d8402aca-56b7-4a75-97f5-504434d76ce0" providerId="ADAL" clId="{AA3C1486-642E-4193-95AF-D7E78E3DA4E9}" dt="2022-06-29T07:17:41.146" v="147" actId="21"/>
          <ac:spMkLst>
            <pc:docMk/>
            <pc:sldMk cId="988350274" sldId="4043"/>
            <ac:spMk id="139" creationId="{00000000-0000-0000-0000-000000000000}"/>
          </ac:spMkLst>
        </pc:spChg>
        <pc:spChg chg="add del mod">
          <ac:chgData name="Halan, Mridul" userId="d8402aca-56b7-4a75-97f5-504434d76ce0" providerId="ADAL" clId="{AA3C1486-642E-4193-95AF-D7E78E3DA4E9}" dt="2022-06-29T07:08:43.212" v="68"/>
          <ac:spMkLst>
            <pc:docMk/>
            <pc:sldMk cId="988350274" sldId="4043"/>
            <ac:spMk id="140" creationId="{1A9492A2-7E32-4DDE-ADA2-56EF4854753F}"/>
          </ac:spMkLst>
        </pc:spChg>
        <pc:spChg chg="add del mod">
          <ac:chgData name="Halan, Mridul" userId="d8402aca-56b7-4a75-97f5-504434d76ce0" providerId="ADAL" clId="{AA3C1486-642E-4193-95AF-D7E78E3DA4E9}" dt="2022-06-29T07:08:43.212" v="68"/>
          <ac:spMkLst>
            <pc:docMk/>
            <pc:sldMk cId="988350274" sldId="4043"/>
            <ac:spMk id="142" creationId="{F3CDFFB4-1249-4533-821A-FCADEBD62475}"/>
          </ac:spMkLst>
        </pc:spChg>
        <pc:spChg chg="del">
          <ac:chgData name="Halan, Mridul" userId="d8402aca-56b7-4a75-97f5-504434d76ce0" providerId="ADAL" clId="{AA3C1486-642E-4193-95AF-D7E78E3DA4E9}" dt="2022-06-29T07:18:43.238" v="164" actId="21"/>
          <ac:spMkLst>
            <pc:docMk/>
            <pc:sldMk cId="988350274" sldId="4043"/>
            <ac:spMk id="156" creationId="{00000000-0000-0000-0000-000000000000}"/>
          </ac:spMkLst>
        </pc:spChg>
        <pc:spChg chg="del">
          <ac:chgData name="Halan, Mridul" userId="d8402aca-56b7-4a75-97f5-504434d76ce0" providerId="ADAL" clId="{AA3C1486-642E-4193-95AF-D7E78E3DA4E9}" dt="2022-06-29T07:17:41.146" v="147" actId="21"/>
          <ac:spMkLst>
            <pc:docMk/>
            <pc:sldMk cId="988350274" sldId="4043"/>
            <ac:spMk id="158" creationId="{00000000-0000-0000-0000-000000000000}"/>
          </ac:spMkLst>
        </pc:spChg>
        <pc:spChg chg="mod">
          <ac:chgData name="Halan, Mridul" userId="d8402aca-56b7-4a75-97f5-504434d76ce0" providerId="ADAL" clId="{AA3C1486-642E-4193-95AF-D7E78E3DA4E9}" dt="2022-06-29T07:17:54.309" v="151" actId="1076"/>
          <ac:spMkLst>
            <pc:docMk/>
            <pc:sldMk cId="988350274" sldId="4043"/>
            <ac:spMk id="160" creationId="{00000000-0000-0000-0000-000000000000}"/>
          </ac:spMkLst>
        </pc:spChg>
        <pc:spChg chg="mod">
          <ac:chgData name="Halan, Mridul" userId="d8402aca-56b7-4a75-97f5-504434d76ce0" providerId="ADAL" clId="{AA3C1486-642E-4193-95AF-D7E78E3DA4E9}" dt="2022-06-29T07:17:54.309" v="151" actId="1076"/>
          <ac:spMkLst>
            <pc:docMk/>
            <pc:sldMk cId="988350274" sldId="4043"/>
            <ac:spMk id="161" creationId="{00000000-0000-0000-0000-000000000000}"/>
          </ac:spMkLst>
        </pc:spChg>
        <pc:spChg chg="mod">
          <ac:chgData name="Halan, Mridul" userId="d8402aca-56b7-4a75-97f5-504434d76ce0" providerId="ADAL" clId="{AA3C1486-642E-4193-95AF-D7E78E3DA4E9}" dt="2022-06-29T07:17:54.309" v="151" actId="1076"/>
          <ac:spMkLst>
            <pc:docMk/>
            <pc:sldMk cId="988350274" sldId="4043"/>
            <ac:spMk id="162" creationId="{00000000-0000-0000-0000-000000000000}"/>
          </ac:spMkLst>
        </pc:spChg>
        <pc:spChg chg="del">
          <ac:chgData name="Halan, Mridul" userId="d8402aca-56b7-4a75-97f5-504434d76ce0" providerId="ADAL" clId="{AA3C1486-642E-4193-95AF-D7E78E3DA4E9}" dt="2022-06-29T07:19:31.622" v="172" actId="21"/>
          <ac:spMkLst>
            <pc:docMk/>
            <pc:sldMk cId="988350274" sldId="4043"/>
            <ac:spMk id="163" creationId="{00000000-0000-0000-0000-000000000000}"/>
          </ac:spMkLst>
        </pc:spChg>
        <pc:spChg chg="add del mod">
          <ac:chgData name="Halan, Mridul" userId="d8402aca-56b7-4a75-97f5-504434d76ce0" providerId="ADAL" clId="{AA3C1486-642E-4193-95AF-D7E78E3DA4E9}" dt="2022-06-29T07:08:43.212" v="68"/>
          <ac:spMkLst>
            <pc:docMk/>
            <pc:sldMk cId="988350274" sldId="4043"/>
            <ac:spMk id="164" creationId="{7D35090D-9CC8-44BD-BBB9-EC76A5F9DEFC}"/>
          </ac:spMkLst>
        </pc:spChg>
        <pc:spChg chg="add mod">
          <ac:chgData name="Halan, Mridul" userId="d8402aca-56b7-4a75-97f5-504434d76ce0" providerId="ADAL" clId="{AA3C1486-642E-4193-95AF-D7E78E3DA4E9}" dt="2022-06-29T07:17:05.563" v="140" actId="571"/>
          <ac:spMkLst>
            <pc:docMk/>
            <pc:sldMk cId="988350274" sldId="4043"/>
            <ac:spMk id="166" creationId="{B299CD00-BBBF-4952-B8FE-D3611336A94E}"/>
          </ac:spMkLst>
        </pc:spChg>
        <pc:spChg chg="add mod">
          <ac:chgData name="Halan, Mridul" userId="d8402aca-56b7-4a75-97f5-504434d76ce0" providerId="ADAL" clId="{AA3C1486-642E-4193-95AF-D7E78E3DA4E9}" dt="2022-06-29T10:06:06.751" v="1312" actId="1038"/>
          <ac:spMkLst>
            <pc:docMk/>
            <pc:sldMk cId="988350274" sldId="4043"/>
            <ac:spMk id="170" creationId="{C99EA4D6-9978-43A3-84F6-B26355867534}"/>
          </ac:spMkLst>
        </pc:spChg>
        <pc:spChg chg="add mod">
          <ac:chgData name="Halan, Mridul" userId="d8402aca-56b7-4a75-97f5-504434d76ce0" providerId="ADAL" clId="{AA3C1486-642E-4193-95AF-D7E78E3DA4E9}" dt="2022-06-29T10:06:06.751" v="1312" actId="1038"/>
          <ac:spMkLst>
            <pc:docMk/>
            <pc:sldMk cId="988350274" sldId="4043"/>
            <ac:spMk id="171" creationId="{4BF9D02B-52F4-4E59-A697-00E2E2B7A277}"/>
          </ac:spMkLst>
        </pc:spChg>
        <pc:spChg chg="add mod">
          <ac:chgData name="Halan, Mridul" userId="d8402aca-56b7-4a75-97f5-504434d76ce0" providerId="ADAL" clId="{AA3C1486-642E-4193-95AF-D7E78E3DA4E9}" dt="2022-06-30T10:45:51.506" v="3443" actId="1076"/>
          <ac:spMkLst>
            <pc:docMk/>
            <pc:sldMk cId="988350274" sldId="4043"/>
            <ac:spMk id="174" creationId="{F9F8B849-3FE6-45D7-879C-844582DE6D0C}"/>
          </ac:spMkLst>
        </pc:spChg>
        <pc:spChg chg="add mod">
          <ac:chgData name="Halan, Mridul" userId="d8402aca-56b7-4a75-97f5-504434d76ce0" providerId="ADAL" clId="{AA3C1486-642E-4193-95AF-D7E78E3DA4E9}" dt="2022-06-29T10:06:06.751" v="1312" actId="1038"/>
          <ac:spMkLst>
            <pc:docMk/>
            <pc:sldMk cId="988350274" sldId="4043"/>
            <ac:spMk id="176" creationId="{55A76C6F-8E70-4E08-9449-B6B3F2AADD4D}"/>
          </ac:spMkLst>
        </pc:spChg>
        <pc:spChg chg="add mod">
          <ac:chgData name="Halan, Mridul" userId="d8402aca-56b7-4a75-97f5-504434d76ce0" providerId="ADAL" clId="{AA3C1486-642E-4193-95AF-D7E78E3DA4E9}" dt="2022-06-29T10:07:40.098" v="1323" actId="1076"/>
          <ac:spMkLst>
            <pc:docMk/>
            <pc:sldMk cId="988350274" sldId="4043"/>
            <ac:spMk id="177" creationId="{086B49B1-4E6D-4BAE-BEFA-FC0CA19CCA06}"/>
          </ac:spMkLst>
        </pc:spChg>
        <pc:spChg chg="add mod">
          <ac:chgData name="Halan, Mridul" userId="d8402aca-56b7-4a75-97f5-504434d76ce0" providerId="ADAL" clId="{AA3C1486-642E-4193-95AF-D7E78E3DA4E9}" dt="2022-06-29T10:06:06.751" v="1312" actId="1038"/>
          <ac:spMkLst>
            <pc:docMk/>
            <pc:sldMk cId="988350274" sldId="4043"/>
            <ac:spMk id="178" creationId="{C08B9362-25E3-44E3-821E-F88E5F8691FD}"/>
          </ac:spMkLst>
        </pc:spChg>
        <pc:spChg chg="add mod">
          <ac:chgData name="Halan, Mridul" userId="d8402aca-56b7-4a75-97f5-504434d76ce0" providerId="ADAL" clId="{AA3C1486-642E-4193-95AF-D7E78E3DA4E9}" dt="2022-06-29T10:28:26.889" v="1349" actId="1076"/>
          <ac:spMkLst>
            <pc:docMk/>
            <pc:sldMk cId="988350274" sldId="4043"/>
            <ac:spMk id="179" creationId="{371396BF-354F-4D95-815B-8F16F3FEA496}"/>
          </ac:spMkLst>
        </pc:spChg>
        <pc:spChg chg="add mod">
          <ac:chgData name="Halan, Mridul" userId="d8402aca-56b7-4a75-97f5-504434d76ce0" providerId="ADAL" clId="{AA3C1486-642E-4193-95AF-D7E78E3DA4E9}" dt="2022-06-29T10:06:06.751" v="1312" actId="1038"/>
          <ac:spMkLst>
            <pc:docMk/>
            <pc:sldMk cId="988350274" sldId="4043"/>
            <ac:spMk id="180" creationId="{7842CD53-BB4F-4F4A-B689-C58E291D9855}"/>
          </ac:spMkLst>
        </pc:spChg>
        <pc:spChg chg="add mod">
          <ac:chgData name="Halan, Mridul" userId="d8402aca-56b7-4a75-97f5-504434d76ce0" providerId="ADAL" clId="{AA3C1486-642E-4193-95AF-D7E78E3DA4E9}" dt="2022-06-29T10:07:54.199" v="1327" actId="1076"/>
          <ac:spMkLst>
            <pc:docMk/>
            <pc:sldMk cId="988350274" sldId="4043"/>
            <ac:spMk id="181" creationId="{3B74E129-C4FB-42AD-911D-B25074211899}"/>
          </ac:spMkLst>
        </pc:spChg>
        <pc:spChg chg="add mod">
          <ac:chgData name="Halan, Mridul" userId="d8402aca-56b7-4a75-97f5-504434d76ce0" providerId="ADAL" clId="{AA3C1486-642E-4193-95AF-D7E78E3DA4E9}" dt="2022-06-29T10:06:06.751" v="1312" actId="1038"/>
          <ac:spMkLst>
            <pc:docMk/>
            <pc:sldMk cId="988350274" sldId="4043"/>
            <ac:spMk id="183" creationId="{72A45BD2-459B-4105-AD93-AF8476B58E4B}"/>
          </ac:spMkLst>
        </pc:spChg>
        <pc:grpChg chg="add del">
          <ac:chgData name="Halan, Mridul" userId="d8402aca-56b7-4a75-97f5-504434d76ce0" providerId="ADAL" clId="{AA3C1486-642E-4193-95AF-D7E78E3DA4E9}" dt="2022-06-29T07:19:13.235" v="169" actId="21"/>
          <ac:grpSpMkLst>
            <pc:docMk/>
            <pc:sldMk cId="988350274" sldId="4043"/>
            <ac:grpSpMk id="85" creationId="{00000000-0000-0000-0000-000000000000}"/>
          </ac:grpSpMkLst>
        </pc:grpChg>
        <pc:grpChg chg="del">
          <ac:chgData name="Halan, Mridul" userId="d8402aca-56b7-4a75-97f5-504434d76ce0" providerId="ADAL" clId="{AA3C1486-642E-4193-95AF-D7E78E3DA4E9}" dt="2022-06-29T07:19:31.622" v="172" actId="21"/>
          <ac:grpSpMkLst>
            <pc:docMk/>
            <pc:sldMk cId="988350274" sldId="4043"/>
            <ac:grpSpMk id="89" creationId="{00000000-0000-0000-0000-000000000000}"/>
          </ac:grpSpMkLst>
        </pc:grpChg>
        <pc:grpChg chg="del">
          <ac:chgData name="Halan, Mridul" userId="d8402aca-56b7-4a75-97f5-504434d76ce0" providerId="ADAL" clId="{AA3C1486-642E-4193-95AF-D7E78E3DA4E9}" dt="2022-06-29T07:19:31.622" v="172" actId="21"/>
          <ac:grpSpMkLst>
            <pc:docMk/>
            <pc:sldMk cId="988350274" sldId="4043"/>
            <ac:grpSpMk id="121" creationId="{00000000-0000-0000-0000-000000000000}"/>
          </ac:grpSpMkLst>
        </pc:grpChg>
        <pc:grpChg chg="del">
          <ac:chgData name="Halan, Mridul" userId="d8402aca-56b7-4a75-97f5-504434d76ce0" providerId="ADAL" clId="{AA3C1486-642E-4193-95AF-D7E78E3DA4E9}" dt="2022-06-29T07:19:31.622" v="172" actId="21"/>
          <ac:grpSpMkLst>
            <pc:docMk/>
            <pc:sldMk cId="988350274" sldId="4043"/>
            <ac:grpSpMk id="143" creationId="{00000000-0000-0000-0000-000000000000}"/>
          </ac:grpSpMkLst>
        </pc:grpChg>
        <pc:grpChg chg="del">
          <ac:chgData name="Halan, Mridul" userId="d8402aca-56b7-4a75-97f5-504434d76ce0" providerId="ADAL" clId="{AA3C1486-642E-4193-95AF-D7E78E3DA4E9}" dt="2022-06-29T07:19:08.065" v="168" actId="21"/>
          <ac:grpSpMkLst>
            <pc:docMk/>
            <pc:sldMk cId="988350274" sldId="4043"/>
            <ac:grpSpMk id="147" creationId="{00000000-0000-0000-0000-000000000000}"/>
          </ac:grpSpMkLst>
        </pc:grpChg>
        <pc:grpChg chg="del">
          <ac:chgData name="Halan, Mridul" userId="d8402aca-56b7-4a75-97f5-504434d76ce0" providerId="ADAL" clId="{AA3C1486-642E-4193-95AF-D7E78E3DA4E9}" dt="2022-06-29T07:19:08.065" v="168" actId="21"/>
          <ac:grpSpMkLst>
            <pc:docMk/>
            <pc:sldMk cId="988350274" sldId="4043"/>
            <ac:grpSpMk id="151" creationId="{00000000-0000-0000-0000-000000000000}"/>
          </ac:grpSpMkLst>
        </pc:grpChg>
        <pc:grpChg chg="del mod">
          <ac:chgData name="Halan, Mridul" userId="d8402aca-56b7-4a75-97f5-504434d76ce0" providerId="ADAL" clId="{AA3C1486-642E-4193-95AF-D7E78E3DA4E9}" dt="2022-06-29T07:17:55.990" v="152" actId="21"/>
          <ac:grpSpMkLst>
            <pc:docMk/>
            <pc:sldMk cId="988350274" sldId="4043"/>
            <ac:grpSpMk id="159" creationId="{00000000-0000-0000-0000-000000000000}"/>
          </ac:grpSpMkLst>
        </pc:grpChg>
        <pc:graphicFrameChg chg="add del mod">
          <ac:chgData name="Halan, Mridul" userId="d8402aca-56b7-4a75-97f5-504434d76ce0" providerId="ADAL" clId="{AA3C1486-642E-4193-95AF-D7E78E3DA4E9}" dt="2022-06-29T07:25:13.200" v="210" actId="21"/>
          <ac:graphicFrameMkLst>
            <pc:docMk/>
            <pc:sldMk cId="988350274" sldId="4043"/>
            <ac:graphicFrameMk id="10" creationId="{9B8D4D62-D7F2-47A0-95C0-40670B03C639}"/>
          </ac:graphicFrameMkLst>
        </pc:graphicFrameChg>
        <pc:graphicFrameChg chg="del">
          <ac:chgData name="Halan, Mridul" userId="d8402aca-56b7-4a75-97f5-504434d76ce0" providerId="ADAL" clId="{AA3C1486-642E-4193-95AF-D7E78E3DA4E9}" dt="2022-06-29T07:05:31.382" v="36" actId="21"/>
          <ac:graphicFrameMkLst>
            <pc:docMk/>
            <pc:sldMk cId="988350274" sldId="4043"/>
            <ac:graphicFrameMk id="113" creationId="{00000000-0000-0000-0000-000000000000}"/>
          </ac:graphicFrameMkLst>
        </pc:graphicFrameChg>
        <pc:graphicFrameChg chg="del">
          <ac:chgData name="Halan, Mridul" userId="d8402aca-56b7-4a75-97f5-504434d76ce0" providerId="ADAL" clId="{AA3C1486-642E-4193-95AF-D7E78E3DA4E9}" dt="2022-06-29T07:05:44.652" v="39" actId="21"/>
          <ac:graphicFrameMkLst>
            <pc:docMk/>
            <pc:sldMk cId="988350274" sldId="4043"/>
            <ac:graphicFrameMk id="114" creationId="{00000000-0000-0000-0000-000000000000}"/>
          </ac:graphicFrameMkLst>
        </pc:graphicFrameChg>
        <pc:graphicFrameChg chg="del">
          <ac:chgData name="Halan, Mridul" userId="d8402aca-56b7-4a75-97f5-504434d76ce0" providerId="ADAL" clId="{AA3C1486-642E-4193-95AF-D7E78E3DA4E9}" dt="2022-06-29T07:05:41.041" v="38" actId="21"/>
          <ac:graphicFrameMkLst>
            <pc:docMk/>
            <pc:sldMk cId="988350274" sldId="4043"/>
            <ac:graphicFrameMk id="115" creationId="{00000000-0000-0000-0000-000000000000}"/>
          </ac:graphicFrameMkLst>
        </pc:graphicFrameChg>
        <pc:graphicFrameChg chg="del">
          <ac:chgData name="Halan, Mridul" userId="d8402aca-56b7-4a75-97f5-504434d76ce0" providerId="ADAL" clId="{AA3C1486-642E-4193-95AF-D7E78E3DA4E9}" dt="2022-06-29T07:05:37.370" v="37" actId="21"/>
          <ac:graphicFrameMkLst>
            <pc:docMk/>
            <pc:sldMk cId="988350274" sldId="4043"/>
            <ac:graphicFrameMk id="116" creationId="{00000000-0000-0000-0000-000000000000}"/>
          </ac:graphicFrameMkLst>
        </pc:graphicFrameChg>
        <pc:graphicFrameChg chg="del">
          <ac:chgData name="Halan, Mridul" userId="d8402aca-56b7-4a75-97f5-504434d76ce0" providerId="ADAL" clId="{AA3C1486-642E-4193-95AF-D7E78E3DA4E9}" dt="2022-06-29T07:05:28.748" v="35" actId="21"/>
          <ac:graphicFrameMkLst>
            <pc:docMk/>
            <pc:sldMk cId="988350274" sldId="4043"/>
            <ac:graphicFrameMk id="117" creationId="{00000000-0000-0000-0000-000000000000}"/>
          </ac:graphicFrameMkLst>
        </pc:graphicFrameChg>
        <pc:graphicFrameChg chg="add del mod">
          <ac:chgData name="Halan, Mridul" userId="d8402aca-56b7-4a75-97f5-504434d76ce0" providerId="ADAL" clId="{AA3C1486-642E-4193-95AF-D7E78E3DA4E9}" dt="2022-06-29T07:17:00.277" v="138" actId="21"/>
          <ac:graphicFrameMkLst>
            <pc:docMk/>
            <pc:sldMk cId="988350274" sldId="4043"/>
            <ac:graphicFrameMk id="165" creationId="{F2E7894A-97D8-49D2-A987-116F3D4CDE3D}"/>
          </ac:graphicFrameMkLst>
        </pc:graphicFrameChg>
        <pc:graphicFrameChg chg="add mod">
          <ac:chgData name="Halan, Mridul" userId="d8402aca-56b7-4a75-97f5-504434d76ce0" providerId="ADAL" clId="{AA3C1486-642E-4193-95AF-D7E78E3DA4E9}" dt="2022-06-30T10:55:31.753" v="3450" actId="1076"/>
          <ac:graphicFrameMkLst>
            <pc:docMk/>
            <pc:sldMk cId="988350274" sldId="4043"/>
            <ac:graphicFrameMk id="167" creationId="{7F59D292-21A3-4B77-9D8B-AE67064A0D4D}"/>
          </ac:graphicFrameMkLst>
        </pc:graphicFrameChg>
        <pc:graphicFrameChg chg="add del mod">
          <ac:chgData name="Halan, Mridul" userId="d8402aca-56b7-4a75-97f5-504434d76ce0" providerId="ADAL" clId="{AA3C1486-642E-4193-95AF-D7E78E3DA4E9}" dt="2022-06-29T07:25:24.212" v="212" actId="21"/>
          <ac:graphicFrameMkLst>
            <pc:docMk/>
            <pc:sldMk cId="988350274" sldId="4043"/>
            <ac:graphicFrameMk id="168" creationId="{95655351-E577-4E74-B4C7-9CB7D07BD1EE}"/>
          </ac:graphicFrameMkLst>
        </pc:graphicFrameChg>
        <pc:graphicFrameChg chg="add mod">
          <ac:chgData name="Halan, Mridul" userId="d8402aca-56b7-4a75-97f5-504434d76ce0" providerId="ADAL" clId="{AA3C1486-642E-4193-95AF-D7E78E3DA4E9}" dt="2022-06-29T10:14:00.716" v="1344" actId="1076"/>
          <ac:graphicFrameMkLst>
            <pc:docMk/>
            <pc:sldMk cId="988350274" sldId="4043"/>
            <ac:graphicFrameMk id="169" creationId="{11209966-5D1A-470D-A461-AA95C55046EC}"/>
          </ac:graphicFrameMkLst>
        </pc:graphicFrameChg>
        <pc:graphicFrameChg chg="add mod">
          <ac:chgData name="Halan, Mridul" userId="d8402aca-56b7-4a75-97f5-504434d76ce0" providerId="ADAL" clId="{AA3C1486-642E-4193-95AF-D7E78E3DA4E9}" dt="2022-06-29T10:06:06.751" v="1312" actId="1038"/>
          <ac:graphicFrameMkLst>
            <pc:docMk/>
            <pc:sldMk cId="988350274" sldId="4043"/>
            <ac:graphicFrameMk id="182" creationId="{C12DF218-3A6D-4758-8002-2617D81D4119}"/>
          </ac:graphicFrameMkLst>
        </pc:graphicFrameChg>
        <pc:picChg chg="add mod">
          <ac:chgData name="Halan, Mridul" userId="d8402aca-56b7-4a75-97f5-504434d76ce0" providerId="ADAL" clId="{AA3C1486-642E-4193-95AF-D7E78E3DA4E9}" dt="2022-06-30T10:45:46.771" v="3442" actId="14100"/>
          <ac:picMkLst>
            <pc:docMk/>
            <pc:sldMk cId="988350274" sldId="4043"/>
            <ac:picMk id="2" creationId="{C1B2926C-5883-44FC-B259-B753DDA94309}"/>
          </ac:picMkLst>
        </pc:picChg>
        <pc:picChg chg="del">
          <ac:chgData name="Halan, Mridul" userId="d8402aca-56b7-4a75-97f5-504434d76ce0" providerId="ADAL" clId="{AA3C1486-642E-4193-95AF-D7E78E3DA4E9}" dt="2022-06-29T07:19:31.622" v="172" actId="21"/>
          <ac:picMkLst>
            <pc:docMk/>
            <pc:sldMk cId="988350274" sldId="4043"/>
            <ac:picMk id="4" creationId="{00000000-0000-0000-0000-000000000000}"/>
          </ac:picMkLst>
        </pc:picChg>
        <pc:picChg chg="del">
          <ac:chgData name="Halan, Mridul" userId="d8402aca-56b7-4a75-97f5-504434d76ce0" providerId="ADAL" clId="{AA3C1486-642E-4193-95AF-D7E78E3DA4E9}" dt="2022-06-29T07:19:31.622" v="172" actId="21"/>
          <ac:picMkLst>
            <pc:docMk/>
            <pc:sldMk cId="988350274" sldId="4043"/>
            <ac:picMk id="8" creationId="{00000000-0000-0000-0000-000000000000}"/>
          </ac:picMkLst>
        </pc:picChg>
        <pc:picChg chg="add mod">
          <ac:chgData name="Halan, Mridul" userId="d8402aca-56b7-4a75-97f5-504434d76ce0" providerId="ADAL" clId="{AA3C1486-642E-4193-95AF-D7E78E3DA4E9}" dt="2022-06-29T10:14:59.291" v="1348" actId="207"/>
          <ac:picMkLst>
            <pc:docMk/>
            <pc:sldMk cId="988350274" sldId="4043"/>
            <ac:picMk id="37" creationId="{10C831DB-587C-4BA8-BF9C-BBE0A7C6834F}"/>
          </ac:picMkLst>
        </pc:picChg>
        <pc:picChg chg="del">
          <ac:chgData name="Halan, Mridul" userId="d8402aca-56b7-4a75-97f5-504434d76ce0" providerId="ADAL" clId="{AA3C1486-642E-4193-95AF-D7E78E3DA4E9}" dt="2022-06-29T07:19:31.622" v="172" actId="21"/>
          <ac:picMkLst>
            <pc:docMk/>
            <pc:sldMk cId="988350274" sldId="4043"/>
            <ac:picMk id="125" creationId="{00000000-0000-0000-0000-000000000000}"/>
          </ac:picMkLst>
        </pc:picChg>
        <pc:picChg chg="del">
          <ac:chgData name="Halan, Mridul" userId="d8402aca-56b7-4a75-97f5-504434d76ce0" providerId="ADAL" clId="{AA3C1486-642E-4193-95AF-D7E78E3DA4E9}" dt="2022-06-29T07:19:31.622" v="172" actId="21"/>
          <ac:picMkLst>
            <pc:docMk/>
            <pc:sldMk cId="988350274" sldId="4043"/>
            <ac:picMk id="126" creationId="{00000000-0000-0000-0000-000000000000}"/>
          </ac:picMkLst>
        </pc:picChg>
        <pc:picChg chg="del">
          <ac:chgData name="Halan, Mridul" userId="d8402aca-56b7-4a75-97f5-504434d76ce0" providerId="ADAL" clId="{AA3C1486-642E-4193-95AF-D7E78E3DA4E9}" dt="2022-06-29T07:19:31.622" v="172" actId="21"/>
          <ac:picMkLst>
            <pc:docMk/>
            <pc:sldMk cId="988350274" sldId="4043"/>
            <ac:picMk id="127" creationId="{00000000-0000-0000-0000-000000000000}"/>
          </ac:picMkLst>
        </pc:picChg>
        <pc:picChg chg="del">
          <ac:chgData name="Halan, Mridul" userId="d8402aca-56b7-4a75-97f5-504434d76ce0" providerId="ADAL" clId="{AA3C1486-642E-4193-95AF-D7E78E3DA4E9}" dt="2022-06-29T07:19:08.065" v="168" actId="21"/>
          <ac:picMkLst>
            <pc:docMk/>
            <pc:sldMk cId="988350274" sldId="4043"/>
            <ac:picMk id="128" creationId="{00000000-0000-0000-0000-000000000000}"/>
          </ac:picMkLst>
        </pc:picChg>
        <pc:picChg chg="del">
          <ac:chgData name="Halan, Mridul" userId="d8402aca-56b7-4a75-97f5-504434d76ce0" providerId="ADAL" clId="{AA3C1486-642E-4193-95AF-D7E78E3DA4E9}" dt="2022-06-29T07:19:08.065" v="168" actId="21"/>
          <ac:picMkLst>
            <pc:docMk/>
            <pc:sldMk cId="988350274" sldId="4043"/>
            <ac:picMk id="129" creationId="{00000000-0000-0000-0000-000000000000}"/>
          </ac:picMkLst>
        </pc:picChg>
        <pc:picChg chg="add del">
          <ac:chgData name="Halan, Mridul" userId="d8402aca-56b7-4a75-97f5-504434d76ce0" providerId="ADAL" clId="{AA3C1486-642E-4193-95AF-D7E78E3DA4E9}" dt="2022-06-29T07:17:41.146" v="147" actId="21"/>
          <ac:picMkLst>
            <pc:docMk/>
            <pc:sldMk cId="988350274" sldId="4043"/>
            <ac:picMk id="131" creationId="{00000000-0000-0000-0000-000000000000}"/>
          </ac:picMkLst>
        </pc:picChg>
        <pc:picChg chg="del">
          <ac:chgData name="Halan, Mridul" userId="d8402aca-56b7-4a75-97f5-504434d76ce0" providerId="ADAL" clId="{AA3C1486-642E-4193-95AF-D7E78E3DA4E9}" dt="2022-06-29T07:17:32.554" v="145" actId="21"/>
          <ac:picMkLst>
            <pc:docMk/>
            <pc:sldMk cId="988350274" sldId="4043"/>
            <ac:picMk id="132" creationId="{00000000-0000-0000-0000-000000000000}"/>
          </ac:picMkLst>
        </pc:picChg>
        <pc:picChg chg="add del">
          <ac:chgData name="Halan, Mridul" userId="d8402aca-56b7-4a75-97f5-504434d76ce0" providerId="ADAL" clId="{AA3C1486-642E-4193-95AF-D7E78E3DA4E9}" dt="2022-06-29T07:17:41.146" v="147" actId="21"/>
          <ac:picMkLst>
            <pc:docMk/>
            <pc:sldMk cId="988350274" sldId="4043"/>
            <ac:picMk id="133" creationId="{00000000-0000-0000-0000-000000000000}"/>
          </ac:picMkLst>
        </pc:picChg>
        <pc:picChg chg="add del">
          <ac:chgData name="Halan, Mridul" userId="d8402aca-56b7-4a75-97f5-504434d76ce0" providerId="ADAL" clId="{AA3C1486-642E-4193-95AF-D7E78E3DA4E9}" dt="2022-06-29T07:17:41.146" v="147" actId="21"/>
          <ac:picMkLst>
            <pc:docMk/>
            <pc:sldMk cId="988350274" sldId="4043"/>
            <ac:picMk id="135" creationId="{00000000-0000-0000-0000-000000000000}"/>
          </ac:picMkLst>
        </pc:picChg>
        <pc:picChg chg="del">
          <ac:chgData name="Halan, Mridul" userId="d8402aca-56b7-4a75-97f5-504434d76ce0" providerId="ADAL" clId="{AA3C1486-642E-4193-95AF-D7E78E3DA4E9}" dt="2022-06-29T07:17:16.629" v="142" actId="21"/>
          <ac:picMkLst>
            <pc:docMk/>
            <pc:sldMk cId="988350274" sldId="4043"/>
            <ac:picMk id="138" creationId="{00000000-0000-0000-0000-000000000000}"/>
          </ac:picMkLst>
        </pc:picChg>
        <pc:picChg chg="add del">
          <ac:chgData name="Halan, Mridul" userId="d8402aca-56b7-4a75-97f5-504434d76ce0" providerId="ADAL" clId="{AA3C1486-642E-4193-95AF-D7E78E3DA4E9}" dt="2022-06-29T07:17:41.146" v="147" actId="21"/>
          <ac:picMkLst>
            <pc:docMk/>
            <pc:sldMk cId="988350274" sldId="4043"/>
            <ac:picMk id="141" creationId="{00000000-0000-0000-0000-000000000000}"/>
          </ac:picMkLst>
        </pc:picChg>
        <pc:picChg chg="del">
          <ac:chgData name="Halan, Mridul" userId="d8402aca-56b7-4a75-97f5-504434d76ce0" providerId="ADAL" clId="{AA3C1486-642E-4193-95AF-D7E78E3DA4E9}" dt="2022-06-29T07:19:08.065" v="168" actId="21"/>
          <ac:picMkLst>
            <pc:docMk/>
            <pc:sldMk cId="988350274" sldId="4043"/>
            <ac:picMk id="155" creationId="{00000000-0000-0000-0000-000000000000}"/>
          </ac:picMkLst>
        </pc:picChg>
        <pc:picChg chg="del">
          <ac:chgData name="Halan, Mridul" userId="d8402aca-56b7-4a75-97f5-504434d76ce0" providerId="ADAL" clId="{AA3C1486-642E-4193-95AF-D7E78E3DA4E9}" dt="2022-06-29T07:19:08.065" v="168" actId="21"/>
          <ac:picMkLst>
            <pc:docMk/>
            <pc:sldMk cId="988350274" sldId="4043"/>
            <ac:picMk id="157" creationId="{00000000-0000-0000-0000-000000000000}"/>
          </ac:picMkLst>
        </pc:picChg>
        <pc:picChg chg="add del mod">
          <ac:chgData name="Halan, Mridul" userId="d8402aca-56b7-4a75-97f5-504434d76ce0" providerId="ADAL" clId="{AA3C1486-642E-4193-95AF-D7E78E3DA4E9}" dt="2022-06-29T07:35:25.383" v="416" actId="21"/>
          <ac:picMkLst>
            <pc:docMk/>
            <pc:sldMk cId="988350274" sldId="4043"/>
            <ac:picMk id="175" creationId="{47AFB01B-5A66-4B8D-847B-277A7EDED387}"/>
          </ac:picMkLst>
        </pc:picChg>
        <pc:picChg chg="add mod">
          <ac:chgData name="Halan, Mridul" userId="d8402aca-56b7-4a75-97f5-504434d76ce0" providerId="ADAL" clId="{AA3C1486-642E-4193-95AF-D7E78E3DA4E9}" dt="2022-06-29T10:10:51.920" v="1340" actId="207"/>
          <ac:picMkLst>
            <pc:docMk/>
            <pc:sldMk cId="988350274" sldId="4043"/>
            <ac:picMk id="186" creationId="{B8AB9160-F0EE-4C29-95BB-BF7260924C58}"/>
          </ac:picMkLst>
        </pc:picChg>
        <pc:picChg chg="add del mod">
          <ac:chgData name="Halan, Mridul" userId="d8402aca-56b7-4a75-97f5-504434d76ce0" providerId="ADAL" clId="{AA3C1486-642E-4193-95AF-D7E78E3DA4E9}" dt="2022-06-29T10:09:54.155" v="1334"/>
          <ac:picMkLst>
            <pc:docMk/>
            <pc:sldMk cId="988350274" sldId="4043"/>
            <ac:picMk id="187" creationId="{9E32B1E4-044E-4031-8088-1F11288AA5E6}"/>
          </ac:picMkLst>
        </pc:picChg>
        <pc:picChg chg="add mod">
          <ac:chgData name="Halan, Mridul" userId="d8402aca-56b7-4a75-97f5-504434d76ce0" providerId="ADAL" clId="{AA3C1486-642E-4193-95AF-D7E78E3DA4E9}" dt="2022-06-29T10:10:01.664" v="1336" actId="1076"/>
          <ac:picMkLst>
            <pc:docMk/>
            <pc:sldMk cId="988350274" sldId="4043"/>
            <ac:picMk id="188" creationId="{39E6AD4F-AAD9-44ED-9ECE-B4C59D00944E}"/>
          </ac:picMkLst>
        </pc:picChg>
        <pc:picChg chg="add del mod">
          <ac:chgData name="Halan, Mridul" userId="d8402aca-56b7-4a75-97f5-504434d76ce0" providerId="ADAL" clId="{AA3C1486-642E-4193-95AF-D7E78E3DA4E9}" dt="2022-06-30T10:42:22.962" v="3434" actId="21"/>
          <ac:picMkLst>
            <pc:docMk/>
            <pc:sldMk cId="988350274" sldId="4043"/>
            <ac:picMk id="189" creationId="{3FF50421-6A62-49E3-A198-BD39C9A779B8}"/>
          </ac:picMkLst>
        </pc:picChg>
        <pc:picChg chg="add mod">
          <ac:chgData name="Halan, Mridul" userId="d8402aca-56b7-4a75-97f5-504434d76ce0" providerId="ADAL" clId="{AA3C1486-642E-4193-95AF-D7E78E3DA4E9}" dt="2022-06-29T10:07:45.386" v="1324" actId="1076"/>
          <ac:picMkLst>
            <pc:docMk/>
            <pc:sldMk cId="988350274" sldId="4043"/>
            <ac:picMk id="1026" creationId="{EE2819C2-9D86-4DB3-98F4-91E9B585A0B2}"/>
          </ac:picMkLst>
        </pc:picChg>
        <pc:picChg chg="add mod">
          <ac:chgData name="Halan, Mridul" userId="d8402aca-56b7-4a75-97f5-504434d76ce0" providerId="ADAL" clId="{AA3C1486-642E-4193-95AF-D7E78E3DA4E9}" dt="2022-06-29T10:07:33.344" v="1322" actId="1076"/>
          <ac:picMkLst>
            <pc:docMk/>
            <pc:sldMk cId="988350274" sldId="4043"/>
            <ac:picMk id="1028" creationId="{0735F724-96C0-4EE1-B1D3-2437944CC343}"/>
          </ac:picMkLst>
        </pc:picChg>
        <pc:picChg chg="add mod">
          <ac:chgData name="Halan, Mridul" userId="d8402aca-56b7-4a75-97f5-504434d76ce0" providerId="ADAL" clId="{AA3C1486-642E-4193-95AF-D7E78E3DA4E9}" dt="2022-06-29T10:07:12.104" v="1317" actId="1076"/>
          <ac:picMkLst>
            <pc:docMk/>
            <pc:sldMk cId="988350274" sldId="4043"/>
            <ac:picMk id="1030" creationId="{3F3871DC-C46A-4445-A31E-D7F2647427AF}"/>
          </ac:picMkLst>
        </pc:picChg>
        <pc:cxnChg chg="add del">
          <ac:chgData name="Halan, Mridul" userId="d8402aca-56b7-4a75-97f5-504434d76ce0" providerId="ADAL" clId="{AA3C1486-642E-4193-95AF-D7E78E3DA4E9}" dt="2022-06-29T07:56:14.213" v="1070" actId="21"/>
          <ac:cxnSpMkLst>
            <pc:docMk/>
            <pc:sldMk cId="988350274" sldId="4043"/>
            <ac:cxnSpMk id="26" creationId="{7B200E7F-9F7A-4F60-8D20-7F4A3A0BDA38}"/>
          </ac:cxnSpMkLst>
        </pc:cxnChg>
        <pc:cxnChg chg="del">
          <ac:chgData name="Halan, Mridul" userId="d8402aca-56b7-4a75-97f5-504434d76ce0" providerId="ADAL" clId="{AA3C1486-642E-4193-95AF-D7E78E3DA4E9}" dt="2022-06-29T07:18:06.678" v="155" actId="21"/>
          <ac:cxnSpMkLst>
            <pc:docMk/>
            <pc:sldMk cId="988350274" sldId="4043"/>
            <ac:cxnSpMk id="90" creationId="{00000000-0000-0000-0000-000000000000}"/>
          </ac:cxnSpMkLst>
        </pc:cxnChg>
        <pc:cxnChg chg="del">
          <ac:chgData name="Halan, Mridul" userId="d8402aca-56b7-4a75-97f5-504434d76ce0" providerId="ADAL" clId="{AA3C1486-642E-4193-95AF-D7E78E3DA4E9}" dt="2022-06-29T07:18:03.919" v="154" actId="21"/>
          <ac:cxnSpMkLst>
            <pc:docMk/>
            <pc:sldMk cId="988350274" sldId="4043"/>
            <ac:cxnSpMk id="91" creationId="{00000000-0000-0000-0000-000000000000}"/>
          </ac:cxnSpMkLst>
        </pc:cxnChg>
        <pc:cxnChg chg="add del mod">
          <ac:chgData name="Halan, Mridul" userId="d8402aca-56b7-4a75-97f5-504434d76ce0" providerId="ADAL" clId="{AA3C1486-642E-4193-95AF-D7E78E3DA4E9}" dt="2022-06-29T07:54:43.123" v="1018" actId="21"/>
          <ac:cxnSpMkLst>
            <pc:docMk/>
            <pc:sldMk cId="988350274" sldId="4043"/>
            <ac:cxnSpMk id="172" creationId="{2CCE8221-06DA-45EA-A84C-15EA40F7EB8F}"/>
          </ac:cxnSpMkLst>
        </pc:cxnChg>
        <pc:cxnChg chg="add del mod">
          <ac:chgData name="Halan, Mridul" userId="d8402aca-56b7-4a75-97f5-504434d76ce0" providerId="ADAL" clId="{AA3C1486-642E-4193-95AF-D7E78E3DA4E9}" dt="2022-06-29T07:54:46.122" v="1019" actId="21"/>
          <ac:cxnSpMkLst>
            <pc:docMk/>
            <pc:sldMk cId="988350274" sldId="4043"/>
            <ac:cxnSpMk id="173" creationId="{35AC0F1D-F28F-491B-8C2C-031367B6D4EE}"/>
          </ac:cxnSpMkLst>
        </pc:cxnChg>
        <pc:cxnChg chg="add mod">
          <ac:chgData name="Halan, Mridul" userId="d8402aca-56b7-4a75-97f5-504434d76ce0" providerId="ADAL" clId="{AA3C1486-642E-4193-95AF-D7E78E3DA4E9}" dt="2022-06-29T10:06:06.751" v="1312" actId="1038"/>
          <ac:cxnSpMkLst>
            <pc:docMk/>
            <pc:sldMk cId="988350274" sldId="4043"/>
            <ac:cxnSpMk id="184" creationId="{1FD01A50-9F01-4B90-B4BC-1AD3644B9C94}"/>
          </ac:cxnSpMkLst>
        </pc:cxnChg>
        <pc:cxnChg chg="add mod">
          <ac:chgData name="Halan, Mridul" userId="d8402aca-56b7-4a75-97f5-504434d76ce0" providerId="ADAL" clId="{AA3C1486-642E-4193-95AF-D7E78E3DA4E9}" dt="2022-06-29T10:06:06.751" v="1312" actId="1038"/>
          <ac:cxnSpMkLst>
            <pc:docMk/>
            <pc:sldMk cId="988350274" sldId="4043"/>
            <ac:cxnSpMk id="185" creationId="{A13D4A84-531D-47C0-B0D9-18A3928BC6CC}"/>
          </ac:cxnSpMkLst>
        </pc:cxnChg>
      </pc:sldChg>
      <pc:sldChg chg="addSp delSp modSp del mod">
        <pc:chgData name="Halan, Mridul" userId="d8402aca-56b7-4a75-97f5-504434d76ce0" providerId="ADAL" clId="{AA3C1486-642E-4193-95AF-D7E78E3DA4E9}" dt="2022-07-02T11:25:47.828" v="7244" actId="2696"/>
        <pc:sldMkLst>
          <pc:docMk/>
          <pc:sldMk cId="1313580258" sldId="4044"/>
        </pc:sldMkLst>
        <pc:spChg chg="mod">
          <ac:chgData name="Halan, Mridul" userId="d8402aca-56b7-4a75-97f5-504434d76ce0" providerId="ADAL" clId="{AA3C1486-642E-4193-95AF-D7E78E3DA4E9}" dt="2022-07-02T11:22:23.522" v="7233" actId="20577"/>
          <ac:spMkLst>
            <pc:docMk/>
            <pc:sldMk cId="1313580258" sldId="4044"/>
            <ac:spMk id="2" creationId="{F02F82D5-2DA0-494A-8694-A4C176CFA13A}"/>
          </ac:spMkLst>
        </pc:spChg>
        <pc:spChg chg="del mod">
          <ac:chgData name="Halan, Mridul" userId="d8402aca-56b7-4a75-97f5-504434d76ce0" providerId="ADAL" clId="{AA3C1486-642E-4193-95AF-D7E78E3DA4E9}" dt="2022-07-02T11:17:41.014" v="7163" actId="21"/>
          <ac:spMkLst>
            <pc:docMk/>
            <pc:sldMk cId="1313580258" sldId="4044"/>
            <ac:spMk id="3" creationId="{E303F832-A0D8-4E61-A7C4-B3015B3AADCE}"/>
          </ac:spMkLst>
        </pc:spChg>
        <pc:graphicFrameChg chg="add del mod modGraphic">
          <ac:chgData name="Halan, Mridul" userId="d8402aca-56b7-4a75-97f5-504434d76ce0" providerId="ADAL" clId="{AA3C1486-642E-4193-95AF-D7E78E3DA4E9}" dt="2022-07-02T11:23:16.617" v="7240" actId="113"/>
          <ac:graphicFrameMkLst>
            <pc:docMk/>
            <pc:sldMk cId="1313580258" sldId="4044"/>
            <ac:graphicFrameMk id="4" creationId="{0D3E0BFC-B3EC-4D3D-96B4-A257FC0B1C11}"/>
          </ac:graphicFrameMkLst>
        </pc:graphicFrameChg>
      </pc:sldChg>
      <pc:sldChg chg="delSp modSp add del mod">
        <pc:chgData name="Halan, Mridul" userId="d8402aca-56b7-4a75-97f5-504434d76ce0" providerId="ADAL" clId="{AA3C1486-642E-4193-95AF-D7E78E3DA4E9}" dt="2022-07-04T15:45:41.592" v="10830" actId="2696"/>
        <pc:sldMkLst>
          <pc:docMk/>
          <pc:sldMk cId="2882452749" sldId="4044"/>
        </pc:sldMkLst>
        <pc:graphicFrameChg chg="del mod">
          <ac:chgData name="Halan, Mridul" userId="d8402aca-56b7-4a75-97f5-504434d76ce0" providerId="ADAL" clId="{AA3C1486-642E-4193-95AF-D7E78E3DA4E9}" dt="2022-07-04T15:45:29.606" v="10817" actId="21"/>
          <ac:graphicFrameMkLst>
            <pc:docMk/>
            <pc:sldMk cId="2882452749" sldId="4044"/>
            <ac:graphicFrameMk id="4" creationId="{0D3E0BFC-B3EC-4D3D-96B4-A257FC0B1C11}"/>
          </ac:graphicFrameMkLst>
        </pc:graphicFrameChg>
      </pc:sldChg>
      <pc:sldChg chg="addSp delSp modSp add mod">
        <pc:chgData name="Halan, Mridul" userId="d8402aca-56b7-4a75-97f5-504434d76ce0" providerId="ADAL" clId="{AA3C1486-642E-4193-95AF-D7E78E3DA4E9}" dt="2022-06-30T08:49:14.362" v="3347" actId="14100"/>
        <pc:sldMkLst>
          <pc:docMk/>
          <pc:sldMk cId="185551404" sldId="4045"/>
        </pc:sldMkLst>
        <pc:spChg chg="mod">
          <ac:chgData name="Halan, Mridul" userId="d8402aca-56b7-4a75-97f5-504434d76ce0" providerId="ADAL" clId="{AA3C1486-642E-4193-95AF-D7E78E3DA4E9}" dt="2022-06-30T07:08:49.713" v="1862" actId="1076"/>
          <ac:spMkLst>
            <pc:docMk/>
            <pc:sldMk cId="185551404" sldId="4045"/>
            <ac:spMk id="2" creationId="{9EFDF1B9-E062-4194-B9AD-599B50A33613}"/>
          </ac:spMkLst>
        </pc:spChg>
        <pc:spChg chg="del">
          <ac:chgData name="Halan, Mridul" userId="d8402aca-56b7-4a75-97f5-504434d76ce0" providerId="ADAL" clId="{AA3C1486-642E-4193-95AF-D7E78E3DA4E9}" dt="2022-06-30T06:56:10.161" v="1677" actId="21"/>
          <ac:spMkLst>
            <pc:docMk/>
            <pc:sldMk cId="185551404" sldId="4045"/>
            <ac:spMk id="3" creationId="{5FA4D51D-CC6C-4617-B1DC-648D7261DEC0}"/>
          </ac:spMkLst>
        </pc:spChg>
        <pc:spChg chg="del">
          <ac:chgData name="Halan, Mridul" userId="d8402aca-56b7-4a75-97f5-504434d76ce0" providerId="ADAL" clId="{AA3C1486-642E-4193-95AF-D7E78E3DA4E9}" dt="2022-06-30T06:56:10.161" v="1677" actId="21"/>
          <ac:spMkLst>
            <pc:docMk/>
            <pc:sldMk cId="185551404" sldId="4045"/>
            <ac:spMk id="11" creationId="{7F2F4DD5-B013-43EF-940B-0DB000C7E34E}"/>
          </ac:spMkLst>
        </pc:spChg>
        <pc:spChg chg="del">
          <ac:chgData name="Halan, Mridul" userId="d8402aca-56b7-4a75-97f5-504434d76ce0" providerId="ADAL" clId="{AA3C1486-642E-4193-95AF-D7E78E3DA4E9}" dt="2022-06-30T06:56:10.161" v="1677" actId="21"/>
          <ac:spMkLst>
            <pc:docMk/>
            <pc:sldMk cId="185551404" sldId="4045"/>
            <ac:spMk id="55" creationId="{C5329C22-0C97-4484-94E0-23AEC80E6643}"/>
          </ac:spMkLst>
        </pc:spChg>
        <pc:spChg chg="del">
          <ac:chgData name="Halan, Mridul" userId="d8402aca-56b7-4a75-97f5-504434d76ce0" providerId="ADAL" clId="{AA3C1486-642E-4193-95AF-D7E78E3DA4E9}" dt="2022-06-30T06:56:10.161" v="1677" actId="21"/>
          <ac:spMkLst>
            <pc:docMk/>
            <pc:sldMk cId="185551404" sldId="4045"/>
            <ac:spMk id="62" creationId="{6EB9C241-D337-404B-9E5B-3DD65E12D676}"/>
          </ac:spMkLst>
        </pc:spChg>
        <pc:spChg chg="add mod">
          <ac:chgData name="Halan, Mridul" userId="d8402aca-56b7-4a75-97f5-504434d76ce0" providerId="ADAL" clId="{AA3C1486-642E-4193-95AF-D7E78E3DA4E9}" dt="2022-06-30T07:37:12.527" v="2808" actId="1036"/>
          <ac:spMkLst>
            <pc:docMk/>
            <pc:sldMk cId="185551404" sldId="4045"/>
            <ac:spMk id="65" creationId="{6784F241-04A4-4887-BCC7-86EACC030245}"/>
          </ac:spMkLst>
        </pc:spChg>
        <pc:spChg chg="add mod">
          <ac:chgData name="Halan, Mridul" userId="d8402aca-56b7-4a75-97f5-504434d76ce0" providerId="ADAL" clId="{AA3C1486-642E-4193-95AF-D7E78E3DA4E9}" dt="2022-06-30T07:37:12.527" v="2808" actId="1036"/>
          <ac:spMkLst>
            <pc:docMk/>
            <pc:sldMk cId="185551404" sldId="4045"/>
            <ac:spMk id="66" creationId="{1184B9B5-73B6-4341-B22F-581E15EE213E}"/>
          </ac:spMkLst>
        </pc:spChg>
        <pc:spChg chg="del">
          <ac:chgData name="Halan, Mridul" userId="d8402aca-56b7-4a75-97f5-504434d76ce0" providerId="ADAL" clId="{AA3C1486-642E-4193-95AF-D7E78E3DA4E9}" dt="2022-06-30T06:56:10.161" v="1677" actId="21"/>
          <ac:spMkLst>
            <pc:docMk/>
            <pc:sldMk cId="185551404" sldId="4045"/>
            <ac:spMk id="67" creationId="{53051261-FD2F-4C0C-8727-3B4978333BC6}"/>
          </ac:spMkLst>
        </pc:spChg>
        <pc:spChg chg="del">
          <ac:chgData name="Halan, Mridul" userId="d8402aca-56b7-4a75-97f5-504434d76ce0" providerId="ADAL" clId="{AA3C1486-642E-4193-95AF-D7E78E3DA4E9}" dt="2022-06-30T06:56:10.161" v="1677" actId="21"/>
          <ac:spMkLst>
            <pc:docMk/>
            <pc:sldMk cId="185551404" sldId="4045"/>
            <ac:spMk id="68" creationId="{214BFEDF-498C-454C-B94F-1789388F7237}"/>
          </ac:spMkLst>
        </pc:spChg>
        <pc:spChg chg="add mod">
          <ac:chgData name="Halan, Mridul" userId="d8402aca-56b7-4a75-97f5-504434d76ce0" providerId="ADAL" clId="{AA3C1486-642E-4193-95AF-D7E78E3DA4E9}" dt="2022-06-30T07:37:12.527" v="2808" actId="1036"/>
          <ac:spMkLst>
            <pc:docMk/>
            <pc:sldMk cId="185551404" sldId="4045"/>
            <ac:spMk id="69" creationId="{A8B05FA7-4BCB-4C54-B302-6AFADC6D928C}"/>
          </ac:spMkLst>
        </pc:spChg>
        <pc:spChg chg="add mod">
          <ac:chgData name="Halan, Mridul" userId="d8402aca-56b7-4a75-97f5-504434d76ce0" providerId="ADAL" clId="{AA3C1486-642E-4193-95AF-D7E78E3DA4E9}" dt="2022-06-30T07:46:46.704" v="3132" actId="14100"/>
          <ac:spMkLst>
            <pc:docMk/>
            <pc:sldMk cId="185551404" sldId="4045"/>
            <ac:spMk id="71" creationId="{47A46A9C-077D-4B0B-8C27-2BFD8B712DEB}"/>
          </ac:spMkLst>
        </pc:spChg>
        <pc:spChg chg="del">
          <ac:chgData name="Halan, Mridul" userId="d8402aca-56b7-4a75-97f5-504434d76ce0" providerId="ADAL" clId="{AA3C1486-642E-4193-95AF-D7E78E3DA4E9}" dt="2022-06-30T06:56:10.161" v="1677" actId="21"/>
          <ac:spMkLst>
            <pc:docMk/>
            <pc:sldMk cId="185551404" sldId="4045"/>
            <ac:spMk id="81" creationId="{BA533B7D-C69C-400C-ABF1-4FC2A314365F}"/>
          </ac:spMkLst>
        </pc:spChg>
        <pc:spChg chg="del">
          <ac:chgData name="Halan, Mridul" userId="d8402aca-56b7-4a75-97f5-504434d76ce0" providerId="ADAL" clId="{AA3C1486-642E-4193-95AF-D7E78E3DA4E9}" dt="2022-06-30T06:56:10.161" v="1677" actId="21"/>
          <ac:spMkLst>
            <pc:docMk/>
            <pc:sldMk cId="185551404" sldId="4045"/>
            <ac:spMk id="89" creationId="{63AE868E-03DF-4DDD-ADB0-D9033F3160B7}"/>
          </ac:spMkLst>
        </pc:spChg>
        <pc:spChg chg="add mod">
          <ac:chgData name="Halan, Mridul" userId="d8402aca-56b7-4a75-97f5-504434d76ce0" providerId="ADAL" clId="{AA3C1486-642E-4193-95AF-D7E78E3DA4E9}" dt="2022-06-30T07:37:12.527" v="2808" actId="1036"/>
          <ac:spMkLst>
            <pc:docMk/>
            <pc:sldMk cId="185551404" sldId="4045"/>
            <ac:spMk id="96" creationId="{170C246A-6412-4C26-A13E-B02C9B85B83F}"/>
          </ac:spMkLst>
        </pc:spChg>
        <pc:spChg chg="add mod">
          <ac:chgData name="Halan, Mridul" userId="d8402aca-56b7-4a75-97f5-504434d76ce0" providerId="ADAL" clId="{AA3C1486-642E-4193-95AF-D7E78E3DA4E9}" dt="2022-06-30T07:37:12.527" v="2808" actId="1036"/>
          <ac:spMkLst>
            <pc:docMk/>
            <pc:sldMk cId="185551404" sldId="4045"/>
            <ac:spMk id="97" creationId="{1206597C-1746-439D-A032-B584D0464F71}"/>
          </ac:spMkLst>
        </pc:spChg>
        <pc:spChg chg="add mod">
          <ac:chgData name="Halan, Mridul" userId="d8402aca-56b7-4a75-97f5-504434d76ce0" providerId="ADAL" clId="{AA3C1486-642E-4193-95AF-D7E78E3DA4E9}" dt="2022-06-30T07:37:12.527" v="2808" actId="1036"/>
          <ac:spMkLst>
            <pc:docMk/>
            <pc:sldMk cId="185551404" sldId="4045"/>
            <ac:spMk id="98" creationId="{F12BB2A2-9AC1-431F-98FE-55AAB32D9025}"/>
          </ac:spMkLst>
        </pc:spChg>
        <pc:spChg chg="add mod">
          <ac:chgData name="Halan, Mridul" userId="d8402aca-56b7-4a75-97f5-504434d76ce0" providerId="ADAL" clId="{AA3C1486-642E-4193-95AF-D7E78E3DA4E9}" dt="2022-06-30T07:37:12.527" v="2808" actId="1036"/>
          <ac:spMkLst>
            <pc:docMk/>
            <pc:sldMk cId="185551404" sldId="4045"/>
            <ac:spMk id="99" creationId="{35C83CD7-28D5-4956-B67B-6C3DCF1E9F1D}"/>
          </ac:spMkLst>
        </pc:spChg>
        <pc:spChg chg="add mod">
          <ac:chgData name="Halan, Mridul" userId="d8402aca-56b7-4a75-97f5-504434d76ce0" providerId="ADAL" clId="{AA3C1486-642E-4193-95AF-D7E78E3DA4E9}" dt="2022-06-30T07:37:12.527" v="2808" actId="1036"/>
          <ac:spMkLst>
            <pc:docMk/>
            <pc:sldMk cId="185551404" sldId="4045"/>
            <ac:spMk id="100" creationId="{9E06AA3D-AA8D-4D48-8596-02BB52D22AC1}"/>
          </ac:spMkLst>
        </pc:spChg>
        <pc:spChg chg="add mod">
          <ac:chgData name="Halan, Mridul" userId="d8402aca-56b7-4a75-97f5-504434d76ce0" providerId="ADAL" clId="{AA3C1486-642E-4193-95AF-D7E78E3DA4E9}" dt="2022-06-30T07:46:50.887" v="3133" actId="14100"/>
          <ac:spMkLst>
            <pc:docMk/>
            <pc:sldMk cId="185551404" sldId="4045"/>
            <ac:spMk id="101" creationId="{0CBF3B29-235E-4C49-B8D4-75978240AAF7}"/>
          </ac:spMkLst>
        </pc:spChg>
        <pc:spChg chg="add mod">
          <ac:chgData name="Halan, Mridul" userId="d8402aca-56b7-4a75-97f5-504434d76ce0" providerId="ADAL" clId="{AA3C1486-642E-4193-95AF-D7E78E3DA4E9}" dt="2022-06-30T07:38:37.611" v="2869" actId="20577"/>
          <ac:spMkLst>
            <pc:docMk/>
            <pc:sldMk cId="185551404" sldId="4045"/>
            <ac:spMk id="102" creationId="{B1EC1AB5-1741-429C-A6DE-98288C32E837}"/>
          </ac:spMkLst>
        </pc:spChg>
        <pc:spChg chg="add mod">
          <ac:chgData name="Halan, Mridul" userId="d8402aca-56b7-4a75-97f5-504434d76ce0" providerId="ADAL" clId="{AA3C1486-642E-4193-95AF-D7E78E3DA4E9}" dt="2022-06-30T07:38:25.062" v="2854" actId="1038"/>
          <ac:spMkLst>
            <pc:docMk/>
            <pc:sldMk cId="185551404" sldId="4045"/>
            <ac:spMk id="103" creationId="{89C7D33A-43C1-4711-9DCE-11DFC3D5E70A}"/>
          </ac:spMkLst>
        </pc:spChg>
        <pc:spChg chg="add mod">
          <ac:chgData name="Halan, Mridul" userId="d8402aca-56b7-4a75-97f5-504434d76ce0" providerId="ADAL" clId="{AA3C1486-642E-4193-95AF-D7E78E3DA4E9}" dt="2022-06-30T07:38:25.062" v="2854" actId="1038"/>
          <ac:spMkLst>
            <pc:docMk/>
            <pc:sldMk cId="185551404" sldId="4045"/>
            <ac:spMk id="104" creationId="{DB4C21B9-AD54-4313-BC34-E5BE3EB16C3F}"/>
          </ac:spMkLst>
        </pc:spChg>
        <pc:spChg chg="add mod">
          <ac:chgData name="Halan, Mridul" userId="d8402aca-56b7-4a75-97f5-504434d76ce0" providerId="ADAL" clId="{AA3C1486-642E-4193-95AF-D7E78E3DA4E9}" dt="2022-06-30T07:58:45.252" v="3317" actId="207"/>
          <ac:spMkLst>
            <pc:docMk/>
            <pc:sldMk cId="185551404" sldId="4045"/>
            <ac:spMk id="105" creationId="{880D3A7C-DD92-4F05-BE94-06B03D173987}"/>
          </ac:spMkLst>
        </pc:spChg>
        <pc:spChg chg="add mod">
          <ac:chgData name="Halan, Mridul" userId="d8402aca-56b7-4a75-97f5-504434d76ce0" providerId="ADAL" clId="{AA3C1486-642E-4193-95AF-D7E78E3DA4E9}" dt="2022-06-30T07:38:25.062" v="2854" actId="1038"/>
          <ac:spMkLst>
            <pc:docMk/>
            <pc:sldMk cId="185551404" sldId="4045"/>
            <ac:spMk id="106" creationId="{0E24CBED-B56A-4E65-89CE-B0E3B4F75720}"/>
          </ac:spMkLst>
        </pc:spChg>
        <pc:spChg chg="add mod">
          <ac:chgData name="Halan, Mridul" userId="d8402aca-56b7-4a75-97f5-504434d76ce0" providerId="ADAL" clId="{AA3C1486-642E-4193-95AF-D7E78E3DA4E9}" dt="2022-06-30T07:38:25.062" v="2854" actId="1038"/>
          <ac:spMkLst>
            <pc:docMk/>
            <pc:sldMk cId="185551404" sldId="4045"/>
            <ac:spMk id="107" creationId="{9AE503C3-4C34-4E63-8107-34365F1E7285}"/>
          </ac:spMkLst>
        </pc:spChg>
        <pc:spChg chg="add mod">
          <ac:chgData name="Halan, Mridul" userId="d8402aca-56b7-4a75-97f5-504434d76ce0" providerId="ADAL" clId="{AA3C1486-642E-4193-95AF-D7E78E3DA4E9}" dt="2022-06-30T07:37:12.527" v="2808" actId="1036"/>
          <ac:spMkLst>
            <pc:docMk/>
            <pc:sldMk cId="185551404" sldId="4045"/>
            <ac:spMk id="114" creationId="{788438AB-3306-4238-BAAF-DE2F152B16DB}"/>
          </ac:spMkLst>
        </pc:spChg>
        <pc:spChg chg="add mod">
          <ac:chgData name="Halan, Mridul" userId="d8402aca-56b7-4a75-97f5-504434d76ce0" providerId="ADAL" clId="{AA3C1486-642E-4193-95AF-D7E78E3DA4E9}" dt="2022-06-30T07:37:12.527" v="2808" actId="1036"/>
          <ac:spMkLst>
            <pc:docMk/>
            <pc:sldMk cId="185551404" sldId="4045"/>
            <ac:spMk id="127" creationId="{104BA2A3-8EF3-46B4-B468-B843DA27E9A5}"/>
          </ac:spMkLst>
        </pc:spChg>
        <pc:spChg chg="add mod">
          <ac:chgData name="Halan, Mridul" userId="d8402aca-56b7-4a75-97f5-504434d76ce0" providerId="ADAL" clId="{AA3C1486-642E-4193-95AF-D7E78E3DA4E9}" dt="2022-06-30T07:37:12.527" v="2808" actId="1036"/>
          <ac:spMkLst>
            <pc:docMk/>
            <pc:sldMk cId="185551404" sldId="4045"/>
            <ac:spMk id="132" creationId="{6406A2D1-BBB9-4A11-BBB8-6B69AF7DB04C}"/>
          </ac:spMkLst>
        </pc:spChg>
        <pc:spChg chg="add mod">
          <ac:chgData name="Halan, Mridul" userId="d8402aca-56b7-4a75-97f5-504434d76ce0" providerId="ADAL" clId="{AA3C1486-642E-4193-95AF-D7E78E3DA4E9}" dt="2022-06-30T07:37:12.527" v="2808" actId="1036"/>
          <ac:spMkLst>
            <pc:docMk/>
            <pc:sldMk cId="185551404" sldId="4045"/>
            <ac:spMk id="133" creationId="{BDA6EF5D-E792-4234-9C63-2E47706060F9}"/>
          </ac:spMkLst>
        </pc:spChg>
        <pc:spChg chg="add mod">
          <ac:chgData name="Halan, Mridul" userId="d8402aca-56b7-4a75-97f5-504434d76ce0" providerId="ADAL" clId="{AA3C1486-642E-4193-95AF-D7E78E3DA4E9}" dt="2022-06-30T07:37:12.527" v="2808" actId="1036"/>
          <ac:spMkLst>
            <pc:docMk/>
            <pc:sldMk cId="185551404" sldId="4045"/>
            <ac:spMk id="135" creationId="{5E7C5A0E-0FC3-463C-88D6-FDD0E25D95FF}"/>
          </ac:spMkLst>
        </pc:spChg>
        <pc:spChg chg="add mod">
          <ac:chgData name="Halan, Mridul" userId="d8402aca-56b7-4a75-97f5-504434d76ce0" providerId="ADAL" clId="{AA3C1486-642E-4193-95AF-D7E78E3DA4E9}" dt="2022-06-30T07:37:12.527" v="2808" actId="1036"/>
          <ac:spMkLst>
            <pc:docMk/>
            <pc:sldMk cId="185551404" sldId="4045"/>
            <ac:spMk id="136" creationId="{26394603-CE97-48DE-8D4E-B8C78EFBDAE2}"/>
          </ac:spMkLst>
        </pc:spChg>
        <pc:spChg chg="add mod">
          <ac:chgData name="Halan, Mridul" userId="d8402aca-56b7-4a75-97f5-504434d76ce0" providerId="ADAL" clId="{AA3C1486-642E-4193-95AF-D7E78E3DA4E9}" dt="2022-06-30T07:37:12.527" v="2808" actId="1036"/>
          <ac:spMkLst>
            <pc:docMk/>
            <pc:sldMk cId="185551404" sldId="4045"/>
            <ac:spMk id="137" creationId="{FF29C8DF-DA07-4C78-A76D-948144A60B16}"/>
          </ac:spMkLst>
        </pc:spChg>
        <pc:spChg chg="add mod">
          <ac:chgData name="Halan, Mridul" userId="d8402aca-56b7-4a75-97f5-504434d76ce0" providerId="ADAL" clId="{AA3C1486-642E-4193-95AF-D7E78E3DA4E9}" dt="2022-06-30T07:37:12.527" v="2808" actId="1036"/>
          <ac:spMkLst>
            <pc:docMk/>
            <pc:sldMk cId="185551404" sldId="4045"/>
            <ac:spMk id="138" creationId="{8EB4BE75-0505-4FBD-9540-E396B3B65954}"/>
          </ac:spMkLst>
        </pc:spChg>
        <pc:spChg chg="add mod">
          <ac:chgData name="Halan, Mridul" userId="d8402aca-56b7-4a75-97f5-504434d76ce0" providerId="ADAL" clId="{AA3C1486-642E-4193-95AF-D7E78E3DA4E9}" dt="2022-06-30T07:37:12.527" v="2808" actId="1036"/>
          <ac:spMkLst>
            <pc:docMk/>
            <pc:sldMk cId="185551404" sldId="4045"/>
            <ac:spMk id="140" creationId="{9E1C490B-1C4C-436C-BFEE-8047D1F92DEF}"/>
          </ac:spMkLst>
        </pc:spChg>
        <pc:spChg chg="add mod">
          <ac:chgData name="Halan, Mridul" userId="d8402aca-56b7-4a75-97f5-504434d76ce0" providerId="ADAL" clId="{AA3C1486-642E-4193-95AF-D7E78E3DA4E9}" dt="2022-06-30T07:37:12.527" v="2808" actId="1036"/>
          <ac:spMkLst>
            <pc:docMk/>
            <pc:sldMk cId="185551404" sldId="4045"/>
            <ac:spMk id="141" creationId="{18EF659F-2E8E-4C15-BFEA-A4646A7FA4D6}"/>
          </ac:spMkLst>
        </pc:spChg>
        <pc:spChg chg="add mod">
          <ac:chgData name="Halan, Mridul" userId="d8402aca-56b7-4a75-97f5-504434d76ce0" providerId="ADAL" clId="{AA3C1486-642E-4193-95AF-D7E78E3DA4E9}" dt="2022-06-30T07:37:12.527" v="2808" actId="1036"/>
          <ac:spMkLst>
            <pc:docMk/>
            <pc:sldMk cId="185551404" sldId="4045"/>
            <ac:spMk id="142" creationId="{F81AC404-7D3F-4631-A196-3987C06E97ED}"/>
          </ac:spMkLst>
        </pc:spChg>
        <pc:spChg chg="add mod">
          <ac:chgData name="Halan, Mridul" userId="d8402aca-56b7-4a75-97f5-504434d76ce0" providerId="ADAL" clId="{AA3C1486-642E-4193-95AF-D7E78E3DA4E9}" dt="2022-06-30T07:37:12.527" v="2808" actId="1036"/>
          <ac:spMkLst>
            <pc:docMk/>
            <pc:sldMk cId="185551404" sldId="4045"/>
            <ac:spMk id="143" creationId="{5C565BB5-5BF1-4FD8-B946-66240BE4FE9F}"/>
          </ac:spMkLst>
        </pc:spChg>
        <pc:spChg chg="add mod">
          <ac:chgData name="Halan, Mridul" userId="d8402aca-56b7-4a75-97f5-504434d76ce0" providerId="ADAL" clId="{AA3C1486-642E-4193-95AF-D7E78E3DA4E9}" dt="2022-06-30T07:37:12.527" v="2808" actId="1036"/>
          <ac:spMkLst>
            <pc:docMk/>
            <pc:sldMk cId="185551404" sldId="4045"/>
            <ac:spMk id="144" creationId="{AB6CD02E-9BBE-43E3-BD2F-1AE2024D9C70}"/>
          </ac:spMkLst>
        </pc:spChg>
        <pc:spChg chg="add mod">
          <ac:chgData name="Halan, Mridul" userId="d8402aca-56b7-4a75-97f5-504434d76ce0" providerId="ADAL" clId="{AA3C1486-642E-4193-95AF-D7E78E3DA4E9}" dt="2022-06-30T07:47:01.888" v="3146" actId="1036"/>
          <ac:spMkLst>
            <pc:docMk/>
            <pc:sldMk cId="185551404" sldId="4045"/>
            <ac:spMk id="154" creationId="{4A926501-EC40-4BE4-A531-C2B07B8101BE}"/>
          </ac:spMkLst>
        </pc:spChg>
        <pc:spChg chg="add mod">
          <ac:chgData name="Halan, Mridul" userId="d8402aca-56b7-4a75-97f5-504434d76ce0" providerId="ADAL" clId="{AA3C1486-642E-4193-95AF-D7E78E3DA4E9}" dt="2022-06-30T07:47:01.888" v="3146" actId="1036"/>
          <ac:spMkLst>
            <pc:docMk/>
            <pc:sldMk cId="185551404" sldId="4045"/>
            <ac:spMk id="155" creationId="{3128A7FB-7AE0-4788-97B1-2E8A07492C21}"/>
          </ac:spMkLst>
        </pc:spChg>
        <pc:spChg chg="add mod">
          <ac:chgData name="Halan, Mridul" userId="d8402aca-56b7-4a75-97f5-504434d76ce0" providerId="ADAL" clId="{AA3C1486-642E-4193-95AF-D7E78E3DA4E9}" dt="2022-06-30T07:47:01.888" v="3146" actId="1036"/>
          <ac:spMkLst>
            <pc:docMk/>
            <pc:sldMk cId="185551404" sldId="4045"/>
            <ac:spMk id="156" creationId="{AF591297-EB04-423E-BF86-571C66E58499}"/>
          </ac:spMkLst>
        </pc:spChg>
        <pc:spChg chg="add mod">
          <ac:chgData name="Halan, Mridul" userId="d8402aca-56b7-4a75-97f5-504434d76ce0" providerId="ADAL" clId="{AA3C1486-642E-4193-95AF-D7E78E3DA4E9}" dt="2022-06-30T07:47:01.888" v="3146" actId="1036"/>
          <ac:spMkLst>
            <pc:docMk/>
            <pc:sldMk cId="185551404" sldId="4045"/>
            <ac:spMk id="157" creationId="{1396B55C-7A58-45AD-97B8-A09A6AD74F49}"/>
          </ac:spMkLst>
        </pc:spChg>
        <pc:spChg chg="add mod">
          <ac:chgData name="Halan, Mridul" userId="d8402aca-56b7-4a75-97f5-504434d76ce0" providerId="ADAL" clId="{AA3C1486-642E-4193-95AF-D7E78E3DA4E9}" dt="2022-06-30T07:47:01.888" v="3146" actId="1036"/>
          <ac:spMkLst>
            <pc:docMk/>
            <pc:sldMk cId="185551404" sldId="4045"/>
            <ac:spMk id="158" creationId="{3FAFDEEB-1917-41EE-B69D-B4B0E506AF47}"/>
          </ac:spMkLst>
        </pc:spChg>
        <pc:spChg chg="add mod">
          <ac:chgData name="Halan, Mridul" userId="d8402aca-56b7-4a75-97f5-504434d76ce0" providerId="ADAL" clId="{AA3C1486-642E-4193-95AF-D7E78E3DA4E9}" dt="2022-06-30T07:47:01.888" v="3146" actId="1036"/>
          <ac:spMkLst>
            <pc:docMk/>
            <pc:sldMk cId="185551404" sldId="4045"/>
            <ac:spMk id="159" creationId="{305885EF-22D0-4EBA-8E13-2F23C09FB1F3}"/>
          </ac:spMkLst>
        </pc:spChg>
        <pc:spChg chg="add mod">
          <ac:chgData name="Halan, Mridul" userId="d8402aca-56b7-4a75-97f5-504434d76ce0" providerId="ADAL" clId="{AA3C1486-642E-4193-95AF-D7E78E3DA4E9}" dt="2022-06-30T07:37:12.527" v="2808" actId="1036"/>
          <ac:spMkLst>
            <pc:docMk/>
            <pc:sldMk cId="185551404" sldId="4045"/>
            <ac:spMk id="1024" creationId="{6B5B9703-BE8E-4155-AF82-58B62F4E44A6}"/>
          </ac:spMkLst>
        </pc:spChg>
        <pc:spChg chg="add mod">
          <ac:chgData name="Halan, Mridul" userId="d8402aca-56b7-4a75-97f5-504434d76ce0" providerId="ADAL" clId="{AA3C1486-642E-4193-95AF-D7E78E3DA4E9}" dt="2022-06-30T07:47:09.336" v="3147" actId="1076"/>
          <ac:spMkLst>
            <pc:docMk/>
            <pc:sldMk cId="185551404" sldId="4045"/>
            <ac:spMk id="1025" creationId="{1D71A7A5-17D6-43B2-B8AE-CD4BD6D96056}"/>
          </ac:spMkLst>
        </pc:spChg>
        <pc:spChg chg="add del mod">
          <ac:chgData name="Halan, Mridul" userId="d8402aca-56b7-4a75-97f5-504434d76ce0" providerId="ADAL" clId="{AA3C1486-642E-4193-95AF-D7E78E3DA4E9}" dt="2022-06-30T08:47:46.020" v="3320" actId="21"/>
          <ac:spMkLst>
            <pc:docMk/>
            <pc:sldMk cId="185551404" sldId="4045"/>
            <ac:spMk id="1032" creationId="{BCF95A18-F8F7-4DEF-9FF6-72BEFDCC6954}"/>
          </ac:spMkLst>
        </pc:spChg>
        <pc:spChg chg="add mod">
          <ac:chgData name="Halan, Mridul" userId="d8402aca-56b7-4a75-97f5-504434d76ce0" providerId="ADAL" clId="{AA3C1486-642E-4193-95AF-D7E78E3DA4E9}" dt="2022-06-30T08:49:14.362" v="3347" actId="14100"/>
          <ac:spMkLst>
            <pc:docMk/>
            <pc:sldMk cId="185551404" sldId="4045"/>
            <ac:spMk id="1033" creationId="{47EE8225-EF12-4DC2-87E4-C2F6EFDFE558}"/>
          </ac:spMkLst>
        </pc:spChg>
        <pc:grpChg chg="del">
          <ac:chgData name="Halan, Mridul" userId="d8402aca-56b7-4a75-97f5-504434d76ce0" providerId="ADAL" clId="{AA3C1486-642E-4193-95AF-D7E78E3DA4E9}" dt="2022-06-30T06:56:10.161" v="1677" actId="21"/>
          <ac:grpSpMkLst>
            <pc:docMk/>
            <pc:sldMk cId="185551404" sldId="4045"/>
            <ac:grpSpMk id="4" creationId="{1A90BB6A-C90F-4723-910B-BD676B7B300B}"/>
          </ac:grpSpMkLst>
        </pc:grpChg>
        <pc:grpChg chg="del">
          <ac:chgData name="Halan, Mridul" userId="d8402aca-56b7-4a75-97f5-504434d76ce0" providerId="ADAL" clId="{AA3C1486-642E-4193-95AF-D7E78E3DA4E9}" dt="2022-06-30T06:56:10.161" v="1677" actId="21"/>
          <ac:grpSpMkLst>
            <pc:docMk/>
            <pc:sldMk cId="185551404" sldId="4045"/>
            <ac:grpSpMk id="14" creationId="{31DC5002-05E3-4375-8B57-BFFBF5413E5F}"/>
          </ac:grpSpMkLst>
        </pc:grpChg>
        <pc:grpChg chg="del">
          <ac:chgData name="Halan, Mridul" userId="d8402aca-56b7-4a75-97f5-504434d76ce0" providerId="ADAL" clId="{AA3C1486-642E-4193-95AF-D7E78E3DA4E9}" dt="2022-06-30T06:56:10.161" v="1677" actId="21"/>
          <ac:grpSpMkLst>
            <pc:docMk/>
            <pc:sldMk cId="185551404" sldId="4045"/>
            <ac:grpSpMk id="17" creationId="{1988012B-294B-42C5-8935-9F6BF5759206}"/>
          </ac:grpSpMkLst>
        </pc:grpChg>
        <pc:grpChg chg="del">
          <ac:chgData name="Halan, Mridul" userId="d8402aca-56b7-4a75-97f5-504434d76ce0" providerId="ADAL" clId="{AA3C1486-642E-4193-95AF-D7E78E3DA4E9}" dt="2022-06-30T06:56:10.161" v="1677" actId="21"/>
          <ac:grpSpMkLst>
            <pc:docMk/>
            <pc:sldMk cId="185551404" sldId="4045"/>
            <ac:grpSpMk id="20" creationId="{6B5C55D9-F668-4652-961F-68F9A63010B3}"/>
          </ac:grpSpMkLst>
        </pc:grpChg>
        <pc:grpChg chg="del">
          <ac:chgData name="Halan, Mridul" userId="d8402aca-56b7-4a75-97f5-504434d76ce0" providerId="ADAL" clId="{AA3C1486-642E-4193-95AF-D7E78E3DA4E9}" dt="2022-06-30T06:56:10.161" v="1677" actId="21"/>
          <ac:grpSpMkLst>
            <pc:docMk/>
            <pc:sldMk cId="185551404" sldId="4045"/>
            <ac:grpSpMk id="23" creationId="{78DFA01A-EE9A-4D5E-8266-F6C29569FF57}"/>
          </ac:grpSpMkLst>
        </pc:grpChg>
        <pc:grpChg chg="del">
          <ac:chgData name="Halan, Mridul" userId="d8402aca-56b7-4a75-97f5-504434d76ce0" providerId="ADAL" clId="{AA3C1486-642E-4193-95AF-D7E78E3DA4E9}" dt="2022-06-30T06:56:10.161" v="1677" actId="21"/>
          <ac:grpSpMkLst>
            <pc:docMk/>
            <pc:sldMk cId="185551404" sldId="4045"/>
            <ac:grpSpMk id="26" creationId="{A23BE9DC-68BD-40DC-9B1A-8B479C5D1FBF}"/>
          </ac:grpSpMkLst>
        </pc:grpChg>
        <pc:grpChg chg="del">
          <ac:chgData name="Halan, Mridul" userId="d8402aca-56b7-4a75-97f5-504434d76ce0" providerId="ADAL" clId="{AA3C1486-642E-4193-95AF-D7E78E3DA4E9}" dt="2022-06-30T06:56:10.161" v="1677" actId="21"/>
          <ac:grpSpMkLst>
            <pc:docMk/>
            <pc:sldMk cId="185551404" sldId="4045"/>
            <ac:grpSpMk id="31" creationId="{89CE592D-171D-4F84-AD4C-49A90D88CB9A}"/>
          </ac:grpSpMkLst>
        </pc:grpChg>
        <pc:grpChg chg="del">
          <ac:chgData name="Halan, Mridul" userId="d8402aca-56b7-4a75-97f5-504434d76ce0" providerId="ADAL" clId="{AA3C1486-642E-4193-95AF-D7E78E3DA4E9}" dt="2022-06-30T06:56:10.161" v="1677" actId="21"/>
          <ac:grpSpMkLst>
            <pc:docMk/>
            <pc:sldMk cId="185551404" sldId="4045"/>
            <ac:grpSpMk id="37" creationId="{AED19324-2FC2-4D86-AB70-67B3C6A5F4C2}"/>
          </ac:grpSpMkLst>
        </pc:grpChg>
        <pc:grpChg chg="del">
          <ac:chgData name="Halan, Mridul" userId="d8402aca-56b7-4a75-97f5-504434d76ce0" providerId="ADAL" clId="{AA3C1486-642E-4193-95AF-D7E78E3DA4E9}" dt="2022-06-30T06:56:10.161" v="1677" actId="21"/>
          <ac:grpSpMkLst>
            <pc:docMk/>
            <pc:sldMk cId="185551404" sldId="4045"/>
            <ac:grpSpMk id="43" creationId="{D5DF4765-A473-4662-8A10-B603896EFA1C}"/>
          </ac:grpSpMkLst>
        </pc:grpChg>
        <pc:grpChg chg="del">
          <ac:chgData name="Halan, Mridul" userId="d8402aca-56b7-4a75-97f5-504434d76ce0" providerId="ADAL" clId="{AA3C1486-642E-4193-95AF-D7E78E3DA4E9}" dt="2022-06-30T06:56:10.161" v="1677" actId="21"/>
          <ac:grpSpMkLst>
            <pc:docMk/>
            <pc:sldMk cId="185551404" sldId="4045"/>
            <ac:grpSpMk id="49" creationId="{1537FFC4-07D0-496E-8D5A-3AA4FAE1D34A}"/>
          </ac:grpSpMkLst>
        </pc:grpChg>
        <pc:grpChg chg="del">
          <ac:chgData name="Halan, Mridul" userId="d8402aca-56b7-4a75-97f5-504434d76ce0" providerId="ADAL" clId="{AA3C1486-642E-4193-95AF-D7E78E3DA4E9}" dt="2022-06-30T06:56:10.161" v="1677" actId="21"/>
          <ac:grpSpMkLst>
            <pc:docMk/>
            <pc:sldMk cId="185551404" sldId="4045"/>
            <ac:grpSpMk id="57" creationId="{47CFE5A6-782C-40A6-A2D1-B4DD0BAD4F50}"/>
          </ac:grpSpMkLst>
        </pc:grpChg>
        <pc:grpChg chg="del">
          <ac:chgData name="Halan, Mridul" userId="d8402aca-56b7-4a75-97f5-504434d76ce0" providerId="ADAL" clId="{AA3C1486-642E-4193-95AF-D7E78E3DA4E9}" dt="2022-06-30T06:56:10.161" v="1677" actId="21"/>
          <ac:grpSpMkLst>
            <pc:docMk/>
            <pc:sldMk cId="185551404" sldId="4045"/>
            <ac:grpSpMk id="75" creationId="{27FA0890-CDDF-431D-A167-CD710122DF24}"/>
          </ac:grpSpMkLst>
        </pc:grpChg>
        <pc:grpChg chg="del">
          <ac:chgData name="Halan, Mridul" userId="d8402aca-56b7-4a75-97f5-504434d76ce0" providerId="ADAL" clId="{AA3C1486-642E-4193-95AF-D7E78E3DA4E9}" dt="2022-06-30T06:56:10.161" v="1677" actId="21"/>
          <ac:grpSpMkLst>
            <pc:docMk/>
            <pc:sldMk cId="185551404" sldId="4045"/>
            <ac:grpSpMk id="82" creationId="{3DACE492-12DC-4BA3-8CC9-8D2FE7F11218}"/>
          </ac:grpSpMkLst>
        </pc:grpChg>
        <pc:picChg chg="del">
          <ac:chgData name="Halan, Mridul" userId="d8402aca-56b7-4a75-97f5-504434d76ce0" providerId="ADAL" clId="{AA3C1486-642E-4193-95AF-D7E78E3DA4E9}" dt="2022-06-30T06:56:10.161" v="1677" actId="21"/>
          <ac:picMkLst>
            <pc:docMk/>
            <pc:sldMk cId="185551404" sldId="4045"/>
            <ac:picMk id="29" creationId="{1CA822E0-1DA9-43E7-9091-F16F0090D2EF}"/>
          </ac:picMkLst>
        </pc:picChg>
        <pc:picChg chg="del">
          <ac:chgData name="Halan, Mridul" userId="d8402aca-56b7-4a75-97f5-504434d76ce0" providerId="ADAL" clId="{AA3C1486-642E-4193-95AF-D7E78E3DA4E9}" dt="2022-06-30T06:56:10.161" v="1677" actId="21"/>
          <ac:picMkLst>
            <pc:docMk/>
            <pc:sldMk cId="185551404" sldId="4045"/>
            <ac:picMk id="30" creationId="{EF6FF010-A98F-479F-B1D6-CC326A30FF9B}"/>
          </ac:picMkLst>
        </pc:picChg>
        <pc:picChg chg="del">
          <ac:chgData name="Halan, Mridul" userId="d8402aca-56b7-4a75-97f5-504434d76ce0" providerId="ADAL" clId="{AA3C1486-642E-4193-95AF-D7E78E3DA4E9}" dt="2022-06-30T06:56:10.161" v="1677" actId="21"/>
          <ac:picMkLst>
            <pc:docMk/>
            <pc:sldMk cId="185551404" sldId="4045"/>
            <ac:picMk id="60" creationId="{D020071C-2612-4E3E-BBB2-F49F288EE510}"/>
          </ac:picMkLst>
        </pc:picChg>
        <pc:picChg chg="add mod">
          <ac:chgData name="Halan, Mridul" userId="d8402aca-56b7-4a75-97f5-504434d76ce0" providerId="ADAL" clId="{AA3C1486-642E-4193-95AF-D7E78E3DA4E9}" dt="2022-06-30T07:37:12.527" v="2808" actId="1036"/>
          <ac:picMkLst>
            <pc:docMk/>
            <pc:sldMk cId="185551404" sldId="4045"/>
            <ac:picMk id="61" creationId="{4B1A7554-B151-42B3-95BC-0ABA92BA38F1}"/>
          </ac:picMkLst>
        </pc:picChg>
        <pc:picChg chg="add mod">
          <ac:chgData name="Halan, Mridul" userId="d8402aca-56b7-4a75-97f5-504434d76ce0" providerId="ADAL" clId="{AA3C1486-642E-4193-95AF-D7E78E3DA4E9}" dt="2022-06-30T07:37:12.527" v="2808" actId="1036"/>
          <ac:picMkLst>
            <pc:docMk/>
            <pc:sldMk cId="185551404" sldId="4045"/>
            <ac:picMk id="64" creationId="{F61A29E1-EB77-46CD-96BA-1E22F811DF1A}"/>
          </ac:picMkLst>
        </pc:picChg>
        <pc:picChg chg="add del mod">
          <ac:chgData name="Halan, Mridul" userId="d8402aca-56b7-4a75-97f5-504434d76ce0" providerId="ADAL" clId="{AA3C1486-642E-4193-95AF-D7E78E3DA4E9}" dt="2022-06-30T07:02:31.667" v="1746" actId="21"/>
          <ac:picMkLst>
            <pc:docMk/>
            <pc:sldMk cId="185551404" sldId="4045"/>
            <ac:picMk id="90" creationId="{D33BB0BA-0E52-4E01-853A-D584FB1CABBC}"/>
          </ac:picMkLst>
        </pc:picChg>
        <pc:picChg chg="add mod">
          <ac:chgData name="Halan, Mridul" userId="d8402aca-56b7-4a75-97f5-504434d76ce0" providerId="ADAL" clId="{AA3C1486-642E-4193-95AF-D7E78E3DA4E9}" dt="2022-06-30T07:37:12.527" v="2808" actId="1036"/>
          <ac:picMkLst>
            <pc:docMk/>
            <pc:sldMk cId="185551404" sldId="4045"/>
            <ac:picMk id="92" creationId="{5DE54B04-F1C7-4490-B152-05C0EBD22289}"/>
          </ac:picMkLst>
        </pc:picChg>
        <pc:picChg chg="add mod">
          <ac:chgData name="Halan, Mridul" userId="d8402aca-56b7-4a75-97f5-504434d76ce0" providerId="ADAL" clId="{AA3C1486-642E-4193-95AF-D7E78E3DA4E9}" dt="2022-06-30T07:37:12.527" v="2808" actId="1036"/>
          <ac:picMkLst>
            <pc:docMk/>
            <pc:sldMk cId="185551404" sldId="4045"/>
            <ac:picMk id="93" creationId="{06D81A45-4E5E-4ABE-AC09-47699142872E}"/>
          </ac:picMkLst>
        </pc:picChg>
        <pc:picChg chg="add mod">
          <ac:chgData name="Halan, Mridul" userId="d8402aca-56b7-4a75-97f5-504434d76ce0" providerId="ADAL" clId="{AA3C1486-642E-4193-95AF-D7E78E3DA4E9}" dt="2022-06-30T07:37:12.527" v="2808" actId="1036"/>
          <ac:picMkLst>
            <pc:docMk/>
            <pc:sldMk cId="185551404" sldId="4045"/>
            <ac:picMk id="94" creationId="{3733E1FE-46BD-49B9-B812-AA8980851E3B}"/>
          </ac:picMkLst>
        </pc:picChg>
        <pc:picChg chg="add mod">
          <ac:chgData name="Halan, Mridul" userId="d8402aca-56b7-4a75-97f5-504434d76ce0" providerId="ADAL" clId="{AA3C1486-642E-4193-95AF-D7E78E3DA4E9}" dt="2022-06-30T08:49:08.615" v="3346" actId="1035"/>
          <ac:picMkLst>
            <pc:docMk/>
            <pc:sldMk cId="185551404" sldId="4045"/>
            <ac:picMk id="95" creationId="{921C6F5E-AC5D-4AD5-A91C-2E44D361F7E0}"/>
          </ac:picMkLst>
        </pc:picChg>
        <pc:picChg chg="del">
          <ac:chgData name="Halan, Mridul" userId="d8402aca-56b7-4a75-97f5-504434d76ce0" providerId="ADAL" clId="{AA3C1486-642E-4193-95AF-D7E78E3DA4E9}" dt="2022-06-30T06:56:10.161" v="1677" actId="21"/>
          <ac:picMkLst>
            <pc:docMk/>
            <pc:sldMk cId="185551404" sldId="4045"/>
            <ac:picMk id="1026" creationId="{585EE154-67CE-48E9-9F23-753316468794}"/>
          </ac:picMkLst>
        </pc:picChg>
        <pc:picChg chg="del">
          <ac:chgData name="Halan, Mridul" userId="d8402aca-56b7-4a75-97f5-504434d76ce0" providerId="ADAL" clId="{AA3C1486-642E-4193-95AF-D7E78E3DA4E9}" dt="2022-06-30T06:56:10.161" v="1677" actId="21"/>
          <ac:picMkLst>
            <pc:docMk/>
            <pc:sldMk cId="185551404" sldId="4045"/>
            <ac:picMk id="5122" creationId="{66F81BCF-22FA-47CD-8B27-87E83A47F27E}"/>
          </ac:picMkLst>
        </pc:picChg>
        <pc:picChg chg="add mod">
          <ac:chgData name="Halan, Mridul" userId="d8402aca-56b7-4a75-97f5-504434d76ce0" providerId="ADAL" clId="{AA3C1486-642E-4193-95AF-D7E78E3DA4E9}" dt="2022-06-30T07:37:12.527" v="2808" actId="1036"/>
          <ac:picMkLst>
            <pc:docMk/>
            <pc:sldMk cId="185551404" sldId="4045"/>
            <ac:picMk id="91138" creationId="{37E21AE9-859D-40B6-BA7C-F3E5421A795D}"/>
          </ac:picMkLst>
        </pc:picChg>
        <pc:picChg chg="add mod">
          <ac:chgData name="Halan, Mridul" userId="d8402aca-56b7-4a75-97f5-504434d76ce0" providerId="ADAL" clId="{AA3C1486-642E-4193-95AF-D7E78E3DA4E9}" dt="2022-06-30T08:49:08.615" v="3346" actId="1035"/>
          <ac:picMkLst>
            <pc:docMk/>
            <pc:sldMk cId="185551404" sldId="4045"/>
            <ac:picMk id="91140" creationId="{E00E3F43-18E6-4F2D-8AEC-2B3FA95D77FC}"/>
          </ac:picMkLst>
        </pc:picChg>
        <pc:cxnChg chg="del">
          <ac:chgData name="Halan, Mridul" userId="d8402aca-56b7-4a75-97f5-504434d76ce0" providerId="ADAL" clId="{AA3C1486-642E-4193-95AF-D7E78E3DA4E9}" dt="2022-06-30T06:56:10.161" v="1677" actId="21"/>
          <ac:cxnSpMkLst>
            <pc:docMk/>
            <pc:sldMk cId="185551404" sldId="4045"/>
            <ac:cxnSpMk id="10" creationId="{4F3F5B78-9077-460F-8F1A-BFB5CFC2F9E0}"/>
          </ac:cxnSpMkLst>
        </pc:cxnChg>
        <pc:cxnChg chg="del">
          <ac:chgData name="Halan, Mridul" userId="d8402aca-56b7-4a75-97f5-504434d76ce0" providerId="ADAL" clId="{AA3C1486-642E-4193-95AF-D7E78E3DA4E9}" dt="2022-06-30T06:56:10.161" v="1677" actId="21"/>
          <ac:cxnSpMkLst>
            <pc:docMk/>
            <pc:sldMk cId="185551404" sldId="4045"/>
            <ac:cxnSpMk id="12" creationId="{85EC24F8-1C53-405F-8F4A-FC2B12893269}"/>
          </ac:cxnSpMkLst>
        </pc:cxnChg>
        <pc:cxnChg chg="del">
          <ac:chgData name="Halan, Mridul" userId="d8402aca-56b7-4a75-97f5-504434d76ce0" providerId="ADAL" clId="{AA3C1486-642E-4193-95AF-D7E78E3DA4E9}" dt="2022-06-30T06:56:10.161" v="1677" actId="21"/>
          <ac:cxnSpMkLst>
            <pc:docMk/>
            <pc:sldMk cId="185551404" sldId="4045"/>
            <ac:cxnSpMk id="13" creationId="{259DFBAD-62B1-4D49-8181-C166419D027B}"/>
          </ac:cxnSpMkLst>
        </pc:cxnChg>
        <pc:cxnChg chg="del">
          <ac:chgData name="Halan, Mridul" userId="d8402aca-56b7-4a75-97f5-504434d76ce0" providerId="ADAL" clId="{AA3C1486-642E-4193-95AF-D7E78E3DA4E9}" dt="2022-06-30T06:56:10.161" v="1677" actId="21"/>
          <ac:cxnSpMkLst>
            <pc:docMk/>
            <pc:sldMk cId="185551404" sldId="4045"/>
            <ac:cxnSpMk id="70" creationId="{18B18028-74BC-4CE6-868E-449A96B920ED}"/>
          </ac:cxnSpMkLst>
        </pc:cxnChg>
        <pc:cxnChg chg="add mod">
          <ac:chgData name="Halan, Mridul" userId="d8402aca-56b7-4a75-97f5-504434d76ce0" providerId="ADAL" clId="{AA3C1486-642E-4193-95AF-D7E78E3DA4E9}" dt="2022-06-30T07:37:12.527" v="2808" actId="1036"/>
          <ac:cxnSpMkLst>
            <pc:docMk/>
            <pc:sldMk cId="185551404" sldId="4045"/>
            <ac:cxnSpMk id="73" creationId="{FCCE4A44-1EBF-45D2-9D57-1E18E4CAABFC}"/>
          </ac:cxnSpMkLst>
        </pc:cxnChg>
        <pc:cxnChg chg="del">
          <ac:chgData name="Halan, Mridul" userId="d8402aca-56b7-4a75-97f5-504434d76ce0" providerId="ADAL" clId="{AA3C1486-642E-4193-95AF-D7E78E3DA4E9}" dt="2022-06-30T06:56:10.161" v="1677" actId="21"/>
          <ac:cxnSpMkLst>
            <pc:docMk/>
            <pc:sldMk cId="185551404" sldId="4045"/>
            <ac:cxnSpMk id="91" creationId="{0C4D3812-377C-47B7-B3F6-FAF3E6B0DC4E}"/>
          </ac:cxnSpMkLst>
        </pc:cxnChg>
        <pc:cxnChg chg="add mod">
          <ac:chgData name="Halan, Mridul" userId="d8402aca-56b7-4a75-97f5-504434d76ce0" providerId="ADAL" clId="{AA3C1486-642E-4193-95AF-D7E78E3DA4E9}" dt="2022-06-30T07:37:12.527" v="2808" actId="1036"/>
          <ac:cxnSpMkLst>
            <pc:docMk/>
            <pc:sldMk cId="185551404" sldId="4045"/>
            <ac:cxnSpMk id="111" creationId="{899DDF4C-14B5-4313-B7A0-70D43504727E}"/>
          </ac:cxnSpMkLst>
        </pc:cxnChg>
        <pc:cxnChg chg="add mod">
          <ac:chgData name="Halan, Mridul" userId="d8402aca-56b7-4a75-97f5-504434d76ce0" providerId="ADAL" clId="{AA3C1486-642E-4193-95AF-D7E78E3DA4E9}" dt="2022-06-30T07:37:12.527" v="2808" actId="1036"/>
          <ac:cxnSpMkLst>
            <pc:docMk/>
            <pc:sldMk cId="185551404" sldId="4045"/>
            <ac:cxnSpMk id="113" creationId="{EF13671A-8C06-4F22-8F24-462D182E41F5}"/>
          </ac:cxnSpMkLst>
        </pc:cxnChg>
        <pc:cxnChg chg="add mod">
          <ac:chgData name="Halan, Mridul" userId="d8402aca-56b7-4a75-97f5-504434d76ce0" providerId="ADAL" clId="{AA3C1486-642E-4193-95AF-D7E78E3DA4E9}" dt="2022-06-30T07:37:12.527" v="2808" actId="1036"/>
          <ac:cxnSpMkLst>
            <pc:docMk/>
            <pc:sldMk cId="185551404" sldId="4045"/>
            <ac:cxnSpMk id="115" creationId="{7DACCBA2-CBF7-4F9E-BE8F-F736366F321A}"/>
          </ac:cxnSpMkLst>
        </pc:cxnChg>
        <pc:cxnChg chg="add mod">
          <ac:chgData name="Halan, Mridul" userId="d8402aca-56b7-4a75-97f5-504434d76ce0" providerId="ADAL" clId="{AA3C1486-642E-4193-95AF-D7E78E3DA4E9}" dt="2022-06-30T07:37:12.527" v="2808" actId="1036"/>
          <ac:cxnSpMkLst>
            <pc:docMk/>
            <pc:sldMk cId="185551404" sldId="4045"/>
            <ac:cxnSpMk id="117" creationId="{24B2E33B-AF9D-4F2A-A0D8-384124AFB54A}"/>
          </ac:cxnSpMkLst>
        </pc:cxnChg>
        <pc:cxnChg chg="add mod">
          <ac:chgData name="Halan, Mridul" userId="d8402aca-56b7-4a75-97f5-504434d76ce0" providerId="ADAL" clId="{AA3C1486-642E-4193-95AF-D7E78E3DA4E9}" dt="2022-06-30T07:37:12.527" v="2808" actId="1036"/>
          <ac:cxnSpMkLst>
            <pc:docMk/>
            <pc:sldMk cId="185551404" sldId="4045"/>
            <ac:cxnSpMk id="118" creationId="{ADC10F22-4054-426C-8DFE-659238F3C3AD}"/>
          </ac:cxnSpMkLst>
        </pc:cxnChg>
        <pc:cxnChg chg="add mod">
          <ac:chgData name="Halan, Mridul" userId="d8402aca-56b7-4a75-97f5-504434d76ce0" providerId="ADAL" clId="{AA3C1486-642E-4193-95AF-D7E78E3DA4E9}" dt="2022-06-30T07:37:12.527" v="2808" actId="1036"/>
          <ac:cxnSpMkLst>
            <pc:docMk/>
            <pc:sldMk cId="185551404" sldId="4045"/>
            <ac:cxnSpMk id="126" creationId="{E9D5D2D3-26A2-47ED-A5E6-778E66A740B2}"/>
          </ac:cxnSpMkLst>
        </pc:cxnChg>
        <pc:cxnChg chg="add mod">
          <ac:chgData name="Halan, Mridul" userId="d8402aca-56b7-4a75-97f5-504434d76ce0" providerId="ADAL" clId="{AA3C1486-642E-4193-95AF-D7E78E3DA4E9}" dt="2022-06-30T07:37:12.527" v="2808" actId="1036"/>
          <ac:cxnSpMkLst>
            <pc:docMk/>
            <pc:sldMk cId="185551404" sldId="4045"/>
            <ac:cxnSpMk id="128" creationId="{8C092882-B60E-41BA-A7D1-AB5AD20482D3}"/>
          </ac:cxnSpMkLst>
        </pc:cxnChg>
        <pc:cxnChg chg="add mod">
          <ac:chgData name="Halan, Mridul" userId="d8402aca-56b7-4a75-97f5-504434d76ce0" providerId="ADAL" clId="{AA3C1486-642E-4193-95AF-D7E78E3DA4E9}" dt="2022-06-30T07:39:44.394" v="2898" actId="1037"/>
          <ac:cxnSpMkLst>
            <pc:docMk/>
            <pc:sldMk cId="185551404" sldId="4045"/>
            <ac:cxnSpMk id="151" creationId="{64B255F9-9483-4FC0-AF57-C41BE0AE7CD0}"/>
          </ac:cxnSpMkLst>
        </pc:cxnChg>
        <pc:cxnChg chg="add mod">
          <ac:chgData name="Halan, Mridul" userId="d8402aca-56b7-4a75-97f5-504434d76ce0" providerId="ADAL" clId="{AA3C1486-642E-4193-95AF-D7E78E3DA4E9}" dt="2022-06-30T07:47:37.862" v="3313" actId="1037"/>
          <ac:cxnSpMkLst>
            <pc:docMk/>
            <pc:sldMk cId="185551404" sldId="4045"/>
            <ac:cxnSpMk id="152" creationId="{B0F6BC52-5A96-4B25-8026-F891E017F866}"/>
          </ac:cxnSpMkLst>
        </pc:cxnChg>
        <pc:cxnChg chg="add mod">
          <ac:chgData name="Halan, Mridul" userId="d8402aca-56b7-4a75-97f5-504434d76ce0" providerId="ADAL" clId="{AA3C1486-642E-4193-95AF-D7E78E3DA4E9}" dt="2022-06-30T07:47:40.517" v="3314" actId="1037"/>
          <ac:cxnSpMkLst>
            <pc:docMk/>
            <pc:sldMk cId="185551404" sldId="4045"/>
            <ac:cxnSpMk id="153" creationId="{0C789A79-1BFB-44CF-8BAD-101BDD2411C9}"/>
          </ac:cxnSpMkLst>
        </pc:cxnChg>
        <pc:cxnChg chg="add mod">
          <ac:chgData name="Halan, Mridul" userId="d8402aca-56b7-4a75-97f5-504434d76ce0" providerId="ADAL" clId="{AA3C1486-642E-4193-95AF-D7E78E3DA4E9}" dt="2022-06-30T07:47:33.888" v="3308" actId="1037"/>
          <ac:cxnSpMkLst>
            <pc:docMk/>
            <pc:sldMk cId="185551404" sldId="4045"/>
            <ac:cxnSpMk id="160" creationId="{6C49F2D2-2D85-41E3-8BE4-58AFDDF9AA55}"/>
          </ac:cxnSpMkLst>
        </pc:cxnChg>
        <pc:cxnChg chg="add mod">
          <ac:chgData name="Halan, Mridul" userId="d8402aca-56b7-4a75-97f5-504434d76ce0" providerId="ADAL" clId="{AA3C1486-642E-4193-95AF-D7E78E3DA4E9}" dt="2022-06-30T07:47:21.950" v="3223" actId="1038"/>
          <ac:cxnSpMkLst>
            <pc:docMk/>
            <pc:sldMk cId="185551404" sldId="4045"/>
            <ac:cxnSpMk id="161" creationId="{8CF6CB21-1CFB-41BE-A5F4-20CF71812411}"/>
          </ac:cxnSpMkLst>
        </pc:cxnChg>
        <pc:cxnChg chg="add mod">
          <ac:chgData name="Halan, Mridul" userId="d8402aca-56b7-4a75-97f5-504434d76ce0" providerId="ADAL" clId="{AA3C1486-642E-4193-95AF-D7E78E3DA4E9}" dt="2022-06-30T07:47:30.077" v="3304" actId="1035"/>
          <ac:cxnSpMkLst>
            <pc:docMk/>
            <pc:sldMk cId="185551404" sldId="4045"/>
            <ac:cxnSpMk id="162" creationId="{93EF23FC-0E2A-4C7B-A3D0-45755821D37B}"/>
          </ac:cxnSpMkLst>
        </pc:cxnChg>
        <pc:cxnChg chg="add del mod">
          <ac:chgData name="Halan, Mridul" userId="d8402aca-56b7-4a75-97f5-504434d76ce0" providerId="ADAL" clId="{AA3C1486-642E-4193-95AF-D7E78E3DA4E9}" dt="2022-06-30T07:38:08.676" v="2840" actId="11529"/>
          <ac:cxnSpMkLst>
            <pc:docMk/>
            <pc:sldMk cId="185551404" sldId="4045"/>
            <ac:cxnSpMk id="1028" creationId="{D4F0D527-5BDD-4D08-9146-456C3E2D20D3}"/>
          </ac:cxnSpMkLst>
        </pc:cxnChg>
        <pc:cxnChg chg="add mod">
          <ac:chgData name="Halan, Mridul" userId="d8402aca-56b7-4a75-97f5-504434d76ce0" providerId="ADAL" clId="{AA3C1486-642E-4193-95AF-D7E78E3DA4E9}" dt="2022-06-30T07:39:38.536" v="2872" actId="693"/>
          <ac:cxnSpMkLst>
            <pc:docMk/>
            <pc:sldMk cId="185551404" sldId="4045"/>
            <ac:cxnSpMk id="1030" creationId="{0C4371CD-C428-4130-89B2-61FB11F72C8A}"/>
          </ac:cxnSpMkLst>
        </pc:cxnChg>
      </pc:sldChg>
      <pc:sldChg chg="delSp modSp add del mod ord">
        <pc:chgData name="Halan, Mridul" userId="d8402aca-56b7-4a75-97f5-504434d76ce0" providerId="ADAL" clId="{AA3C1486-642E-4193-95AF-D7E78E3DA4E9}" dt="2022-07-02T11:28:13.470" v="7251" actId="2696"/>
        <pc:sldMkLst>
          <pc:docMk/>
          <pc:sldMk cId="4131059623" sldId="4046"/>
        </pc:sldMkLst>
        <pc:spChg chg="mod">
          <ac:chgData name="Halan, Mridul" userId="d8402aca-56b7-4a75-97f5-504434d76ce0" providerId="ADAL" clId="{AA3C1486-642E-4193-95AF-D7E78E3DA4E9}" dt="2022-06-30T11:09:05.324" v="3451" actId="6549"/>
          <ac:spMkLst>
            <pc:docMk/>
            <pc:sldMk cId="4131059623" sldId="4046"/>
            <ac:spMk id="425" creationId="{00000000-0000-0000-0000-000000000000}"/>
          </ac:spMkLst>
        </pc:spChg>
        <pc:graphicFrameChg chg="mod modGraphic">
          <ac:chgData name="Halan, Mridul" userId="d8402aca-56b7-4a75-97f5-504434d76ce0" providerId="ADAL" clId="{AA3C1486-642E-4193-95AF-D7E78E3DA4E9}" dt="2022-06-30T10:12:10.485" v="3430" actId="14100"/>
          <ac:graphicFrameMkLst>
            <pc:docMk/>
            <pc:sldMk cId="4131059623" sldId="4046"/>
            <ac:graphicFrameMk id="326" creationId="{00000000-0000-0000-0000-000000000000}"/>
          </ac:graphicFrameMkLst>
        </pc:graphicFrameChg>
        <pc:picChg chg="del">
          <ac:chgData name="Halan, Mridul" userId="d8402aca-56b7-4a75-97f5-504434d76ce0" providerId="ADAL" clId="{AA3C1486-642E-4193-95AF-D7E78E3DA4E9}" dt="2022-06-30T10:12:01.997" v="3428" actId="21"/>
          <ac:picMkLst>
            <pc:docMk/>
            <pc:sldMk cId="4131059623" sldId="4046"/>
            <ac:picMk id="4"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8"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74"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75"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79"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83"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89"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0"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1"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2"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3"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4"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5"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6"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7" creationId="{00000000-0000-0000-0000-000000000000}"/>
          </ac:picMkLst>
        </pc:picChg>
        <pc:picChg chg="del">
          <ac:chgData name="Halan, Mridul" userId="d8402aca-56b7-4a75-97f5-504434d76ce0" providerId="ADAL" clId="{AA3C1486-642E-4193-95AF-D7E78E3DA4E9}" dt="2022-06-30T10:12:05.421" v="3429" actId="21"/>
          <ac:picMkLst>
            <pc:docMk/>
            <pc:sldMk cId="4131059623" sldId="4046"/>
            <ac:picMk id="98"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9"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0"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1"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2"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3"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4"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5"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6"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7"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8"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9"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0"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2"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3"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4"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5"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6"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7"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8"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9"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0"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1"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2"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3"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4"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5"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6" creationId="{00000000-0000-0000-0000-000000000000}"/>
          </ac:picMkLst>
        </pc:picChg>
      </pc:sldChg>
      <pc:sldChg chg="del">
        <pc:chgData name="Halan, Mridul" userId="d8402aca-56b7-4a75-97f5-504434d76ce0" providerId="ADAL" clId="{AA3C1486-642E-4193-95AF-D7E78E3DA4E9}" dt="2022-07-02T07:30:14.984" v="6262" actId="2696"/>
        <pc:sldMkLst>
          <pc:docMk/>
          <pc:sldMk cId="566245043" sldId="4048"/>
        </pc:sldMkLst>
      </pc:sldChg>
      <pc:sldChg chg="delSp modSp del mod">
        <pc:chgData name="Halan, Mridul" userId="d8402aca-56b7-4a75-97f5-504434d76ce0" providerId="ADAL" clId="{AA3C1486-642E-4193-95AF-D7E78E3DA4E9}" dt="2022-07-04T16:09:06.112" v="11084" actId="2696"/>
        <pc:sldMkLst>
          <pc:docMk/>
          <pc:sldMk cId="326628513" sldId="6182"/>
        </pc:sldMkLst>
        <pc:spChg chg="mod">
          <ac:chgData name="Halan, Mridul" userId="d8402aca-56b7-4a75-97f5-504434d76ce0" providerId="ADAL" clId="{AA3C1486-642E-4193-95AF-D7E78E3DA4E9}" dt="2022-07-04T16:08:47.511" v="11080" actId="21"/>
          <ac:spMkLst>
            <pc:docMk/>
            <pc:sldMk cId="326628513" sldId="6182"/>
            <ac:spMk id="3" creationId="{38925438-C85E-46E7-ADA2-736B167E5A85}"/>
          </ac:spMkLst>
        </pc:spChg>
        <pc:spChg chg="del mod">
          <ac:chgData name="Halan, Mridul" userId="d8402aca-56b7-4a75-97f5-504434d76ce0" providerId="ADAL" clId="{AA3C1486-642E-4193-95AF-D7E78E3DA4E9}" dt="2022-07-04T16:00:26.153" v="11032" actId="21"/>
          <ac:spMkLst>
            <pc:docMk/>
            <pc:sldMk cId="326628513" sldId="6182"/>
            <ac:spMk id="6" creationId="{C943D2A8-0CE6-4A43-85CD-FFB766BE10DA}"/>
          </ac:spMkLst>
        </pc:spChg>
        <pc:spChg chg="del">
          <ac:chgData name="Halan, Mridul" userId="d8402aca-56b7-4a75-97f5-504434d76ce0" providerId="ADAL" clId="{AA3C1486-642E-4193-95AF-D7E78E3DA4E9}" dt="2022-07-04T16:00:26.153" v="11032" actId="21"/>
          <ac:spMkLst>
            <pc:docMk/>
            <pc:sldMk cId="326628513" sldId="6182"/>
            <ac:spMk id="7" creationId="{1CF87C9F-99D0-43E2-86BE-E159CC55400F}"/>
          </ac:spMkLst>
        </pc:spChg>
        <pc:spChg chg="del">
          <ac:chgData name="Halan, Mridul" userId="d8402aca-56b7-4a75-97f5-504434d76ce0" providerId="ADAL" clId="{AA3C1486-642E-4193-95AF-D7E78E3DA4E9}" dt="2022-07-04T16:00:26.153" v="11032" actId="21"/>
          <ac:spMkLst>
            <pc:docMk/>
            <pc:sldMk cId="326628513" sldId="6182"/>
            <ac:spMk id="8" creationId="{36C334D6-0582-4757-ABEE-9C9A86C1CC14}"/>
          </ac:spMkLst>
        </pc:spChg>
        <pc:spChg chg="del">
          <ac:chgData name="Halan, Mridul" userId="d8402aca-56b7-4a75-97f5-504434d76ce0" providerId="ADAL" clId="{AA3C1486-642E-4193-95AF-D7E78E3DA4E9}" dt="2022-07-04T16:00:26.153" v="11032" actId="21"/>
          <ac:spMkLst>
            <pc:docMk/>
            <pc:sldMk cId="326628513" sldId="6182"/>
            <ac:spMk id="9" creationId="{C2CF2C18-0A4F-4354-BBC7-E29906AE56A7}"/>
          </ac:spMkLst>
        </pc:spChg>
        <pc:spChg chg="del">
          <ac:chgData name="Halan, Mridul" userId="d8402aca-56b7-4a75-97f5-504434d76ce0" providerId="ADAL" clId="{AA3C1486-642E-4193-95AF-D7E78E3DA4E9}" dt="2022-07-04T16:00:45.188" v="11036" actId="21"/>
          <ac:spMkLst>
            <pc:docMk/>
            <pc:sldMk cId="326628513" sldId="6182"/>
            <ac:spMk id="11" creationId="{90FB5EEF-F12C-40D6-A193-35BBBD6548C4}"/>
          </ac:spMkLst>
        </pc:spChg>
        <pc:graphicFrameChg chg="del">
          <ac:chgData name="Halan, Mridul" userId="d8402aca-56b7-4a75-97f5-504434d76ce0" providerId="ADAL" clId="{AA3C1486-642E-4193-95AF-D7E78E3DA4E9}" dt="2022-07-04T16:00:32.554" v="11034" actId="21"/>
          <ac:graphicFrameMkLst>
            <pc:docMk/>
            <pc:sldMk cId="326628513" sldId="6182"/>
            <ac:graphicFrameMk id="5" creationId="{62697BF1-A807-4C7A-B718-44CE6B362F84}"/>
          </ac:graphicFrameMkLst>
        </pc:graphicFrameChg>
        <pc:graphicFrameChg chg="del">
          <ac:chgData name="Halan, Mridul" userId="d8402aca-56b7-4a75-97f5-504434d76ce0" providerId="ADAL" clId="{AA3C1486-642E-4193-95AF-D7E78E3DA4E9}" dt="2022-07-04T16:00:26.153" v="11032" actId="21"/>
          <ac:graphicFrameMkLst>
            <pc:docMk/>
            <pc:sldMk cId="326628513" sldId="6182"/>
            <ac:graphicFrameMk id="10" creationId="{5E13DDBE-C86F-4218-BE51-0A190E9A9329}"/>
          </ac:graphicFrameMkLst>
        </pc:graphicFrameChg>
      </pc:sldChg>
      <pc:sldChg chg="modSp mod">
        <pc:chgData name="Halan, Mridul" userId="d8402aca-56b7-4a75-97f5-504434d76ce0" providerId="ADAL" clId="{AA3C1486-642E-4193-95AF-D7E78E3DA4E9}" dt="2022-07-04T15:59:39.491" v="11024"/>
        <pc:sldMkLst>
          <pc:docMk/>
          <pc:sldMk cId="3627085183" sldId="6187"/>
        </pc:sldMkLst>
        <pc:spChg chg="mod">
          <ac:chgData name="Halan, Mridul" userId="d8402aca-56b7-4a75-97f5-504434d76ce0" providerId="ADAL" clId="{AA3C1486-642E-4193-95AF-D7E78E3DA4E9}" dt="2022-07-04T15:59:39.491" v="11024"/>
          <ac:spMkLst>
            <pc:docMk/>
            <pc:sldMk cId="3627085183" sldId="6187"/>
            <ac:spMk id="2" creationId="{EF5ED846-31EA-42B1-87CA-5AF9F3EB4F42}"/>
          </ac:spMkLst>
        </pc:spChg>
        <pc:grpChg chg="mod">
          <ac:chgData name="Halan, Mridul" userId="d8402aca-56b7-4a75-97f5-504434d76ce0" providerId="ADAL" clId="{AA3C1486-642E-4193-95AF-D7E78E3DA4E9}" dt="2022-07-04T15:58:29.242" v="11014" actId="14100"/>
          <ac:grpSpMkLst>
            <pc:docMk/>
            <pc:sldMk cId="3627085183" sldId="6187"/>
            <ac:grpSpMk id="67" creationId="{477E4DE9-FB9C-4138-B7D5-F1610B8EB18F}"/>
          </ac:grpSpMkLst>
        </pc:grpChg>
      </pc:sldChg>
      <pc:sldChg chg="modSp mod">
        <pc:chgData name="Halan, Mridul" userId="d8402aca-56b7-4a75-97f5-504434d76ce0" providerId="ADAL" clId="{AA3C1486-642E-4193-95AF-D7E78E3DA4E9}" dt="2022-07-04T16:11:09.611" v="11103" actId="113"/>
        <pc:sldMkLst>
          <pc:docMk/>
          <pc:sldMk cId="3850041774" sldId="6192"/>
        </pc:sldMkLst>
        <pc:spChg chg="mod">
          <ac:chgData name="Halan, Mridul" userId="d8402aca-56b7-4a75-97f5-504434d76ce0" providerId="ADAL" clId="{AA3C1486-642E-4193-95AF-D7E78E3DA4E9}" dt="2022-07-04T16:11:09.611" v="11103" actId="113"/>
          <ac:spMkLst>
            <pc:docMk/>
            <pc:sldMk cId="3850041774" sldId="6192"/>
            <ac:spMk id="2" creationId="{905F276B-62DE-4204-96B7-DF626CAFCBE8}"/>
          </ac:spMkLst>
        </pc:spChg>
      </pc:sldChg>
      <pc:sldChg chg="addSp delSp modSp add mod">
        <pc:chgData name="Halan, Mridul" userId="d8402aca-56b7-4a75-97f5-504434d76ce0" providerId="ADAL" clId="{AA3C1486-642E-4193-95AF-D7E78E3DA4E9}" dt="2022-07-04T15:57:10.845" v="10980" actId="113"/>
        <pc:sldMkLst>
          <pc:docMk/>
          <pc:sldMk cId="296474347" sldId="6193"/>
        </pc:sldMkLst>
        <pc:spChg chg="del topLvl">
          <ac:chgData name="Halan, Mridul" userId="d8402aca-56b7-4a75-97f5-504434d76ce0" providerId="ADAL" clId="{AA3C1486-642E-4193-95AF-D7E78E3DA4E9}" dt="2022-07-02T05:03:05.254" v="3457" actId="21"/>
          <ac:spMkLst>
            <pc:docMk/>
            <pc:sldMk cId="296474347" sldId="6193"/>
            <ac:spMk id="21" creationId="{00000000-0000-0000-0000-000000000000}"/>
          </ac:spMkLst>
        </pc:spChg>
        <pc:spChg chg="add del mod topLvl">
          <ac:chgData name="Halan, Mridul" userId="d8402aca-56b7-4a75-97f5-504434d76ce0" providerId="ADAL" clId="{AA3C1486-642E-4193-95AF-D7E78E3DA4E9}" dt="2022-07-02T05:04:03.232" v="3461" actId="21"/>
          <ac:spMkLst>
            <pc:docMk/>
            <pc:sldMk cId="296474347" sldId="6193"/>
            <ac:spMk id="22" creationId="{00000000-0000-0000-0000-000000000000}"/>
          </ac:spMkLst>
        </pc:spChg>
        <pc:spChg chg="del topLvl">
          <ac:chgData name="Halan, Mridul" userId="d8402aca-56b7-4a75-97f5-504434d76ce0" providerId="ADAL" clId="{AA3C1486-642E-4193-95AF-D7E78E3DA4E9}" dt="2022-07-02T05:02:53.096" v="3453" actId="21"/>
          <ac:spMkLst>
            <pc:docMk/>
            <pc:sldMk cId="296474347" sldId="6193"/>
            <ac:spMk id="25" creationId="{00000000-0000-0000-0000-000000000000}"/>
          </ac:spMkLst>
        </pc:spChg>
        <pc:spChg chg="del topLvl">
          <ac:chgData name="Halan, Mridul" userId="d8402aca-56b7-4a75-97f5-504434d76ce0" providerId="ADAL" clId="{AA3C1486-642E-4193-95AF-D7E78E3DA4E9}" dt="2022-07-02T05:03:00.757" v="3456" actId="21"/>
          <ac:spMkLst>
            <pc:docMk/>
            <pc:sldMk cId="296474347" sldId="6193"/>
            <ac:spMk id="27" creationId="{00000000-0000-0000-0000-000000000000}"/>
          </ac:spMkLst>
        </pc:spChg>
        <pc:spChg chg="del mod topLvl">
          <ac:chgData name="Halan, Mridul" userId="d8402aca-56b7-4a75-97f5-504434d76ce0" providerId="ADAL" clId="{AA3C1486-642E-4193-95AF-D7E78E3DA4E9}" dt="2022-07-02T05:20:19.733" v="3849" actId="21"/>
          <ac:spMkLst>
            <pc:docMk/>
            <pc:sldMk cId="296474347" sldId="6193"/>
            <ac:spMk id="31" creationId="{00000000-0000-0000-0000-000000000000}"/>
          </ac:spMkLst>
        </pc:spChg>
        <pc:spChg chg="del mod topLvl">
          <ac:chgData name="Halan, Mridul" userId="d8402aca-56b7-4a75-97f5-504434d76ce0" providerId="ADAL" clId="{AA3C1486-642E-4193-95AF-D7E78E3DA4E9}" dt="2022-07-02T05:42:51.785" v="4372" actId="21"/>
          <ac:spMkLst>
            <pc:docMk/>
            <pc:sldMk cId="296474347" sldId="6193"/>
            <ac:spMk id="32" creationId="{00000000-0000-0000-0000-000000000000}"/>
          </ac:spMkLst>
        </pc:spChg>
        <pc:spChg chg="del mod topLvl">
          <ac:chgData name="Halan, Mridul" userId="d8402aca-56b7-4a75-97f5-504434d76ce0" providerId="ADAL" clId="{AA3C1486-642E-4193-95AF-D7E78E3DA4E9}" dt="2022-07-02T05:42:54.495" v="4373" actId="21"/>
          <ac:spMkLst>
            <pc:docMk/>
            <pc:sldMk cId="296474347" sldId="6193"/>
            <ac:spMk id="35" creationId="{00000000-0000-0000-0000-000000000000}"/>
          </ac:spMkLst>
        </pc:spChg>
        <pc:spChg chg="mod topLvl">
          <ac:chgData name="Halan, Mridul" userId="d8402aca-56b7-4a75-97f5-504434d76ce0" providerId="ADAL" clId="{AA3C1486-642E-4193-95AF-D7E78E3DA4E9}" dt="2022-07-02T05:04:03.232" v="3461" actId="21"/>
          <ac:spMkLst>
            <pc:docMk/>
            <pc:sldMk cId="296474347" sldId="6193"/>
            <ac:spMk id="38" creationId="{00000000-0000-0000-0000-000000000000}"/>
          </ac:spMkLst>
        </pc:spChg>
        <pc:spChg chg="mod">
          <ac:chgData name="Halan, Mridul" userId="d8402aca-56b7-4a75-97f5-504434d76ce0" providerId="ADAL" clId="{AA3C1486-642E-4193-95AF-D7E78E3DA4E9}" dt="2022-07-04T15:57:10.845" v="10980" actId="113"/>
          <ac:spMkLst>
            <pc:docMk/>
            <pc:sldMk cId="296474347" sldId="6193"/>
            <ac:spMk id="40" creationId="{00000000-0000-0000-0000-000000000000}"/>
          </ac:spMkLst>
        </pc:spChg>
        <pc:grpChg chg="del">
          <ac:chgData name="Halan, Mridul" userId="d8402aca-56b7-4a75-97f5-504434d76ce0" providerId="ADAL" clId="{AA3C1486-642E-4193-95AF-D7E78E3DA4E9}" dt="2022-07-02T05:02:53.096" v="3453" actId="21"/>
          <ac:grpSpMkLst>
            <pc:docMk/>
            <pc:sldMk cId="296474347" sldId="6193"/>
            <ac:grpSpMk id="3" creationId="{00000000-0000-0000-0000-000000000000}"/>
          </ac:grpSpMkLst>
        </pc:grpChg>
        <pc:grpChg chg="add del">
          <ac:chgData name="Halan, Mridul" userId="d8402aca-56b7-4a75-97f5-504434d76ce0" providerId="ADAL" clId="{AA3C1486-642E-4193-95AF-D7E78E3DA4E9}" dt="2022-07-02T05:03:00.757" v="3456" actId="21"/>
          <ac:grpSpMkLst>
            <pc:docMk/>
            <pc:sldMk cId="296474347" sldId="6193"/>
            <ac:grpSpMk id="4" creationId="{00000000-0000-0000-0000-000000000000}"/>
          </ac:grpSpMkLst>
        </pc:grpChg>
        <pc:grpChg chg="del">
          <ac:chgData name="Halan, Mridul" userId="d8402aca-56b7-4a75-97f5-504434d76ce0" providerId="ADAL" clId="{AA3C1486-642E-4193-95AF-D7E78E3DA4E9}" dt="2022-07-02T05:03:05.254" v="3457" actId="21"/>
          <ac:grpSpMkLst>
            <pc:docMk/>
            <pc:sldMk cId="296474347" sldId="6193"/>
            <ac:grpSpMk id="5" creationId="{00000000-0000-0000-0000-000000000000}"/>
          </ac:grpSpMkLst>
        </pc:grpChg>
        <pc:grpChg chg="add del">
          <ac:chgData name="Halan, Mridul" userId="d8402aca-56b7-4a75-97f5-504434d76ce0" providerId="ADAL" clId="{AA3C1486-642E-4193-95AF-D7E78E3DA4E9}" dt="2022-07-02T05:04:09.872" v="3462" actId="21"/>
          <ac:grpSpMkLst>
            <pc:docMk/>
            <pc:sldMk cId="296474347" sldId="6193"/>
            <ac:grpSpMk id="6" creationId="{00000000-0000-0000-0000-000000000000}"/>
          </ac:grpSpMkLst>
        </pc:grpChg>
        <pc:graphicFrameChg chg="add mod modGraphic">
          <ac:chgData name="Halan, Mridul" userId="d8402aca-56b7-4a75-97f5-504434d76ce0" providerId="ADAL" clId="{AA3C1486-642E-4193-95AF-D7E78E3DA4E9}" dt="2022-07-02T06:08:13.895" v="4917" actId="14100"/>
          <ac:graphicFrameMkLst>
            <pc:docMk/>
            <pc:sldMk cId="296474347" sldId="6193"/>
            <ac:graphicFrameMk id="2" creationId="{DFAD91D7-15EE-4B9F-853D-2AAC5FECE04B}"/>
          </ac:graphicFrameMkLst>
        </pc:graphicFrameChg>
        <pc:graphicFrameChg chg="add mod modGraphic">
          <ac:chgData name="Halan, Mridul" userId="d8402aca-56b7-4a75-97f5-504434d76ce0" providerId="ADAL" clId="{AA3C1486-642E-4193-95AF-D7E78E3DA4E9}" dt="2022-07-04T12:29:38.880" v="10630" actId="404"/>
          <ac:graphicFrameMkLst>
            <pc:docMk/>
            <pc:sldMk cId="296474347" sldId="6193"/>
            <ac:graphicFrameMk id="7" creationId="{56BC1306-A145-41E6-9698-BFFF8D169A37}"/>
          </ac:graphicFrameMkLst>
        </pc:graphicFrameChg>
        <pc:graphicFrameChg chg="add mod modGraphic">
          <ac:chgData name="Halan, Mridul" userId="d8402aca-56b7-4a75-97f5-504434d76ce0" providerId="ADAL" clId="{AA3C1486-642E-4193-95AF-D7E78E3DA4E9}" dt="2022-07-04T12:29:54.198" v="10642" actId="1035"/>
          <ac:graphicFrameMkLst>
            <pc:docMk/>
            <pc:sldMk cId="296474347" sldId="6193"/>
            <ac:graphicFrameMk id="33" creationId="{76B8DA39-C6E7-4811-BC03-A35DE91307C1}"/>
          </ac:graphicFrameMkLst>
        </pc:graphicFrameChg>
        <pc:graphicFrameChg chg="add mod modGraphic">
          <ac:chgData name="Halan, Mridul" userId="d8402aca-56b7-4a75-97f5-504434d76ce0" providerId="ADAL" clId="{AA3C1486-642E-4193-95AF-D7E78E3DA4E9}" dt="2022-07-04T12:29:54.198" v="10642" actId="1035"/>
          <ac:graphicFrameMkLst>
            <pc:docMk/>
            <pc:sldMk cId="296474347" sldId="6193"/>
            <ac:graphicFrameMk id="44" creationId="{EA1BD4C7-6066-4202-91C1-99F94F4EFBF1}"/>
          </ac:graphicFrameMkLst>
        </pc:graphicFrameChg>
        <pc:graphicFrameChg chg="add del mod">
          <ac:chgData name="Halan, Mridul" userId="d8402aca-56b7-4a75-97f5-504434d76ce0" providerId="ADAL" clId="{AA3C1486-642E-4193-95AF-D7E78E3DA4E9}" dt="2022-07-02T15:55:48.656" v="9474"/>
          <ac:graphicFrameMkLst>
            <pc:docMk/>
            <pc:sldMk cId="296474347" sldId="6193"/>
            <ac:graphicFrameMk id="46" creationId="{9F7D3B49-D3F2-4225-B637-BD4ECBB6190F}"/>
          </ac:graphicFrameMkLst>
        </pc:graphicFrameChg>
        <pc:graphicFrameChg chg="add del mod">
          <ac:chgData name="Halan, Mridul" userId="d8402aca-56b7-4a75-97f5-504434d76ce0" providerId="ADAL" clId="{AA3C1486-642E-4193-95AF-D7E78E3DA4E9}" dt="2022-07-02T15:56:34.437" v="9582" actId="21"/>
          <ac:graphicFrameMkLst>
            <pc:docMk/>
            <pc:sldMk cId="296474347" sldId="6193"/>
            <ac:graphicFrameMk id="49" creationId="{52343362-B8C1-4A04-B6AD-6CA0ADDF6B4C}"/>
          </ac:graphicFrameMkLst>
        </pc:graphicFrameChg>
        <pc:picChg chg="mod">
          <ac:chgData name="Halan, Mridul" userId="d8402aca-56b7-4a75-97f5-504434d76ce0" providerId="ADAL" clId="{AA3C1486-642E-4193-95AF-D7E78E3DA4E9}" dt="2022-07-04T12:29:54.198" v="10642" actId="1035"/>
          <ac:picMkLst>
            <pc:docMk/>
            <pc:sldMk cId="296474347" sldId="6193"/>
            <ac:picMk id="3" creationId="{3F8488A7-F874-0CEE-01DD-C9AA4BF53EAE}"/>
          </ac:picMkLst>
        </pc:picChg>
        <pc:picChg chg="mod">
          <ac:chgData name="Halan, Mridul" userId="d8402aca-56b7-4a75-97f5-504434d76ce0" providerId="ADAL" clId="{AA3C1486-642E-4193-95AF-D7E78E3DA4E9}" dt="2022-07-04T12:29:54.198" v="10642" actId="1035"/>
          <ac:picMkLst>
            <pc:docMk/>
            <pc:sldMk cId="296474347" sldId="6193"/>
            <ac:picMk id="4" creationId="{4A9FF542-8EE4-88E0-C308-D74791B6EF7A}"/>
          </ac:picMkLst>
        </pc:picChg>
        <pc:picChg chg="mod">
          <ac:chgData name="Halan, Mridul" userId="d8402aca-56b7-4a75-97f5-504434d76ce0" providerId="ADAL" clId="{AA3C1486-642E-4193-95AF-D7E78E3DA4E9}" dt="2022-07-04T12:29:54.198" v="10642" actId="1035"/>
          <ac:picMkLst>
            <pc:docMk/>
            <pc:sldMk cId="296474347" sldId="6193"/>
            <ac:picMk id="5" creationId="{BFC3CFBC-595A-19EE-404A-4948F7003607}"/>
          </ac:picMkLst>
        </pc:picChg>
        <pc:picChg chg="mod">
          <ac:chgData name="Halan, Mridul" userId="d8402aca-56b7-4a75-97f5-504434d76ce0" providerId="ADAL" clId="{AA3C1486-642E-4193-95AF-D7E78E3DA4E9}" dt="2022-07-04T12:29:54.198" v="10642" actId="1035"/>
          <ac:picMkLst>
            <pc:docMk/>
            <pc:sldMk cId="296474347" sldId="6193"/>
            <ac:picMk id="6" creationId="{896ED200-194A-67E5-9EB7-B9555C15E4BB}"/>
          </ac:picMkLst>
        </pc:picChg>
        <pc:picChg chg="add mod">
          <ac:chgData name="Halan, Mridul" userId="d8402aca-56b7-4a75-97f5-504434d76ce0" providerId="ADAL" clId="{AA3C1486-642E-4193-95AF-D7E78E3DA4E9}" dt="2022-07-04T12:29:54.198" v="10642" actId="1035"/>
          <ac:picMkLst>
            <pc:docMk/>
            <pc:sldMk cId="296474347" sldId="6193"/>
            <ac:picMk id="9" creationId="{28A32980-96D8-450F-AB61-98744ADF7F8A}"/>
          </ac:picMkLst>
        </pc:picChg>
        <pc:picChg chg="add mod">
          <ac:chgData name="Halan, Mridul" userId="d8402aca-56b7-4a75-97f5-504434d76ce0" providerId="ADAL" clId="{AA3C1486-642E-4193-95AF-D7E78E3DA4E9}" dt="2022-07-02T06:07:29.717" v="4860" actId="1035"/>
          <ac:picMkLst>
            <pc:docMk/>
            <pc:sldMk cId="296474347" sldId="6193"/>
            <ac:picMk id="11" creationId="{1A81F120-8E2B-4573-A894-BD570823D9EC}"/>
          </ac:picMkLst>
        </pc:picChg>
        <pc:picChg chg="add del mod">
          <ac:chgData name="Halan, Mridul" userId="d8402aca-56b7-4a75-97f5-504434d76ce0" providerId="ADAL" clId="{AA3C1486-642E-4193-95AF-D7E78E3DA4E9}" dt="2022-07-04T12:01:58.309" v="10092" actId="21"/>
          <ac:picMkLst>
            <pc:docMk/>
            <pc:sldMk cId="296474347" sldId="6193"/>
            <ac:picMk id="13" creationId="{0C21530A-CE02-4A54-86CE-103935ABA7C8}"/>
          </ac:picMkLst>
        </pc:picChg>
        <pc:picChg chg="add mod">
          <ac:chgData name="Halan, Mridul" userId="d8402aca-56b7-4a75-97f5-504434d76ce0" providerId="ADAL" clId="{AA3C1486-642E-4193-95AF-D7E78E3DA4E9}" dt="2022-07-04T12:29:54.198" v="10642" actId="1035"/>
          <ac:picMkLst>
            <pc:docMk/>
            <pc:sldMk cId="296474347" sldId="6193"/>
            <ac:picMk id="15" creationId="{9BEB42A3-5196-4B98-B0CA-B9C5937E7048}"/>
          </ac:picMkLst>
        </pc:picChg>
        <pc:picChg chg="mod">
          <ac:chgData name="Halan, Mridul" userId="d8402aca-56b7-4a75-97f5-504434d76ce0" providerId="ADAL" clId="{AA3C1486-642E-4193-95AF-D7E78E3DA4E9}" dt="2022-07-04T12:29:42.666" v="10631" actId="14100"/>
          <ac:picMkLst>
            <pc:docMk/>
            <pc:sldMk cId="296474347" sldId="6193"/>
            <ac:picMk id="29" creationId="{51AC1C94-6138-48E7-B343-F00BD110C08A}"/>
          </ac:picMkLst>
        </pc:picChg>
        <pc:picChg chg="add mod">
          <ac:chgData name="Halan, Mridul" userId="d8402aca-56b7-4a75-97f5-504434d76ce0" providerId="ADAL" clId="{AA3C1486-642E-4193-95AF-D7E78E3DA4E9}" dt="2022-07-04T12:29:54.198" v="10642" actId="1035"/>
          <ac:picMkLst>
            <pc:docMk/>
            <pc:sldMk cId="296474347" sldId="6193"/>
            <ac:picMk id="45" creationId="{EE5412FC-5347-496D-8581-B412DBCEB7CF}"/>
          </ac:picMkLst>
        </pc:picChg>
        <pc:picChg chg="add del mod">
          <ac:chgData name="Halan, Mridul" userId="d8402aca-56b7-4a75-97f5-504434d76ce0" providerId="ADAL" clId="{AA3C1486-642E-4193-95AF-D7E78E3DA4E9}" dt="2022-07-02T15:55:48.656" v="9474"/>
          <ac:picMkLst>
            <pc:docMk/>
            <pc:sldMk cId="296474347" sldId="6193"/>
            <ac:picMk id="47" creationId="{CB35DBD6-4465-40E8-85F8-8891FBDB1A7F}"/>
          </ac:picMkLst>
        </pc:picChg>
        <pc:picChg chg="add del mod">
          <ac:chgData name="Halan, Mridul" userId="d8402aca-56b7-4a75-97f5-504434d76ce0" providerId="ADAL" clId="{AA3C1486-642E-4193-95AF-D7E78E3DA4E9}" dt="2022-07-02T15:56:34.437" v="9582" actId="21"/>
          <ac:picMkLst>
            <pc:docMk/>
            <pc:sldMk cId="296474347" sldId="6193"/>
            <ac:picMk id="50" creationId="{573FF74B-72C9-47B9-BCFA-540F6EA1C1AA}"/>
          </ac:picMkLst>
        </pc:picChg>
        <pc:picChg chg="add del mod">
          <ac:chgData name="Halan, Mridul" userId="d8402aca-56b7-4a75-97f5-504434d76ce0" providerId="ADAL" clId="{AA3C1486-642E-4193-95AF-D7E78E3DA4E9}" dt="2022-07-02T15:56:34.437" v="9582" actId="21"/>
          <ac:picMkLst>
            <pc:docMk/>
            <pc:sldMk cId="296474347" sldId="6193"/>
            <ac:picMk id="51" creationId="{478FB40D-32AF-47B0-93A6-B53FB3ECEA54}"/>
          </ac:picMkLst>
        </pc:picChg>
        <pc:picChg chg="add del mod">
          <ac:chgData name="Halan, Mridul" userId="d8402aca-56b7-4a75-97f5-504434d76ce0" providerId="ADAL" clId="{AA3C1486-642E-4193-95AF-D7E78E3DA4E9}" dt="2022-07-02T15:56:34.437" v="9582" actId="21"/>
          <ac:picMkLst>
            <pc:docMk/>
            <pc:sldMk cId="296474347" sldId="6193"/>
            <ac:picMk id="52" creationId="{40D74179-6F2E-413A-A462-00CD1125256E}"/>
          </ac:picMkLst>
        </pc:picChg>
        <pc:picChg chg="add del mod">
          <ac:chgData name="Halan, Mridul" userId="d8402aca-56b7-4a75-97f5-504434d76ce0" providerId="ADAL" clId="{AA3C1486-642E-4193-95AF-D7E78E3DA4E9}" dt="2022-07-02T15:56:34.437" v="9582" actId="21"/>
          <ac:picMkLst>
            <pc:docMk/>
            <pc:sldMk cId="296474347" sldId="6193"/>
            <ac:picMk id="53" creationId="{C10CA4FA-2AC7-44B5-929B-FA6C96EFD448}"/>
          </ac:picMkLst>
        </pc:picChg>
        <pc:picChg chg="add del mod">
          <ac:chgData name="Halan, Mridul" userId="d8402aca-56b7-4a75-97f5-504434d76ce0" providerId="ADAL" clId="{AA3C1486-642E-4193-95AF-D7E78E3DA4E9}" dt="2022-07-02T15:56:34.437" v="9582" actId="21"/>
          <ac:picMkLst>
            <pc:docMk/>
            <pc:sldMk cId="296474347" sldId="6193"/>
            <ac:picMk id="54" creationId="{7E7C4E99-210D-4F8C-8D4E-107EE704E9F1}"/>
          </ac:picMkLst>
        </pc:picChg>
        <pc:picChg chg="add del mod">
          <ac:chgData name="Halan, Mridul" userId="d8402aca-56b7-4a75-97f5-504434d76ce0" providerId="ADAL" clId="{AA3C1486-642E-4193-95AF-D7E78E3DA4E9}" dt="2022-07-02T15:56:34.437" v="9582" actId="21"/>
          <ac:picMkLst>
            <pc:docMk/>
            <pc:sldMk cId="296474347" sldId="6193"/>
            <ac:picMk id="55" creationId="{9A099A0E-8D4A-4748-BC78-04C15A60CB91}"/>
          </ac:picMkLst>
        </pc:picChg>
        <pc:picChg chg="add mod">
          <ac:chgData name="Halan, Mridul" userId="d8402aca-56b7-4a75-97f5-504434d76ce0" providerId="ADAL" clId="{AA3C1486-642E-4193-95AF-D7E78E3DA4E9}" dt="2022-07-04T12:31:17.776" v="10691" actId="1076"/>
          <ac:picMkLst>
            <pc:docMk/>
            <pc:sldMk cId="296474347" sldId="6193"/>
            <ac:picMk id="3074" creationId="{53335559-CAFB-4493-AE25-EA9313D08FB2}"/>
          </ac:picMkLst>
        </pc:picChg>
        <pc:picChg chg="add mod">
          <ac:chgData name="Halan, Mridul" userId="d8402aca-56b7-4a75-97f5-504434d76ce0" providerId="ADAL" clId="{AA3C1486-642E-4193-95AF-D7E78E3DA4E9}" dt="2022-07-04T12:31:09.185" v="10688" actId="14100"/>
          <ac:picMkLst>
            <pc:docMk/>
            <pc:sldMk cId="296474347" sldId="6193"/>
            <ac:picMk id="3076" creationId="{5EC65707-F90A-483B-8CB8-9194F27D4EA3}"/>
          </ac:picMkLst>
        </pc:picChg>
        <pc:picChg chg="add mod">
          <ac:chgData name="Halan, Mridul" userId="d8402aca-56b7-4a75-97f5-504434d76ce0" providerId="ADAL" clId="{AA3C1486-642E-4193-95AF-D7E78E3DA4E9}" dt="2022-07-04T12:31:21.340" v="10692" actId="14100"/>
          <ac:picMkLst>
            <pc:docMk/>
            <pc:sldMk cId="296474347" sldId="6193"/>
            <ac:picMk id="3078" creationId="{CCCF169A-1421-4375-8B15-38A406C11424}"/>
          </ac:picMkLst>
        </pc:picChg>
        <pc:picChg chg="add del mod">
          <ac:chgData name="Halan, Mridul" userId="d8402aca-56b7-4a75-97f5-504434d76ce0" providerId="ADAL" clId="{AA3C1486-642E-4193-95AF-D7E78E3DA4E9}" dt="2022-07-02T05:24:48.615" v="3902" actId="21"/>
          <ac:picMkLst>
            <pc:docMk/>
            <pc:sldMk cId="296474347" sldId="6193"/>
            <ac:picMk id="3080" creationId="{DF90C277-72C7-40E1-9112-D7B788B7561B}"/>
          </ac:picMkLst>
        </pc:picChg>
        <pc:picChg chg="add mod">
          <ac:chgData name="Halan, Mridul" userId="d8402aca-56b7-4a75-97f5-504434d76ce0" providerId="ADAL" clId="{AA3C1486-642E-4193-95AF-D7E78E3DA4E9}" dt="2022-07-04T12:31:13.475" v="10690" actId="14100"/>
          <ac:picMkLst>
            <pc:docMk/>
            <pc:sldMk cId="296474347" sldId="6193"/>
            <ac:picMk id="3082" creationId="{7CCEE82C-3DBA-4527-8A7A-7ACA23C1F211}"/>
          </ac:picMkLst>
        </pc:picChg>
        <pc:picChg chg="add mod">
          <ac:chgData name="Halan, Mridul" userId="d8402aca-56b7-4a75-97f5-504434d76ce0" providerId="ADAL" clId="{AA3C1486-642E-4193-95AF-D7E78E3DA4E9}" dt="2022-07-04T12:31:24.413" v="10693" actId="14100"/>
          <ac:picMkLst>
            <pc:docMk/>
            <pc:sldMk cId="296474347" sldId="6193"/>
            <ac:picMk id="3084" creationId="{2D4231FD-9568-460B-8AB5-D2CBB3D961B5}"/>
          </ac:picMkLst>
        </pc:picChg>
        <pc:picChg chg="add del mod">
          <ac:chgData name="Halan, Mridul" userId="d8402aca-56b7-4a75-97f5-504434d76ce0" providerId="ADAL" clId="{AA3C1486-642E-4193-95AF-D7E78E3DA4E9}" dt="2022-07-02T05:26:35.228" v="3921" actId="21"/>
          <ac:picMkLst>
            <pc:docMk/>
            <pc:sldMk cId="296474347" sldId="6193"/>
            <ac:picMk id="3086" creationId="{E1378E8A-A67E-4C04-8480-FF01F240AE8E}"/>
          </ac:picMkLst>
        </pc:picChg>
        <pc:picChg chg="add mod">
          <ac:chgData name="Halan, Mridul" userId="d8402aca-56b7-4a75-97f5-504434d76ce0" providerId="ADAL" clId="{AA3C1486-642E-4193-95AF-D7E78E3DA4E9}" dt="2022-07-02T06:07:29.717" v="4860" actId="1035"/>
          <ac:picMkLst>
            <pc:docMk/>
            <pc:sldMk cId="296474347" sldId="6193"/>
            <ac:picMk id="3088" creationId="{3C98D521-CF2B-41ED-9EC9-ACBC1F6AA29F}"/>
          </ac:picMkLst>
        </pc:picChg>
        <pc:picChg chg="add mod">
          <ac:chgData name="Halan, Mridul" userId="d8402aca-56b7-4a75-97f5-504434d76ce0" providerId="ADAL" clId="{AA3C1486-642E-4193-95AF-D7E78E3DA4E9}" dt="2022-07-02T06:07:29.717" v="4860" actId="1035"/>
          <ac:picMkLst>
            <pc:docMk/>
            <pc:sldMk cId="296474347" sldId="6193"/>
            <ac:picMk id="3090" creationId="{F296AE81-1E90-4D4D-850F-05108B3C880D}"/>
          </ac:picMkLst>
        </pc:picChg>
        <pc:picChg chg="add mod">
          <ac:chgData name="Halan, Mridul" userId="d8402aca-56b7-4a75-97f5-504434d76ce0" providerId="ADAL" clId="{AA3C1486-642E-4193-95AF-D7E78E3DA4E9}" dt="2022-07-04T12:29:54.198" v="10642" actId="1035"/>
          <ac:picMkLst>
            <pc:docMk/>
            <pc:sldMk cId="296474347" sldId="6193"/>
            <ac:picMk id="3092" creationId="{11AA9C88-49B3-41BE-9F5B-4CCF66ABBFD5}"/>
          </ac:picMkLst>
        </pc:picChg>
        <pc:picChg chg="add mod">
          <ac:chgData name="Halan, Mridul" userId="d8402aca-56b7-4a75-97f5-504434d76ce0" providerId="ADAL" clId="{AA3C1486-642E-4193-95AF-D7E78E3DA4E9}" dt="2022-07-04T12:29:54.198" v="10642" actId="1035"/>
          <ac:picMkLst>
            <pc:docMk/>
            <pc:sldMk cId="296474347" sldId="6193"/>
            <ac:picMk id="3094" creationId="{59584DEB-F31C-4A6B-9B56-D1E998F4602B}"/>
          </ac:picMkLst>
        </pc:picChg>
        <pc:picChg chg="add mod">
          <ac:chgData name="Halan, Mridul" userId="d8402aca-56b7-4a75-97f5-504434d76ce0" providerId="ADAL" clId="{AA3C1486-642E-4193-95AF-D7E78E3DA4E9}" dt="2022-07-04T12:29:54.198" v="10642" actId="1035"/>
          <ac:picMkLst>
            <pc:docMk/>
            <pc:sldMk cId="296474347" sldId="6193"/>
            <ac:picMk id="134146" creationId="{B6863992-6A17-431F-93BA-B00B43C7C4AE}"/>
          </ac:picMkLst>
        </pc:picChg>
        <pc:cxnChg chg="del mod">
          <ac:chgData name="Halan, Mridul" userId="d8402aca-56b7-4a75-97f5-504434d76ce0" providerId="ADAL" clId="{AA3C1486-642E-4193-95AF-D7E78E3DA4E9}" dt="2022-07-02T15:56:34.437" v="9582" actId="21"/>
          <ac:cxnSpMkLst>
            <pc:docMk/>
            <pc:sldMk cId="296474347" sldId="6193"/>
            <ac:cxnSpMk id="23" creationId="{00000000-0000-0000-0000-000000000000}"/>
          </ac:cxnSpMkLst>
        </pc:cxnChg>
        <pc:cxnChg chg="mod">
          <ac:chgData name="Halan, Mridul" userId="d8402aca-56b7-4a75-97f5-504434d76ce0" providerId="ADAL" clId="{AA3C1486-642E-4193-95AF-D7E78E3DA4E9}" dt="2022-07-04T12:29:54.198" v="10642" actId="1035"/>
          <ac:cxnSpMkLst>
            <pc:docMk/>
            <pc:sldMk cId="296474347" sldId="6193"/>
            <ac:cxnSpMk id="28" creationId="{00000000-0000-0000-0000-000000000000}"/>
          </ac:cxnSpMkLst>
        </pc:cxnChg>
        <pc:cxnChg chg="mod">
          <ac:chgData name="Halan, Mridul" userId="d8402aca-56b7-4a75-97f5-504434d76ce0" providerId="ADAL" clId="{AA3C1486-642E-4193-95AF-D7E78E3DA4E9}" dt="2022-07-04T12:29:54.198" v="10642" actId="1035"/>
          <ac:cxnSpMkLst>
            <pc:docMk/>
            <pc:sldMk cId="296474347" sldId="6193"/>
            <ac:cxnSpMk id="30" creationId="{00000000-0000-0000-0000-000000000000}"/>
          </ac:cxnSpMkLst>
        </pc:cxnChg>
        <pc:cxnChg chg="add del mod">
          <ac:chgData name="Halan, Mridul" userId="d8402aca-56b7-4a75-97f5-504434d76ce0" providerId="ADAL" clId="{AA3C1486-642E-4193-95AF-D7E78E3DA4E9}" dt="2022-07-02T15:56:34.437" v="9582" actId="21"/>
          <ac:cxnSpMkLst>
            <pc:docMk/>
            <pc:sldMk cId="296474347" sldId="6193"/>
            <ac:cxnSpMk id="48" creationId="{987E540C-7BB5-4DDD-A109-A8094907602C}"/>
          </ac:cxnSpMkLst>
        </pc:cxnChg>
        <pc:cxnChg chg="add mod">
          <ac:chgData name="Halan, Mridul" userId="d8402aca-56b7-4a75-97f5-504434d76ce0" providerId="ADAL" clId="{AA3C1486-642E-4193-95AF-D7E78E3DA4E9}" dt="2022-07-04T12:29:54.198" v="10642" actId="1035"/>
          <ac:cxnSpMkLst>
            <pc:docMk/>
            <pc:sldMk cId="296474347" sldId="6193"/>
            <ac:cxnSpMk id="56" creationId="{BDA1B051-770D-4DAC-8DC7-8A78B883CA6B}"/>
          </ac:cxnSpMkLst>
        </pc:cxnChg>
      </pc:sldChg>
      <pc:sldChg chg="addSp delSp modSp add mod">
        <pc:chgData name="Halan, Mridul" userId="d8402aca-56b7-4a75-97f5-504434d76ce0" providerId="ADAL" clId="{AA3C1486-642E-4193-95AF-D7E78E3DA4E9}" dt="2022-07-04T15:57:15.978" v="10981" actId="113"/>
        <pc:sldMkLst>
          <pc:docMk/>
          <pc:sldMk cId="616035977" sldId="6195"/>
        </pc:sldMkLst>
        <pc:spChg chg="add del mod">
          <ac:chgData name="Halan, Mridul" userId="d8402aca-56b7-4a75-97f5-504434d76ce0" providerId="ADAL" clId="{AA3C1486-642E-4193-95AF-D7E78E3DA4E9}" dt="2022-07-02T06:37:25.420" v="5335" actId="21"/>
          <ac:spMkLst>
            <pc:docMk/>
            <pc:sldMk cId="616035977" sldId="6195"/>
            <ac:spMk id="5" creationId="{CDCC8513-126E-4BC7-909D-4D2B96923B61}"/>
          </ac:spMkLst>
        </pc:spChg>
        <pc:spChg chg="add del">
          <ac:chgData name="Halan, Mridul" userId="d8402aca-56b7-4a75-97f5-504434d76ce0" providerId="ADAL" clId="{AA3C1486-642E-4193-95AF-D7E78E3DA4E9}" dt="2022-07-02T06:37:32.355" v="5337"/>
          <ac:spMkLst>
            <pc:docMk/>
            <pc:sldMk cId="616035977" sldId="6195"/>
            <ac:spMk id="6" creationId="{8F83E7B5-F2B3-4C42-8064-65318795E7EF}"/>
          </ac:spMkLst>
        </pc:spChg>
        <pc:spChg chg="add del">
          <ac:chgData name="Halan, Mridul" userId="d8402aca-56b7-4a75-97f5-504434d76ce0" providerId="ADAL" clId="{AA3C1486-642E-4193-95AF-D7E78E3DA4E9}" dt="2022-07-02T07:06:39.919" v="5959"/>
          <ac:spMkLst>
            <pc:docMk/>
            <pc:sldMk cId="616035977" sldId="6195"/>
            <ac:spMk id="12" creationId="{16132B6D-034A-431F-878B-EC7766E3D8A6}"/>
          </ac:spMkLst>
        </pc:spChg>
        <pc:spChg chg="mod">
          <ac:chgData name="Halan, Mridul" userId="d8402aca-56b7-4a75-97f5-504434d76ce0" providerId="ADAL" clId="{AA3C1486-642E-4193-95AF-D7E78E3DA4E9}" dt="2022-07-04T15:57:15.978" v="10981" actId="113"/>
          <ac:spMkLst>
            <pc:docMk/>
            <pc:sldMk cId="616035977" sldId="6195"/>
            <ac:spMk id="40" creationId="{00000000-0000-0000-0000-000000000000}"/>
          </ac:spMkLst>
        </pc:spChg>
        <pc:graphicFrameChg chg="modGraphic">
          <ac:chgData name="Halan, Mridul" userId="d8402aca-56b7-4a75-97f5-504434d76ce0" providerId="ADAL" clId="{AA3C1486-642E-4193-95AF-D7E78E3DA4E9}" dt="2022-07-02T06:41:00.637" v="5377" actId="14100"/>
          <ac:graphicFrameMkLst>
            <pc:docMk/>
            <pc:sldMk cId="616035977" sldId="6195"/>
            <ac:graphicFrameMk id="2" creationId="{DFAD91D7-15EE-4B9F-853D-2AAC5FECE04B}"/>
          </ac:graphicFrameMkLst>
        </pc:graphicFrameChg>
        <pc:graphicFrameChg chg="add del mod modGraphic">
          <ac:chgData name="Halan, Mridul" userId="d8402aca-56b7-4a75-97f5-504434d76ce0" providerId="ADAL" clId="{AA3C1486-642E-4193-95AF-D7E78E3DA4E9}" dt="2022-07-02T15:55:56.218" v="9476" actId="21"/>
          <ac:graphicFrameMkLst>
            <pc:docMk/>
            <pc:sldMk cId="616035977" sldId="6195"/>
            <ac:graphicFrameMk id="7" creationId="{56BC1306-A145-41E6-9698-BFFF8D169A37}"/>
          </ac:graphicFrameMkLst>
        </pc:graphicFrameChg>
        <pc:graphicFrameChg chg="mod modGraphic">
          <ac:chgData name="Halan, Mridul" userId="d8402aca-56b7-4a75-97f5-504434d76ce0" providerId="ADAL" clId="{AA3C1486-642E-4193-95AF-D7E78E3DA4E9}" dt="2022-07-02T15:56:25.330" v="9581" actId="1035"/>
          <ac:graphicFrameMkLst>
            <pc:docMk/>
            <pc:sldMk cId="616035977" sldId="6195"/>
            <ac:graphicFrameMk id="33" creationId="{76B8DA39-C6E7-4811-BC03-A35DE91307C1}"/>
          </ac:graphicFrameMkLst>
        </pc:graphicFrameChg>
        <pc:graphicFrameChg chg="mod modGraphic">
          <ac:chgData name="Halan, Mridul" userId="d8402aca-56b7-4a75-97f5-504434d76ce0" providerId="ADAL" clId="{AA3C1486-642E-4193-95AF-D7E78E3DA4E9}" dt="2022-07-02T11:32:08.215" v="7397" actId="120"/>
          <ac:graphicFrameMkLst>
            <pc:docMk/>
            <pc:sldMk cId="616035977" sldId="6195"/>
            <ac:graphicFrameMk id="44" creationId="{EA1BD4C7-6066-4202-91C1-99F94F4EFBF1}"/>
          </ac:graphicFrameMkLst>
        </pc:graphicFrameChg>
        <pc:graphicFrameChg chg="add mod modGraphic">
          <ac:chgData name="Halan, Mridul" userId="d8402aca-56b7-4a75-97f5-504434d76ce0" providerId="ADAL" clId="{AA3C1486-642E-4193-95AF-D7E78E3DA4E9}" dt="2022-07-04T12:13:23.759" v="10461" actId="20577"/>
          <ac:graphicFrameMkLst>
            <pc:docMk/>
            <pc:sldMk cId="616035977" sldId="6195"/>
            <ac:graphicFrameMk id="52" creationId="{45165C82-DCF4-4D0B-82DA-0879616659E4}"/>
          </ac:graphicFrameMkLst>
        </pc:graphicFrameChg>
        <pc:graphicFrameChg chg="add mod modGraphic">
          <ac:chgData name="Halan, Mridul" userId="d8402aca-56b7-4a75-97f5-504434d76ce0" providerId="ADAL" clId="{AA3C1486-642E-4193-95AF-D7E78E3DA4E9}" dt="2022-07-04T12:14:46.252" v="10462" actId="20577"/>
          <ac:graphicFrameMkLst>
            <pc:docMk/>
            <pc:sldMk cId="616035977" sldId="6195"/>
            <ac:graphicFrameMk id="66" creationId="{429ED90D-CD75-4E83-89A5-50CE66F1F333}"/>
          </ac:graphicFrameMkLst>
        </pc:graphicFrameChg>
        <pc:picChg chg="add del mod">
          <ac:chgData name="Halan, Mridul" userId="d8402aca-56b7-4a75-97f5-504434d76ce0" providerId="ADAL" clId="{AA3C1486-642E-4193-95AF-D7E78E3DA4E9}" dt="2022-07-02T15:55:56.218" v="9476" actId="21"/>
          <ac:picMkLst>
            <pc:docMk/>
            <pc:sldMk cId="616035977" sldId="6195"/>
            <ac:picMk id="4" creationId="{C8F88F3C-3738-4FDC-ABD7-C4DCD88D20C2}"/>
          </ac:picMkLst>
        </pc:picChg>
        <pc:picChg chg="del">
          <ac:chgData name="Halan, Mridul" userId="d8402aca-56b7-4a75-97f5-504434d76ce0" providerId="ADAL" clId="{AA3C1486-642E-4193-95AF-D7E78E3DA4E9}" dt="2022-07-02T06:49:55.807" v="5566" actId="21"/>
          <ac:picMkLst>
            <pc:docMk/>
            <pc:sldMk cId="616035977" sldId="6195"/>
            <ac:picMk id="9" creationId="{28A32980-96D8-450F-AB61-98744ADF7F8A}"/>
          </ac:picMkLst>
        </pc:picChg>
        <pc:picChg chg="add mod">
          <ac:chgData name="Halan, Mridul" userId="d8402aca-56b7-4a75-97f5-504434d76ce0" providerId="ADAL" clId="{AA3C1486-642E-4193-95AF-D7E78E3DA4E9}" dt="2022-07-02T15:56:25.330" v="9581" actId="1035"/>
          <ac:picMkLst>
            <pc:docMk/>
            <pc:sldMk cId="616035977" sldId="6195"/>
            <ac:picMk id="10" creationId="{64205FDB-151E-435E-8569-C1401906D38E}"/>
          </ac:picMkLst>
        </pc:picChg>
        <pc:picChg chg="del mod">
          <ac:chgData name="Halan, Mridul" userId="d8402aca-56b7-4a75-97f5-504434d76ce0" providerId="ADAL" clId="{AA3C1486-642E-4193-95AF-D7E78E3DA4E9}" dt="2022-07-02T06:49:53.654" v="5565" actId="21"/>
          <ac:picMkLst>
            <pc:docMk/>
            <pc:sldMk cId="616035977" sldId="6195"/>
            <ac:picMk id="11" creationId="{1A81F120-8E2B-4573-A894-BD570823D9EC}"/>
          </ac:picMkLst>
        </pc:picChg>
        <pc:picChg chg="del">
          <ac:chgData name="Halan, Mridul" userId="d8402aca-56b7-4a75-97f5-504434d76ce0" providerId="ADAL" clId="{AA3C1486-642E-4193-95AF-D7E78E3DA4E9}" dt="2022-07-02T06:56:43.087" v="5742" actId="21"/>
          <ac:picMkLst>
            <pc:docMk/>
            <pc:sldMk cId="616035977" sldId="6195"/>
            <ac:picMk id="13" creationId="{0C21530A-CE02-4A54-86CE-103935ABA7C8}"/>
          </ac:picMkLst>
        </pc:picChg>
        <pc:picChg chg="del">
          <ac:chgData name="Halan, Mridul" userId="d8402aca-56b7-4a75-97f5-504434d76ce0" providerId="ADAL" clId="{AA3C1486-642E-4193-95AF-D7E78E3DA4E9}" dt="2022-07-02T06:13:23.257" v="4987" actId="21"/>
          <ac:picMkLst>
            <pc:docMk/>
            <pc:sldMk cId="616035977" sldId="6195"/>
            <ac:picMk id="15" creationId="{9BEB42A3-5196-4B98-B0CA-B9C5937E7048}"/>
          </ac:picMkLst>
        </pc:picChg>
        <pc:picChg chg="add del mod">
          <ac:chgData name="Halan, Mridul" userId="d8402aca-56b7-4a75-97f5-504434d76ce0" providerId="ADAL" clId="{AA3C1486-642E-4193-95AF-D7E78E3DA4E9}" dt="2022-07-02T07:18:48.672" v="5964" actId="21"/>
          <ac:picMkLst>
            <pc:docMk/>
            <pc:sldMk cId="616035977" sldId="6195"/>
            <ac:picMk id="16" creationId="{B3A14FBA-822A-4DAC-BDB4-D55CF7D9E051}"/>
          </ac:picMkLst>
        </pc:picChg>
        <pc:picChg chg="add mod">
          <ac:chgData name="Halan, Mridul" userId="d8402aca-56b7-4a75-97f5-504434d76ce0" providerId="ADAL" clId="{AA3C1486-642E-4193-95AF-D7E78E3DA4E9}" dt="2022-07-02T07:29:54.220" v="6260" actId="14100"/>
          <ac:picMkLst>
            <pc:docMk/>
            <pc:sldMk cId="616035977" sldId="6195"/>
            <ac:picMk id="18" creationId="{4B954F84-4D57-4EA8-98F5-A702967F1E73}"/>
          </ac:picMkLst>
        </pc:picChg>
        <pc:picChg chg="add mod">
          <ac:chgData name="Halan, Mridul" userId="d8402aca-56b7-4a75-97f5-504434d76ce0" providerId="ADAL" clId="{AA3C1486-642E-4193-95AF-D7E78E3DA4E9}" dt="2022-07-02T07:28:51.687" v="6255" actId="14100"/>
          <ac:picMkLst>
            <pc:docMk/>
            <pc:sldMk cId="616035977" sldId="6195"/>
            <ac:picMk id="20" creationId="{9045EF24-3A26-481D-8409-2003F4D636DA}"/>
          </ac:picMkLst>
        </pc:picChg>
        <pc:picChg chg="add mod">
          <ac:chgData name="Halan, Mridul" userId="d8402aca-56b7-4a75-97f5-504434d76ce0" providerId="ADAL" clId="{AA3C1486-642E-4193-95AF-D7E78E3DA4E9}" dt="2022-07-02T07:28:42.959" v="6246" actId="14100"/>
          <ac:picMkLst>
            <pc:docMk/>
            <pc:sldMk cId="616035977" sldId="6195"/>
            <ac:picMk id="22" creationId="{C7897AB6-94F9-42B3-A1D3-DC96B8311F46}"/>
          </ac:picMkLst>
        </pc:picChg>
        <pc:picChg chg="del">
          <ac:chgData name="Halan, Mridul" userId="d8402aca-56b7-4a75-97f5-504434d76ce0" providerId="ADAL" clId="{AA3C1486-642E-4193-95AF-D7E78E3DA4E9}" dt="2022-07-02T06:13:21.158" v="4986" actId="21"/>
          <ac:picMkLst>
            <pc:docMk/>
            <pc:sldMk cId="616035977" sldId="6195"/>
            <ac:picMk id="29" creationId="{51AC1C94-6138-48E7-B343-F00BD110C08A}"/>
          </ac:picMkLst>
        </pc:picChg>
        <pc:picChg chg="add mod">
          <ac:chgData name="Halan, Mridul" userId="d8402aca-56b7-4a75-97f5-504434d76ce0" providerId="ADAL" clId="{AA3C1486-642E-4193-95AF-D7E78E3DA4E9}" dt="2022-07-04T12:09:18.159" v="10284" actId="14100"/>
          <ac:picMkLst>
            <pc:docMk/>
            <pc:sldMk cId="616035977" sldId="6195"/>
            <ac:picMk id="38" creationId="{172E31E9-EF82-4B11-9959-BCE8C5921A5C}"/>
          </ac:picMkLst>
        </pc:picChg>
        <pc:picChg chg="del">
          <ac:chgData name="Halan, Mridul" userId="d8402aca-56b7-4a75-97f5-504434d76ce0" providerId="ADAL" clId="{AA3C1486-642E-4193-95AF-D7E78E3DA4E9}" dt="2022-07-02T06:56:40.608" v="5741" actId="21"/>
          <ac:picMkLst>
            <pc:docMk/>
            <pc:sldMk cId="616035977" sldId="6195"/>
            <ac:picMk id="45" creationId="{EE5412FC-5347-496D-8581-B412DBCEB7CF}"/>
          </ac:picMkLst>
        </pc:picChg>
        <pc:picChg chg="add mod">
          <ac:chgData name="Halan, Mridul" userId="d8402aca-56b7-4a75-97f5-504434d76ce0" providerId="ADAL" clId="{AA3C1486-642E-4193-95AF-D7E78E3DA4E9}" dt="2022-07-04T12:00:36.379" v="10082" actId="14100"/>
          <ac:picMkLst>
            <pc:docMk/>
            <pc:sldMk cId="616035977" sldId="6195"/>
            <ac:picMk id="46" creationId="{D1955D12-864E-45DC-B9BE-15FBF775A9F2}"/>
          </ac:picMkLst>
        </pc:picChg>
        <pc:picChg chg="add mod">
          <ac:chgData name="Halan, Mridul" userId="d8402aca-56b7-4a75-97f5-504434d76ce0" providerId="ADAL" clId="{AA3C1486-642E-4193-95AF-D7E78E3DA4E9}" dt="2022-07-04T11:59:46.331" v="10081" actId="1076"/>
          <ac:picMkLst>
            <pc:docMk/>
            <pc:sldMk cId="616035977" sldId="6195"/>
            <ac:picMk id="47" creationId="{B3916295-7B2A-4A48-9FE3-C3522A3C0143}"/>
          </ac:picMkLst>
        </pc:picChg>
        <pc:picChg chg="add mod">
          <ac:chgData name="Halan, Mridul" userId="d8402aca-56b7-4a75-97f5-504434d76ce0" providerId="ADAL" clId="{AA3C1486-642E-4193-95AF-D7E78E3DA4E9}" dt="2022-07-02T07:20:24.998" v="5987" actId="1076"/>
          <ac:picMkLst>
            <pc:docMk/>
            <pc:sldMk cId="616035977" sldId="6195"/>
            <ac:picMk id="48" creationId="{83C3F685-60EA-4BF4-BD0C-F50085807F8C}"/>
          </ac:picMkLst>
        </pc:picChg>
        <pc:picChg chg="add del mod">
          <ac:chgData name="Halan, Mridul" userId="d8402aca-56b7-4a75-97f5-504434d76ce0" providerId="ADAL" clId="{AA3C1486-642E-4193-95AF-D7E78E3DA4E9}" dt="2022-07-02T07:29:13.406" v="6257"/>
          <ac:picMkLst>
            <pc:docMk/>
            <pc:sldMk cId="616035977" sldId="6195"/>
            <ac:picMk id="59" creationId="{F6C5F6CB-539F-431B-AB7B-B6F4E08446A6}"/>
          </ac:picMkLst>
        </pc:picChg>
        <pc:picChg chg="add mod">
          <ac:chgData name="Halan, Mridul" userId="d8402aca-56b7-4a75-97f5-504434d76ce0" providerId="ADAL" clId="{AA3C1486-642E-4193-95AF-D7E78E3DA4E9}" dt="2022-07-02T10:25:38.540" v="6342" actId="14100"/>
          <ac:picMkLst>
            <pc:docMk/>
            <pc:sldMk cId="616035977" sldId="6195"/>
            <ac:picMk id="60" creationId="{EC723261-A582-4979-8327-B51428AA7468}"/>
          </ac:picMkLst>
        </pc:picChg>
        <pc:picChg chg="add del mod">
          <ac:chgData name="Halan, Mridul" userId="d8402aca-56b7-4a75-97f5-504434d76ce0" providerId="ADAL" clId="{AA3C1486-642E-4193-95AF-D7E78E3DA4E9}" dt="2022-07-02T15:55:56.218" v="9476" actId="21"/>
          <ac:picMkLst>
            <pc:docMk/>
            <pc:sldMk cId="616035977" sldId="6195"/>
            <ac:picMk id="61" creationId="{FBE75210-2C19-4FDB-BCA2-60C548D19C57}"/>
          </ac:picMkLst>
        </pc:picChg>
        <pc:picChg chg="add mod">
          <ac:chgData name="Halan, Mridul" userId="d8402aca-56b7-4a75-97f5-504434d76ce0" providerId="ADAL" clId="{AA3C1486-642E-4193-95AF-D7E78E3DA4E9}" dt="2022-07-02T15:56:25.330" v="9581" actId="1035"/>
          <ac:picMkLst>
            <pc:docMk/>
            <pc:sldMk cId="616035977" sldId="6195"/>
            <ac:picMk id="62" creationId="{101057C0-58D0-49EB-951C-B7D9CC10F426}"/>
          </ac:picMkLst>
        </pc:picChg>
        <pc:picChg chg="add mod">
          <ac:chgData name="Halan, Mridul" userId="d8402aca-56b7-4a75-97f5-504434d76ce0" providerId="ADAL" clId="{AA3C1486-642E-4193-95AF-D7E78E3DA4E9}" dt="2022-07-02T10:24:58.276" v="6332" actId="14100"/>
          <ac:picMkLst>
            <pc:docMk/>
            <pc:sldMk cId="616035977" sldId="6195"/>
            <ac:picMk id="63" creationId="{293119CD-0A25-4104-9A14-5D6F1A5A90E8}"/>
          </ac:picMkLst>
        </pc:picChg>
        <pc:picChg chg="add mod">
          <ac:chgData name="Halan, Mridul" userId="d8402aca-56b7-4a75-97f5-504434d76ce0" providerId="ADAL" clId="{AA3C1486-642E-4193-95AF-D7E78E3DA4E9}" dt="2022-07-02T15:56:53.540" v="9682" actId="1036"/>
          <ac:picMkLst>
            <pc:docMk/>
            <pc:sldMk cId="616035977" sldId="6195"/>
            <ac:picMk id="67" creationId="{B4295708-EFE9-4A18-BC8C-2155EB338341}"/>
          </ac:picMkLst>
        </pc:picChg>
        <pc:picChg chg="add mod">
          <ac:chgData name="Halan, Mridul" userId="d8402aca-56b7-4a75-97f5-504434d76ce0" providerId="ADAL" clId="{AA3C1486-642E-4193-95AF-D7E78E3DA4E9}" dt="2022-07-02T15:56:53.540" v="9682" actId="1036"/>
          <ac:picMkLst>
            <pc:docMk/>
            <pc:sldMk cId="616035977" sldId="6195"/>
            <ac:picMk id="68" creationId="{98D4F83C-F974-4114-84C6-635927B3EADB}"/>
          </ac:picMkLst>
        </pc:picChg>
        <pc:picChg chg="add mod">
          <ac:chgData name="Halan, Mridul" userId="d8402aca-56b7-4a75-97f5-504434d76ce0" providerId="ADAL" clId="{AA3C1486-642E-4193-95AF-D7E78E3DA4E9}" dt="2022-07-02T15:56:53.540" v="9682" actId="1036"/>
          <ac:picMkLst>
            <pc:docMk/>
            <pc:sldMk cId="616035977" sldId="6195"/>
            <ac:picMk id="69" creationId="{1A5C3EA4-7FE8-4956-94CA-708A0575B357}"/>
          </ac:picMkLst>
        </pc:picChg>
        <pc:picChg chg="add mod">
          <ac:chgData name="Halan, Mridul" userId="d8402aca-56b7-4a75-97f5-504434d76ce0" providerId="ADAL" clId="{AA3C1486-642E-4193-95AF-D7E78E3DA4E9}" dt="2022-07-02T15:56:53.540" v="9682" actId="1036"/>
          <ac:picMkLst>
            <pc:docMk/>
            <pc:sldMk cId="616035977" sldId="6195"/>
            <ac:picMk id="70" creationId="{63623FB9-36E8-470E-B5AD-26C11A8C6567}"/>
          </ac:picMkLst>
        </pc:picChg>
        <pc:picChg chg="add mod">
          <ac:chgData name="Halan, Mridul" userId="d8402aca-56b7-4a75-97f5-504434d76ce0" providerId="ADAL" clId="{AA3C1486-642E-4193-95AF-D7E78E3DA4E9}" dt="2022-07-02T15:56:53.540" v="9682" actId="1036"/>
          <ac:picMkLst>
            <pc:docMk/>
            <pc:sldMk cId="616035977" sldId="6195"/>
            <ac:picMk id="71" creationId="{6848EB06-6313-4F55-83D8-56F69B79BAF2}"/>
          </ac:picMkLst>
        </pc:picChg>
        <pc:picChg chg="add mod">
          <ac:chgData name="Halan, Mridul" userId="d8402aca-56b7-4a75-97f5-504434d76ce0" providerId="ADAL" clId="{AA3C1486-642E-4193-95AF-D7E78E3DA4E9}" dt="2022-07-02T15:56:53.540" v="9682" actId="1036"/>
          <ac:picMkLst>
            <pc:docMk/>
            <pc:sldMk cId="616035977" sldId="6195"/>
            <ac:picMk id="72" creationId="{7ECE9E7C-4021-4C19-8635-1B5366902839}"/>
          </ac:picMkLst>
        </pc:picChg>
        <pc:picChg chg="del">
          <ac:chgData name="Halan, Mridul" userId="d8402aca-56b7-4a75-97f5-504434d76ce0" providerId="ADAL" clId="{AA3C1486-642E-4193-95AF-D7E78E3DA4E9}" dt="2022-07-02T06:35:55.132" v="5318" actId="21"/>
          <ac:picMkLst>
            <pc:docMk/>
            <pc:sldMk cId="616035977" sldId="6195"/>
            <ac:picMk id="3074" creationId="{53335559-CAFB-4493-AE25-EA9313D08FB2}"/>
          </ac:picMkLst>
        </pc:picChg>
        <pc:picChg chg="del">
          <ac:chgData name="Halan, Mridul" userId="d8402aca-56b7-4a75-97f5-504434d76ce0" providerId="ADAL" clId="{AA3C1486-642E-4193-95AF-D7E78E3DA4E9}" dt="2022-07-02T06:35:55.132" v="5318" actId="21"/>
          <ac:picMkLst>
            <pc:docMk/>
            <pc:sldMk cId="616035977" sldId="6195"/>
            <ac:picMk id="3076" creationId="{5EC65707-F90A-483B-8CB8-9194F27D4EA3}"/>
          </ac:picMkLst>
        </pc:picChg>
        <pc:picChg chg="del">
          <ac:chgData name="Halan, Mridul" userId="d8402aca-56b7-4a75-97f5-504434d76ce0" providerId="ADAL" clId="{AA3C1486-642E-4193-95AF-D7E78E3DA4E9}" dt="2022-07-02T06:35:55.132" v="5318" actId="21"/>
          <ac:picMkLst>
            <pc:docMk/>
            <pc:sldMk cId="616035977" sldId="6195"/>
            <ac:picMk id="3078" creationId="{CCCF169A-1421-4375-8B15-38A406C11424}"/>
          </ac:picMkLst>
        </pc:picChg>
        <pc:picChg chg="del">
          <ac:chgData name="Halan, Mridul" userId="d8402aca-56b7-4a75-97f5-504434d76ce0" providerId="ADAL" clId="{AA3C1486-642E-4193-95AF-D7E78E3DA4E9}" dt="2022-07-02T06:37:45.178" v="5341" actId="21"/>
          <ac:picMkLst>
            <pc:docMk/>
            <pc:sldMk cId="616035977" sldId="6195"/>
            <ac:picMk id="3082" creationId="{7CCEE82C-3DBA-4527-8A7A-7ACA23C1F211}"/>
          </ac:picMkLst>
        </pc:picChg>
        <pc:picChg chg="del">
          <ac:chgData name="Halan, Mridul" userId="d8402aca-56b7-4a75-97f5-504434d76ce0" providerId="ADAL" clId="{AA3C1486-642E-4193-95AF-D7E78E3DA4E9}" dt="2022-07-02T06:35:55.132" v="5318" actId="21"/>
          <ac:picMkLst>
            <pc:docMk/>
            <pc:sldMk cId="616035977" sldId="6195"/>
            <ac:picMk id="3084" creationId="{2D4231FD-9568-460B-8AB5-D2CBB3D961B5}"/>
          </ac:picMkLst>
        </pc:picChg>
        <pc:picChg chg="del">
          <ac:chgData name="Halan, Mridul" userId="d8402aca-56b7-4a75-97f5-504434d76ce0" providerId="ADAL" clId="{AA3C1486-642E-4193-95AF-D7E78E3DA4E9}" dt="2022-07-02T06:49:53.654" v="5565" actId="21"/>
          <ac:picMkLst>
            <pc:docMk/>
            <pc:sldMk cId="616035977" sldId="6195"/>
            <ac:picMk id="3088" creationId="{3C98D521-CF2B-41ED-9EC9-ACBC1F6AA29F}"/>
          </ac:picMkLst>
        </pc:picChg>
        <pc:picChg chg="del">
          <ac:chgData name="Halan, Mridul" userId="d8402aca-56b7-4a75-97f5-504434d76ce0" providerId="ADAL" clId="{AA3C1486-642E-4193-95AF-D7E78E3DA4E9}" dt="2022-07-02T06:49:53.654" v="5565" actId="21"/>
          <ac:picMkLst>
            <pc:docMk/>
            <pc:sldMk cId="616035977" sldId="6195"/>
            <ac:picMk id="3090" creationId="{F296AE81-1E90-4D4D-850F-05108B3C880D}"/>
          </ac:picMkLst>
        </pc:picChg>
        <pc:picChg chg="del mod">
          <ac:chgData name="Halan, Mridul" userId="d8402aca-56b7-4a75-97f5-504434d76ce0" providerId="ADAL" clId="{AA3C1486-642E-4193-95AF-D7E78E3DA4E9}" dt="2022-07-02T15:55:56.218" v="9476" actId="21"/>
          <ac:picMkLst>
            <pc:docMk/>
            <pc:sldMk cId="616035977" sldId="6195"/>
            <ac:picMk id="3092" creationId="{11AA9C88-49B3-41BE-9F5B-4CCF66ABBFD5}"/>
          </ac:picMkLst>
        </pc:picChg>
        <pc:picChg chg="del">
          <ac:chgData name="Halan, Mridul" userId="d8402aca-56b7-4a75-97f5-504434d76ce0" providerId="ADAL" clId="{AA3C1486-642E-4193-95AF-D7E78E3DA4E9}" dt="2022-07-02T06:49:53.654" v="5565" actId="21"/>
          <ac:picMkLst>
            <pc:docMk/>
            <pc:sldMk cId="616035977" sldId="6195"/>
            <ac:picMk id="3094" creationId="{59584DEB-F31C-4A6B-9B56-D1E998F4602B}"/>
          </ac:picMkLst>
        </pc:picChg>
        <pc:picChg chg="add del mod">
          <ac:chgData name="Halan, Mridul" userId="d8402aca-56b7-4a75-97f5-504434d76ce0" providerId="ADAL" clId="{AA3C1486-642E-4193-95AF-D7E78E3DA4E9}" dt="2022-07-02T15:55:56.218" v="9476" actId="21"/>
          <ac:picMkLst>
            <pc:docMk/>
            <pc:sldMk cId="616035977" sldId="6195"/>
            <ac:picMk id="5126" creationId="{7EB9DA78-C0EC-4553-BB6E-E8D563FF9F9B}"/>
          </ac:picMkLst>
        </pc:picChg>
        <pc:picChg chg="add del mod">
          <ac:chgData name="Halan, Mridul" userId="d8402aca-56b7-4a75-97f5-504434d76ce0" providerId="ADAL" clId="{AA3C1486-642E-4193-95AF-D7E78E3DA4E9}" dt="2022-07-02T06:38:42.450" v="5351" actId="21"/>
          <ac:picMkLst>
            <pc:docMk/>
            <pc:sldMk cId="616035977" sldId="6195"/>
            <ac:picMk id="5128" creationId="{5055AB93-B3AE-4E78-A9E2-FCA59BA7741C}"/>
          </ac:picMkLst>
        </pc:picChg>
        <pc:picChg chg="add del mod">
          <ac:chgData name="Halan, Mridul" userId="d8402aca-56b7-4a75-97f5-504434d76ce0" providerId="ADAL" clId="{AA3C1486-642E-4193-95AF-D7E78E3DA4E9}" dt="2022-07-02T15:55:56.218" v="9476" actId="21"/>
          <ac:picMkLst>
            <pc:docMk/>
            <pc:sldMk cId="616035977" sldId="6195"/>
            <ac:picMk id="5130" creationId="{54997962-53FD-4F04-9954-7409E656838C}"/>
          </ac:picMkLst>
        </pc:picChg>
        <pc:picChg chg="add del mod">
          <ac:chgData name="Halan, Mridul" userId="d8402aca-56b7-4a75-97f5-504434d76ce0" providerId="ADAL" clId="{AA3C1486-642E-4193-95AF-D7E78E3DA4E9}" dt="2022-07-02T15:55:56.218" v="9476" actId="21"/>
          <ac:picMkLst>
            <pc:docMk/>
            <pc:sldMk cId="616035977" sldId="6195"/>
            <ac:picMk id="5132" creationId="{3574EDF0-F2C1-448F-9EDA-10AC94D11A1A}"/>
          </ac:picMkLst>
        </pc:picChg>
        <pc:picChg chg="add mod">
          <ac:chgData name="Halan, Mridul" userId="d8402aca-56b7-4a75-97f5-504434d76ce0" providerId="ADAL" clId="{AA3C1486-642E-4193-95AF-D7E78E3DA4E9}" dt="2022-07-02T15:56:25.330" v="9581" actId="1035"/>
          <ac:picMkLst>
            <pc:docMk/>
            <pc:sldMk cId="616035977" sldId="6195"/>
            <ac:picMk id="5134" creationId="{22DB8956-198F-4265-8EFC-12CCC105E760}"/>
          </ac:picMkLst>
        </pc:picChg>
        <pc:picChg chg="add mod">
          <ac:chgData name="Halan, Mridul" userId="d8402aca-56b7-4a75-97f5-504434d76ce0" providerId="ADAL" clId="{AA3C1486-642E-4193-95AF-D7E78E3DA4E9}" dt="2022-07-02T15:56:25.330" v="9581" actId="1035"/>
          <ac:picMkLst>
            <pc:docMk/>
            <pc:sldMk cId="616035977" sldId="6195"/>
            <ac:picMk id="5136" creationId="{6D7585EA-E3F9-4766-99A3-C61914F50094}"/>
          </ac:picMkLst>
        </pc:picChg>
        <pc:picChg chg="add mod">
          <ac:chgData name="Halan, Mridul" userId="d8402aca-56b7-4a75-97f5-504434d76ce0" providerId="ADAL" clId="{AA3C1486-642E-4193-95AF-D7E78E3DA4E9}" dt="2022-07-02T15:56:25.330" v="9581" actId="1035"/>
          <ac:picMkLst>
            <pc:docMk/>
            <pc:sldMk cId="616035977" sldId="6195"/>
            <ac:picMk id="5138" creationId="{3DC3E315-339F-4037-9102-F7FDB4C4ABF9}"/>
          </ac:picMkLst>
        </pc:picChg>
        <pc:picChg chg="add mod">
          <ac:chgData name="Halan, Mridul" userId="d8402aca-56b7-4a75-97f5-504434d76ce0" providerId="ADAL" clId="{AA3C1486-642E-4193-95AF-D7E78E3DA4E9}" dt="2022-07-02T15:56:25.330" v="9581" actId="1035"/>
          <ac:picMkLst>
            <pc:docMk/>
            <pc:sldMk cId="616035977" sldId="6195"/>
            <ac:picMk id="5140" creationId="{C9E5924F-31F2-4215-A13A-016C24DB6931}"/>
          </ac:picMkLst>
        </pc:picChg>
        <pc:picChg chg="add mod">
          <ac:chgData name="Halan, Mridul" userId="d8402aca-56b7-4a75-97f5-504434d76ce0" providerId="ADAL" clId="{AA3C1486-642E-4193-95AF-D7E78E3DA4E9}" dt="2022-07-02T07:29:56.698" v="6261" actId="14100"/>
          <ac:picMkLst>
            <pc:docMk/>
            <pc:sldMk cId="616035977" sldId="6195"/>
            <ac:picMk id="5144" creationId="{82FF59F7-BFE0-4A51-9252-2911E074110A}"/>
          </ac:picMkLst>
        </pc:picChg>
        <pc:picChg chg="add mod">
          <ac:chgData name="Halan, Mridul" userId="d8402aca-56b7-4a75-97f5-504434d76ce0" providerId="ADAL" clId="{AA3C1486-642E-4193-95AF-D7E78E3DA4E9}" dt="2022-07-02T07:21:00.093" v="5995" actId="1076"/>
          <ac:picMkLst>
            <pc:docMk/>
            <pc:sldMk cId="616035977" sldId="6195"/>
            <ac:picMk id="5146" creationId="{07A09520-CCA9-4C4B-9C74-7D510FD12A53}"/>
          </ac:picMkLst>
        </pc:picChg>
        <pc:picChg chg="add mod">
          <ac:chgData name="Halan, Mridul" userId="d8402aca-56b7-4a75-97f5-504434d76ce0" providerId="ADAL" clId="{AA3C1486-642E-4193-95AF-D7E78E3DA4E9}" dt="2022-07-02T07:28:21.132" v="6238" actId="14100"/>
          <ac:picMkLst>
            <pc:docMk/>
            <pc:sldMk cId="616035977" sldId="6195"/>
            <ac:picMk id="5148" creationId="{96F5D0C4-0731-4162-B5CF-CFC85ACD992B}"/>
          </ac:picMkLst>
        </pc:picChg>
        <pc:picChg chg="add mod">
          <ac:chgData name="Halan, Mridul" userId="d8402aca-56b7-4a75-97f5-504434d76ce0" providerId="ADAL" clId="{AA3C1486-642E-4193-95AF-D7E78E3DA4E9}" dt="2022-07-02T07:28:49.376" v="6254" actId="14100"/>
          <ac:picMkLst>
            <pc:docMk/>
            <pc:sldMk cId="616035977" sldId="6195"/>
            <ac:picMk id="5150" creationId="{7BDBA171-914C-422F-A677-A6FD8D7C1D06}"/>
          </ac:picMkLst>
        </pc:picChg>
        <pc:cxnChg chg="mod">
          <ac:chgData name="Halan, Mridul" userId="d8402aca-56b7-4a75-97f5-504434d76ce0" providerId="ADAL" clId="{AA3C1486-642E-4193-95AF-D7E78E3DA4E9}" dt="2022-07-02T07:21:14.190" v="6030" actId="1035"/>
          <ac:cxnSpMkLst>
            <pc:docMk/>
            <pc:sldMk cId="616035977" sldId="6195"/>
            <ac:cxnSpMk id="23" creationId="{00000000-0000-0000-0000-000000000000}"/>
          </ac:cxnSpMkLst>
        </pc:cxnChg>
        <pc:cxnChg chg="mod">
          <ac:chgData name="Halan, Mridul" userId="d8402aca-56b7-4a75-97f5-504434d76ce0" providerId="ADAL" clId="{AA3C1486-642E-4193-95AF-D7E78E3DA4E9}" dt="2022-07-02T06:56:27.084" v="5718" actId="1036"/>
          <ac:cxnSpMkLst>
            <pc:docMk/>
            <pc:sldMk cId="616035977" sldId="6195"/>
            <ac:cxnSpMk id="28" creationId="{00000000-0000-0000-0000-000000000000}"/>
          </ac:cxnSpMkLst>
        </pc:cxnChg>
        <pc:cxnChg chg="del mod">
          <ac:chgData name="Halan, Mridul" userId="d8402aca-56b7-4a75-97f5-504434d76ce0" providerId="ADAL" clId="{AA3C1486-642E-4193-95AF-D7E78E3DA4E9}" dt="2022-07-02T15:55:56.218" v="9476" actId="21"/>
          <ac:cxnSpMkLst>
            <pc:docMk/>
            <pc:sldMk cId="616035977" sldId="6195"/>
            <ac:cxnSpMk id="30" creationId="{00000000-0000-0000-0000-000000000000}"/>
          </ac:cxnSpMkLst>
        </pc:cxnChg>
        <pc:cxnChg chg="add mod">
          <ac:chgData name="Halan, Mridul" userId="d8402aca-56b7-4a75-97f5-504434d76ce0" providerId="ADAL" clId="{AA3C1486-642E-4193-95AF-D7E78E3DA4E9}" dt="2022-07-02T15:56:53.540" v="9682" actId="1036"/>
          <ac:cxnSpMkLst>
            <pc:docMk/>
            <pc:sldMk cId="616035977" sldId="6195"/>
            <ac:cxnSpMk id="64" creationId="{5E1C892F-10CC-472B-93A5-566286B30472}"/>
          </ac:cxnSpMkLst>
        </pc:cxnChg>
        <pc:cxnChg chg="add del mod">
          <ac:chgData name="Halan, Mridul" userId="d8402aca-56b7-4a75-97f5-504434d76ce0" providerId="ADAL" clId="{AA3C1486-642E-4193-95AF-D7E78E3DA4E9}" dt="2022-07-02T15:56:58.883" v="9683" actId="21"/>
          <ac:cxnSpMkLst>
            <pc:docMk/>
            <pc:sldMk cId="616035977" sldId="6195"/>
            <ac:cxnSpMk id="65" creationId="{57115B30-2D1A-4EF1-ABAF-53B20AEC7AAC}"/>
          </ac:cxnSpMkLst>
        </pc:cxnChg>
      </pc:sldChg>
      <pc:sldChg chg="modSp mod">
        <pc:chgData name="Halan, Mridul" userId="d8402aca-56b7-4a75-97f5-504434d76ce0" providerId="ADAL" clId="{AA3C1486-642E-4193-95AF-D7E78E3DA4E9}" dt="2022-07-04T16:17:57.691" v="11121" actId="113"/>
        <pc:sldMkLst>
          <pc:docMk/>
          <pc:sldMk cId="2716093337" sldId="6196"/>
        </pc:sldMkLst>
        <pc:spChg chg="mod">
          <ac:chgData name="Halan, Mridul" userId="d8402aca-56b7-4a75-97f5-504434d76ce0" providerId="ADAL" clId="{AA3C1486-642E-4193-95AF-D7E78E3DA4E9}" dt="2022-07-04T16:17:57.691" v="11121" actId="113"/>
          <ac:spMkLst>
            <pc:docMk/>
            <pc:sldMk cId="2716093337" sldId="6196"/>
            <ac:spMk id="2" creationId="{188B5FD8-DE7F-4FEB-9F3A-5D07FE22260C}"/>
          </ac:spMkLst>
        </pc:spChg>
      </pc:sldChg>
      <pc:sldChg chg="addSp delSp modSp add del mod">
        <pc:chgData name="Halan, Mridul" userId="d8402aca-56b7-4a75-97f5-504434d76ce0" providerId="ADAL" clId="{AA3C1486-642E-4193-95AF-D7E78E3DA4E9}" dt="2022-07-02T11:25:47.828" v="7244" actId="2696"/>
        <pc:sldMkLst>
          <pc:docMk/>
          <pc:sldMk cId="471222770" sldId="6197"/>
        </pc:sldMkLst>
        <pc:spChg chg="mod">
          <ac:chgData name="Halan, Mridul" userId="d8402aca-56b7-4a75-97f5-504434d76ce0" providerId="ADAL" clId="{AA3C1486-642E-4193-95AF-D7E78E3DA4E9}" dt="2022-07-02T11:22:45.635" v="7237" actId="20577"/>
          <ac:spMkLst>
            <pc:docMk/>
            <pc:sldMk cId="471222770" sldId="6197"/>
            <ac:spMk id="2" creationId="{F02F82D5-2DA0-494A-8694-A4C176CFA13A}"/>
          </ac:spMkLst>
        </pc:spChg>
        <pc:spChg chg="del mod">
          <ac:chgData name="Halan, Mridul" userId="d8402aca-56b7-4a75-97f5-504434d76ce0" providerId="ADAL" clId="{AA3C1486-642E-4193-95AF-D7E78E3DA4E9}" dt="2022-07-02T11:17:35.847" v="7161" actId="21"/>
          <ac:spMkLst>
            <pc:docMk/>
            <pc:sldMk cId="471222770" sldId="6197"/>
            <ac:spMk id="3" creationId="{E303F832-A0D8-4E61-A7C4-B3015B3AADCE}"/>
          </ac:spMkLst>
        </pc:spChg>
        <pc:graphicFrameChg chg="mod modGraphic">
          <ac:chgData name="Halan, Mridul" userId="d8402aca-56b7-4a75-97f5-504434d76ce0" providerId="ADAL" clId="{AA3C1486-642E-4193-95AF-D7E78E3DA4E9}" dt="2022-07-02T11:25:00.690" v="7243" actId="2062"/>
          <ac:graphicFrameMkLst>
            <pc:docMk/>
            <pc:sldMk cId="471222770" sldId="6197"/>
            <ac:graphicFrameMk id="4" creationId="{0D3E0BFC-B3EC-4D3D-96B4-A257FC0B1C11}"/>
          </ac:graphicFrameMkLst>
        </pc:graphicFrameChg>
        <pc:graphicFrameChg chg="add del mod">
          <ac:chgData name="Halan, Mridul" userId="d8402aca-56b7-4a75-97f5-504434d76ce0" providerId="ADAL" clId="{AA3C1486-642E-4193-95AF-D7E78E3DA4E9}" dt="2022-07-02T11:17:18.923" v="7158" actId="21"/>
          <ac:graphicFrameMkLst>
            <pc:docMk/>
            <pc:sldMk cId="471222770" sldId="6197"/>
            <ac:graphicFrameMk id="5" creationId="{43876487-EE27-4B3C-A96F-F9CC4676D976}"/>
          </ac:graphicFrameMkLst>
        </pc:graphicFrameChg>
      </pc:sldChg>
      <pc:sldChg chg="delSp modSp add del mod">
        <pc:chgData name="Halan, Mridul" userId="d8402aca-56b7-4a75-97f5-504434d76ce0" providerId="ADAL" clId="{AA3C1486-642E-4193-95AF-D7E78E3DA4E9}" dt="2022-07-04T15:47:13.827" v="10860" actId="2696"/>
        <pc:sldMkLst>
          <pc:docMk/>
          <pc:sldMk cId="555579079" sldId="6197"/>
        </pc:sldMkLst>
        <pc:spChg chg="mod">
          <ac:chgData name="Halan, Mridul" userId="d8402aca-56b7-4a75-97f5-504434d76ce0" providerId="ADAL" clId="{AA3C1486-642E-4193-95AF-D7E78E3DA4E9}" dt="2022-07-04T15:45:50.608" v="10831" actId="21"/>
          <ac:spMkLst>
            <pc:docMk/>
            <pc:sldMk cId="555579079" sldId="6197"/>
            <ac:spMk id="2" creationId="{F02F82D5-2DA0-494A-8694-A4C176CFA13A}"/>
          </ac:spMkLst>
        </pc:spChg>
        <pc:graphicFrameChg chg="del">
          <ac:chgData name="Halan, Mridul" userId="d8402aca-56b7-4a75-97f5-504434d76ce0" providerId="ADAL" clId="{AA3C1486-642E-4193-95AF-D7E78E3DA4E9}" dt="2022-07-04T15:46:03.130" v="10833" actId="21"/>
          <ac:graphicFrameMkLst>
            <pc:docMk/>
            <pc:sldMk cId="555579079" sldId="6197"/>
            <ac:graphicFrameMk id="4" creationId="{0D3E0BFC-B3EC-4D3D-96B4-A257FC0B1C11}"/>
          </ac:graphicFrameMkLst>
        </pc:graphicFrameChg>
      </pc:sldChg>
      <pc:sldChg chg="modSp mod">
        <pc:chgData name="Halan, Mridul" userId="d8402aca-56b7-4a75-97f5-504434d76ce0" providerId="ADAL" clId="{AA3C1486-642E-4193-95AF-D7E78E3DA4E9}" dt="2022-07-04T15:52:24.085" v="10943" actId="113"/>
        <pc:sldMkLst>
          <pc:docMk/>
          <pc:sldMk cId="2843776525" sldId="6198"/>
        </pc:sldMkLst>
        <pc:spChg chg="mod">
          <ac:chgData name="Halan, Mridul" userId="d8402aca-56b7-4a75-97f5-504434d76ce0" providerId="ADAL" clId="{AA3C1486-642E-4193-95AF-D7E78E3DA4E9}" dt="2022-07-04T15:52:24.085" v="10943" actId="113"/>
          <ac:spMkLst>
            <pc:docMk/>
            <pc:sldMk cId="2843776525" sldId="6198"/>
            <ac:spMk id="177" creationId="{25B1B997-3C04-46FA-B5D2-1CBB50C0472E}"/>
          </ac:spMkLst>
        </pc:spChg>
      </pc:sldChg>
      <pc:sldChg chg="addSp delSp modSp add mod">
        <pc:chgData name="Halan, Mridul" userId="d8402aca-56b7-4a75-97f5-504434d76ce0" providerId="ADAL" clId="{AA3C1486-642E-4193-95AF-D7E78E3DA4E9}" dt="2022-07-02T15:55:27.342" v="9471" actId="20577"/>
        <pc:sldMkLst>
          <pc:docMk/>
          <pc:sldMk cId="2480628551" sldId="6200"/>
        </pc:sldMkLst>
        <pc:spChg chg="mod">
          <ac:chgData name="Halan, Mridul" userId="d8402aca-56b7-4a75-97f5-504434d76ce0" providerId="ADAL" clId="{AA3C1486-642E-4193-95AF-D7E78E3DA4E9}" dt="2022-07-02T15:01:00.548" v="8062" actId="20577"/>
          <ac:spMkLst>
            <pc:docMk/>
            <pc:sldMk cId="2480628551" sldId="6200"/>
            <ac:spMk id="6" creationId="{00000000-0000-0000-0000-000000000000}"/>
          </ac:spMkLst>
        </pc:spChg>
        <pc:spChg chg="del">
          <ac:chgData name="Halan, Mridul" userId="d8402aca-56b7-4a75-97f5-504434d76ce0" providerId="ADAL" clId="{AA3C1486-642E-4193-95AF-D7E78E3DA4E9}" dt="2022-07-02T14:46:06.396" v="7763" actId="21"/>
          <ac:spMkLst>
            <pc:docMk/>
            <pc:sldMk cId="2480628551" sldId="6200"/>
            <ac:spMk id="11" creationId="{00000000-0000-0000-0000-000000000000}"/>
          </ac:spMkLst>
        </pc:spChg>
        <pc:spChg chg="add del mod ord">
          <ac:chgData name="Halan, Mridul" userId="d8402aca-56b7-4a75-97f5-504434d76ce0" providerId="ADAL" clId="{AA3C1486-642E-4193-95AF-D7E78E3DA4E9}" dt="2022-07-02T15:19:56.654" v="8193" actId="21"/>
          <ac:spMkLst>
            <pc:docMk/>
            <pc:sldMk cId="2480628551" sldId="6200"/>
            <ac:spMk id="12" creationId="{0337DD8D-C8D2-44A5-9AF7-69D8C6330326}"/>
          </ac:spMkLst>
        </pc:spChg>
        <pc:spChg chg="add mod">
          <ac:chgData name="Halan, Mridul" userId="d8402aca-56b7-4a75-97f5-504434d76ce0" providerId="ADAL" clId="{AA3C1486-642E-4193-95AF-D7E78E3DA4E9}" dt="2022-07-02T15:33:18.825" v="8632" actId="207"/>
          <ac:spMkLst>
            <pc:docMk/>
            <pc:sldMk cId="2480628551" sldId="6200"/>
            <ac:spMk id="14" creationId="{B0FDDFCE-F123-432E-B0D9-BE863BDC8B1C}"/>
          </ac:spMkLst>
        </pc:spChg>
        <pc:spChg chg="del">
          <ac:chgData name="Halan, Mridul" userId="d8402aca-56b7-4a75-97f5-504434d76ce0" providerId="ADAL" clId="{AA3C1486-642E-4193-95AF-D7E78E3DA4E9}" dt="2022-07-02T14:45:54.719" v="7761" actId="21"/>
          <ac:spMkLst>
            <pc:docMk/>
            <pc:sldMk cId="2480628551" sldId="6200"/>
            <ac:spMk id="19" creationId="{00000000-0000-0000-0000-000000000000}"/>
          </ac:spMkLst>
        </pc:spChg>
        <pc:spChg chg="del">
          <ac:chgData name="Halan, Mridul" userId="d8402aca-56b7-4a75-97f5-504434d76ce0" providerId="ADAL" clId="{AA3C1486-642E-4193-95AF-D7E78E3DA4E9}" dt="2022-07-02T14:45:57.509" v="7762" actId="21"/>
          <ac:spMkLst>
            <pc:docMk/>
            <pc:sldMk cId="2480628551" sldId="6200"/>
            <ac:spMk id="28" creationId="{00000000-0000-0000-0000-000000000000}"/>
          </ac:spMkLst>
        </pc:spChg>
        <pc:spChg chg="mod">
          <ac:chgData name="Halan, Mridul" userId="d8402aca-56b7-4a75-97f5-504434d76ce0" providerId="ADAL" clId="{AA3C1486-642E-4193-95AF-D7E78E3DA4E9}" dt="2022-07-02T15:00:44.357" v="8043" actId="1076"/>
          <ac:spMkLst>
            <pc:docMk/>
            <pc:sldMk cId="2480628551" sldId="6200"/>
            <ac:spMk id="37" creationId="{00000000-0000-0000-0000-000000000000}"/>
          </ac:spMkLst>
        </pc:spChg>
        <pc:spChg chg="del">
          <ac:chgData name="Halan, Mridul" userId="d8402aca-56b7-4a75-97f5-504434d76ce0" providerId="ADAL" clId="{AA3C1486-642E-4193-95AF-D7E78E3DA4E9}" dt="2022-07-02T14:45:54.719" v="7761" actId="21"/>
          <ac:spMkLst>
            <pc:docMk/>
            <pc:sldMk cId="2480628551" sldId="6200"/>
            <ac:spMk id="55" creationId="{00000000-0000-0000-0000-000000000000}"/>
          </ac:spMkLst>
        </pc:spChg>
        <pc:spChg chg="add mod">
          <ac:chgData name="Halan, Mridul" userId="d8402aca-56b7-4a75-97f5-504434d76ce0" providerId="ADAL" clId="{AA3C1486-642E-4193-95AF-D7E78E3DA4E9}" dt="2022-07-02T15:55:27.342" v="9471" actId="20577"/>
          <ac:spMkLst>
            <pc:docMk/>
            <pc:sldMk cId="2480628551" sldId="6200"/>
            <ac:spMk id="59" creationId="{5AF3350C-F011-45FD-9B27-22C2E62AF32B}"/>
          </ac:spMkLst>
        </pc:spChg>
        <pc:spChg chg="add mod">
          <ac:chgData name="Halan, Mridul" userId="d8402aca-56b7-4a75-97f5-504434d76ce0" providerId="ADAL" clId="{AA3C1486-642E-4193-95AF-D7E78E3DA4E9}" dt="2022-07-02T14:56:41.250" v="8041" actId="1076"/>
          <ac:spMkLst>
            <pc:docMk/>
            <pc:sldMk cId="2480628551" sldId="6200"/>
            <ac:spMk id="60" creationId="{FA0BCEF7-AB84-4B14-9DF0-C607333CEEA1}"/>
          </ac:spMkLst>
        </pc:spChg>
        <pc:spChg chg="add mod">
          <ac:chgData name="Halan, Mridul" userId="d8402aca-56b7-4a75-97f5-504434d76ce0" providerId="ADAL" clId="{AA3C1486-642E-4193-95AF-D7E78E3DA4E9}" dt="2022-07-02T14:56:44.862" v="8042" actId="1076"/>
          <ac:spMkLst>
            <pc:docMk/>
            <pc:sldMk cId="2480628551" sldId="6200"/>
            <ac:spMk id="61" creationId="{2D67A12E-119F-4141-9D35-38E6CE306B94}"/>
          </ac:spMkLst>
        </pc:spChg>
        <pc:spChg chg="add mod">
          <ac:chgData name="Halan, Mridul" userId="d8402aca-56b7-4a75-97f5-504434d76ce0" providerId="ADAL" clId="{AA3C1486-642E-4193-95AF-D7E78E3DA4E9}" dt="2022-07-02T15:14:23.643" v="8137" actId="207"/>
          <ac:spMkLst>
            <pc:docMk/>
            <pc:sldMk cId="2480628551" sldId="6200"/>
            <ac:spMk id="64" creationId="{F8D89799-281B-4858-8DAF-E91B0A1AE51D}"/>
          </ac:spMkLst>
        </pc:spChg>
        <pc:spChg chg="add mod">
          <ac:chgData name="Halan, Mridul" userId="d8402aca-56b7-4a75-97f5-504434d76ce0" providerId="ADAL" clId="{AA3C1486-642E-4193-95AF-D7E78E3DA4E9}" dt="2022-07-02T15:36:12.197" v="8636" actId="1076"/>
          <ac:spMkLst>
            <pc:docMk/>
            <pc:sldMk cId="2480628551" sldId="6200"/>
            <ac:spMk id="66" creationId="{414A8419-02B0-4C89-9F17-6F90047ED8A5}"/>
          </ac:spMkLst>
        </pc:spChg>
        <pc:spChg chg="add del mod">
          <ac:chgData name="Halan, Mridul" userId="d8402aca-56b7-4a75-97f5-504434d76ce0" providerId="ADAL" clId="{AA3C1486-642E-4193-95AF-D7E78E3DA4E9}" dt="2022-07-02T15:18:50.043" v="8177" actId="21"/>
          <ac:spMkLst>
            <pc:docMk/>
            <pc:sldMk cId="2480628551" sldId="6200"/>
            <ac:spMk id="67" creationId="{290D2051-A0C3-4A5F-BB88-41592EB9798F}"/>
          </ac:spMkLst>
        </pc:spChg>
        <pc:spChg chg="add del mod">
          <ac:chgData name="Halan, Mridul" userId="d8402aca-56b7-4a75-97f5-504434d76ce0" providerId="ADAL" clId="{AA3C1486-642E-4193-95AF-D7E78E3DA4E9}" dt="2022-07-02T15:19:24.431" v="8183" actId="21"/>
          <ac:spMkLst>
            <pc:docMk/>
            <pc:sldMk cId="2480628551" sldId="6200"/>
            <ac:spMk id="68" creationId="{C0639474-A905-43C8-A977-47A9E44039B5}"/>
          </ac:spMkLst>
        </pc:spChg>
        <pc:spChg chg="add mod">
          <ac:chgData name="Halan, Mridul" userId="d8402aca-56b7-4a75-97f5-504434d76ce0" providerId="ADAL" clId="{AA3C1486-642E-4193-95AF-D7E78E3DA4E9}" dt="2022-07-02T15:20:04.549" v="8196" actId="1076"/>
          <ac:spMkLst>
            <pc:docMk/>
            <pc:sldMk cId="2480628551" sldId="6200"/>
            <ac:spMk id="72" creationId="{6C950BC1-85E9-4DD7-B815-E0525BB6F03A}"/>
          </ac:spMkLst>
        </pc:spChg>
        <pc:spChg chg="del">
          <ac:chgData name="Halan, Mridul" userId="d8402aca-56b7-4a75-97f5-504434d76ce0" providerId="ADAL" clId="{AA3C1486-642E-4193-95AF-D7E78E3DA4E9}" dt="2022-07-02T14:46:06.396" v="7763" actId="21"/>
          <ac:spMkLst>
            <pc:docMk/>
            <pc:sldMk cId="2480628551" sldId="6200"/>
            <ac:spMk id="74" creationId="{00000000-0000-0000-0000-000000000000}"/>
          </ac:spMkLst>
        </pc:spChg>
        <pc:spChg chg="add mod">
          <ac:chgData name="Halan, Mridul" userId="d8402aca-56b7-4a75-97f5-504434d76ce0" providerId="ADAL" clId="{AA3C1486-642E-4193-95AF-D7E78E3DA4E9}" dt="2022-07-02T15:49:08.640" v="9218" actId="113"/>
          <ac:spMkLst>
            <pc:docMk/>
            <pc:sldMk cId="2480628551" sldId="6200"/>
            <ac:spMk id="75" creationId="{76A45365-312B-48CC-9496-64691269F03D}"/>
          </ac:spMkLst>
        </pc:spChg>
        <pc:spChg chg="del">
          <ac:chgData name="Halan, Mridul" userId="d8402aca-56b7-4a75-97f5-504434d76ce0" providerId="ADAL" clId="{AA3C1486-642E-4193-95AF-D7E78E3DA4E9}" dt="2022-07-02T14:46:06.396" v="7763" actId="21"/>
          <ac:spMkLst>
            <pc:docMk/>
            <pc:sldMk cId="2480628551" sldId="6200"/>
            <ac:spMk id="76" creationId="{00000000-0000-0000-0000-000000000000}"/>
          </ac:spMkLst>
        </pc:spChg>
        <pc:spChg chg="add mod">
          <ac:chgData name="Halan, Mridul" userId="d8402aca-56b7-4a75-97f5-504434d76ce0" providerId="ADAL" clId="{AA3C1486-642E-4193-95AF-D7E78E3DA4E9}" dt="2022-07-02T15:53:59.968" v="9443" actId="113"/>
          <ac:spMkLst>
            <pc:docMk/>
            <pc:sldMk cId="2480628551" sldId="6200"/>
            <ac:spMk id="77" creationId="{950DE1E1-822A-4231-9C75-ED77891741FF}"/>
          </ac:spMkLst>
        </pc:spChg>
        <pc:spChg chg="del">
          <ac:chgData name="Halan, Mridul" userId="d8402aca-56b7-4a75-97f5-504434d76ce0" providerId="ADAL" clId="{AA3C1486-642E-4193-95AF-D7E78E3DA4E9}" dt="2022-07-02T14:46:06.396" v="7763" actId="21"/>
          <ac:spMkLst>
            <pc:docMk/>
            <pc:sldMk cId="2480628551" sldId="6200"/>
            <ac:spMk id="78" creationId="{00000000-0000-0000-0000-000000000000}"/>
          </ac:spMkLst>
        </pc:spChg>
        <pc:spChg chg="del">
          <ac:chgData name="Halan, Mridul" userId="d8402aca-56b7-4a75-97f5-504434d76ce0" providerId="ADAL" clId="{AA3C1486-642E-4193-95AF-D7E78E3DA4E9}" dt="2022-07-02T14:46:06.396" v="7763" actId="21"/>
          <ac:spMkLst>
            <pc:docMk/>
            <pc:sldMk cId="2480628551" sldId="6200"/>
            <ac:spMk id="79" creationId="{00000000-0000-0000-0000-000000000000}"/>
          </ac:spMkLst>
        </pc:spChg>
        <pc:spChg chg="del">
          <ac:chgData name="Halan, Mridul" userId="d8402aca-56b7-4a75-97f5-504434d76ce0" providerId="ADAL" clId="{AA3C1486-642E-4193-95AF-D7E78E3DA4E9}" dt="2022-07-02T14:46:06.396" v="7763" actId="21"/>
          <ac:spMkLst>
            <pc:docMk/>
            <pc:sldMk cId="2480628551" sldId="6200"/>
            <ac:spMk id="80" creationId="{00000000-0000-0000-0000-000000000000}"/>
          </ac:spMkLst>
        </pc:spChg>
        <pc:grpChg chg="del">
          <ac:chgData name="Halan, Mridul" userId="d8402aca-56b7-4a75-97f5-504434d76ce0" providerId="ADAL" clId="{AA3C1486-642E-4193-95AF-D7E78E3DA4E9}" dt="2022-07-02T14:46:41.705" v="7793" actId="21"/>
          <ac:grpSpMkLst>
            <pc:docMk/>
            <pc:sldMk cId="2480628551" sldId="6200"/>
            <ac:grpSpMk id="13" creationId="{00000000-0000-0000-0000-000000000000}"/>
          </ac:grpSpMkLst>
        </pc:grpChg>
        <pc:grpChg chg="del">
          <ac:chgData name="Halan, Mridul" userId="d8402aca-56b7-4a75-97f5-504434d76ce0" providerId="ADAL" clId="{AA3C1486-642E-4193-95AF-D7E78E3DA4E9}" dt="2022-07-02T14:46:38.227" v="7792" actId="21"/>
          <ac:grpSpMkLst>
            <pc:docMk/>
            <pc:sldMk cId="2480628551" sldId="6200"/>
            <ac:grpSpMk id="56" creationId="{00000000-0000-0000-0000-000000000000}"/>
          </ac:grpSpMkLst>
        </pc:grpChg>
        <pc:grpChg chg="del mod">
          <ac:chgData name="Halan, Mridul" userId="d8402aca-56b7-4a75-97f5-504434d76ce0" providerId="ADAL" clId="{AA3C1486-642E-4193-95AF-D7E78E3DA4E9}" dt="2022-07-02T14:46:36.252" v="7791" actId="21"/>
          <ac:grpSpMkLst>
            <pc:docMk/>
            <pc:sldMk cId="2480628551" sldId="6200"/>
            <ac:grpSpMk id="57" creationId="{00000000-0000-0000-0000-000000000000}"/>
          </ac:grpSpMkLst>
        </pc:grpChg>
        <pc:grpChg chg="del mod">
          <ac:chgData name="Halan, Mridul" userId="d8402aca-56b7-4a75-97f5-504434d76ce0" providerId="ADAL" clId="{AA3C1486-642E-4193-95AF-D7E78E3DA4E9}" dt="2022-07-02T14:46:33.824" v="7789" actId="21"/>
          <ac:grpSpMkLst>
            <pc:docMk/>
            <pc:sldMk cId="2480628551" sldId="6200"/>
            <ac:grpSpMk id="58" creationId="{00000000-0000-0000-0000-000000000000}"/>
          </ac:grpSpMkLst>
        </pc:grpChg>
        <pc:grpChg chg="del">
          <ac:chgData name="Halan, Mridul" userId="d8402aca-56b7-4a75-97f5-504434d76ce0" providerId="ADAL" clId="{AA3C1486-642E-4193-95AF-D7E78E3DA4E9}" dt="2022-07-02T14:46:06.396" v="7763" actId="21"/>
          <ac:grpSpMkLst>
            <pc:docMk/>
            <pc:sldMk cId="2480628551" sldId="6200"/>
            <ac:grpSpMk id="63" creationId="{00000000-0000-0000-0000-000000000000}"/>
          </ac:grpSpMkLst>
        </pc:grpChg>
        <pc:graphicFrameChg chg="add del mod modGraphic">
          <ac:chgData name="Halan, Mridul" userId="d8402aca-56b7-4a75-97f5-504434d76ce0" providerId="ADAL" clId="{AA3C1486-642E-4193-95AF-D7E78E3DA4E9}" dt="2022-07-02T15:02:03.798" v="8067" actId="21"/>
          <ac:graphicFrameMkLst>
            <pc:docMk/>
            <pc:sldMk cId="2480628551" sldId="6200"/>
            <ac:graphicFrameMk id="8" creationId="{C6578641-99E6-4D4C-B7CC-307909C3FB34}"/>
          </ac:graphicFrameMkLst>
        </pc:graphicFrameChg>
        <pc:graphicFrameChg chg="add del mod modGraphic">
          <ac:chgData name="Halan, Mridul" userId="d8402aca-56b7-4a75-97f5-504434d76ce0" providerId="ADAL" clId="{AA3C1486-642E-4193-95AF-D7E78E3DA4E9}" dt="2022-07-02T15:05:20.102" v="8074" actId="21"/>
          <ac:graphicFrameMkLst>
            <pc:docMk/>
            <pc:sldMk cId="2480628551" sldId="6200"/>
            <ac:graphicFrameMk id="9" creationId="{99E44583-13AA-4B24-BF16-A2E0EB592070}"/>
          </ac:graphicFrameMkLst>
        </pc:graphicFrameChg>
        <pc:graphicFrameChg chg="add del mod modGraphic">
          <ac:chgData name="Halan, Mridul" userId="d8402aca-56b7-4a75-97f5-504434d76ce0" providerId="ADAL" clId="{AA3C1486-642E-4193-95AF-D7E78E3DA4E9}" dt="2022-07-02T15:08:10.738" v="8088" actId="21"/>
          <ac:graphicFrameMkLst>
            <pc:docMk/>
            <pc:sldMk cId="2480628551" sldId="6200"/>
            <ac:graphicFrameMk id="10" creationId="{28B093F5-6D2F-4128-B2F8-82A7DD82662B}"/>
          </ac:graphicFrameMkLst>
        </pc:graphicFrameChg>
        <pc:graphicFrameChg chg="add del mod">
          <ac:chgData name="Halan, Mridul" userId="d8402aca-56b7-4a75-97f5-504434d76ce0" providerId="ADAL" clId="{AA3C1486-642E-4193-95AF-D7E78E3DA4E9}" dt="2022-07-02T15:08:51.519" v="8090"/>
          <ac:graphicFrameMkLst>
            <pc:docMk/>
            <pc:sldMk cId="2480628551" sldId="6200"/>
            <ac:graphicFrameMk id="62" creationId="{61FDD6B6-4D15-4D07-9D01-5D7DC80E7EED}"/>
          </ac:graphicFrameMkLst>
        </pc:graphicFrameChg>
        <pc:picChg chg="del">
          <ac:chgData name="Halan, Mridul" userId="d8402aca-56b7-4a75-97f5-504434d76ce0" providerId="ADAL" clId="{AA3C1486-642E-4193-95AF-D7E78E3DA4E9}" dt="2022-07-02T14:46:06.396" v="7763" actId="21"/>
          <ac:picMkLst>
            <pc:docMk/>
            <pc:sldMk cId="2480628551" sldId="6200"/>
            <ac:picMk id="71" creationId="{00000000-0000-0000-0000-000000000000}"/>
          </ac:picMkLst>
        </pc:picChg>
        <pc:picChg chg="add del">
          <ac:chgData name="Halan, Mridul" userId="d8402aca-56b7-4a75-97f5-504434d76ce0" providerId="ADAL" clId="{AA3C1486-642E-4193-95AF-D7E78E3DA4E9}" dt="2022-07-02T15:08:58.900" v="8092"/>
          <ac:picMkLst>
            <pc:docMk/>
            <pc:sldMk cId="2480628551" sldId="6200"/>
            <ac:picMk id="33794" creationId="{33639E12-608F-4503-8544-7E9E308835CD}"/>
          </ac:picMkLst>
        </pc:picChg>
        <pc:picChg chg="add mod">
          <ac:chgData name="Halan, Mridul" userId="d8402aca-56b7-4a75-97f5-504434d76ce0" providerId="ADAL" clId="{AA3C1486-642E-4193-95AF-D7E78E3DA4E9}" dt="2022-07-02T15:21:51.074" v="8205" actId="14861"/>
          <ac:picMkLst>
            <pc:docMk/>
            <pc:sldMk cId="2480628551" sldId="6200"/>
            <ac:picMk id="33796" creationId="{22A19FA9-11C8-4A4C-AFFD-F696B9AA4223}"/>
          </ac:picMkLst>
        </pc:picChg>
        <pc:picChg chg="add mod">
          <ac:chgData name="Halan, Mridul" userId="d8402aca-56b7-4a75-97f5-504434d76ce0" providerId="ADAL" clId="{AA3C1486-642E-4193-95AF-D7E78E3DA4E9}" dt="2022-07-02T15:24:04.614" v="8209" actId="14100"/>
          <ac:picMkLst>
            <pc:docMk/>
            <pc:sldMk cId="2480628551" sldId="6200"/>
            <ac:picMk id="33798" creationId="{011E092E-C875-479A-B550-8C3C81FA51D4}"/>
          </ac:picMkLst>
        </pc:picChg>
        <pc:picChg chg="add mod">
          <ac:chgData name="Halan, Mridul" userId="d8402aca-56b7-4a75-97f5-504434d76ce0" providerId="ADAL" clId="{AA3C1486-642E-4193-95AF-D7E78E3DA4E9}" dt="2022-07-02T15:36:53.104" v="8641" actId="1076"/>
          <ac:picMkLst>
            <pc:docMk/>
            <pc:sldMk cId="2480628551" sldId="6200"/>
            <ac:picMk id="33800" creationId="{2D5A1D63-2EB9-48B9-894E-7F0EB3DC4FFC}"/>
          </ac:picMkLst>
        </pc:picChg>
        <pc:picChg chg="add del mod">
          <ac:chgData name="Halan, Mridul" userId="d8402aca-56b7-4a75-97f5-504434d76ce0" providerId="ADAL" clId="{AA3C1486-642E-4193-95AF-D7E78E3DA4E9}" dt="2022-07-02T15:19:24.431" v="8183" actId="21"/>
          <ac:picMkLst>
            <pc:docMk/>
            <pc:sldMk cId="2480628551" sldId="6200"/>
            <ac:picMk id="33802" creationId="{7C7A7D84-73D3-4BEE-A08D-CEDDCE163F6E}"/>
          </ac:picMkLst>
        </pc:picChg>
        <pc:picChg chg="add mod">
          <ac:chgData name="Halan, Mridul" userId="d8402aca-56b7-4a75-97f5-504434d76ce0" providerId="ADAL" clId="{AA3C1486-642E-4193-95AF-D7E78E3DA4E9}" dt="2022-07-02T15:36:19.700" v="8638" actId="14100"/>
          <ac:picMkLst>
            <pc:docMk/>
            <pc:sldMk cId="2480628551" sldId="6200"/>
            <ac:picMk id="33804" creationId="{3317B74D-FAEA-418F-9C98-D997CE30EF77}"/>
          </ac:picMkLst>
        </pc:picChg>
        <pc:picChg chg="add del">
          <ac:chgData name="Halan, Mridul" userId="d8402aca-56b7-4a75-97f5-504434d76ce0" providerId="ADAL" clId="{AA3C1486-642E-4193-95AF-D7E78E3DA4E9}" dt="2022-07-02T15:19:59.792" v="8194" actId="21"/>
          <ac:picMkLst>
            <pc:docMk/>
            <pc:sldMk cId="2480628551" sldId="6200"/>
            <ac:picMk id="33806" creationId="{66901CDB-07C7-4C1C-9CF7-5843E431FA52}"/>
          </ac:picMkLst>
        </pc:picChg>
        <pc:picChg chg="add mod">
          <ac:chgData name="Halan, Mridul" userId="d8402aca-56b7-4a75-97f5-504434d76ce0" providerId="ADAL" clId="{AA3C1486-642E-4193-95AF-D7E78E3DA4E9}" dt="2022-07-02T15:36:24.951" v="8639" actId="14100"/>
          <ac:picMkLst>
            <pc:docMk/>
            <pc:sldMk cId="2480628551" sldId="6200"/>
            <ac:picMk id="33808" creationId="{E475B7D3-3103-4D75-A4F1-3A9BD7D05AD5}"/>
          </ac:picMkLst>
        </pc:picChg>
        <pc:picChg chg="del">
          <ac:chgData name="Halan, Mridul" userId="d8402aca-56b7-4a75-97f5-504434d76ce0" providerId="ADAL" clId="{AA3C1486-642E-4193-95AF-D7E78E3DA4E9}" dt="2022-07-02T14:46:06.396" v="7763" actId="21"/>
          <ac:picMkLst>
            <pc:docMk/>
            <pc:sldMk cId="2480628551" sldId="6200"/>
            <ac:picMk id="3064863" creationId="{00000000-0000-0000-0000-000000000000}"/>
          </ac:picMkLst>
        </pc:picChg>
        <pc:picChg chg="del">
          <ac:chgData name="Halan, Mridul" userId="d8402aca-56b7-4a75-97f5-504434d76ce0" providerId="ADAL" clId="{AA3C1486-642E-4193-95AF-D7E78E3DA4E9}" dt="2022-07-02T14:46:06.396" v="7763" actId="21"/>
          <ac:picMkLst>
            <pc:docMk/>
            <pc:sldMk cId="2480628551" sldId="6200"/>
            <ac:picMk id="3064865" creationId="{00000000-0000-0000-0000-000000000000}"/>
          </ac:picMkLst>
        </pc:picChg>
        <pc:picChg chg="del">
          <ac:chgData name="Halan, Mridul" userId="d8402aca-56b7-4a75-97f5-504434d76ce0" providerId="ADAL" clId="{AA3C1486-642E-4193-95AF-D7E78E3DA4E9}" dt="2022-07-02T14:46:06.396" v="7763" actId="21"/>
          <ac:picMkLst>
            <pc:docMk/>
            <pc:sldMk cId="2480628551" sldId="6200"/>
            <ac:picMk id="3064869" creationId="{00000000-0000-0000-0000-000000000000}"/>
          </ac:picMkLst>
        </pc:picChg>
      </pc:sldChg>
      <pc:sldChg chg="modSp mod">
        <pc:chgData name="Halan, Mridul" userId="d8402aca-56b7-4a75-97f5-504434d76ce0" providerId="ADAL" clId="{AA3C1486-642E-4193-95AF-D7E78E3DA4E9}" dt="2022-07-04T16:17:44.978" v="11119" actId="113"/>
        <pc:sldMkLst>
          <pc:docMk/>
          <pc:sldMk cId="166138906" sldId="6201"/>
        </pc:sldMkLst>
        <pc:spChg chg="mod">
          <ac:chgData name="Halan, Mridul" userId="d8402aca-56b7-4a75-97f5-504434d76ce0" providerId="ADAL" clId="{AA3C1486-642E-4193-95AF-D7E78E3DA4E9}" dt="2022-07-04T16:17:44.978" v="11119" actId="113"/>
          <ac:spMkLst>
            <pc:docMk/>
            <pc:sldMk cId="166138906" sldId="6201"/>
            <ac:spMk id="2" creationId="{40DEA8BD-8A64-43E8-ABA4-688AE1E16EA0}"/>
          </ac:spMkLst>
        </pc:spChg>
      </pc:sldChg>
      <pc:sldChg chg="addSp delSp modSp del mod">
        <pc:chgData name="Halan, Mridul" userId="d8402aca-56b7-4a75-97f5-504434d76ce0" providerId="ADAL" clId="{AA3C1486-642E-4193-95AF-D7E78E3DA4E9}" dt="2022-07-04T15:53:26.165" v="10957" actId="2696"/>
        <pc:sldMkLst>
          <pc:docMk/>
          <pc:sldMk cId="2104228538" sldId="6206"/>
        </pc:sldMkLst>
        <pc:spChg chg="mod">
          <ac:chgData name="Halan, Mridul" userId="d8402aca-56b7-4a75-97f5-504434d76ce0" providerId="ADAL" clId="{AA3C1486-642E-4193-95AF-D7E78E3DA4E9}" dt="2022-07-04T15:53:17.585" v="10955" actId="21"/>
          <ac:spMkLst>
            <pc:docMk/>
            <pc:sldMk cId="2104228538" sldId="6206"/>
            <ac:spMk id="2" creationId="{94C4DC3E-67F6-490C-AEDF-D9C8E7CDED65}"/>
          </ac:spMkLst>
        </pc:spChg>
        <pc:spChg chg="mod">
          <ac:chgData name="Halan, Mridul" userId="d8402aca-56b7-4a75-97f5-504434d76ce0" providerId="ADAL" clId="{AA3C1486-642E-4193-95AF-D7E78E3DA4E9}" dt="2022-07-03T04:58:29.701" v="10080" actId="14100"/>
          <ac:spMkLst>
            <pc:docMk/>
            <pc:sldMk cId="2104228538" sldId="6206"/>
            <ac:spMk id="8" creationId="{6AE6DF53-55EE-452B-8DEA-F8A4B41B5167}"/>
          </ac:spMkLst>
        </pc:spChg>
        <pc:spChg chg="add del">
          <ac:chgData name="Halan, Mridul" userId="d8402aca-56b7-4a75-97f5-504434d76ce0" providerId="ADAL" clId="{AA3C1486-642E-4193-95AF-D7E78E3DA4E9}" dt="2022-07-04T15:53:03.543" v="10950" actId="21"/>
          <ac:spMkLst>
            <pc:docMk/>
            <pc:sldMk cId="2104228538" sldId="6206"/>
            <ac:spMk id="57" creationId="{34DD133B-D378-4BDA-A763-4AA95875043A}"/>
          </ac:spMkLst>
        </pc:spChg>
        <pc:spChg chg="add del">
          <ac:chgData name="Halan, Mridul" userId="d8402aca-56b7-4a75-97f5-504434d76ce0" providerId="ADAL" clId="{AA3C1486-642E-4193-95AF-D7E78E3DA4E9}" dt="2022-07-04T15:53:03.543" v="10950" actId="21"/>
          <ac:spMkLst>
            <pc:docMk/>
            <pc:sldMk cId="2104228538" sldId="6206"/>
            <ac:spMk id="106" creationId="{3D0B423B-F1E5-45B1-8C35-8B1FF304B383}"/>
          </ac:spMkLst>
        </pc:spChg>
        <pc:spChg chg="mod">
          <ac:chgData name="Halan, Mridul" userId="d8402aca-56b7-4a75-97f5-504434d76ce0" providerId="ADAL" clId="{AA3C1486-642E-4193-95AF-D7E78E3DA4E9}" dt="2022-07-03T04:58:29.414" v="10079" actId="14100"/>
          <ac:spMkLst>
            <pc:docMk/>
            <pc:sldMk cId="2104228538" sldId="6206"/>
            <ac:spMk id="120" creationId="{D1098087-4741-434E-B050-B64F19FEA0B9}"/>
          </ac:spMkLst>
        </pc:spChg>
        <pc:spChg chg="add del">
          <ac:chgData name="Halan, Mridul" userId="d8402aca-56b7-4a75-97f5-504434d76ce0" providerId="ADAL" clId="{AA3C1486-642E-4193-95AF-D7E78E3DA4E9}" dt="2022-07-04T15:53:03.543" v="10950" actId="21"/>
          <ac:spMkLst>
            <pc:docMk/>
            <pc:sldMk cId="2104228538" sldId="6206"/>
            <ac:spMk id="159" creationId="{8D62B4DF-B231-44BF-91A9-B1AAD56BD290}"/>
          </ac:spMkLst>
        </pc:spChg>
        <pc:spChg chg="add del">
          <ac:chgData name="Halan, Mridul" userId="d8402aca-56b7-4a75-97f5-504434d76ce0" providerId="ADAL" clId="{AA3C1486-642E-4193-95AF-D7E78E3DA4E9}" dt="2022-07-04T15:53:03.543" v="10950" actId="21"/>
          <ac:spMkLst>
            <pc:docMk/>
            <pc:sldMk cId="2104228538" sldId="6206"/>
            <ac:spMk id="227" creationId="{FBFBA1C1-4804-4D90-9794-A93A92756EDA}"/>
          </ac:spMkLst>
        </pc:spChg>
        <pc:grpChg chg="add del">
          <ac:chgData name="Halan, Mridul" userId="d8402aca-56b7-4a75-97f5-504434d76ce0" providerId="ADAL" clId="{AA3C1486-642E-4193-95AF-D7E78E3DA4E9}" dt="2022-07-04T15:53:03.543" v="10950" actId="21"/>
          <ac:grpSpMkLst>
            <pc:docMk/>
            <pc:sldMk cId="2104228538" sldId="6206"/>
            <ac:grpSpMk id="6" creationId="{6DA5678F-7CB4-4DC6-9510-24879401CB0D}"/>
          </ac:grpSpMkLst>
        </pc:grpChg>
        <pc:grpChg chg="add del">
          <ac:chgData name="Halan, Mridul" userId="d8402aca-56b7-4a75-97f5-504434d76ce0" providerId="ADAL" clId="{AA3C1486-642E-4193-95AF-D7E78E3DA4E9}" dt="2022-07-04T15:53:03.543" v="10950" actId="21"/>
          <ac:grpSpMkLst>
            <pc:docMk/>
            <pc:sldMk cId="2104228538" sldId="6206"/>
            <ac:grpSpMk id="7" creationId="{9DE79EB8-D0B8-4389-8EA3-1FA7F1819216}"/>
          </ac:grpSpMkLst>
        </pc:grpChg>
        <pc:grpChg chg="add del">
          <ac:chgData name="Halan, Mridul" userId="d8402aca-56b7-4a75-97f5-504434d76ce0" providerId="ADAL" clId="{AA3C1486-642E-4193-95AF-D7E78E3DA4E9}" dt="2022-07-04T15:53:03.543" v="10950" actId="21"/>
          <ac:grpSpMkLst>
            <pc:docMk/>
            <pc:sldMk cId="2104228538" sldId="6206"/>
            <ac:grpSpMk id="10" creationId="{08B0C039-4AC1-486F-8900-53D22810B143}"/>
          </ac:grpSpMkLst>
        </pc:grpChg>
        <pc:grpChg chg="add del">
          <ac:chgData name="Halan, Mridul" userId="d8402aca-56b7-4a75-97f5-504434d76ce0" providerId="ADAL" clId="{AA3C1486-642E-4193-95AF-D7E78E3DA4E9}" dt="2022-07-04T15:53:03.543" v="10950" actId="21"/>
          <ac:grpSpMkLst>
            <pc:docMk/>
            <pc:sldMk cId="2104228538" sldId="6206"/>
            <ac:grpSpMk id="13" creationId="{28B75090-C6BC-4F32-93C2-13791C802CFF}"/>
          </ac:grpSpMkLst>
        </pc:grpChg>
        <pc:grpChg chg="add del">
          <ac:chgData name="Halan, Mridul" userId="d8402aca-56b7-4a75-97f5-504434d76ce0" providerId="ADAL" clId="{AA3C1486-642E-4193-95AF-D7E78E3DA4E9}" dt="2022-07-04T15:53:03.543" v="10950" actId="21"/>
          <ac:grpSpMkLst>
            <pc:docMk/>
            <pc:sldMk cId="2104228538" sldId="6206"/>
            <ac:grpSpMk id="14" creationId="{48DE2850-32CE-4058-9E35-BAD5F9F647B8}"/>
          </ac:grpSpMkLst>
        </pc:grpChg>
        <pc:grpChg chg="del">
          <ac:chgData name="Halan, Mridul" userId="d8402aca-56b7-4a75-97f5-504434d76ce0" providerId="ADAL" clId="{AA3C1486-642E-4193-95AF-D7E78E3DA4E9}" dt="2022-07-04T15:53:03.543" v="10950" actId="21"/>
          <ac:grpSpMkLst>
            <pc:docMk/>
            <pc:sldMk cId="2104228538" sldId="6206"/>
            <ac:grpSpMk id="15" creationId="{86C012E4-92CD-4DCC-9F04-19EB04FBEAC5}"/>
          </ac:grpSpMkLst>
        </pc:grpChg>
        <pc:grpChg chg="del">
          <ac:chgData name="Halan, Mridul" userId="d8402aca-56b7-4a75-97f5-504434d76ce0" providerId="ADAL" clId="{AA3C1486-642E-4193-95AF-D7E78E3DA4E9}" dt="2022-07-04T15:53:03.543" v="10950" actId="21"/>
          <ac:grpSpMkLst>
            <pc:docMk/>
            <pc:sldMk cId="2104228538" sldId="6206"/>
            <ac:grpSpMk id="38" creationId="{1A60CC3A-07F1-44A9-B8B4-D9692FDF16B0}"/>
          </ac:grpSpMkLst>
        </pc:grpChg>
        <pc:grpChg chg="add del">
          <ac:chgData name="Halan, Mridul" userId="d8402aca-56b7-4a75-97f5-504434d76ce0" providerId="ADAL" clId="{AA3C1486-642E-4193-95AF-D7E78E3DA4E9}" dt="2022-07-04T15:53:03.543" v="10950" actId="21"/>
          <ac:grpSpMkLst>
            <pc:docMk/>
            <pc:sldMk cId="2104228538" sldId="6206"/>
            <ac:grpSpMk id="58" creationId="{0202F5EA-E960-4CAD-9F91-2D904F2074E7}"/>
          </ac:grpSpMkLst>
        </pc:grpChg>
        <pc:grpChg chg="add del">
          <ac:chgData name="Halan, Mridul" userId="d8402aca-56b7-4a75-97f5-504434d76ce0" providerId="ADAL" clId="{AA3C1486-642E-4193-95AF-D7E78E3DA4E9}" dt="2022-07-04T15:53:03.543" v="10950" actId="21"/>
          <ac:grpSpMkLst>
            <pc:docMk/>
            <pc:sldMk cId="2104228538" sldId="6206"/>
            <ac:grpSpMk id="74" creationId="{3569670D-531F-4ABD-8A02-800B0FB01B96}"/>
          </ac:grpSpMkLst>
        </pc:grpChg>
        <pc:grpChg chg="add del">
          <ac:chgData name="Halan, Mridul" userId="d8402aca-56b7-4a75-97f5-504434d76ce0" providerId="ADAL" clId="{AA3C1486-642E-4193-95AF-D7E78E3DA4E9}" dt="2022-07-04T15:53:03.543" v="10950" actId="21"/>
          <ac:grpSpMkLst>
            <pc:docMk/>
            <pc:sldMk cId="2104228538" sldId="6206"/>
            <ac:grpSpMk id="107" creationId="{F4AFACC6-B83F-4672-9298-F8BD8398DE2E}"/>
          </ac:grpSpMkLst>
        </pc:grpChg>
        <pc:grpChg chg="add del">
          <ac:chgData name="Halan, Mridul" userId="d8402aca-56b7-4a75-97f5-504434d76ce0" providerId="ADAL" clId="{AA3C1486-642E-4193-95AF-D7E78E3DA4E9}" dt="2022-07-04T15:53:03.543" v="10950" actId="21"/>
          <ac:grpSpMkLst>
            <pc:docMk/>
            <pc:sldMk cId="2104228538" sldId="6206"/>
            <ac:grpSpMk id="171" creationId="{1827E1D1-ACBE-4B9C-8B02-8EF041FFAC75}"/>
          </ac:grpSpMkLst>
        </pc:grpChg>
        <pc:grpChg chg="add del">
          <ac:chgData name="Halan, Mridul" userId="d8402aca-56b7-4a75-97f5-504434d76ce0" providerId="ADAL" clId="{AA3C1486-642E-4193-95AF-D7E78E3DA4E9}" dt="2022-07-04T15:53:03.543" v="10950" actId="21"/>
          <ac:grpSpMkLst>
            <pc:docMk/>
            <pc:sldMk cId="2104228538" sldId="6206"/>
            <ac:grpSpMk id="173" creationId="{999833D9-546D-44C1-9D5A-3F64FAFAC1C9}"/>
          </ac:grpSpMkLst>
        </pc:grpChg>
        <pc:cxnChg chg="del">
          <ac:chgData name="Halan, Mridul" userId="d8402aca-56b7-4a75-97f5-504434d76ce0" providerId="ADAL" clId="{AA3C1486-642E-4193-95AF-D7E78E3DA4E9}" dt="2022-07-04T15:53:10.187" v="10952" actId="21"/>
          <ac:cxnSpMkLst>
            <pc:docMk/>
            <pc:sldMk cId="2104228538" sldId="6206"/>
            <ac:cxnSpMk id="5" creationId="{E1644C55-C10A-4446-86E3-6BA03D354A78}"/>
          </ac:cxnSpMkLst>
        </pc:cxnChg>
      </pc:sldChg>
      <pc:sldChg chg="addSp modSp mod">
        <pc:chgData name="Halan, Mridul" userId="d8402aca-56b7-4a75-97f5-504434d76ce0" providerId="ADAL" clId="{AA3C1486-642E-4193-95AF-D7E78E3DA4E9}" dt="2022-07-04T16:10:38.773" v="11101" actId="403"/>
        <pc:sldMkLst>
          <pc:docMk/>
          <pc:sldMk cId="551029900" sldId="6211"/>
        </pc:sldMkLst>
        <pc:spChg chg="mod">
          <ac:chgData name="Halan, Mridul" userId="d8402aca-56b7-4a75-97f5-504434d76ce0" providerId="ADAL" clId="{AA3C1486-642E-4193-95AF-D7E78E3DA4E9}" dt="2022-07-04T16:09:42.606" v="11089" actId="404"/>
          <ac:spMkLst>
            <pc:docMk/>
            <pc:sldMk cId="551029900" sldId="6211"/>
            <ac:spMk id="2" creationId="{D228B4AA-1B2A-4218-BE9D-B8F9DA8C3DB3}"/>
          </ac:spMkLst>
        </pc:spChg>
        <pc:spChg chg="mod">
          <ac:chgData name="Halan, Mridul" userId="d8402aca-56b7-4a75-97f5-504434d76ce0" providerId="ADAL" clId="{AA3C1486-642E-4193-95AF-D7E78E3DA4E9}" dt="2022-07-04T16:09:29.356" v="11086" actId="1076"/>
          <ac:spMkLst>
            <pc:docMk/>
            <pc:sldMk cId="551029900" sldId="6211"/>
            <ac:spMk id="22" creationId="{57726576-B782-4B0D-B009-C52A4AE82A82}"/>
          </ac:spMkLst>
        </pc:spChg>
        <pc:spChg chg="mod">
          <ac:chgData name="Halan, Mridul" userId="d8402aca-56b7-4a75-97f5-504434d76ce0" providerId="ADAL" clId="{AA3C1486-642E-4193-95AF-D7E78E3DA4E9}" dt="2022-07-04T16:09:48.588" v="11091" actId="403"/>
          <ac:spMkLst>
            <pc:docMk/>
            <pc:sldMk cId="551029900" sldId="6211"/>
            <ac:spMk id="109" creationId="{C1DDEBA6-7C8C-4142-9CDC-B939147EA49E}"/>
          </ac:spMkLst>
        </pc:spChg>
        <pc:spChg chg="mod">
          <ac:chgData name="Halan, Mridul" userId="d8402aca-56b7-4a75-97f5-504434d76ce0" providerId="ADAL" clId="{AA3C1486-642E-4193-95AF-D7E78E3DA4E9}" dt="2022-07-04T16:09:55.005" v="11093" actId="403"/>
          <ac:spMkLst>
            <pc:docMk/>
            <pc:sldMk cId="551029900" sldId="6211"/>
            <ac:spMk id="110" creationId="{5084ABCE-5896-4DDA-92EE-6F55788EA4F7}"/>
          </ac:spMkLst>
        </pc:spChg>
        <pc:spChg chg="mod">
          <ac:chgData name="Halan, Mridul" userId="d8402aca-56b7-4a75-97f5-504434d76ce0" providerId="ADAL" clId="{AA3C1486-642E-4193-95AF-D7E78E3DA4E9}" dt="2022-07-04T16:10:08.438" v="11096" actId="14100"/>
          <ac:spMkLst>
            <pc:docMk/>
            <pc:sldMk cId="551029900" sldId="6211"/>
            <ac:spMk id="112" creationId="{2871C0D4-1DAE-4F53-9616-4BAAC046F114}"/>
          </ac:spMkLst>
        </pc:spChg>
        <pc:spChg chg="mod">
          <ac:chgData name="Halan, Mridul" userId="d8402aca-56b7-4a75-97f5-504434d76ce0" providerId="ADAL" clId="{AA3C1486-642E-4193-95AF-D7E78E3DA4E9}" dt="2022-07-04T16:10:17.364" v="11098" actId="14100"/>
          <ac:spMkLst>
            <pc:docMk/>
            <pc:sldMk cId="551029900" sldId="6211"/>
            <ac:spMk id="113" creationId="{655E9A60-F16E-4D0F-BC76-2538743B09C5}"/>
          </ac:spMkLst>
        </pc:spChg>
        <pc:spChg chg="mod">
          <ac:chgData name="Halan, Mridul" userId="d8402aca-56b7-4a75-97f5-504434d76ce0" providerId="ADAL" clId="{AA3C1486-642E-4193-95AF-D7E78E3DA4E9}" dt="2022-07-04T16:09:59.211" v="11094" actId="403"/>
          <ac:spMkLst>
            <pc:docMk/>
            <pc:sldMk cId="551029900" sldId="6211"/>
            <ac:spMk id="114" creationId="{41C0E3E3-38A8-4578-B09E-1F8DFEF3B3B3}"/>
          </ac:spMkLst>
        </pc:spChg>
        <pc:spChg chg="mod">
          <ac:chgData name="Halan, Mridul" userId="d8402aca-56b7-4a75-97f5-504434d76ce0" providerId="ADAL" clId="{AA3C1486-642E-4193-95AF-D7E78E3DA4E9}" dt="2022-07-04T16:10:32.385" v="11099" actId="403"/>
          <ac:spMkLst>
            <pc:docMk/>
            <pc:sldMk cId="551029900" sldId="6211"/>
            <ac:spMk id="117" creationId="{ED381ACA-D9F4-497A-B73D-79C24C945B56}"/>
          </ac:spMkLst>
        </pc:spChg>
        <pc:spChg chg="add mod">
          <ac:chgData name="Halan, Mridul" userId="d8402aca-56b7-4a75-97f5-504434d76ce0" providerId="ADAL" clId="{AA3C1486-642E-4193-95AF-D7E78E3DA4E9}" dt="2022-07-04T16:10:38.773" v="11101" actId="403"/>
          <ac:spMkLst>
            <pc:docMk/>
            <pc:sldMk cId="551029900" sldId="6211"/>
            <ac:spMk id="119" creationId="{E48FEED8-0461-4BB8-8017-296C28D8E09A}"/>
          </ac:spMkLst>
        </pc:spChg>
        <pc:spChg chg="add mod">
          <ac:chgData name="Halan, Mridul" userId="d8402aca-56b7-4a75-97f5-504434d76ce0" providerId="ADAL" clId="{AA3C1486-642E-4193-95AF-D7E78E3DA4E9}" dt="2022-07-04T16:10:38.773" v="11101" actId="403"/>
          <ac:spMkLst>
            <pc:docMk/>
            <pc:sldMk cId="551029900" sldId="6211"/>
            <ac:spMk id="120" creationId="{725E381C-D7D2-4017-B073-E077903FC4B9}"/>
          </ac:spMkLst>
        </pc:spChg>
        <pc:spChg chg="mod">
          <ac:chgData name="Halan, Mridul" userId="d8402aca-56b7-4a75-97f5-504434d76ce0" providerId="ADAL" clId="{AA3C1486-642E-4193-95AF-D7E78E3DA4E9}" dt="2022-07-04T16:10:38.773" v="11101" actId="403"/>
          <ac:spMkLst>
            <pc:docMk/>
            <pc:sldMk cId="551029900" sldId="6211"/>
            <ac:spMk id="121" creationId="{3E66D337-09B9-42DF-AE02-3C6435865C69}"/>
          </ac:spMkLst>
        </pc:spChg>
        <pc:spChg chg="mod">
          <ac:chgData name="Halan, Mridul" userId="d8402aca-56b7-4a75-97f5-504434d76ce0" providerId="ADAL" clId="{AA3C1486-642E-4193-95AF-D7E78E3DA4E9}" dt="2022-07-04T16:10:38.773" v="11101" actId="403"/>
          <ac:spMkLst>
            <pc:docMk/>
            <pc:sldMk cId="551029900" sldId="6211"/>
            <ac:spMk id="122" creationId="{D25ED00E-1532-4E76-B083-8A113846685B}"/>
          </ac:spMkLst>
        </pc:spChg>
        <pc:spChg chg="mod">
          <ac:chgData name="Halan, Mridul" userId="d8402aca-56b7-4a75-97f5-504434d76ce0" providerId="ADAL" clId="{AA3C1486-642E-4193-95AF-D7E78E3DA4E9}" dt="2022-07-04T16:09:51.555" v="11092" actId="1076"/>
          <ac:spMkLst>
            <pc:docMk/>
            <pc:sldMk cId="551029900" sldId="6211"/>
            <ac:spMk id="142" creationId="{FA64C57B-E2B5-4DE3-B58C-FC49A9AC6F07}"/>
          </ac:spMkLst>
        </pc:spChg>
      </pc:sldChg>
      <pc:sldChg chg="delSp modSp del mod">
        <pc:chgData name="Halan, Mridul" userId="d8402aca-56b7-4a75-97f5-504434d76ce0" providerId="ADAL" clId="{AA3C1486-642E-4193-95AF-D7E78E3DA4E9}" dt="2022-07-04T15:59:53.892" v="11027" actId="2696"/>
        <pc:sldMkLst>
          <pc:docMk/>
          <pc:sldMk cId="1149257076" sldId="6212"/>
        </pc:sldMkLst>
        <pc:spChg chg="del">
          <ac:chgData name="Halan, Mridul" userId="d8402aca-56b7-4a75-97f5-504434d76ce0" providerId="ADAL" clId="{AA3C1486-642E-4193-95AF-D7E78E3DA4E9}" dt="2022-07-04T15:59:20.440" v="11019" actId="21"/>
          <ac:spMkLst>
            <pc:docMk/>
            <pc:sldMk cId="1149257076" sldId="6212"/>
            <ac:spMk id="50" creationId="{B62AAA28-DB68-4A90-B5E9-4DB646B97D9B}"/>
          </ac:spMkLst>
        </pc:spChg>
        <pc:spChg chg="del mod">
          <ac:chgData name="Halan, Mridul" userId="d8402aca-56b7-4a75-97f5-504434d76ce0" providerId="ADAL" clId="{AA3C1486-642E-4193-95AF-D7E78E3DA4E9}" dt="2022-07-04T15:59:20.440" v="11019" actId="21"/>
          <ac:spMkLst>
            <pc:docMk/>
            <pc:sldMk cId="1149257076" sldId="6212"/>
            <ac:spMk id="56" creationId="{5841F982-2FAF-4ED6-85E6-C1335569FF92}"/>
          </ac:spMkLst>
        </pc:spChg>
        <pc:spChg chg="del">
          <ac:chgData name="Halan, Mridul" userId="d8402aca-56b7-4a75-97f5-504434d76ce0" providerId="ADAL" clId="{AA3C1486-642E-4193-95AF-D7E78E3DA4E9}" dt="2022-07-04T15:59:20.440" v="11019" actId="21"/>
          <ac:spMkLst>
            <pc:docMk/>
            <pc:sldMk cId="1149257076" sldId="6212"/>
            <ac:spMk id="60" creationId="{B7AE7BA1-AB19-4837-8739-7F03E05AF20A}"/>
          </ac:spMkLst>
        </pc:spChg>
        <pc:spChg chg="del">
          <ac:chgData name="Halan, Mridul" userId="d8402aca-56b7-4a75-97f5-504434d76ce0" providerId="ADAL" clId="{AA3C1486-642E-4193-95AF-D7E78E3DA4E9}" dt="2022-07-04T15:59:20.440" v="11019" actId="21"/>
          <ac:spMkLst>
            <pc:docMk/>
            <pc:sldMk cId="1149257076" sldId="6212"/>
            <ac:spMk id="64" creationId="{63D2A507-E650-4746-B10D-A56F1567F1F0}"/>
          </ac:spMkLst>
        </pc:spChg>
        <pc:grpChg chg="del">
          <ac:chgData name="Halan, Mridul" userId="d8402aca-56b7-4a75-97f5-504434d76ce0" providerId="ADAL" clId="{AA3C1486-642E-4193-95AF-D7E78E3DA4E9}" dt="2022-07-04T15:59:20.440" v="11019" actId="21"/>
          <ac:grpSpMkLst>
            <pc:docMk/>
            <pc:sldMk cId="1149257076" sldId="6212"/>
            <ac:grpSpMk id="55" creationId="{D266BA09-9F12-406B-9676-5C9F98EE30CF}"/>
          </ac:grpSpMkLst>
        </pc:grpChg>
        <pc:grpChg chg="del">
          <ac:chgData name="Halan, Mridul" userId="d8402aca-56b7-4a75-97f5-504434d76ce0" providerId="ADAL" clId="{AA3C1486-642E-4193-95AF-D7E78E3DA4E9}" dt="2022-07-04T15:59:20.440" v="11019" actId="21"/>
          <ac:grpSpMkLst>
            <pc:docMk/>
            <pc:sldMk cId="1149257076" sldId="6212"/>
            <ac:grpSpMk id="57" creationId="{373BADB2-BDCF-4E8B-B2D5-4BF3F928434F}"/>
          </ac:grpSpMkLst>
        </pc:grpChg>
        <pc:cxnChg chg="del">
          <ac:chgData name="Halan, Mridul" userId="d8402aca-56b7-4a75-97f5-504434d76ce0" providerId="ADAL" clId="{AA3C1486-642E-4193-95AF-D7E78E3DA4E9}" dt="2022-07-04T15:59:20.440" v="11019" actId="21"/>
          <ac:cxnSpMkLst>
            <pc:docMk/>
            <pc:sldMk cId="1149257076" sldId="6212"/>
            <ac:cxnSpMk id="59" creationId="{FC114557-FB61-462D-9C53-92B6AB2E7D9E}"/>
          </ac:cxnSpMkLst>
        </pc:cxnChg>
        <pc:cxnChg chg="del">
          <ac:chgData name="Halan, Mridul" userId="d8402aca-56b7-4a75-97f5-504434d76ce0" providerId="ADAL" clId="{AA3C1486-642E-4193-95AF-D7E78E3DA4E9}" dt="2022-07-04T15:59:20.440" v="11019" actId="21"/>
          <ac:cxnSpMkLst>
            <pc:docMk/>
            <pc:sldMk cId="1149257076" sldId="6212"/>
            <ac:cxnSpMk id="63" creationId="{90890F1B-4FB8-4CD9-937B-0EFE6257E872}"/>
          </ac:cxnSpMkLst>
        </pc:cxnChg>
      </pc:sldChg>
      <pc:sldChg chg="modSp mod">
        <pc:chgData name="Halan, Mridul" userId="d8402aca-56b7-4a75-97f5-504434d76ce0" providerId="ADAL" clId="{AA3C1486-642E-4193-95AF-D7E78E3DA4E9}" dt="2022-07-04T16:17:49.865" v="11120" actId="113"/>
        <pc:sldMkLst>
          <pc:docMk/>
          <pc:sldMk cId="484351821" sldId="6215"/>
        </pc:sldMkLst>
        <pc:spChg chg="mod">
          <ac:chgData name="Halan, Mridul" userId="d8402aca-56b7-4a75-97f5-504434d76ce0" providerId="ADAL" clId="{AA3C1486-642E-4193-95AF-D7E78E3DA4E9}" dt="2022-07-04T16:17:49.865" v="11120" actId="113"/>
          <ac:spMkLst>
            <pc:docMk/>
            <pc:sldMk cId="484351821" sldId="6215"/>
            <ac:spMk id="2" creationId="{40DEA8BD-8A64-43E8-ABA4-688AE1E16EA0}"/>
          </ac:spMkLst>
        </pc:spChg>
      </pc:sldChg>
      <pc:sldChg chg="addSp delSp modSp mod">
        <pc:chgData name="Halan, Mridul" userId="d8402aca-56b7-4a75-97f5-504434d76ce0" providerId="ADAL" clId="{AA3C1486-642E-4193-95AF-D7E78E3DA4E9}" dt="2022-07-04T15:43:49.057" v="10809" actId="1076"/>
        <pc:sldMkLst>
          <pc:docMk/>
          <pc:sldMk cId="4092330692" sldId="6217"/>
        </pc:sldMkLst>
        <pc:spChg chg="mod">
          <ac:chgData name="Halan, Mridul" userId="d8402aca-56b7-4a75-97f5-504434d76ce0" providerId="ADAL" clId="{AA3C1486-642E-4193-95AF-D7E78E3DA4E9}" dt="2022-07-04T15:40:25.014" v="10753" actId="403"/>
          <ac:spMkLst>
            <pc:docMk/>
            <pc:sldMk cId="4092330692" sldId="6217"/>
            <ac:spMk id="2" creationId="{00000000-0000-0000-0000-000000000000}"/>
          </ac:spMkLst>
        </pc:spChg>
        <pc:spChg chg="mod">
          <ac:chgData name="Halan, Mridul" userId="d8402aca-56b7-4a75-97f5-504434d76ce0" providerId="ADAL" clId="{AA3C1486-642E-4193-95AF-D7E78E3DA4E9}" dt="2022-07-04T15:41:11.823" v="10773" actId="1076"/>
          <ac:spMkLst>
            <pc:docMk/>
            <pc:sldMk cId="4092330692" sldId="6217"/>
            <ac:spMk id="6" creationId="{00000000-0000-0000-0000-000000000000}"/>
          </ac:spMkLst>
        </pc:spChg>
        <pc:spChg chg="add del">
          <ac:chgData name="Halan, Mridul" userId="d8402aca-56b7-4a75-97f5-504434d76ce0" providerId="ADAL" clId="{AA3C1486-642E-4193-95AF-D7E78E3DA4E9}" dt="2022-07-04T15:43:36.504" v="10807" actId="21"/>
          <ac:spMkLst>
            <pc:docMk/>
            <pc:sldMk cId="4092330692" sldId="6217"/>
            <ac:spMk id="8" creationId="{C1E16EB8-DBDD-4ED7-BD63-8E51F512A162}"/>
          </ac:spMkLst>
        </pc:spChg>
        <pc:spChg chg="mod">
          <ac:chgData name="Halan, Mridul" userId="d8402aca-56b7-4a75-97f5-504434d76ce0" providerId="ADAL" clId="{AA3C1486-642E-4193-95AF-D7E78E3DA4E9}" dt="2022-07-04T15:42:54.273" v="10805" actId="208"/>
          <ac:spMkLst>
            <pc:docMk/>
            <pc:sldMk cId="4092330692" sldId="6217"/>
            <ac:spMk id="11"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16"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19"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20"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22"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23"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25"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28"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29"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31"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32"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34"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37"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39"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41"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42"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49"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51"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53"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54"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55"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63" creationId="{0BB4B40D-201D-4954-9283-F2DEDD2FA75F}"/>
          </ac:spMkLst>
        </pc:spChg>
        <pc:spChg chg="mod">
          <ac:chgData name="Halan, Mridul" userId="d8402aca-56b7-4a75-97f5-504434d76ce0" providerId="ADAL" clId="{AA3C1486-642E-4193-95AF-D7E78E3DA4E9}" dt="2022-07-04T15:41:33.152" v="10792" actId="1036"/>
          <ac:spMkLst>
            <pc:docMk/>
            <pc:sldMk cId="4092330692" sldId="6217"/>
            <ac:spMk id="65" creationId="{2CA3CF33-9A5B-4396-9FAF-81FAD3805AD2}"/>
          </ac:spMkLst>
        </pc:spChg>
        <pc:spChg chg="mod">
          <ac:chgData name="Halan, Mridul" userId="d8402aca-56b7-4a75-97f5-504434d76ce0" providerId="ADAL" clId="{AA3C1486-642E-4193-95AF-D7E78E3DA4E9}" dt="2022-07-04T15:41:33.152" v="10792" actId="1036"/>
          <ac:spMkLst>
            <pc:docMk/>
            <pc:sldMk cId="4092330692" sldId="6217"/>
            <ac:spMk id="67" creationId="{F2F554C9-90CE-408B-A0A8-369867EED259}"/>
          </ac:spMkLst>
        </pc:spChg>
        <pc:spChg chg="mod">
          <ac:chgData name="Halan, Mridul" userId="d8402aca-56b7-4a75-97f5-504434d76ce0" providerId="ADAL" clId="{AA3C1486-642E-4193-95AF-D7E78E3DA4E9}" dt="2022-07-04T15:41:33.152" v="10792" actId="1036"/>
          <ac:spMkLst>
            <pc:docMk/>
            <pc:sldMk cId="4092330692" sldId="6217"/>
            <ac:spMk id="68" creationId="{FB6E4A50-4527-44F0-8BA7-9D43EC841C80}"/>
          </ac:spMkLst>
        </pc:spChg>
        <pc:spChg chg="mod">
          <ac:chgData name="Halan, Mridul" userId="d8402aca-56b7-4a75-97f5-504434d76ce0" providerId="ADAL" clId="{AA3C1486-642E-4193-95AF-D7E78E3DA4E9}" dt="2022-07-04T15:41:55.183" v="10793" actId="13926"/>
          <ac:spMkLst>
            <pc:docMk/>
            <pc:sldMk cId="4092330692" sldId="6217"/>
            <ac:spMk id="69" creationId="{E28E9FC8-4737-4C4E-843F-A12B6ED84270}"/>
          </ac:spMkLst>
        </pc:spChg>
        <pc:spChg chg="mod">
          <ac:chgData name="Halan, Mridul" userId="d8402aca-56b7-4a75-97f5-504434d76ce0" providerId="ADAL" clId="{AA3C1486-642E-4193-95AF-D7E78E3DA4E9}" dt="2022-07-04T15:41:27.806" v="10774" actId="1076"/>
          <ac:spMkLst>
            <pc:docMk/>
            <pc:sldMk cId="4092330692" sldId="6217"/>
            <ac:spMk id="74" creationId="{00000000-0000-0000-0000-000000000000}"/>
          </ac:spMkLst>
        </pc:spChg>
        <pc:spChg chg="mod">
          <ac:chgData name="Halan, Mridul" userId="d8402aca-56b7-4a75-97f5-504434d76ce0" providerId="ADAL" clId="{AA3C1486-642E-4193-95AF-D7E78E3DA4E9}" dt="2022-07-04T15:42:42.328" v="10804" actId="255"/>
          <ac:spMkLst>
            <pc:docMk/>
            <pc:sldMk cId="4092330692" sldId="6217"/>
            <ac:spMk id="76" creationId="{00000000-0000-0000-0000-000000000000}"/>
          </ac:spMkLst>
        </pc:spChg>
        <pc:spChg chg="mod">
          <ac:chgData name="Halan, Mridul" userId="d8402aca-56b7-4a75-97f5-504434d76ce0" providerId="ADAL" clId="{AA3C1486-642E-4193-95AF-D7E78E3DA4E9}" dt="2022-07-04T15:42:41.566" v="10802" actId="255"/>
          <ac:spMkLst>
            <pc:docMk/>
            <pc:sldMk cId="4092330692" sldId="6217"/>
            <ac:spMk id="78" creationId="{00000000-0000-0000-0000-000000000000}"/>
          </ac:spMkLst>
        </pc:spChg>
        <pc:spChg chg="mod">
          <ac:chgData name="Halan, Mridul" userId="d8402aca-56b7-4a75-97f5-504434d76ce0" providerId="ADAL" clId="{AA3C1486-642E-4193-95AF-D7E78E3DA4E9}" dt="2022-07-04T15:42:41.947" v="10803" actId="255"/>
          <ac:spMkLst>
            <pc:docMk/>
            <pc:sldMk cId="4092330692" sldId="6217"/>
            <ac:spMk id="79" creationId="{00000000-0000-0000-0000-000000000000}"/>
          </ac:spMkLst>
        </pc:spChg>
        <pc:grpChg chg="mod">
          <ac:chgData name="Halan, Mridul" userId="d8402aca-56b7-4a75-97f5-504434d76ce0" providerId="ADAL" clId="{AA3C1486-642E-4193-95AF-D7E78E3DA4E9}" dt="2022-07-04T15:41:33.152" v="10792" actId="1036"/>
          <ac:grpSpMkLst>
            <pc:docMk/>
            <pc:sldMk cId="4092330692" sldId="6217"/>
            <ac:grpSpMk id="13"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17"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21"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26"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30"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38"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40"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50"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52"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56" creationId="{00000000-0000-0000-0000-000000000000}"/>
          </ac:grpSpMkLst>
        </pc:grpChg>
        <pc:grpChg chg="mod">
          <ac:chgData name="Halan, Mridul" userId="d8402aca-56b7-4a75-97f5-504434d76ce0" providerId="ADAL" clId="{AA3C1486-642E-4193-95AF-D7E78E3DA4E9}" dt="2022-07-04T15:43:49.057" v="10809" actId="1076"/>
          <ac:grpSpMkLst>
            <pc:docMk/>
            <pc:sldMk cId="4092330692" sldId="6217"/>
            <ac:grpSpMk id="57"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58"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62" creationId="{7C9E562F-DD0B-4AF6-AB6A-BE634A52EF12}"/>
          </ac:grpSpMkLst>
        </pc:grpChg>
        <pc:grpChg chg="mod">
          <ac:chgData name="Halan, Mridul" userId="d8402aca-56b7-4a75-97f5-504434d76ce0" providerId="ADAL" clId="{AA3C1486-642E-4193-95AF-D7E78E3DA4E9}" dt="2022-07-04T15:41:33.152" v="10792" actId="1036"/>
          <ac:grpSpMkLst>
            <pc:docMk/>
            <pc:sldMk cId="4092330692" sldId="6217"/>
            <ac:grpSpMk id="64" creationId="{2ADEA7D5-96F1-4A2B-8D89-1A7753FF1FB7}"/>
          </ac:grpSpMkLst>
        </pc:grpChg>
        <pc:grpChg chg="mod">
          <ac:chgData name="Halan, Mridul" userId="d8402aca-56b7-4a75-97f5-504434d76ce0" providerId="ADAL" clId="{AA3C1486-642E-4193-95AF-D7E78E3DA4E9}" dt="2022-07-04T15:41:33.152" v="10792" actId="1036"/>
          <ac:grpSpMkLst>
            <pc:docMk/>
            <pc:sldMk cId="4092330692" sldId="6217"/>
            <ac:grpSpMk id="66" creationId="{4A14FDD2-B902-4E21-9385-C191A8A48E9D}"/>
          </ac:grpSpMkLst>
        </pc:grpChg>
        <pc:picChg chg="mod">
          <ac:chgData name="Halan, Mridul" userId="d8402aca-56b7-4a75-97f5-504434d76ce0" providerId="ADAL" clId="{AA3C1486-642E-4193-95AF-D7E78E3DA4E9}" dt="2022-07-04T15:41:33.152" v="10792" actId="1036"/>
          <ac:picMkLst>
            <pc:docMk/>
            <pc:sldMk cId="4092330692" sldId="6217"/>
            <ac:picMk id="5" creationId="{40A9EF88-E692-446F-B46A-D8AE5853FF6E}"/>
          </ac:picMkLst>
        </pc:picChg>
        <pc:picChg chg="mod">
          <ac:chgData name="Halan, Mridul" userId="d8402aca-56b7-4a75-97f5-504434d76ce0" providerId="ADAL" clId="{AA3C1486-642E-4193-95AF-D7E78E3DA4E9}" dt="2022-07-04T15:41:33.152" v="10792" actId="1036"/>
          <ac:picMkLst>
            <pc:docMk/>
            <pc:sldMk cId="4092330692" sldId="6217"/>
            <ac:picMk id="7" creationId="{95A4E12C-C5CC-40CC-9033-00BA8EC156A2}"/>
          </ac:picMkLst>
        </pc:picChg>
        <pc:picChg chg="mod">
          <ac:chgData name="Halan, Mridul" userId="d8402aca-56b7-4a75-97f5-504434d76ce0" providerId="ADAL" clId="{AA3C1486-642E-4193-95AF-D7E78E3DA4E9}" dt="2022-07-04T15:41:33.152" v="10792" actId="1036"/>
          <ac:picMkLst>
            <pc:docMk/>
            <pc:sldMk cId="4092330692" sldId="6217"/>
            <ac:picMk id="59" creationId="{20FCBABD-08DE-490C-AEB3-8C54E8BA606F}"/>
          </ac:picMkLst>
        </pc:picChg>
        <pc:picChg chg="mod">
          <ac:chgData name="Halan, Mridul" userId="d8402aca-56b7-4a75-97f5-504434d76ce0" providerId="ADAL" clId="{AA3C1486-642E-4193-95AF-D7E78E3DA4E9}" dt="2022-07-04T15:41:59.164" v="10794" actId="1076"/>
          <ac:picMkLst>
            <pc:docMk/>
            <pc:sldMk cId="4092330692" sldId="6217"/>
            <ac:picMk id="60" creationId="{3CD874FB-0546-4B33-A18F-8C6D57D90BBC}"/>
          </ac:picMkLst>
        </pc:picChg>
        <pc:picChg chg="mod">
          <ac:chgData name="Halan, Mridul" userId="d8402aca-56b7-4a75-97f5-504434d76ce0" providerId="ADAL" clId="{AA3C1486-642E-4193-95AF-D7E78E3DA4E9}" dt="2022-07-04T15:41:33.152" v="10792" actId="1036"/>
          <ac:picMkLst>
            <pc:docMk/>
            <pc:sldMk cId="4092330692" sldId="6217"/>
            <ac:picMk id="61" creationId="{3F759D33-C788-4273-9A3C-F7BEC8A605CD}"/>
          </ac:picMkLst>
        </pc:picChg>
      </pc:sldChg>
      <pc:sldChg chg="delSp modSp del mod">
        <pc:chgData name="Halan, Mridul" userId="d8402aca-56b7-4a75-97f5-504434d76ce0" providerId="ADAL" clId="{AA3C1486-642E-4193-95AF-D7E78E3DA4E9}" dt="2022-07-04T15:48:00.830" v="10896" actId="2696"/>
        <pc:sldMkLst>
          <pc:docMk/>
          <pc:sldMk cId="426504972" sldId="6218"/>
        </pc:sldMkLst>
        <pc:spChg chg="mod">
          <ac:chgData name="Halan, Mridul" userId="d8402aca-56b7-4a75-97f5-504434d76ce0" providerId="ADAL" clId="{AA3C1486-642E-4193-95AF-D7E78E3DA4E9}" dt="2022-07-04T15:47:26.672" v="10863" actId="21"/>
          <ac:spMkLst>
            <pc:docMk/>
            <pc:sldMk cId="426504972" sldId="6218"/>
            <ac:spMk id="2" creationId="{90B109E2-7B40-463B-983F-556B88D76AE5}"/>
          </ac:spMkLst>
        </pc:spChg>
        <pc:spChg chg="del">
          <ac:chgData name="Halan, Mridul" userId="d8402aca-56b7-4a75-97f5-504434d76ce0" providerId="ADAL" clId="{AA3C1486-642E-4193-95AF-D7E78E3DA4E9}" dt="2022-07-04T15:47:46.960" v="10866" actId="21"/>
          <ac:spMkLst>
            <pc:docMk/>
            <pc:sldMk cId="426504972" sldId="6218"/>
            <ac:spMk id="5" creationId="{008AF0B7-71A4-45B1-9C7F-AB7367DF43D1}"/>
          </ac:spMkLst>
        </pc:spChg>
        <pc:spChg chg="del">
          <ac:chgData name="Halan, Mridul" userId="d8402aca-56b7-4a75-97f5-504434d76ce0" providerId="ADAL" clId="{AA3C1486-642E-4193-95AF-D7E78E3DA4E9}" dt="2022-07-04T15:47:46.960" v="10866" actId="21"/>
          <ac:spMkLst>
            <pc:docMk/>
            <pc:sldMk cId="426504972" sldId="6218"/>
            <ac:spMk id="7" creationId="{A91E7590-8FE8-4CD8-815B-AA38D6DF3C88}"/>
          </ac:spMkLst>
        </pc:spChg>
        <pc:spChg chg="del">
          <ac:chgData name="Halan, Mridul" userId="d8402aca-56b7-4a75-97f5-504434d76ce0" providerId="ADAL" clId="{AA3C1486-642E-4193-95AF-D7E78E3DA4E9}" dt="2022-07-04T15:47:46.960" v="10866" actId="21"/>
          <ac:spMkLst>
            <pc:docMk/>
            <pc:sldMk cId="426504972" sldId="6218"/>
            <ac:spMk id="9" creationId="{64FB0CF6-339C-4F7E-8B5C-B9A430C55B2C}"/>
          </ac:spMkLst>
        </pc:spChg>
        <pc:spChg chg="del">
          <ac:chgData name="Halan, Mridul" userId="d8402aca-56b7-4a75-97f5-504434d76ce0" providerId="ADAL" clId="{AA3C1486-642E-4193-95AF-D7E78E3DA4E9}" dt="2022-07-04T15:47:46.960" v="10866" actId="21"/>
          <ac:spMkLst>
            <pc:docMk/>
            <pc:sldMk cId="426504972" sldId="6218"/>
            <ac:spMk id="10" creationId="{7E094FE7-FF8B-43C0-B040-C7E4BE89C363}"/>
          </ac:spMkLst>
        </pc:spChg>
        <pc:spChg chg="del">
          <ac:chgData name="Halan, Mridul" userId="d8402aca-56b7-4a75-97f5-504434d76ce0" providerId="ADAL" clId="{AA3C1486-642E-4193-95AF-D7E78E3DA4E9}" dt="2022-07-04T15:47:46.960" v="10866" actId="21"/>
          <ac:spMkLst>
            <pc:docMk/>
            <pc:sldMk cId="426504972" sldId="6218"/>
            <ac:spMk id="20" creationId="{254025F2-BEF7-44A1-BBDA-214B9ED38895}"/>
          </ac:spMkLst>
        </pc:spChg>
        <pc:spChg chg="del">
          <ac:chgData name="Halan, Mridul" userId="d8402aca-56b7-4a75-97f5-504434d76ce0" providerId="ADAL" clId="{AA3C1486-642E-4193-95AF-D7E78E3DA4E9}" dt="2022-07-04T15:47:46.960" v="10866" actId="21"/>
          <ac:spMkLst>
            <pc:docMk/>
            <pc:sldMk cId="426504972" sldId="6218"/>
            <ac:spMk id="24" creationId="{F017534E-A23E-436C-92AF-9F9D9D6CCFFF}"/>
          </ac:spMkLst>
        </pc:spChg>
        <pc:spChg chg="del">
          <ac:chgData name="Halan, Mridul" userId="d8402aca-56b7-4a75-97f5-504434d76ce0" providerId="ADAL" clId="{AA3C1486-642E-4193-95AF-D7E78E3DA4E9}" dt="2022-07-04T15:47:46.960" v="10866" actId="21"/>
          <ac:spMkLst>
            <pc:docMk/>
            <pc:sldMk cId="426504972" sldId="6218"/>
            <ac:spMk id="25" creationId="{8047BD10-18D6-4311-9A0C-54F044361CDC}"/>
          </ac:spMkLst>
        </pc:spChg>
        <pc:spChg chg="del">
          <ac:chgData name="Halan, Mridul" userId="d8402aca-56b7-4a75-97f5-504434d76ce0" providerId="ADAL" clId="{AA3C1486-642E-4193-95AF-D7E78E3DA4E9}" dt="2022-07-04T15:47:46.960" v="10866" actId="21"/>
          <ac:spMkLst>
            <pc:docMk/>
            <pc:sldMk cId="426504972" sldId="6218"/>
            <ac:spMk id="32" creationId="{5EC94472-C230-437D-864F-DA78F4E2BCED}"/>
          </ac:spMkLst>
        </pc:spChg>
        <pc:grpChg chg="del">
          <ac:chgData name="Halan, Mridul" userId="d8402aca-56b7-4a75-97f5-504434d76ce0" providerId="ADAL" clId="{AA3C1486-642E-4193-95AF-D7E78E3DA4E9}" dt="2022-07-04T15:47:46.960" v="10866" actId="21"/>
          <ac:grpSpMkLst>
            <pc:docMk/>
            <pc:sldMk cId="426504972" sldId="6218"/>
            <ac:grpSpMk id="11" creationId="{7E04117F-344A-46D6-B191-F81FC8F2431B}"/>
          </ac:grpSpMkLst>
        </pc:grpChg>
        <pc:grpChg chg="del">
          <ac:chgData name="Halan, Mridul" userId="d8402aca-56b7-4a75-97f5-504434d76ce0" providerId="ADAL" clId="{AA3C1486-642E-4193-95AF-D7E78E3DA4E9}" dt="2022-07-04T15:47:46.960" v="10866" actId="21"/>
          <ac:grpSpMkLst>
            <pc:docMk/>
            <pc:sldMk cId="426504972" sldId="6218"/>
            <ac:grpSpMk id="14" creationId="{0441D3B5-F9D3-4BD4-BFC7-502768D60092}"/>
          </ac:grpSpMkLst>
        </pc:grpChg>
        <pc:grpChg chg="del">
          <ac:chgData name="Halan, Mridul" userId="d8402aca-56b7-4a75-97f5-504434d76ce0" providerId="ADAL" clId="{AA3C1486-642E-4193-95AF-D7E78E3DA4E9}" dt="2022-07-04T15:47:46.960" v="10866" actId="21"/>
          <ac:grpSpMkLst>
            <pc:docMk/>
            <pc:sldMk cId="426504972" sldId="6218"/>
            <ac:grpSpMk id="21" creationId="{8B4A994E-746B-4A29-B7FC-CF359A03CDE7}"/>
          </ac:grpSpMkLst>
        </pc:grpChg>
        <pc:grpChg chg="del">
          <ac:chgData name="Halan, Mridul" userId="d8402aca-56b7-4a75-97f5-504434d76ce0" providerId="ADAL" clId="{AA3C1486-642E-4193-95AF-D7E78E3DA4E9}" dt="2022-07-04T15:47:46.960" v="10866" actId="21"/>
          <ac:grpSpMkLst>
            <pc:docMk/>
            <pc:sldMk cId="426504972" sldId="6218"/>
            <ac:grpSpMk id="26" creationId="{72575DCA-CCA5-4A78-932B-9F9BFB94A4F9}"/>
          </ac:grpSpMkLst>
        </pc:grpChg>
        <pc:grpChg chg="del">
          <ac:chgData name="Halan, Mridul" userId="d8402aca-56b7-4a75-97f5-504434d76ce0" providerId="ADAL" clId="{AA3C1486-642E-4193-95AF-D7E78E3DA4E9}" dt="2022-07-04T15:47:46.960" v="10866" actId="21"/>
          <ac:grpSpMkLst>
            <pc:docMk/>
            <pc:sldMk cId="426504972" sldId="6218"/>
            <ac:grpSpMk id="29" creationId="{7519D100-5B43-4417-A2FD-272183CBF5B2}"/>
          </ac:grpSpMkLst>
        </pc:grpChg>
        <pc:cxnChg chg="del">
          <ac:chgData name="Halan, Mridul" userId="d8402aca-56b7-4a75-97f5-504434d76ce0" providerId="ADAL" clId="{AA3C1486-642E-4193-95AF-D7E78E3DA4E9}" dt="2022-07-04T15:47:46.960" v="10866" actId="21"/>
          <ac:cxnSpMkLst>
            <pc:docMk/>
            <pc:sldMk cId="426504972" sldId="6218"/>
            <ac:cxnSpMk id="6" creationId="{30B7CFB8-6C65-4AA6-812A-4A4846D7BF0D}"/>
          </ac:cxnSpMkLst>
        </pc:cxnChg>
      </pc:sldChg>
      <pc:sldChg chg="modSp mod">
        <pc:chgData name="Halan, Mridul" userId="d8402aca-56b7-4a75-97f5-504434d76ce0" providerId="ADAL" clId="{AA3C1486-642E-4193-95AF-D7E78E3DA4E9}" dt="2022-07-04T16:13:02.438" v="11117" actId="693"/>
        <pc:sldMkLst>
          <pc:docMk/>
          <pc:sldMk cId="3176385444" sldId="6223"/>
        </pc:sldMkLst>
        <pc:spChg chg="mod">
          <ac:chgData name="Halan, Mridul" userId="d8402aca-56b7-4a75-97f5-504434d76ce0" providerId="ADAL" clId="{AA3C1486-642E-4193-95AF-D7E78E3DA4E9}" dt="2022-07-04T16:12:39.738" v="11115" actId="113"/>
          <ac:spMkLst>
            <pc:docMk/>
            <pc:sldMk cId="3176385444" sldId="6223"/>
            <ac:spMk id="3" creationId="{56ABD41D-4A61-4F6C-B72A-14E2F1FDC4C2}"/>
          </ac:spMkLst>
        </pc:spChg>
        <pc:spChg chg="mod">
          <ac:chgData name="Halan, Mridul" userId="d8402aca-56b7-4a75-97f5-504434d76ce0" providerId="ADAL" clId="{AA3C1486-642E-4193-95AF-D7E78E3DA4E9}" dt="2022-07-04T16:13:02.438" v="11117" actId="693"/>
          <ac:spMkLst>
            <pc:docMk/>
            <pc:sldMk cId="3176385444" sldId="6223"/>
            <ac:spMk id="4" creationId="{D4B1FDBF-8128-418A-A1A5-C44353DBE379}"/>
          </ac:spMkLst>
        </pc:spChg>
      </pc:sldChg>
      <pc:sldChg chg="modSp mod">
        <pc:chgData name="Halan, Mridul" userId="d8402aca-56b7-4a75-97f5-504434d76ce0" providerId="ADAL" clId="{AA3C1486-642E-4193-95AF-D7E78E3DA4E9}" dt="2022-07-04T16:12:22.641" v="11114" actId="693"/>
        <pc:sldMkLst>
          <pc:docMk/>
          <pc:sldMk cId="1048668780" sldId="6224"/>
        </pc:sldMkLst>
        <pc:spChg chg="mod">
          <ac:chgData name="Halan, Mridul" userId="d8402aca-56b7-4a75-97f5-504434d76ce0" providerId="ADAL" clId="{AA3C1486-642E-4193-95AF-D7E78E3DA4E9}" dt="2022-07-04T16:11:36.678" v="11107" actId="1076"/>
          <ac:spMkLst>
            <pc:docMk/>
            <pc:sldMk cId="1048668780" sldId="6224"/>
            <ac:spMk id="3" creationId="{00000000-0000-0000-0000-000000000000}"/>
          </ac:spMkLst>
        </pc:spChg>
        <pc:spChg chg="mod">
          <ac:chgData name="Halan, Mridul" userId="d8402aca-56b7-4a75-97f5-504434d76ce0" providerId="ADAL" clId="{AA3C1486-642E-4193-95AF-D7E78E3DA4E9}" dt="2022-07-04T16:12:22.641" v="11114" actId="693"/>
          <ac:spMkLst>
            <pc:docMk/>
            <pc:sldMk cId="1048668780" sldId="6224"/>
            <ac:spMk id="20" creationId="{BEF43F2D-16E4-4F26-979F-8108A9D68349}"/>
          </ac:spMkLst>
        </pc:spChg>
        <pc:spChg chg="mod">
          <ac:chgData name="Halan, Mridul" userId="d8402aca-56b7-4a75-97f5-504434d76ce0" providerId="ADAL" clId="{AA3C1486-642E-4193-95AF-D7E78E3DA4E9}" dt="2022-07-04T16:11:58.733" v="11111" actId="207"/>
          <ac:spMkLst>
            <pc:docMk/>
            <pc:sldMk cId="1048668780" sldId="6224"/>
            <ac:spMk id="22" creationId="{C6C5D570-7929-4A00-B815-66D588CF45E2}"/>
          </ac:spMkLst>
        </pc:spChg>
      </pc:sldChg>
      <pc:sldChg chg="modSp mod">
        <pc:chgData name="Halan, Mridul" userId="d8402aca-56b7-4a75-97f5-504434d76ce0" providerId="ADAL" clId="{AA3C1486-642E-4193-95AF-D7E78E3DA4E9}" dt="2022-07-04T16:18:04.550" v="11122" actId="113"/>
        <pc:sldMkLst>
          <pc:docMk/>
          <pc:sldMk cId="4088684023" sldId="6225"/>
        </pc:sldMkLst>
        <pc:spChg chg="mod">
          <ac:chgData name="Halan, Mridul" userId="d8402aca-56b7-4a75-97f5-504434d76ce0" providerId="ADAL" clId="{AA3C1486-642E-4193-95AF-D7E78E3DA4E9}" dt="2022-07-04T16:18:04.550" v="11122" actId="113"/>
          <ac:spMkLst>
            <pc:docMk/>
            <pc:sldMk cId="4088684023" sldId="6225"/>
            <ac:spMk id="2" creationId="{188B5FD8-DE7F-4FEB-9F3A-5D07FE22260C}"/>
          </ac:spMkLst>
        </pc:spChg>
      </pc:sldChg>
      <pc:sldChg chg="modSp mod">
        <pc:chgData name="Halan, Mridul" userId="d8402aca-56b7-4a75-97f5-504434d76ce0" providerId="ADAL" clId="{AA3C1486-642E-4193-95AF-D7E78E3DA4E9}" dt="2022-07-04T16:10:51.379" v="11102" actId="113"/>
        <pc:sldMkLst>
          <pc:docMk/>
          <pc:sldMk cId="1597638962" sldId="6226"/>
        </pc:sldMkLst>
        <pc:spChg chg="mod">
          <ac:chgData name="Halan, Mridul" userId="d8402aca-56b7-4a75-97f5-504434d76ce0" providerId="ADAL" clId="{AA3C1486-642E-4193-95AF-D7E78E3DA4E9}" dt="2022-07-04T16:10:51.379" v="11102" actId="113"/>
          <ac:spMkLst>
            <pc:docMk/>
            <pc:sldMk cId="1597638962" sldId="6226"/>
            <ac:spMk id="2" creationId="{40DEA8BD-8A64-43E8-ABA4-688AE1E16EA0}"/>
          </ac:spMkLst>
        </pc:spChg>
      </pc:sldChg>
      <pc:sldChg chg="addSp delSp modSp add mod">
        <pc:chgData name="Halan, Mridul" userId="d8402aca-56b7-4a75-97f5-504434d76ce0" providerId="ADAL" clId="{AA3C1486-642E-4193-95AF-D7E78E3DA4E9}" dt="2022-07-04T15:46:43.323" v="10857" actId="14100"/>
        <pc:sldMkLst>
          <pc:docMk/>
          <pc:sldMk cId="1141558077" sldId="6227"/>
        </pc:sldMkLst>
        <pc:spChg chg="mod">
          <ac:chgData name="Halan, Mridul" userId="d8402aca-56b7-4a75-97f5-504434d76ce0" providerId="ADAL" clId="{AA3C1486-642E-4193-95AF-D7E78E3DA4E9}" dt="2022-07-04T15:45:21.033" v="10815"/>
          <ac:spMkLst>
            <pc:docMk/>
            <pc:sldMk cId="1141558077" sldId="6227"/>
            <ac:spMk id="2"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6"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11"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19"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28"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37"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55"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69" creationId="{E28E9FC8-4737-4C4E-843F-A12B6ED84270}"/>
          </ac:spMkLst>
        </pc:spChg>
        <pc:spChg chg="del">
          <ac:chgData name="Halan, Mridul" userId="d8402aca-56b7-4a75-97f5-504434d76ce0" providerId="ADAL" clId="{AA3C1486-642E-4193-95AF-D7E78E3DA4E9}" dt="2022-07-04T15:45:00.806" v="10812" actId="21"/>
          <ac:spMkLst>
            <pc:docMk/>
            <pc:sldMk cId="1141558077" sldId="6227"/>
            <ac:spMk id="74"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76"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78"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79" creationId="{00000000-0000-0000-0000-000000000000}"/>
          </ac:spMkLst>
        </pc:spChg>
        <pc:grpChg chg="del">
          <ac:chgData name="Halan, Mridul" userId="d8402aca-56b7-4a75-97f5-504434d76ce0" providerId="ADAL" clId="{AA3C1486-642E-4193-95AF-D7E78E3DA4E9}" dt="2022-07-04T15:45:00.806" v="10812" actId="21"/>
          <ac:grpSpMkLst>
            <pc:docMk/>
            <pc:sldMk cId="1141558077" sldId="6227"/>
            <ac:grpSpMk id="13" creationId="{00000000-0000-0000-0000-000000000000}"/>
          </ac:grpSpMkLst>
        </pc:grpChg>
        <pc:grpChg chg="del">
          <ac:chgData name="Halan, Mridul" userId="d8402aca-56b7-4a75-97f5-504434d76ce0" providerId="ADAL" clId="{AA3C1486-642E-4193-95AF-D7E78E3DA4E9}" dt="2022-07-04T15:45:00.806" v="10812" actId="21"/>
          <ac:grpSpMkLst>
            <pc:docMk/>
            <pc:sldMk cId="1141558077" sldId="6227"/>
            <ac:grpSpMk id="56" creationId="{00000000-0000-0000-0000-000000000000}"/>
          </ac:grpSpMkLst>
        </pc:grpChg>
        <pc:grpChg chg="del">
          <ac:chgData name="Halan, Mridul" userId="d8402aca-56b7-4a75-97f5-504434d76ce0" providerId="ADAL" clId="{AA3C1486-642E-4193-95AF-D7E78E3DA4E9}" dt="2022-07-04T15:45:00.806" v="10812" actId="21"/>
          <ac:grpSpMkLst>
            <pc:docMk/>
            <pc:sldMk cId="1141558077" sldId="6227"/>
            <ac:grpSpMk id="57" creationId="{00000000-0000-0000-0000-000000000000}"/>
          </ac:grpSpMkLst>
        </pc:grpChg>
        <pc:grpChg chg="del">
          <ac:chgData name="Halan, Mridul" userId="d8402aca-56b7-4a75-97f5-504434d76ce0" providerId="ADAL" clId="{AA3C1486-642E-4193-95AF-D7E78E3DA4E9}" dt="2022-07-04T15:45:00.806" v="10812" actId="21"/>
          <ac:grpSpMkLst>
            <pc:docMk/>
            <pc:sldMk cId="1141558077" sldId="6227"/>
            <ac:grpSpMk id="58" creationId="{00000000-0000-0000-0000-000000000000}"/>
          </ac:grpSpMkLst>
        </pc:grpChg>
        <pc:grpChg chg="del">
          <ac:chgData name="Halan, Mridul" userId="d8402aca-56b7-4a75-97f5-504434d76ce0" providerId="ADAL" clId="{AA3C1486-642E-4193-95AF-D7E78E3DA4E9}" dt="2022-07-04T15:45:00.806" v="10812" actId="21"/>
          <ac:grpSpMkLst>
            <pc:docMk/>
            <pc:sldMk cId="1141558077" sldId="6227"/>
            <ac:grpSpMk id="62" creationId="{7C9E562F-DD0B-4AF6-AB6A-BE634A52EF12}"/>
          </ac:grpSpMkLst>
        </pc:grpChg>
        <pc:graphicFrameChg chg="add mod modGraphic">
          <ac:chgData name="Halan, Mridul" userId="d8402aca-56b7-4a75-97f5-504434d76ce0" providerId="ADAL" clId="{AA3C1486-642E-4193-95AF-D7E78E3DA4E9}" dt="2022-07-04T15:46:43.323" v="10857" actId="14100"/>
          <ac:graphicFrameMkLst>
            <pc:docMk/>
            <pc:sldMk cId="1141558077" sldId="6227"/>
            <ac:graphicFrameMk id="70" creationId="{A5607D2C-9A90-403F-9D7B-D5A60DFC328A}"/>
          </ac:graphicFrameMkLst>
        </pc:graphicFrameChg>
        <pc:picChg chg="del">
          <ac:chgData name="Halan, Mridul" userId="d8402aca-56b7-4a75-97f5-504434d76ce0" providerId="ADAL" clId="{AA3C1486-642E-4193-95AF-D7E78E3DA4E9}" dt="2022-07-04T15:45:00.806" v="10812" actId="21"/>
          <ac:picMkLst>
            <pc:docMk/>
            <pc:sldMk cId="1141558077" sldId="6227"/>
            <ac:picMk id="5" creationId="{40A9EF88-E692-446F-B46A-D8AE5853FF6E}"/>
          </ac:picMkLst>
        </pc:picChg>
        <pc:picChg chg="del">
          <ac:chgData name="Halan, Mridul" userId="d8402aca-56b7-4a75-97f5-504434d76ce0" providerId="ADAL" clId="{AA3C1486-642E-4193-95AF-D7E78E3DA4E9}" dt="2022-07-04T15:45:00.806" v="10812" actId="21"/>
          <ac:picMkLst>
            <pc:docMk/>
            <pc:sldMk cId="1141558077" sldId="6227"/>
            <ac:picMk id="7" creationId="{95A4E12C-C5CC-40CC-9033-00BA8EC156A2}"/>
          </ac:picMkLst>
        </pc:picChg>
        <pc:picChg chg="del">
          <ac:chgData name="Halan, Mridul" userId="d8402aca-56b7-4a75-97f5-504434d76ce0" providerId="ADAL" clId="{AA3C1486-642E-4193-95AF-D7E78E3DA4E9}" dt="2022-07-04T15:45:00.806" v="10812" actId="21"/>
          <ac:picMkLst>
            <pc:docMk/>
            <pc:sldMk cId="1141558077" sldId="6227"/>
            <ac:picMk id="59" creationId="{20FCBABD-08DE-490C-AEB3-8C54E8BA606F}"/>
          </ac:picMkLst>
        </pc:picChg>
        <pc:picChg chg="del">
          <ac:chgData name="Halan, Mridul" userId="d8402aca-56b7-4a75-97f5-504434d76ce0" providerId="ADAL" clId="{AA3C1486-642E-4193-95AF-D7E78E3DA4E9}" dt="2022-07-04T15:45:00.806" v="10812" actId="21"/>
          <ac:picMkLst>
            <pc:docMk/>
            <pc:sldMk cId="1141558077" sldId="6227"/>
            <ac:picMk id="60" creationId="{3CD874FB-0546-4B33-A18F-8C6D57D90BBC}"/>
          </ac:picMkLst>
        </pc:picChg>
        <pc:picChg chg="del">
          <ac:chgData name="Halan, Mridul" userId="d8402aca-56b7-4a75-97f5-504434d76ce0" providerId="ADAL" clId="{AA3C1486-642E-4193-95AF-D7E78E3DA4E9}" dt="2022-07-04T15:45:00.806" v="10812" actId="21"/>
          <ac:picMkLst>
            <pc:docMk/>
            <pc:sldMk cId="1141558077" sldId="6227"/>
            <ac:picMk id="61" creationId="{3F759D33-C788-4273-9A3C-F7BEC8A605CD}"/>
          </ac:picMkLst>
        </pc:picChg>
      </pc:sldChg>
      <pc:sldChg chg="add del">
        <pc:chgData name="Halan, Mridul" userId="d8402aca-56b7-4a75-97f5-504434d76ce0" providerId="ADAL" clId="{AA3C1486-642E-4193-95AF-D7E78E3DA4E9}" dt="2022-07-04T15:45:07.886" v="10814" actId="2696"/>
        <pc:sldMkLst>
          <pc:docMk/>
          <pc:sldMk cId="932110997" sldId="6228"/>
        </pc:sldMkLst>
      </pc:sldChg>
      <pc:sldChg chg="addSp modSp add mod">
        <pc:chgData name="Halan, Mridul" userId="d8402aca-56b7-4a75-97f5-504434d76ce0" providerId="ADAL" clId="{AA3C1486-642E-4193-95AF-D7E78E3DA4E9}" dt="2022-07-04T15:47:01.854" v="10859" actId="14100"/>
        <pc:sldMkLst>
          <pc:docMk/>
          <pc:sldMk cId="4043254352" sldId="6229"/>
        </pc:sldMkLst>
        <pc:spChg chg="mod">
          <ac:chgData name="Halan, Mridul" userId="d8402aca-56b7-4a75-97f5-504434d76ce0" providerId="ADAL" clId="{AA3C1486-642E-4193-95AF-D7E78E3DA4E9}" dt="2022-07-04T15:45:56.764" v="10832"/>
          <ac:spMkLst>
            <pc:docMk/>
            <pc:sldMk cId="4043254352" sldId="6229"/>
            <ac:spMk id="2" creationId="{00000000-0000-0000-0000-000000000000}"/>
          </ac:spMkLst>
        </pc:spChg>
        <pc:graphicFrameChg chg="add mod modGraphic">
          <ac:chgData name="Halan, Mridul" userId="d8402aca-56b7-4a75-97f5-504434d76ce0" providerId="ADAL" clId="{AA3C1486-642E-4193-95AF-D7E78E3DA4E9}" dt="2022-07-04T15:47:01.854" v="10859" actId="14100"/>
          <ac:graphicFrameMkLst>
            <pc:docMk/>
            <pc:sldMk cId="4043254352" sldId="6229"/>
            <ac:graphicFrameMk id="6" creationId="{F2997122-C0B1-4816-9C29-107D78612FB5}"/>
          </ac:graphicFrameMkLst>
        </pc:graphicFrameChg>
      </pc:sldChg>
      <pc:sldChg chg="addSp delSp modSp add mod">
        <pc:chgData name="Halan, Mridul" userId="d8402aca-56b7-4a75-97f5-504434d76ce0" providerId="ADAL" clId="{AA3C1486-642E-4193-95AF-D7E78E3DA4E9}" dt="2022-07-04T15:51:37.079" v="10942" actId="207"/>
        <pc:sldMkLst>
          <pc:docMk/>
          <pc:sldMk cId="1059635595" sldId="6230"/>
        </pc:sldMkLst>
        <pc:spChg chg="mod">
          <ac:chgData name="Halan, Mridul" userId="d8402aca-56b7-4a75-97f5-504434d76ce0" providerId="ADAL" clId="{AA3C1486-642E-4193-95AF-D7E78E3DA4E9}" dt="2022-07-04T15:47:37.924" v="10864"/>
          <ac:spMkLst>
            <pc:docMk/>
            <pc:sldMk cId="1059635595" sldId="6230"/>
            <ac:spMk id="2" creationId="{00000000-0000-0000-0000-000000000000}"/>
          </ac:spMkLst>
        </pc:spChg>
        <pc:spChg chg="add mod">
          <ac:chgData name="Halan, Mridul" userId="d8402aca-56b7-4a75-97f5-504434d76ce0" providerId="ADAL" clId="{AA3C1486-642E-4193-95AF-D7E78E3DA4E9}" dt="2022-07-04T15:50:44.473" v="10923" actId="20577"/>
          <ac:spMkLst>
            <pc:docMk/>
            <pc:sldMk cId="1059635595" sldId="6230"/>
            <ac:spMk id="7" creationId="{A017FE12-755A-4639-8F27-99EE95824BA2}"/>
          </ac:spMkLst>
        </pc:spChg>
        <pc:spChg chg="add mod">
          <ac:chgData name="Halan, Mridul" userId="d8402aca-56b7-4a75-97f5-504434d76ce0" providerId="ADAL" clId="{AA3C1486-642E-4193-95AF-D7E78E3DA4E9}" dt="2022-07-04T15:47:55.110" v="10895" actId="1036"/>
          <ac:spMkLst>
            <pc:docMk/>
            <pc:sldMk cId="1059635595" sldId="6230"/>
            <ac:spMk id="9" creationId="{FFD3FD9C-8968-4A8D-96BD-72270ACDC7B3}"/>
          </ac:spMkLst>
        </pc:spChg>
        <pc:spChg chg="add mod">
          <ac:chgData name="Halan, Mridul" userId="d8402aca-56b7-4a75-97f5-504434d76ce0" providerId="ADAL" clId="{AA3C1486-642E-4193-95AF-D7E78E3DA4E9}" dt="2022-07-04T15:51:37.079" v="10942" actId="207"/>
          <ac:spMkLst>
            <pc:docMk/>
            <pc:sldMk cId="1059635595" sldId="6230"/>
            <ac:spMk id="10" creationId="{DAE8EB23-4FE8-43A5-9B78-8450104AA9B9}"/>
          </ac:spMkLst>
        </pc:spChg>
        <pc:spChg chg="add mod">
          <ac:chgData name="Halan, Mridul" userId="d8402aca-56b7-4a75-97f5-504434d76ce0" providerId="ADAL" clId="{AA3C1486-642E-4193-95AF-D7E78E3DA4E9}" dt="2022-07-04T15:51:35.719" v="10939" actId="207"/>
          <ac:spMkLst>
            <pc:docMk/>
            <pc:sldMk cId="1059635595" sldId="6230"/>
            <ac:spMk id="11" creationId="{E5C225B7-7364-4375-ABEE-983C5540598D}"/>
          </ac:spMkLst>
        </pc:spChg>
        <pc:spChg chg="mod">
          <ac:chgData name="Halan, Mridul" userId="d8402aca-56b7-4a75-97f5-504434d76ce0" providerId="ADAL" clId="{AA3C1486-642E-4193-95AF-D7E78E3DA4E9}" dt="2022-07-04T15:47:55.110" v="10895" actId="1036"/>
          <ac:spMkLst>
            <pc:docMk/>
            <pc:sldMk cId="1059635595" sldId="6230"/>
            <ac:spMk id="13" creationId="{AF37FCD4-3C7D-4D1D-A62B-291BF9D02B29}"/>
          </ac:spMkLst>
        </pc:spChg>
        <pc:spChg chg="mod">
          <ac:chgData name="Halan, Mridul" userId="d8402aca-56b7-4a75-97f5-504434d76ce0" providerId="ADAL" clId="{AA3C1486-642E-4193-95AF-D7E78E3DA4E9}" dt="2022-07-04T15:47:55.110" v="10895" actId="1036"/>
          <ac:spMkLst>
            <pc:docMk/>
            <pc:sldMk cId="1059635595" sldId="6230"/>
            <ac:spMk id="14" creationId="{01F386F5-3155-4A95-99D2-20E6F247E5E3}"/>
          </ac:spMkLst>
        </pc:spChg>
        <pc:spChg chg="mod">
          <ac:chgData name="Halan, Mridul" userId="d8402aca-56b7-4a75-97f5-504434d76ce0" providerId="ADAL" clId="{AA3C1486-642E-4193-95AF-D7E78E3DA4E9}" dt="2022-07-04T15:47:55.110" v="10895" actId="1036"/>
          <ac:spMkLst>
            <pc:docMk/>
            <pc:sldMk cId="1059635595" sldId="6230"/>
            <ac:spMk id="16" creationId="{9A40FE66-9ED4-444C-81BD-BD0172EE92CA}"/>
          </ac:spMkLst>
        </pc:spChg>
        <pc:spChg chg="mod">
          <ac:chgData name="Halan, Mridul" userId="d8402aca-56b7-4a75-97f5-504434d76ce0" providerId="ADAL" clId="{AA3C1486-642E-4193-95AF-D7E78E3DA4E9}" dt="2022-07-04T15:47:55.110" v="10895" actId="1036"/>
          <ac:spMkLst>
            <pc:docMk/>
            <pc:sldMk cId="1059635595" sldId="6230"/>
            <ac:spMk id="17" creationId="{15E24F96-C508-49F5-8551-2EC3D32BC498}"/>
          </ac:spMkLst>
        </pc:spChg>
        <pc:spChg chg="mod">
          <ac:chgData name="Halan, Mridul" userId="d8402aca-56b7-4a75-97f5-504434d76ce0" providerId="ADAL" clId="{AA3C1486-642E-4193-95AF-D7E78E3DA4E9}" dt="2022-07-04T15:47:55.110" v="10895" actId="1036"/>
          <ac:spMkLst>
            <pc:docMk/>
            <pc:sldMk cId="1059635595" sldId="6230"/>
            <ac:spMk id="18" creationId="{CEA62CB0-5164-4B5F-AC19-0F6AEA1B6A48}"/>
          </ac:spMkLst>
        </pc:spChg>
        <pc:spChg chg="mod">
          <ac:chgData name="Halan, Mridul" userId="d8402aca-56b7-4a75-97f5-504434d76ce0" providerId="ADAL" clId="{AA3C1486-642E-4193-95AF-D7E78E3DA4E9}" dt="2022-07-04T15:47:55.110" v="10895" actId="1036"/>
          <ac:spMkLst>
            <pc:docMk/>
            <pc:sldMk cId="1059635595" sldId="6230"/>
            <ac:spMk id="19" creationId="{FF98C76F-044B-4E2B-BE78-CA4AEF5F4D69}"/>
          </ac:spMkLst>
        </pc:spChg>
        <pc:spChg chg="add mod">
          <ac:chgData name="Halan, Mridul" userId="d8402aca-56b7-4a75-97f5-504434d76ce0" providerId="ADAL" clId="{AA3C1486-642E-4193-95AF-D7E78E3DA4E9}" dt="2022-07-04T15:47:55.110" v="10895" actId="1036"/>
          <ac:spMkLst>
            <pc:docMk/>
            <pc:sldMk cId="1059635595" sldId="6230"/>
            <ac:spMk id="20" creationId="{2AA4F921-ACF4-43C0-9F69-4D26A1F5573D}"/>
          </ac:spMkLst>
        </pc:spChg>
        <pc:spChg chg="mod">
          <ac:chgData name="Halan, Mridul" userId="d8402aca-56b7-4a75-97f5-504434d76ce0" providerId="ADAL" clId="{AA3C1486-642E-4193-95AF-D7E78E3DA4E9}" dt="2022-07-04T15:47:55.110" v="10895" actId="1036"/>
          <ac:spMkLst>
            <pc:docMk/>
            <pc:sldMk cId="1059635595" sldId="6230"/>
            <ac:spMk id="22" creationId="{E807267B-C72F-49B5-99DF-B931CC2A8846}"/>
          </ac:spMkLst>
        </pc:spChg>
        <pc:spChg chg="mod">
          <ac:chgData name="Halan, Mridul" userId="d8402aca-56b7-4a75-97f5-504434d76ce0" providerId="ADAL" clId="{AA3C1486-642E-4193-95AF-D7E78E3DA4E9}" dt="2022-07-04T15:47:55.110" v="10895" actId="1036"/>
          <ac:spMkLst>
            <pc:docMk/>
            <pc:sldMk cId="1059635595" sldId="6230"/>
            <ac:spMk id="23" creationId="{DCC12483-CC06-4140-A012-F12C02763E8A}"/>
          </ac:spMkLst>
        </pc:spChg>
        <pc:spChg chg="add mod">
          <ac:chgData name="Halan, Mridul" userId="d8402aca-56b7-4a75-97f5-504434d76ce0" providerId="ADAL" clId="{AA3C1486-642E-4193-95AF-D7E78E3DA4E9}" dt="2022-07-04T15:47:55.110" v="10895" actId="1036"/>
          <ac:spMkLst>
            <pc:docMk/>
            <pc:sldMk cId="1059635595" sldId="6230"/>
            <ac:spMk id="24" creationId="{082FC26F-A039-4CE0-AEB5-1700F79F63AF}"/>
          </ac:spMkLst>
        </pc:spChg>
        <pc:spChg chg="add mod">
          <ac:chgData name="Halan, Mridul" userId="d8402aca-56b7-4a75-97f5-504434d76ce0" providerId="ADAL" clId="{AA3C1486-642E-4193-95AF-D7E78E3DA4E9}" dt="2022-07-04T15:47:55.110" v="10895" actId="1036"/>
          <ac:spMkLst>
            <pc:docMk/>
            <pc:sldMk cId="1059635595" sldId="6230"/>
            <ac:spMk id="25" creationId="{80FB3202-242D-442A-BE8D-90F7FAD74759}"/>
          </ac:spMkLst>
        </pc:spChg>
        <pc:spChg chg="mod">
          <ac:chgData name="Halan, Mridul" userId="d8402aca-56b7-4a75-97f5-504434d76ce0" providerId="ADAL" clId="{AA3C1486-642E-4193-95AF-D7E78E3DA4E9}" dt="2022-07-04T15:49:38.258" v="10911" actId="207"/>
          <ac:spMkLst>
            <pc:docMk/>
            <pc:sldMk cId="1059635595" sldId="6230"/>
            <ac:spMk id="27" creationId="{FAFC4E36-C93C-4664-B1F4-A2D92633DBD3}"/>
          </ac:spMkLst>
        </pc:spChg>
        <pc:spChg chg="mod">
          <ac:chgData name="Halan, Mridul" userId="d8402aca-56b7-4a75-97f5-504434d76ce0" providerId="ADAL" clId="{AA3C1486-642E-4193-95AF-D7E78E3DA4E9}" dt="2022-07-04T15:49:38.258" v="10911" actId="207"/>
          <ac:spMkLst>
            <pc:docMk/>
            <pc:sldMk cId="1059635595" sldId="6230"/>
            <ac:spMk id="28" creationId="{CC5620D4-CFE0-4BF7-9BF0-460A5A7835E7}"/>
          </ac:spMkLst>
        </pc:spChg>
        <pc:spChg chg="mod">
          <ac:chgData name="Halan, Mridul" userId="d8402aca-56b7-4a75-97f5-504434d76ce0" providerId="ADAL" clId="{AA3C1486-642E-4193-95AF-D7E78E3DA4E9}" dt="2022-07-04T15:49:31.330" v="10910" actId="207"/>
          <ac:spMkLst>
            <pc:docMk/>
            <pc:sldMk cId="1059635595" sldId="6230"/>
            <ac:spMk id="30" creationId="{24659976-5036-4210-98E3-E3E9549484A3}"/>
          </ac:spMkLst>
        </pc:spChg>
        <pc:spChg chg="mod">
          <ac:chgData name="Halan, Mridul" userId="d8402aca-56b7-4a75-97f5-504434d76ce0" providerId="ADAL" clId="{AA3C1486-642E-4193-95AF-D7E78E3DA4E9}" dt="2022-07-04T15:49:31.330" v="10910" actId="207"/>
          <ac:spMkLst>
            <pc:docMk/>
            <pc:sldMk cId="1059635595" sldId="6230"/>
            <ac:spMk id="31" creationId="{60C969F9-EA61-4189-A760-27D8CD767D1A}"/>
          </ac:spMkLst>
        </pc:spChg>
        <pc:spChg chg="add mod">
          <ac:chgData name="Halan, Mridul" userId="d8402aca-56b7-4a75-97f5-504434d76ce0" providerId="ADAL" clId="{AA3C1486-642E-4193-95AF-D7E78E3DA4E9}" dt="2022-07-04T15:51:12.181" v="10930" actId="403"/>
          <ac:spMkLst>
            <pc:docMk/>
            <pc:sldMk cId="1059635595" sldId="6230"/>
            <ac:spMk id="32" creationId="{2615A0E3-6081-4C7D-A5F3-FFCFDC1631B2}"/>
          </ac:spMkLst>
        </pc:spChg>
        <pc:grpChg chg="add mod">
          <ac:chgData name="Halan, Mridul" userId="d8402aca-56b7-4a75-97f5-504434d76ce0" providerId="ADAL" clId="{AA3C1486-642E-4193-95AF-D7E78E3DA4E9}" dt="2022-07-04T15:47:55.110" v="10895" actId="1036"/>
          <ac:grpSpMkLst>
            <pc:docMk/>
            <pc:sldMk cId="1059635595" sldId="6230"/>
            <ac:grpSpMk id="12" creationId="{727CE562-1C2F-4FCA-9C34-42B6F4587577}"/>
          </ac:grpSpMkLst>
        </pc:grpChg>
        <pc:grpChg chg="add mod">
          <ac:chgData name="Halan, Mridul" userId="d8402aca-56b7-4a75-97f5-504434d76ce0" providerId="ADAL" clId="{AA3C1486-642E-4193-95AF-D7E78E3DA4E9}" dt="2022-07-04T15:47:55.110" v="10895" actId="1036"/>
          <ac:grpSpMkLst>
            <pc:docMk/>
            <pc:sldMk cId="1059635595" sldId="6230"/>
            <ac:grpSpMk id="15" creationId="{4BFC0CAB-6F28-4B8A-A016-AD33A6E308F1}"/>
          </ac:grpSpMkLst>
        </pc:grpChg>
        <pc:grpChg chg="add mod">
          <ac:chgData name="Halan, Mridul" userId="d8402aca-56b7-4a75-97f5-504434d76ce0" providerId="ADAL" clId="{AA3C1486-642E-4193-95AF-D7E78E3DA4E9}" dt="2022-07-04T15:47:55.110" v="10895" actId="1036"/>
          <ac:grpSpMkLst>
            <pc:docMk/>
            <pc:sldMk cId="1059635595" sldId="6230"/>
            <ac:grpSpMk id="21" creationId="{241DDDA6-40C1-4BE1-BD33-EB3BDB2FC45D}"/>
          </ac:grpSpMkLst>
        </pc:grpChg>
        <pc:grpChg chg="add mod">
          <ac:chgData name="Halan, Mridul" userId="d8402aca-56b7-4a75-97f5-504434d76ce0" providerId="ADAL" clId="{AA3C1486-642E-4193-95AF-D7E78E3DA4E9}" dt="2022-07-04T15:49:38.258" v="10911" actId="207"/>
          <ac:grpSpMkLst>
            <pc:docMk/>
            <pc:sldMk cId="1059635595" sldId="6230"/>
            <ac:grpSpMk id="26" creationId="{2E1FE928-8DD5-4EFD-B6B8-BA5DAD35770A}"/>
          </ac:grpSpMkLst>
        </pc:grpChg>
        <pc:grpChg chg="add mod">
          <ac:chgData name="Halan, Mridul" userId="d8402aca-56b7-4a75-97f5-504434d76ce0" providerId="ADAL" clId="{AA3C1486-642E-4193-95AF-D7E78E3DA4E9}" dt="2022-07-04T15:49:31.330" v="10910" actId="207"/>
          <ac:grpSpMkLst>
            <pc:docMk/>
            <pc:sldMk cId="1059635595" sldId="6230"/>
            <ac:grpSpMk id="29" creationId="{E7FDC687-B613-43BA-9AAB-6684601124ED}"/>
          </ac:grpSpMkLst>
        </pc:grpChg>
        <pc:graphicFrameChg chg="del">
          <ac:chgData name="Halan, Mridul" userId="d8402aca-56b7-4a75-97f5-504434d76ce0" providerId="ADAL" clId="{AA3C1486-642E-4193-95AF-D7E78E3DA4E9}" dt="2022-07-04T15:47:42.022" v="10865" actId="21"/>
          <ac:graphicFrameMkLst>
            <pc:docMk/>
            <pc:sldMk cId="1059635595" sldId="6230"/>
            <ac:graphicFrameMk id="6" creationId="{F2997122-C0B1-4816-9C29-107D78612FB5}"/>
          </ac:graphicFrameMkLst>
        </pc:graphicFrameChg>
        <pc:cxnChg chg="add mod">
          <ac:chgData name="Halan, Mridul" userId="d8402aca-56b7-4a75-97f5-504434d76ce0" providerId="ADAL" clId="{AA3C1486-642E-4193-95AF-D7E78E3DA4E9}" dt="2022-07-04T15:47:55.110" v="10895" actId="1036"/>
          <ac:cxnSpMkLst>
            <pc:docMk/>
            <pc:sldMk cId="1059635595" sldId="6230"/>
            <ac:cxnSpMk id="8" creationId="{5CA5BE08-3693-4F09-850B-0C87E9D15B7A}"/>
          </ac:cxnSpMkLst>
        </pc:cxnChg>
      </pc:sldChg>
      <pc:sldChg chg="addSp delSp modSp add mod">
        <pc:chgData name="Halan, Mridul" userId="d8402aca-56b7-4a75-97f5-504434d76ce0" providerId="ADAL" clId="{AA3C1486-642E-4193-95AF-D7E78E3DA4E9}" dt="2022-07-04T15:57:05.612" v="10979" actId="14100"/>
        <pc:sldMkLst>
          <pc:docMk/>
          <pc:sldMk cId="3887181450" sldId="6231"/>
        </pc:sldMkLst>
        <pc:spChg chg="del">
          <ac:chgData name="Halan, Mridul" userId="d8402aca-56b7-4a75-97f5-504434d76ce0" providerId="ADAL" clId="{AA3C1486-642E-4193-95AF-D7E78E3DA4E9}" dt="2022-07-04T15:52:46.544" v="10946" actId="21"/>
          <ac:spMkLst>
            <pc:docMk/>
            <pc:sldMk cId="3887181450" sldId="6231"/>
            <ac:spMk id="76" creationId="{9654A25B-2A00-4FC1-96A3-03B88F688FF3}"/>
          </ac:spMkLst>
        </pc:spChg>
        <pc:spChg chg="mod">
          <ac:chgData name="Halan, Mridul" userId="d8402aca-56b7-4a75-97f5-504434d76ce0" providerId="ADAL" clId="{AA3C1486-642E-4193-95AF-D7E78E3DA4E9}" dt="2022-07-04T15:53:05.814" v="10951"/>
          <ac:spMkLst>
            <pc:docMk/>
            <pc:sldMk cId="3887181450" sldId="6231"/>
            <ac:spMk id="83" creationId="{31F75B9F-C617-48CE-B56F-3B32C47CDD2C}"/>
          </ac:spMkLst>
        </pc:spChg>
        <pc:spChg chg="mod">
          <ac:chgData name="Halan, Mridul" userId="d8402aca-56b7-4a75-97f5-504434d76ce0" providerId="ADAL" clId="{AA3C1486-642E-4193-95AF-D7E78E3DA4E9}" dt="2022-07-04T15:53:05.814" v="10951"/>
          <ac:spMkLst>
            <pc:docMk/>
            <pc:sldMk cId="3887181450" sldId="6231"/>
            <ac:spMk id="84" creationId="{CC13C65B-350B-431B-A5E1-E19575DA75F2}"/>
          </ac:spMkLst>
        </pc:spChg>
        <pc:spChg chg="mod">
          <ac:chgData name="Halan, Mridul" userId="d8402aca-56b7-4a75-97f5-504434d76ce0" providerId="ADAL" clId="{AA3C1486-642E-4193-95AF-D7E78E3DA4E9}" dt="2022-07-04T15:53:05.814" v="10951"/>
          <ac:spMkLst>
            <pc:docMk/>
            <pc:sldMk cId="3887181450" sldId="6231"/>
            <ac:spMk id="85" creationId="{E7B535AF-CF50-4569-9516-284DA00C2A6B}"/>
          </ac:spMkLst>
        </pc:spChg>
        <pc:spChg chg="mod">
          <ac:chgData name="Halan, Mridul" userId="d8402aca-56b7-4a75-97f5-504434d76ce0" providerId="ADAL" clId="{AA3C1486-642E-4193-95AF-D7E78E3DA4E9}" dt="2022-07-04T15:53:05.814" v="10951"/>
          <ac:spMkLst>
            <pc:docMk/>
            <pc:sldMk cId="3887181450" sldId="6231"/>
            <ac:spMk id="86" creationId="{5674BA2F-1A4B-4BAE-A239-27BE17F84938}"/>
          </ac:spMkLst>
        </pc:spChg>
        <pc:spChg chg="mod">
          <ac:chgData name="Halan, Mridul" userId="d8402aca-56b7-4a75-97f5-504434d76ce0" providerId="ADAL" clId="{AA3C1486-642E-4193-95AF-D7E78E3DA4E9}" dt="2022-07-04T15:53:05.814" v="10951"/>
          <ac:spMkLst>
            <pc:docMk/>
            <pc:sldMk cId="3887181450" sldId="6231"/>
            <ac:spMk id="87" creationId="{57F35B4E-6DF1-43A4-87E1-7B3DD5E0DCDB}"/>
          </ac:spMkLst>
        </pc:spChg>
        <pc:spChg chg="mod">
          <ac:chgData name="Halan, Mridul" userId="d8402aca-56b7-4a75-97f5-504434d76ce0" providerId="ADAL" clId="{AA3C1486-642E-4193-95AF-D7E78E3DA4E9}" dt="2022-07-04T15:53:05.814" v="10951"/>
          <ac:spMkLst>
            <pc:docMk/>
            <pc:sldMk cId="3887181450" sldId="6231"/>
            <ac:spMk id="88" creationId="{ABF323D5-0D5B-401B-8782-7E5463627D71}"/>
          </ac:spMkLst>
        </pc:spChg>
        <pc:spChg chg="mod">
          <ac:chgData name="Halan, Mridul" userId="d8402aca-56b7-4a75-97f5-504434d76ce0" providerId="ADAL" clId="{AA3C1486-642E-4193-95AF-D7E78E3DA4E9}" dt="2022-07-04T15:53:05.814" v="10951"/>
          <ac:spMkLst>
            <pc:docMk/>
            <pc:sldMk cId="3887181450" sldId="6231"/>
            <ac:spMk id="89" creationId="{AA4ED9A4-7E3A-472D-B8BD-B91215AA1803}"/>
          </ac:spMkLst>
        </pc:spChg>
        <pc:spChg chg="mod">
          <ac:chgData name="Halan, Mridul" userId="d8402aca-56b7-4a75-97f5-504434d76ce0" providerId="ADAL" clId="{AA3C1486-642E-4193-95AF-D7E78E3DA4E9}" dt="2022-07-04T15:53:05.814" v="10951"/>
          <ac:spMkLst>
            <pc:docMk/>
            <pc:sldMk cId="3887181450" sldId="6231"/>
            <ac:spMk id="90" creationId="{E3659B97-D682-48A1-833B-6A929E6060CA}"/>
          </ac:spMkLst>
        </pc:spChg>
        <pc:spChg chg="mod">
          <ac:chgData name="Halan, Mridul" userId="d8402aca-56b7-4a75-97f5-504434d76ce0" providerId="ADAL" clId="{AA3C1486-642E-4193-95AF-D7E78E3DA4E9}" dt="2022-07-04T15:53:05.814" v="10951"/>
          <ac:spMkLst>
            <pc:docMk/>
            <pc:sldMk cId="3887181450" sldId="6231"/>
            <ac:spMk id="91" creationId="{472FDEDE-ED6D-4B8A-8160-B57811ED4976}"/>
          </ac:spMkLst>
        </pc:spChg>
        <pc:spChg chg="mod">
          <ac:chgData name="Halan, Mridul" userId="d8402aca-56b7-4a75-97f5-504434d76ce0" providerId="ADAL" clId="{AA3C1486-642E-4193-95AF-D7E78E3DA4E9}" dt="2022-07-04T15:53:05.814" v="10951"/>
          <ac:spMkLst>
            <pc:docMk/>
            <pc:sldMk cId="3887181450" sldId="6231"/>
            <ac:spMk id="92" creationId="{B903C171-FA8A-4BD2-A24B-B0B0F73759E0}"/>
          </ac:spMkLst>
        </pc:spChg>
        <pc:spChg chg="mod">
          <ac:chgData name="Halan, Mridul" userId="d8402aca-56b7-4a75-97f5-504434d76ce0" providerId="ADAL" clId="{AA3C1486-642E-4193-95AF-D7E78E3DA4E9}" dt="2022-07-04T15:53:05.814" v="10951"/>
          <ac:spMkLst>
            <pc:docMk/>
            <pc:sldMk cId="3887181450" sldId="6231"/>
            <ac:spMk id="93" creationId="{CB40E22C-E08E-4724-8735-65703803A981}"/>
          </ac:spMkLst>
        </pc:spChg>
        <pc:spChg chg="mod">
          <ac:chgData name="Halan, Mridul" userId="d8402aca-56b7-4a75-97f5-504434d76ce0" providerId="ADAL" clId="{AA3C1486-642E-4193-95AF-D7E78E3DA4E9}" dt="2022-07-04T15:53:05.814" v="10951"/>
          <ac:spMkLst>
            <pc:docMk/>
            <pc:sldMk cId="3887181450" sldId="6231"/>
            <ac:spMk id="94" creationId="{0F1A3F8D-7B32-424D-B51D-B2D667EABF85}"/>
          </ac:spMkLst>
        </pc:spChg>
        <pc:spChg chg="add mod">
          <ac:chgData name="Halan, Mridul" userId="d8402aca-56b7-4a75-97f5-504434d76ce0" providerId="ADAL" clId="{AA3C1486-642E-4193-95AF-D7E78E3DA4E9}" dt="2022-07-04T15:54:05.159" v="10963" actId="1076"/>
          <ac:spMkLst>
            <pc:docMk/>
            <pc:sldMk cId="3887181450" sldId="6231"/>
            <ac:spMk id="95" creationId="{DDD78C62-65CD-4E5C-A9E2-AC3C78A2919F}"/>
          </ac:spMkLst>
        </pc:spChg>
        <pc:spChg chg="mod">
          <ac:chgData name="Halan, Mridul" userId="d8402aca-56b7-4a75-97f5-504434d76ce0" providerId="ADAL" clId="{AA3C1486-642E-4193-95AF-D7E78E3DA4E9}" dt="2022-07-04T15:55:31.745" v="10976" actId="1076"/>
          <ac:spMkLst>
            <pc:docMk/>
            <pc:sldMk cId="3887181450" sldId="6231"/>
            <ac:spMk id="97" creationId="{670A9076-FA87-449B-8BC4-DF4299152B05}"/>
          </ac:spMkLst>
        </pc:spChg>
        <pc:spChg chg="mod">
          <ac:chgData name="Halan, Mridul" userId="d8402aca-56b7-4a75-97f5-504434d76ce0" providerId="ADAL" clId="{AA3C1486-642E-4193-95AF-D7E78E3DA4E9}" dt="2022-07-04T15:55:25.659" v="10975" actId="1076"/>
          <ac:spMkLst>
            <pc:docMk/>
            <pc:sldMk cId="3887181450" sldId="6231"/>
            <ac:spMk id="98" creationId="{F0165707-B8A7-4A2C-A722-79A8686ECA20}"/>
          </ac:spMkLst>
        </pc:spChg>
        <pc:spChg chg="mod">
          <ac:chgData name="Halan, Mridul" userId="d8402aca-56b7-4a75-97f5-504434d76ce0" providerId="ADAL" clId="{AA3C1486-642E-4193-95AF-D7E78E3DA4E9}" dt="2022-07-04T15:55:03.290" v="10970" actId="14100"/>
          <ac:spMkLst>
            <pc:docMk/>
            <pc:sldMk cId="3887181450" sldId="6231"/>
            <ac:spMk id="100" creationId="{97B50C8A-12D9-4774-9464-11810968A4CB}"/>
          </ac:spMkLst>
        </pc:spChg>
        <pc:spChg chg="mod">
          <ac:chgData name="Halan, Mridul" userId="d8402aca-56b7-4a75-97f5-504434d76ce0" providerId="ADAL" clId="{AA3C1486-642E-4193-95AF-D7E78E3DA4E9}" dt="2022-07-04T15:55:03.290" v="10970" actId="14100"/>
          <ac:spMkLst>
            <pc:docMk/>
            <pc:sldMk cId="3887181450" sldId="6231"/>
            <ac:spMk id="101" creationId="{37CBE22B-859A-453F-8C5D-0345D76E3D30}"/>
          </ac:spMkLst>
        </pc:spChg>
        <pc:spChg chg="mod">
          <ac:chgData name="Halan, Mridul" userId="d8402aca-56b7-4a75-97f5-504434d76ce0" providerId="ADAL" clId="{AA3C1486-642E-4193-95AF-D7E78E3DA4E9}" dt="2022-07-04T15:55:03.290" v="10970" actId="14100"/>
          <ac:spMkLst>
            <pc:docMk/>
            <pc:sldMk cId="3887181450" sldId="6231"/>
            <ac:spMk id="102" creationId="{884B8DC3-4E65-4E87-8E0A-67A9723E81C4}"/>
          </ac:spMkLst>
        </pc:spChg>
        <pc:spChg chg="mod">
          <ac:chgData name="Halan, Mridul" userId="d8402aca-56b7-4a75-97f5-504434d76ce0" providerId="ADAL" clId="{AA3C1486-642E-4193-95AF-D7E78E3DA4E9}" dt="2022-07-04T15:55:03.290" v="10970" actId="14100"/>
          <ac:spMkLst>
            <pc:docMk/>
            <pc:sldMk cId="3887181450" sldId="6231"/>
            <ac:spMk id="103" creationId="{EB9F3775-66DA-4573-B54B-646092AEEC15}"/>
          </ac:spMkLst>
        </pc:spChg>
        <pc:spChg chg="mod">
          <ac:chgData name="Halan, Mridul" userId="d8402aca-56b7-4a75-97f5-504434d76ce0" providerId="ADAL" clId="{AA3C1486-642E-4193-95AF-D7E78E3DA4E9}" dt="2022-07-04T15:55:03.290" v="10970" actId="14100"/>
          <ac:spMkLst>
            <pc:docMk/>
            <pc:sldMk cId="3887181450" sldId="6231"/>
            <ac:spMk id="104" creationId="{5980D72A-2923-4714-8E3F-03CD05C435B8}"/>
          </ac:spMkLst>
        </pc:spChg>
        <pc:spChg chg="mod">
          <ac:chgData name="Halan, Mridul" userId="d8402aca-56b7-4a75-97f5-504434d76ce0" providerId="ADAL" clId="{AA3C1486-642E-4193-95AF-D7E78E3DA4E9}" dt="2022-07-04T15:55:03.290" v="10970" actId="14100"/>
          <ac:spMkLst>
            <pc:docMk/>
            <pc:sldMk cId="3887181450" sldId="6231"/>
            <ac:spMk id="105" creationId="{B6555993-D153-456E-A2C6-8D7221D347BF}"/>
          </ac:spMkLst>
        </pc:spChg>
        <pc:spChg chg="mod">
          <ac:chgData name="Halan, Mridul" userId="d8402aca-56b7-4a75-97f5-504434d76ce0" providerId="ADAL" clId="{AA3C1486-642E-4193-95AF-D7E78E3DA4E9}" dt="2022-07-04T15:55:03.290" v="10970" actId="14100"/>
          <ac:spMkLst>
            <pc:docMk/>
            <pc:sldMk cId="3887181450" sldId="6231"/>
            <ac:spMk id="106" creationId="{1F2AE6DB-F545-4AE1-821D-D189736FBA4D}"/>
          </ac:spMkLst>
        </pc:spChg>
        <pc:spChg chg="mod">
          <ac:chgData name="Halan, Mridul" userId="d8402aca-56b7-4a75-97f5-504434d76ce0" providerId="ADAL" clId="{AA3C1486-642E-4193-95AF-D7E78E3DA4E9}" dt="2022-07-04T15:55:03.290" v="10970" actId="14100"/>
          <ac:spMkLst>
            <pc:docMk/>
            <pc:sldMk cId="3887181450" sldId="6231"/>
            <ac:spMk id="107" creationId="{AE59AD8B-BE1C-4FC5-AB44-06D887561CFF}"/>
          </ac:spMkLst>
        </pc:spChg>
        <pc:spChg chg="mod">
          <ac:chgData name="Halan, Mridul" userId="d8402aca-56b7-4a75-97f5-504434d76ce0" providerId="ADAL" clId="{AA3C1486-642E-4193-95AF-D7E78E3DA4E9}" dt="2022-07-04T15:55:03.290" v="10970" actId="14100"/>
          <ac:spMkLst>
            <pc:docMk/>
            <pc:sldMk cId="3887181450" sldId="6231"/>
            <ac:spMk id="108" creationId="{2177BB79-1703-4BD3-B369-85176B4C5222}"/>
          </ac:spMkLst>
        </pc:spChg>
        <pc:spChg chg="mod">
          <ac:chgData name="Halan, Mridul" userId="d8402aca-56b7-4a75-97f5-504434d76ce0" providerId="ADAL" clId="{AA3C1486-642E-4193-95AF-D7E78E3DA4E9}" dt="2022-07-04T15:55:03.290" v="10970" actId="14100"/>
          <ac:spMkLst>
            <pc:docMk/>
            <pc:sldMk cId="3887181450" sldId="6231"/>
            <ac:spMk id="109" creationId="{A637F067-D1A0-4090-A001-34D55186C1B7}"/>
          </ac:spMkLst>
        </pc:spChg>
        <pc:spChg chg="mod">
          <ac:chgData name="Halan, Mridul" userId="d8402aca-56b7-4a75-97f5-504434d76ce0" providerId="ADAL" clId="{AA3C1486-642E-4193-95AF-D7E78E3DA4E9}" dt="2022-07-04T15:55:03.290" v="10970" actId="14100"/>
          <ac:spMkLst>
            <pc:docMk/>
            <pc:sldMk cId="3887181450" sldId="6231"/>
            <ac:spMk id="110" creationId="{BE8DCC80-B619-4EAD-91B3-E9BFFAD5AF79}"/>
          </ac:spMkLst>
        </pc:spChg>
        <pc:spChg chg="mod">
          <ac:chgData name="Halan, Mridul" userId="d8402aca-56b7-4a75-97f5-504434d76ce0" providerId="ADAL" clId="{AA3C1486-642E-4193-95AF-D7E78E3DA4E9}" dt="2022-07-04T15:55:03.290" v="10970" actId="14100"/>
          <ac:spMkLst>
            <pc:docMk/>
            <pc:sldMk cId="3887181450" sldId="6231"/>
            <ac:spMk id="111" creationId="{F9DB63DC-2162-4E3D-A4FE-A7C0428F7402}"/>
          </ac:spMkLst>
        </pc:spChg>
        <pc:spChg chg="mod">
          <ac:chgData name="Halan, Mridul" userId="d8402aca-56b7-4a75-97f5-504434d76ce0" providerId="ADAL" clId="{AA3C1486-642E-4193-95AF-D7E78E3DA4E9}" dt="2022-07-04T15:53:05.814" v="10951"/>
          <ac:spMkLst>
            <pc:docMk/>
            <pc:sldMk cId="3887181450" sldId="6231"/>
            <ac:spMk id="116" creationId="{8B1EC19F-C41F-4A0B-B504-CAA6961CE9D3}"/>
          </ac:spMkLst>
        </pc:spChg>
        <pc:spChg chg="mod">
          <ac:chgData name="Halan, Mridul" userId="d8402aca-56b7-4a75-97f5-504434d76ce0" providerId="ADAL" clId="{AA3C1486-642E-4193-95AF-D7E78E3DA4E9}" dt="2022-07-04T15:53:05.814" v="10951"/>
          <ac:spMkLst>
            <pc:docMk/>
            <pc:sldMk cId="3887181450" sldId="6231"/>
            <ac:spMk id="117" creationId="{9C819149-5914-463C-8576-E63CAA96A1E8}"/>
          </ac:spMkLst>
        </pc:spChg>
        <pc:spChg chg="mod">
          <ac:chgData name="Halan, Mridul" userId="d8402aca-56b7-4a75-97f5-504434d76ce0" providerId="ADAL" clId="{AA3C1486-642E-4193-95AF-D7E78E3DA4E9}" dt="2022-07-04T15:53:05.814" v="10951"/>
          <ac:spMkLst>
            <pc:docMk/>
            <pc:sldMk cId="3887181450" sldId="6231"/>
            <ac:spMk id="118" creationId="{218BDDD2-7EB4-4408-A70A-47DC58481E45}"/>
          </ac:spMkLst>
        </pc:spChg>
        <pc:spChg chg="mod">
          <ac:chgData name="Halan, Mridul" userId="d8402aca-56b7-4a75-97f5-504434d76ce0" providerId="ADAL" clId="{AA3C1486-642E-4193-95AF-D7E78E3DA4E9}" dt="2022-07-04T15:53:05.814" v="10951"/>
          <ac:spMkLst>
            <pc:docMk/>
            <pc:sldMk cId="3887181450" sldId="6231"/>
            <ac:spMk id="122" creationId="{9A3164FF-CBB4-4DC5-920F-89A319D5C45D}"/>
          </ac:spMkLst>
        </pc:spChg>
        <pc:spChg chg="mod">
          <ac:chgData name="Halan, Mridul" userId="d8402aca-56b7-4a75-97f5-504434d76ce0" providerId="ADAL" clId="{AA3C1486-642E-4193-95AF-D7E78E3DA4E9}" dt="2022-07-04T15:53:05.814" v="10951"/>
          <ac:spMkLst>
            <pc:docMk/>
            <pc:sldMk cId="3887181450" sldId="6231"/>
            <ac:spMk id="123" creationId="{77A1AFF0-073A-470F-BC4E-55DA294A79AD}"/>
          </ac:spMkLst>
        </pc:spChg>
        <pc:spChg chg="mod">
          <ac:chgData name="Halan, Mridul" userId="d8402aca-56b7-4a75-97f5-504434d76ce0" providerId="ADAL" clId="{AA3C1486-642E-4193-95AF-D7E78E3DA4E9}" dt="2022-07-04T15:53:05.814" v="10951"/>
          <ac:spMkLst>
            <pc:docMk/>
            <pc:sldMk cId="3887181450" sldId="6231"/>
            <ac:spMk id="124" creationId="{602D13D0-0A49-49C2-9BD9-BAE7E6231F8D}"/>
          </ac:spMkLst>
        </pc:spChg>
        <pc:spChg chg="mod">
          <ac:chgData name="Halan, Mridul" userId="d8402aca-56b7-4a75-97f5-504434d76ce0" providerId="ADAL" clId="{AA3C1486-642E-4193-95AF-D7E78E3DA4E9}" dt="2022-07-04T15:53:05.814" v="10951"/>
          <ac:spMkLst>
            <pc:docMk/>
            <pc:sldMk cId="3887181450" sldId="6231"/>
            <ac:spMk id="125" creationId="{24FD2454-7D7E-42B6-91CB-E5C116A7D750}"/>
          </ac:spMkLst>
        </pc:spChg>
        <pc:spChg chg="mod">
          <ac:chgData name="Halan, Mridul" userId="d8402aca-56b7-4a75-97f5-504434d76ce0" providerId="ADAL" clId="{AA3C1486-642E-4193-95AF-D7E78E3DA4E9}" dt="2022-07-04T15:53:05.814" v="10951"/>
          <ac:spMkLst>
            <pc:docMk/>
            <pc:sldMk cId="3887181450" sldId="6231"/>
            <ac:spMk id="126" creationId="{F32661FD-A489-44E8-B3D2-16D20863D1C6}"/>
          </ac:spMkLst>
        </pc:spChg>
        <pc:spChg chg="mod">
          <ac:chgData name="Halan, Mridul" userId="d8402aca-56b7-4a75-97f5-504434d76ce0" providerId="ADAL" clId="{AA3C1486-642E-4193-95AF-D7E78E3DA4E9}" dt="2022-07-04T15:53:05.814" v="10951"/>
          <ac:spMkLst>
            <pc:docMk/>
            <pc:sldMk cId="3887181450" sldId="6231"/>
            <ac:spMk id="127" creationId="{7FE805C3-C683-4EAA-A347-B06CF95D209B}"/>
          </ac:spMkLst>
        </pc:spChg>
        <pc:spChg chg="mod">
          <ac:chgData name="Halan, Mridul" userId="d8402aca-56b7-4a75-97f5-504434d76ce0" providerId="ADAL" clId="{AA3C1486-642E-4193-95AF-D7E78E3DA4E9}" dt="2022-07-04T15:53:05.814" v="10951"/>
          <ac:spMkLst>
            <pc:docMk/>
            <pc:sldMk cId="3887181450" sldId="6231"/>
            <ac:spMk id="128" creationId="{D7C15CA2-7C76-4799-BA64-68C6F4D4785C}"/>
          </ac:spMkLst>
        </pc:spChg>
        <pc:spChg chg="mod">
          <ac:chgData name="Halan, Mridul" userId="d8402aca-56b7-4a75-97f5-504434d76ce0" providerId="ADAL" clId="{AA3C1486-642E-4193-95AF-D7E78E3DA4E9}" dt="2022-07-04T15:53:05.814" v="10951"/>
          <ac:spMkLst>
            <pc:docMk/>
            <pc:sldMk cId="3887181450" sldId="6231"/>
            <ac:spMk id="129" creationId="{746D6CBC-340D-45AC-AEB5-962EC6CCD74C}"/>
          </ac:spMkLst>
        </pc:spChg>
        <pc:spChg chg="mod">
          <ac:chgData name="Halan, Mridul" userId="d8402aca-56b7-4a75-97f5-504434d76ce0" providerId="ADAL" clId="{AA3C1486-642E-4193-95AF-D7E78E3DA4E9}" dt="2022-07-04T15:53:05.814" v="10951"/>
          <ac:spMkLst>
            <pc:docMk/>
            <pc:sldMk cId="3887181450" sldId="6231"/>
            <ac:spMk id="130" creationId="{740B11E5-1BAB-4940-BCC9-BC3F5C115F59}"/>
          </ac:spMkLst>
        </pc:spChg>
        <pc:spChg chg="mod">
          <ac:chgData name="Halan, Mridul" userId="d8402aca-56b7-4a75-97f5-504434d76ce0" providerId="ADAL" clId="{AA3C1486-642E-4193-95AF-D7E78E3DA4E9}" dt="2022-07-04T15:53:05.814" v="10951"/>
          <ac:spMkLst>
            <pc:docMk/>
            <pc:sldMk cId="3887181450" sldId="6231"/>
            <ac:spMk id="131" creationId="{DAA7D466-2624-4BEF-8388-C5758EAE3C8E}"/>
          </ac:spMkLst>
        </pc:spChg>
        <pc:spChg chg="mod">
          <ac:chgData name="Halan, Mridul" userId="d8402aca-56b7-4a75-97f5-504434d76ce0" providerId="ADAL" clId="{AA3C1486-642E-4193-95AF-D7E78E3DA4E9}" dt="2022-07-04T15:53:05.814" v="10951"/>
          <ac:spMkLst>
            <pc:docMk/>
            <pc:sldMk cId="3887181450" sldId="6231"/>
            <ac:spMk id="132" creationId="{339B86F8-8313-48C8-8231-06623157A0B4}"/>
          </ac:spMkLst>
        </pc:spChg>
        <pc:spChg chg="mod">
          <ac:chgData name="Halan, Mridul" userId="d8402aca-56b7-4a75-97f5-504434d76ce0" providerId="ADAL" clId="{AA3C1486-642E-4193-95AF-D7E78E3DA4E9}" dt="2022-07-04T15:53:05.814" v="10951"/>
          <ac:spMkLst>
            <pc:docMk/>
            <pc:sldMk cId="3887181450" sldId="6231"/>
            <ac:spMk id="133" creationId="{5DAE588D-032E-4652-B989-9E2287531744}"/>
          </ac:spMkLst>
        </pc:spChg>
        <pc:spChg chg="mod">
          <ac:chgData name="Halan, Mridul" userId="d8402aca-56b7-4a75-97f5-504434d76ce0" providerId="ADAL" clId="{AA3C1486-642E-4193-95AF-D7E78E3DA4E9}" dt="2022-07-04T15:53:05.814" v="10951"/>
          <ac:spMkLst>
            <pc:docMk/>
            <pc:sldMk cId="3887181450" sldId="6231"/>
            <ac:spMk id="134" creationId="{41850A79-F989-4863-8BFF-7E9CEBD8B6D9}"/>
          </ac:spMkLst>
        </pc:spChg>
        <pc:spChg chg="mod">
          <ac:chgData name="Halan, Mridul" userId="d8402aca-56b7-4a75-97f5-504434d76ce0" providerId="ADAL" clId="{AA3C1486-642E-4193-95AF-D7E78E3DA4E9}" dt="2022-07-04T15:53:05.814" v="10951"/>
          <ac:spMkLst>
            <pc:docMk/>
            <pc:sldMk cId="3887181450" sldId="6231"/>
            <ac:spMk id="135" creationId="{A05E2197-8FB0-4995-AE8F-6A1E293E0163}"/>
          </ac:spMkLst>
        </pc:spChg>
        <pc:spChg chg="mod">
          <ac:chgData name="Halan, Mridul" userId="d8402aca-56b7-4a75-97f5-504434d76ce0" providerId="ADAL" clId="{AA3C1486-642E-4193-95AF-D7E78E3DA4E9}" dt="2022-07-04T15:53:05.814" v="10951"/>
          <ac:spMkLst>
            <pc:docMk/>
            <pc:sldMk cId="3887181450" sldId="6231"/>
            <ac:spMk id="136" creationId="{990004A7-B1F6-41B3-9988-E8B33379A61D}"/>
          </ac:spMkLst>
        </pc:spChg>
        <pc:spChg chg="mod">
          <ac:chgData name="Halan, Mridul" userId="d8402aca-56b7-4a75-97f5-504434d76ce0" providerId="ADAL" clId="{AA3C1486-642E-4193-95AF-D7E78E3DA4E9}" dt="2022-07-04T15:53:05.814" v="10951"/>
          <ac:spMkLst>
            <pc:docMk/>
            <pc:sldMk cId="3887181450" sldId="6231"/>
            <ac:spMk id="137" creationId="{6C9F1B93-7940-4F5E-AC44-C60736DCEA17}"/>
          </ac:spMkLst>
        </pc:spChg>
        <pc:spChg chg="mod">
          <ac:chgData name="Halan, Mridul" userId="d8402aca-56b7-4a75-97f5-504434d76ce0" providerId="ADAL" clId="{AA3C1486-642E-4193-95AF-D7E78E3DA4E9}" dt="2022-07-04T15:53:05.814" v="10951"/>
          <ac:spMkLst>
            <pc:docMk/>
            <pc:sldMk cId="3887181450" sldId="6231"/>
            <ac:spMk id="138" creationId="{8B08180B-E421-402F-88E1-587CE7D85C27}"/>
          </ac:spMkLst>
        </pc:spChg>
        <pc:spChg chg="mod">
          <ac:chgData name="Halan, Mridul" userId="d8402aca-56b7-4a75-97f5-504434d76ce0" providerId="ADAL" clId="{AA3C1486-642E-4193-95AF-D7E78E3DA4E9}" dt="2022-07-04T15:53:05.814" v="10951"/>
          <ac:spMkLst>
            <pc:docMk/>
            <pc:sldMk cId="3887181450" sldId="6231"/>
            <ac:spMk id="139" creationId="{1B8C3A2B-2435-47FA-9373-9AEB05151FC1}"/>
          </ac:spMkLst>
        </pc:spChg>
        <pc:spChg chg="mod">
          <ac:chgData name="Halan, Mridul" userId="d8402aca-56b7-4a75-97f5-504434d76ce0" providerId="ADAL" clId="{AA3C1486-642E-4193-95AF-D7E78E3DA4E9}" dt="2022-07-04T15:53:05.814" v="10951"/>
          <ac:spMkLst>
            <pc:docMk/>
            <pc:sldMk cId="3887181450" sldId="6231"/>
            <ac:spMk id="140" creationId="{2DC4270C-06E4-4DD8-B982-3032A7ADBB31}"/>
          </ac:spMkLst>
        </pc:spChg>
        <pc:spChg chg="mod">
          <ac:chgData name="Halan, Mridul" userId="d8402aca-56b7-4a75-97f5-504434d76ce0" providerId="ADAL" clId="{AA3C1486-642E-4193-95AF-D7E78E3DA4E9}" dt="2022-07-04T15:53:05.814" v="10951"/>
          <ac:spMkLst>
            <pc:docMk/>
            <pc:sldMk cId="3887181450" sldId="6231"/>
            <ac:spMk id="141" creationId="{8DCB70FD-DC66-4F48-8749-46F95D60CEA8}"/>
          </ac:spMkLst>
        </pc:spChg>
        <pc:spChg chg="mod">
          <ac:chgData name="Halan, Mridul" userId="d8402aca-56b7-4a75-97f5-504434d76ce0" providerId="ADAL" clId="{AA3C1486-642E-4193-95AF-D7E78E3DA4E9}" dt="2022-07-04T15:53:05.814" v="10951"/>
          <ac:spMkLst>
            <pc:docMk/>
            <pc:sldMk cId="3887181450" sldId="6231"/>
            <ac:spMk id="142" creationId="{6BE83BFD-78E7-4BC9-94C7-D48FD9258D7B}"/>
          </ac:spMkLst>
        </pc:spChg>
        <pc:spChg chg="mod">
          <ac:chgData name="Halan, Mridul" userId="d8402aca-56b7-4a75-97f5-504434d76ce0" providerId="ADAL" clId="{AA3C1486-642E-4193-95AF-D7E78E3DA4E9}" dt="2022-07-04T15:53:05.814" v="10951"/>
          <ac:spMkLst>
            <pc:docMk/>
            <pc:sldMk cId="3887181450" sldId="6231"/>
            <ac:spMk id="143" creationId="{D262DA35-5012-49D8-90D0-2A7BB76D475D}"/>
          </ac:spMkLst>
        </pc:spChg>
        <pc:spChg chg="add mod">
          <ac:chgData name="Halan, Mridul" userId="d8402aca-56b7-4a75-97f5-504434d76ce0" providerId="ADAL" clId="{AA3C1486-642E-4193-95AF-D7E78E3DA4E9}" dt="2022-07-04T15:55:22.168" v="10973" actId="1076"/>
          <ac:spMkLst>
            <pc:docMk/>
            <pc:sldMk cId="3887181450" sldId="6231"/>
            <ac:spMk id="144" creationId="{C9C7ECF9-2AE0-4F78-B39E-0B2AFD25301C}"/>
          </ac:spMkLst>
        </pc:spChg>
        <pc:spChg chg="mod">
          <ac:chgData name="Halan, Mridul" userId="d8402aca-56b7-4a75-97f5-504434d76ce0" providerId="ADAL" clId="{AA3C1486-642E-4193-95AF-D7E78E3DA4E9}" dt="2022-07-04T15:53:05.814" v="10951"/>
          <ac:spMkLst>
            <pc:docMk/>
            <pc:sldMk cId="3887181450" sldId="6231"/>
            <ac:spMk id="146" creationId="{9DBF718D-58A3-4984-900B-3D1E16EA681A}"/>
          </ac:spMkLst>
        </pc:spChg>
        <pc:spChg chg="mod">
          <ac:chgData name="Halan, Mridul" userId="d8402aca-56b7-4a75-97f5-504434d76ce0" providerId="ADAL" clId="{AA3C1486-642E-4193-95AF-D7E78E3DA4E9}" dt="2022-07-04T15:53:05.814" v="10951"/>
          <ac:spMkLst>
            <pc:docMk/>
            <pc:sldMk cId="3887181450" sldId="6231"/>
            <ac:spMk id="147" creationId="{520A7599-5DF6-4789-9BC9-F2E99705FAFE}"/>
          </ac:spMkLst>
        </pc:spChg>
        <pc:spChg chg="mod">
          <ac:chgData name="Halan, Mridul" userId="d8402aca-56b7-4a75-97f5-504434d76ce0" providerId="ADAL" clId="{AA3C1486-642E-4193-95AF-D7E78E3DA4E9}" dt="2022-07-04T15:53:05.814" v="10951"/>
          <ac:spMkLst>
            <pc:docMk/>
            <pc:sldMk cId="3887181450" sldId="6231"/>
            <ac:spMk id="148" creationId="{B2F2DE9F-526A-4C79-B6C4-788AC61C1C6D}"/>
          </ac:spMkLst>
        </pc:spChg>
        <pc:spChg chg="mod">
          <ac:chgData name="Halan, Mridul" userId="d8402aca-56b7-4a75-97f5-504434d76ce0" providerId="ADAL" clId="{AA3C1486-642E-4193-95AF-D7E78E3DA4E9}" dt="2022-07-04T15:53:05.814" v="10951"/>
          <ac:spMkLst>
            <pc:docMk/>
            <pc:sldMk cId="3887181450" sldId="6231"/>
            <ac:spMk id="149" creationId="{50C2F1FB-7EA5-4E66-B149-AC587B58A5B3}"/>
          </ac:spMkLst>
        </pc:spChg>
        <pc:spChg chg="mod">
          <ac:chgData name="Halan, Mridul" userId="d8402aca-56b7-4a75-97f5-504434d76ce0" providerId="ADAL" clId="{AA3C1486-642E-4193-95AF-D7E78E3DA4E9}" dt="2022-07-04T15:53:05.814" v="10951"/>
          <ac:spMkLst>
            <pc:docMk/>
            <pc:sldMk cId="3887181450" sldId="6231"/>
            <ac:spMk id="153" creationId="{BDD73C05-6174-4DC8-8EC1-F38E98C57D91}"/>
          </ac:spMkLst>
        </pc:spChg>
        <pc:spChg chg="mod">
          <ac:chgData name="Halan, Mridul" userId="d8402aca-56b7-4a75-97f5-504434d76ce0" providerId="ADAL" clId="{AA3C1486-642E-4193-95AF-D7E78E3DA4E9}" dt="2022-07-04T15:53:05.814" v="10951"/>
          <ac:spMkLst>
            <pc:docMk/>
            <pc:sldMk cId="3887181450" sldId="6231"/>
            <ac:spMk id="154" creationId="{4188ECEA-D6EB-4ADC-956C-08F1E4991285}"/>
          </ac:spMkLst>
        </pc:spChg>
        <pc:spChg chg="mod">
          <ac:chgData name="Halan, Mridul" userId="d8402aca-56b7-4a75-97f5-504434d76ce0" providerId="ADAL" clId="{AA3C1486-642E-4193-95AF-D7E78E3DA4E9}" dt="2022-07-04T15:53:05.814" v="10951"/>
          <ac:spMkLst>
            <pc:docMk/>
            <pc:sldMk cId="3887181450" sldId="6231"/>
            <ac:spMk id="155" creationId="{DDAA4C94-4B64-4D4F-BE77-B75FDEC1B1C4}"/>
          </ac:spMkLst>
        </pc:spChg>
        <pc:spChg chg="del">
          <ac:chgData name="Halan, Mridul" userId="d8402aca-56b7-4a75-97f5-504434d76ce0" providerId="ADAL" clId="{AA3C1486-642E-4193-95AF-D7E78E3DA4E9}" dt="2022-07-04T15:52:46.544" v="10946" actId="21"/>
          <ac:spMkLst>
            <pc:docMk/>
            <pc:sldMk cId="3887181450" sldId="6231"/>
            <ac:spMk id="157" creationId="{7FC6A7F5-66CA-4D80-9459-3E6DC317AC23}"/>
          </ac:spMkLst>
        </pc:spChg>
        <pc:spChg chg="mod">
          <ac:chgData name="Halan, Mridul" userId="d8402aca-56b7-4a75-97f5-504434d76ce0" providerId="ADAL" clId="{AA3C1486-642E-4193-95AF-D7E78E3DA4E9}" dt="2022-07-04T15:53:05.814" v="10951"/>
          <ac:spMkLst>
            <pc:docMk/>
            <pc:sldMk cId="3887181450" sldId="6231"/>
            <ac:spMk id="158" creationId="{D2FFB508-1A2A-4EF1-814F-AD20A12F0AA7}"/>
          </ac:spMkLst>
        </pc:spChg>
        <pc:spChg chg="del">
          <ac:chgData name="Halan, Mridul" userId="d8402aca-56b7-4a75-97f5-504434d76ce0" providerId="ADAL" clId="{AA3C1486-642E-4193-95AF-D7E78E3DA4E9}" dt="2022-07-04T15:52:46.544" v="10946" actId="21"/>
          <ac:spMkLst>
            <pc:docMk/>
            <pc:sldMk cId="3887181450" sldId="6231"/>
            <ac:spMk id="170" creationId="{1B35CAAB-E7EE-4ABB-A06D-351F5D0F1747}"/>
          </ac:spMkLst>
        </pc:spChg>
        <pc:spChg chg="mod">
          <ac:chgData name="Halan, Mridul" userId="d8402aca-56b7-4a75-97f5-504434d76ce0" providerId="ADAL" clId="{AA3C1486-642E-4193-95AF-D7E78E3DA4E9}" dt="2022-07-04T15:53:05.814" v="10951"/>
          <ac:spMkLst>
            <pc:docMk/>
            <pc:sldMk cId="3887181450" sldId="6231"/>
            <ac:spMk id="171" creationId="{A78AC736-E240-4067-A13C-BEE47ADB5D27}"/>
          </ac:spMkLst>
        </pc:spChg>
        <pc:spChg chg="del">
          <ac:chgData name="Halan, Mridul" userId="d8402aca-56b7-4a75-97f5-504434d76ce0" providerId="ADAL" clId="{AA3C1486-642E-4193-95AF-D7E78E3DA4E9}" dt="2022-07-04T15:52:46.544" v="10946" actId="21"/>
          <ac:spMkLst>
            <pc:docMk/>
            <pc:sldMk cId="3887181450" sldId="6231"/>
            <ac:spMk id="173" creationId="{2902D771-32AE-4766-8E6B-96BC2B04E50B}"/>
          </ac:spMkLst>
        </pc:spChg>
        <pc:spChg chg="mod">
          <ac:chgData name="Halan, Mridul" userId="d8402aca-56b7-4a75-97f5-504434d76ce0" providerId="ADAL" clId="{AA3C1486-642E-4193-95AF-D7E78E3DA4E9}" dt="2022-07-04T15:53:05.814" v="10951"/>
          <ac:spMkLst>
            <pc:docMk/>
            <pc:sldMk cId="3887181450" sldId="6231"/>
            <ac:spMk id="174" creationId="{20768565-56D0-45F1-85AD-2DD3A7BA0D3E}"/>
          </ac:spMkLst>
        </pc:spChg>
        <pc:spChg chg="mod">
          <ac:chgData name="Halan, Mridul" userId="d8402aca-56b7-4a75-97f5-504434d76ce0" providerId="ADAL" clId="{AA3C1486-642E-4193-95AF-D7E78E3DA4E9}" dt="2022-07-04T15:53:05.814" v="10951"/>
          <ac:spMkLst>
            <pc:docMk/>
            <pc:sldMk cId="3887181450" sldId="6231"/>
            <ac:spMk id="175" creationId="{A21F1759-5423-44FB-A5E1-6DAD908C419C}"/>
          </ac:spMkLst>
        </pc:spChg>
        <pc:spChg chg="mod">
          <ac:chgData name="Halan, Mridul" userId="d8402aca-56b7-4a75-97f5-504434d76ce0" providerId="ADAL" clId="{AA3C1486-642E-4193-95AF-D7E78E3DA4E9}" dt="2022-07-04T15:53:05.814" v="10951"/>
          <ac:spMkLst>
            <pc:docMk/>
            <pc:sldMk cId="3887181450" sldId="6231"/>
            <ac:spMk id="176" creationId="{29FE7E3D-7626-47D1-8071-AF929110629C}"/>
          </ac:spMkLst>
        </pc:spChg>
        <pc:spChg chg="mod">
          <ac:chgData name="Halan, Mridul" userId="d8402aca-56b7-4a75-97f5-504434d76ce0" providerId="ADAL" clId="{AA3C1486-642E-4193-95AF-D7E78E3DA4E9}" dt="2022-07-04T15:53:22.361" v="10956"/>
          <ac:spMkLst>
            <pc:docMk/>
            <pc:sldMk cId="3887181450" sldId="6231"/>
            <ac:spMk id="177" creationId="{25B1B997-3C04-46FA-B5D2-1CBB50C0472E}"/>
          </ac:spMkLst>
        </pc:spChg>
        <pc:spChg chg="mod">
          <ac:chgData name="Halan, Mridul" userId="d8402aca-56b7-4a75-97f5-504434d76ce0" providerId="ADAL" clId="{AA3C1486-642E-4193-95AF-D7E78E3DA4E9}" dt="2022-07-04T15:53:05.814" v="10951"/>
          <ac:spMkLst>
            <pc:docMk/>
            <pc:sldMk cId="3887181450" sldId="6231"/>
            <ac:spMk id="180" creationId="{FEFEB94E-DD68-417A-B3BE-6AF765A81514}"/>
          </ac:spMkLst>
        </pc:spChg>
        <pc:spChg chg="mod">
          <ac:chgData name="Halan, Mridul" userId="d8402aca-56b7-4a75-97f5-504434d76ce0" providerId="ADAL" clId="{AA3C1486-642E-4193-95AF-D7E78E3DA4E9}" dt="2022-07-04T15:53:05.814" v="10951"/>
          <ac:spMkLst>
            <pc:docMk/>
            <pc:sldMk cId="3887181450" sldId="6231"/>
            <ac:spMk id="181" creationId="{7E15897A-21D6-4BB6-99F2-C76423572138}"/>
          </ac:spMkLst>
        </pc:spChg>
        <pc:spChg chg="mod">
          <ac:chgData name="Halan, Mridul" userId="d8402aca-56b7-4a75-97f5-504434d76ce0" providerId="ADAL" clId="{AA3C1486-642E-4193-95AF-D7E78E3DA4E9}" dt="2022-07-04T15:53:05.814" v="10951"/>
          <ac:spMkLst>
            <pc:docMk/>
            <pc:sldMk cId="3887181450" sldId="6231"/>
            <ac:spMk id="183" creationId="{92450606-FEA2-4F5F-B7B7-BCE78E2CE5A3}"/>
          </ac:spMkLst>
        </pc:spChg>
        <pc:spChg chg="mod">
          <ac:chgData name="Halan, Mridul" userId="d8402aca-56b7-4a75-97f5-504434d76ce0" providerId="ADAL" clId="{AA3C1486-642E-4193-95AF-D7E78E3DA4E9}" dt="2022-07-04T15:53:05.814" v="10951"/>
          <ac:spMkLst>
            <pc:docMk/>
            <pc:sldMk cId="3887181450" sldId="6231"/>
            <ac:spMk id="184" creationId="{4B34174F-01B9-4257-9504-75DCC752E0DA}"/>
          </ac:spMkLst>
        </pc:spChg>
        <pc:spChg chg="mod">
          <ac:chgData name="Halan, Mridul" userId="d8402aca-56b7-4a75-97f5-504434d76ce0" providerId="ADAL" clId="{AA3C1486-642E-4193-95AF-D7E78E3DA4E9}" dt="2022-07-04T15:53:05.814" v="10951"/>
          <ac:spMkLst>
            <pc:docMk/>
            <pc:sldMk cId="3887181450" sldId="6231"/>
            <ac:spMk id="186" creationId="{61B50DAC-F39A-42A2-B07B-7B59140F8A6A}"/>
          </ac:spMkLst>
        </pc:spChg>
        <pc:spChg chg="mod">
          <ac:chgData name="Halan, Mridul" userId="d8402aca-56b7-4a75-97f5-504434d76ce0" providerId="ADAL" clId="{AA3C1486-642E-4193-95AF-D7E78E3DA4E9}" dt="2022-07-04T15:53:05.814" v="10951"/>
          <ac:spMkLst>
            <pc:docMk/>
            <pc:sldMk cId="3887181450" sldId="6231"/>
            <ac:spMk id="187" creationId="{864432CB-D19E-4BF7-826D-60586D364676}"/>
          </ac:spMkLst>
        </pc:spChg>
        <pc:spChg chg="mod">
          <ac:chgData name="Halan, Mridul" userId="d8402aca-56b7-4a75-97f5-504434d76ce0" providerId="ADAL" clId="{AA3C1486-642E-4193-95AF-D7E78E3DA4E9}" dt="2022-07-04T15:53:05.814" v="10951"/>
          <ac:spMkLst>
            <pc:docMk/>
            <pc:sldMk cId="3887181450" sldId="6231"/>
            <ac:spMk id="188" creationId="{72A8AAB3-F598-4B41-810A-08D6DD87C140}"/>
          </ac:spMkLst>
        </pc:spChg>
        <pc:spChg chg="mod">
          <ac:chgData name="Halan, Mridul" userId="d8402aca-56b7-4a75-97f5-504434d76ce0" providerId="ADAL" clId="{AA3C1486-642E-4193-95AF-D7E78E3DA4E9}" dt="2022-07-04T15:53:05.814" v="10951"/>
          <ac:spMkLst>
            <pc:docMk/>
            <pc:sldMk cId="3887181450" sldId="6231"/>
            <ac:spMk id="192" creationId="{C0F5B74F-0C67-4748-8015-82D083AA7A62}"/>
          </ac:spMkLst>
        </pc:spChg>
        <pc:spChg chg="mod">
          <ac:chgData name="Halan, Mridul" userId="d8402aca-56b7-4a75-97f5-504434d76ce0" providerId="ADAL" clId="{AA3C1486-642E-4193-95AF-D7E78E3DA4E9}" dt="2022-07-04T15:53:05.814" v="10951"/>
          <ac:spMkLst>
            <pc:docMk/>
            <pc:sldMk cId="3887181450" sldId="6231"/>
            <ac:spMk id="193" creationId="{52154C2E-52AC-4FE5-9E3D-46F8C57223BA}"/>
          </ac:spMkLst>
        </pc:spChg>
        <pc:spChg chg="del">
          <ac:chgData name="Halan, Mridul" userId="d8402aca-56b7-4a75-97f5-504434d76ce0" providerId="ADAL" clId="{AA3C1486-642E-4193-95AF-D7E78E3DA4E9}" dt="2022-07-04T15:52:46.544" v="10946" actId="21"/>
          <ac:spMkLst>
            <pc:docMk/>
            <pc:sldMk cId="3887181450" sldId="6231"/>
            <ac:spMk id="194" creationId="{A2B6A873-45C3-459F-9BCF-0E8F55BB2E1E}"/>
          </ac:spMkLst>
        </pc:spChg>
        <pc:spChg chg="del">
          <ac:chgData name="Halan, Mridul" userId="d8402aca-56b7-4a75-97f5-504434d76ce0" providerId="ADAL" clId="{AA3C1486-642E-4193-95AF-D7E78E3DA4E9}" dt="2022-07-04T15:52:46.544" v="10946" actId="21"/>
          <ac:spMkLst>
            <pc:docMk/>
            <pc:sldMk cId="3887181450" sldId="6231"/>
            <ac:spMk id="195" creationId="{59979AAE-C370-4D1B-95E0-A21123716A83}"/>
          </ac:spMkLst>
        </pc:spChg>
        <pc:spChg chg="del">
          <ac:chgData name="Halan, Mridul" userId="d8402aca-56b7-4a75-97f5-504434d76ce0" providerId="ADAL" clId="{AA3C1486-642E-4193-95AF-D7E78E3DA4E9}" dt="2022-07-04T15:52:46.544" v="10946" actId="21"/>
          <ac:spMkLst>
            <pc:docMk/>
            <pc:sldMk cId="3887181450" sldId="6231"/>
            <ac:spMk id="196" creationId="{9FCD5EFE-12F3-4FBC-934C-450B0BEFC711}"/>
          </ac:spMkLst>
        </pc:spChg>
        <pc:spChg chg="del">
          <ac:chgData name="Halan, Mridul" userId="d8402aca-56b7-4a75-97f5-504434d76ce0" providerId="ADAL" clId="{AA3C1486-642E-4193-95AF-D7E78E3DA4E9}" dt="2022-07-04T15:52:46.544" v="10946" actId="21"/>
          <ac:spMkLst>
            <pc:docMk/>
            <pc:sldMk cId="3887181450" sldId="6231"/>
            <ac:spMk id="197" creationId="{69128E1F-5292-4202-A871-BD4432948B5D}"/>
          </ac:spMkLst>
        </pc:spChg>
        <pc:spChg chg="del">
          <ac:chgData name="Halan, Mridul" userId="d8402aca-56b7-4a75-97f5-504434d76ce0" providerId="ADAL" clId="{AA3C1486-642E-4193-95AF-D7E78E3DA4E9}" dt="2022-07-04T15:52:46.544" v="10946" actId="21"/>
          <ac:spMkLst>
            <pc:docMk/>
            <pc:sldMk cId="3887181450" sldId="6231"/>
            <ac:spMk id="198" creationId="{6D74F905-E489-4380-8C68-744F4A968F20}"/>
          </ac:spMkLst>
        </pc:spChg>
        <pc:spChg chg="del">
          <ac:chgData name="Halan, Mridul" userId="d8402aca-56b7-4a75-97f5-504434d76ce0" providerId="ADAL" clId="{AA3C1486-642E-4193-95AF-D7E78E3DA4E9}" dt="2022-07-04T15:52:46.544" v="10946" actId="21"/>
          <ac:spMkLst>
            <pc:docMk/>
            <pc:sldMk cId="3887181450" sldId="6231"/>
            <ac:spMk id="199" creationId="{D8C9DA4D-26DC-46B5-BED2-6520CF5D7668}"/>
          </ac:spMkLst>
        </pc:spChg>
        <pc:spChg chg="del">
          <ac:chgData name="Halan, Mridul" userId="d8402aca-56b7-4a75-97f5-504434d76ce0" providerId="ADAL" clId="{AA3C1486-642E-4193-95AF-D7E78E3DA4E9}" dt="2022-07-04T15:52:46.544" v="10946" actId="21"/>
          <ac:spMkLst>
            <pc:docMk/>
            <pc:sldMk cId="3887181450" sldId="6231"/>
            <ac:spMk id="200" creationId="{4B527542-10C3-48F6-8758-C9FDADD37AA5}"/>
          </ac:spMkLst>
        </pc:spChg>
        <pc:spChg chg="del">
          <ac:chgData name="Halan, Mridul" userId="d8402aca-56b7-4a75-97f5-504434d76ce0" providerId="ADAL" clId="{AA3C1486-642E-4193-95AF-D7E78E3DA4E9}" dt="2022-07-04T15:52:46.544" v="10946" actId="21"/>
          <ac:spMkLst>
            <pc:docMk/>
            <pc:sldMk cId="3887181450" sldId="6231"/>
            <ac:spMk id="201" creationId="{56C8CA81-554A-4A32-BE72-7B6D2620A0C6}"/>
          </ac:spMkLst>
        </pc:spChg>
        <pc:spChg chg="del">
          <ac:chgData name="Halan, Mridul" userId="d8402aca-56b7-4a75-97f5-504434d76ce0" providerId="ADAL" clId="{AA3C1486-642E-4193-95AF-D7E78E3DA4E9}" dt="2022-07-04T15:52:46.544" v="10946" actId="21"/>
          <ac:spMkLst>
            <pc:docMk/>
            <pc:sldMk cId="3887181450" sldId="6231"/>
            <ac:spMk id="202" creationId="{2ED1251F-CC56-4941-9911-D222823FDD0F}"/>
          </ac:spMkLst>
        </pc:spChg>
        <pc:spChg chg="del">
          <ac:chgData name="Halan, Mridul" userId="d8402aca-56b7-4a75-97f5-504434d76ce0" providerId="ADAL" clId="{AA3C1486-642E-4193-95AF-D7E78E3DA4E9}" dt="2022-07-04T15:52:46.544" v="10946" actId="21"/>
          <ac:spMkLst>
            <pc:docMk/>
            <pc:sldMk cId="3887181450" sldId="6231"/>
            <ac:spMk id="203" creationId="{23D2EE46-C9D8-4E29-A9A8-19AE61067F06}"/>
          </ac:spMkLst>
        </pc:spChg>
        <pc:spChg chg="mod">
          <ac:chgData name="Halan, Mridul" userId="d8402aca-56b7-4a75-97f5-504434d76ce0" providerId="ADAL" clId="{AA3C1486-642E-4193-95AF-D7E78E3DA4E9}" dt="2022-07-04T15:53:05.814" v="10951"/>
          <ac:spMkLst>
            <pc:docMk/>
            <pc:sldMk cId="3887181450" sldId="6231"/>
            <ac:spMk id="234" creationId="{08BF444F-FC47-496F-AD15-D2F20A1F0890}"/>
          </ac:spMkLst>
        </pc:spChg>
        <pc:spChg chg="mod">
          <ac:chgData name="Halan, Mridul" userId="d8402aca-56b7-4a75-97f5-504434d76ce0" providerId="ADAL" clId="{AA3C1486-642E-4193-95AF-D7E78E3DA4E9}" dt="2022-07-04T15:53:05.814" v="10951"/>
          <ac:spMkLst>
            <pc:docMk/>
            <pc:sldMk cId="3887181450" sldId="6231"/>
            <ac:spMk id="235" creationId="{53006818-804A-4A14-B469-05F4A0B4FC20}"/>
          </ac:spMkLst>
        </pc:spChg>
        <pc:spChg chg="mod">
          <ac:chgData name="Halan, Mridul" userId="d8402aca-56b7-4a75-97f5-504434d76ce0" providerId="ADAL" clId="{AA3C1486-642E-4193-95AF-D7E78E3DA4E9}" dt="2022-07-04T15:53:05.814" v="10951"/>
          <ac:spMkLst>
            <pc:docMk/>
            <pc:sldMk cId="3887181450" sldId="6231"/>
            <ac:spMk id="236" creationId="{0375B95C-04C5-427C-A41C-5862FC7266F5}"/>
          </ac:spMkLst>
        </pc:spChg>
        <pc:spChg chg="mod">
          <ac:chgData name="Halan, Mridul" userId="d8402aca-56b7-4a75-97f5-504434d76ce0" providerId="ADAL" clId="{AA3C1486-642E-4193-95AF-D7E78E3DA4E9}" dt="2022-07-04T15:53:05.814" v="10951"/>
          <ac:spMkLst>
            <pc:docMk/>
            <pc:sldMk cId="3887181450" sldId="6231"/>
            <ac:spMk id="237" creationId="{7E0A776D-557E-4BC4-B580-95EAC1A87480}"/>
          </ac:spMkLst>
        </pc:spChg>
        <pc:spChg chg="mod">
          <ac:chgData name="Halan, Mridul" userId="d8402aca-56b7-4a75-97f5-504434d76ce0" providerId="ADAL" clId="{AA3C1486-642E-4193-95AF-D7E78E3DA4E9}" dt="2022-07-04T15:53:05.814" v="10951"/>
          <ac:spMkLst>
            <pc:docMk/>
            <pc:sldMk cId="3887181450" sldId="6231"/>
            <ac:spMk id="238" creationId="{7D7A9AA2-233B-4BF1-A9D2-91D0C0E24786}"/>
          </ac:spMkLst>
        </pc:spChg>
        <pc:spChg chg="mod">
          <ac:chgData name="Halan, Mridul" userId="d8402aca-56b7-4a75-97f5-504434d76ce0" providerId="ADAL" clId="{AA3C1486-642E-4193-95AF-D7E78E3DA4E9}" dt="2022-07-04T15:53:05.814" v="10951"/>
          <ac:spMkLst>
            <pc:docMk/>
            <pc:sldMk cId="3887181450" sldId="6231"/>
            <ac:spMk id="239" creationId="{7C97E01E-8076-4F9D-A77B-3B64FB18BBD5}"/>
          </ac:spMkLst>
        </pc:spChg>
        <pc:spChg chg="mod">
          <ac:chgData name="Halan, Mridul" userId="d8402aca-56b7-4a75-97f5-504434d76ce0" providerId="ADAL" clId="{AA3C1486-642E-4193-95AF-D7E78E3DA4E9}" dt="2022-07-04T15:53:05.814" v="10951"/>
          <ac:spMkLst>
            <pc:docMk/>
            <pc:sldMk cId="3887181450" sldId="6231"/>
            <ac:spMk id="240" creationId="{F701FC4E-7BE6-407A-86CE-BF0E615A1314}"/>
          </ac:spMkLst>
        </pc:spChg>
        <pc:spChg chg="add mod">
          <ac:chgData name="Halan, Mridul" userId="d8402aca-56b7-4a75-97f5-504434d76ce0" providerId="ADAL" clId="{AA3C1486-642E-4193-95AF-D7E78E3DA4E9}" dt="2022-07-04T15:53:05.814" v="10951"/>
          <ac:spMkLst>
            <pc:docMk/>
            <pc:sldMk cId="3887181450" sldId="6231"/>
            <ac:spMk id="241" creationId="{474A5A87-F1CD-4412-85B6-0DE79F0E59C2}"/>
          </ac:spMkLst>
        </pc:spChg>
        <pc:spChg chg="add mod">
          <ac:chgData name="Halan, Mridul" userId="d8402aca-56b7-4a75-97f5-504434d76ce0" providerId="ADAL" clId="{AA3C1486-642E-4193-95AF-D7E78E3DA4E9}" dt="2022-07-04T15:53:05.814" v="10951"/>
          <ac:spMkLst>
            <pc:docMk/>
            <pc:sldMk cId="3887181450" sldId="6231"/>
            <ac:spMk id="242" creationId="{E8AD5B86-9680-4920-9104-3CC3008820AA}"/>
          </ac:spMkLst>
        </pc:spChg>
        <pc:spChg chg="mod">
          <ac:chgData name="Halan, Mridul" userId="d8402aca-56b7-4a75-97f5-504434d76ce0" providerId="ADAL" clId="{AA3C1486-642E-4193-95AF-D7E78E3DA4E9}" dt="2022-07-04T15:53:05.814" v="10951"/>
          <ac:spMkLst>
            <pc:docMk/>
            <pc:sldMk cId="3887181450" sldId="6231"/>
            <ac:spMk id="244" creationId="{7A00F606-2092-441A-91F5-FABF005828C5}"/>
          </ac:spMkLst>
        </pc:spChg>
        <pc:spChg chg="mod">
          <ac:chgData name="Halan, Mridul" userId="d8402aca-56b7-4a75-97f5-504434d76ce0" providerId="ADAL" clId="{AA3C1486-642E-4193-95AF-D7E78E3DA4E9}" dt="2022-07-04T15:53:05.814" v="10951"/>
          <ac:spMkLst>
            <pc:docMk/>
            <pc:sldMk cId="3887181450" sldId="6231"/>
            <ac:spMk id="247" creationId="{568EEEE1-619E-4D17-9A6E-19A8B8FC4EC3}"/>
          </ac:spMkLst>
        </pc:spChg>
        <pc:spChg chg="mod">
          <ac:chgData name="Halan, Mridul" userId="d8402aca-56b7-4a75-97f5-504434d76ce0" providerId="ADAL" clId="{AA3C1486-642E-4193-95AF-D7E78E3DA4E9}" dt="2022-07-04T15:53:05.814" v="10951"/>
          <ac:spMkLst>
            <pc:docMk/>
            <pc:sldMk cId="3887181450" sldId="6231"/>
            <ac:spMk id="250" creationId="{1856E76D-02B1-4A7C-B19D-7F56E12C952C}"/>
          </ac:spMkLst>
        </pc:spChg>
        <pc:spChg chg="mod">
          <ac:chgData name="Halan, Mridul" userId="d8402aca-56b7-4a75-97f5-504434d76ce0" providerId="ADAL" clId="{AA3C1486-642E-4193-95AF-D7E78E3DA4E9}" dt="2022-07-04T15:53:05.814" v="10951"/>
          <ac:spMkLst>
            <pc:docMk/>
            <pc:sldMk cId="3887181450" sldId="6231"/>
            <ac:spMk id="253" creationId="{D698B611-C25C-4A98-9A0B-E5EB481F8DF7}"/>
          </ac:spMkLst>
        </pc:spChg>
        <pc:grpChg chg="add mod">
          <ac:chgData name="Halan, Mridul" userId="d8402aca-56b7-4a75-97f5-504434d76ce0" providerId="ADAL" clId="{AA3C1486-642E-4193-95AF-D7E78E3DA4E9}" dt="2022-07-04T15:57:05.612" v="10979" actId="14100"/>
          <ac:grpSpMkLst>
            <pc:docMk/>
            <pc:sldMk cId="3887181450" sldId="6231"/>
            <ac:grpSpMk id="78" creationId="{2866D401-B111-4105-9E33-FF28913DE062}"/>
          </ac:grpSpMkLst>
        </pc:grpChg>
        <pc:grpChg chg="mod">
          <ac:chgData name="Halan, Mridul" userId="d8402aca-56b7-4a75-97f5-504434d76ce0" providerId="ADAL" clId="{AA3C1486-642E-4193-95AF-D7E78E3DA4E9}" dt="2022-07-04T15:53:05.814" v="10951"/>
          <ac:grpSpMkLst>
            <pc:docMk/>
            <pc:sldMk cId="3887181450" sldId="6231"/>
            <ac:grpSpMk id="79" creationId="{E821512B-DD5F-43A0-B837-EA7249A0A975}"/>
          </ac:grpSpMkLst>
        </pc:grpChg>
        <pc:grpChg chg="mod">
          <ac:chgData name="Halan, Mridul" userId="d8402aca-56b7-4a75-97f5-504434d76ce0" providerId="ADAL" clId="{AA3C1486-642E-4193-95AF-D7E78E3DA4E9}" dt="2022-07-04T15:53:05.814" v="10951"/>
          <ac:grpSpMkLst>
            <pc:docMk/>
            <pc:sldMk cId="3887181450" sldId="6231"/>
            <ac:grpSpMk id="80" creationId="{2506D990-3B15-4CF9-B4B1-213FF1C0FC07}"/>
          </ac:grpSpMkLst>
        </pc:grpChg>
        <pc:grpChg chg="mod">
          <ac:chgData name="Halan, Mridul" userId="d8402aca-56b7-4a75-97f5-504434d76ce0" providerId="ADAL" clId="{AA3C1486-642E-4193-95AF-D7E78E3DA4E9}" dt="2022-07-04T15:53:05.814" v="10951"/>
          <ac:grpSpMkLst>
            <pc:docMk/>
            <pc:sldMk cId="3887181450" sldId="6231"/>
            <ac:grpSpMk id="81" creationId="{52B68A7B-4C22-4764-AE23-EF75CFD1EF5F}"/>
          </ac:grpSpMkLst>
        </pc:grpChg>
        <pc:grpChg chg="mod">
          <ac:chgData name="Halan, Mridul" userId="d8402aca-56b7-4a75-97f5-504434d76ce0" providerId="ADAL" clId="{AA3C1486-642E-4193-95AF-D7E78E3DA4E9}" dt="2022-07-04T15:53:05.814" v="10951"/>
          <ac:grpSpMkLst>
            <pc:docMk/>
            <pc:sldMk cId="3887181450" sldId="6231"/>
            <ac:grpSpMk id="82" creationId="{39098A2C-B391-4219-8096-89DD63D9007A}"/>
          </ac:grpSpMkLst>
        </pc:grpChg>
        <pc:grpChg chg="add mod">
          <ac:chgData name="Halan, Mridul" userId="d8402aca-56b7-4a75-97f5-504434d76ce0" providerId="ADAL" clId="{AA3C1486-642E-4193-95AF-D7E78E3DA4E9}" dt="2022-07-04T15:55:03.290" v="10970" actId="14100"/>
          <ac:grpSpMkLst>
            <pc:docMk/>
            <pc:sldMk cId="3887181450" sldId="6231"/>
            <ac:grpSpMk id="96" creationId="{33DAF63C-9D71-40AE-9181-CDE90944C371}"/>
          </ac:grpSpMkLst>
        </pc:grpChg>
        <pc:grpChg chg="mod">
          <ac:chgData name="Halan, Mridul" userId="d8402aca-56b7-4a75-97f5-504434d76ce0" providerId="ADAL" clId="{AA3C1486-642E-4193-95AF-D7E78E3DA4E9}" dt="2022-07-04T15:55:03.290" v="10970" actId="14100"/>
          <ac:grpSpMkLst>
            <pc:docMk/>
            <pc:sldMk cId="3887181450" sldId="6231"/>
            <ac:grpSpMk id="99" creationId="{38EE5B4B-2203-45BB-9DD2-6C68F073CF02}"/>
          </ac:grpSpMkLst>
        </pc:grpChg>
        <pc:grpChg chg="add mod">
          <ac:chgData name="Halan, Mridul" userId="d8402aca-56b7-4a75-97f5-504434d76ce0" providerId="ADAL" clId="{AA3C1486-642E-4193-95AF-D7E78E3DA4E9}" dt="2022-07-04T15:53:39.916" v="10958" actId="1076"/>
          <ac:grpSpMkLst>
            <pc:docMk/>
            <pc:sldMk cId="3887181450" sldId="6231"/>
            <ac:grpSpMk id="112" creationId="{909D1631-BB1D-43E4-8C00-321560DA3031}"/>
          </ac:grpSpMkLst>
        </pc:grpChg>
        <pc:grpChg chg="mod">
          <ac:chgData name="Halan, Mridul" userId="d8402aca-56b7-4a75-97f5-504434d76ce0" providerId="ADAL" clId="{AA3C1486-642E-4193-95AF-D7E78E3DA4E9}" dt="2022-07-04T15:53:05.814" v="10951"/>
          <ac:grpSpMkLst>
            <pc:docMk/>
            <pc:sldMk cId="3887181450" sldId="6231"/>
            <ac:grpSpMk id="113" creationId="{E581974E-5812-4A5B-9EC8-27622B2B441A}"/>
          </ac:grpSpMkLst>
        </pc:grpChg>
        <pc:grpChg chg="mod">
          <ac:chgData name="Halan, Mridul" userId="d8402aca-56b7-4a75-97f5-504434d76ce0" providerId="ADAL" clId="{AA3C1486-642E-4193-95AF-D7E78E3DA4E9}" dt="2022-07-04T15:53:05.814" v="10951"/>
          <ac:grpSpMkLst>
            <pc:docMk/>
            <pc:sldMk cId="3887181450" sldId="6231"/>
            <ac:grpSpMk id="114" creationId="{5EF86F1B-CDB8-4F2C-8224-3D7AE39BF7B2}"/>
          </ac:grpSpMkLst>
        </pc:grpChg>
        <pc:grpChg chg="mod">
          <ac:chgData name="Halan, Mridul" userId="d8402aca-56b7-4a75-97f5-504434d76ce0" providerId="ADAL" clId="{AA3C1486-642E-4193-95AF-D7E78E3DA4E9}" dt="2022-07-04T15:53:05.814" v="10951"/>
          <ac:grpSpMkLst>
            <pc:docMk/>
            <pc:sldMk cId="3887181450" sldId="6231"/>
            <ac:grpSpMk id="115" creationId="{08DA9932-F917-4881-8DBA-A02AFDE61F39}"/>
          </ac:grpSpMkLst>
        </pc:grpChg>
        <pc:grpChg chg="add mod">
          <ac:chgData name="Halan, Mridul" userId="d8402aca-56b7-4a75-97f5-504434d76ce0" providerId="ADAL" clId="{AA3C1486-642E-4193-95AF-D7E78E3DA4E9}" dt="2022-07-04T15:53:51.038" v="10960" actId="1076"/>
          <ac:grpSpMkLst>
            <pc:docMk/>
            <pc:sldMk cId="3887181450" sldId="6231"/>
            <ac:grpSpMk id="145" creationId="{A2C5E4FB-AE81-4A53-BCFC-220AF0D8A58A}"/>
          </ac:grpSpMkLst>
        </pc:grpChg>
        <pc:grpChg chg="add mod">
          <ac:chgData name="Halan, Mridul" userId="d8402aca-56b7-4a75-97f5-504434d76ce0" providerId="ADAL" clId="{AA3C1486-642E-4193-95AF-D7E78E3DA4E9}" dt="2022-07-04T15:53:05.814" v="10951"/>
          <ac:grpSpMkLst>
            <pc:docMk/>
            <pc:sldMk cId="3887181450" sldId="6231"/>
            <ac:grpSpMk id="161" creationId="{3B5BE337-AF73-4CC3-98D8-FC667FB6604F}"/>
          </ac:grpSpMkLst>
        </pc:grpChg>
        <pc:grpChg chg="del">
          <ac:chgData name="Halan, Mridul" userId="d8402aca-56b7-4a75-97f5-504434d76ce0" providerId="ADAL" clId="{AA3C1486-642E-4193-95AF-D7E78E3DA4E9}" dt="2022-07-04T15:52:46.544" v="10946" actId="21"/>
          <ac:grpSpMkLst>
            <pc:docMk/>
            <pc:sldMk cId="3887181450" sldId="6231"/>
            <ac:grpSpMk id="169" creationId="{426BF6D9-8237-4F09-824A-5D38E1BEA472}"/>
          </ac:grpSpMkLst>
        </pc:grpChg>
        <pc:grpChg chg="del">
          <ac:chgData name="Halan, Mridul" userId="d8402aca-56b7-4a75-97f5-504434d76ce0" providerId="ADAL" clId="{AA3C1486-642E-4193-95AF-D7E78E3DA4E9}" dt="2022-07-04T15:52:46.544" v="10946" actId="21"/>
          <ac:grpSpMkLst>
            <pc:docMk/>
            <pc:sldMk cId="3887181450" sldId="6231"/>
            <ac:grpSpMk id="172" creationId="{9AE31258-B29B-4474-A482-77C350EE72A6}"/>
          </ac:grpSpMkLst>
        </pc:grpChg>
        <pc:grpChg chg="add mod">
          <ac:chgData name="Halan, Mridul" userId="d8402aca-56b7-4a75-97f5-504434d76ce0" providerId="ADAL" clId="{AA3C1486-642E-4193-95AF-D7E78E3DA4E9}" dt="2022-07-04T15:53:05.814" v="10951"/>
          <ac:grpSpMkLst>
            <pc:docMk/>
            <pc:sldMk cId="3887181450" sldId="6231"/>
            <ac:grpSpMk id="178" creationId="{E895CABC-9B9B-43C0-A75A-CEB1B14B634C}"/>
          </ac:grpSpMkLst>
        </pc:grpChg>
        <pc:grpChg chg="add mod">
          <ac:chgData name="Halan, Mridul" userId="d8402aca-56b7-4a75-97f5-504434d76ce0" providerId="ADAL" clId="{AA3C1486-642E-4193-95AF-D7E78E3DA4E9}" dt="2022-07-04T15:53:05.814" v="10951"/>
          <ac:grpSpMkLst>
            <pc:docMk/>
            <pc:sldMk cId="3887181450" sldId="6231"/>
            <ac:grpSpMk id="182" creationId="{D1446E98-953C-4ABD-88E6-C18DA524AAB7}"/>
          </ac:grpSpMkLst>
        </pc:grpChg>
        <pc:grpChg chg="mod">
          <ac:chgData name="Halan, Mridul" userId="d8402aca-56b7-4a75-97f5-504434d76ce0" providerId="ADAL" clId="{AA3C1486-642E-4193-95AF-D7E78E3DA4E9}" dt="2022-07-04T15:53:05.814" v="10951"/>
          <ac:grpSpMkLst>
            <pc:docMk/>
            <pc:sldMk cId="3887181450" sldId="6231"/>
            <ac:grpSpMk id="185" creationId="{17E695F1-8D5D-4AE5-B7DA-DD73792C16E7}"/>
          </ac:grpSpMkLst>
        </pc:grpChg>
        <pc:grpChg chg="add mod">
          <ac:chgData name="Halan, Mridul" userId="d8402aca-56b7-4a75-97f5-504434d76ce0" providerId="ADAL" clId="{AA3C1486-642E-4193-95AF-D7E78E3DA4E9}" dt="2022-07-04T15:53:05.814" v="10951"/>
          <ac:grpSpMkLst>
            <pc:docMk/>
            <pc:sldMk cId="3887181450" sldId="6231"/>
            <ac:grpSpMk id="189" creationId="{0438764A-E181-405B-B030-BCA3A98AC7C0}"/>
          </ac:grpSpMkLst>
        </pc:grpChg>
        <pc:grpChg chg="mod">
          <ac:chgData name="Halan, Mridul" userId="d8402aca-56b7-4a75-97f5-504434d76ce0" providerId="ADAL" clId="{AA3C1486-642E-4193-95AF-D7E78E3DA4E9}" dt="2022-07-04T15:53:05.814" v="10951"/>
          <ac:grpSpMkLst>
            <pc:docMk/>
            <pc:sldMk cId="3887181450" sldId="6231"/>
            <ac:grpSpMk id="190" creationId="{27A664E7-0A76-4025-ACD6-554592C5748B}"/>
          </ac:grpSpMkLst>
        </pc:grpChg>
        <pc:grpChg chg="mod">
          <ac:chgData name="Halan, Mridul" userId="d8402aca-56b7-4a75-97f5-504434d76ce0" providerId="ADAL" clId="{AA3C1486-642E-4193-95AF-D7E78E3DA4E9}" dt="2022-07-04T15:53:05.814" v="10951"/>
          <ac:grpSpMkLst>
            <pc:docMk/>
            <pc:sldMk cId="3887181450" sldId="6231"/>
            <ac:grpSpMk id="191" creationId="{5DA28071-E5DC-4405-8017-68E65EE53042}"/>
          </ac:grpSpMkLst>
        </pc:grpChg>
        <pc:grpChg chg="del">
          <ac:chgData name="Halan, Mridul" userId="d8402aca-56b7-4a75-97f5-504434d76ce0" providerId="ADAL" clId="{AA3C1486-642E-4193-95AF-D7E78E3DA4E9}" dt="2022-07-04T15:52:46.544" v="10946" actId="21"/>
          <ac:grpSpMkLst>
            <pc:docMk/>
            <pc:sldMk cId="3887181450" sldId="6231"/>
            <ac:grpSpMk id="204" creationId="{4C2A12B6-3F65-4A77-ADC8-0F6DE1F31560}"/>
          </ac:grpSpMkLst>
        </pc:grpChg>
        <pc:grpChg chg="del">
          <ac:chgData name="Halan, Mridul" userId="d8402aca-56b7-4a75-97f5-504434d76ce0" providerId="ADAL" clId="{AA3C1486-642E-4193-95AF-D7E78E3DA4E9}" dt="2022-07-04T15:52:46.544" v="10946" actId="21"/>
          <ac:grpSpMkLst>
            <pc:docMk/>
            <pc:sldMk cId="3887181450" sldId="6231"/>
            <ac:grpSpMk id="208" creationId="{2D43BE8C-55CD-4D14-BFBB-E167AEC537C3}"/>
          </ac:grpSpMkLst>
        </pc:grpChg>
        <pc:grpChg chg="del">
          <ac:chgData name="Halan, Mridul" userId="d8402aca-56b7-4a75-97f5-504434d76ce0" providerId="ADAL" clId="{AA3C1486-642E-4193-95AF-D7E78E3DA4E9}" dt="2022-07-04T15:52:50.154" v="10947" actId="21"/>
          <ac:grpSpMkLst>
            <pc:docMk/>
            <pc:sldMk cId="3887181450" sldId="6231"/>
            <ac:grpSpMk id="219" creationId="{839D4B9F-876F-4787-8DCA-8CC865517D77}"/>
          </ac:grpSpMkLst>
        </pc:grpChg>
        <pc:grpChg chg="del">
          <ac:chgData name="Halan, Mridul" userId="d8402aca-56b7-4a75-97f5-504434d76ce0" providerId="ADAL" clId="{AA3C1486-642E-4193-95AF-D7E78E3DA4E9}" dt="2022-07-04T15:52:46.544" v="10946" actId="21"/>
          <ac:grpSpMkLst>
            <pc:docMk/>
            <pc:sldMk cId="3887181450" sldId="6231"/>
            <ac:grpSpMk id="222" creationId="{CE4FB837-ECC4-404D-8D8C-DB47FA66FCB8}"/>
          </ac:grpSpMkLst>
        </pc:grpChg>
        <pc:grpChg chg="del">
          <ac:chgData name="Halan, Mridul" userId="d8402aca-56b7-4a75-97f5-504434d76ce0" providerId="ADAL" clId="{AA3C1486-642E-4193-95AF-D7E78E3DA4E9}" dt="2022-07-04T15:52:46.544" v="10946" actId="21"/>
          <ac:grpSpMkLst>
            <pc:docMk/>
            <pc:sldMk cId="3887181450" sldId="6231"/>
            <ac:grpSpMk id="231" creationId="{1E6F6A2E-4024-4D0F-95D5-40EB38CB7361}"/>
          </ac:grpSpMkLst>
        </pc:grpChg>
        <pc:grpChg chg="add mod">
          <ac:chgData name="Halan, Mridul" userId="d8402aca-56b7-4a75-97f5-504434d76ce0" providerId="ADAL" clId="{AA3C1486-642E-4193-95AF-D7E78E3DA4E9}" dt="2022-07-04T15:53:05.814" v="10951"/>
          <ac:grpSpMkLst>
            <pc:docMk/>
            <pc:sldMk cId="3887181450" sldId="6231"/>
            <ac:grpSpMk id="243" creationId="{BC7B1A54-65EA-4DA3-BB19-BEAF74930DE4}"/>
          </ac:grpSpMkLst>
        </pc:grpChg>
        <pc:grpChg chg="add mod">
          <ac:chgData name="Halan, Mridul" userId="d8402aca-56b7-4a75-97f5-504434d76ce0" providerId="ADAL" clId="{AA3C1486-642E-4193-95AF-D7E78E3DA4E9}" dt="2022-07-04T15:53:05.814" v="10951"/>
          <ac:grpSpMkLst>
            <pc:docMk/>
            <pc:sldMk cId="3887181450" sldId="6231"/>
            <ac:grpSpMk id="246" creationId="{F80F4932-AA2A-42EC-A0D9-8A53564C8185}"/>
          </ac:grpSpMkLst>
        </pc:grpChg>
        <pc:grpChg chg="add mod">
          <ac:chgData name="Halan, Mridul" userId="d8402aca-56b7-4a75-97f5-504434d76ce0" providerId="ADAL" clId="{AA3C1486-642E-4193-95AF-D7E78E3DA4E9}" dt="2022-07-04T15:53:05.814" v="10951"/>
          <ac:grpSpMkLst>
            <pc:docMk/>
            <pc:sldMk cId="3887181450" sldId="6231"/>
            <ac:grpSpMk id="249" creationId="{1634C393-6A02-432E-91CE-2682B1DE22E2}"/>
          </ac:grpSpMkLst>
        </pc:grpChg>
        <pc:grpChg chg="add mod">
          <ac:chgData name="Halan, Mridul" userId="d8402aca-56b7-4a75-97f5-504434d76ce0" providerId="ADAL" clId="{AA3C1486-642E-4193-95AF-D7E78E3DA4E9}" dt="2022-07-04T15:53:05.814" v="10951"/>
          <ac:grpSpMkLst>
            <pc:docMk/>
            <pc:sldMk cId="3887181450" sldId="6231"/>
            <ac:grpSpMk id="252" creationId="{20BB14FA-0E7C-42EE-A82F-30763CA7C3F5}"/>
          </ac:grpSpMkLst>
        </pc:grpChg>
        <pc:picChg chg="mod">
          <ac:chgData name="Halan, Mridul" userId="d8402aca-56b7-4a75-97f5-504434d76ce0" providerId="ADAL" clId="{AA3C1486-642E-4193-95AF-D7E78E3DA4E9}" dt="2022-07-04T15:53:05.814" v="10951"/>
          <ac:picMkLst>
            <pc:docMk/>
            <pc:sldMk cId="3887181450" sldId="6231"/>
            <ac:picMk id="179" creationId="{FEC67B5E-11A7-48AD-9609-1BF8C9B88F7D}"/>
          </ac:picMkLst>
        </pc:picChg>
        <pc:picChg chg="mod">
          <ac:chgData name="Halan, Mridul" userId="d8402aca-56b7-4a75-97f5-504434d76ce0" providerId="ADAL" clId="{AA3C1486-642E-4193-95AF-D7E78E3DA4E9}" dt="2022-07-04T15:53:05.814" v="10951"/>
          <ac:picMkLst>
            <pc:docMk/>
            <pc:sldMk cId="3887181450" sldId="6231"/>
            <ac:picMk id="245" creationId="{F0273769-BEC2-43C9-AF44-FCE6ECCE41DC}"/>
          </ac:picMkLst>
        </pc:picChg>
        <pc:picChg chg="mod">
          <ac:chgData name="Halan, Mridul" userId="d8402aca-56b7-4a75-97f5-504434d76ce0" providerId="ADAL" clId="{AA3C1486-642E-4193-95AF-D7E78E3DA4E9}" dt="2022-07-04T15:53:05.814" v="10951"/>
          <ac:picMkLst>
            <pc:docMk/>
            <pc:sldMk cId="3887181450" sldId="6231"/>
            <ac:picMk id="248" creationId="{5E3AC728-F2DC-459C-8C5C-E911FD55668D}"/>
          </ac:picMkLst>
        </pc:picChg>
        <pc:picChg chg="mod">
          <ac:chgData name="Halan, Mridul" userId="d8402aca-56b7-4a75-97f5-504434d76ce0" providerId="ADAL" clId="{AA3C1486-642E-4193-95AF-D7E78E3DA4E9}" dt="2022-07-04T15:53:05.814" v="10951"/>
          <ac:picMkLst>
            <pc:docMk/>
            <pc:sldMk cId="3887181450" sldId="6231"/>
            <ac:picMk id="251" creationId="{0641200A-33A8-40EE-B653-8F9B1A33E96C}"/>
          </ac:picMkLst>
        </pc:picChg>
        <pc:picChg chg="mod">
          <ac:chgData name="Halan, Mridul" userId="d8402aca-56b7-4a75-97f5-504434d76ce0" providerId="ADAL" clId="{AA3C1486-642E-4193-95AF-D7E78E3DA4E9}" dt="2022-07-04T15:53:05.814" v="10951"/>
          <ac:picMkLst>
            <pc:docMk/>
            <pc:sldMk cId="3887181450" sldId="6231"/>
            <ac:picMk id="254" creationId="{522ADD94-7651-478A-831C-084D1709ED0B}"/>
          </ac:picMkLst>
        </pc:picChg>
        <pc:cxnChg chg="mod">
          <ac:chgData name="Halan, Mridul" userId="d8402aca-56b7-4a75-97f5-504434d76ce0" providerId="ADAL" clId="{AA3C1486-642E-4193-95AF-D7E78E3DA4E9}" dt="2022-07-04T15:53:05.814" v="10951"/>
          <ac:cxnSpMkLst>
            <pc:docMk/>
            <pc:sldMk cId="3887181450" sldId="6231"/>
            <ac:cxnSpMk id="119" creationId="{40340AA9-6484-4DAF-A22E-89A0C4B0CB51}"/>
          </ac:cxnSpMkLst>
        </pc:cxnChg>
        <pc:cxnChg chg="mod">
          <ac:chgData name="Halan, Mridul" userId="d8402aca-56b7-4a75-97f5-504434d76ce0" providerId="ADAL" clId="{AA3C1486-642E-4193-95AF-D7E78E3DA4E9}" dt="2022-07-04T15:53:05.814" v="10951"/>
          <ac:cxnSpMkLst>
            <pc:docMk/>
            <pc:sldMk cId="3887181450" sldId="6231"/>
            <ac:cxnSpMk id="120" creationId="{777C7957-0561-4F7F-A609-EBD046132462}"/>
          </ac:cxnSpMkLst>
        </pc:cxnChg>
        <pc:cxnChg chg="mod">
          <ac:chgData name="Halan, Mridul" userId="d8402aca-56b7-4a75-97f5-504434d76ce0" providerId="ADAL" clId="{AA3C1486-642E-4193-95AF-D7E78E3DA4E9}" dt="2022-07-04T15:53:05.814" v="10951"/>
          <ac:cxnSpMkLst>
            <pc:docMk/>
            <pc:sldMk cId="3887181450" sldId="6231"/>
            <ac:cxnSpMk id="121" creationId="{04C9DCFC-22C8-409F-9206-403E0EC11EBD}"/>
          </ac:cxnSpMkLst>
        </pc:cxnChg>
        <pc:cxnChg chg="mod">
          <ac:chgData name="Halan, Mridul" userId="d8402aca-56b7-4a75-97f5-504434d76ce0" providerId="ADAL" clId="{AA3C1486-642E-4193-95AF-D7E78E3DA4E9}" dt="2022-07-04T15:53:05.814" v="10951"/>
          <ac:cxnSpMkLst>
            <pc:docMk/>
            <pc:sldMk cId="3887181450" sldId="6231"/>
            <ac:cxnSpMk id="150" creationId="{773C295C-410F-4D3D-8903-711C419EB55D}"/>
          </ac:cxnSpMkLst>
        </pc:cxnChg>
        <pc:cxnChg chg="mod">
          <ac:chgData name="Halan, Mridul" userId="d8402aca-56b7-4a75-97f5-504434d76ce0" providerId="ADAL" clId="{AA3C1486-642E-4193-95AF-D7E78E3DA4E9}" dt="2022-07-04T15:53:05.814" v="10951"/>
          <ac:cxnSpMkLst>
            <pc:docMk/>
            <pc:sldMk cId="3887181450" sldId="6231"/>
            <ac:cxnSpMk id="151" creationId="{588DFABC-FD5B-43A3-AA3E-251FBA4EB575}"/>
          </ac:cxnSpMkLst>
        </pc:cxnChg>
        <pc:cxnChg chg="mod">
          <ac:chgData name="Halan, Mridul" userId="d8402aca-56b7-4a75-97f5-504434d76ce0" providerId="ADAL" clId="{AA3C1486-642E-4193-95AF-D7E78E3DA4E9}" dt="2022-07-04T15:53:05.814" v="10951"/>
          <ac:cxnSpMkLst>
            <pc:docMk/>
            <pc:sldMk cId="3887181450" sldId="6231"/>
            <ac:cxnSpMk id="152" creationId="{4DA8F6DE-F7CC-4942-86A1-654075B35754}"/>
          </ac:cxnSpMkLst>
        </pc:cxnChg>
        <pc:cxnChg chg="mod">
          <ac:chgData name="Halan, Mridul" userId="d8402aca-56b7-4a75-97f5-504434d76ce0" providerId="ADAL" clId="{AA3C1486-642E-4193-95AF-D7E78E3DA4E9}" dt="2022-07-04T15:53:05.814" v="10951"/>
          <ac:cxnSpMkLst>
            <pc:docMk/>
            <pc:sldMk cId="3887181450" sldId="6231"/>
            <ac:cxnSpMk id="156" creationId="{A603A399-3E24-400C-92B3-5D675D987533}"/>
          </ac:cxnSpMkLst>
        </pc:cxnChg>
        <pc:cxnChg chg="add mod">
          <ac:chgData name="Halan, Mridul" userId="d8402aca-56b7-4a75-97f5-504434d76ce0" providerId="ADAL" clId="{AA3C1486-642E-4193-95AF-D7E78E3DA4E9}" dt="2022-07-04T15:53:12.260" v="10953"/>
          <ac:cxnSpMkLst>
            <pc:docMk/>
            <pc:sldMk cId="3887181450" sldId="6231"/>
            <ac:cxnSpMk id="255" creationId="{B38C92AC-F853-47D9-9831-857DB924F38D}"/>
          </ac:cxnSpMkLst>
        </pc:cxnChg>
      </pc:sldChg>
      <pc:sldChg chg="addSp delSp modSp add mod">
        <pc:chgData name="Halan, Mridul" userId="d8402aca-56b7-4a75-97f5-504434d76ce0" providerId="ADAL" clId="{AA3C1486-642E-4193-95AF-D7E78E3DA4E9}" dt="2022-07-04T15:59:48.762" v="11026" actId="113"/>
        <pc:sldMkLst>
          <pc:docMk/>
          <pc:sldMk cId="851322213" sldId="6232"/>
        </pc:sldMkLst>
        <pc:spChg chg="mod">
          <ac:chgData name="Halan, Mridul" userId="d8402aca-56b7-4a75-97f5-504434d76ce0" providerId="ADAL" clId="{AA3C1486-642E-4193-95AF-D7E78E3DA4E9}" dt="2022-07-04T15:59:48.762" v="11026" actId="113"/>
          <ac:spMkLst>
            <pc:docMk/>
            <pc:sldMk cId="851322213" sldId="6232"/>
            <ac:spMk id="2" creationId="{EF5ED846-31EA-42B1-87CA-5AF9F3EB4F42}"/>
          </ac:spMkLst>
        </pc:spChg>
        <pc:spChg chg="del">
          <ac:chgData name="Halan, Mridul" userId="d8402aca-56b7-4a75-97f5-504434d76ce0" providerId="ADAL" clId="{AA3C1486-642E-4193-95AF-D7E78E3DA4E9}" dt="2022-07-04T15:59:14.354" v="11018" actId="21"/>
          <ac:spMkLst>
            <pc:docMk/>
            <pc:sldMk cId="851322213" sldId="6232"/>
            <ac:spMk id="63" creationId="{80079A57-EFA3-4229-B8C6-F038FC38668F}"/>
          </ac:spMkLst>
        </pc:spChg>
        <pc:spChg chg="del">
          <ac:chgData name="Halan, Mridul" userId="d8402aca-56b7-4a75-97f5-504434d76ce0" providerId="ADAL" clId="{AA3C1486-642E-4193-95AF-D7E78E3DA4E9}" dt="2022-07-04T15:59:14.354" v="11018" actId="21"/>
          <ac:spMkLst>
            <pc:docMk/>
            <pc:sldMk cId="851322213" sldId="6232"/>
            <ac:spMk id="64" creationId="{B6B277C8-A38A-4B2B-A878-22236DD17494}"/>
          </ac:spMkLst>
        </pc:spChg>
        <pc:spChg chg="del">
          <ac:chgData name="Halan, Mridul" userId="d8402aca-56b7-4a75-97f5-504434d76ce0" providerId="ADAL" clId="{AA3C1486-642E-4193-95AF-D7E78E3DA4E9}" dt="2022-07-04T15:59:14.354" v="11018" actId="21"/>
          <ac:spMkLst>
            <pc:docMk/>
            <pc:sldMk cId="851322213" sldId="6232"/>
            <ac:spMk id="65" creationId="{6943BBF4-3B98-4042-8EE2-2AABA2DD2FB9}"/>
          </ac:spMkLst>
        </pc:spChg>
        <pc:spChg chg="del">
          <ac:chgData name="Halan, Mridul" userId="d8402aca-56b7-4a75-97f5-504434d76ce0" providerId="ADAL" clId="{AA3C1486-642E-4193-95AF-D7E78E3DA4E9}" dt="2022-07-04T15:59:14.354" v="11018" actId="21"/>
          <ac:spMkLst>
            <pc:docMk/>
            <pc:sldMk cId="851322213" sldId="6232"/>
            <ac:spMk id="66" creationId="{5151C850-9076-4BC2-AC98-D25FAED37963}"/>
          </ac:spMkLst>
        </pc:spChg>
        <pc:spChg chg="add mod">
          <ac:chgData name="Halan, Mridul" userId="d8402aca-56b7-4a75-97f5-504434d76ce0" providerId="ADAL" clId="{AA3C1486-642E-4193-95AF-D7E78E3DA4E9}" dt="2022-07-04T15:59:22.515" v="11020"/>
          <ac:spMkLst>
            <pc:docMk/>
            <pc:sldMk cId="851322213" sldId="6232"/>
            <ac:spMk id="70" creationId="{1B6D19CB-BA09-40D6-A717-441F2CB7319D}"/>
          </ac:spMkLst>
        </pc:spChg>
        <pc:spChg chg="del">
          <ac:chgData name="Halan, Mridul" userId="d8402aca-56b7-4a75-97f5-504434d76ce0" providerId="ADAL" clId="{AA3C1486-642E-4193-95AF-D7E78E3DA4E9}" dt="2022-07-04T15:59:14.354" v="11018" actId="21"/>
          <ac:spMkLst>
            <pc:docMk/>
            <pc:sldMk cId="851322213" sldId="6232"/>
            <ac:spMk id="73" creationId="{D7D8D293-CE81-49F9-87DE-C65234793A5E}"/>
          </ac:spMkLst>
        </pc:spChg>
        <pc:spChg chg="mod">
          <ac:chgData name="Halan, Mridul" userId="d8402aca-56b7-4a75-97f5-504434d76ce0" providerId="ADAL" clId="{AA3C1486-642E-4193-95AF-D7E78E3DA4E9}" dt="2022-07-04T15:59:22.515" v="11020"/>
          <ac:spMkLst>
            <pc:docMk/>
            <pc:sldMk cId="851322213" sldId="6232"/>
            <ac:spMk id="75" creationId="{297E8067-3A29-4248-9D32-AAAB4B72B8B3}"/>
          </ac:spMkLst>
        </pc:spChg>
        <pc:spChg chg="del">
          <ac:chgData name="Halan, Mridul" userId="d8402aca-56b7-4a75-97f5-504434d76ce0" providerId="ADAL" clId="{AA3C1486-642E-4193-95AF-D7E78E3DA4E9}" dt="2022-07-04T15:59:14.354" v="11018" actId="21"/>
          <ac:spMkLst>
            <pc:docMk/>
            <pc:sldMk cId="851322213" sldId="6232"/>
            <ac:spMk id="76" creationId="{12F9A131-18FA-40C3-BCAD-8F42A59A35CD}"/>
          </ac:spMkLst>
        </pc:spChg>
        <pc:spChg chg="del">
          <ac:chgData name="Halan, Mridul" userId="d8402aca-56b7-4a75-97f5-504434d76ce0" providerId="ADAL" clId="{AA3C1486-642E-4193-95AF-D7E78E3DA4E9}" dt="2022-07-04T15:59:14.354" v="11018" actId="21"/>
          <ac:spMkLst>
            <pc:docMk/>
            <pc:sldMk cId="851322213" sldId="6232"/>
            <ac:spMk id="77" creationId="{8CF91DA3-383A-47FE-8E3A-1AE00B3D2D43}"/>
          </ac:spMkLst>
        </pc:spChg>
        <pc:spChg chg="del">
          <ac:chgData name="Halan, Mridul" userId="d8402aca-56b7-4a75-97f5-504434d76ce0" providerId="ADAL" clId="{AA3C1486-642E-4193-95AF-D7E78E3DA4E9}" dt="2022-07-04T15:59:14.354" v="11018" actId="21"/>
          <ac:spMkLst>
            <pc:docMk/>
            <pc:sldMk cId="851322213" sldId="6232"/>
            <ac:spMk id="78" creationId="{13F3297C-E760-4E13-BC7C-C47622837057}"/>
          </ac:spMkLst>
        </pc:spChg>
        <pc:spChg chg="mod">
          <ac:chgData name="Halan, Mridul" userId="d8402aca-56b7-4a75-97f5-504434d76ce0" providerId="ADAL" clId="{AA3C1486-642E-4193-95AF-D7E78E3DA4E9}" dt="2022-07-04T15:59:22.515" v="11020"/>
          <ac:spMkLst>
            <pc:docMk/>
            <pc:sldMk cId="851322213" sldId="6232"/>
            <ac:spMk id="79" creationId="{7A639C2E-C01A-46AD-B887-CC1CCBACFF43}"/>
          </ac:spMkLst>
        </pc:spChg>
        <pc:spChg chg="del">
          <ac:chgData name="Halan, Mridul" userId="d8402aca-56b7-4a75-97f5-504434d76ce0" providerId="ADAL" clId="{AA3C1486-642E-4193-95AF-D7E78E3DA4E9}" dt="2022-07-04T15:59:14.354" v="11018" actId="21"/>
          <ac:spMkLst>
            <pc:docMk/>
            <pc:sldMk cId="851322213" sldId="6232"/>
            <ac:spMk id="80" creationId="{A70DF5E8-0F7A-4E0F-89A2-86DC11E79486}"/>
          </ac:spMkLst>
        </pc:spChg>
        <pc:spChg chg="del">
          <ac:chgData name="Halan, Mridul" userId="d8402aca-56b7-4a75-97f5-504434d76ce0" providerId="ADAL" clId="{AA3C1486-642E-4193-95AF-D7E78E3DA4E9}" dt="2022-07-04T15:59:14.354" v="11018" actId="21"/>
          <ac:spMkLst>
            <pc:docMk/>
            <pc:sldMk cId="851322213" sldId="6232"/>
            <ac:spMk id="81" creationId="{A07C7363-E934-4EB3-8F50-6EA45C1554DC}"/>
          </ac:spMkLst>
        </pc:spChg>
        <pc:spChg chg="del">
          <ac:chgData name="Halan, Mridul" userId="d8402aca-56b7-4a75-97f5-504434d76ce0" providerId="ADAL" clId="{AA3C1486-642E-4193-95AF-D7E78E3DA4E9}" dt="2022-07-04T15:59:14.354" v="11018" actId="21"/>
          <ac:spMkLst>
            <pc:docMk/>
            <pc:sldMk cId="851322213" sldId="6232"/>
            <ac:spMk id="82" creationId="{DF0AD8F2-53B7-4BB4-9B41-622F772A9712}"/>
          </ac:spMkLst>
        </pc:spChg>
        <pc:spChg chg="del">
          <ac:chgData name="Halan, Mridul" userId="d8402aca-56b7-4a75-97f5-504434d76ce0" providerId="ADAL" clId="{AA3C1486-642E-4193-95AF-D7E78E3DA4E9}" dt="2022-07-04T15:59:14.354" v="11018" actId="21"/>
          <ac:spMkLst>
            <pc:docMk/>
            <pc:sldMk cId="851322213" sldId="6232"/>
            <ac:spMk id="83" creationId="{1488FD9A-41F0-482A-ABAD-231DC8743E73}"/>
          </ac:spMkLst>
        </pc:spChg>
        <pc:spChg chg="mod">
          <ac:chgData name="Halan, Mridul" userId="d8402aca-56b7-4a75-97f5-504434d76ce0" providerId="ADAL" clId="{AA3C1486-642E-4193-95AF-D7E78E3DA4E9}" dt="2022-07-04T15:59:22.515" v="11020"/>
          <ac:spMkLst>
            <pc:docMk/>
            <pc:sldMk cId="851322213" sldId="6232"/>
            <ac:spMk id="84" creationId="{A208F67F-9CDC-4933-BADD-7D154C098B5E}"/>
          </ac:spMkLst>
        </pc:spChg>
        <pc:spChg chg="del">
          <ac:chgData name="Halan, Mridul" userId="d8402aca-56b7-4a75-97f5-504434d76ce0" providerId="ADAL" clId="{AA3C1486-642E-4193-95AF-D7E78E3DA4E9}" dt="2022-07-04T15:59:14.354" v="11018" actId="21"/>
          <ac:spMkLst>
            <pc:docMk/>
            <pc:sldMk cId="851322213" sldId="6232"/>
            <ac:spMk id="85" creationId="{0ECCE100-B51B-420E-99FD-CECB225987D3}"/>
          </ac:spMkLst>
        </pc:spChg>
        <pc:spChg chg="del">
          <ac:chgData name="Halan, Mridul" userId="d8402aca-56b7-4a75-97f5-504434d76ce0" providerId="ADAL" clId="{AA3C1486-642E-4193-95AF-D7E78E3DA4E9}" dt="2022-07-04T15:59:14.354" v="11018" actId="21"/>
          <ac:spMkLst>
            <pc:docMk/>
            <pc:sldMk cId="851322213" sldId="6232"/>
            <ac:spMk id="86" creationId="{A6472DD0-AD5F-44FC-8B08-443A8A4866A4}"/>
          </ac:spMkLst>
        </pc:spChg>
        <pc:spChg chg="del">
          <ac:chgData name="Halan, Mridul" userId="d8402aca-56b7-4a75-97f5-504434d76ce0" providerId="ADAL" clId="{AA3C1486-642E-4193-95AF-D7E78E3DA4E9}" dt="2022-07-04T15:59:14.354" v="11018" actId="21"/>
          <ac:spMkLst>
            <pc:docMk/>
            <pc:sldMk cId="851322213" sldId="6232"/>
            <ac:spMk id="87" creationId="{21D4F5B0-A21D-495E-A2B4-0D34D24370D8}"/>
          </ac:spMkLst>
        </pc:spChg>
        <pc:spChg chg="del">
          <ac:chgData name="Halan, Mridul" userId="d8402aca-56b7-4a75-97f5-504434d76ce0" providerId="ADAL" clId="{AA3C1486-642E-4193-95AF-D7E78E3DA4E9}" dt="2022-07-04T15:59:14.354" v="11018" actId="21"/>
          <ac:spMkLst>
            <pc:docMk/>
            <pc:sldMk cId="851322213" sldId="6232"/>
            <ac:spMk id="88" creationId="{F748BDD8-0491-462A-A698-DB8D077C1E24}"/>
          </ac:spMkLst>
        </pc:spChg>
        <pc:spChg chg="del">
          <ac:chgData name="Halan, Mridul" userId="d8402aca-56b7-4a75-97f5-504434d76ce0" providerId="ADAL" clId="{AA3C1486-642E-4193-95AF-D7E78E3DA4E9}" dt="2022-07-04T15:59:14.354" v="11018" actId="21"/>
          <ac:spMkLst>
            <pc:docMk/>
            <pc:sldMk cId="851322213" sldId="6232"/>
            <ac:spMk id="89" creationId="{2041A8B6-EB65-4408-A7D6-05D61C441C77}"/>
          </ac:spMkLst>
        </pc:spChg>
        <pc:spChg chg="mod">
          <ac:chgData name="Halan, Mridul" userId="d8402aca-56b7-4a75-97f5-504434d76ce0" providerId="ADAL" clId="{AA3C1486-642E-4193-95AF-D7E78E3DA4E9}" dt="2022-07-04T15:59:22.515" v="11020"/>
          <ac:spMkLst>
            <pc:docMk/>
            <pc:sldMk cId="851322213" sldId="6232"/>
            <ac:spMk id="90" creationId="{B1DCDA3A-D745-4BBC-86E4-014FC36648EF}"/>
          </ac:spMkLst>
        </pc:spChg>
        <pc:spChg chg="mod">
          <ac:chgData name="Halan, Mridul" userId="d8402aca-56b7-4a75-97f5-504434d76ce0" providerId="ADAL" clId="{AA3C1486-642E-4193-95AF-D7E78E3DA4E9}" dt="2022-07-04T15:59:22.515" v="11020"/>
          <ac:spMkLst>
            <pc:docMk/>
            <pc:sldMk cId="851322213" sldId="6232"/>
            <ac:spMk id="91" creationId="{D46F5146-45E0-4442-8127-0D6208DCE129}"/>
          </ac:spMkLst>
        </pc:spChg>
        <pc:spChg chg="mod">
          <ac:chgData name="Halan, Mridul" userId="d8402aca-56b7-4a75-97f5-504434d76ce0" providerId="ADAL" clId="{AA3C1486-642E-4193-95AF-D7E78E3DA4E9}" dt="2022-07-04T15:59:22.515" v="11020"/>
          <ac:spMkLst>
            <pc:docMk/>
            <pc:sldMk cId="851322213" sldId="6232"/>
            <ac:spMk id="92" creationId="{0C3CE0C2-6B2C-40DB-B539-2A5BC70FF1CE}"/>
          </ac:spMkLst>
        </pc:spChg>
        <pc:spChg chg="del">
          <ac:chgData name="Halan, Mridul" userId="d8402aca-56b7-4a75-97f5-504434d76ce0" providerId="ADAL" clId="{AA3C1486-642E-4193-95AF-D7E78E3DA4E9}" dt="2022-07-04T15:59:14.354" v="11018" actId="21"/>
          <ac:spMkLst>
            <pc:docMk/>
            <pc:sldMk cId="851322213" sldId="6232"/>
            <ac:spMk id="94" creationId="{D23AF1B2-9830-4710-AE94-0815A8E95639}"/>
          </ac:spMkLst>
        </pc:spChg>
        <pc:spChg chg="mod">
          <ac:chgData name="Halan, Mridul" userId="d8402aca-56b7-4a75-97f5-504434d76ce0" providerId="ADAL" clId="{AA3C1486-642E-4193-95AF-D7E78E3DA4E9}" dt="2022-07-04T15:59:22.515" v="11020"/>
          <ac:spMkLst>
            <pc:docMk/>
            <pc:sldMk cId="851322213" sldId="6232"/>
            <ac:spMk id="95" creationId="{08BB95CF-CE32-4FFC-9F91-D45E0306BAFC}"/>
          </ac:spMkLst>
        </pc:spChg>
        <pc:spChg chg="del">
          <ac:chgData name="Halan, Mridul" userId="d8402aca-56b7-4a75-97f5-504434d76ce0" providerId="ADAL" clId="{AA3C1486-642E-4193-95AF-D7E78E3DA4E9}" dt="2022-07-04T15:59:14.354" v="11018" actId="21"/>
          <ac:spMkLst>
            <pc:docMk/>
            <pc:sldMk cId="851322213" sldId="6232"/>
            <ac:spMk id="97" creationId="{0CB6EC1D-099C-435B-82D1-7ECE329FE0B0}"/>
          </ac:spMkLst>
        </pc:spChg>
        <pc:spChg chg="mod">
          <ac:chgData name="Halan, Mridul" userId="d8402aca-56b7-4a75-97f5-504434d76ce0" providerId="ADAL" clId="{AA3C1486-642E-4193-95AF-D7E78E3DA4E9}" dt="2022-07-04T15:59:22.515" v="11020"/>
          <ac:spMkLst>
            <pc:docMk/>
            <pc:sldMk cId="851322213" sldId="6232"/>
            <ac:spMk id="103" creationId="{E9E8F4D9-0124-4F2E-89BF-5594B2B5EA7D}"/>
          </ac:spMkLst>
        </pc:spChg>
        <pc:spChg chg="mod">
          <ac:chgData name="Halan, Mridul" userId="d8402aca-56b7-4a75-97f5-504434d76ce0" providerId="ADAL" clId="{AA3C1486-642E-4193-95AF-D7E78E3DA4E9}" dt="2022-07-04T15:59:22.515" v="11020"/>
          <ac:spMkLst>
            <pc:docMk/>
            <pc:sldMk cId="851322213" sldId="6232"/>
            <ac:spMk id="104" creationId="{60E5895C-F0F3-4A68-A47E-8CF7274EECDA}"/>
          </ac:spMkLst>
        </pc:spChg>
        <pc:spChg chg="mod">
          <ac:chgData name="Halan, Mridul" userId="d8402aca-56b7-4a75-97f5-504434d76ce0" providerId="ADAL" clId="{AA3C1486-642E-4193-95AF-D7E78E3DA4E9}" dt="2022-07-04T15:59:22.515" v="11020"/>
          <ac:spMkLst>
            <pc:docMk/>
            <pc:sldMk cId="851322213" sldId="6232"/>
            <ac:spMk id="105" creationId="{347B9ECC-C9ED-4253-A076-C84012892FA9}"/>
          </ac:spMkLst>
        </pc:spChg>
        <pc:spChg chg="mod">
          <ac:chgData name="Halan, Mridul" userId="d8402aca-56b7-4a75-97f5-504434d76ce0" providerId="ADAL" clId="{AA3C1486-642E-4193-95AF-D7E78E3DA4E9}" dt="2022-07-04T15:59:22.515" v="11020"/>
          <ac:spMkLst>
            <pc:docMk/>
            <pc:sldMk cId="851322213" sldId="6232"/>
            <ac:spMk id="106" creationId="{85C427D5-75EA-4416-89B1-741E290F5BAF}"/>
          </ac:spMkLst>
        </pc:spChg>
        <pc:spChg chg="mod">
          <ac:chgData name="Halan, Mridul" userId="d8402aca-56b7-4a75-97f5-504434d76ce0" providerId="ADAL" clId="{AA3C1486-642E-4193-95AF-D7E78E3DA4E9}" dt="2022-07-04T15:59:22.515" v="11020"/>
          <ac:spMkLst>
            <pc:docMk/>
            <pc:sldMk cId="851322213" sldId="6232"/>
            <ac:spMk id="107" creationId="{EA271AE2-6974-41D3-A079-7191056F7429}"/>
          </ac:spMkLst>
        </pc:spChg>
        <pc:spChg chg="mod">
          <ac:chgData name="Halan, Mridul" userId="d8402aca-56b7-4a75-97f5-504434d76ce0" providerId="ADAL" clId="{AA3C1486-642E-4193-95AF-D7E78E3DA4E9}" dt="2022-07-04T15:59:22.515" v="11020"/>
          <ac:spMkLst>
            <pc:docMk/>
            <pc:sldMk cId="851322213" sldId="6232"/>
            <ac:spMk id="108" creationId="{F69A225B-FF4E-4EE7-884E-35BE031EF6BA}"/>
          </ac:spMkLst>
        </pc:spChg>
        <pc:spChg chg="mod">
          <ac:chgData name="Halan, Mridul" userId="d8402aca-56b7-4a75-97f5-504434d76ce0" providerId="ADAL" clId="{AA3C1486-642E-4193-95AF-D7E78E3DA4E9}" dt="2022-07-04T15:59:22.515" v="11020"/>
          <ac:spMkLst>
            <pc:docMk/>
            <pc:sldMk cId="851322213" sldId="6232"/>
            <ac:spMk id="109" creationId="{417D1BF5-819E-4667-97ED-895DF7ED30B3}"/>
          </ac:spMkLst>
        </pc:spChg>
        <pc:spChg chg="mod">
          <ac:chgData name="Halan, Mridul" userId="d8402aca-56b7-4a75-97f5-504434d76ce0" providerId="ADAL" clId="{AA3C1486-642E-4193-95AF-D7E78E3DA4E9}" dt="2022-07-04T15:59:22.515" v="11020"/>
          <ac:spMkLst>
            <pc:docMk/>
            <pc:sldMk cId="851322213" sldId="6232"/>
            <ac:spMk id="110" creationId="{45E3197A-074C-42A4-B6CE-EC7C3D4354C9}"/>
          </ac:spMkLst>
        </pc:spChg>
        <pc:spChg chg="mod">
          <ac:chgData name="Halan, Mridul" userId="d8402aca-56b7-4a75-97f5-504434d76ce0" providerId="ADAL" clId="{AA3C1486-642E-4193-95AF-D7E78E3DA4E9}" dt="2022-07-04T15:59:22.515" v="11020"/>
          <ac:spMkLst>
            <pc:docMk/>
            <pc:sldMk cId="851322213" sldId="6232"/>
            <ac:spMk id="113" creationId="{04A26B83-903D-4807-89BF-E1E85E3FAA95}"/>
          </ac:spMkLst>
        </pc:spChg>
        <pc:spChg chg="mod">
          <ac:chgData name="Halan, Mridul" userId="d8402aca-56b7-4a75-97f5-504434d76ce0" providerId="ADAL" clId="{AA3C1486-642E-4193-95AF-D7E78E3DA4E9}" dt="2022-07-04T15:59:22.515" v="11020"/>
          <ac:spMkLst>
            <pc:docMk/>
            <pc:sldMk cId="851322213" sldId="6232"/>
            <ac:spMk id="114" creationId="{37A40EA0-6A78-465E-958B-3D98E1D38153}"/>
          </ac:spMkLst>
        </pc:spChg>
        <pc:spChg chg="mod">
          <ac:chgData name="Halan, Mridul" userId="d8402aca-56b7-4a75-97f5-504434d76ce0" providerId="ADAL" clId="{AA3C1486-642E-4193-95AF-D7E78E3DA4E9}" dt="2022-07-04T15:59:22.515" v="11020"/>
          <ac:spMkLst>
            <pc:docMk/>
            <pc:sldMk cId="851322213" sldId="6232"/>
            <ac:spMk id="115" creationId="{FAABD088-87CB-4678-9043-F81C0B9EB385}"/>
          </ac:spMkLst>
        </pc:spChg>
        <pc:spChg chg="mod">
          <ac:chgData name="Halan, Mridul" userId="d8402aca-56b7-4a75-97f5-504434d76ce0" providerId="ADAL" clId="{AA3C1486-642E-4193-95AF-D7E78E3DA4E9}" dt="2022-07-04T15:59:22.515" v="11020"/>
          <ac:spMkLst>
            <pc:docMk/>
            <pc:sldMk cId="851322213" sldId="6232"/>
            <ac:spMk id="116" creationId="{C6E1E5AF-C089-4F29-B8EB-DBFE0BDCA3B4}"/>
          </ac:spMkLst>
        </pc:spChg>
        <pc:spChg chg="mod">
          <ac:chgData name="Halan, Mridul" userId="d8402aca-56b7-4a75-97f5-504434d76ce0" providerId="ADAL" clId="{AA3C1486-642E-4193-95AF-D7E78E3DA4E9}" dt="2022-07-04T15:59:22.515" v="11020"/>
          <ac:spMkLst>
            <pc:docMk/>
            <pc:sldMk cId="851322213" sldId="6232"/>
            <ac:spMk id="119" creationId="{3BAB2FAC-C6EE-4D74-93EB-92246C5FE4B9}"/>
          </ac:spMkLst>
        </pc:spChg>
        <pc:spChg chg="mod">
          <ac:chgData name="Halan, Mridul" userId="d8402aca-56b7-4a75-97f5-504434d76ce0" providerId="ADAL" clId="{AA3C1486-642E-4193-95AF-D7E78E3DA4E9}" dt="2022-07-04T15:59:22.515" v="11020"/>
          <ac:spMkLst>
            <pc:docMk/>
            <pc:sldMk cId="851322213" sldId="6232"/>
            <ac:spMk id="120" creationId="{EF5FCDDA-6228-41CF-A0AD-7DD52B31F2BB}"/>
          </ac:spMkLst>
        </pc:spChg>
        <pc:spChg chg="mod">
          <ac:chgData name="Halan, Mridul" userId="d8402aca-56b7-4a75-97f5-504434d76ce0" providerId="ADAL" clId="{AA3C1486-642E-4193-95AF-D7E78E3DA4E9}" dt="2022-07-04T15:59:22.515" v="11020"/>
          <ac:spMkLst>
            <pc:docMk/>
            <pc:sldMk cId="851322213" sldId="6232"/>
            <ac:spMk id="121" creationId="{73A87583-55D3-49BB-AECB-7D319B7AD7CA}"/>
          </ac:spMkLst>
        </pc:spChg>
        <pc:spChg chg="mod">
          <ac:chgData name="Halan, Mridul" userId="d8402aca-56b7-4a75-97f5-504434d76ce0" providerId="ADAL" clId="{AA3C1486-642E-4193-95AF-D7E78E3DA4E9}" dt="2022-07-04T15:59:22.515" v="11020"/>
          <ac:spMkLst>
            <pc:docMk/>
            <pc:sldMk cId="851322213" sldId="6232"/>
            <ac:spMk id="122" creationId="{AC162B16-1750-47F0-9736-550E28C0770D}"/>
          </ac:spMkLst>
        </pc:spChg>
        <pc:spChg chg="mod">
          <ac:chgData name="Halan, Mridul" userId="d8402aca-56b7-4a75-97f5-504434d76ce0" providerId="ADAL" clId="{AA3C1486-642E-4193-95AF-D7E78E3DA4E9}" dt="2022-07-04T15:59:22.515" v="11020"/>
          <ac:spMkLst>
            <pc:docMk/>
            <pc:sldMk cId="851322213" sldId="6232"/>
            <ac:spMk id="125" creationId="{17B398D2-C137-4092-8AA2-DE2FAE07DEDA}"/>
          </ac:spMkLst>
        </pc:spChg>
        <pc:spChg chg="mod">
          <ac:chgData name="Halan, Mridul" userId="d8402aca-56b7-4a75-97f5-504434d76ce0" providerId="ADAL" clId="{AA3C1486-642E-4193-95AF-D7E78E3DA4E9}" dt="2022-07-04T15:59:22.515" v="11020"/>
          <ac:spMkLst>
            <pc:docMk/>
            <pc:sldMk cId="851322213" sldId="6232"/>
            <ac:spMk id="126" creationId="{0DB34007-76C7-464E-876F-32A8BE58962E}"/>
          </ac:spMkLst>
        </pc:spChg>
        <pc:spChg chg="mod">
          <ac:chgData name="Halan, Mridul" userId="d8402aca-56b7-4a75-97f5-504434d76ce0" providerId="ADAL" clId="{AA3C1486-642E-4193-95AF-D7E78E3DA4E9}" dt="2022-07-04T15:59:22.515" v="11020"/>
          <ac:spMkLst>
            <pc:docMk/>
            <pc:sldMk cId="851322213" sldId="6232"/>
            <ac:spMk id="127" creationId="{F0B12752-4195-460F-80D5-981E7E62F93D}"/>
          </ac:spMkLst>
        </pc:spChg>
        <pc:spChg chg="mod">
          <ac:chgData name="Halan, Mridul" userId="d8402aca-56b7-4a75-97f5-504434d76ce0" providerId="ADAL" clId="{AA3C1486-642E-4193-95AF-D7E78E3DA4E9}" dt="2022-07-04T15:59:22.515" v="11020"/>
          <ac:spMkLst>
            <pc:docMk/>
            <pc:sldMk cId="851322213" sldId="6232"/>
            <ac:spMk id="128" creationId="{B4BD33FA-3A92-4E51-9DB2-B2CDDCAFFC04}"/>
          </ac:spMkLst>
        </pc:spChg>
        <pc:spChg chg="mod">
          <ac:chgData name="Halan, Mridul" userId="d8402aca-56b7-4a75-97f5-504434d76ce0" providerId="ADAL" clId="{AA3C1486-642E-4193-95AF-D7E78E3DA4E9}" dt="2022-07-04T15:59:22.515" v="11020"/>
          <ac:spMkLst>
            <pc:docMk/>
            <pc:sldMk cId="851322213" sldId="6232"/>
            <ac:spMk id="131" creationId="{90957862-845A-4E79-8277-E1946CAA0C99}"/>
          </ac:spMkLst>
        </pc:spChg>
        <pc:spChg chg="mod">
          <ac:chgData name="Halan, Mridul" userId="d8402aca-56b7-4a75-97f5-504434d76ce0" providerId="ADAL" clId="{AA3C1486-642E-4193-95AF-D7E78E3DA4E9}" dt="2022-07-04T15:59:22.515" v="11020"/>
          <ac:spMkLst>
            <pc:docMk/>
            <pc:sldMk cId="851322213" sldId="6232"/>
            <ac:spMk id="132" creationId="{3754A505-3241-424D-AB24-C3DBB7154B1D}"/>
          </ac:spMkLst>
        </pc:spChg>
        <pc:spChg chg="mod">
          <ac:chgData name="Halan, Mridul" userId="d8402aca-56b7-4a75-97f5-504434d76ce0" providerId="ADAL" clId="{AA3C1486-642E-4193-95AF-D7E78E3DA4E9}" dt="2022-07-04T15:59:22.515" v="11020"/>
          <ac:spMkLst>
            <pc:docMk/>
            <pc:sldMk cId="851322213" sldId="6232"/>
            <ac:spMk id="133" creationId="{F0B80837-7E3B-4113-97F2-62AA07B7C487}"/>
          </ac:spMkLst>
        </pc:spChg>
        <pc:spChg chg="mod">
          <ac:chgData name="Halan, Mridul" userId="d8402aca-56b7-4a75-97f5-504434d76ce0" providerId="ADAL" clId="{AA3C1486-642E-4193-95AF-D7E78E3DA4E9}" dt="2022-07-04T15:59:22.515" v="11020"/>
          <ac:spMkLst>
            <pc:docMk/>
            <pc:sldMk cId="851322213" sldId="6232"/>
            <ac:spMk id="134" creationId="{95CEFEE6-CE9C-4B7C-9694-519E1A9B1A52}"/>
          </ac:spMkLst>
        </pc:spChg>
        <pc:spChg chg="mod">
          <ac:chgData name="Halan, Mridul" userId="d8402aca-56b7-4a75-97f5-504434d76ce0" providerId="ADAL" clId="{AA3C1486-642E-4193-95AF-D7E78E3DA4E9}" dt="2022-07-04T15:59:22.515" v="11020"/>
          <ac:spMkLst>
            <pc:docMk/>
            <pc:sldMk cId="851322213" sldId="6232"/>
            <ac:spMk id="135" creationId="{769FAB09-1586-4A80-B540-40566D0460E5}"/>
          </ac:spMkLst>
        </pc:spChg>
        <pc:spChg chg="mod">
          <ac:chgData name="Halan, Mridul" userId="d8402aca-56b7-4a75-97f5-504434d76ce0" providerId="ADAL" clId="{AA3C1486-642E-4193-95AF-D7E78E3DA4E9}" dt="2022-07-04T15:59:22.515" v="11020"/>
          <ac:spMkLst>
            <pc:docMk/>
            <pc:sldMk cId="851322213" sldId="6232"/>
            <ac:spMk id="136" creationId="{65F5C2E4-78A8-4E7A-8CD5-6A491AC408B6}"/>
          </ac:spMkLst>
        </pc:spChg>
        <pc:spChg chg="add mod">
          <ac:chgData name="Halan, Mridul" userId="d8402aca-56b7-4a75-97f5-504434d76ce0" providerId="ADAL" clId="{AA3C1486-642E-4193-95AF-D7E78E3DA4E9}" dt="2022-07-04T15:59:22.515" v="11020"/>
          <ac:spMkLst>
            <pc:docMk/>
            <pc:sldMk cId="851322213" sldId="6232"/>
            <ac:spMk id="137" creationId="{9BD5639C-7F65-4FA3-AA07-B9AFCCE112E8}"/>
          </ac:spMkLst>
        </pc:spChg>
        <pc:spChg chg="mod">
          <ac:chgData name="Halan, Mridul" userId="d8402aca-56b7-4a75-97f5-504434d76ce0" providerId="ADAL" clId="{AA3C1486-642E-4193-95AF-D7E78E3DA4E9}" dt="2022-07-04T15:59:22.515" v="11020"/>
          <ac:spMkLst>
            <pc:docMk/>
            <pc:sldMk cId="851322213" sldId="6232"/>
            <ac:spMk id="139" creationId="{ADDFF917-D31A-4225-ABF2-AE4216BA14AC}"/>
          </ac:spMkLst>
        </pc:spChg>
        <pc:spChg chg="mod">
          <ac:chgData name="Halan, Mridul" userId="d8402aca-56b7-4a75-97f5-504434d76ce0" providerId="ADAL" clId="{AA3C1486-642E-4193-95AF-D7E78E3DA4E9}" dt="2022-07-04T15:59:22.515" v="11020"/>
          <ac:spMkLst>
            <pc:docMk/>
            <pc:sldMk cId="851322213" sldId="6232"/>
            <ac:spMk id="140" creationId="{05DEE245-C6E0-4D56-8EED-3E5C807CD134}"/>
          </ac:spMkLst>
        </pc:spChg>
        <pc:spChg chg="mod">
          <ac:chgData name="Halan, Mridul" userId="d8402aca-56b7-4a75-97f5-504434d76ce0" providerId="ADAL" clId="{AA3C1486-642E-4193-95AF-D7E78E3DA4E9}" dt="2022-07-04T15:59:22.515" v="11020"/>
          <ac:spMkLst>
            <pc:docMk/>
            <pc:sldMk cId="851322213" sldId="6232"/>
            <ac:spMk id="141" creationId="{C9595B40-67BE-45FF-8454-8DAAC3D8BA0E}"/>
          </ac:spMkLst>
        </pc:spChg>
        <pc:spChg chg="mod">
          <ac:chgData name="Halan, Mridul" userId="d8402aca-56b7-4a75-97f5-504434d76ce0" providerId="ADAL" clId="{AA3C1486-642E-4193-95AF-D7E78E3DA4E9}" dt="2022-07-04T15:59:22.515" v="11020"/>
          <ac:spMkLst>
            <pc:docMk/>
            <pc:sldMk cId="851322213" sldId="6232"/>
            <ac:spMk id="142" creationId="{1F9BE5A3-D36D-4B56-A865-105C5BF40087}"/>
          </ac:spMkLst>
        </pc:spChg>
        <pc:spChg chg="add mod">
          <ac:chgData name="Halan, Mridul" userId="d8402aca-56b7-4a75-97f5-504434d76ce0" providerId="ADAL" clId="{AA3C1486-642E-4193-95AF-D7E78E3DA4E9}" dt="2022-07-04T15:59:22.515" v="11020"/>
          <ac:spMkLst>
            <pc:docMk/>
            <pc:sldMk cId="851322213" sldId="6232"/>
            <ac:spMk id="144" creationId="{EB546FE7-1481-4732-A19E-73011C2A01AE}"/>
          </ac:spMkLst>
        </pc:spChg>
        <pc:spChg chg="add mod">
          <ac:chgData name="Halan, Mridul" userId="d8402aca-56b7-4a75-97f5-504434d76ce0" providerId="ADAL" clId="{AA3C1486-642E-4193-95AF-D7E78E3DA4E9}" dt="2022-07-04T15:59:22.515" v="11020"/>
          <ac:spMkLst>
            <pc:docMk/>
            <pc:sldMk cId="851322213" sldId="6232"/>
            <ac:spMk id="146" creationId="{0B1E54CB-04F0-4CA0-991A-5BB2116DC7E8}"/>
          </ac:spMkLst>
        </pc:spChg>
        <pc:grpChg chg="del">
          <ac:chgData name="Halan, Mridul" userId="d8402aca-56b7-4a75-97f5-504434d76ce0" providerId="ADAL" clId="{AA3C1486-642E-4193-95AF-D7E78E3DA4E9}" dt="2022-07-04T15:59:14.354" v="11018" actId="21"/>
          <ac:grpSpMkLst>
            <pc:docMk/>
            <pc:sldMk cId="851322213" sldId="6232"/>
            <ac:grpSpMk id="67" creationId="{477E4DE9-FB9C-4138-B7D5-F1610B8EB18F}"/>
          </ac:grpSpMkLst>
        </pc:grpChg>
        <pc:grpChg chg="del">
          <ac:chgData name="Halan, Mridul" userId="d8402aca-56b7-4a75-97f5-504434d76ce0" providerId="ADAL" clId="{AA3C1486-642E-4193-95AF-D7E78E3DA4E9}" dt="2022-07-04T15:59:14.354" v="11018" actId="21"/>
          <ac:grpSpMkLst>
            <pc:docMk/>
            <pc:sldMk cId="851322213" sldId="6232"/>
            <ac:grpSpMk id="72" creationId="{2863131F-764C-4313-A97C-E4AC3A6A20BB}"/>
          </ac:grpSpMkLst>
        </pc:grpChg>
        <pc:grpChg chg="add mod">
          <ac:chgData name="Halan, Mridul" userId="d8402aca-56b7-4a75-97f5-504434d76ce0" providerId="ADAL" clId="{AA3C1486-642E-4193-95AF-D7E78E3DA4E9}" dt="2022-07-04T15:59:22.515" v="11020"/>
          <ac:grpSpMkLst>
            <pc:docMk/>
            <pc:sldMk cId="851322213" sldId="6232"/>
            <ac:grpSpMk id="74" creationId="{EAD57067-E8C2-40BD-A651-3963BB74E3B2}"/>
          </ac:grpSpMkLst>
        </pc:grpChg>
        <pc:grpChg chg="mod">
          <ac:chgData name="Halan, Mridul" userId="d8402aca-56b7-4a75-97f5-504434d76ce0" providerId="ADAL" clId="{AA3C1486-642E-4193-95AF-D7E78E3DA4E9}" dt="2022-07-04T15:59:22.515" v="11020"/>
          <ac:grpSpMkLst>
            <pc:docMk/>
            <pc:sldMk cId="851322213" sldId="6232"/>
            <ac:grpSpMk id="96" creationId="{CE81E848-EA5C-452E-AEA8-02A905F99090}"/>
          </ac:grpSpMkLst>
        </pc:grpChg>
        <pc:grpChg chg="mod">
          <ac:chgData name="Halan, Mridul" userId="d8402aca-56b7-4a75-97f5-504434d76ce0" providerId="ADAL" clId="{AA3C1486-642E-4193-95AF-D7E78E3DA4E9}" dt="2022-07-04T15:59:22.515" v="11020"/>
          <ac:grpSpMkLst>
            <pc:docMk/>
            <pc:sldMk cId="851322213" sldId="6232"/>
            <ac:grpSpMk id="98" creationId="{4B804C28-9CE2-4AAC-8E36-8CB9C060622F}"/>
          </ac:grpSpMkLst>
        </pc:grpChg>
        <pc:grpChg chg="mod">
          <ac:chgData name="Halan, Mridul" userId="d8402aca-56b7-4a75-97f5-504434d76ce0" providerId="ADAL" clId="{AA3C1486-642E-4193-95AF-D7E78E3DA4E9}" dt="2022-07-04T15:59:22.515" v="11020"/>
          <ac:grpSpMkLst>
            <pc:docMk/>
            <pc:sldMk cId="851322213" sldId="6232"/>
            <ac:grpSpMk id="99" creationId="{31D89953-CC5F-466F-92A4-4092AE19CB2D}"/>
          </ac:grpSpMkLst>
        </pc:grpChg>
        <pc:grpChg chg="mod">
          <ac:chgData name="Halan, Mridul" userId="d8402aca-56b7-4a75-97f5-504434d76ce0" providerId="ADAL" clId="{AA3C1486-642E-4193-95AF-D7E78E3DA4E9}" dt="2022-07-04T15:59:22.515" v="11020"/>
          <ac:grpSpMkLst>
            <pc:docMk/>
            <pc:sldMk cId="851322213" sldId="6232"/>
            <ac:grpSpMk id="100" creationId="{4AA39FB9-BD6F-4EC3-94F9-66D780EB0D32}"/>
          </ac:grpSpMkLst>
        </pc:grpChg>
        <pc:grpChg chg="mod">
          <ac:chgData name="Halan, Mridul" userId="d8402aca-56b7-4a75-97f5-504434d76ce0" providerId="ADAL" clId="{AA3C1486-642E-4193-95AF-D7E78E3DA4E9}" dt="2022-07-04T15:59:22.515" v="11020"/>
          <ac:grpSpMkLst>
            <pc:docMk/>
            <pc:sldMk cId="851322213" sldId="6232"/>
            <ac:grpSpMk id="101" creationId="{59803D0A-B92B-480B-9243-013C9C16DFEA}"/>
          </ac:grpSpMkLst>
        </pc:grpChg>
        <pc:grpChg chg="mod">
          <ac:chgData name="Halan, Mridul" userId="d8402aca-56b7-4a75-97f5-504434d76ce0" providerId="ADAL" clId="{AA3C1486-642E-4193-95AF-D7E78E3DA4E9}" dt="2022-07-04T15:59:22.515" v="11020"/>
          <ac:grpSpMkLst>
            <pc:docMk/>
            <pc:sldMk cId="851322213" sldId="6232"/>
            <ac:grpSpMk id="102" creationId="{37B957FC-AA16-49A0-B3B9-F155C2CFD738}"/>
          </ac:grpSpMkLst>
        </pc:grpChg>
        <pc:grpChg chg="mod">
          <ac:chgData name="Halan, Mridul" userId="d8402aca-56b7-4a75-97f5-504434d76ce0" providerId="ADAL" clId="{AA3C1486-642E-4193-95AF-D7E78E3DA4E9}" dt="2022-07-04T15:59:22.515" v="11020"/>
          <ac:grpSpMkLst>
            <pc:docMk/>
            <pc:sldMk cId="851322213" sldId="6232"/>
            <ac:grpSpMk id="112" creationId="{51D46AD4-6C05-4949-8465-1FC04F1D5770}"/>
          </ac:grpSpMkLst>
        </pc:grpChg>
        <pc:grpChg chg="mod">
          <ac:chgData name="Halan, Mridul" userId="d8402aca-56b7-4a75-97f5-504434d76ce0" providerId="ADAL" clId="{AA3C1486-642E-4193-95AF-D7E78E3DA4E9}" dt="2022-07-04T15:59:22.515" v="11020"/>
          <ac:grpSpMkLst>
            <pc:docMk/>
            <pc:sldMk cId="851322213" sldId="6232"/>
            <ac:grpSpMk id="118" creationId="{12F71386-DBF8-49FE-8F8A-5A244066CF38}"/>
          </ac:grpSpMkLst>
        </pc:grpChg>
        <pc:grpChg chg="mod">
          <ac:chgData name="Halan, Mridul" userId="d8402aca-56b7-4a75-97f5-504434d76ce0" providerId="ADAL" clId="{AA3C1486-642E-4193-95AF-D7E78E3DA4E9}" dt="2022-07-04T15:59:22.515" v="11020"/>
          <ac:grpSpMkLst>
            <pc:docMk/>
            <pc:sldMk cId="851322213" sldId="6232"/>
            <ac:grpSpMk id="124" creationId="{023C770C-F22C-4B30-8F23-A11A97EA9EB9}"/>
          </ac:grpSpMkLst>
        </pc:grpChg>
        <pc:grpChg chg="mod">
          <ac:chgData name="Halan, Mridul" userId="d8402aca-56b7-4a75-97f5-504434d76ce0" providerId="ADAL" clId="{AA3C1486-642E-4193-95AF-D7E78E3DA4E9}" dt="2022-07-04T15:59:22.515" v="11020"/>
          <ac:grpSpMkLst>
            <pc:docMk/>
            <pc:sldMk cId="851322213" sldId="6232"/>
            <ac:grpSpMk id="130" creationId="{863973FC-EC1F-4C47-A280-2C3DFE6ED175}"/>
          </ac:grpSpMkLst>
        </pc:grpChg>
        <pc:grpChg chg="add mod">
          <ac:chgData name="Halan, Mridul" userId="d8402aca-56b7-4a75-97f5-504434d76ce0" providerId="ADAL" clId="{AA3C1486-642E-4193-95AF-D7E78E3DA4E9}" dt="2022-07-04T15:59:22.515" v="11020"/>
          <ac:grpSpMkLst>
            <pc:docMk/>
            <pc:sldMk cId="851322213" sldId="6232"/>
            <ac:grpSpMk id="138" creationId="{19AF41CB-40CF-48B2-8D4A-38635EFD7168}"/>
          </ac:grpSpMkLst>
        </pc:grpChg>
        <pc:cxnChg chg="del">
          <ac:chgData name="Halan, Mridul" userId="d8402aca-56b7-4a75-97f5-504434d76ce0" providerId="ADAL" clId="{AA3C1486-642E-4193-95AF-D7E78E3DA4E9}" dt="2022-07-04T15:59:14.354" v="11018" actId="21"/>
          <ac:cxnSpMkLst>
            <pc:docMk/>
            <pc:sldMk cId="851322213" sldId="6232"/>
            <ac:cxnSpMk id="93" creationId="{00616407-01DD-4F7E-A234-DC9E2AC887B3}"/>
          </ac:cxnSpMkLst>
        </pc:cxnChg>
        <pc:cxnChg chg="mod">
          <ac:chgData name="Halan, Mridul" userId="d8402aca-56b7-4a75-97f5-504434d76ce0" providerId="ADAL" clId="{AA3C1486-642E-4193-95AF-D7E78E3DA4E9}" dt="2022-07-04T15:59:22.515" v="11020"/>
          <ac:cxnSpMkLst>
            <pc:docMk/>
            <pc:sldMk cId="851322213" sldId="6232"/>
            <ac:cxnSpMk id="111" creationId="{AD1F406F-A0A9-47F5-9DEC-1C61479915B8}"/>
          </ac:cxnSpMkLst>
        </pc:cxnChg>
        <pc:cxnChg chg="mod">
          <ac:chgData name="Halan, Mridul" userId="d8402aca-56b7-4a75-97f5-504434d76ce0" providerId="ADAL" clId="{AA3C1486-642E-4193-95AF-D7E78E3DA4E9}" dt="2022-07-04T15:59:22.515" v="11020"/>
          <ac:cxnSpMkLst>
            <pc:docMk/>
            <pc:sldMk cId="851322213" sldId="6232"/>
            <ac:cxnSpMk id="117" creationId="{0FAD879E-BCD9-41C0-BF23-E1C5B9CC20B2}"/>
          </ac:cxnSpMkLst>
        </pc:cxnChg>
        <pc:cxnChg chg="mod">
          <ac:chgData name="Halan, Mridul" userId="d8402aca-56b7-4a75-97f5-504434d76ce0" providerId="ADAL" clId="{AA3C1486-642E-4193-95AF-D7E78E3DA4E9}" dt="2022-07-04T15:59:22.515" v="11020"/>
          <ac:cxnSpMkLst>
            <pc:docMk/>
            <pc:sldMk cId="851322213" sldId="6232"/>
            <ac:cxnSpMk id="123" creationId="{EFB74B95-940A-4401-AAF0-584F59C9239F}"/>
          </ac:cxnSpMkLst>
        </pc:cxnChg>
        <pc:cxnChg chg="mod">
          <ac:chgData name="Halan, Mridul" userId="d8402aca-56b7-4a75-97f5-504434d76ce0" providerId="ADAL" clId="{AA3C1486-642E-4193-95AF-D7E78E3DA4E9}" dt="2022-07-04T15:59:22.515" v="11020"/>
          <ac:cxnSpMkLst>
            <pc:docMk/>
            <pc:sldMk cId="851322213" sldId="6232"/>
            <ac:cxnSpMk id="129" creationId="{99F99619-90D9-4D9A-86A2-6217417ECA2C}"/>
          </ac:cxnSpMkLst>
        </pc:cxnChg>
        <pc:cxnChg chg="add mod">
          <ac:chgData name="Halan, Mridul" userId="d8402aca-56b7-4a75-97f5-504434d76ce0" providerId="ADAL" clId="{AA3C1486-642E-4193-95AF-D7E78E3DA4E9}" dt="2022-07-04T15:59:22.515" v="11020"/>
          <ac:cxnSpMkLst>
            <pc:docMk/>
            <pc:sldMk cId="851322213" sldId="6232"/>
            <ac:cxnSpMk id="143" creationId="{37F20620-95C8-4235-BA62-F59F48A78169}"/>
          </ac:cxnSpMkLst>
        </pc:cxnChg>
        <pc:cxnChg chg="add mod">
          <ac:chgData name="Halan, Mridul" userId="d8402aca-56b7-4a75-97f5-504434d76ce0" providerId="ADAL" clId="{AA3C1486-642E-4193-95AF-D7E78E3DA4E9}" dt="2022-07-04T15:59:22.515" v="11020"/>
          <ac:cxnSpMkLst>
            <pc:docMk/>
            <pc:sldMk cId="851322213" sldId="6232"/>
            <ac:cxnSpMk id="145" creationId="{FA58D644-A3D8-4371-9779-14A6079D9122}"/>
          </ac:cxnSpMkLst>
        </pc:cxnChg>
      </pc:sldChg>
      <pc:sldChg chg="addSp delSp modSp add mod">
        <pc:chgData name="Halan, Mridul" userId="d8402aca-56b7-4a75-97f5-504434d76ce0" providerId="ADAL" clId="{AA3C1486-642E-4193-95AF-D7E78E3DA4E9}" dt="2022-07-04T16:09:01.233" v="11083" actId="14100"/>
        <pc:sldMkLst>
          <pc:docMk/>
          <pc:sldMk cId="4074865643" sldId="6233"/>
        </pc:sldMkLst>
        <pc:spChg chg="mod">
          <ac:chgData name="Halan, Mridul" userId="d8402aca-56b7-4a75-97f5-504434d76ce0" providerId="ADAL" clId="{AA3C1486-642E-4193-95AF-D7E78E3DA4E9}" dt="2022-07-04T16:08:56.445" v="11082"/>
          <ac:spMkLst>
            <pc:docMk/>
            <pc:sldMk cId="4074865643" sldId="6233"/>
            <ac:spMk id="2" creationId="{EF5ED846-31EA-42B1-87CA-5AF9F3EB4F42}"/>
          </ac:spMkLst>
        </pc:spChg>
        <pc:spChg chg="add mod">
          <ac:chgData name="Halan, Mridul" userId="d8402aca-56b7-4a75-97f5-504434d76ce0" providerId="ADAL" clId="{AA3C1486-642E-4193-95AF-D7E78E3DA4E9}" dt="2022-07-04T16:06:00.527" v="11065" actId="1076"/>
          <ac:spMkLst>
            <pc:docMk/>
            <pc:sldMk cId="4074865643" sldId="6233"/>
            <ac:spMk id="62" creationId="{CB1335BB-65F7-42E0-ADE7-9D8F2D0DE69B}"/>
          </ac:spMkLst>
        </pc:spChg>
        <pc:spChg chg="add mod">
          <ac:chgData name="Halan, Mridul" userId="d8402aca-56b7-4a75-97f5-504434d76ce0" providerId="ADAL" clId="{AA3C1486-642E-4193-95AF-D7E78E3DA4E9}" dt="2022-07-04T16:00:28.398" v="11033"/>
          <ac:spMkLst>
            <pc:docMk/>
            <pc:sldMk cId="4074865643" sldId="6233"/>
            <ac:spMk id="63" creationId="{1C33154F-E242-4386-B937-BA6C2A78F0BA}"/>
          </ac:spMkLst>
        </pc:spChg>
        <pc:spChg chg="add mod">
          <ac:chgData name="Halan, Mridul" userId="d8402aca-56b7-4a75-97f5-504434d76ce0" providerId="ADAL" clId="{AA3C1486-642E-4193-95AF-D7E78E3DA4E9}" dt="2022-07-04T16:08:08.436" v="11076" actId="693"/>
          <ac:spMkLst>
            <pc:docMk/>
            <pc:sldMk cId="4074865643" sldId="6233"/>
            <ac:spMk id="64" creationId="{F03E8E32-D69D-44C7-BA8D-4F4B0E0DE058}"/>
          </ac:spMkLst>
        </pc:spChg>
        <pc:spChg chg="add mod">
          <ac:chgData name="Halan, Mridul" userId="d8402aca-56b7-4a75-97f5-504434d76ce0" providerId="ADAL" clId="{AA3C1486-642E-4193-95AF-D7E78E3DA4E9}" dt="2022-07-04T16:00:28.398" v="11033"/>
          <ac:spMkLst>
            <pc:docMk/>
            <pc:sldMk cId="4074865643" sldId="6233"/>
            <ac:spMk id="65" creationId="{C7504B1B-8165-4C22-A61F-A14DBE9F557E}"/>
          </ac:spMkLst>
        </pc:spChg>
        <pc:spChg chg="add mod">
          <ac:chgData name="Halan, Mridul" userId="d8402aca-56b7-4a75-97f5-504434d76ce0" providerId="ADAL" clId="{AA3C1486-642E-4193-95AF-D7E78E3DA4E9}" dt="2022-07-04T16:01:08.165" v="11044" actId="1076"/>
          <ac:spMkLst>
            <pc:docMk/>
            <pc:sldMk cId="4074865643" sldId="6233"/>
            <ac:spMk id="68" creationId="{19CCA4EE-663E-4F49-A6D7-EF6B91D77D2C}"/>
          </ac:spMkLst>
        </pc:spChg>
        <pc:spChg chg="del">
          <ac:chgData name="Halan, Mridul" userId="d8402aca-56b7-4a75-97f5-504434d76ce0" providerId="ADAL" clId="{AA3C1486-642E-4193-95AF-D7E78E3DA4E9}" dt="2022-07-04T16:00:12.528" v="11029" actId="21"/>
          <ac:spMkLst>
            <pc:docMk/>
            <pc:sldMk cId="4074865643" sldId="6233"/>
            <ac:spMk id="70" creationId="{1B6D19CB-BA09-40D6-A717-441F2CB7319D}"/>
          </ac:spMkLst>
        </pc:spChg>
        <pc:spChg chg="del">
          <ac:chgData name="Halan, Mridul" userId="d8402aca-56b7-4a75-97f5-504434d76ce0" providerId="ADAL" clId="{AA3C1486-642E-4193-95AF-D7E78E3DA4E9}" dt="2022-07-04T16:00:12.528" v="11029" actId="21"/>
          <ac:spMkLst>
            <pc:docMk/>
            <pc:sldMk cId="4074865643" sldId="6233"/>
            <ac:spMk id="137" creationId="{9BD5639C-7F65-4FA3-AA07-B9AFCCE112E8}"/>
          </ac:spMkLst>
        </pc:spChg>
        <pc:spChg chg="del">
          <ac:chgData name="Halan, Mridul" userId="d8402aca-56b7-4a75-97f5-504434d76ce0" providerId="ADAL" clId="{AA3C1486-642E-4193-95AF-D7E78E3DA4E9}" dt="2022-07-04T16:00:12.528" v="11029" actId="21"/>
          <ac:spMkLst>
            <pc:docMk/>
            <pc:sldMk cId="4074865643" sldId="6233"/>
            <ac:spMk id="144" creationId="{EB546FE7-1481-4732-A19E-73011C2A01AE}"/>
          </ac:spMkLst>
        </pc:spChg>
        <pc:spChg chg="del">
          <ac:chgData name="Halan, Mridul" userId="d8402aca-56b7-4a75-97f5-504434d76ce0" providerId="ADAL" clId="{AA3C1486-642E-4193-95AF-D7E78E3DA4E9}" dt="2022-07-04T16:00:12.528" v="11029" actId="21"/>
          <ac:spMkLst>
            <pc:docMk/>
            <pc:sldMk cId="4074865643" sldId="6233"/>
            <ac:spMk id="146" creationId="{0B1E54CB-04F0-4CA0-991A-5BB2116DC7E8}"/>
          </ac:spMkLst>
        </pc:spChg>
        <pc:grpChg chg="del">
          <ac:chgData name="Halan, Mridul" userId="d8402aca-56b7-4a75-97f5-504434d76ce0" providerId="ADAL" clId="{AA3C1486-642E-4193-95AF-D7E78E3DA4E9}" dt="2022-07-04T16:00:12.528" v="11029" actId="21"/>
          <ac:grpSpMkLst>
            <pc:docMk/>
            <pc:sldMk cId="4074865643" sldId="6233"/>
            <ac:grpSpMk id="74" creationId="{EAD57067-E8C2-40BD-A651-3963BB74E3B2}"/>
          </ac:grpSpMkLst>
        </pc:grpChg>
        <pc:grpChg chg="del">
          <ac:chgData name="Halan, Mridul" userId="d8402aca-56b7-4a75-97f5-504434d76ce0" providerId="ADAL" clId="{AA3C1486-642E-4193-95AF-D7E78E3DA4E9}" dt="2022-07-04T16:00:12.528" v="11029" actId="21"/>
          <ac:grpSpMkLst>
            <pc:docMk/>
            <pc:sldMk cId="4074865643" sldId="6233"/>
            <ac:grpSpMk id="138" creationId="{19AF41CB-40CF-48B2-8D4A-38635EFD7168}"/>
          </ac:grpSpMkLst>
        </pc:grpChg>
        <pc:graphicFrameChg chg="add mod modGraphic">
          <ac:chgData name="Halan, Mridul" userId="d8402aca-56b7-4a75-97f5-504434d76ce0" providerId="ADAL" clId="{AA3C1486-642E-4193-95AF-D7E78E3DA4E9}" dt="2022-07-04T16:08:24.048" v="11079" actId="14734"/>
          <ac:graphicFrameMkLst>
            <pc:docMk/>
            <pc:sldMk cId="4074865643" sldId="6233"/>
            <ac:graphicFrameMk id="66" creationId="{DDBBB010-A464-43D2-BBDC-4B93E72DC6F6}"/>
          </ac:graphicFrameMkLst>
        </pc:graphicFrameChg>
        <pc:graphicFrameChg chg="add mod">
          <ac:chgData name="Halan, Mridul" userId="d8402aca-56b7-4a75-97f5-504434d76ce0" providerId="ADAL" clId="{AA3C1486-642E-4193-95AF-D7E78E3DA4E9}" dt="2022-07-04T16:09:01.233" v="11083" actId="14100"/>
          <ac:graphicFrameMkLst>
            <pc:docMk/>
            <pc:sldMk cId="4074865643" sldId="6233"/>
            <ac:graphicFrameMk id="67" creationId="{50E9A438-9033-4763-B573-ABA62173F2D4}"/>
          </ac:graphicFrameMkLst>
        </pc:graphicFrameChg>
        <pc:cxnChg chg="del">
          <ac:chgData name="Halan, Mridul" userId="d8402aca-56b7-4a75-97f5-504434d76ce0" providerId="ADAL" clId="{AA3C1486-642E-4193-95AF-D7E78E3DA4E9}" dt="2022-07-04T16:00:12.528" v="11029" actId="21"/>
          <ac:cxnSpMkLst>
            <pc:docMk/>
            <pc:sldMk cId="4074865643" sldId="6233"/>
            <ac:cxnSpMk id="143" creationId="{37F20620-95C8-4235-BA62-F59F48A78169}"/>
          </ac:cxnSpMkLst>
        </pc:cxnChg>
        <pc:cxnChg chg="del">
          <ac:chgData name="Halan, Mridul" userId="d8402aca-56b7-4a75-97f5-504434d76ce0" providerId="ADAL" clId="{AA3C1486-642E-4193-95AF-D7E78E3DA4E9}" dt="2022-07-04T16:00:12.528" v="11029" actId="21"/>
          <ac:cxnSpMkLst>
            <pc:docMk/>
            <pc:sldMk cId="4074865643" sldId="6233"/>
            <ac:cxnSpMk id="145" creationId="{FA58D644-A3D8-4371-9779-14A6079D9122}"/>
          </ac:cxnSpMkLst>
        </pc:cxnChg>
      </pc:sldChg>
      <pc:sldMasterChg chg="add del addSldLayout delSldLayout">
        <pc:chgData name="Halan, Mridul" userId="d8402aca-56b7-4a75-97f5-504434d76ce0" providerId="ADAL" clId="{AA3C1486-642E-4193-95AF-D7E78E3DA4E9}" dt="2022-06-30T10:09:48.280" v="3356" actId="2696"/>
        <pc:sldMasterMkLst>
          <pc:docMk/>
          <pc:sldMasterMk cId="90218404" sldId="2147484071"/>
        </pc:sldMasterMkLst>
        <pc:sldLayoutChg chg="add del">
          <pc:chgData name="Halan, Mridul" userId="d8402aca-56b7-4a75-97f5-504434d76ce0" providerId="ADAL" clId="{AA3C1486-642E-4193-95AF-D7E78E3DA4E9}" dt="2022-06-30T10:09:48.280" v="3356" actId="2696"/>
          <pc:sldLayoutMkLst>
            <pc:docMk/>
            <pc:sldMasterMk cId="90218404" sldId="2147484071"/>
            <pc:sldLayoutMk cId="2608354714" sldId="2147484072"/>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660487253" sldId="2147484073"/>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621195290" sldId="2147484074"/>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934693761" sldId="2147484075"/>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583266693" sldId="2147484076"/>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008776049" sldId="2147484077"/>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665879457" sldId="2147484078"/>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81585832" sldId="2147484079"/>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011802609" sldId="2147484080"/>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690524779" sldId="2147484081"/>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221639224" sldId="2147484082"/>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252393748" sldId="2147484083"/>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813210486" sldId="2147484084"/>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399652962" sldId="2147484085"/>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692983159" sldId="2147484086"/>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751475958" sldId="2147484087"/>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9824116" sldId="2147484088"/>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957759443" sldId="2147484089"/>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773843252" sldId="2147484090"/>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561120151" sldId="2147484091"/>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150586622" sldId="2147484092"/>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750312443" sldId="2147484093"/>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665233385" sldId="2147484094"/>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79430932" sldId="2147484095"/>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274428456" sldId="2147484096"/>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566393126" sldId="2147484097"/>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838910005" sldId="2147484098"/>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887868573" sldId="2147484099"/>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685834784" sldId="2147484100"/>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4049323370" sldId="2147484101"/>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381294773" sldId="2147484102"/>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057562915" sldId="2147484103"/>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937416240" sldId="2147484104"/>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42192426" sldId="2147484105"/>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616838218" sldId="2147484106"/>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425211482" sldId="2147484107"/>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815299346" sldId="2147484108"/>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893581862" sldId="2147484109"/>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083855070" sldId="2147484110"/>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477423715" sldId="2147484111"/>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791784674" sldId="2147484112"/>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7597507" sldId="2147484113"/>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808373787" sldId="2147484114"/>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625273300" sldId="2147484115"/>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431116861" sldId="2147484116"/>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897436917" sldId="2147484117"/>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137579931" sldId="2147484118"/>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866759593" sldId="2147484119"/>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4194634271" sldId="2147484120"/>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220250834" sldId="2147484121"/>
          </pc:sldLayoutMkLst>
        </pc:sldLayoutChg>
      </pc:sldMasterChg>
      <pc:sldMasterChg chg="del delSldLayout">
        <pc:chgData name="Halan, Mridul" userId="d8402aca-56b7-4a75-97f5-504434d76ce0" providerId="ADAL" clId="{AA3C1486-642E-4193-95AF-D7E78E3DA4E9}" dt="2022-07-02T07:33:26.220" v="6266" actId="2696"/>
        <pc:sldMasterMkLst>
          <pc:docMk/>
          <pc:sldMasterMk cId="1450240559" sldId="2147484124"/>
        </pc:sldMasterMkLst>
        <pc:sldLayoutChg chg="del">
          <pc:chgData name="Halan, Mridul" userId="d8402aca-56b7-4a75-97f5-504434d76ce0" providerId="ADAL" clId="{AA3C1486-642E-4193-95AF-D7E78E3DA4E9}" dt="2022-07-02T07:33:26.220" v="6266" actId="2696"/>
          <pc:sldLayoutMkLst>
            <pc:docMk/>
            <pc:sldMasterMk cId="1450240559" sldId="2147484124"/>
            <pc:sldLayoutMk cId="3790801011" sldId="2147484125"/>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138466657" sldId="2147484126"/>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4230326570" sldId="2147484127"/>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3562398047" sldId="2147484128"/>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2477360563" sldId="2147484129"/>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2802272431" sldId="2147484130"/>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4125305216" sldId="2147484131"/>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1407533578" sldId="2147484132"/>
          </pc:sldLayoutMkLst>
        </pc:sldLayoutChg>
      </pc:sldMasterChg>
      <pc:sldMasterChg chg="del delSldLayout">
        <pc:chgData name="Halan, Mridul" userId="d8402aca-56b7-4a75-97f5-504434d76ce0" providerId="ADAL" clId="{AA3C1486-642E-4193-95AF-D7E78E3DA4E9}" dt="2022-07-04T15:47:13.827" v="10860" actId="2696"/>
        <pc:sldMasterMkLst>
          <pc:docMk/>
          <pc:sldMasterMk cId="4119867864" sldId="2147484133"/>
        </pc:sldMasterMkLst>
        <pc:sldLayoutChg chg="del">
          <pc:chgData name="Halan, Mridul" userId="d8402aca-56b7-4a75-97f5-504434d76ce0" providerId="ADAL" clId="{AA3C1486-642E-4193-95AF-D7E78E3DA4E9}" dt="2022-07-04T15:47:13.827" v="10860" actId="2696"/>
          <pc:sldLayoutMkLst>
            <pc:docMk/>
            <pc:sldMasterMk cId="4119867864" sldId="2147484133"/>
            <pc:sldLayoutMk cId="2863594526" sldId="2147484134"/>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444825195" sldId="2147484135"/>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1759748159" sldId="2147484136"/>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602897868" sldId="2147484137"/>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1490390954" sldId="2147484138"/>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1240083756" sldId="2147484139"/>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1949995147" sldId="2147484140"/>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257696426" sldId="2147484142"/>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723582440" sldId="2147484148"/>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1962296419" sldId="2147484150"/>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504875918" sldId="2147484151"/>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3422448870" sldId="2147484152"/>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247364166" sldId="2147484153"/>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476247312" sldId="2147484154"/>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543096691" sldId="2147484155"/>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4081824323" sldId="2147484156"/>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1851072168" sldId="2147484157"/>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665908756" sldId="2147484158"/>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4111783095" sldId="2147484160"/>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85890765" sldId="2147484162"/>
          </pc:sldLayoutMkLst>
        </pc:sldLayoutChg>
      </pc:sldMasterChg>
      <pc:sldMasterChg chg="delSldLayout">
        <pc:chgData name="Halan, Mridul" userId="d8402aca-56b7-4a75-97f5-504434d76ce0" providerId="ADAL" clId="{AA3C1486-642E-4193-95AF-D7E78E3DA4E9}" dt="2022-07-04T15:59:53.892" v="11027" actId="2696"/>
        <pc:sldMasterMkLst>
          <pc:docMk/>
          <pc:sldMasterMk cId="3197474883" sldId="2147484169"/>
        </pc:sldMasterMkLst>
        <pc:sldLayoutChg chg="del">
          <pc:chgData name="Halan, Mridul" userId="d8402aca-56b7-4a75-97f5-504434d76ce0" providerId="ADAL" clId="{AA3C1486-642E-4193-95AF-D7E78E3DA4E9}" dt="2022-07-04T15:59:53.892" v="11027" actId="2696"/>
          <pc:sldLayoutMkLst>
            <pc:docMk/>
            <pc:sldMasterMk cId="3197474883" sldId="2147484169"/>
            <pc:sldLayoutMk cId="1801254837" sldId="2147484163"/>
          </pc:sldLayoutMkLst>
        </pc:sldLayoutChg>
      </pc:sldMasterChg>
    </pc:docChg>
  </pc:docChgLst>
  <pc:docChgLst>
    <pc:chgData name="Mukherjee, Shouvik" userId="S::shomukherjee@deloitte.com::8a0946e8-3a6b-4d5c-947d-73f4cd578335" providerId="AD" clId="Web-{F47A8384-9B9B-49C4-B330-6FCE9D3852B8}"/>
    <pc:docChg chg="addSld modSld addMainMaster modMainMaster">
      <pc:chgData name="Mukherjee, Shouvik" userId="S::shomukherjee@deloitte.com::8a0946e8-3a6b-4d5c-947d-73f4cd578335" providerId="AD" clId="Web-{F47A8384-9B9B-49C4-B330-6FCE9D3852B8}" dt="2023-08-08T10:29:12.475" v="225"/>
      <pc:docMkLst>
        <pc:docMk/>
      </pc:docMkLst>
      <pc:sldChg chg="delSp modSp">
        <pc:chgData name="Mukherjee, Shouvik" userId="S::shomukherjee@deloitte.com::8a0946e8-3a6b-4d5c-947d-73f4cd578335" providerId="AD" clId="Web-{F47A8384-9B9B-49C4-B330-6FCE9D3852B8}" dt="2023-08-08T10:06:59.144" v="59"/>
        <pc:sldMkLst>
          <pc:docMk/>
          <pc:sldMk cId="2843776525" sldId="6198"/>
        </pc:sldMkLst>
        <pc:spChg chg="mod">
          <ac:chgData name="Mukherjee, Shouvik" userId="S::shomukherjee@deloitte.com::8a0946e8-3a6b-4d5c-947d-73f4cd578335" providerId="AD" clId="Web-{F47A8384-9B9B-49C4-B330-6FCE9D3852B8}" dt="2023-08-08T10:06:28.971" v="54" actId="14100"/>
          <ac:spMkLst>
            <pc:docMk/>
            <pc:sldMk cId="2843776525" sldId="6198"/>
            <ac:spMk id="66" creationId="{842E14E8-DCF0-4845-9EA2-73ACA719299E}"/>
          </ac:spMkLst>
        </pc:spChg>
        <pc:spChg chg="mod">
          <ac:chgData name="Mukherjee, Shouvik" userId="S::shomukherjee@deloitte.com::8a0946e8-3a6b-4d5c-947d-73f4cd578335" providerId="AD" clId="Web-{F47A8384-9B9B-49C4-B330-6FCE9D3852B8}" dt="2023-08-08T10:06:47.018" v="55" actId="1076"/>
          <ac:spMkLst>
            <pc:docMk/>
            <pc:sldMk cId="2843776525" sldId="6198"/>
            <ac:spMk id="67" creationId="{6A5B0F3A-17CF-4EE7-B022-52286E14C876}"/>
          </ac:spMkLst>
        </pc:spChg>
        <pc:spChg chg="del mod">
          <ac:chgData name="Mukherjee, Shouvik" userId="S::shomukherjee@deloitte.com::8a0946e8-3a6b-4d5c-947d-73f4cd578335" providerId="AD" clId="Web-{F47A8384-9B9B-49C4-B330-6FCE9D3852B8}" dt="2023-08-08T10:06:59.144" v="59"/>
          <ac:spMkLst>
            <pc:docMk/>
            <pc:sldMk cId="2843776525" sldId="6198"/>
            <ac:spMk id="76" creationId="{9654A25B-2A00-4FC1-96A3-03B88F688FF3}"/>
          </ac:spMkLst>
        </pc:spChg>
        <pc:picChg chg="mod">
          <ac:chgData name="Mukherjee, Shouvik" userId="S::shomukherjee@deloitte.com::8a0946e8-3a6b-4d5c-947d-73f4cd578335" providerId="AD" clId="Web-{F47A8384-9B9B-49C4-B330-6FCE9D3852B8}" dt="2023-08-08T10:06:53.394" v="57" actId="1076"/>
          <ac:picMkLst>
            <pc:docMk/>
            <pc:sldMk cId="2843776525" sldId="6198"/>
            <ac:picMk id="3" creationId="{AA456107-981C-8C30-ACF1-8953D7A8E7E5}"/>
          </ac:picMkLst>
        </pc:picChg>
      </pc:sldChg>
      <pc:sldChg chg="modSp">
        <pc:chgData name="Mukherjee, Shouvik" userId="S::shomukherjee@deloitte.com::8a0946e8-3a6b-4d5c-947d-73f4cd578335" providerId="AD" clId="Web-{F47A8384-9B9B-49C4-B330-6FCE9D3852B8}" dt="2023-08-08T10:03:40.246" v="38" actId="20577"/>
        <pc:sldMkLst>
          <pc:docMk/>
          <pc:sldMk cId="3576935063" sldId="6238"/>
        </pc:sldMkLst>
        <pc:spChg chg="mod">
          <ac:chgData name="Mukherjee, Shouvik" userId="S::shomukherjee@deloitte.com::8a0946e8-3a6b-4d5c-947d-73f4cd578335" providerId="AD" clId="Web-{F47A8384-9B9B-49C4-B330-6FCE9D3852B8}" dt="2023-08-08T10:03:40.246" v="38" actId="20577"/>
          <ac:spMkLst>
            <pc:docMk/>
            <pc:sldMk cId="3576935063" sldId="6238"/>
            <ac:spMk id="21" creationId="{5FCCF408-CEA1-9D8C-1E43-BBC1B95FC50B}"/>
          </ac:spMkLst>
        </pc:spChg>
      </pc:sldChg>
      <pc:sldChg chg="addSp delSp modSp">
        <pc:chgData name="Mukherjee, Shouvik" userId="S::shomukherjee@deloitte.com::8a0946e8-3a6b-4d5c-947d-73f4cd578335" providerId="AD" clId="Web-{F47A8384-9B9B-49C4-B330-6FCE9D3852B8}" dt="2023-08-08T10:05:37.516" v="49" actId="14100"/>
        <pc:sldMkLst>
          <pc:docMk/>
          <pc:sldMk cId="2952623305" sldId="6239"/>
        </pc:sldMkLst>
        <pc:spChg chg="mod">
          <ac:chgData name="Mukherjee, Shouvik" userId="S::shomukherjee@deloitte.com::8a0946e8-3a6b-4d5c-947d-73f4cd578335" providerId="AD" clId="Web-{F47A8384-9B9B-49C4-B330-6FCE9D3852B8}" dt="2023-08-08T10:04:10.356" v="42" actId="20577"/>
          <ac:spMkLst>
            <pc:docMk/>
            <pc:sldMk cId="2952623305" sldId="6239"/>
            <ac:spMk id="63" creationId="{08567972-DA6F-437A-B80F-7AE5BA54BA95}"/>
          </ac:spMkLst>
        </pc:spChg>
        <pc:picChg chg="add mod">
          <ac:chgData name="Mukherjee, Shouvik" userId="S::shomukherjee@deloitte.com::8a0946e8-3a6b-4d5c-947d-73f4cd578335" providerId="AD" clId="Web-{F47A8384-9B9B-49C4-B330-6FCE9D3852B8}" dt="2023-08-08T10:05:37.516" v="49" actId="14100"/>
          <ac:picMkLst>
            <pc:docMk/>
            <pc:sldMk cId="2952623305" sldId="6239"/>
            <ac:picMk id="2" creationId="{12A8EB1E-0F70-783D-CBAF-8934B29975D2}"/>
          </ac:picMkLst>
        </pc:picChg>
        <pc:picChg chg="del">
          <ac:chgData name="Mukherjee, Shouvik" userId="S::shomukherjee@deloitte.com::8a0946e8-3a6b-4d5c-947d-73f4cd578335" providerId="AD" clId="Web-{F47A8384-9B9B-49C4-B330-6FCE9D3852B8}" dt="2023-08-08T10:04:26.622" v="43"/>
          <ac:picMkLst>
            <pc:docMk/>
            <pc:sldMk cId="2952623305" sldId="6239"/>
            <ac:picMk id="3" creationId="{B341595D-7EBE-3EF4-C373-8AB52248099E}"/>
          </ac:picMkLst>
        </pc:picChg>
      </pc:sldChg>
      <pc:sldChg chg="addSp delSp modSp add">
        <pc:chgData name="Mukherjee, Shouvik" userId="S::shomukherjee@deloitte.com::8a0946e8-3a6b-4d5c-947d-73f4cd578335" providerId="AD" clId="Web-{F47A8384-9B9B-49C4-B330-6FCE9D3852B8}" dt="2023-08-08T10:29:12.475" v="225"/>
        <pc:sldMkLst>
          <pc:docMk/>
          <pc:sldMk cId="2976953801" sldId="2147374247"/>
        </pc:sldMkLst>
        <pc:spChg chg="add del mod">
          <ac:chgData name="Mukherjee, Shouvik" userId="S::shomukherjee@deloitte.com::8a0946e8-3a6b-4d5c-947d-73f4cd578335" providerId="AD" clId="Web-{F47A8384-9B9B-49C4-B330-6FCE9D3852B8}" dt="2023-08-08T10:18:16.747" v="65"/>
          <ac:spMkLst>
            <pc:docMk/>
            <pc:sldMk cId="2976953801" sldId="2147374247"/>
            <ac:spMk id="5" creationId="{3CF67C9D-E889-F052-85B0-C382977683AE}"/>
          </ac:spMkLst>
        </pc:spChg>
        <pc:spChg chg="add del mod">
          <ac:chgData name="Mukherjee, Shouvik" userId="S::shomukherjee@deloitte.com::8a0946e8-3a6b-4d5c-947d-73f4cd578335" providerId="AD" clId="Web-{F47A8384-9B9B-49C4-B330-6FCE9D3852B8}" dt="2023-08-08T10:19:10.765" v="100"/>
          <ac:spMkLst>
            <pc:docMk/>
            <pc:sldMk cId="2976953801" sldId="2147374247"/>
            <ac:spMk id="6" creationId="{7148D683-A39D-AB36-6367-58F2C5CB9F7D}"/>
          </ac:spMkLst>
        </pc:spChg>
        <pc:spChg chg="del mod">
          <ac:chgData name="Mukherjee, Shouvik" userId="S::shomukherjee@deloitte.com::8a0946e8-3a6b-4d5c-947d-73f4cd578335" providerId="AD" clId="Web-{F47A8384-9B9B-49C4-B330-6FCE9D3852B8}" dt="2023-08-08T10:18:09.106" v="64"/>
          <ac:spMkLst>
            <pc:docMk/>
            <pc:sldMk cId="2976953801" sldId="2147374247"/>
            <ac:spMk id="7" creationId="{00000000-0000-0000-0000-000000000000}"/>
          </ac:spMkLst>
        </pc:spChg>
        <pc:spChg chg="mod">
          <ac:chgData name="Mukherjee, Shouvik" userId="S::shomukherjee@deloitte.com::8a0946e8-3a6b-4d5c-947d-73f4cd578335" providerId="AD" clId="Web-{F47A8384-9B9B-49C4-B330-6FCE9D3852B8}" dt="2023-08-08T10:27:27.284" v="201" actId="1076"/>
          <ac:spMkLst>
            <pc:docMk/>
            <pc:sldMk cId="2976953801" sldId="2147374247"/>
            <ac:spMk id="8" creationId="{00000000-0000-0000-0000-000000000000}"/>
          </ac:spMkLst>
        </pc:spChg>
        <pc:spChg chg="add del mod">
          <ac:chgData name="Mukherjee, Shouvik" userId="S::shomukherjee@deloitte.com::8a0946e8-3a6b-4d5c-947d-73f4cd578335" providerId="AD" clId="Web-{F47A8384-9B9B-49C4-B330-6FCE9D3852B8}" dt="2023-08-08T10:27:19.158" v="200" actId="14100"/>
          <ac:spMkLst>
            <pc:docMk/>
            <pc:sldMk cId="2976953801" sldId="2147374247"/>
            <ac:spMk id="13" creationId="{17890F04-107C-6B72-074E-FDECAACDFDD2}"/>
          </ac:spMkLst>
        </pc:spChg>
        <pc:spChg chg="mod">
          <ac:chgData name="Mukherjee, Shouvik" userId="S::shomukherjee@deloitte.com::8a0946e8-3a6b-4d5c-947d-73f4cd578335" providerId="AD" clId="Web-{F47A8384-9B9B-49C4-B330-6FCE9D3852B8}" dt="2023-08-08T10:23:56.401" v="161"/>
          <ac:spMkLst>
            <pc:docMk/>
            <pc:sldMk cId="2976953801" sldId="2147374247"/>
            <ac:spMk id="14" creationId="{00000000-0000-0000-0000-000000000000}"/>
          </ac:spMkLst>
        </pc:spChg>
        <pc:spChg chg="mod">
          <ac:chgData name="Mukherjee, Shouvik" userId="S::shomukherjee@deloitte.com::8a0946e8-3a6b-4d5c-947d-73f4cd578335" providerId="AD" clId="Web-{F47A8384-9B9B-49C4-B330-6FCE9D3852B8}" dt="2023-08-08T10:24:20.152" v="166" actId="1076"/>
          <ac:spMkLst>
            <pc:docMk/>
            <pc:sldMk cId="2976953801" sldId="2147374247"/>
            <ac:spMk id="15" creationId="{00000000-0000-0000-0000-000000000000}"/>
          </ac:spMkLst>
        </pc:spChg>
        <pc:spChg chg="mod">
          <ac:chgData name="Mukherjee, Shouvik" userId="S::shomukherjee@deloitte.com::8a0946e8-3a6b-4d5c-947d-73f4cd578335" providerId="AD" clId="Web-{F47A8384-9B9B-49C4-B330-6FCE9D3852B8}" dt="2023-08-08T10:24:23.105" v="167" actId="1076"/>
          <ac:spMkLst>
            <pc:docMk/>
            <pc:sldMk cId="2976953801" sldId="2147374247"/>
            <ac:spMk id="17" creationId="{00000000-0000-0000-0000-000000000000}"/>
          </ac:spMkLst>
        </pc:spChg>
        <pc:spChg chg="mod">
          <ac:chgData name="Mukherjee, Shouvik" userId="S::shomukherjee@deloitte.com::8a0946e8-3a6b-4d5c-947d-73f4cd578335" providerId="AD" clId="Web-{F47A8384-9B9B-49C4-B330-6FCE9D3852B8}" dt="2023-08-08T10:25:40.061" v="171" actId="20577"/>
          <ac:spMkLst>
            <pc:docMk/>
            <pc:sldMk cId="2976953801" sldId="2147374247"/>
            <ac:spMk id="18" creationId="{00000000-0000-0000-0000-000000000000}"/>
          </ac:spMkLst>
        </pc:spChg>
        <pc:spChg chg="mod">
          <ac:chgData name="Mukherjee, Shouvik" userId="S::shomukherjee@deloitte.com::8a0946e8-3a6b-4d5c-947d-73f4cd578335" providerId="AD" clId="Web-{F47A8384-9B9B-49C4-B330-6FCE9D3852B8}" dt="2023-08-08T10:23:34.103" v="154" actId="1076"/>
          <ac:spMkLst>
            <pc:docMk/>
            <pc:sldMk cId="2976953801" sldId="2147374247"/>
            <ac:spMk id="19" creationId="{00000000-0000-0000-0000-000000000000}"/>
          </ac:spMkLst>
        </pc:spChg>
        <pc:spChg chg="mod">
          <ac:chgData name="Mukherjee, Shouvik" userId="S::shomukherjee@deloitte.com::8a0946e8-3a6b-4d5c-947d-73f4cd578335" providerId="AD" clId="Web-{F47A8384-9B9B-49C4-B330-6FCE9D3852B8}" dt="2023-08-08T10:23:47.260" v="159" actId="20577"/>
          <ac:spMkLst>
            <pc:docMk/>
            <pc:sldMk cId="2976953801" sldId="2147374247"/>
            <ac:spMk id="20" creationId="{00000000-0000-0000-0000-000000000000}"/>
          </ac:spMkLst>
        </pc:spChg>
        <pc:spChg chg="mod">
          <ac:chgData name="Mukherjee, Shouvik" userId="S::shomukherjee@deloitte.com::8a0946e8-3a6b-4d5c-947d-73f4cd578335" providerId="AD" clId="Web-{F47A8384-9B9B-49C4-B330-6FCE9D3852B8}" dt="2023-08-08T10:23:50.525" v="160" actId="20577"/>
          <ac:spMkLst>
            <pc:docMk/>
            <pc:sldMk cId="2976953801" sldId="2147374247"/>
            <ac:spMk id="21" creationId="{00000000-0000-0000-0000-000000000000}"/>
          </ac:spMkLst>
        </pc:spChg>
        <pc:spChg chg="mod">
          <ac:chgData name="Mukherjee, Shouvik" userId="S::shomukherjee@deloitte.com::8a0946e8-3a6b-4d5c-947d-73f4cd578335" providerId="AD" clId="Web-{F47A8384-9B9B-49C4-B330-6FCE9D3852B8}" dt="2023-08-08T10:22:25.585" v="140" actId="1076"/>
          <ac:spMkLst>
            <pc:docMk/>
            <pc:sldMk cId="2976953801" sldId="2147374247"/>
            <ac:spMk id="22" creationId="{00000000-0000-0000-0000-000000000000}"/>
          </ac:spMkLst>
        </pc:spChg>
        <pc:spChg chg="mod">
          <ac:chgData name="Mukherjee, Shouvik" userId="S::shomukherjee@deloitte.com::8a0946e8-3a6b-4d5c-947d-73f4cd578335" providerId="AD" clId="Web-{F47A8384-9B9B-49C4-B330-6FCE9D3852B8}" dt="2023-08-08T10:25:45.514" v="172" actId="1076"/>
          <ac:spMkLst>
            <pc:docMk/>
            <pc:sldMk cId="2976953801" sldId="2147374247"/>
            <ac:spMk id="23" creationId="{00000000-0000-0000-0000-000000000000}"/>
          </ac:spMkLst>
        </pc:spChg>
        <pc:spChg chg="add del mod">
          <ac:chgData name="Mukherjee, Shouvik" userId="S::shomukherjee@deloitte.com::8a0946e8-3a6b-4d5c-947d-73f4cd578335" providerId="AD" clId="Web-{F47A8384-9B9B-49C4-B330-6FCE9D3852B8}" dt="2023-08-08T10:18:51.217" v="94"/>
          <ac:spMkLst>
            <pc:docMk/>
            <pc:sldMk cId="2976953801" sldId="2147374247"/>
            <ac:spMk id="39" creationId="{F2F3E70F-9C48-6182-24A9-9830CAC09B2D}"/>
          </ac:spMkLst>
        </pc:spChg>
        <pc:spChg chg="mod">
          <ac:chgData name="Mukherjee, Shouvik" userId="S::shomukherjee@deloitte.com::8a0946e8-3a6b-4d5c-947d-73f4cd578335" providerId="AD" clId="Web-{F47A8384-9B9B-49C4-B330-6FCE9D3852B8}" dt="2023-08-08T10:27:02.236" v="197" actId="14100"/>
          <ac:spMkLst>
            <pc:docMk/>
            <pc:sldMk cId="2976953801" sldId="2147374247"/>
            <ac:spMk id="41" creationId="{00000000-0000-0000-0000-000000000000}"/>
          </ac:spMkLst>
        </pc:spChg>
        <pc:spChg chg="mod">
          <ac:chgData name="Mukherjee, Shouvik" userId="S::shomukherjee@deloitte.com::8a0946e8-3a6b-4d5c-947d-73f4cd578335" providerId="AD" clId="Web-{F47A8384-9B9B-49C4-B330-6FCE9D3852B8}" dt="2023-08-08T10:26:37.188" v="192" actId="1076"/>
          <ac:spMkLst>
            <pc:docMk/>
            <pc:sldMk cId="2976953801" sldId="2147374247"/>
            <ac:spMk id="44" creationId="{00000000-0000-0000-0000-000000000000}"/>
          </ac:spMkLst>
        </pc:spChg>
        <pc:spChg chg="mod">
          <ac:chgData name="Mukherjee, Shouvik" userId="S::shomukherjee@deloitte.com::8a0946e8-3a6b-4d5c-947d-73f4cd578335" providerId="AD" clId="Web-{F47A8384-9B9B-49C4-B330-6FCE9D3852B8}" dt="2023-08-08T10:28:13.629" v="214" actId="14100"/>
          <ac:spMkLst>
            <pc:docMk/>
            <pc:sldMk cId="2976953801" sldId="2147374247"/>
            <ac:spMk id="77" creationId="{00000000-0000-0000-0000-000000000000}"/>
          </ac:spMkLst>
        </pc:spChg>
        <pc:grpChg chg="mod">
          <ac:chgData name="Mukherjee, Shouvik" userId="S::shomukherjee@deloitte.com::8a0946e8-3a6b-4d5c-947d-73f4cd578335" providerId="AD" clId="Web-{F47A8384-9B9B-49C4-B330-6FCE9D3852B8}" dt="2023-08-08T10:26:41.969" v="193" actId="1076"/>
          <ac:grpSpMkLst>
            <pc:docMk/>
            <pc:sldMk cId="2976953801" sldId="2147374247"/>
            <ac:grpSpMk id="2" creationId="{00000000-0000-0000-0000-000000000000}"/>
          </ac:grpSpMkLst>
        </pc:grpChg>
        <pc:graphicFrameChg chg="mod modGraphic">
          <ac:chgData name="Mukherjee, Shouvik" userId="S::shomukherjee@deloitte.com::8a0946e8-3a6b-4d5c-947d-73f4cd578335" providerId="AD" clId="Web-{F47A8384-9B9B-49C4-B330-6FCE9D3852B8}" dt="2023-08-08T10:29:12.475" v="225"/>
          <ac:graphicFrameMkLst>
            <pc:docMk/>
            <pc:sldMk cId="2976953801" sldId="2147374247"/>
            <ac:graphicFrameMk id="40" creationId="{00000000-0000-0000-0000-000000000000}"/>
          </ac:graphicFrameMkLst>
        </pc:graphicFrameChg>
        <pc:picChg chg="mod">
          <ac:chgData name="Mukherjee, Shouvik" userId="S::shomukherjee@deloitte.com::8a0946e8-3a6b-4d5c-947d-73f4cd578335" providerId="AD" clId="Web-{F47A8384-9B9B-49C4-B330-6FCE9D3852B8}" dt="2023-08-08T10:22:25.366" v="131" actId="1076"/>
          <ac:picMkLst>
            <pc:docMk/>
            <pc:sldMk cId="2976953801" sldId="2147374247"/>
            <ac:picMk id="10" creationId="{00000000-0000-0000-0000-000000000000}"/>
          </ac:picMkLst>
        </pc:picChg>
        <pc:picChg chg="mod">
          <ac:chgData name="Mukherjee, Shouvik" userId="S::shomukherjee@deloitte.com::8a0946e8-3a6b-4d5c-947d-73f4cd578335" providerId="AD" clId="Web-{F47A8384-9B9B-49C4-B330-6FCE9D3852B8}" dt="2023-08-08T10:22:25.382" v="132" actId="1076"/>
          <ac:picMkLst>
            <pc:docMk/>
            <pc:sldMk cId="2976953801" sldId="2147374247"/>
            <ac:picMk id="11" creationId="{00000000-0000-0000-0000-000000000000}"/>
          </ac:picMkLst>
        </pc:picChg>
        <pc:picChg chg="mod">
          <ac:chgData name="Mukherjee, Shouvik" userId="S::shomukherjee@deloitte.com::8a0946e8-3a6b-4d5c-947d-73f4cd578335" providerId="AD" clId="Web-{F47A8384-9B9B-49C4-B330-6FCE9D3852B8}" dt="2023-08-08T10:22:25.413" v="133" actId="1076"/>
          <ac:picMkLst>
            <pc:docMk/>
            <pc:sldMk cId="2976953801" sldId="2147374247"/>
            <ac:picMk id="12" creationId="{00000000-0000-0000-0000-000000000000}"/>
          </ac:picMkLst>
        </pc:picChg>
        <pc:picChg chg="mod">
          <ac:chgData name="Mukherjee, Shouvik" userId="S::shomukherjee@deloitte.com::8a0946e8-3a6b-4d5c-947d-73f4cd578335" providerId="AD" clId="Web-{F47A8384-9B9B-49C4-B330-6FCE9D3852B8}" dt="2023-08-08T10:28:37.833" v="217" actId="1076"/>
          <ac:picMkLst>
            <pc:docMk/>
            <pc:sldMk cId="2976953801" sldId="2147374247"/>
            <ac:picMk id="38" creationId="{00000000-0000-0000-0000-000000000000}"/>
          </ac:picMkLst>
        </pc:picChg>
        <pc:picChg chg="mod">
          <ac:chgData name="Mukherjee, Shouvik" userId="S::shomukherjee@deloitte.com::8a0946e8-3a6b-4d5c-947d-73f4cd578335" providerId="AD" clId="Web-{F47A8384-9B9B-49C4-B330-6FCE9D3852B8}" dt="2023-08-08T10:27:56.441" v="211" actId="14100"/>
          <ac:picMkLst>
            <pc:docMk/>
            <pc:sldMk cId="2976953801" sldId="2147374247"/>
            <ac:picMk id="75" creationId="{00000000-0000-0000-0000-000000000000}"/>
          </ac:picMkLst>
        </pc:picChg>
        <pc:picChg chg="mod">
          <ac:chgData name="Mukherjee, Shouvik" userId="S::shomukherjee@deloitte.com::8a0946e8-3a6b-4d5c-947d-73f4cd578335" providerId="AD" clId="Web-{F47A8384-9B9B-49C4-B330-6FCE9D3852B8}" dt="2023-08-08T10:27:46.175" v="209" actId="14100"/>
          <ac:picMkLst>
            <pc:docMk/>
            <pc:sldMk cId="2976953801" sldId="2147374247"/>
            <ac:picMk id="76" creationId="{00000000-0000-0000-0000-000000000000}"/>
          </ac:picMkLst>
        </pc:picChg>
        <pc:cxnChg chg="mod">
          <ac:chgData name="Mukherjee, Shouvik" userId="S::shomukherjee@deloitte.com::8a0946e8-3a6b-4d5c-947d-73f4cd578335" providerId="AD" clId="Web-{F47A8384-9B9B-49C4-B330-6FCE9D3852B8}" dt="2023-08-08T10:26:48.688" v="195" actId="14100"/>
          <ac:cxnSpMkLst>
            <pc:docMk/>
            <pc:sldMk cId="2976953801" sldId="2147374247"/>
            <ac:cxnSpMk id="4" creationId="{00000000-0000-0000-0000-000000000000}"/>
          </ac:cxnSpMkLst>
        </pc:cxnChg>
      </pc:sldChg>
      <pc:sldMasterChg chg="modSldLayout">
        <pc:chgData name="Mukherjee, Shouvik" userId="S::shomukherjee@deloitte.com::8a0946e8-3a6b-4d5c-947d-73f4cd578335" providerId="AD" clId="Web-{F47A8384-9B9B-49C4-B330-6FCE9D3852B8}" dt="2023-08-08T10:15:28.053" v="60"/>
        <pc:sldMasterMkLst>
          <pc:docMk/>
          <pc:sldMasterMk cId="1299598385" sldId="2147483672"/>
        </pc:sldMasterMkLst>
        <pc:sldLayoutChg chg="replId">
          <pc:chgData name="Mukherjee, Shouvik" userId="S::shomukherjee@deloitte.com::8a0946e8-3a6b-4d5c-947d-73f4cd578335" providerId="AD" clId="Web-{F47A8384-9B9B-49C4-B330-6FCE9D3852B8}" dt="2023-08-08T10:15:28.053" v="60"/>
          <pc:sldLayoutMkLst>
            <pc:docMk/>
            <pc:sldMasterMk cId="1299598385" sldId="2147483672"/>
            <pc:sldLayoutMk cId="4112332743" sldId="2147484170"/>
          </pc:sldLayoutMkLst>
        </pc:sldLayoutChg>
        <pc:sldLayoutChg chg="replId">
          <pc:chgData name="Mukherjee, Shouvik" userId="S::shomukherjee@deloitte.com::8a0946e8-3a6b-4d5c-947d-73f4cd578335" providerId="AD" clId="Web-{F47A8384-9B9B-49C4-B330-6FCE9D3852B8}" dt="2023-08-08T10:15:28.053" v="60"/>
          <pc:sldLayoutMkLst>
            <pc:docMk/>
            <pc:sldMasterMk cId="1299598385" sldId="2147483672"/>
            <pc:sldLayoutMk cId="712177152" sldId="2147484200"/>
          </pc:sldLayoutMkLst>
        </pc:sldLayoutChg>
        <pc:sldLayoutChg chg="replId">
          <pc:chgData name="Mukherjee, Shouvik" userId="S::shomukherjee@deloitte.com::8a0946e8-3a6b-4d5c-947d-73f4cd578335" providerId="AD" clId="Web-{F47A8384-9B9B-49C4-B330-6FCE9D3852B8}" dt="2023-08-08T10:15:28.053" v="60"/>
          <pc:sldLayoutMkLst>
            <pc:docMk/>
            <pc:sldMasterMk cId="1299598385" sldId="2147483672"/>
            <pc:sldLayoutMk cId="3636259357" sldId="2147484201"/>
          </pc:sldLayoutMkLst>
        </pc:sldLayoutChg>
        <pc:sldLayoutChg chg="replId">
          <pc:chgData name="Mukherjee, Shouvik" userId="S::shomukherjee@deloitte.com::8a0946e8-3a6b-4d5c-947d-73f4cd578335" providerId="AD" clId="Web-{F47A8384-9B9B-49C4-B330-6FCE9D3852B8}" dt="2023-08-08T10:15:28.053" v="60"/>
          <pc:sldLayoutMkLst>
            <pc:docMk/>
            <pc:sldMasterMk cId="1299598385" sldId="2147483672"/>
            <pc:sldLayoutMk cId="2446913487" sldId="2147484202"/>
          </pc:sldLayoutMkLst>
        </pc:sldLayoutChg>
        <pc:sldLayoutChg chg="replId">
          <pc:chgData name="Mukherjee, Shouvik" userId="S::shomukherjee@deloitte.com::8a0946e8-3a6b-4d5c-947d-73f4cd578335" providerId="AD" clId="Web-{F47A8384-9B9B-49C4-B330-6FCE9D3852B8}" dt="2023-08-08T10:15:28.053" v="60"/>
          <pc:sldLayoutMkLst>
            <pc:docMk/>
            <pc:sldMasterMk cId="1299598385" sldId="2147483672"/>
            <pc:sldLayoutMk cId="2640080652" sldId="2147484203"/>
          </pc:sldLayoutMkLst>
        </pc:sldLayoutChg>
        <pc:sldLayoutChg chg="replId">
          <pc:chgData name="Mukherjee, Shouvik" userId="S::shomukherjee@deloitte.com::8a0946e8-3a6b-4d5c-947d-73f4cd578335" providerId="AD" clId="Web-{F47A8384-9B9B-49C4-B330-6FCE9D3852B8}" dt="2023-08-08T10:15:28.053" v="60"/>
          <pc:sldLayoutMkLst>
            <pc:docMk/>
            <pc:sldMasterMk cId="1299598385" sldId="2147483672"/>
            <pc:sldLayoutMk cId="474113058" sldId="2147484204"/>
          </pc:sldLayoutMkLst>
        </pc:sldLayoutChg>
        <pc:sldLayoutChg chg="replId">
          <pc:chgData name="Mukherjee, Shouvik" userId="S::shomukherjee@deloitte.com::8a0946e8-3a6b-4d5c-947d-73f4cd578335" providerId="AD" clId="Web-{F47A8384-9B9B-49C4-B330-6FCE9D3852B8}" dt="2023-08-08T10:15:28.053" v="60"/>
          <pc:sldLayoutMkLst>
            <pc:docMk/>
            <pc:sldMasterMk cId="1299598385" sldId="2147483672"/>
            <pc:sldLayoutMk cId="4238007106" sldId="2147484205"/>
          </pc:sldLayoutMkLst>
        </pc:sldLayoutChg>
        <pc:sldLayoutChg chg="replId">
          <pc:chgData name="Mukherjee, Shouvik" userId="S::shomukherjee@deloitte.com::8a0946e8-3a6b-4d5c-947d-73f4cd578335" providerId="AD" clId="Web-{F47A8384-9B9B-49C4-B330-6FCE9D3852B8}" dt="2023-08-08T10:15:28.053" v="60"/>
          <pc:sldLayoutMkLst>
            <pc:docMk/>
            <pc:sldMasterMk cId="1299598385" sldId="2147483672"/>
            <pc:sldLayoutMk cId="3149310507" sldId="2147484206"/>
          </pc:sldLayoutMkLst>
        </pc:sldLayoutChg>
        <pc:sldLayoutChg chg="replId">
          <pc:chgData name="Mukherjee, Shouvik" userId="S::shomukherjee@deloitte.com::8a0946e8-3a6b-4d5c-947d-73f4cd578335" providerId="AD" clId="Web-{F47A8384-9B9B-49C4-B330-6FCE9D3852B8}" dt="2023-08-08T10:15:28.053" v="60"/>
          <pc:sldLayoutMkLst>
            <pc:docMk/>
            <pc:sldMasterMk cId="1299598385" sldId="2147483672"/>
            <pc:sldLayoutMk cId="1804430642" sldId="2147484207"/>
          </pc:sldLayoutMkLst>
        </pc:sldLayoutChg>
        <pc:sldLayoutChg chg="replId">
          <pc:chgData name="Mukherjee, Shouvik" userId="S::shomukherjee@deloitte.com::8a0946e8-3a6b-4d5c-947d-73f4cd578335" providerId="AD" clId="Web-{F47A8384-9B9B-49C4-B330-6FCE9D3852B8}" dt="2023-08-08T10:15:28.053" v="60"/>
          <pc:sldLayoutMkLst>
            <pc:docMk/>
            <pc:sldMasterMk cId="1299598385" sldId="2147483672"/>
            <pc:sldLayoutMk cId="2618207674" sldId="2147484208"/>
          </pc:sldLayoutMkLst>
        </pc:sldLayoutChg>
        <pc:sldLayoutChg chg="replId">
          <pc:chgData name="Mukherjee, Shouvik" userId="S::shomukherjee@deloitte.com::8a0946e8-3a6b-4d5c-947d-73f4cd578335" providerId="AD" clId="Web-{F47A8384-9B9B-49C4-B330-6FCE9D3852B8}" dt="2023-08-08T10:15:28.053" v="60"/>
          <pc:sldLayoutMkLst>
            <pc:docMk/>
            <pc:sldMasterMk cId="1299598385" sldId="2147483672"/>
            <pc:sldLayoutMk cId="3210164042" sldId="2147484209"/>
          </pc:sldLayoutMkLst>
        </pc:sldLayoutChg>
        <pc:sldLayoutChg chg="replId">
          <pc:chgData name="Mukherjee, Shouvik" userId="S::shomukherjee@deloitte.com::8a0946e8-3a6b-4d5c-947d-73f4cd578335" providerId="AD" clId="Web-{F47A8384-9B9B-49C4-B330-6FCE9D3852B8}" dt="2023-08-08T10:15:28.053" v="60"/>
          <pc:sldLayoutMkLst>
            <pc:docMk/>
            <pc:sldMasterMk cId="1299598385" sldId="2147483672"/>
            <pc:sldLayoutMk cId="2389378284" sldId="2147484210"/>
          </pc:sldLayoutMkLst>
        </pc:sldLayoutChg>
        <pc:sldLayoutChg chg="replId">
          <pc:chgData name="Mukherjee, Shouvik" userId="S::shomukherjee@deloitte.com::8a0946e8-3a6b-4d5c-947d-73f4cd578335" providerId="AD" clId="Web-{F47A8384-9B9B-49C4-B330-6FCE9D3852B8}" dt="2023-08-08T10:15:28.053" v="60"/>
          <pc:sldLayoutMkLst>
            <pc:docMk/>
            <pc:sldMasterMk cId="1299598385" sldId="2147483672"/>
            <pc:sldLayoutMk cId="1739136571" sldId="2147484211"/>
          </pc:sldLayoutMkLst>
        </pc:sldLayoutChg>
        <pc:sldLayoutChg chg="replId">
          <pc:chgData name="Mukherjee, Shouvik" userId="S::shomukherjee@deloitte.com::8a0946e8-3a6b-4d5c-947d-73f4cd578335" providerId="AD" clId="Web-{F47A8384-9B9B-49C4-B330-6FCE9D3852B8}" dt="2023-08-08T10:15:28.053" v="60"/>
          <pc:sldLayoutMkLst>
            <pc:docMk/>
            <pc:sldMasterMk cId="1299598385" sldId="2147483672"/>
            <pc:sldLayoutMk cId="1748368538" sldId="2147484212"/>
          </pc:sldLayoutMkLst>
        </pc:sldLayoutChg>
        <pc:sldLayoutChg chg="replId">
          <pc:chgData name="Mukherjee, Shouvik" userId="S::shomukherjee@deloitte.com::8a0946e8-3a6b-4d5c-947d-73f4cd578335" providerId="AD" clId="Web-{F47A8384-9B9B-49C4-B330-6FCE9D3852B8}" dt="2023-08-08T10:15:28.053" v="60"/>
          <pc:sldLayoutMkLst>
            <pc:docMk/>
            <pc:sldMasterMk cId="1299598385" sldId="2147483672"/>
            <pc:sldLayoutMk cId="3580336016" sldId="2147484213"/>
          </pc:sldLayoutMkLst>
        </pc:sldLayoutChg>
        <pc:sldLayoutChg chg="replId">
          <pc:chgData name="Mukherjee, Shouvik" userId="S::shomukherjee@deloitte.com::8a0946e8-3a6b-4d5c-947d-73f4cd578335" providerId="AD" clId="Web-{F47A8384-9B9B-49C4-B330-6FCE9D3852B8}" dt="2023-08-08T10:15:28.053" v="60"/>
          <pc:sldLayoutMkLst>
            <pc:docMk/>
            <pc:sldMasterMk cId="1299598385" sldId="2147483672"/>
            <pc:sldLayoutMk cId="1599738719" sldId="2147484214"/>
          </pc:sldLayoutMkLst>
        </pc:sldLayoutChg>
        <pc:sldLayoutChg chg="replId">
          <pc:chgData name="Mukherjee, Shouvik" userId="S::shomukherjee@deloitte.com::8a0946e8-3a6b-4d5c-947d-73f4cd578335" providerId="AD" clId="Web-{F47A8384-9B9B-49C4-B330-6FCE9D3852B8}" dt="2023-08-08T10:15:28.053" v="60"/>
          <pc:sldLayoutMkLst>
            <pc:docMk/>
            <pc:sldMasterMk cId="1299598385" sldId="2147483672"/>
            <pc:sldLayoutMk cId="3768381340" sldId="2147484215"/>
          </pc:sldLayoutMkLst>
        </pc:sldLayoutChg>
        <pc:sldLayoutChg chg="replId">
          <pc:chgData name="Mukherjee, Shouvik" userId="S::shomukherjee@deloitte.com::8a0946e8-3a6b-4d5c-947d-73f4cd578335" providerId="AD" clId="Web-{F47A8384-9B9B-49C4-B330-6FCE9D3852B8}" dt="2023-08-08T10:15:28.053" v="60"/>
          <pc:sldLayoutMkLst>
            <pc:docMk/>
            <pc:sldMasterMk cId="1299598385" sldId="2147483672"/>
            <pc:sldLayoutMk cId="1125500470" sldId="2147484216"/>
          </pc:sldLayoutMkLst>
        </pc:sldLayoutChg>
      </pc:sldMasterChg>
      <pc:sldMasterChg chg="add addSldLayout">
        <pc:chgData name="Mukherjee, Shouvik" userId="S::shomukherjee@deloitte.com::8a0946e8-3a6b-4d5c-947d-73f4cd578335" providerId="AD" clId="Web-{F47A8384-9B9B-49C4-B330-6FCE9D3852B8}" dt="2023-08-08T10:15:28.053" v="60"/>
        <pc:sldMasterMkLst>
          <pc:docMk/>
          <pc:sldMasterMk cId="2748758098" sldId="2147483757"/>
        </pc:sldMasterMkLst>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236510875" sldId="2147483679"/>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428195933" sldId="2147483695"/>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37423936" sldId="2147483696"/>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842891208" sldId="2147483697"/>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4167089491" sldId="2147483698"/>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829702940" sldId="2147483699"/>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2104557831" sldId="2147483701"/>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2104574128" sldId="2147483703"/>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976482637" sldId="2147483704"/>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936978992" sldId="2147483707"/>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886881570" sldId="2147483708"/>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838567645" sldId="2147483710"/>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2522486704" sldId="2147483711"/>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463979046" sldId="2147483712"/>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2879515099" sldId="2147483713"/>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2215081642" sldId="2147483714"/>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031036312" sldId="2147483715"/>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2179466235" sldId="2147483716"/>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200285679" sldId="2147483717"/>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890274777" sldId="2147483718"/>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3930325268" sldId="2147483720"/>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3705043249" sldId="2147483721"/>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3395560946" sldId="2147483722"/>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3897561385" sldId="2147483724"/>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735867472" sldId="2147483725"/>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2912430734" sldId="2147483726"/>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4044370876" sldId="2147483727"/>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980198571" sldId="2147483728"/>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412778938" sldId="2147483735"/>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4239408974" sldId="2147483751"/>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3242278702" sldId="2147483752"/>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25102211" sldId="2147483753"/>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26737543" sldId="2147483754"/>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3258162802" sldId="2147483755"/>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665008738" sldId="2147483756"/>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3275352401" sldId="2147483758"/>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3192566273" sldId="2147483759"/>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3420867351" sldId="2147483760"/>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2923366964" sldId="2147483761"/>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3478009441" sldId="2147483762"/>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2443315105" sldId="2147483763"/>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4214479733" sldId="2147483764"/>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2272021057" sldId="2147483765"/>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4261434488" sldId="2147483766"/>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227675731" sldId="2147483767"/>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2341965210" sldId="2147483768"/>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612387013" sldId="2147483769"/>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350961465" sldId="2147483770"/>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65594614" sldId="2147483771"/>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849879559" sldId="2147483772"/>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260068852" sldId="2147483773"/>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654312355" sldId="2147483774"/>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3686603012" sldId="2147483775"/>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3537162112" sldId="2147483776"/>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3793825304" sldId="2147483777"/>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2592173927" sldId="2147483778"/>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3593335111" sldId="2147483779"/>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771210939" sldId="2147483780"/>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2844992321" sldId="2147483781"/>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2230111802" sldId="2147483782"/>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243046460" sldId="2147483783"/>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103553317" sldId="2147483784"/>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991618825" sldId="2147483785"/>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3374125211" sldId="2147483786"/>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449003912" sldId="2147483787"/>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2758741906" sldId="2147483790"/>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4273216890" sldId="2147483806"/>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491712259" sldId="2147483820"/>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1845042331" sldId="2147483821"/>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2539301167" sldId="2147483822"/>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3182876806" sldId="2147483823"/>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3881091110" sldId="2147484219"/>
          </pc:sldLayoutMkLst>
        </pc:sldLayoutChg>
        <pc:sldLayoutChg chg="add">
          <pc:chgData name="Mukherjee, Shouvik" userId="S::shomukherjee@deloitte.com::8a0946e8-3a6b-4d5c-947d-73f4cd578335" providerId="AD" clId="Web-{F47A8384-9B9B-49C4-B330-6FCE9D3852B8}" dt="2023-08-08T10:15:28.053" v="60"/>
          <pc:sldLayoutMkLst>
            <pc:docMk/>
            <pc:sldMasterMk cId="2748758098" sldId="2147483757"/>
            <pc:sldLayoutMk cId="3272647120" sldId="2147484221"/>
          </pc:sldLayoutMkLst>
        </pc:sldLayoutChg>
      </pc:sldMasterChg>
      <pc:sldMasterChg chg="replId modSldLayout">
        <pc:chgData name="Mukherjee, Shouvik" userId="S::shomukherjee@deloitte.com::8a0946e8-3a6b-4d5c-947d-73f4cd578335" providerId="AD" clId="Web-{F47A8384-9B9B-49C4-B330-6FCE9D3852B8}" dt="2023-08-08T10:15:28.053" v="60"/>
        <pc:sldMasterMkLst>
          <pc:docMk/>
          <pc:sldMasterMk cId="3197474883" sldId="2147484169"/>
        </pc:sldMasterMkLst>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882068736" sldId="2147484171"/>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3519907682" sldId="2147484172"/>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3256207203" sldId="2147484173"/>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800188973" sldId="2147484174"/>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1339391543" sldId="2147484175"/>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1223230898" sldId="2147484176"/>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790160101" sldId="2147484177"/>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2484114340" sldId="2147484178"/>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806303973" sldId="2147484179"/>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3302241621" sldId="2147484180"/>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1604519466" sldId="2147484181"/>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3495909434" sldId="2147484182"/>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2447039470" sldId="2147484183"/>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53208156" sldId="2147484184"/>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1447618700" sldId="2147484185"/>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1235483537" sldId="2147484186"/>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976474509" sldId="2147484187"/>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3240620414" sldId="2147484188"/>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3459137549" sldId="2147484189"/>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639475443" sldId="2147484190"/>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3354264943" sldId="2147484191"/>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2490382625" sldId="2147484192"/>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11914980" sldId="2147484193"/>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79534154" sldId="2147484194"/>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27452822" sldId="2147484195"/>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1836064133" sldId="2147484196"/>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4256735680" sldId="2147484197"/>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213664931" sldId="2147484198"/>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4091273807" sldId="2147484199"/>
          </pc:sldLayoutMkLst>
        </pc:sldLayoutChg>
        <pc:sldLayoutChg chg="replId">
          <pc:chgData name="Mukherjee, Shouvik" userId="S::shomukherjee@deloitte.com::8a0946e8-3a6b-4d5c-947d-73f4cd578335" providerId="AD" clId="Web-{F47A8384-9B9B-49C4-B330-6FCE9D3852B8}" dt="2023-08-08T10:15:28.053" v="60"/>
          <pc:sldLayoutMkLst>
            <pc:docMk/>
            <pc:sldMasterMk cId="3197474883" sldId="2147484169"/>
            <pc:sldLayoutMk cId="4142106097" sldId="2147484217"/>
          </pc:sldLayoutMkLst>
        </pc:sldLayoutChg>
      </pc:sldMasterChg>
    </pc:docChg>
  </pc:docChgLst>
  <pc:docChgLst>
    <pc:chgData name="Sood, Rohit" userId="7b75868d-8e9e-4750-b797-935f69551534" providerId="ADAL" clId="{108D7E32-9466-4B4B-932C-A0B4B4B40980}"/>
    <pc:docChg chg="undo custSel addSld delSld modSld">
      <pc:chgData name="Sood, Rohit" userId="7b75868d-8e9e-4750-b797-935f69551534" providerId="ADAL" clId="{108D7E32-9466-4B4B-932C-A0B4B4B40980}" dt="2022-07-02T17:10:33.348" v="1127" actId="20577"/>
      <pc:docMkLst>
        <pc:docMk/>
      </pc:docMkLst>
      <pc:sldChg chg="addSp modSp add del">
        <pc:chgData name="Sood, Rohit" userId="7b75868d-8e9e-4750-b797-935f69551534" providerId="ADAL" clId="{108D7E32-9466-4B4B-932C-A0B4B4B40980}" dt="2022-07-02T06:55:02.454" v="2" actId="47"/>
        <pc:sldMkLst>
          <pc:docMk/>
          <pc:sldMk cId="1728445315" sldId="6196"/>
        </pc:sldMkLst>
        <pc:spChg chg="add mod">
          <ac:chgData name="Sood, Rohit" userId="7b75868d-8e9e-4750-b797-935f69551534" providerId="ADAL" clId="{108D7E32-9466-4B4B-932C-A0B4B4B40980}" dt="2022-07-02T06:54:41.740" v="1"/>
          <ac:spMkLst>
            <pc:docMk/>
            <pc:sldMk cId="1728445315" sldId="6196"/>
            <ac:spMk id="4" creationId="{E1C9610F-1616-4975-891B-67BB07FB50E6}"/>
          </ac:spMkLst>
        </pc:spChg>
        <pc:spChg chg="add mod">
          <ac:chgData name="Sood, Rohit" userId="7b75868d-8e9e-4750-b797-935f69551534" providerId="ADAL" clId="{108D7E32-9466-4B4B-932C-A0B4B4B40980}" dt="2022-07-02T06:54:41.740" v="1"/>
          <ac:spMkLst>
            <pc:docMk/>
            <pc:sldMk cId="1728445315" sldId="6196"/>
            <ac:spMk id="5" creationId="{2547B83E-2A83-4CBD-B322-50F6A7006990}"/>
          </ac:spMkLst>
        </pc:spChg>
        <pc:spChg chg="add mod">
          <ac:chgData name="Sood, Rohit" userId="7b75868d-8e9e-4750-b797-935f69551534" providerId="ADAL" clId="{108D7E32-9466-4B4B-932C-A0B4B4B40980}" dt="2022-07-02T06:54:41.740" v="1"/>
          <ac:spMkLst>
            <pc:docMk/>
            <pc:sldMk cId="1728445315" sldId="6196"/>
            <ac:spMk id="6" creationId="{6F6CDCFD-C631-417E-A60D-19BEBA40BB4F}"/>
          </ac:spMkLst>
        </pc:spChg>
        <pc:spChg chg="add mod">
          <ac:chgData name="Sood, Rohit" userId="7b75868d-8e9e-4750-b797-935f69551534" providerId="ADAL" clId="{108D7E32-9466-4B4B-932C-A0B4B4B40980}" dt="2022-07-02T06:54:41.740" v="1"/>
          <ac:spMkLst>
            <pc:docMk/>
            <pc:sldMk cId="1728445315" sldId="6196"/>
            <ac:spMk id="7" creationId="{2BE93F09-15A5-4A40-AFDF-1D55C5952C47}"/>
          </ac:spMkLst>
        </pc:spChg>
        <pc:spChg chg="add mod">
          <ac:chgData name="Sood, Rohit" userId="7b75868d-8e9e-4750-b797-935f69551534" providerId="ADAL" clId="{108D7E32-9466-4B4B-932C-A0B4B4B40980}" dt="2022-07-02T06:54:41.740" v="1"/>
          <ac:spMkLst>
            <pc:docMk/>
            <pc:sldMk cId="1728445315" sldId="6196"/>
            <ac:spMk id="8" creationId="{6C77B1ED-631A-489B-8828-DCAF41C9068C}"/>
          </ac:spMkLst>
        </pc:spChg>
        <pc:spChg chg="add mod">
          <ac:chgData name="Sood, Rohit" userId="7b75868d-8e9e-4750-b797-935f69551534" providerId="ADAL" clId="{108D7E32-9466-4B4B-932C-A0B4B4B40980}" dt="2022-07-02T06:54:41.740" v="1"/>
          <ac:spMkLst>
            <pc:docMk/>
            <pc:sldMk cId="1728445315" sldId="6196"/>
            <ac:spMk id="9" creationId="{928BF34A-8CCF-4D1E-893D-B54C4AA87183}"/>
          </ac:spMkLst>
        </pc:spChg>
        <pc:spChg chg="add mod">
          <ac:chgData name="Sood, Rohit" userId="7b75868d-8e9e-4750-b797-935f69551534" providerId="ADAL" clId="{108D7E32-9466-4B4B-932C-A0B4B4B40980}" dt="2022-07-02T06:54:41.740" v="1"/>
          <ac:spMkLst>
            <pc:docMk/>
            <pc:sldMk cId="1728445315" sldId="6196"/>
            <ac:spMk id="10" creationId="{DAA1BC1D-EA4D-4E29-8507-37E636A0428F}"/>
          </ac:spMkLst>
        </pc:spChg>
        <pc:spChg chg="add mod">
          <ac:chgData name="Sood, Rohit" userId="7b75868d-8e9e-4750-b797-935f69551534" providerId="ADAL" clId="{108D7E32-9466-4B4B-932C-A0B4B4B40980}" dt="2022-07-02T06:54:41.740" v="1"/>
          <ac:spMkLst>
            <pc:docMk/>
            <pc:sldMk cId="1728445315" sldId="6196"/>
            <ac:spMk id="11" creationId="{A44D3CD7-91BA-4EB4-B24F-B6C8E8A6CAD5}"/>
          </ac:spMkLst>
        </pc:spChg>
        <pc:spChg chg="mod">
          <ac:chgData name="Sood, Rohit" userId="7b75868d-8e9e-4750-b797-935f69551534" providerId="ADAL" clId="{108D7E32-9466-4B4B-932C-A0B4B4B40980}" dt="2022-07-02T06:54:41.740" v="1"/>
          <ac:spMkLst>
            <pc:docMk/>
            <pc:sldMk cId="1728445315" sldId="6196"/>
            <ac:spMk id="13" creationId="{7EF82FC4-06B4-4F70-857B-AD3F4CA9F7D4}"/>
          </ac:spMkLst>
        </pc:spChg>
        <pc:spChg chg="mod">
          <ac:chgData name="Sood, Rohit" userId="7b75868d-8e9e-4750-b797-935f69551534" providerId="ADAL" clId="{108D7E32-9466-4B4B-932C-A0B4B4B40980}" dt="2022-07-02T06:54:41.740" v="1"/>
          <ac:spMkLst>
            <pc:docMk/>
            <pc:sldMk cId="1728445315" sldId="6196"/>
            <ac:spMk id="14" creationId="{C3C00659-73A1-479B-9912-B58E26040174}"/>
          </ac:spMkLst>
        </pc:spChg>
        <pc:spChg chg="add mod">
          <ac:chgData name="Sood, Rohit" userId="7b75868d-8e9e-4750-b797-935f69551534" providerId="ADAL" clId="{108D7E32-9466-4B4B-932C-A0B4B4B40980}" dt="2022-07-02T06:54:41.740" v="1"/>
          <ac:spMkLst>
            <pc:docMk/>
            <pc:sldMk cId="1728445315" sldId="6196"/>
            <ac:spMk id="15" creationId="{A0CC81FA-21CB-4EEA-8852-E3118028ECD1}"/>
          </ac:spMkLst>
        </pc:spChg>
        <pc:spChg chg="add mod">
          <ac:chgData name="Sood, Rohit" userId="7b75868d-8e9e-4750-b797-935f69551534" providerId="ADAL" clId="{108D7E32-9466-4B4B-932C-A0B4B4B40980}" dt="2022-07-02T06:54:41.740" v="1"/>
          <ac:spMkLst>
            <pc:docMk/>
            <pc:sldMk cId="1728445315" sldId="6196"/>
            <ac:spMk id="16" creationId="{8ADD02E9-CBDD-4C6F-9B48-2B48850BD167}"/>
          </ac:spMkLst>
        </pc:spChg>
        <pc:spChg chg="add mod">
          <ac:chgData name="Sood, Rohit" userId="7b75868d-8e9e-4750-b797-935f69551534" providerId="ADAL" clId="{108D7E32-9466-4B4B-932C-A0B4B4B40980}" dt="2022-07-02T06:54:41.740" v="1"/>
          <ac:spMkLst>
            <pc:docMk/>
            <pc:sldMk cId="1728445315" sldId="6196"/>
            <ac:spMk id="17" creationId="{7323BB69-C38D-414B-8365-F33EC98E92B4}"/>
          </ac:spMkLst>
        </pc:spChg>
        <pc:spChg chg="add mod">
          <ac:chgData name="Sood, Rohit" userId="7b75868d-8e9e-4750-b797-935f69551534" providerId="ADAL" clId="{108D7E32-9466-4B4B-932C-A0B4B4B40980}" dt="2022-07-02T06:54:41.740" v="1"/>
          <ac:spMkLst>
            <pc:docMk/>
            <pc:sldMk cId="1728445315" sldId="6196"/>
            <ac:spMk id="18" creationId="{9AB28102-6395-4A65-AA49-96306B854EB1}"/>
          </ac:spMkLst>
        </pc:spChg>
        <pc:spChg chg="add mod">
          <ac:chgData name="Sood, Rohit" userId="7b75868d-8e9e-4750-b797-935f69551534" providerId="ADAL" clId="{108D7E32-9466-4B4B-932C-A0B4B4B40980}" dt="2022-07-02T06:54:41.740" v="1"/>
          <ac:spMkLst>
            <pc:docMk/>
            <pc:sldMk cId="1728445315" sldId="6196"/>
            <ac:spMk id="19" creationId="{A91BE09E-DDDB-4008-A104-5B12AB5816B9}"/>
          </ac:spMkLst>
        </pc:spChg>
        <pc:spChg chg="add mod">
          <ac:chgData name="Sood, Rohit" userId="7b75868d-8e9e-4750-b797-935f69551534" providerId="ADAL" clId="{108D7E32-9466-4B4B-932C-A0B4B4B40980}" dt="2022-07-02T06:54:41.740" v="1"/>
          <ac:spMkLst>
            <pc:docMk/>
            <pc:sldMk cId="1728445315" sldId="6196"/>
            <ac:spMk id="20" creationId="{4AA3ECF2-A0E6-4F1D-B311-D5174ECDC792}"/>
          </ac:spMkLst>
        </pc:spChg>
        <pc:spChg chg="add mod">
          <ac:chgData name="Sood, Rohit" userId="7b75868d-8e9e-4750-b797-935f69551534" providerId="ADAL" clId="{108D7E32-9466-4B4B-932C-A0B4B4B40980}" dt="2022-07-02T06:54:41.740" v="1"/>
          <ac:spMkLst>
            <pc:docMk/>
            <pc:sldMk cId="1728445315" sldId="6196"/>
            <ac:spMk id="21" creationId="{E06BFD39-08AD-45BA-9048-A5A89B032243}"/>
          </ac:spMkLst>
        </pc:spChg>
        <pc:spChg chg="add mod">
          <ac:chgData name="Sood, Rohit" userId="7b75868d-8e9e-4750-b797-935f69551534" providerId="ADAL" clId="{108D7E32-9466-4B4B-932C-A0B4B4B40980}" dt="2022-07-02T06:54:41.740" v="1"/>
          <ac:spMkLst>
            <pc:docMk/>
            <pc:sldMk cId="1728445315" sldId="6196"/>
            <ac:spMk id="22" creationId="{9DD0B2F1-3247-4B19-9FC3-0CBCB152B3D9}"/>
          </ac:spMkLst>
        </pc:spChg>
        <pc:spChg chg="add mod">
          <ac:chgData name="Sood, Rohit" userId="7b75868d-8e9e-4750-b797-935f69551534" providerId="ADAL" clId="{108D7E32-9466-4B4B-932C-A0B4B4B40980}" dt="2022-07-02T06:54:41.740" v="1"/>
          <ac:spMkLst>
            <pc:docMk/>
            <pc:sldMk cId="1728445315" sldId="6196"/>
            <ac:spMk id="23" creationId="{807A605E-D893-4755-9BDC-582AA79B5769}"/>
          </ac:spMkLst>
        </pc:spChg>
        <pc:spChg chg="add mod">
          <ac:chgData name="Sood, Rohit" userId="7b75868d-8e9e-4750-b797-935f69551534" providerId="ADAL" clId="{108D7E32-9466-4B4B-932C-A0B4B4B40980}" dt="2022-07-02T06:54:41.740" v="1"/>
          <ac:spMkLst>
            <pc:docMk/>
            <pc:sldMk cId="1728445315" sldId="6196"/>
            <ac:spMk id="24" creationId="{9EA171EA-5578-4403-B115-B5283E3A5F60}"/>
          </ac:spMkLst>
        </pc:spChg>
        <pc:spChg chg="add mod">
          <ac:chgData name="Sood, Rohit" userId="7b75868d-8e9e-4750-b797-935f69551534" providerId="ADAL" clId="{108D7E32-9466-4B4B-932C-A0B4B4B40980}" dt="2022-07-02T06:54:41.740" v="1"/>
          <ac:spMkLst>
            <pc:docMk/>
            <pc:sldMk cId="1728445315" sldId="6196"/>
            <ac:spMk id="25" creationId="{479BB307-7EC0-4E34-B047-A86B1112E8C1}"/>
          </ac:spMkLst>
        </pc:spChg>
        <pc:spChg chg="add mod">
          <ac:chgData name="Sood, Rohit" userId="7b75868d-8e9e-4750-b797-935f69551534" providerId="ADAL" clId="{108D7E32-9466-4B4B-932C-A0B4B4B40980}" dt="2022-07-02T06:54:41.740" v="1"/>
          <ac:spMkLst>
            <pc:docMk/>
            <pc:sldMk cId="1728445315" sldId="6196"/>
            <ac:spMk id="26" creationId="{EF1058D4-132C-4B55-93B5-B7785559CA12}"/>
          </ac:spMkLst>
        </pc:spChg>
        <pc:grpChg chg="add mod">
          <ac:chgData name="Sood, Rohit" userId="7b75868d-8e9e-4750-b797-935f69551534" providerId="ADAL" clId="{108D7E32-9466-4B4B-932C-A0B4B4B40980}" dt="2022-07-02T06:54:41.740" v="1"/>
          <ac:grpSpMkLst>
            <pc:docMk/>
            <pc:sldMk cId="1728445315" sldId="6196"/>
            <ac:grpSpMk id="12" creationId="{848FE7C7-B23E-4A8E-A9CA-F1C45C1A5D95}"/>
          </ac:grpSpMkLst>
        </pc:grpChg>
        <pc:cxnChg chg="add mod">
          <ac:chgData name="Sood, Rohit" userId="7b75868d-8e9e-4750-b797-935f69551534" providerId="ADAL" clId="{108D7E32-9466-4B4B-932C-A0B4B4B40980}" dt="2022-07-02T06:54:41.740" v="1"/>
          <ac:cxnSpMkLst>
            <pc:docMk/>
            <pc:sldMk cId="1728445315" sldId="6196"/>
            <ac:cxnSpMk id="27" creationId="{7D9D8494-35CF-43D0-9414-B4FBD425CBCC}"/>
          </ac:cxnSpMkLst>
        </pc:cxnChg>
        <pc:cxnChg chg="add mod">
          <ac:chgData name="Sood, Rohit" userId="7b75868d-8e9e-4750-b797-935f69551534" providerId="ADAL" clId="{108D7E32-9466-4B4B-932C-A0B4B4B40980}" dt="2022-07-02T06:54:41.740" v="1"/>
          <ac:cxnSpMkLst>
            <pc:docMk/>
            <pc:sldMk cId="1728445315" sldId="6196"/>
            <ac:cxnSpMk id="28" creationId="{3D4EE6F8-32F5-43B2-82F0-095EEFCBA766}"/>
          </ac:cxnSpMkLst>
        </pc:cxnChg>
        <pc:cxnChg chg="add mod">
          <ac:chgData name="Sood, Rohit" userId="7b75868d-8e9e-4750-b797-935f69551534" providerId="ADAL" clId="{108D7E32-9466-4B4B-932C-A0B4B4B40980}" dt="2022-07-02T06:54:41.740" v="1"/>
          <ac:cxnSpMkLst>
            <pc:docMk/>
            <pc:sldMk cId="1728445315" sldId="6196"/>
            <ac:cxnSpMk id="29" creationId="{8A76135E-FE40-4A72-A343-6B43E1624680}"/>
          </ac:cxnSpMkLst>
        </pc:cxnChg>
        <pc:cxnChg chg="add mod">
          <ac:chgData name="Sood, Rohit" userId="7b75868d-8e9e-4750-b797-935f69551534" providerId="ADAL" clId="{108D7E32-9466-4B4B-932C-A0B4B4B40980}" dt="2022-07-02T06:54:41.740" v="1"/>
          <ac:cxnSpMkLst>
            <pc:docMk/>
            <pc:sldMk cId="1728445315" sldId="6196"/>
            <ac:cxnSpMk id="30" creationId="{D29E9071-7001-4FBB-AD4A-F8A09B6E1641}"/>
          </ac:cxnSpMkLst>
        </pc:cxnChg>
      </pc:sldChg>
      <pc:sldChg chg="addSp delSp modSp add mod">
        <pc:chgData name="Sood, Rohit" userId="7b75868d-8e9e-4750-b797-935f69551534" providerId="ADAL" clId="{108D7E32-9466-4B4B-932C-A0B4B4B40980}" dt="2022-07-02T17:10:33.348" v="1127" actId="20577"/>
        <pc:sldMkLst>
          <pc:docMk/>
          <pc:sldMk cId="2716093337" sldId="6196"/>
        </pc:sldMkLst>
        <pc:spChg chg="mod">
          <ac:chgData name="Sood, Rohit" userId="7b75868d-8e9e-4750-b797-935f69551534" providerId="ADAL" clId="{108D7E32-9466-4B4B-932C-A0B4B4B40980}" dt="2022-07-02T06:56:06.586" v="95" actId="6549"/>
          <ac:spMkLst>
            <pc:docMk/>
            <pc:sldMk cId="2716093337" sldId="6196"/>
            <ac:spMk id="2" creationId="{188B5FD8-DE7F-4FEB-9F3A-5D07FE22260C}"/>
          </ac:spMkLst>
        </pc:spChg>
        <pc:spChg chg="add mod">
          <ac:chgData name="Sood, Rohit" userId="7b75868d-8e9e-4750-b797-935f69551534" providerId="ADAL" clId="{108D7E32-9466-4B4B-932C-A0B4B4B40980}" dt="2022-07-02T07:49:19.991" v="1066" actId="14100"/>
          <ac:spMkLst>
            <pc:docMk/>
            <pc:sldMk cId="2716093337" sldId="6196"/>
            <ac:spMk id="4" creationId="{A13616ED-FC41-4C2E-A55B-FBD96CAE55B8}"/>
          </ac:spMkLst>
        </pc:spChg>
        <pc:spChg chg="add mod">
          <ac:chgData name="Sood, Rohit" userId="7b75868d-8e9e-4750-b797-935f69551534" providerId="ADAL" clId="{108D7E32-9466-4B4B-932C-A0B4B4B40980}" dt="2022-07-02T17:10:33.348" v="1127" actId="20577"/>
          <ac:spMkLst>
            <pc:docMk/>
            <pc:sldMk cId="2716093337" sldId="6196"/>
            <ac:spMk id="5" creationId="{B3DD489F-2434-4A39-987D-07F35915EEFB}"/>
          </ac:spMkLst>
        </pc:spChg>
        <pc:spChg chg="add del mod">
          <ac:chgData name="Sood, Rohit" userId="7b75868d-8e9e-4750-b797-935f69551534" providerId="ADAL" clId="{108D7E32-9466-4B4B-932C-A0B4B4B40980}" dt="2022-07-02T06:55:29.391" v="6" actId="478"/>
          <ac:spMkLst>
            <pc:docMk/>
            <pc:sldMk cId="2716093337" sldId="6196"/>
            <ac:spMk id="6" creationId="{4CB17158-E267-49EF-88FC-736A6CC64C29}"/>
          </ac:spMkLst>
        </pc:spChg>
        <pc:spChg chg="add mod">
          <ac:chgData name="Sood, Rohit" userId="7b75868d-8e9e-4750-b797-935f69551534" providerId="ADAL" clId="{108D7E32-9466-4B4B-932C-A0B4B4B40980}" dt="2022-07-02T06:55:39.274" v="7" actId="1076"/>
          <ac:spMkLst>
            <pc:docMk/>
            <pc:sldMk cId="2716093337" sldId="6196"/>
            <ac:spMk id="7" creationId="{B711F3EC-44A9-490D-B7AB-CACE026EC05D}"/>
          </ac:spMkLst>
        </pc:spChg>
        <pc:spChg chg="add mod">
          <ac:chgData name="Sood, Rohit" userId="7b75868d-8e9e-4750-b797-935f69551534" providerId="ADAL" clId="{108D7E32-9466-4B4B-932C-A0B4B4B40980}" dt="2022-07-02T06:55:39.274" v="7" actId="1076"/>
          <ac:spMkLst>
            <pc:docMk/>
            <pc:sldMk cId="2716093337" sldId="6196"/>
            <ac:spMk id="8" creationId="{C610613D-9679-4CA4-8D22-DE0A01026EA5}"/>
          </ac:spMkLst>
        </pc:spChg>
        <pc:spChg chg="add mod">
          <ac:chgData name="Sood, Rohit" userId="7b75868d-8e9e-4750-b797-935f69551534" providerId="ADAL" clId="{108D7E32-9466-4B4B-932C-A0B4B4B40980}" dt="2022-07-02T06:55:39.274" v="7" actId="1076"/>
          <ac:spMkLst>
            <pc:docMk/>
            <pc:sldMk cId="2716093337" sldId="6196"/>
            <ac:spMk id="9" creationId="{D2F0BF08-CBED-4A31-B3AB-C716B4112FF3}"/>
          </ac:spMkLst>
        </pc:spChg>
        <pc:spChg chg="add mod">
          <ac:chgData name="Sood, Rohit" userId="7b75868d-8e9e-4750-b797-935f69551534" providerId="ADAL" clId="{108D7E32-9466-4B4B-932C-A0B4B4B40980}" dt="2022-07-02T06:55:39.274" v="7" actId="1076"/>
          <ac:spMkLst>
            <pc:docMk/>
            <pc:sldMk cId="2716093337" sldId="6196"/>
            <ac:spMk id="10" creationId="{F8668B0F-3DB7-42F1-841E-CBE2FB5C2FFE}"/>
          </ac:spMkLst>
        </pc:spChg>
        <pc:spChg chg="mod">
          <ac:chgData name="Sood, Rohit" userId="7b75868d-8e9e-4750-b797-935f69551534" providerId="ADAL" clId="{108D7E32-9466-4B4B-932C-A0B4B4B40980}" dt="2022-07-02T06:55:19.437" v="4"/>
          <ac:spMkLst>
            <pc:docMk/>
            <pc:sldMk cId="2716093337" sldId="6196"/>
            <ac:spMk id="12" creationId="{5A63B810-B781-4986-82BB-A35739CA2DE9}"/>
          </ac:spMkLst>
        </pc:spChg>
        <pc:spChg chg="mod">
          <ac:chgData name="Sood, Rohit" userId="7b75868d-8e9e-4750-b797-935f69551534" providerId="ADAL" clId="{108D7E32-9466-4B4B-932C-A0B4B4B40980}" dt="2022-07-02T06:55:19.437" v="4"/>
          <ac:spMkLst>
            <pc:docMk/>
            <pc:sldMk cId="2716093337" sldId="6196"/>
            <ac:spMk id="13" creationId="{45E7FB2F-AAA2-45E9-9BA3-5C260F75F381}"/>
          </ac:spMkLst>
        </pc:spChg>
        <pc:spChg chg="add mod">
          <ac:chgData name="Sood, Rohit" userId="7b75868d-8e9e-4750-b797-935f69551534" providerId="ADAL" clId="{108D7E32-9466-4B4B-932C-A0B4B4B40980}" dt="2022-07-02T07:12:56.442" v="188" actId="20577"/>
          <ac:spMkLst>
            <pc:docMk/>
            <pc:sldMk cId="2716093337" sldId="6196"/>
            <ac:spMk id="14" creationId="{EA7E0214-282B-41AA-A53F-192F0A58BC17}"/>
          </ac:spMkLst>
        </pc:spChg>
        <pc:spChg chg="add mod">
          <ac:chgData name="Sood, Rohit" userId="7b75868d-8e9e-4750-b797-935f69551534" providerId="ADAL" clId="{108D7E32-9466-4B4B-932C-A0B4B4B40980}" dt="2022-07-02T07:40:43.177" v="543" actId="6549"/>
          <ac:spMkLst>
            <pc:docMk/>
            <pc:sldMk cId="2716093337" sldId="6196"/>
            <ac:spMk id="15" creationId="{9AEF9482-40F1-4A10-AF34-F7F87660BEA5}"/>
          </ac:spMkLst>
        </pc:spChg>
        <pc:spChg chg="add mod">
          <ac:chgData name="Sood, Rohit" userId="7b75868d-8e9e-4750-b797-935f69551534" providerId="ADAL" clId="{108D7E32-9466-4B4B-932C-A0B4B4B40980}" dt="2022-07-02T07:44:52.308" v="654" actId="255"/>
          <ac:spMkLst>
            <pc:docMk/>
            <pc:sldMk cId="2716093337" sldId="6196"/>
            <ac:spMk id="16" creationId="{C22992E2-383E-4161-8E8D-74C52F5C03EE}"/>
          </ac:spMkLst>
        </pc:spChg>
        <pc:spChg chg="add mod">
          <ac:chgData name="Sood, Rohit" userId="7b75868d-8e9e-4750-b797-935f69551534" providerId="ADAL" clId="{108D7E32-9466-4B4B-932C-A0B4B4B40980}" dt="2022-07-02T07:45:11.357" v="663" actId="20577"/>
          <ac:spMkLst>
            <pc:docMk/>
            <pc:sldMk cId="2716093337" sldId="6196"/>
            <ac:spMk id="17" creationId="{53B6FC14-35F3-449F-95D2-A132F275A455}"/>
          </ac:spMkLst>
        </pc:spChg>
        <pc:spChg chg="add mod">
          <ac:chgData name="Sood, Rohit" userId="7b75868d-8e9e-4750-b797-935f69551534" providerId="ADAL" clId="{108D7E32-9466-4B4B-932C-A0B4B4B40980}" dt="2022-07-02T07:49:37.731" v="1070" actId="14100"/>
          <ac:spMkLst>
            <pc:docMk/>
            <pc:sldMk cId="2716093337" sldId="6196"/>
            <ac:spMk id="18" creationId="{377BC6E4-B222-4A19-BAC4-D67DFDAFEF01}"/>
          </ac:spMkLst>
        </pc:spChg>
        <pc:spChg chg="add mod">
          <ac:chgData name="Sood, Rohit" userId="7b75868d-8e9e-4750-b797-935f69551534" providerId="ADAL" clId="{108D7E32-9466-4B4B-932C-A0B4B4B40980}" dt="2022-07-02T07:49:43.762" v="1072" actId="1076"/>
          <ac:spMkLst>
            <pc:docMk/>
            <pc:sldMk cId="2716093337" sldId="6196"/>
            <ac:spMk id="19" creationId="{28B8F145-32A4-460B-A475-26D77CA2EC0E}"/>
          </ac:spMkLst>
        </pc:spChg>
        <pc:spChg chg="add mod">
          <ac:chgData name="Sood, Rohit" userId="7b75868d-8e9e-4750-b797-935f69551534" providerId="ADAL" clId="{108D7E32-9466-4B4B-932C-A0B4B4B40980}" dt="2022-07-02T07:49:30.237" v="1068" actId="1076"/>
          <ac:spMkLst>
            <pc:docMk/>
            <pc:sldMk cId="2716093337" sldId="6196"/>
            <ac:spMk id="20" creationId="{F5D52973-AF4C-4806-B6B7-C8DA0A1418AA}"/>
          </ac:spMkLst>
        </pc:spChg>
        <pc:spChg chg="add mod">
          <ac:chgData name="Sood, Rohit" userId="7b75868d-8e9e-4750-b797-935f69551534" providerId="ADAL" clId="{108D7E32-9466-4B4B-932C-A0B4B4B40980}" dt="2022-07-02T07:13:44.665" v="195" actId="113"/>
          <ac:spMkLst>
            <pc:docMk/>
            <pc:sldMk cId="2716093337" sldId="6196"/>
            <ac:spMk id="21" creationId="{3A35F1F5-1E30-4919-8B1B-92FE6D7F4BB3}"/>
          </ac:spMkLst>
        </pc:spChg>
        <pc:spChg chg="add mod">
          <ac:chgData name="Sood, Rohit" userId="7b75868d-8e9e-4750-b797-935f69551534" providerId="ADAL" clId="{108D7E32-9466-4B4B-932C-A0B4B4B40980}" dt="2022-07-02T07:50:18.352" v="1099" actId="20577"/>
          <ac:spMkLst>
            <pc:docMk/>
            <pc:sldMk cId="2716093337" sldId="6196"/>
            <ac:spMk id="22" creationId="{C5751C07-F96C-4C52-AF0D-B408031DF4D9}"/>
          </ac:spMkLst>
        </pc:spChg>
        <pc:spChg chg="add mod">
          <ac:chgData name="Sood, Rohit" userId="7b75868d-8e9e-4750-b797-935f69551534" providerId="ADAL" clId="{108D7E32-9466-4B4B-932C-A0B4B4B40980}" dt="2022-07-02T07:50:39.520" v="1123" actId="20577"/>
          <ac:spMkLst>
            <pc:docMk/>
            <pc:sldMk cId="2716093337" sldId="6196"/>
            <ac:spMk id="23" creationId="{E7D473A5-8E2C-4BA6-89E4-7E285CF6A06B}"/>
          </ac:spMkLst>
        </pc:spChg>
        <pc:spChg chg="add mod">
          <ac:chgData name="Sood, Rohit" userId="7b75868d-8e9e-4750-b797-935f69551534" providerId="ADAL" clId="{108D7E32-9466-4B4B-932C-A0B4B4B40980}" dt="2022-07-02T06:55:39.274" v="7" actId="1076"/>
          <ac:spMkLst>
            <pc:docMk/>
            <pc:sldMk cId="2716093337" sldId="6196"/>
            <ac:spMk id="24" creationId="{948C207F-14F2-4630-BEED-F91375B30DB6}"/>
          </ac:spMkLst>
        </pc:spChg>
        <pc:spChg chg="add mod">
          <ac:chgData name="Sood, Rohit" userId="7b75868d-8e9e-4750-b797-935f69551534" providerId="ADAL" clId="{108D7E32-9466-4B4B-932C-A0B4B4B40980}" dt="2022-07-02T07:49:35.133" v="1069" actId="1076"/>
          <ac:spMkLst>
            <pc:docMk/>
            <pc:sldMk cId="2716093337" sldId="6196"/>
            <ac:spMk id="25" creationId="{440AA286-F444-4460-BCB2-2C95357B18A3}"/>
          </ac:spMkLst>
        </pc:spChg>
        <pc:grpChg chg="add mod">
          <ac:chgData name="Sood, Rohit" userId="7b75868d-8e9e-4750-b797-935f69551534" providerId="ADAL" clId="{108D7E32-9466-4B4B-932C-A0B4B4B40980}" dt="2022-07-02T06:55:39.274" v="7" actId="1076"/>
          <ac:grpSpMkLst>
            <pc:docMk/>
            <pc:sldMk cId="2716093337" sldId="6196"/>
            <ac:grpSpMk id="11" creationId="{AFBB4060-92AA-4108-801C-0E1B1C33FF67}"/>
          </ac:grpSpMkLst>
        </pc:grpChg>
        <pc:cxnChg chg="add mod">
          <ac:chgData name="Sood, Rohit" userId="7b75868d-8e9e-4750-b797-935f69551534" providerId="ADAL" clId="{108D7E32-9466-4B4B-932C-A0B4B4B40980}" dt="2022-07-02T06:55:39.274" v="7" actId="1076"/>
          <ac:cxnSpMkLst>
            <pc:docMk/>
            <pc:sldMk cId="2716093337" sldId="6196"/>
            <ac:cxnSpMk id="26" creationId="{C9390523-8034-4053-8029-146F082B103D}"/>
          </ac:cxnSpMkLst>
        </pc:cxnChg>
        <pc:cxnChg chg="add mod">
          <ac:chgData name="Sood, Rohit" userId="7b75868d-8e9e-4750-b797-935f69551534" providerId="ADAL" clId="{108D7E32-9466-4B4B-932C-A0B4B4B40980}" dt="2022-07-02T06:55:39.274" v="7" actId="1076"/>
          <ac:cxnSpMkLst>
            <pc:docMk/>
            <pc:sldMk cId="2716093337" sldId="6196"/>
            <ac:cxnSpMk id="27" creationId="{BE5B00B7-21C6-43D0-B17F-802903C73712}"/>
          </ac:cxnSpMkLst>
        </pc:cxnChg>
        <pc:cxnChg chg="add mod">
          <ac:chgData name="Sood, Rohit" userId="7b75868d-8e9e-4750-b797-935f69551534" providerId="ADAL" clId="{108D7E32-9466-4B4B-932C-A0B4B4B40980}" dt="2022-07-02T06:55:39.274" v="7" actId="1076"/>
          <ac:cxnSpMkLst>
            <pc:docMk/>
            <pc:sldMk cId="2716093337" sldId="6196"/>
            <ac:cxnSpMk id="28" creationId="{955CE494-E71B-44A8-98A4-E3FA37190321}"/>
          </ac:cxnSpMkLst>
        </pc:cxnChg>
        <pc:cxnChg chg="add mod">
          <ac:chgData name="Sood, Rohit" userId="7b75868d-8e9e-4750-b797-935f69551534" providerId="ADAL" clId="{108D7E32-9466-4B4B-932C-A0B4B4B40980}" dt="2022-07-02T07:49:40.375" v="1071" actId="1076"/>
          <ac:cxnSpMkLst>
            <pc:docMk/>
            <pc:sldMk cId="2716093337" sldId="6196"/>
            <ac:cxnSpMk id="29" creationId="{C9E262C4-5CF2-429F-8702-BC536962738A}"/>
          </ac:cxnSpMkLst>
        </pc:cxnChg>
      </pc:sldChg>
    </pc:docChg>
  </pc:docChgLst>
  <pc:docChgLst>
    <pc:chgData name="Mukherjee, Shouvik" userId="8a0946e8-3a6b-4d5c-947d-73f4cd578335" providerId="ADAL" clId="{17918FC6-D3E3-47D2-805C-A2F1C9643368}"/>
    <pc:docChg chg="undo custSel modSld">
      <pc:chgData name="Mukherjee, Shouvik" userId="8a0946e8-3a6b-4d5c-947d-73f4cd578335" providerId="ADAL" clId="{17918FC6-D3E3-47D2-805C-A2F1C9643368}" dt="2023-08-09T04:04:37.972" v="227" actId="14100"/>
      <pc:docMkLst>
        <pc:docMk/>
      </pc:docMkLst>
      <pc:sldChg chg="addSp delSp modSp mod">
        <pc:chgData name="Mukherjee, Shouvik" userId="8a0946e8-3a6b-4d5c-947d-73f4cd578335" providerId="ADAL" clId="{17918FC6-D3E3-47D2-805C-A2F1C9643368}" dt="2023-08-09T03:12:13.268" v="2" actId="1076"/>
        <pc:sldMkLst>
          <pc:docMk/>
          <pc:sldMk cId="2952623305" sldId="6239"/>
        </pc:sldMkLst>
        <pc:spChg chg="mod">
          <ac:chgData name="Mukherjee, Shouvik" userId="8a0946e8-3a6b-4d5c-947d-73f4cd578335" providerId="ADAL" clId="{17918FC6-D3E3-47D2-805C-A2F1C9643368}" dt="2023-08-09T03:12:04.471" v="1"/>
          <ac:spMkLst>
            <pc:docMk/>
            <pc:sldMk cId="2952623305" sldId="6239"/>
            <ac:spMk id="10" creationId="{32B7F1C4-D2A0-AD3C-3C7B-744CE7950BCA}"/>
          </ac:spMkLst>
        </pc:spChg>
        <pc:spChg chg="mod">
          <ac:chgData name="Mukherjee, Shouvik" userId="8a0946e8-3a6b-4d5c-947d-73f4cd578335" providerId="ADAL" clId="{17918FC6-D3E3-47D2-805C-A2F1C9643368}" dt="2023-08-09T03:12:04.471" v="1"/>
          <ac:spMkLst>
            <pc:docMk/>
            <pc:sldMk cId="2952623305" sldId="6239"/>
            <ac:spMk id="11" creationId="{56D871FB-0F93-E2B8-713A-473C7F2D5E1D}"/>
          </ac:spMkLst>
        </pc:spChg>
        <pc:spChg chg="mod">
          <ac:chgData name="Mukherjee, Shouvik" userId="8a0946e8-3a6b-4d5c-947d-73f4cd578335" providerId="ADAL" clId="{17918FC6-D3E3-47D2-805C-A2F1C9643368}" dt="2023-08-09T03:12:04.471" v="1"/>
          <ac:spMkLst>
            <pc:docMk/>
            <pc:sldMk cId="2952623305" sldId="6239"/>
            <ac:spMk id="13" creationId="{806FC4C6-AC95-17B9-72C7-4714AB593E9C}"/>
          </ac:spMkLst>
        </pc:spChg>
        <pc:spChg chg="mod">
          <ac:chgData name="Mukherjee, Shouvik" userId="8a0946e8-3a6b-4d5c-947d-73f4cd578335" providerId="ADAL" clId="{17918FC6-D3E3-47D2-805C-A2F1C9643368}" dt="2023-08-09T03:12:04.471" v="1"/>
          <ac:spMkLst>
            <pc:docMk/>
            <pc:sldMk cId="2952623305" sldId="6239"/>
            <ac:spMk id="14" creationId="{39B59C65-16EB-306A-1440-CDCB88BF5ACB}"/>
          </ac:spMkLst>
        </pc:spChg>
        <pc:spChg chg="mod">
          <ac:chgData name="Mukherjee, Shouvik" userId="8a0946e8-3a6b-4d5c-947d-73f4cd578335" providerId="ADAL" clId="{17918FC6-D3E3-47D2-805C-A2F1C9643368}" dt="2023-08-09T03:12:04.471" v="1"/>
          <ac:spMkLst>
            <pc:docMk/>
            <pc:sldMk cId="2952623305" sldId="6239"/>
            <ac:spMk id="15" creationId="{CEB2AA6B-C09A-7C9C-A6EE-BB3FE76C9B33}"/>
          </ac:spMkLst>
        </pc:spChg>
        <pc:grpChg chg="add mod">
          <ac:chgData name="Mukherjee, Shouvik" userId="8a0946e8-3a6b-4d5c-947d-73f4cd578335" providerId="ADAL" clId="{17918FC6-D3E3-47D2-805C-A2F1C9643368}" dt="2023-08-09T03:12:13.268" v="2" actId="1076"/>
          <ac:grpSpMkLst>
            <pc:docMk/>
            <pc:sldMk cId="2952623305" sldId="6239"/>
            <ac:grpSpMk id="3" creationId="{A4A6ED52-5794-06E5-0893-28A51A06EF7A}"/>
          </ac:grpSpMkLst>
        </pc:grpChg>
        <pc:picChg chg="del">
          <ac:chgData name="Mukherjee, Shouvik" userId="8a0946e8-3a6b-4d5c-947d-73f4cd578335" providerId="ADAL" clId="{17918FC6-D3E3-47D2-805C-A2F1C9643368}" dt="2023-08-09T03:12:02.879" v="0" actId="478"/>
          <ac:picMkLst>
            <pc:docMk/>
            <pc:sldMk cId="2952623305" sldId="6239"/>
            <ac:picMk id="2" creationId="{12A8EB1E-0F70-783D-CBAF-8934B29975D2}"/>
          </ac:picMkLst>
        </pc:picChg>
      </pc:sldChg>
      <pc:sldChg chg="addSp delSp modSp mod">
        <pc:chgData name="Mukherjee, Shouvik" userId="8a0946e8-3a6b-4d5c-947d-73f4cd578335" providerId="ADAL" clId="{17918FC6-D3E3-47D2-805C-A2F1C9643368}" dt="2023-08-09T04:04:37.972" v="227" actId="14100"/>
        <pc:sldMkLst>
          <pc:docMk/>
          <pc:sldMk cId="1063472256" sldId="2147374256"/>
        </pc:sldMkLst>
        <pc:spChg chg="add del mod">
          <ac:chgData name="Mukherjee, Shouvik" userId="8a0946e8-3a6b-4d5c-947d-73f4cd578335" providerId="ADAL" clId="{17918FC6-D3E3-47D2-805C-A2F1C9643368}" dt="2023-08-09T03:59:51.663" v="31" actId="478"/>
          <ac:spMkLst>
            <pc:docMk/>
            <pc:sldMk cId="1063472256" sldId="2147374256"/>
            <ac:spMk id="2" creationId="{9EF5BCC6-1CE1-99CB-B509-2D457AFAC619}"/>
          </ac:spMkLst>
        </pc:spChg>
        <pc:spChg chg="add mod">
          <ac:chgData name="Mukherjee, Shouvik" userId="8a0946e8-3a6b-4d5c-947d-73f4cd578335" providerId="ADAL" clId="{17918FC6-D3E3-47D2-805C-A2F1C9643368}" dt="2023-08-09T04:00:33.375" v="103" actId="14100"/>
          <ac:spMkLst>
            <pc:docMk/>
            <pc:sldMk cId="1063472256" sldId="2147374256"/>
            <ac:spMk id="3" creationId="{79709EC5-5B55-5DC0-6A31-BA25278AEF45}"/>
          </ac:spMkLst>
        </pc:spChg>
        <pc:spChg chg="add mod">
          <ac:chgData name="Mukherjee, Shouvik" userId="8a0946e8-3a6b-4d5c-947d-73f4cd578335" providerId="ADAL" clId="{17918FC6-D3E3-47D2-805C-A2F1C9643368}" dt="2023-08-09T04:00:42.446" v="113" actId="1035"/>
          <ac:spMkLst>
            <pc:docMk/>
            <pc:sldMk cId="1063472256" sldId="2147374256"/>
            <ac:spMk id="6" creationId="{F285795B-4F03-D327-2540-BDD0276A74B3}"/>
          </ac:spMkLst>
        </pc:spChg>
        <pc:spChg chg="add mod">
          <ac:chgData name="Mukherjee, Shouvik" userId="8a0946e8-3a6b-4d5c-947d-73f4cd578335" providerId="ADAL" clId="{17918FC6-D3E3-47D2-805C-A2F1C9643368}" dt="2023-08-09T04:01:28.709" v="129" actId="1076"/>
          <ac:spMkLst>
            <pc:docMk/>
            <pc:sldMk cId="1063472256" sldId="2147374256"/>
            <ac:spMk id="12" creationId="{CBD0A6E3-B479-9F24-129D-31FD4EE3796C}"/>
          </ac:spMkLst>
        </pc:spChg>
        <pc:spChg chg="add mod">
          <ac:chgData name="Mukherjee, Shouvik" userId="8a0946e8-3a6b-4d5c-947d-73f4cd578335" providerId="ADAL" clId="{17918FC6-D3E3-47D2-805C-A2F1C9643368}" dt="2023-08-09T04:01:11.964" v="122" actId="14100"/>
          <ac:spMkLst>
            <pc:docMk/>
            <pc:sldMk cId="1063472256" sldId="2147374256"/>
            <ac:spMk id="13" creationId="{07197FC7-AB26-90DA-7ACA-9CFA9F31D0DA}"/>
          </ac:spMkLst>
        </pc:spChg>
        <pc:spChg chg="add mod">
          <ac:chgData name="Mukherjee, Shouvik" userId="8a0946e8-3a6b-4d5c-947d-73f4cd578335" providerId="ADAL" clId="{17918FC6-D3E3-47D2-805C-A2F1C9643368}" dt="2023-08-09T04:01:35.399" v="130" actId="1076"/>
          <ac:spMkLst>
            <pc:docMk/>
            <pc:sldMk cId="1063472256" sldId="2147374256"/>
            <ac:spMk id="14" creationId="{D574889C-302D-09D7-812B-A047CB1FFED0}"/>
          </ac:spMkLst>
        </pc:spChg>
        <pc:spChg chg="add mod">
          <ac:chgData name="Mukherjee, Shouvik" userId="8a0946e8-3a6b-4d5c-947d-73f4cd578335" providerId="ADAL" clId="{17918FC6-D3E3-47D2-805C-A2F1C9643368}" dt="2023-08-09T04:00:49.280" v="118" actId="1036"/>
          <ac:spMkLst>
            <pc:docMk/>
            <pc:sldMk cId="1063472256" sldId="2147374256"/>
            <ac:spMk id="15" creationId="{196AE515-A395-307C-09CC-8015A663AAEE}"/>
          </ac:spMkLst>
        </pc:spChg>
        <pc:spChg chg="add mod">
          <ac:chgData name="Mukherjee, Shouvik" userId="8a0946e8-3a6b-4d5c-947d-73f4cd578335" providerId="ADAL" clId="{17918FC6-D3E3-47D2-805C-A2F1C9643368}" dt="2023-08-09T04:04:24.274" v="225" actId="1035"/>
          <ac:spMkLst>
            <pc:docMk/>
            <pc:sldMk cId="1063472256" sldId="2147374256"/>
            <ac:spMk id="16" creationId="{3E67DAA1-986F-B174-C8C0-F05652F4D4F1}"/>
          </ac:spMkLst>
        </pc:spChg>
        <pc:spChg chg="add mod">
          <ac:chgData name="Mukherjee, Shouvik" userId="8a0946e8-3a6b-4d5c-947d-73f4cd578335" providerId="ADAL" clId="{17918FC6-D3E3-47D2-805C-A2F1C9643368}" dt="2023-08-09T04:04:16.530" v="213" actId="14100"/>
          <ac:spMkLst>
            <pc:docMk/>
            <pc:sldMk cId="1063472256" sldId="2147374256"/>
            <ac:spMk id="17" creationId="{DBC8F555-B012-2BE9-69C9-170FDDA1FD85}"/>
          </ac:spMkLst>
        </pc:spChg>
        <pc:spChg chg="add mod">
          <ac:chgData name="Mukherjee, Shouvik" userId="8a0946e8-3a6b-4d5c-947d-73f4cd578335" providerId="ADAL" clId="{17918FC6-D3E3-47D2-805C-A2F1C9643368}" dt="2023-08-09T04:04:11.372" v="211" actId="14100"/>
          <ac:spMkLst>
            <pc:docMk/>
            <pc:sldMk cId="1063472256" sldId="2147374256"/>
            <ac:spMk id="18" creationId="{C0674D9B-4C6B-BA10-5FCE-50C2CB5A1110}"/>
          </ac:spMkLst>
        </pc:spChg>
        <pc:spChg chg="add mod">
          <ac:chgData name="Mukherjee, Shouvik" userId="8a0946e8-3a6b-4d5c-947d-73f4cd578335" providerId="ADAL" clId="{17918FC6-D3E3-47D2-805C-A2F1C9643368}" dt="2023-08-09T04:04:13.837" v="212" actId="14100"/>
          <ac:spMkLst>
            <pc:docMk/>
            <pc:sldMk cId="1063472256" sldId="2147374256"/>
            <ac:spMk id="19" creationId="{0FBF1878-4783-F0DA-4C66-8960F86D690F}"/>
          </ac:spMkLst>
        </pc:spChg>
        <pc:spChg chg="add mod">
          <ac:chgData name="Mukherjee, Shouvik" userId="8a0946e8-3a6b-4d5c-947d-73f4cd578335" providerId="ADAL" clId="{17918FC6-D3E3-47D2-805C-A2F1C9643368}" dt="2023-08-09T04:04:24.274" v="225" actId="1035"/>
          <ac:spMkLst>
            <pc:docMk/>
            <pc:sldMk cId="1063472256" sldId="2147374256"/>
            <ac:spMk id="20" creationId="{4695B7CA-F5D9-BBD8-8A2D-269317F17AB0}"/>
          </ac:spMkLst>
        </pc:spChg>
        <pc:spChg chg="add mod">
          <ac:chgData name="Mukherjee, Shouvik" userId="8a0946e8-3a6b-4d5c-947d-73f4cd578335" providerId="ADAL" clId="{17918FC6-D3E3-47D2-805C-A2F1C9643368}" dt="2023-08-09T04:04:24.274" v="225" actId="1035"/>
          <ac:spMkLst>
            <pc:docMk/>
            <pc:sldMk cId="1063472256" sldId="2147374256"/>
            <ac:spMk id="21" creationId="{EF9D9A57-5E67-9060-B953-45E85A45569E}"/>
          </ac:spMkLst>
        </pc:spChg>
        <pc:spChg chg="add mod">
          <ac:chgData name="Mukherjee, Shouvik" userId="8a0946e8-3a6b-4d5c-947d-73f4cd578335" providerId="ADAL" clId="{17918FC6-D3E3-47D2-805C-A2F1C9643368}" dt="2023-08-09T04:04:24.274" v="225" actId="1035"/>
          <ac:spMkLst>
            <pc:docMk/>
            <pc:sldMk cId="1063472256" sldId="2147374256"/>
            <ac:spMk id="22" creationId="{1DF31054-938E-41C0-5FFB-2E19056D6D9C}"/>
          </ac:spMkLst>
        </pc:spChg>
        <pc:spChg chg="add mod">
          <ac:chgData name="Mukherjee, Shouvik" userId="8a0946e8-3a6b-4d5c-947d-73f4cd578335" providerId="ADAL" clId="{17918FC6-D3E3-47D2-805C-A2F1C9643368}" dt="2023-08-09T04:04:24.274" v="225" actId="1035"/>
          <ac:spMkLst>
            <pc:docMk/>
            <pc:sldMk cId="1063472256" sldId="2147374256"/>
            <ac:spMk id="23" creationId="{DE66C8D0-940E-B295-9411-A2749CD5A703}"/>
          </ac:spMkLst>
        </pc:spChg>
        <pc:spChg chg="add mod">
          <ac:chgData name="Mukherjee, Shouvik" userId="8a0946e8-3a6b-4d5c-947d-73f4cd578335" providerId="ADAL" clId="{17918FC6-D3E3-47D2-805C-A2F1C9643368}" dt="2023-08-09T04:04:37.972" v="227" actId="14100"/>
          <ac:spMkLst>
            <pc:docMk/>
            <pc:sldMk cId="1063472256" sldId="2147374256"/>
            <ac:spMk id="24" creationId="{48430A88-232B-8F64-71EC-B00AB287E9E9}"/>
          </ac:spMkLst>
        </pc:spChg>
        <pc:spChg chg="add mod">
          <ac:chgData name="Mukherjee, Shouvik" userId="8a0946e8-3a6b-4d5c-947d-73f4cd578335" providerId="ADAL" clId="{17918FC6-D3E3-47D2-805C-A2F1C9643368}" dt="2023-08-09T04:04:24.274" v="225" actId="1035"/>
          <ac:spMkLst>
            <pc:docMk/>
            <pc:sldMk cId="1063472256" sldId="2147374256"/>
            <ac:spMk id="25" creationId="{E2779C73-1A95-AF4B-CF69-71F6ECCD57DC}"/>
          </ac:spMkLst>
        </pc:spChg>
      </pc:sldChg>
    </pc:docChg>
  </pc:docChgLst>
  <pc:docChgLst>
    <pc:chgData name="Sood, Rohit" userId="7b75868d-8e9e-4750-b797-935f69551534" providerId="ADAL" clId="{C85F583F-ACDD-43C3-922E-63BB7E5CB91F}"/>
    <pc:docChg chg="undo custSel addSld delSld modSld">
      <pc:chgData name="Sood, Rohit" userId="7b75868d-8e9e-4750-b797-935f69551534" providerId="ADAL" clId="{C85F583F-ACDD-43C3-922E-63BB7E5CB91F}" dt="2022-07-04T12:27:45.363" v="91" actId="1076"/>
      <pc:docMkLst>
        <pc:docMk/>
      </pc:docMkLst>
      <pc:sldChg chg="delSp modSp mod">
        <pc:chgData name="Sood, Rohit" userId="7b75868d-8e9e-4750-b797-935f69551534" providerId="ADAL" clId="{C85F583F-ACDD-43C3-922E-63BB7E5CB91F}" dt="2022-07-04T12:27:45.363" v="91" actId="1076"/>
        <pc:sldMkLst>
          <pc:docMk/>
          <pc:sldMk cId="2716093337" sldId="6196"/>
        </pc:sldMkLst>
        <pc:spChg chg="del">
          <ac:chgData name="Sood, Rohit" userId="7b75868d-8e9e-4750-b797-935f69551534" providerId="ADAL" clId="{C85F583F-ACDD-43C3-922E-63BB7E5CB91F}" dt="2022-07-04T11:39:54.324" v="81" actId="478"/>
          <ac:spMkLst>
            <pc:docMk/>
            <pc:sldMk cId="2716093337" sldId="6196"/>
            <ac:spMk id="3" creationId="{936BBF82-FB4B-4E22-82F5-26DBC6B0FF74}"/>
          </ac:spMkLst>
        </pc:spChg>
        <pc:spChg chg="mod">
          <ac:chgData name="Sood, Rohit" userId="7b75868d-8e9e-4750-b797-935f69551534" providerId="ADAL" clId="{C85F583F-ACDD-43C3-922E-63BB7E5CB91F}" dt="2022-07-04T12:27:34.945" v="89" actId="403"/>
          <ac:spMkLst>
            <pc:docMk/>
            <pc:sldMk cId="2716093337" sldId="6196"/>
            <ac:spMk id="4" creationId="{A13616ED-FC41-4C2E-A55B-FBD96CAE55B8}"/>
          </ac:spMkLst>
        </pc:spChg>
        <pc:spChg chg="mod">
          <ac:chgData name="Sood, Rohit" userId="7b75868d-8e9e-4750-b797-935f69551534" providerId="ADAL" clId="{C85F583F-ACDD-43C3-922E-63BB7E5CB91F}" dt="2022-07-04T12:21:02.143" v="83" actId="403"/>
          <ac:spMkLst>
            <pc:docMk/>
            <pc:sldMk cId="2716093337" sldId="6196"/>
            <ac:spMk id="10" creationId="{F8668B0F-3DB7-42F1-841E-CBE2FB5C2FFE}"/>
          </ac:spMkLst>
        </pc:spChg>
        <pc:spChg chg="mod">
          <ac:chgData name="Sood, Rohit" userId="7b75868d-8e9e-4750-b797-935f69551534" providerId="ADAL" clId="{C85F583F-ACDD-43C3-922E-63BB7E5CB91F}" dt="2022-07-04T12:21:02.143" v="83" actId="403"/>
          <ac:spMkLst>
            <pc:docMk/>
            <pc:sldMk cId="2716093337" sldId="6196"/>
            <ac:spMk id="12" creationId="{5A63B810-B781-4986-82BB-A35739CA2DE9}"/>
          </ac:spMkLst>
        </pc:spChg>
        <pc:spChg chg="mod">
          <ac:chgData name="Sood, Rohit" userId="7b75868d-8e9e-4750-b797-935f69551534" providerId="ADAL" clId="{C85F583F-ACDD-43C3-922E-63BB7E5CB91F}" dt="2022-07-04T12:21:02.143" v="83" actId="403"/>
          <ac:spMkLst>
            <pc:docMk/>
            <pc:sldMk cId="2716093337" sldId="6196"/>
            <ac:spMk id="13" creationId="{45E7FB2F-AAA2-45E9-9BA3-5C260F75F381}"/>
          </ac:spMkLst>
        </pc:spChg>
        <pc:spChg chg="mod">
          <ac:chgData name="Sood, Rohit" userId="7b75868d-8e9e-4750-b797-935f69551534" providerId="ADAL" clId="{C85F583F-ACDD-43C3-922E-63BB7E5CB91F}" dt="2022-07-04T10:39:22.892" v="16" actId="403"/>
          <ac:spMkLst>
            <pc:docMk/>
            <pc:sldMk cId="2716093337" sldId="6196"/>
            <ac:spMk id="14" creationId="{EA7E0214-282B-41AA-A53F-192F0A58BC17}"/>
          </ac:spMkLst>
        </pc:spChg>
        <pc:spChg chg="mod">
          <ac:chgData name="Sood, Rohit" userId="7b75868d-8e9e-4750-b797-935f69551534" providerId="ADAL" clId="{C85F583F-ACDD-43C3-922E-63BB7E5CB91F}" dt="2022-07-04T10:39:39.960" v="19" actId="1076"/>
          <ac:spMkLst>
            <pc:docMk/>
            <pc:sldMk cId="2716093337" sldId="6196"/>
            <ac:spMk id="15" creationId="{9AEF9482-40F1-4A10-AF34-F7F87660BEA5}"/>
          </ac:spMkLst>
        </pc:spChg>
        <pc:spChg chg="mod">
          <ac:chgData name="Sood, Rohit" userId="7b75868d-8e9e-4750-b797-935f69551534" providerId="ADAL" clId="{C85F583F-ACDD-43C3-922E-63BB7E5CB91F}" dt="2022-07-04T10:41:50.139" v="37" actId="14100"/>
          <ac:spMkLst>
            <pc:docMk/>
            <pc:sldMk cId="2716093337" sldId="6196"/>
            <ac:spMk id="16" creationId="{C22992E2-383E-4161-8E8D-74C52F5C03EE}"/>
          </ac:spMkLst>
        </pc:spChg>
        <pc:spChg chg="mod">
          <ac:chgData name="Sood, Rohit" userId="7b75868d-8e9e-4750-b797-935f69551534" providerId="ADAL" clId="{C85F583F-ACDD-43C3-922E-63BB7E5CB91F}" dt="2022-07-04T12:21:02.143" v="83" actId="403"/>
          <ac:spMkLst>
            <pc:docMk/>
            <pc:sldMk cId="2716093337" sldId="6196"/>
            <ac:spMk id="17" creationId="{53B6FC14-35F3-449F-95D2-A132F275A455}"/>
          </ac:spMkLst>
        </pc:spChg>
        <pc:spChg chg="mod">
          <ac:chgData name="Sood, Rohit" userId="7b75868d-8e9e-4750-b797-935f69551534" providerId="ADAL" clId="{C85F583F-ACDD-43C3-922E-63BB7E5CB91F}" dt="2022-07-04T12:21:02.143" v="83" actId="403"/>
          <ac:spMkLst>
            <pc:docMk/>
            <pc:sldMk cId="2716093337" sldId="6196"/>
            <ac:spMk id="18" creationId="{377BC6E4-B222-4A19-BAC4-D67DFDAFEF01}"/>
          </ac:spMkLst>
        </pc:spChg>
        <pc:spChg chg="mod">
          <ac:chgData name="Sood, Rohit" userId="7b75868d-8e9e-4750-b797-935f69551534" providerId="ADAL" clId="{C85F583F-ACDD-43C3-922E-63BB7E5CB91F}" dt="2022-07-04T12:21:56.344" v="85" actId="20577"/>
          <ac:spMkLst>
            <pc:docMk/>
            <pc:sldMk cId="2716093337" sldId="6196"/>
            <ac:spMk id="19" creationId="{28B8F145-32A4-460B-A475-26D77CA2EC0E}"/>
          </ac:spMkLst>
        </pc:spChg>
        <pc:spChg chg="mod">
          <ac:chgData name="Sood, Rohit" userId="7b75868d-8e9e-4750-b797-935f69551534" providerId="ADAL" clId="{C85F583F-ACDD-43C3-922E-63BB7E5CB91F}" dt="2022-07-04T10:40:39.601" v="30" actId="1076"/>
          <ac:spMkLst>
            <pc:docMk/>
            <pc:sldMk cId="2716093337" sldId="6196"/>
            <ac:spMk id="20" creationId="{F5D52973-AF4C-4806-B6B7-C8DA0A1418AA}"/>
          </ac:spMkLst>
        </pc:spChg>
        <pc:spChg chg="mod">
          <ac:chgData name="Sood, Rohit" userId="7b75868d-8e9e-4750-b797-935f69551534" providerId="ADAL" clId="{C85F583F-ACDD-43C3-922E-63BB7E5CB91F}" dt="2022-07-04T12:27:34.945" v="89" actId="403"/>
          <ac:spMkLst>
            <pc:docMk/>
            <pc:sldMk cId="2716093337" sldId="6196"/>
            <ac:spMk id="21" creationId="{3A35F1F5-1E30-4919-8B1B-92FE6D7F4BB3}"/>
          </ac:spMkLst>
        </pc:spChg>
        <pc:spChg chg="mod">
          <ac:chgData name="Sood, Rohit" userId="7b75868d-8e9e-4750-b797-935f69551534" providerId="ADAL" clId="{C85F583F-ACDD-43C3-922E-63BB7E5CB91F}" dt="2022-07-04T12:27:34.945" v="89" actId="403"/>
          <ac:spMkLst>
            <pc:docMk/>
            <pc:sldMk cId="2716093337" sldId="6196"/>
            <ac:spMk id="22" creationId="{C5751C07-F96C-4C52-AF0D-B408031DF4D9}"/>
          </ac:spMkLst>
        </pc:spChg>
        <pc:spChg chg="mod">
          <ac:chgData name="Sood, Rohit" userId="7b75868d-8e9e-4750-b797-935f69551534" providerId="ADAL" clId="{C85F583F-ACDD-43C3-922E-63BB7E5CB91F}" dt="2022-07-04T12:27:34.945" v="89" actId="403"/>
          <ac:spMkLst>
            <pc:docMk/>
            <pc:sldMk cId="2716093337" sldId="6196"/>
            <ac:spMk id="23" creationId="{E7D473A5-8E2C-4BA6-89E4-7E285CF6A06B}"/>
          </ac:spMkLst>
        </pc:spChg>
        <pc:spChg chg="mod">
          <ac:chgData name="Sood, Rohit" userId="7b75868d-8e9e-4750-b797-935f69551534" providerId="ADAL" clId="{C85F583F-ACDD-43C3-922E-63BB7E5CB91F}" dt="2022-07-04T12:27:41.512" v="90" actId="1076"/>
          <ac:spMkLst>
            <pc:docMk/>
            <pc:sldMk cId="2716093337" sldId="6196"/>
            <ac:spMk id="24" creationId="{948C207F-14F2-4630-BEED-F91375B30DB6}"/>
          </ac:spMkLst>
        </pc:spChg>
        <pc:spChg chg="mod">
          <ac:chgData name="Sood, Rohit" userId="7b75868d-8e9e-4750-b797-935f69551534" providerId="ADAL" clId="{C85F583F-ACDD-43C3-922E-63BB7E5CB91F}" dt="2022-07-04T12:27:45.363" v="91" actId="1076"/>
          <ac:spMkLst>
            <pc:docMk/>
            <pc:sldMk cId="2716093337" sldId="6196"/>
            <ac:spMk id="25" creationId="{440AA286-F444-4460-BCB2-2C95357B18A3}"/>
          </ac:spMkLst>
        </pc:spChg>
        <pc:cxnChg chg="mod">
          <ac:chgData name="Sood, Rohit" userId="7b75868d-8e9e-4750-b797-935f69551534" providerId="ADAL" clId="{C85F583F-ACDD-43C3-922E-63BB7E5CB91F}" dt="2022-07-04T10:40:07.650" v="24" actId="1076"/>
          <ac:cxnSpMkLst>
            <pc:docMk/>
            <pc:sldMk cId="2716093337" sldId="6196"/>
            <ac:cxnSpMk id="26" creationId="{C9390523-8034-4053-8029-146F082B103D}"/>
          </ac:cxnSpMkLst>
        </pc:cxnChg>
        <pc:cxnChg chg="mod">
          <ac:chgData name="Sood, Rohit" userId="7b75868d-8e9e-4750-b797-935f69551534" providerId="ADAL" clId="{C85F583F-ACDD-43C3-922E-63BB7E5CB91F}" dt="2022-07-04T10:40:10.261" v="25" actId="1076"/>
          <ac:cxnSpMkLst>
            <pc:docMk/>
            <pc:sldMk cId="2716093337" sldId="6196"/>
            <ac:cxnSpMk id="27" creationId="{BE5B00B7-21C6-43D0-B17F-802903C73712}"/>
          </ac:cxnSpMkLst>
        </pc:cxnChg>
        <pc:cxnChg chg="mod">
          <ac:chgData name="Sood, Rohit" userId="7b75868d-8e9e-4750-b797-935f69551534" providerId="ADAL" clId="{C85F583F-ACDD-43C3-922E-63BB7E5CB91F}" dt="2022-07-04T10:40:12.308" v="26" actId="1076"/>
          <ac:cxnSpMkLst>
            <pc:docMk/>
            <pc:sldMk cId="2716093337" sldId="6196"/>
            <ac:cxnSpMk id="28" creationId="{955CE494-E71B-44A8-98A4-E3FA37190321}"/>
          </ac:cxnSpMkLst>
        </pc:cxnChg>
        <pc:cxnChg chg="mod">
          <ac:chgData name="Sood, Rohit" userId="7b75868d-8e9e-4750-b797-935f69551534" providerId="ADAL" clId="{C85F583F-ACDD-43C3-922E-63BB7E5CB91F}" dt="2022-07-04T10:40:41.880" v="31" actId="1076"/>
          <ac:cxnSpMkLst>
            <pc:docMk/>
            <pc:sldMk cId="2716093337" sldId="6196"/>
            <ac:cxnSpMk id="29" creationId="{C9E262C4-5CF2-429F-8702-BC536962738A}"/>
          </ac:cxnSpMkLst>
        </pc:cxnChg>
      </pc:sldChg>
      <pc:sldChg chg="addSp modSp del mod">
        <pc:chgData name="Sood, Rohit" userId="7b75868d-8e9e-4750-b797-935f69551534" providerId="ADAL" clId="{C85F583F-ACDD-43C3-922E-63BB7E5CB91F}" dt="2022-07-04T10:45:44.832" v="62" actId="47"/>
        <pc:sldMkLst>
          <pc:docMk/>
          <pc:sldMk cId="1984791455" sldId="6216"/>
        </pc:sldMkLst>
        <pc:spChg chg="mod">
          <ac:chgData name="Sood, Rohit" userId="7b75868d-8e9e-4750-b797-935f69551534" providerId="ADAL" clId="{C85F583F-ACDD-43C3-922E-63BB7E5CB91F}" dt="2022-07-04T10:37:25.660" v="3" actId="1076"/>
          <ac:spMkLst>
            <pc:docMk/>
            <pc:sldMk cId="1984791455" sldId="6216"/>
            <ac:spMk id="4" creationId="{329AB56E-16F7-4181-B594-62241ACF4580}"/>
          </ac:spMkLst>
        </pc:spChg>
        <pc:spChg chg="mod">
          <ac:chgData name="Sood, Rohit" userId="7b75868d-8e9e-4750-b797-935f69551534" providerId="ADAL" clId="{C85F583F-ACDD-43C3-922E-63BB7E5CB91F}" dt="2022-07-04T10:37:13.797" v="0"/>
          <ac:spMkLst>
            <pc:docMk/>
            <pc:sldMk cId="1984791455" sldId="6216"/>
            <ac:spMk id="5" creationId="{B224F463-6700-4FE5-BB20-893CCC2F6E82}"/>
          </ac:spMkLst>
        </pc:spChg>
        <pc:spChg chg="mod">
          <ac:chgData name="Sood, Rohit" userId="7b75868d-8e9e-4750-b797-935f69551534" providerId="ADAL" clId="{C85F583F-ACDD-43C3-922E-63BB7E5CB91F}" dt="2022-07-04T10:37:13.797" v="0"/>
          <ac:spMkLst>
            <pc:docMk/>
            <pc:sldMk cId="1984791455" sldId="6216"/>
            <ac:spMk id="6" creationId="{C0E57812-1E04-4A4A-9EF2-03988BA701C9}"/>
          </ac:spMkLst>
        </pc:spChg>
        <pc:spChg chg="mod">
          <ac:chgData name="Sood, Rohit" userId="7b75868d-8e9e-4750-b797-935f69551534" providerId="ADAL" clId="{C85F583F-ACDD-43C3-922E-63BB7E5CB91F}" dt="2022-07-04T10:37:13.797" v="0"/>
          <ac:spMkLst>
            <pc:docMk/>
            <pc:sldMk cId="1984791455" sldId="6216"/>
            <ac:spMk id="7" creationId="{FB588B7F-6B64-495B-9000-D41C99643D8A}"/>
          </ac:spMkLst>
        </pc:spChg>
        <pc:spChg chg="mod">
          <ac:chgData name="Sood, Rohit" userId="7b75868d-8e9e-4750-b797-935f69551534" providerId="ADAL" clId="{C85F583F-ACDD-43C3-922E-63BB7E5CB91F}" dt="2022-07-04T10:37:13.797" v="0"/>
          <ac:spMkLst>
            <pc:docMk/>
            <pc:sldMk cId="1984791455" sldId="6216"/>
            <ac:spMk id="8" creationId="{D0EA6EB5-8E3F-46B7-BE0F-F23D0206C5DB}"/>
          </ac:spMkLst>
        </pc:spChg>
        <pc:spChg chg="mod">
          <ac:chgData name="Sood, Rohit" userId="7b75868d-8e9e-4750-b797-935f69551534" providerId="ADAL" clId="{C85F583F-ACDD-43C3-922E-63BB7E5CB91F}" dt="2022-07-04T10:37:13.797" v="0"/>
          <ac:spMkLst>
            <pc:docMk/>
            <pc:sldMk cId="1984791455" sldId="6216"/>
            <ac:spMk id="9" creationId="{A334C441-02BF-4A91-A7CF-A1C4D204BD9F}"/>
          </ac:spMkLst>
        </pc:spChg>
        <pc:spChg chg="mod">
          <ac:chgData name="Sood, Rohit" userId="7b75868d-8e9e-4750-b797-935f69551534" providerId="ADAL" clId="{C85F583F-ACDD-43C3-922E-63BB7E5CB91F}" dt="2022-07-04T10:37:13.797" v="0"/>
          <ac:spMkLst>
            <pc:docMk/>
            <pc:sldMk cId="1984791455" sldId="6216"/>
            <ac:spMk id="10" creationId="{A986DA05-644C-4D3B-BB3D-109365FC3361}"/>
          </ac:spMkLst>
        </pc:spChg>
        <pc:spChg chg="mod">
          <ac:chgData name="Sood, Rohit" userId="7b75868d-8e9e-4750-b797-935f69551534" providerId="ADAL" clId="{C85F583F-ACDD-43C3-922E-63BB7E5CB91F}" dt="2022-07-04T10:37:13.797" v="0"/>
          <ac:spMkLst>
            <pc:docMk/>
            <pc:sldMk cId="1984791455" sldId="6216"/>
            <ac:spMk id="11" creationId="{6203CD23-F209-439D-BEDC-197918222080}"/>
          </ac:spMkLst>
        </pc:spChg>
        <pc:spChg chg="mod">
          <ac:chgData name="Sood, Rohit" userId="7b75868d-8e9e-4750-b797-935f69551534" providerId="ADAL" clId="{C85F583F-ACDD-43C3-922E-63BB7E5CB91F}" dt="2022-07-04T10:37:13.797" v="0"/>
          <ac:spMkLst>
            <pc:docMk/>
            <pc:sldMk cId="1984791455" sldId="6216"/>
            <ac:spMk id="12" creationId="{58060DCA-8E03-46DA-96CD-B0BBC0BD5033}"/>
          </ac:spMkLst>
        </pc:spChg>
        <pc:spChg chg="mod">
          <ac:chgData name="Sood, Rohit" userId="7b75868d-8e9e-4750-b797-935f69551534" providerId="ADAL" clId="{C85F583F-ACDD-43C3-922E-63BB7E5CB91F}" dt="2022-07-04T10:37:13.797" v="0"/>
          <ac:spMkLst>
            <pc:docMk/>
            <pc:sldMk cId="1984791455" sldId="6216"/>
            <ac:spMk id="13" creationId="{6BC1B3A3-7AD1-4CE8-A6B7-CE4680D46FE3}"/>
          </ac:spMkLst>
        </pc:spChg>
        <pc:spChg chg="mod">
          <ac:chgData name="Sood, Rohit" userId="7b75868d-8e9e-4750-b797-935f69551534" providerId="ADAL" clId="{C85F583F-ACDD-43C3-922E-63BB7E5CB91F}" dt="2022-07-04T10:37:13.797" v="0"/>
          <ac:spMkLst>
            <pc:docMk/>
            <pc:sldMk cId="1984791455" sldId="6216"/>
            <ac:spMk id="14" creationId="{C683D466-6B50-41E2-B5D8-753E7465D460}"/>
          </ac:spMkLst>
        </pc:spChg>
        <pc:spChg chg="mod">
          <ac:chgData name="Sood, Rohit" userId="7b75868d-8e9e-4750-b797-935f69551534" providerId="ADAL" clId="{C85F583F-ACDD-43C3-922E-63BB7E5CB91F}" dt="2022-07-04T10:37:13.797" v="0"/>
          <ac:spMkLst>
            <pc:docMk/>
            <pc:sldMk cId="1984791455" sldId="6216"/>
            <ac:spMk id="15" creationId="{12EDF4F0-26C5-4572-A8A6-EBD4582F30D7}"/>
          </ac:spMkLst>
        </pc:spChg>
        <pc:spChg chg="mod">
          <ac:chgData name="Sood, Rohit" userId="7b75868d-8e9e-4750-b797-935f69551534" providerId="ADAL" clId="{C85F583F-ACDD-43C3-922E-63BB7E5CB91F}" dt="2022-07-04T10:37:13.797" v="0"/>
          <ac:spMkLst>
            <pc:docMk/>
            <pc:sldMk cId="1984791455" sldId="6216"/>
            <ac:spMk id="16" creationId="{CD63016E-90A4-4B7A-9198-E21916BBB763}"/>
          </ac:spMkLst>
        </pc:spChg>
        <pc:spChg chg="mod">
          <ac:chgData name="Sood, Rohit" userId="7b75868d-8e9e-4750-b797-935f69551534" providerId="ADAL" clId="{C85F583F-ACDD-43C3-922E-63BB7E5CB91F}" dt="2022-07-04T10:37:13.797" v="0"/>
          <ac:spMkLst>
            <pc:docMk/>
            <pc:sldMk cId="1984791455" sldId="6216"/>
            <ac:spMk id="17" creationId="{934DAB94-92A6-4FDD-BBA5-2E951D944FA0}"/>
          </ac:spMkLst>
        </pc:spChg>
        <pc:spChg chg="mod">
          <ac:chgData name="Sood, Rohit" userId="7b75868d-8e9e-4750-b797-935f69551534" providerId="ADAL" clId="{C85F583F-ACDD-43C3-922E-63BB7E5CB91F}" dt="2022-07-04T10:37:13.797" v="0"/>
          <ac:spMkLst>
            <pc:docMk/>
            <pc:sldMk cId="1984791455" sldId="6216"/>
            <ac:spMk id="18" creationId="{B40C9D82-10FC-4CF5-8B7F-C38C2FDBB96B}"/>
          </ac:spMkLst>
        </pc:spChg>
        <pc:spChg chg="mod">
          <ac:chgData name="Sood, Rohit" userId="7b75868d-8e9e-4750-b797-935f69551534" providerId="ADAL" clId="{C85F583F-ACDD-43C3-922E-63BB7E5CB91F}" dt="2022-07-04T10:37:13.797" v="0"/>
          <ac:spMkLst>
            <pc:docMk/>
            <pc:sldMk cId="1984791455" sldId="6216"/>
            <ac:spMk id="19" creationId="{652F9FCE-BA8E-4318-AF26-CD2E344DDB86}"/>
          </ac:spMkLst>
        </pc:spChg>
        <pc:spChg chg="mod">
          <ac:chgData name="Sood, Rohit" userId="7b75868d-8e9e-4750-b797-935f69551534" providerId="ADAL" clId="{C85F583F-ACDD-43C3-922E-63BB7E5CB91F}" dt="2022-07-04T10:37:13.797" v="0"/>
          <ac:spMkLst>
            <pc:docMk/>
            <pc:sldMk cId="1984791455" sldId="6216"/>
            <ac:spMk id="20" creationId="{B8BFCA42-374A-4D37-905E-6D6B9FFF76D8}"/>
          </ac:spMkLst>
        </pc:spChg>
        <pc:spChg chg="mod">
          <ac:chgData name="Sood, Rohit" userId="7b75868d-8e9e-4750-b797-935f69551534" providerId="ADAL" clId="{C85F583F-ACDD-43C3-922E-63BB7E5CB91F}" dt="2022-07-04T10:37:13.797" v="0"/>
          <ac:spMkLst>
            <pc:docMk/>
            <pc:sldMk cId="1984791455" sldId="6216"/>
            <ac:spMk id="21" creationId="{5C18836D-2ACA-4C48-B626-1C1D35113A41}"/>
          </ac:spMkLst>
        </pc:spChg>
        <pc:spChg chg="mod">
          <ac:chgData name="Sood, Rohit" userId="7b75868d-8e9e-4750-b797-935f69551534" providerId="ADAL" clId="{C85F583F-ACDD-43C3-922E-63BB7E5CB91F}" dt="2022-07-04T10:37:13.797" v="0"/>
          <ac:spMkLst>
            <pc:docMk/>
            <pc:sldMk cId="1984791455" sldId="6216"/>
            <ac:spMk id="22" creationId="{53D96B06-FB2C-4072-B305-ADF2E6387256}"/>
          </ac:spMkLst>
        </pc:spChg>
        <pc:spChg chg="mod">
          <ac:chgData name="Sood, Rohit" userId="7b75868d-8e9e-4750-b797-935f69551534" providerId="ADAL" clId="{C85F583F-ACDD-43C3-922E-63BB7E5CB91F}" dt="2022-07-04T10:37:13.797" v="0"/>
          <ac:spMkLst>
            <pc:docMk/>
            <pc:sldMk cId="1984791455" sldId="6216"/>
            <ac:spMk id="23" creationId="{E8FED7B7-2EC7-42C1-A5ED-2409A3D84562}"/>
          </ac:spMkLst>
        </pc:spChg>
        <pc:spChg chg="mod">
          <ac:chgData name="Sood, Rohit" userId="7b75868d-8e9e-4750-b797-935f69551534" providerId="ADAL" clId="{C85F583F-ACDD-43C3-922E-63BB7E5CB91F}" dt="2022-07-04T10:37:13.797" v="0"/>
          <ac:spMkLst>
            <pc:docMk/>
            <pc:sldMk cId="1984791455" sldId="6216"/>
            <ac:spMk id="24" creationId="{8377DA8C-FB24-4C9E-A40A-B13B94B04125}"/>
          </ac:spMkLst>
        </pc:spChg>
        <pc:spChg chg="mod">
          <ac:chgData name="Sood, Rohit" userId="7b75868d-8e9e-4750-b797-935f69551534" providerId="ADAL" clId="{C85F583F-ACDD-43C3-922E-63BB7E5CB91F}" dt="2022-07-04T10:37:13.797" v="0"/>
          <ac:spMkLst>
            <pc:docMk/>
            <pc:sldMk cId="1984791455" sldId="6216"/>
            <ac:spMk id="25" creationId="{6F642012-089E-4960-B7A8-9C8D3ED820D3}"/>
          </ac:spMkLst>
        </pc:spChg>
        <pc:spChg chg="mod">
          <ac:chgData name="Sood, Rohit" userId="7b75868d-8e9e-4750-b797-935f69551534" providerId="ADAL" clId="{C85F583F-ACDD-43C3-922E-63BB7E5CB91F}" dt="2022-07-04T10:37:13.797" v="0"/>
          <ac:spMkLst>
            <pc:docMk/>
            <pc:sldMk cId="1984791455" sldId="6216"/>
            <ac:spMk id="26" creationId="{9D785201-2244-4385-A213-286A08C139E2}"/>
          </ac:spMkLst>
        </pc:spChg>
        <pc:spChg chg="mod">
          <ac:chgData name="Sood, Rohit" userId="7b75868d-8e9e-4750-b797-935f69551534" providerId="ADAL" clId="{C85F583F-ACDD-43C3-922E-63BB7E5CB91F}" dt="2022-07-04T10:37:13.797" v="0"/>
          <ac:spMkLst>
            <pc:docMk/>
            <pc:sldMk cId="1984791455" sldId="6216"/>
            <ac:spMk id="27" creationId="{2F413551-571F-4BA2-9C92-AC8C4553F81E}"/>
          </ac:spMkLst>
        </pc:spChg>
        <pc:spChg chg="mod">
          <ac:chgData name="Sood, Rohit" userId="7b75868d-8e9e-4750-b797-935f69551534" providerId="ADAL" clId="{C85F583F-ACDD-43C3-922E-63BB7E5CB91F}" dt="2022-07-04T10:37:28.643" v="4" actId="1076"/>
          <ac:spMkLst>
            <pc:docMk/>
            <pc:sldMk cId="1984791455" sldId="6216"/>
            <ac:spMk id="28" creationId="{5E955B1C-08EF-48EE-9AA7-31A552C4E292}"/>
          </ac:spMkLst>
        </pc:spChg>
        <pc:spChg chg="mod">
          <ac:chgData name="Sood, Rohit" userId="7b75868d-8e9e-4750-b797-935f69551534" providerId="ADAL" clId="{C85F583F-ACDD-43C3-922E-63BB7E5CB91F}" dt="2022-07-04T10:37:13.797" v="0"/>
          <ac:spMkLst>
            <pc:docMk/>
            <pc:sldMk cId="1984791455" sldId="6216"/>
            <ac:spMk id="29" creationId="{4E665620-150E-4579-B273-6321AC6C3918}"/>
          </ac:spMkLst>
        </pc:spChg>
        <pc:spChg chg="mod">
          <ac:chgData name="Sood, Rohit" userId="7b75868d-8e9e-4750-b797-935f69551534" providerId="ADAL" clId="{C85F583F-ACDD-43C3-922E-63BB7E5CB91F}" dt="2022-07-04T10:37:13.797" v="0"/>
          <ac:spMkLst>
            <pc:docMk/>
            <pc:sldMk cId="1984791455" sldId="6216"/>
            <ac:spMk id="30" creationId="{74F5018A-317B-465A-80F9-F4E0DB189708}"/>
          </ac:spMkLst>
        </pc:spChg>
        <pc:spChg chg="mod">
          <ac:chgData name="Sood, Rohit" userId="7b75868d-8e9e-4750-b797-935f69551534" providerId="ADAL" clId="{C85F583F-ACDD-43C3-922E-63BB7E5CB91F}" dt="2022-07-04T10:37:13.797" v="0"/>
          <ac:spMkLst>
            <pc:docMk/>
            <pc:sldMk cId="1984791455" sldId="6216"/>
            <ac:spMk id="31" creationId="{F23254C6-3860-4242-B250-758043ACD45A}"/>
          </ac:spMkLst>
        </pc:spChg>
        <pc:spChg chg="mod">
          <ac:chgData name="Sood, Rohit" userId="7b75868d-8e9e-4750-b797-935f69551534" providerId="ADAL" clId="{C85F583F-ACDD-43C3-922E-63BB7E5CB91F}" dt="2022-07-04T10:37:13.797" v="0"/>
          <ac:spMkLst>
            <pc:docMk/>
            <pc:sldMk cId="1984791455" sldId="6216"/>
            <ac:spMk id="32" creationId="{55AC8D9F-E1BA-4040-97E0-B6179674956B}"/>
          </ac:spMkLst>
        </pc:spChg>
        <pc:spChg chg="mod">
          <ac:chgData name="Sood, Rohit" userId="7b75868d-8e9e-4750-b797-935f69551534" providerId="ADAL" clId="{C85F583F-ACDD-43C3-922E-63BB7E5CB91F}" dt="2022-07-04T10:37:13.797" v="0"/>
          <ac:spMkLst>
            <pc:docMk/>
            <pc:sldMk cId="1984791455" sldId="6216"/>
            <ac:spMk id="33" creationId="{3D72E9D2-B57D-4796-87A9-4FBF6C777CD8}"/>
          </ac:spMkLst>
        </pc:spChg>
        <pc:spChg chg="mod">
          <ac:chgData name="Sood, Rohit" userId="7b75868d-8e9e-4750-b797-935f69551534" providerId="ADAL" clId="{C85F583F-ACDD-43C3-922E-63BB7E5CB91F}" dt="2022-07-04T10:37:13.797" v="0"/>
          <ac:spMkLst>
            <pc:docMk/>
            <pc:sldMk cId="1984791455" sldId="6216"/>
            <ac:spMk id="34" creationId="{F0FF4A24-6B47-43BF-A398-E1BC911821DE}"/>
          </ac:spMkLst>
        </pc:spChg>
        <pc:spChg chg="mod">
          <ac:chgData name="Sood, Rohit" userId="7b75868d-8e9e-4750-b797-935f69551534" providerId="ADAL" clId="{C85F583F-ACDD-43C3-922E-63BB7E5CB91F}" dt="2022-07-04T10:37:13.797" v="0"/>
          <ac:spMkLst>
            <pc:docMk/>
            <pc:sldMk cId="1984791455" sldId="6216"/>
            <ac:spMk id="35" creationId="{D6BFBE2C-C942-4D90-8823-BD56E257FC18}"/>
          </ac:spMkLst>
        </pc:spChg>
        <pc:spChg chg="mod">
          <ac:chgData name="Sood, Rohit" userId="7b75868d-8e9e-4750-b797-935f69551534" providerId="ADAL" clId="{C85F583F-ACDD-43C3-922E-63BB7E5CB91F}" dt="2022-07-04T10:37:13.797" v="0"/>
          <ac:spMkLst>
            <pc:docMk/>
            <pc:sldMk cId="1984791455" sldId="6216"/>
            <ac:spMk id="36" creationId="{5C7BC757-8070-4C04-8B0F-793735F81ECD}"/>
          </ac:spMkLst>
        </pc:spChg>
        <pc:spChg chg="mod">
          <ac:chgData name="Sood, Rohit" userId="7b75868d-8e9e-4750-b797-935f69551534" providerId="ADAL" clId="{C85F583F-ACDD-43C3-922E-63BB7E5CB91F}" dt="2022-07-04T10:37:13.797" v="0"/>
          <ac:spMkLst>
            <pc:docMk/>
            <pc:sldMk cId="1984791455" sldId="6216"/>
            <ac:spMk id="37" creationId="{35AD8B0A-746F-4CD3-BDDB-F8BD402AB8AE}"/>
          </ac:spMkLst>
        </pc:spChg>
        <pc:spChg chg="mod">
          <ac:chgData name="Sood, Rohit" userId="7b75868d-8e9e-4750-b797-935f69551534" providerId="ADAL" clId="{C85F583F-ACDD-43C3-922E-63BB7E5CB91F}" dt="2022-07-04T10:37:13.797" v="0"/>
          <ac:spMkLst>
            <pc:docMk/>
            <pc:sldMk cId="1984791455" sldId="6216"/>
            <ac:spMk id="38" creationId="{C82AA940-0B9B-4E21-8D2E-1CA548ADAF88}"/>
          </ac:spMkLst>
        </pc:spChg>
        <pc:grpChg chg="add mod">
          <ac:chgData name="Sood, Rohit" userId="7b75868d-8e9e-4750-b797-935f69551534" providerId="ADAL" clId="{C85F583F-ACDD-43C3-922E-63BB7E5CB91F}" dt="2022-07-04T10:43:24.460" v="55" actId="1076"/>
          <ac:grpSpMkLst>
            <pc:docMk/>
            <pc:sldMk cId="1984791455" sldId="6216"/>
            <ac:grpSpMk id="3" creationId="{FB5CDA4E-C4E0-45C8-8D69-684D4F56F0C5}"/>
          </ac:grpSpMkLst>
        </pc:grpChg>
        <pc:graphicFrameChg chg="add mod modGraphic">
          <ac:chgData name="Sood, Rohit" userId="7b75868d-8e9e-4750-b797-935f69551534" providerId="ADAL" clId="{C85F583F-ACDD-43C3-922E-63BB7E5CB91F}" dt="2022-07-04T10:43:10.297" v="54" actId="20577"/>
          <ac:graphicFrameMkLst>
            <pc:docMk/>
            <pc:sldMk cId="1984791455" sldId="6216"/>
            <ac:graphicFrameMk id="39" creationId="{97D55670-83E0-49E0-9FE3-65FEF6D461B4}"/>
          </ac:graphicFrameMkLst>
        </pc:graphicFrameChg>
      </pc:sldChg>
      <pc:sldChg chg="addSp delSp modSp add mod">
        <pc:chgData name="Sood, Rohit" userId="7b75868d-8e9e-4750-b797-935f69551534" providerId="ADAL" clId="{C85F583F-ACDD-43C3-922E-63BB7E5CB91F}" dt="2022-07-04T11:39:57.796" v="82" actId="478"/>
        <pc:sldMkLst>
          <pc:docMk/>
          <pc:sldMk cId="4088684023" sldId="6225"/>
        </pc:sldMkLst>
        <pc:spChg chg="mod">
          <ac:chgData name="Sood, Rohit" userId="7b75868d-8e9e-4750-b797-935f69551534" providerId="ADAL" clId="{C85F583F-ACDD-43C3-922E-63BB7E5CB91F}" dt="2022-07-04T10:44:29.224" v="57"/>
          <ac:spMkLst>
            <pc:docMk/>
            <pc:sldMk cId="4088684023" sldId="6225"/>
            <ac:spMk id="2" creationId="{188B5FD8-DE7F-4FEB-9F3A-5D07FE22260C}"/>
          </ac:spMkLst>
        </pc:spChg>
        <pc:spChg chg="del">
          <ac:chgData name="Sood, Rohit" userId="7b75868d-8e9e-4750-b797-935f69551534" providerId="ADAL" clId="{C85F583F-ACDD-43C3-922E-63BB7E5CB91F}" dt="2022-07-04T11:39:57.796" v="82" actId="478"/>
          <ac:spMkLst>
            <pc:docMk/>
            <pc:sldMk cId="4088684023" sldId="6225"/>
            <ac:spMk id="3" creationId="{936BBF82-FB4B-4E22-82F5-26DBC6B0FF74}"/>
          </ac:spMkLst>
        </pc:spChg>
        <pc:spChg chg="del">
          <ac:chgData name="Sood, Rohit" userId="7b75868d-8e9e-4750-b797-935f69551534" providerId="ADAL" clId="{C85F583F-ACDD-43C3-922E-63BB7E5CB91F}" dt="2022-07-04T10:44:33.534" v="58" actId="478"/>
          <ac:spMkLst>
            <pc:docMk/>
            <pc:sldMk cId="4088684023" sldId="6225"/>
            <ac:spMk id="4" creationId="{A13616ED-FC41-4C2E-A55B-FBD96CAE55B8}"/>
          </ac:spMkLst>
        </pc:spChg>
        <pc:spChg chg="del">
          <ac:chgData name="Sood, Rohit" userId="7b75868d-8e9e-4750-b797-935f69551534" providerId="ADAL" clId="{C85F583F-ACDD-43C3-922E-63BB7E5CB91F}" dt="2022-07-04T10:44:33.534" v="58" actId="478"/>
          <ac:spMkLst>
            <pc:docMk/>
            <pc:sldMk cId="4088684023" sldId="6225"/>
            <ac:spMk id="5" creationId="{B3DD489F-2434-4A39-987D-07F35915EEFB}"/>
          </ac:spMkLst>
        </pc:spChg>
        <pc:spChg chg="del">
          <ac:chgData name="Sood, Rohit" userId="7b75868d-8e9e-4750-b797-935f69551534" providerId="ADAL" clId="{C85F583F-ACDD-43C3-922E-63BB7E5CB91F}" dt="2022-07-04T10:44:33.534" v="58" actId="478"/>
          <ac:spMkLst>
            <pc:docMk/>
            <pc:sldMk cId="4088684023" sldId="6225"/>
            <ac:spMk id="7" creationId="{B711F3EC-44A9-490D-B7AB-CACE026EC05D}"/>
          </ac:spMkLst>
        </pc:spChg>
        <pc:spChg chg="del">
          <ac:chgData name="Sood, Rohit" userId="7b75868d-8e9e-4750-b797-935f69551534" providerId="ADAL" clId="{C85F583F-ACDD-43C3-922E-63BB7E5CB91F}" dt="2022-07-04T10:44:33.534" v="58" actId="478"/>
          <ac:spMkLst>
            <pc:docMk/>
            <pc:sldMk cId="4088684023" sldId="6225"/>
            <ac:spMk id="8" creationId="{C610613D-9679-4CA4-8D22-DE0A01026EA5}"/>
          </ac:spMkLst>
        </pc:spChg>
        <pc:spChg chg="del">
          <ac:chgData name="Sood, Rohit" userId="7b75868d-8e9e-4750-b797-935f69551534" providerId="ADAL" clId="{C85F583F-ACDD-43C3-922E-63BB7E5CB91F}" dt="2022-07-04T10:44:33.534" v="58" actId="478"/>
          <ac:spMkLst>
            <pc:docMk/>
            <pc:sldMk cId="4088684023" sldId="6225"/>
            <ac:spMk id="9" creationId="{D2F0BF08-CBED-4A31-B3AB-C716B4112FF3}"/>
          </ac:spMkLst>
        </pc:spChg>
        <pc:spChg chg="del">
          <ac:chgData name="Sood, Rohit" userId="7b75868d-8e9e-4750-b797-935f69551534" providerId="ADAL" clId="{C85F583F-ACDD-43C3-922E-63BB7E5CB91F}" dt="2022-07-04T10:44:33.534" v="58" actId="478"/>
          <ac:spMkLst>
            <pc:docMk/>
            <pc:sldMk cId="4088684023" sldId="6225"/>
            <ac:spMk id="10" creationId="{F8668B0F-3DB7-42F1-841E-CBE2FB5C2FFE}"/>
          </ac:spMkLst>
        </pc:spChg>
        <pc:spChg chg="del">
          <ac:chgData name="Sood, Rohit" userId="7b75868d-8e9e-4750-b797-935f69551534" providerId="ADAL" clId="{C85F583F-ACDD-43C3-922E-63BB7E5CB91F}" dt="2022-07-04T10:44:33.534" v="58" actId="478"/>
          <ac:spMkLst>
            <pc:docMk/>
            <pc:sldMk cId="4088684023" sldId="6225"/>
            <ac:spMk id="14" creationId="{EA7E0214-282B-41AA-A53F-192F0A58BC17}"/>
          </ac:spMkLst>
        </pc:spChg>
        <pc:spChg chg="del">
          <ac:chgData name="Sood, Rohit" userId="7b75868d-8e9e-4750-b797-935f69551534" providerId="ADAL" clId="{C85F583F-ACDD-43C3-922E-63BB7E5CB91F}" dt="2022-07-04T10:44:33.534" v="58" actId="478"/>
          <ac:spMkLst>
            <pc:docMk/>
            <pc:sldMk cId="4088684023" sldId="6225"/>
            <ac:spMk id="15" creationId="{9AEF9482-40F1-4A10-AF34-F7F87660BEA5}"/>
          </ac:spMkLst>
        </pc:spChg>
        <pc:spChg chg="del">
          <ac:chgData name="Sood, Rohit" userId="7b75868d-8e9e-4750-b797-935f69551534" providerId="ADAL" clId="{C85F583F-ACDD-43C3-922E-63BB7E5CB91F}" dt="2022-07-04T10:44:33.534" v="58" actId="478"/>
          <ac:spMkLst>
            <pc:docMk/>
            <pc:sldMk cId="4088684023" sldId="6225"/>
            <ac:spMk id="16" creationId="{C22992E2-383E-4161-8E8D-74C52F5C03EE}"/>
          </ac:spMkLst>
        </pc:spChg>
        <pc:spChg chg="del">
          <ac:chgData name="Sood, Rohit" userId="7b75868d-8e9e-4750-b797-935f69551534" providerId="ADAL" clId="{C85F583F-ACDD-43C3-922E-63BB7E5CB91F}" dt="2022-07-04T10:44:33.534" v="58" actId="478"/>
          <ac:spMkLst>
            <pc:docMk/>
            <pc:sldMk cId="4088684023" sldId="6225"/>
            <ac:spMk id="17" creationId="{53B6FC14-35F3-449F-95D2-A132F275A455}"/>
          </ac:spMkLst>
        </pc:spChg>
        <pc:spChg chg="del">
          <ac:chgData name="Sood, Rohit" userId="7b75868d-8e9e-4750-b797-935f69551534" providerId="ADAL" clId="{C85F583F-ACDD-43C3-922E-63BB7E5CB91F}" dt="2022-07-04T10:44:33.534" v="58" actId="478"/>
          <ac:spMkLst>
            <pc:docMk/>
            <pc:sldMk cId="4088684023" sldId="6225"/>
            <ac:spMk id="18" creationId="{377BC6E4-B222-4A19-BAC4-D67DFDAFEF01}"/>
          </ac:spMkLst>
        </pc:spChg>
        <pc:spChg chg="del">
          <ac:chgData name="Sood, Rohit" userId="7b75868d-8e9e-4750-b797-935f69551534" providerId="ADAL" clId="{C85F583F-ACDD-43C3-922E-63BB7E5CB91F}" dt="2022-07-04T10:44:33.534" v="58" actId="478"/>
          <ac:spMkLst>
            <pc:docMk/>
            <pc:sldMk cId="4088684023" sldId="6225"/>
            <ac:spMk id="19" creationId="{28B8F145-32A4-460B-A475-26D77CA2EC0E}"/>
          </ac:spMkLst>
        </pc:spChg>
        <pc:spChg chg="del">
          <ac:chgData name="Sood, Rohit" userId="7b75868d-8e9e-4750-b797-935f69551534" providerId="ADAL" clId="{C85F583F-ACDD-43C3-922E-63BB7E5CB91F}" dt="2022-07-04T10:44:33.534" v="58" actId="478"/>
          <ac:spMkLst>
            <pc:docMk/>
            <pc:sldMk cId="4088684023" sldId="6225"/>
            <ac:spMk id="20" creationId="{F5D52973-AF4C-4806-B6B7-C8DA0A1418AA}"/>
          </ac:spMkLst>
        </pc:spChg>
        <pc:spChg chg="del">
          <ac:chgData name="Sood, Rohit" userId="7b75868d-8e9e-4750-b797-935f69551534" providerId="ADAL" clId="{C85F583F-ACDD-43C3-922E-63BB7E5CB91F}" dt="2022-07-04T10:44:33.534" v="58" actId="478"/>
          <ac:spMkLst>
            <pc:docMk/>
            <pc:sldMk cId="4088684023" sldId="6225"/>
            <ac:spMk id="21" creationId="{3A35F1F5-1E30-4919-8B1B-92FE6D7F4BB3}"/>
          </ac:spMkLst>
        </pc:spChg>
        <pc:spChg chg="del">
          <ac:chgData name="Sood, Rohit" userId="7b75868d-8e9e-4750-b797-935f69551534" providerId="ADAL" clId="{C85F583F-ACDD-43C3-922E-63BB7E5CB91F}" dt="2022-07-04T10:44:33.534" v="58" actId="478"/>
          <ac:spMkLst>
            <pc:docMk/>
            <pc:sldMk cId="4088684023" sldId="6225"/>
            <ac:spMk id="22" creationId="{C5751C07-F96C-4C52-AF0D-B408031DF4D9}"/>
          </ac:spMkLst>
        </pc:spChg>
        <pc:spChg chg="del">
          <ac:chgData name="Sood, Rohit" userId="7b75868d-8e9e-4750-b797-935f69551534" providerId="ADAL" clId="{C85F583F-ACDD-43C3-922E-63BB7E5CB91F}" dt="2022-07-04T10:44:33.534" v="58" actId="478"/>
          <ac:spMkLst>
            <pc:docMk/>
            <pc:sldMk cId="4088684023" sldId="6225"/>
            <ac:spMk id="23" creationId="{E7D473A5-8E2C-4BA6-89E4-7E285CF6A06B}"/>
          </ac:spMkLst>
        </pc:spChg>
        <pc:spChg chg="del">
          <ac:chgData name="Sood, Rohit" userId="7b75868d-8e9e-4750-b797-935f69551534" providerId="ADAL" clId="{C85F583F-ACDD-43C3-922E-63BB7E5CB91F}" dt="2022-07-04T10:44:33.534" v="58" actId="478"/>
          <ac:spMkLst>
            <pc:docMk/>
            <pc:sldMk cId="4088684023" sldId="6225"/>
            <ac:spMk id="24" creationId="{948C207F-14F2-4630-BEED-F91375B30DB6}"/>
          </ac:spMkLst>
        </pc:spChg>
        <pc:spChg chg="del">
          <ac:chgData name="Sood, Rohit" userId="7b75868d-8e9e-4750-b797-935f69551534" providerId="ADAL" clId="{C85F583F-ACDD-43C3-922E-63BB7E5CB91F}" dt="2022-07-04T10:44:33.534" v="58" actId="478"/>
          <ac:spMkLst>
            <pc:docMk/>
            <pc:sldMk cId="4088684023" sldId="6225"/>
            <ac:spMk id="25" creationId="{440AA286-F444-4460-BCB2-2C95357B18A3}"/>
          </ac:spMkLst>
        </pc:spChg>
        <pc:spChg chg="mod">
          <ac:chgData name="Sood, Rohit" userId="7b75868d-8e9e-4750-b797-935f69551534" providerId="ADAL" clId="{C85F583F-ACDD-43C3-922E-63BB7E5CB91F}" dt="2022-07-04T10:44:38.812" v="59"/>
          <ac:spMkLst>
            <pc:docMk/>
            <pc:sldMk cId="4088684023" sldId="6225"/>
            <ac:spMk id="31" creationId="{35F79BDB-BFC5-43F5-91C3-A37EDDC2ED91}"/>
          </ac:spMkLst>
        </pc:spChg>
        <pc:spChg chg="mod">
          <ac:chgData name="Sood, Rohit" userId="7b75868d-8e9e-4750-b797-935f69551534" providerId="ADAL" clId="{C85F583F-ACDD-43C3-922E-63BB7E5CB91F}" dt="2022-07-04T10:44:38.812" v="59"/>
          <ac:spMkLst>
            <pc:docMk/>
            <pc:sldMk cId="4088684023" sldId="6225"/>
            <ac:spMk id="32" creationId="{AF636782-9F9C-4893-A736-8F61E4CFB5CD}"/>
          </ac:spMkLst>
        </pc:spChg>
        <pc:spChg chg="mod">
          <ac:chgData name="Sood, Rohit" userId="7b75868d-8e9e-4750-b797-935f69551534" providerId="ADAL" clId="{C85F583F-ACDD-43C3-922E-63BB7E5CB91F}" dt="2022-07-04T10:44:38.812" v="59"/>
          <ac:spMkLst>
            <pc:docMk/>
            <pc:sldMk cId="4088684023" sldId="6225"/>
            <ac:spMk id="33" creationId="{C9584F96-4B21-4207-8014-7E3FF7BC9093}"/>
          </ac:spMkLst>
        </pc:spChg>
        <pc:spChg chg="mod">
          <ac:chgData name="Sood, Rohit" userId="7b75868d-8e9e-4750-b797-935f69551534" providerId="ADAL" clId="{C85F583F-ACDD-43C3-922E-63BB7E5CB91F}" dt="2022-07-04T10:44:38.812" v="59"/>
          <ac:spMkLst>
            <pc:docMk/>
            <pc:sldMk cId="4088684023" sldId="6225"/>
            <ac:spMk id="34" creationId="{5612DE2B-E122-4CA1-BBAF-9CBC3C8A8500}"/>
          </ac:spMkLst>
        </pc:spChg>
        <pc:spChg chg="mod">
          <ac:chgData name="Sood, Rohit" userId="7b75868d-8e9e-4750-b797-935f69551534" providerId="ADAL" clId="{C85F583F-ACDD-43C3-922E-63BB7E5CB91F}" dt="2022-07-04T10:44:38.812" v="59"/>
          <ac:spMkLst>
            <pc:docMk/>
            <pc:sldMk cId="4088684023" sldId="6225"/>
            <ac:spMk id="35" creationId="{CFEB67BB-C877-45DE-9097-201E53FD58A0}"/>
          </ac:spMkLst>
        </pc:spChg>
        <pc:spChg chg="mod">
          <ac:chgData name="Sood, Rohit" userId="7b75868d-8e9e-4750-b797-935f69551534" providerId="ADAL" clId="{C85F583F-ACDD-43C3-922E-63BB7E5CB91F}" dt="2022-07-04T10:44:38.812" v="59"/>
          <ac:spMkLst>
            <pc:docMk/>
            <pc:sldMk cId="4088684023" sldId="6225"/>
            <ac:spMk id="36" creationId="{C935E43F-0E7F-47A2-9AD2-245C0B1B33B9}"/>
          </ac:spMkLst>
        </pc:spChg>
        <pc:spChg chg="mod">
          <ac:chgData name="Sood, Rohit" userId="7b75868d-8e9e-4750-b797-935f69551534" providerId="ADAL" clId="{C85F583F-ACDD-43C3-922E-63BB7E5CB91F}" dt="2022-07-04T10:44:38.812" v="59"/>
          <ac:spMkLst>
            <pc:docMk/>
            <pc:sldMk cId="4088684023" sldId="6225"/>
            <ac:spMk id="37" creationId="{F42B0883-D5AC-4505-AF94-89D7A70A186D}"/>
          </ac:spMkLst>
        </pc:spChg>
        <pc:spChg chg="mod">
          <ac:chgData name="Sood, Rohit" userId="7b75868d-8e9e-4750-b797-935f69551534" providerId="ADAL" clId="{C85F583F-ACDD-43C3-922E-63BB7E5CB91F}" dt="2022-07-04T10:44:38.812" v="59"/>
          <ac:spMkLst>
            <pc:docMk/>
            <pc:sldMk cId="4088684023" sldId="6225"/>
            <ac:spMk id="38" creationId="{4720DB06-0863-45E8-88B1-88EFA8BFD1EB}"/>
          </ac:spMkLst>
        </pc:spChg>
        <pc:spChg chg="mod">
          <ac:chgData name="Sood, Rohit" userId="7b75868d-8e9e-4750-b797-935f69551534" providerId="ADAL" clId="{C85F583F-ACDD-43C3-922E-63BB7E5CB91F}" dt="2022-07-04T10:44:38.812" v="59"/>
          <ac:spMkLst>
            <pc:docMk/>
            <pc:sldMk cId="4088684023" sldId="6225"/>
            <ac:spMk id="39" creationId="{2ECEF6B8-8EEF-412C-B764-603F51A99BCD}"/>
          </ac:spMkLst>
        </pc:spChg>
        <pc:spChg chg="mod">
          <ac:chgData name="Sood, Rohit" userId="7b75868d-8e9e-4750-b797-935f69551534" providerId="ADAL" clId="{C85F583F-ACDD-43C3-922E-63BB7E5CB91F}" dt="2022-07-04T10:44:38.812" v="59"/>
          <ac:spMkLst>
            <pc:docMk/>
            <pc:sldMk cId="4088684023" sldId="6225"/>
            <ac:spMk id="40" creationId="{7ADE1B18-FC5E-438D-A54D-8705EB923972}"/>
          </ac:spMkLst>
        </pc:spChg>
        <pc:spChg chg="mod">
          <ac:chgData name="Sood, Rohit" userId="7b75868d-8e9e-4750-b797-935f69551534" providerId="ADAL" clId="{C85F583F-ACDD-43C3-922E-63BB7E5CB91F}" dt="2022-07-04T10:44:38.812" v="59"/>
          <ac:spMkLst>
            <pc:docMk/>
            <pc:sldMk cId="4088684023" sldId="6225"/>
            <ac:spMk id="41" creationId="{DC3FCF8B-3F20-4710-8173-ACD046EBB802}"/>
          </ac:spMkLst>
        </pc:spChg>
        <pc:spChg chg="mod">
          <ac:chgData name="Sood, Rohit" userId="7b75868d-8e9e-4750-b797-935f69551534" providerId="ADAL" clId="{C85F583F-ACDD-43C3-922E-63BB7E5CB91F}" dt="2022-07-04T10:44:38.812" v="59"/>
          <ac:spMkLst>
            <pc:docMk/>
            <pc:sldMk cId="4088684023" sldId="6225"/>
            <ac:spMk id="42" creationId="{F530E4E5-291E-4255-925F-FCB701BB0B4E}"/>
          </ac:spMkLst>
        </pc:spChg>
        <pc:spChg chg="mod">
          <ac:chgData name="Sood, Rohit" userId="7b75868d-8e9e-4750-b797-935f69551534" providerId="ADAL" clId="{C85F583F-ACDD-43C3-922E-63BB7E5CB91F}" dt="2022-07-04T10:44:38.812" v="59"/>
          <ac:spMkLst>
            <pc:docMk/>
            <pc:sldMk cId="4088684023" sldId="6225"/>
            <ac:spMk id="43" creationId="{D341EB05-E27A-4A36-A5DB-0A3EBCDC209E}"/>
          </ac:spMkLst>
        </pc:spChg>
        <pc:spChg chg="mod">
          <ac:chgData name="Sood, Rohit" userId="7b75868d-8e9e-4750-b797-935f69551534" providerId="ADAL" clId="{C85F583F-ACDD-43C3-922E-63BB7E5CB91F}" dt="2022-07-04T10:44:38.812" v="59"/>
          <ac:spMkLst>
            <pc:docMk/>
            <pc:sldMk cId="4088684023" sldId="6225"/>
            <ac:spMk id="44" creationId="{A6EA2C71-4663-4A20-8CB2-A3E5174C280F}"/>
          </ac:spMkLst>
        </pc:spChg>
        <pc:spChg chg="mod">
          <ac:chgData name="Sood, Rohit" userId="7b75868d-8e9e-4750-b797-935f69551534" providerId="ADAL" clId="{C85F583F-ACDD-43C3-922E-63BB7E5CB91F}" dt="2022-07-04T11:36:00.409" v="80" actId="20577"/>
          <ac:spMkLst>
            <pc:docMk/>
            <pc:sldMk cId="4088684023" sldId="6225"/>
            <ac:spMk id="45" creationId="{BF34A27A-1186-4FFE-8077-17EB899EBFAD}"/>
          </ac:spMkLst>
        </pc:spChg>
        <pc:spChg chg="mod">
          <ac:chgData name="Sood, Rohit" userId="7b75868d-8e9e-4750-b797-935f69551534" providerId="ADAL" clId="{C85F583F-ACDD-43C3-922E-63BB7E5CB91F}" dt="2022-07-04T10:44:38.812" v="59"/>
          <ac:spMkLst>
            <pc:docMk/>
            <pc:sldMk cId="4088684023" sldId="6225"/>
            <ac:spMk id="46" creationId="{5BC9F54D-496B-4499-8BB5-D003EC51574E}"/>
          </ac:spMkLst>
        </pc:spChg>
        <pc:spChg chg="mod">
          <ac:chgData name="Sood, Rohit" userId="7b75868d-8e9e-4750-b797-935f69551534" providerId="ADAL" clId="{C85F583F-ACDD-43C3-922E-63BB7E5CB91F}" dt="2022-07-04T10:44:38.812" v="59"/>
          <ac:spMkLst>
            <pc:docMk/>
            <pc:sldMk cId="4088684023" sldId="6225"/>
            <ac:spMk id="47" creationId="{9189FD90-4E3E-4F10-9444-6046E2838EC2}"/>
          </ac:spMkLst>
        </pc:spChg>
        <pc:spChg chg="mod">
          <ac:chgData name="Sood, Rohit" userId="7b75868d-8e9e-4750-b797-935f69551534" providerId="ADAL" clId="{C85F583F-ACDD-43C3-922E-63BB7E5CB91F}" dt="2022-07-04T10:44:38.812" v="59"/>
          <ac:spMkLst>
            <pc:docMk/>
            <pc:sldMk cId="4088684023" sldId="6225"/>
            <ac:spMk id="48" creationId="{43F1910B-0AE7-46DA-95DF-7065284A6787}"/>
          </ac:spMkLst>
        </pc:spChg>
        <pc:spChg chg="mod">
          <ac:chgData name="Sood, Rohit" userId="7b75868d-8e9e-4750-b797-935f69551534" providerId="ADAL" clId="{C85F583F-ACDD-43C3-922E-63BB7E5CB91F}" dt="2022-07-04T10:44:38.812" v="59"/>
          <ac:spMkLst>
            <pc:docMk/>
            <pc:sldMk cId="4088684023" sldId="6225"/>
            <ac:spMk id="49" creationId="{88878BD7-55F2-4D65-9A8B-8FD5C7E77F5B}"/>
          </ac:spMkLst>
        </pc:spChg>
        <pc:spChg chg="mod">
          <ac:chgData name="Sood, Rohit" userId="7b75868d-8e9e-4750-b797-935f69551534" providerId="ADAL" clId="{C85F583F-ACDD-43C3-922E-63BB7E5CB91F}" dt="2022-07-04T10:44:38.812" v="59"/>
          <ac:spMkLst>
            <pc:docMk/>
            <pc:sldMk cId="4088684023" sldId="6225"/>
            <ac:spMk id="50" creationId="{91673E18-7EAE-49D8-850B-8A4D3EA7898A}"/>
          </ac:spMkLst>
        </pc:spChg>
        <pc:spChg chg="mod">
          <ac:chgData name="Sood, Rohit" userId="7b75868d-8e9e-4750-b797-935f69551534" providerId="ADAL" clId="{C85F583F-ACDD-43C3-922E-63BB7E5CB91F}" dt="2022-07-04T10:44:38.812" v="59"/>
          <ac:spMkLst>
            <pc:docMk/>
            <pc:sldMk cId="4088684023" sldId="6225"/>
            <ac:spMk id="51" creationId="{25E3982C-E2FF-4FCD-98C4-7C719DC60C76}"/>
          </ac:spMkLst>
        </pc:spChg>
        <pc:spChg chg="mod">
          <ac:chgData name="Sood, Rohit" userId="7b75868d-8e9e-4750-b797-935f69551534" providerId="ADAL" clId="{C85F583F-ACDD-43C3-922E-63BB7E5CB91F}" dt="2022-07-04T10:44:38.812" v="59"/>
          <ac:spMkLst>
            <pc:docMk/>
            <pc:sldMk cId="4088684023" sldId="6225"/>
            <ac:spMk id="52" creationId="{BC5C7442-3CFC-4FDF-9F8F-3DCCD9F59A8E}"/>
          </ac:spMkLst>
        </pc:spChg>
        <pc:spChg chg="mod">
          <ac:chgData name="Sood, Rohit" userId="7b75868d-8e9e-4750-b797-935f69551534" providerId="ADAL" clId="{C85F583F-ACDD-43C3-922E-63BB7E5CB91F}" dt="2022-07-04T10:44:38.812" v="59"/>
          <ac:spMkLst>
            <pc:docMk/>
            <pc:sldMk cId="4088684023" sldId="6225"/>
            <ac:spMk id="53" creationId="{A81A3DAA-9B95-4718-9E8D-D0E70F797EE5}"/>
          </ac:spMkLst>
        </pc:spChg>
        <pc:spChg chg="mod">
          <ac:chgData name="Sood, Rohit" userId="7b75868d-8e9e-4750-b797-935f69551534" providerId="ADAL" clId="{C85F583F-ACDD-43C3-922E-63BB7E5CB91F}" dt="2022-07-04T10:44:38.812" v="59"/>
          <ac:spMkLst>
            <pc:docMk/>
            <pc:sldMk cId="4088684023" sldId="6225"/>
            <ac:spMk id="54" creationId="{8B22C51B-7CE9-4618-A856-B13C2A223091}"/>
          </ac:spMkLst>
        </pc:spChg>
        <pc:spChg chg="mod">
          <ac:chgData name="Sood, Rohit" userId="7b75868d-8e9e-4750-b797-935f69551534" providerId="ADAL" clId="{C85F583F-ACDD-43C3-922E-63BB7E5CB91F}" dt="2022-07-04T10:44:38.812" v="59"/>
          <ac:spMkLst>
            <pc:docMk/>
            <pc:sldMk cId="4088684023" sldId="6225"/>
            <ac:spMk id="55" creationId="{ADA99544-D7C9-4115-85CB-080E8737E243}"/>
          </ac:spMkLst>
        </pc:spChg>
        <pc:spChg chg="mod">
          <ac:chgData name="Sood, Rohit" userId="7b75868d-8e9e-4750-b797-935f69551534" providerId="ADAL" clId="{C85F583F-ACDD-43C3-922E-63BB7E5CB91F}" dt="2022-07-04T10:44:38.812" v="59"/>
          <ac:spMkLst>
            <pc:docMk/>
            <pc:sldMk cId="4088684023" sldId="6225"/>
            <ac:spMk id="56" creationId="{32F31A56-BFD8-4EC6-AF10-01F92547B3C5}"/>
          </ac:spMkLst>
        </pc:spChg>
        <pc:spChg chg="mod">
          <ac:chgData name="Sood, Rohit" userId="7b75868d-8e9e-4750-b797-935f69551534" providerId="ADAL" clId="{C85F583F-ACDD-43C3-922E-63BB7E5CB91F}" dt="2022-07-04T10:44:38.812" v="59"/>
          <ac:spMkLst>
            <pc:docMk/>
            <pc:sldMk cId="4088684023" sldId="6225"/>
            <ac:spMk id="57" creationId="{3D5AE766-45BB-404C-A29D-B0658A939BD8}"/>
          </ac:spMkLst>
        </pc:spChg>
        <pc:spChg chg="mod">
          <ac:chgData name="Sood, Rohit" userId="7b75868d-8e9e-4750-b797-935f69551534" providerId="ADAL" clId="{C85F583F-ACDD-43C3-922E-63BB7E5CB91F}" dt="2022-07-04T10:44:38.812" v="59"/>
          <ac:spMkLst>
            <pc:docMk/>
            <pc:sldMk cId="4088684023" sldId="6225"/>
            <ac:spMk id="58" creationId="{6B942BA1-B190-4BB2-A19E-92FAD59971C2}"/>
          </ac:spMkLst>
        </pc:spChg>
        <pc:spChg chg="mod">
          <ac:chgData name="Sood, Rohit" userId="7b75868d-8e9e-4750-b797-935f69551534" providerId="ADAL" clId="{C85F583F-ACDD-43C3-922E-63BB7E5CB91F}" dt="2022-07-04T10:44:38.812" v="59"/>
          <ac:spMkLst>
            <pc:docMk/>
            <pc:sldMk cId="4088684023" sldId="6225"/>
            <ac:spMk id="59" creationId="{36BD376B-64FC-452B-8C2B-FE5BCF9DF745}"/>
          </ac:spMkLst>
        </pc:spChg>
        <pc:spChg chg="mod">
          <ac:chgData name="Sood, Rohit" userId="7b75868d-8e9e-4750-b797-935f69551534" providerId="ADAL" clId="{C85F583F-ACDD-43C3-922E-63BB7E5CB91F}" dt="2022-07-04T10:44:38.812" v="59"/>
          <ac:spMkLst>
            <pc:docMk/>
            <pc:sldMk cId="4088684023" sldId="6225"/>
            <ac:spMk id="60" creationId="{E288EC2C-C123-4F0E-8E5B-B8FD1C6DFB49}"/>
          </ac:spMkLst>
        </pc:spChg>
        <pc:spChg chg="mod">
          <ac:chgData name="Sood, Rohit" userId="7b75868d-8e9e-4750-b797-935f69551534" providerId="ADAL" clId="{C85F583F-ACDD-43C3-922E-63BB7E5CB91F}" dt="2022-07-04T10:44:38.812" v="59"/>
          <ac:spMkLst>
            <pc:docMk/>
            <pc:sldMk cId="4088684023" sldId="6225"/>
            <ac:spMk id="61" creationId="{76695B51-6CBE-47F3-A0BE-AF83252E848D}"/>
          </ac:spMkLst>
        </pc:spChg>
        <pc:spChg chg="mod">
          <ac:chgData name="Sood, Rohit" userId="7b75868d-8e9e-4750-b797-935f69551534" providerId="ADAL" clId="{C85F583F-ACDD-43C3-922E-63BB7E5CB91F}" dt="2022-07-04T10:44:38.812" v="59"/>
          <ac:spMkLst>
            <pc:docMk/>
            <pc:sldMk cId="4088684023" sldId="6225"/>
            <ac:spMk id="62" creationId="{9564C4BD-8B45-4FCB-982B-EB51C277B1C1}"/>
          </ac:spMkLst>
        </pc:spChg>
        <pc:spChg chg="mod">
          <ac:chgData name="Sood, Rohit" userId="7b75868d-8e9e-4750-b797-935f69551534" providerId="ADAL" clId="{C85F583F-ACDD-43C3-922E-63BB7E5CB91F}" dt="2022-07-04T10:44:38.812" v="59"/>
          <ac:spMkLst>
            <pc:docMk/>
            <pc:sldMk cId="4088684023" sldId="6225"/>
            <ac:spMk id="63" creationId="{79D8F8A6-5E20-4B52-A18F-EA0C0CD41F16}"/>
          </ac:spMkLst>
        </pc:spChg>
        <pc:spChg chg="mod">
          <ac:chgData name="Sood, Rohit" userId="7b75868d-8e9e-4750-b797-935f69551534" providerId="ADAL" clId="{C85F583F-ACDD-43C3-922E-63BB7E5CB91F}" dt="2022-07-04T10:44:38.812" v="59"/>
          <ac:spMkLst>
            <pc:docMk/>
            <pc:sldMk cId="4088684023" sldId="6225"/>
            <ac:spMk id="64" creationId="{5ED4B00D-AC9C-4E22-8DB0-48D560AAA540}"/>
          </ac:spMkLst>
        </pc:spChg>
        <pc:spChg chg="mod">
          <ac:chgData name="Sood, Rohit" userId="7b75868d-8e9e-4750-b797-935f69551534" providerId="ADAL" clId="{C85F583F-ACDD-43C3-922E-63BB7E5CB91F}" dt="2022-07-04T10:44:38.812" v="59"/>
          <ac:spMkLst>
            <pc:docMk/>
            <pc:sldMk cId="4088684023" sldId="6225"/>
            <ac:spMk id="65" creationId="{856311C9-DFDE-4290-96F7-4ACA018B9FE9}"/>
          </ac:spMkLst>
        </pc:spChg>
        <pc:grpChg chg="del">
          <ac:chgData name="Sood, Rohit" userId="7b75868d-8e9e-4750-b797-935f69551534" providerId="ADAL" clId="{C85F583F-ACDD-43C3-922E-63BB7E5CB91F}" dt="2022-07-04T10:44:33.534" v="58" actId="478"/>
          <ac:grpSpMkLst>
            <pc:docMk/>
            <pc:sldMk cId="4088684023" sldId="6225"/>
            <ac:grpSpMk id="11" creationId="{AFBB4060-92AA-4108-801C-0E1B1C33FF67}"/>
          </ac:grpSpMkLst>
        </pc:grpChg>
        <pc:grpChg chg="add mod">
          <ac:chgData name="Sood, Rohit" userId="7b75868d-8e9e-4750-b797-935f69551534" providerId="ADAL" clId="{C85F583F-ACDD-43C3-922E-63BB7E5CB91F}" dt="2022-07-04T10:45:59.028" v="63" actId="1076"/>
          <ac:grpSpMkLst>
            <pc:docMk/>
            <pc:sldMk cId="4088684023" sldId="6225"/>
            <ac:grpSpMk id="30" creationId="{889BF5C8-5FD1-4E82-8074-5DE59624458E}"/>
          </ac:grpSpMkLst>
        </pc:grpChg>
        <pc:graphicFrameChg chg="add mod">
          <ac:chgData name="Sood, Rohit" userId="7b75868d-8e9e-4750-b797-935f69551534" providerId="ADAL" clId="{C85F583F-ACDD-43C3-922E-63BB7E5CB91F}" dt="2022-07-04T10:44:49.076" v="61"/>
          <ac:graphicFrameMkLst>
            <pc:docMk/>
            <pc:sldMk cId="4088684023" sldId="6225"/>
            <ac:graphicFrameMk id="66" creationId="{A9999040-CC9A-46F3-9922-C711082158C1}"/>
          </ac:graphicFrameMkLst>
        </pc:graphicFrameChg>
        <pc:picChg chg="add del mod">
          <ac:chgData name="Sood, Rohit" userId="7b75868d-8e9e-4750-b797-935f69551534" providerId="ADAL" clId="{C85F583F-ACDD-43C3-922E-63BB7E5CB91F}" dt="2022-07-04T10:46:58.013" v="68" actId="478"/>
          <ac:picMkLst>
            <pc:docMk/>
            <pc:sldMk cId="4088684023" sldId="6225"/>
            <ac:picMk id="185346" creationId="{322CBFD0-9E3F-4161-9230-615DA0348CAC}"/>
          </ac:picMkLst>
        </pc:picChg>
        <pc:picChg chg="add del mod">
          <ac:chgData name="Sood, Rohit" userId="7b75868d-8e9e-4750-b797-935f69551534" providerId="ADAL" clId="{C85F583F-ACDD-43C3-922E-63BB7E5CB91F}" dt="2022-07-04T11:35:29.425" v="74" actId="478"/>
          <ac:picMkLst>
            <pc:docMk/>
            <pc:sldMk cId="4088684023" sldId="6225"/>
            <ac:picMk id="185348" creationId="{937BB63B-D41D-4ABA-A17E-0312DAD33CC1}"/>
          </ac:picMkLst>
        </pc:picChg>
        <pc:cxnChg chg="del">
          <ac:chgData name="Sood, Rohit" userId="7b75868d-8e9e-4750-b797-935f69551534" providerId="ADAL" clId="{C85F583F-ACDD-43C3-922E-63BB7E5CB91F}" dt="2022-07-04T10:44:33.534" v="58" actId="478"/>
          <ac:cxnSpMkLst>
            <pc:docMk/>
            <pc:sldMk cId="4088684023" sldId="6225"/>
            <ac:cxnSpMk id="26" creationId="{C9390523-8034-4053-8029-146F082B103D}"/>
          </ac:cxnSpMkLst>
        </pc:cxnChg>
        <pc:cxnChg chg="del">
          <ac:chgData name="Sood, Rohit" userId="7b75868d-8e9e-4750-b797-935f69551534" providerId="ADAL" clId="{C85F583F-ACDD-43C3-922E-63BB7E5CB91F}" dt="2022-07-04T10:44:33.534" v="58" actId="478"/>
          <ac:cxnSpMkLst>
            <pc:docMk/>
            <pc:sldMk cId="4088684023" sldId="6225"/>
            <ac:cxnSpMk id="27" creationId="{BE5B00B7-21C6-43D0-B17F-802903C73712}"/>
          </ac:cxnSpMkLst>
        </pc:cxnChg>
        <pc:cxnChg chg="del">
          <ac:chgData name="Sood, Rohit" userId="7b75868d-8e9e-4750-b797-935f69551534" providerId="ADAL" clId="{C85F583F-ACDD-43C3-922E-63BB7E5CB91F}" dt="2022-07-04T10:44:33.534" v="58" actId="478"/>
          <ac:cxnSpMkLst>
            <pc:docMk/>
            <pc:sldMk cId="4088684023" sldId="6225"/>
            <ac:cxnSpMk id="28" creationId="{955CE494-E71B-44A8-98A4-E3FA37190321}"/>
          </ac:cxnSpMkLst>
        </pc:cxnChg>
        <pc:cxnChg chg="del">
          <ac:chgData name="Sood, Rohit" userId="7b75868d-8e9e-4750-b797-935f69551534" providerId="ADAL" clId="{C85F583F-ACDD-43C3-922E-63BB7E5CB91F}" dt="2022-07-04T10:44:33.534" v="58" actId="478"/>
          <ac:cxnSpMkLst>
            <pc:docMk/>
            <pc:sldMk cId="4088684023" sldId="6225"/>
            <ac:cxnSpMk id="29" creationId="{C9E262C4-5CF2-429F-8702-BC536962738A}"/>
          </ac:cxnSpMkLst>
        </pc:cxnChg>
      </pc:sldChg>
    </pc:docChg>
  </pc:docChgLst>
  <pc:docChgLst>
    <pc:chgData name="Lal, Harshita" userId="S::halal@deloitte.com::e573156b-5431-42dd-8837-da3cd2646097" providerId="AD" clId="Web-{841D1DFD-CCE7-4591-9B69-065073116B14}"/>
    <pc:docChg chg="delSld">
      <pc:chgData name="Lal, Harshita" userId="S::halal@deloitte.com::e573156b-5431-42dd-8837-da3cd2646097" providerId="AD" clId="Web-{841D1DFD-CCE7-4591-9B69-065073116B14}" dt="2022-06-29T10:42:42.170" v="0"/>
      <pc:docMkLst>
        <pc:docMk/>
      </pc:docMkLst>
      <pc:sldChg chg="del">
        <pc:chgData name="Lal, Harshita" userId="S::halal@deloitte.com::e573156b-5431-42dd-8837-da3cd2646097" providerId="AD" clId="Web-{841D1DFD-CCE7-4591-9B69-065073116B14}" dt="2022-06-29T10:42:42.170" v="0"/>
        <pc:sldMkLst>
          <pc:docMk/>
          <pc:sldMk cId="289173355" sldId="954"/>
        </pc:sldMkLst>
      </pc:sldChg>
    </pc:docChg>
  </pc:docChgLst>
  <pc:docChgLst>
    <pc:chgData name="Kalagara, Vijaya" userId="S::vikalagara@deloitte.com::b66aa0f1-1604-4161-b753-4146846484c3" providerId="AD" clId="Web-{5AB2E82E-8145-46A0-9922-11B600BDD2F2}"/>
    <pc:docChg chg="modSld">
      <pc:chgData name="Kalagara, Vijaya" userId="S::vikalagara@deloitte.com::b66aa0f1-1604-4161-b753-4146846484c3" providerId="AD" clId="Web-{5AB2E82E-8145-46A0-9922-11B600BDD2F2}" dt="2022-06-30T18:18:17.916" v="15"/>
      <pc:docMkLst>
        <pc:docMk/>
      </pc:docMkLst>
      <pc:sldChg chg="addSp delSp modSp mod modTransition modClrScheme chgLayout">
        <pc:chgData name="Kalagara, Vijaya" userId="S::vikalagara@deloitte.com::b66aa0f1-1604-4161-b753-4146846484c3" providerId="AD" clId="Web-{5AB2E82E-8145-46A0-9922-11B600BDD2F2}" dt="2022-06-30T18:18:17.916" v="15"/>
        <pc:sldMkLst>
          <pc:docMk/>
          <pc:sldMk cId="3927171300" sldId="4013"/>
        </pc:sldMkLst>
        <pc:spChg chg="mod ord">
          <ac:chgData name="Kalagara, Vijaya" userId="S::vikalagara@deloitte.com::b66aa0f1-1604-4161-b753-4146846484c3" providerId="AD" clId="Web-{5AB2E82E-8145-46A0-9922-11B600BDD2F2}" dt="2022-06-30T18:17:32.165" v="6"/>
          <ac:spMkLst>
            <pc:docMk/>
            <pc:sldMk cId="3927171300" sldId="4013"/>
            <ac:spMk id="2" creationId="{05A405A3-621C-4564-993A-53E173F512C0}"/>
          </ac:spMkLst>
        </pc:spChg>
        <pc:spChg chg="add del mod">
          <ac:chgData name="Kalagara, Vijaya" userId="S::vikalagara@deloitte.com::b66aa0f1-1604-4161-b753-4146846484c3" providerId="AD" clId="Web-{5AB2E82E-8145-46A0-9922-11B600BDD2F2}" dt="2022-06-30T18:17:32.165" v="6"/>
          <ac:spMkLst>
            <pc:docMk/>
            <pc:sldMk cId="3927171300" sldId="4013"/>
            <ac:spMk id="3" creationId="{386AE64B-36DB-4320-92CA-4D16341ACA17}"/>
          </ac:spMkLst>
        </pc:spChg>
        <pc:picChg chg="add del mod">
          <ac:chgData name="Kalagara, Vijaya" userId="S::vikalagara@deloitte.com::b66aa0f1-1604-4161-b753-4146846484c3" providerId="AD" clId="Web-{5AB2E82E-8145-46A0-9922-11B600BDD2F2}" dt="2022-06-30T18:18:17.916" v="15"/>
          <ac:picMkLst>
            <pc:docMk/>
            <pc:sldMk cId="3927171300" sldId="4013"/>
            <ac:picMk id="4" creationId="{FD6BB93B-E2EF-3112-FF00-F0AA171692A7}"/>
          </ac:picMkLst>
        </pc:pic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8/8/2023</a:t>
            </a:fld>
            <a:endParaRPr lang="en-US">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8/8/2023</a:t>
            </a:fld>
            <a:endParaRPr lang="en-US"/>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914342" rtl="0" eaLnBrk="1" latinLnBrk="0" hangingPunct="1">
      <a:defRPr sz="1200" kern="1200">
        <a:solidFill>
          <a:schemeClr val="tx1"/>
        </a:solidFill>
        <a:latin typeface="Arial" panose="020B0604020202020204" pitchFamily="34" charset="0"/>
        <a:ea typeface="+mn-ea"/>
        <a:cs typeface="+mn-cs"/>
      </a:defRPr>
    </a:lvl1pPr>
    <a:lvl2pPr marL="457171" algn="l" defTabSz="914342" rtl="0" eaLnBrk="1" latinLnBrk="0" hangingPunct="1">
      <a:defRPr sz="1200" kern="1200">
        <a:solidFill>
          <a:schemeClr val="tx1"/>
        </a:solidFill>
        <a:latin typeface="Arial" panose="020B0604020202020204" pitchFamily="34" charset="0"/>
        <a:ea typeface="+mn-ea"/>
        <a:cs typeface="+mn-cs"/>
      </a:defRPr>
    </a:lvl2pPr>
    <a:lvl3pPr marL="914342" algn="l" defTabSz="914342" rtl="0" eaLnBrk="1" latinLnBrk="0" hangingPunct="1">
      <a:defRPr sz="1200" kern="1200">
        <a:solidFill>
          <a:schemeClr val="tx1"/>
        </a:solidFill>
        <a:latin typeface="Arial" panose="020B0604020202020204" pitchFamily="34" charset="0"/>
        <a:ea typeface="+mn-ea"/>
        <a:cs typeface="+mn-cs"/>
      </a:defRPr>
    </a:lvl3pPr>
    <a:lvl4pPr marL="1371512" algn="l" defTabSz="914342" rtl="0" eaLnBrk="1" latinLnBrk="0" hangingPunct="1">
      <a:defRPr sz="1200" kern="1200">
        <a:solidFill>
          <a:schemeClr val="tx1"/>
        </a:solidFill>
        <a:latin typeface="Arial" panose="020B0604020202020204" pitchFamily="34" charset="0"/>
        <a:ea typeface="+mn-ea"/>
        <a:cs typeface="+mn-cs"/>
      </a:defRPr>
    </a:lvl4pPr>
    <a:lvl5pPr marL="1828683" algn="l" defTabSz="914342" rtl="0" eaLnBrk="1" latinLnBrk="0" hangingPunct="1">
      <a:defRPr sz="1200" kern="1200">
        <a:solidFill>
          <a:schemeClr val="tx1"/>
        </a:solidFill>
        <a:latin typeface="Arial" panose="020B0604020202020204" pitchFamily="34" charset="0"/>
        <a:ea typeface="+mn-ea"/>
        <a:cs typeface="+mn-cs"/>
      </a:defRPr>
    </a:lvl5pPr>
    <a:lvl6pPr marL="2285854" algn="l" defTabSz="914342" rtl="0" eaLnBrk="1" latinLnBrk="0" hangingPunct="1">
      <a:defRPr sz="1200" kern="1200">
        <a:solidFill>
          <a:schemeClr val="tx1"/>
        </a:solidFill>
        <a:latin typeface="+mn-lt"/>
        <a:ea typeface="+mn-ea"/>
        <a:cs typeface="+mn-cs"/>
      </a:defRPr>
    </a:lvl6pPr>
    <a:lvl7pPr marL="2743025" algn="l" defTabSz="914342" rtl="0" eaLnBrk="1" latinLnBrk="0" hangingPunct="1">
      <a:defRPr sz="1200" kern="1200">
        <a:solidFill>
          <a:schemeClr val="tx1"/>
        </a:solidFill>
        <a:latin typeface="+mn-lt"/>
        <a:ea typeface="+mn-ea"/>
        <a:cs typeface="+mn-cs"/>
      </a:defRPr>
    </a:lvl7pPr>
    <a:lvl8pPr marL="3200195" algn="l" defTabSz="914342" rtl="0" eaLnBrk="1" latinLnBrk="0" hangingPunct="1">
      <a:defRPr sz="1200" kern="1200">
        <a:solidFill>
          <a:schemeClr val="tx1"/>
        </a:solidFill>
        <a:latin typeface="+mn-lt"/>
        <a:ea typeface="+mn-ea"/>
        <a:cs typeface="+mn-cs"/>
      </a:defRPr>
    </a:lvl8pPr>
    <a:lvl9pPr marL="3657366" algn="l" defTabSz="9143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a:p>
        </p:txBody>
      </p:sp>
    </p:spTree>
    <p:extLst>
      <p:ext uri="{BB962C8B-B14F-4D97-AF65-F5344CB8AC3E}">
        <p14:creationId xmlns:p14="http://schemas.microsoft.com/office/powerpoint/2010/main" val="13328850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0050" y="693738"/>
            <a:ext cx="6149975" cy="346075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4</a:t>
            </a:fld>
            <a:endParaRPr lang="en-US"/>
          </a:p>
        </p:txBody>
      </p:sp>
    </p:spTree>
    <p:extLst>
      <p:ext uri="{BB962C8B-B14F-4D97-AF65-F5344CB8AC3E}">
        <p14:creationId xmlns:p14="http://schemas.microsoft.com/office/powerpoint/2010/main" val="608372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F4A2C8-6C88-4E71-83EE-698B9D4FE22F}" type="slidenum">
              <a:rPr lang="en-US" smtClean="0"/>
              <a:pPr/>
              <a:t>7</a:t>
            </a:fld>
            <a:endParaRPr lang="en-US"/>
          </a:p>
        </p:txBody>
      </p:sp>
    </p:spTree>
    <p:extLst>
      <p:ext uri="{BB962C8B-B14F-4D97-AF65-F5344CB8AC3E}">
        <p14:creationId xmlns:p14="http://schemas.microsoft.com/office/powerpoint/2010/main" val="3494218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F4A2C8-6C88-4E71-83EE-698B9D4FE22F}" type="slidenum">
              <a:rPr lang="en-US" smtClean="0"/>
              <a:pPr/>
              <a:t>8</a:t>
            </a:fld>
            <a:endParaRPr lang="en-US"/>
          </a:p>
        </p:txBody>
      </p:sp>
    </p:spTree>
    <p:extLst>
      <p:ext uri="{BB962C8B-B14F-4D97-AF65-F5344CB8AC3E}">
        <p14:creationId xmlns:p14="http://schemas.microsoft.com/office/powerpoint/2010/main" val="2522014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88609" indent="-388609">
              <a:lnSpc>
                <a:spcPct val="106000"/>
              </a:lnSpc>
              <a:spcAft>
                <a:spcPts val="340"/>
              </a:spcAft>
              <a:buFont typeface="Arial" panose="020B0604020202020204" pitchFamily="34" charset="0"/>
              <a:buChar char="•"/>
              <a:defRPr/>
            </a:pPr>
            <a:endParaRPr lang="en-US" sz="1200" i="1" baseline="0">
              <a:latin typeface="Verdana"/>
            </a:endParaRPr>
          </a:p>
        </p:txBody>
      </p:sp>
      <p:sp>
        <p:nvSpPr>
          <p:cNvPr id="4" name="Slide Number Placeholder 3"/>
          <p:cNvSpPr>
            <a:spLocks noGrp="1"/>
          </p:cNvSpPr>
          <p:nvPr>
            <p:ph type="sldNum" sz="quarter" idx="10"/>
          </p:nvPr>
        </p:nvSpPr>
        <p:spPr/>
        <p:txBody>
          <a:bodyPr/>
          <a:lstStyle/>
          <a:p>
            <a:fld id="{AC7F1437-3BF2-450D-A7B9-B11E523F51F3}" type="slidenum">
              <a:rPr lang="de-DE" smtClean="0"/>
              <a:t>9</a:t>
            </a:fld>
            <a:endParaRPr lang="de-DE"/>
          </a:p>
        </p:txBody>
      </p:sp>
    </p:spTree>
    <p:extLst>
      <p:ext uri="{BB962C8B-B14F-4D97-AF65-F5344CB8AC3E}">
        <p14:creationId xmlns:p14="http://schemas.microsoft.com/office/powerpoint/2010/main" val="2334287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7B965A-0654-4D92-9304-8757F457580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2325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F4A2C8-6C88-4E71-83EE-698B9D4FE22F}" type="slidenum">
              <a:rPr lang="en-US" smtClean="0"/>
              <a:pPr/>
              <a:t>14</a:t>
            </a:fld>
            <a:endParaRPr lang="en-US"/>
          </a:p>
        </p:txBody>
      </p:sp>
    </p:spTree>
    <p:extLst>
      <p:ext uri="{BB962C8B-B14F-4D97-AF65-F5344CB8AC3E}">
        <p14:creationId xmlns:p14="http://schemas.microsoft.com/office/powerpoint/2010/main" val="24319904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0F4A2C8-6C88-4E71-83EE-698B9D4FE22F}" type="slidenum">
              <a:rPr lang="en-IN" smtClean="0"/>
              <a:pPr/>
              <a:t>18</a:t>
            </a:fld>
            <a:endParaRPr lang="en-IN"/>
          </a:p>
        </p:txBody>
      </p:sp>
    </p:spTree>
    <p:extLst>
      <p:ext uri="{BB962C8B-B14F-4D97-AF65-F5344CB8AC3E}">
        <p14:creationId xmlns:p14="http://schemas.microsoft.com/office/powerpoint/2010/main" val="26503921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0F4A2C8-6C88-4E71-83EE-698B9D4FE22F}" type="slidenum">
              <a:rPr lang="en-US" smtClean="0"/>
              <a:pPr/>
              <a:t>19</a:t>
            </a:fld>
            <a:endParaRPr lang="en-US"/>
          </a:p>
        </p:txBody>
      </p:sp>
    </p:spTree>
    <p:extLst>
      <p:ext uri="{BB962C8B-B14F-4D97-AF65-F5344CB8AC3E}">
        <p14:creationId xmlns:p14="http://schemas.microsoft.com/office/powerpoint/2010/main" val="13470541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F4A2C8-6C88-4E71-83EE-698B9D4FE22F}" type="slidenum">
              <a:rPr lang="en-US" smtClean="0"/>
              <a:pPr/>
              <a:t>22</a:t>
            </a:fld>
            <a:endParaRPr lang="en-US"/>
          </a:p>
        </p:txBody>
      </p:sp>
    </p:spTree>
    <p:extLst>
      <p:ext uri="{BB962C8B-B14F-4D97-AF65-F5344CB8AC3E}">
        <p14:creationId xmlns:p14="http://schemas.microsoft.com/office/powerpoint/2010/main" val="7824056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xml"/><Relationship Id="rId1" Type="http://schemas.openxmlformats.org/officeDocument/2006/relationships/vmlDrawing" Target="../drawings/vmlDrawing3.vml"/><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4.vml"/><Relationship Id="rId6" Type="http://schemas.openxmlformats.org/officeDocument/2006/relationships/image" Target="../media/image7.emf"/><Relationship Id="rId5" Type="http://schemas.openxmlformats.org/officeDocument/2006/relationships/oleObject" Target="../embeddings/oleObject4.bin"/><Relationship Id="rId4"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vmlDrawing" Target="../drawings/vmlDrawing5.vml"/><Relationship Id="rId5" Type="http://schemas.openxmlformats.org/officeDocument/2006/relationships/image" Target="../media/image7.emf"/><Relationship Id="rId4" Type="http://schemas.openxmlformats.org/officeDocument/2006/relationships/oleObject" Target="../embeddings/oleObject5.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xml"/><Relationship Id="rId1" Type="http://schemas.openxmlformats.org/officeDocument/2006/relationships/vmlDrawing" Target="../drawings/vmlDrawing6.vml"/><Relationship Id="rId5" Type="http://schemas.openxmlformats.org/officeDocument/2006/relationships/image" Target="../media/image7.emf"/><Relationship Id="rId4" Type="http://schemas.openxmlformats.org/officeDocument/2006/relationships/oleObject" Target="../embeddings/oleObject6.bin"/></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vmlDrawing" Target="../drawings/vmlDrawing7.vml"/><Relationship Id="rId6" Type="http://schemas.openxmlformats.org/officeDocument/2006/relationships/image" Target="../media/image7.emf"/><Relationship Id="rId5" Type="http://schemas.openxmlformats.org/officeDocument/2006/relationships/oleObject" Target="../embeddings/oleObject7.bin"/><Relationship Id="rId4"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vmlDrawing" Target="../drawings/vmlDrawing9.vml"/><Relationship Id="rId6" Type="http://schemas.openxmlformats.org/officeDocument/2006/relationships/image" Target="../media/image7.emf"/><Relationship Id="rId5" Type="http://schemas.openxmlformats.org/officeDocument/2006/relationships/oleObject" Target="../embeddings/oleObject9.bin"/><Relationship Id="rId4"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5.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9.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18.xml"/><Relationship Id="rId1" Type="http://schemas.openxmlformats.org/officeDocument/2006/relationships/vmlDrawing" Target="../drawings/vmlDrawing12.vml"/><Relationship Id="rId5" Type="http://schemas.openxmlformats.org/officeDocument/2006/relationships/image" Target="../media/image7.emf"/><Relationship Id="rId4" Type="http://schemas.openxmlformats.org/officeDocument/2006/relationships/oleObject" Target="../embeddings/oleObject12.bin"/></Relationships>
</file>

<file path=ppt/slideLayouts/_rels/slideLayout220.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vmlDrawing" Target="../drawings/vmlDrawing13.vml"/><Relationship Id="rId6" Type="http://schemas.openxmlformats.org/officeDocument/2006/relationships/image" Target="../media/image7.emf"/><Relationship Id="rId5" Type="http://schemas.openxmlformats.org/officeDocument/2006/relationships/oleObject" Target="../embeddings/oleObject13.bin"/><Relationship Id="rId4"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3601788" y="1066768"/>
            <a:ext cx="4988426" cy="4724464"/>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1" y="5791233"/>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231"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a:t>Click to edit Master title style</a:t>
            </a:r>
          </a:p>
          <a:p>
            <a:pPr marL="0" marR="0" lvl="1" indent="0" algn="l" defTabSz="1219231"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23722059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8"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400" b="1">
                <a:solidFill>
                  <a:schemeClr val="tx1"/>
                </a:solidFill>
              </a:defRPr>
            </a:lvl1pPr>
            <a:lvl2pPr marL="0" indent="0" algn="l">
              <a:buNone/>
              <a:defRPr sz="2134" b="0"/>
            </a:lvl2pPr>
            <a:lvl3pPr marL="1219231" indent="0" algn="ctr">
              <a:buNone/>
              <a:defRPr sz="2400"/>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grpSp>
    </p:spTree>
    <p:extLst>
      <p:ext uri="{BB962C8B-B14F-4D97-AF65-F5344CB8AC3E}">
        <p14:creationId xmlns:p14="http://schemas.microsoft.com/office/powerpoint/2010/main" val="882068736"/>
      </p:ext>
    </p:extLst>
  </p:cSld>
  <p:clrMapOvr>
    <a:masterClrMapping/>
  </p:clrMapOvr>
  <p:transition>
    <p:fade/>
  </p:transition>
  <p:extLst>
    <p:ext uri="{DCECCB84-F9BA-43D5-87BE-67443E8EF086}">
      <p15:sldGuideLst xmlns:p15="http://schemas.microsoft.com/office/powerpoint/2012/main">
        <p15:guide id="1" orient="horz" pos="463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7"/>
            <a:ext cx="12192000" cy="6007753"/>
          </a:xfrm>
        </p:spPr>
        <p:txBody>
          <a:bodyPr/>
          <a:lstStyle/>
          <a:p>
            <a:endParaRPr lang="en-US"/>
          </a:p>
        </p:txBody>
      </p:sp>
      <p:grpSp>
        <p:nvGrpSpPr>
          <p:cNvPr id="9" name="Group 8"/>
          <p:cNvGrpSpPr/>
          <p:nvPr userDrawn="1"/>
        </p:nvGrpSpPr>
        <p:grpSpPr>
          <a:xfrm>
            <a:off x="0" y="4629685"/>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a:solidFill>
                  <a:prstClr val="white"/>
                </a:solidFill>
              </a:endParaRPr>
            </a:p>
          </p:txBody>
        </p:sp>
      </p:grpSp>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2023 Deloitte Touche </a:t>
            </a:r>
            <a:r>
              <a:rPr lang="fr-FR" sz="867" err="1">
                <a:solidFill>
                  <a:prstClr val="white"/>
                </a:solidFill>
              </a:rPr>
              <a:t>Tohmatsu</a:t>
            </a:r>
            <a:r>
              <a:rPr lang="fr-FR" sz="867">
                <a:solidFill>
                  <a:prstClr val="white"/>
                </a:solidFill>
              </a:rPr>
              <a:t>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a:t>Click to edit Master text styles</a:t>
            </a:r>
          </a:p>
        </p:txBody>
      </p:sp>
      <p:sp>
        <p:nvSpPr>
          <p:cNvPr id="12" name="TextBox 11"/>
          <p:cNvSpPr txBox="1"/>
          <p:nvPr userDrawn="1"/>
        </p:nvSpPr>
        <p:spPr>
          <a:xfrm>
            <a:off x="5843374" y="6501537"/>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a:solidFill>
                  <a:prstClr val="white"/>
                </a:solidFill>
              </a:rPr>
              <a:t>Presentation on Supply, Implementation and Maintenance of an ERP solution to Hirdaramani Group</a:t>
            </a:r>
            <a:endParaRPr lang="fr-FR" sz="867">
              <a:solidFill>
                <a:prstClr val="white"/>
              </a:solidFill>
            </a:endParaRPr>
          </a:p>
        </p:txBody>
      </p:sp>
    </p:spTree>
    <p:extLst>
      <p:ext uri="{BB962C8B-B14F-4D97-AF65-F5344CB8AC3E}">
        <p14:creationId xmlns:p14="http://schemas.microsoft.com/office/powerpoint/2010/main" val="3519907682"/>
      </p:ext>
    </p:extLst>
  </p:cSld>
  <p:clrMapOvr>
    <a:masterClrMapping/>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2023 Deloitte Touche </a:t>
            </a:r>
            <a:r>
              <a:rPr lang="fr-FR" sz="867" err="1">
                <a:solidFill>
                  <a:prstClr val="white"/>
                </a:solidFill>
              </a:rPr>
              <a:t>Tohmatsu</a:t>
            </a:r>
            <a:r>
              <a:rPr lang="fr-FR" sz="867">
                <a:solidFill>
                  <a:prstClr val="white"/>
                </a:solidFill>
              </a:rPr>
              <a:t>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256207203"/>
      </p:ext>
    </p:extLst>
  </p:cSld>
  <p:clrMapOvr>
    <a:masterClrMapping/>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rgbClr val="242222"/>
        </a:solidFill>
        <a:effectLst/>
      </p:bgPr>
    </p:bg>
    <p:spTree>
      <p:nvGrpSpPr>
        <p:cNvPr id="1" name=""/>
        <p:cNvGrpSpPr/>
        <p:nvPr/>
      </p:nvGrpSpPr>
      <p:grpSpPr>
        <a:xfrm>
          <a:off x="0" y="0"/>
          <a:ext cx="0" cy="0"/>
          <a:chOff x="0" y="0"/>
          <a:chExt cx="0" cy="0"/>
        </a:xfrm>
      </p:grpSpPr>
      <p:pic>
        <p:nvPicPr>
          <p:cNvPr id="5" name="Picture 4" descr="A sphere of blue squares&#10;&#10;Description automatically generated">
            <a:extLst>
              <a:ext uri="{FF2B5EF4-FFF2-40B4-BE49-F238E27FC236}">
                <a16:creationId xmlns:a16="http://schemas.microsoft.com/office/drawing/2014/main" id="{D311573C-C875-0284-6571-E59D45A3DA0B}"/>
              </a:ext>
            </a:extLst>
          </p:cNvPr>
          <p:cNvPicPr>
            <a:picLocks noChangeAspect="1"/>
          </p:cNvPicPr>
          <p:nvPr userDrawn="1"/>
        </p:nvPicPr>
        <p:blipFill>
          <a:blip r:embed="rId2"/>
          <a:stretch>
            <a:fillRect/>
          </a:stretch>
        </p:blipFill>
        <p:spPr>
          <a:xfrm>
            <a:off x="2475970" y="-140368"/>
            <a:ext cx="7363325" cy="7363325"/>
          </a:xfrm>
          <a:prstGeom prst="rect">
            <a:avLst/>
          </a:prstGeom>
          <a:ln>
            <a:noFill/>
          </a:ln>
          <a:effectLst>
            <a:softEdge rad="635000"/>
          </a:effectLst>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2023 Deloitte Touche </a:t>
            </a:r>
            <a:r>
              <a:rPr lang="fr-FR" sz="867" err="1">
                <a:solidFill>
                  <a:prstClr val="white"/>
                </a:solidFill>
              </a:rPr>
              <a:t>Tohmatsu</a:t>
            </a:r>
            <a:r>
              <a:rPr lang="fr-FR" sz="867">
                <a:solidFill>
                  <a:prstClr val="white"/>
                </a:solidFill>
              </a:rPr>
              <a:t>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8001889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sz="1941">
                <a:latin typeface="+mj-lt"/>
              </a:defRPr>
            </a:lvl1pPr>
          </a:lstStyle>
          <a:p>
            <a:r>
              <a:rPr lang="en-US" noProof="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33939154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1500"/>
            </a:lvl1pPr>
          </a:lstStyle>
          <a:p>
            <a:r>
              <a:rPr lang="en-GB" noProof="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a:t>Click to add subtitle</a:t>
            </a:r>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6729406" algn="r"/>
              </a:tabLst>
              <a:defRPr/>
            </a:lvl1pPr>
            <a:lvl2pPr>
              <a:tabLst>
                <a:tab pos="6729406" algn="r"/>
              </a:tabLst>
              <a:defRPr/>
            </a:lvl2pPr>
            <a:lvl3pPr>
              <a:tabLst>
                <a:tab pos="6729406" algn="r"/>
              </a:tabLst>
              <a:defRPr/>
            </a:lvl3pPr>
            <a:lvl4pPr>
              <a:tabLst>
                <a:tab pos="6729406" algn="r"/>
              </a:tabLst>
              <a:defRPr/>
            </a:lvl4pPr>
            <a:lvl5pPr>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Footer Placeholder 1"/>
          <p:cNvSpPr>
            <a:spLocks noGrp="1"/>
          </p:cNvSpPr>
          <p:nvPr>
            <p:ph type="ftr" sz="quarter" idx="14"/>
          </p:nvPr>
        </p:nvSpPr>
        <p:spPr/>
        <p:txBody>
          <a:bodyPr/>
          <a:lstStyle/>
          <a:p>
            <a:endParaRPr lang="en-GB">
              <a:solidFill>
                <a:srgbClr val="000000"/>
              </a:solidFill>
            </a:endParaRPr>
          </a:p>
        </p:txBody>
      </p:sp>
    </p:spTree>
    <p:extLst>
      <p:ext uri="{BB962C8B-B14F-4D97-AF65-F5344CB8AC3E}">
        <p14:creationId xmlns:p14="http://schemas.microsoft.com/office/powerpoint/2010/main" val="122323089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3" y="1628776"/>
            <a:ext cx="9277349" cy="4752975"/>
          </a:xfrm>
          <a:prstGeom prst="rect">
            <a:avLst/>
          </a:prstGeom>
        </p:spPr>
        <p:txBody>
          <a:bodyPr>
            <a:normAutofit/>
          </a:bodyPr>
          <a:lstStyle>
            <a:lvl1pPr marL="0" indent="0">
              <a:spcBef>
                <a:spcPts val="3600"/>
              </a:spcBef>
              <a:buFont typeface="Arial" panose="020B0604020202020204" pitchFamily="34" charset="0"/>
              <a:buChar char="​"/>
              <a:defRPr sz="2800">
                <a:solidFill>
                  <a:schemeClr val="tx1"/>
                </a:solidFill>
              </a:defRPr>
            </a:lvl1pPr>
            <a:lvl2pPr marL="0" indent="0">
              <a:defRPr sz="3000">
                <a:solidFill>
                  <a:schemeClr val="bg2"/>
                </a:solidFill>
              </a:defRPr>
            </a:lvl2pPr>
            <a:lvl3pPr marL="0" indent="0">
              <a:buNone/>
              <a:defRPr sz="3000">
                <a:solidFill>
                  <a:schemeClr val="bg2"/>
                </a:solidFill>
              </a:defRPr>
            </a:lvl3pPr>
            <a:lvl4pPr>
              <a:defRPr sz="3000">
                <a:solidFill>
                  <a:schemeClr val="bg2"/>
                </a:solidFill>
              </a:defRPr>
            </a:lvl4pPr>
            <a:lvl5pPr>
              <a:defRPr sz="3000">
                <a:solidFill>
                  <a:schemeClr val="bg2"/>
                </a:solidFill>
              </a:defRPr>
            </a:lvl5pPr>
          </a:lstStyle>
          <a:p>
            <a:pPr lvl="0"/>
            <a:r>
              <a:rPr lang="en-GB" noProof="0"/>
              <a:t>Click to edit Master text styles</a:t>
            </a:r>
          </a:p>
        </p:txBody>
      </p:sp>
      <p:sp>
        <p:nvSpPr>
          <p:cNvPr id="2" name="Footer Placeholder 1"/>
          <p:cNvSpPr>
            <a:spLocks noGrp="1"/>
          </p:cNvSpPr>
          <p:nvPr>
            <p:ph type="ftr" sz="quarter" idx="11"/>
          </p:nvPr>
        </p:nvSpPr>
        <p:spPr/>
        <p:txBody>
          <a:bodyPr/>
          <a:lstStyle/>
          <a:p>
            <a:endParaRPr lang="en-GB">
              <a:solidFill>
                <a:prstClr val="black"/>
              </a:solidFill>
            </a:endParaRPr>
          </a:p>
        </p:txBody>
      </p:sp>
    </p:spTree>
    <p:extLst>
      <p:ext uri="{BB962C8B-B14F-4D97-AF65-F5344CB8AC3E}">
        <p14:creationId xmlns:p14="http://schemas.microsoft.com/office/powerpoint/2010/main" val="79016010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©2018 Deloitte </a:t>
            </a:r>
            <a:r>
              <a:rPr lang="en-US" noProof="0" err="1"/>
              <a:t>Touche</a:t>
            </a:r>
            <a:r>
              <a:rPr lang="en-US" noProof="0"/>
              <a:t>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484114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8063039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30224162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604519466"/>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495909434"/>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44703947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8" name="TextBox 7"/>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9" name="TextBox 8"/>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5320815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44761870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22" name="TextBox 21"/>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23548353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97647450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a:latin typeface="Verdana"/>
                <a:ea typeface="Verdana" panose="020B0604030504040204" pitchFamily="34" charset="0"/>
                <a:cs typeface="Times New Roman" panose="02020603050405020304" pitchFamily="18" charset="0"/>
              </a:rPr>
              <a:t>© 2021. For information, contact Deloitte Touche Tohmatsu Limited.</a:t>
            </a:r>
            <a:endParaRPr lang="en-US" sz="80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24062041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1" y="1665289"/>
            <a:ext cx="4431857" cy="4633913"/>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459137549"/>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39475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354264943"/>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3" name="TextBox 12"/>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4" name="TextBox 13"/>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2490382625"/>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191498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9" name="TextBox 18"/>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20" name="TextBox 19"/>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79534154"/>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27452822"/>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userDrawn="1"/>
        </p:nvSpPr>
        <p:spPr>
          <a:xfrm>
            <a:off x="469901"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userDrawn="1"/>
        </p:nvSpPr>
        <p:spPr>
          <a:xfrm>
            <a:off x="8104178"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Text Placeholder 8"/>
          <p:cNvSpPr>
            <a:spLocks noGrp="1"/>
          </p:cNvSpPr>
          <p:nvPr>
            <p:ph type="body" sz="quarter" idx="17"/>
          </p:nvPr>
        </p:nvSpPr>
        <p:spPr>
          <a:xfrm>
            <a:off x="4278314" y="1851443"/>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1" y="1851443"/>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7" y="1851443"/>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83606413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256735680"/>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Box 12"/>
          <p:cNvSpPr txBox="1"/>
          <p:nvPr userDrawn="1"/>
        </p:nvSpPr>
        <p:spPr>
          <a:xfrm>
            <a:off x="6335184" y="6477003"/>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4" name="TextBox 13"/>
          <p:cNvSpPr txBox="1"/>
          <p:nvPr userDrawn="1"/>
        </p:nvSpPr>
        <p:spPr>
          <a:xfrm>
            <a:off x="501654"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11382379"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
        <p:nvSpPr>
          <p:cNvPr id="16"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213664931"/>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211" indent="0" algn="ctr">
              <a:buNone/>
              <a:defRPr>
                <a:solidFill>
                  <a:schemeClr val="tx1">
                    <a:tint val="75000"/>
                  </a:schemeClr>
                </a:solidFill>
              </a:defRPr>
            </a:lvl2pPr>
            <a:lvl3pPr marL="914422" indent="0" algn="ctr">
              <a:buNone/>
              <a:defRPr>
                <a:solidFill>
                  <a:schemeClr val="tx1">
                    <a:tint val="75000"/>
                  </a:schemeClr>
                </a:solidFill>
              </a:defRPr>
            </a:lvl3pPr>
            <a:lvl4pPr marL="1371633" indent="0" algn="ctr">
              <a:buNone/>
              <a:defRPr>
                <a:solidFill>
                  <a:schemeClr val="tx1">
                    <a:tint val="75000"/>
                  </a:schemeClr>
                </a:solidFill>
              </a:defRPr>
            </a:lvl4pPr>
            <a:lvl5pPr marL="1828844" indent="0" algn="ctr">
              <a:buNone/>
              <a:defRPr>
                <a:solidFill>
                  <a:schemeClr val="tx1">
                    <a:tint val="75000"/>
                  </a:schemeClr>
                </a:solidFill>
              </a:defRPr>
            </a:lvl5pPr>
            <a:lvl6pPr marL="2286055" indent="0" algn="ctr">
              <a:buNone/>
              <a:defRPr>
                <a:solidFill>
                  <a:schemeClr val="tx1">
                    <a:tint val="75000"/>
                  </a:schemeClr>
                </a:solidFill>
              </a:defRPr>
            </a:lvl6pPr>
            <a:lvl7pPr marL="2743266" indent="0" algn="ctr">
              <a:buNone/>
              <a:defRPr>
                <a:solidFill>
                  <a:schemeClr val="tx1">
                    <a:tint val="75000"/>
                  </a:schemeClr>
                </a:solidFill>
              </a:defRPr>
            </a:lvl7pPr>
            <a:lvl8pPr marL="3200476" indent="0" algn="ctr">
              <a:buNone/>
              <a:defRPr>
                <a:solidFill>
                  <a:schemeClr val="tx1">
                    <a:tint val="75000"/>
                  </a:schemeClr>
                </a:solidFill>
              </a:defRPr>
            </a:lvl8pPr>
            <a:lvl9pPr marL="3657687" indent="0" algn="ctr">
              <a:buNone/>
              <a:defRPr>
                <a:solidFill>
                  <a:schemeClr val="tx1">
                    <a:tint val="75000"/>
                  </a:schemeClr>
                </a:solidFill>
              </a:defRPr>
            </a:lvl9pPr>
          </a:lstStyle>
          <a:p>
            <a:r>
              <a:rPr lang="en-US"/>
              <a:t>Click to edit Master subtitle style</a:t>
            </a:r>
            <a:endParaRPr lang="en-GB"/>
          </a:p>
        </p:txBody>
      </p:sp>
      <p:sp>
        <p:nvSpPr>
          <p:cNvPr id="14" name="Slide Number Placeholder 7"/>
          <p:cNvSpPr>
            <a:spLocks noGrp="1"/>
          </p:cNvSpPr>
          <p:nvPr>
            <p:ph type="sldNum" sz="quarter" idx="4"/>
          </p:nvPr>
        </p:nvSpPr>
        <p:spPr>
          <a:xfrm>
            <a:off x="10629330"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a:latin typeface="Verdana"/>
                <a:ea typeface="Verdana" panose="020B0604030504040204" pitchFamily="34" charset="0"/>
                <a:cs typeface="Times New Roman" panose="02020603050405020304" pitchFamily="18" charset="0"/>
              </a:rPr>
              <a:t>© 2019. For information, contact Deloitte Touche Tohmatsu Limited.</a:t>
            </a:r>
            <a:endParaRPr lang="en-US" sz="80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091273807"/>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22"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n-US" noProof="0"/>
              <a:t>Click to edit Master title style</a:t>
            </a:r>
          </a:p>
          <a:p>
            <a:pPr marL="0" marR="0" lvl="1" indent="0" algn="l" defTabSz="914422"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grpSp>
    </p:spTree>
    <p:extLst>
      <p:ext uri="{BB962C8B-B14F-4D97-AF65-F5344CB8AC3E}">
        <p14:creationId xmlns:p14="http://schemas.microsoft.com/office/powerpoint/2010/main" val="6514415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6"/>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lvl1pPr marL="0" indent="0" algn="l">
              <a:buFontTx/>
              <a:buNone/>
              <a:defRPr/>
            </a:lvl1pPr>
            <a:lvl2pPr marL="126997" indent="-126997" algn="l">
              <a:buClrTx/>
              <a:buSzPct val="100000"/>
              <a:buFont typeface="Arial" panose="020B0604020202020204" pitchFamily="34" charset="0"/>
              <a:buChar char="•"/>
              <a:defRPr/>
            </a:lvl2pPr>
            <a:lvl3pPr marL="279393" indent="-126997" algn="l">
              <a:buClrTx/>
              <a:buSzPct val="100000"/>
              <a:buFont typeface="Arial" panose="020B0604020202020204" pitchFamily="34" charset="0"/>
              <a:buChar char="−"/>
              <a:defRPr/>
            </a:lvl3pPr>
            <a:lvl4pPr marL="431789" indent="-126997" algn="l">
              <a:buClrTx/>
              <a:buSzPct val="100000"/>
              <a:buFont typeface="Arial" panose="020B0604020202020204" pitchFamily="34" charset="0"/>
              <a:buChar char="◦"/>
              <a:defRPr/>
            </a:lvl4pPr>
            <a:lvl5pPr marL="584185" indent="-126997"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057210975"/>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4" name="Content Placeholder 3"/>
          <p:cNvSpPr>
            <a:spLocks noGrp="1"/>
          </p:cNvSpPr>
          <p:nvPr>
            <p:ph sz="quarter" idx="10"/>
          </p:nvPr>
        </p:nvSpPr>
        <p:spPr>
          <a:xfrm>
            <a:off x="469902" y="1665292"/>
            <a:ext cx="9348787" cy="4633910"/>
          </a:xfrm>
          <a:prstGeom prst="rect">
            <a:avLst/>
          </a:prstGeom>
        </p:spPr>
        <p:txBody>
          <a:bodyPr/>
          <a:lstStyle>
            <a:lvl1pPr>
              <a:tabLst>
                <a:tab pos="8972541" algn="r"/>
              </a:tabLst>
              <a:defRPr/>
            </a:lvl1pPr>
            <a:lvl2pPr>
              <a:tabLst>
                <a:tab pos="8972541" algn="r"/>
              </a:tabLst>
              <a:defRPr/>
            </a:lvl2pPr>
            <a:lvl3pPr>
              <a:tabLst>
                <a:tab pos="8972541" algn="r"/>
              </a:tabLst>
              <a:defRPr/>
            </a:lvl3pPr>
            <a:lvl4pPr>
              <a:tabLst>
                <a:tab pos="8972541" algn="r"/>
              </a:tabLst>
              <a:defRPr/>
            </a:lvl4pPr>
            <a:lvl5pPr>
              <a:tabLst>
                <a:tab pos="6705592" algn="r"/>
              </a:tabLst>
              <a:defRPr baseline="0"/>
            </a:lvl5pPr>
            <a:lvl6pPr marL="475200" indent="0">
              <a:buNone/>
              <a:tabLst>
                <a:tab pos="8972541" algn="r"/>
              </a:tabLst>
              <a:defRPr/>
            </a:lvl6pPr>
            <a:lvl7pPr>
              <a:tabLst>
                <a:tab pos="8972541" algn="r"/>
              </a:tabLst>
              <a:defRPr/>
            </a:lvl7pPr>
            <a:lvl8pPr>
              <a:tabLst>
                <a:tab pos="8972541" algn="r"/>
              </a:tabLst>
              <a:defRPr/>
            </a:lvl8pPr>
            <a:lvl9pPr>
              <a:tabLst>
                <a:tab pos="8972541" algn="r"/>
              </a:tabLst>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3678503751"/>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8" name="Text Placeholder 18"/>
          <p:cNvSpPr>
            <a:spLocks noGrp="1"/>
          </p:cNvSpPr>
          <p:nvPr>
            <p:ph idx="1"/>
          </p:nvPr>
        </p:nvSpPr>
        <p:spPr>
          <a:xfrm>
            <a:off x="469902" y="1676404"/>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1216339411"/>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8"/>
            <a:ext cx="11252200" cy="410433"/>
          </a:xfrm>
        </p:spPr>
        <p:txBody>
          <a:bodyPr>
            <a:spAutoFit/>
          </a:bodyPr>
          <a:lstStyle/>
          <a:p>
            <a:r>
              <a:rPr lang="en-US"/>
              <a:t>Click to edit Master title style</a:t>
            </a:r>
          </a:p>
        </p:txBody>
      </p:sp>
      <p:sp>
        <p:nvSpPr>
          <p:cNvPr id="8" name="Text Placeholder 7"/>
          <p:cNvSpPr>
            <a:spLocks noGrp="1"/>
          </p:cNvSpPr>
          <p:nvPr>
            <p:ph type="body" sz="quarter" idx="11"/>
          </p:nvPr>
        </p:nvSpPr>
        <p:spPr bwMode="gray">
          <a:xfrm>
            <a:off x="552451" y="779466"/>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786527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2" y="317502"/>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a:t>Click to add title</a:t>
            </a:r>
          </a:p>
        </p:txBody>
      </p:sp>
    </p:spTree>
    <p:extLst>
      <p:ext uri="{BB962C8B-B14F-4D97-AF65-F5344CB8AC3E}">
        <p14:creationId xmlns:p14="http://schemas.microsoft.com/office/powerpoint/2010/main" val="2743589401"/>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a:p>
        </p:txBody>
      </p:sp>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394095247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16">
              <a:lnSpc>
                <a:spcPct val="85000"/>
              </a:lnSpc>
            </a:pPr>
            <a:r>
              <a:rPr lang="en-US"/>
              <a:t>Click to edit Master title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5" lvl="0" indent="-228605">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5" lvl="0" indent="-228605"/>
            <a:r>
              <a:rPr lang="en-US"/>
              <a:t>BREADCRUMBS</a:t>
            </a:r>
          </a:p>
        </p:txBody>
      </p:sp>
    </p:spTree>
    <p:extLst>
      <p:ext uri="{BB962C8B-B14F-4D97-AF65-F5344CB8AC3E}">
        <p14:creationId xmlns:p14="http://schemas.microsoft.com/office/powerpoint/2010/main" val="234288498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352425"/>
            <a:ext cx="11340000" cy="700114"/>
          </a:xfrm>
          <a:prstGeom prst="rect">
            <a:avLst/>
          </a:prstGeom>
        </p:spPr>
        <p:txBody>
          <a:bodyPr anchor="ctr"/>
          <a:lstStyle>
            <a:lvl1pPr>
              <a:defRPr sz="2000" b="0"/>
            </a:lvl1pPr>
          </a:lstStyle>
          <a:p>
            <a:pPr algn="ctr"/>
            <a:r>
              <a:rPr lang="en-US" sz="4800" b="1">
                <a:solidFill>
                  <a:schemeClr val="tx1"/>
                </a:solidFill>
              </a:rPr>
              <a:t>Click to edit Master title style</a:t>
            </a:r>
          </a:p>
        </p:txBody>
      </p:sp>
    </p:spTree>
    <p:extLst>
      <p:ext uri="{BB962C8B-B14F-4D97-AF65-F5344CB8AC3E}">
        <p14:creationId xmlns:p14="http://schemas.microsoft.com/office/powerpoint/2010/main" val="42626391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66316" y="4194287"/>
            <a:ext cx="8528936" cy="2169796"/>
          </a:xfrm>
        </p:spPr>
        <p:txBody>
          <a:bodyPr anchor="b" anchorCtr="0">
            <a:noAutofit/>
          </a:bodyPr>
          <a:lstStyle>
            <a:lvl1pPr>
              <a:lnSpc>
                <a:spcPct val="100000"/>
              </a:lnSpc>
              <a:spcAft>
                <a:spcPts val="450"/>
              </a:spcAft>
              <a:defRPr sz="8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412074" y="4189870"/>
            <a:ext cx="2319503" cy="1725448"/>
          </a:xfrm>
        </p:spPr>
        <p:txBody>
          <a:bodyPr anchor="ctr" anchorCtr="0">
            <a:normAutofit/>
          </a:bodyPr>
          <a:lstStyle>
            <a:lvl1pPr algn="ctr">
              <a:defRPr sz="800">
                <a:solidFill>
                  <a:schemeClr val="bg1"/>
                </a:solidFill>
              </a:defRPr>
            </a:lvl1pPr>
          </a:lstStyle>
          <a:p>
            <a:r>
              <a:rPr lang="en-GB" sz="675"/>
              <a:t>Insert sponsorship mark here</a:t>
            </a:r>
            <a:endParaRPr lang="en-GB"/>
          </a:p>
        </p:txBody>
      </p:sp>
      <p:sp>
        <p:nvSpPr>
          <p:cNvPr id="8" name="Text Placeholder 7"/>
          <p:cNvSpPr>
            <a:spLocks noGrp="1"/>
          </p:cNvSpPr>
          <p:nvPr>
            <p:ph type="body" sz="quarter" idx="15" hasCustomPrompt="1"/>
          </p:nvPr>
        </p:nvSpPr>
        <p:spPr>
          <a:xfrm>
            <a:off x="9412076" y="5995943"/>
            <a:ext cx="2319501" cy="363722"/>
          </a:xfrm>
        </p:spPr>
        <p:txBody>
          <a:bodyPr anchor="b" anchorCtr="0">
            <a:noAutofit/>
          </a:bodyPr>
          <a:lstStyle>
            <a:lvl1pPr>
              <a:lnSpc>
                <a:spcPct val="100000"/>
              </a:lnSpc>
              <a:defRPr sz="800">
                <a:solidFill>
                  <a:schemeClr val="bg1"/>
                </a:solidFill>
              </a:defRPr>
            </a:lvl1pPr>
          </a:lstStyle>
          <a:p>
            <a:pPr lvl="0"/>
            <a:r>
              <a:rPr lang="en-US"/>
              <a:t>Advanced graphics timesaver</a:t>
            </a:r>
          </a:p>
          <a:p>
            <a:pPr lvl="0"/>
            <a:endParaRPr lang="en-US"/>
          </a:p>
        </p:txBody>
      </p:sp>
      <p:grpSp>
        <p:nvGrpSpPr>
          <p:cNvPr id="16" name="Group 15">
            <a:extLst>
              <a:ext uri="{FF2B5EF4-FFF2-40B4-BE49-F238E27FC236}">
                <a16:creationId xmlns:a16="http://schemas.microsoft.com/office/drawing/2014/main" id="{8AB860FC-9229-466C-B67B-E6B79E07BB2B}"/>
              </a:ext>
            </a:extLst>
          </p:cNvPr>
          <p:cNvGrpSpPr/>
          <p:nvPr userDrawn="1"/>
        </p:nvGrpSpPr>
        <p:grpSpPr>
          <a:xfrm>
            <a:off x="463296" y="341312"/>
            <a:ext cx="1819656" cy="347472"/>
            <a:chOff x="398463" y="404813"/>
            <a:chExt cx="1627187" cy="307976"/>
          </a:xfrm>
          <a:solidFill>
            <a:schemeClr val="bg1"/>
          </a:solidFill>
        </p:grpSpPr>
        <p:sp>
          <p:nvSpPr>
            <p:cNvPr id="17" name="Oval 5">
              <a:extLst>
                <a:ext uri="{FF2B5EF4-FFF2-40B4-BE49-F238E27FC236}">
                  <a16:creationId xmlns:a16="http://schemas.microsoft.com/office/drawing/2014/main" id="{477D509D-A74E-4D79-8C41-28EE20877109}"/>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8" name="Freeform 6">
              <a:extLst>
                <a:ext uri="{FF2B5EF4-FFF2-40B4-BE49-F238E27FC236}">
                  <a16:creationId xmlns:a16="http://schemas.microsoft.com/office/drawing/2014/main" id="{CC851991-483D-4A9F-8C5F-626DE9D5C1B0}"/>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9" name="Rectangle 7">
              <a:extLst>
                <a:ext uri="{FF2B5EF4-FFF2-40B4-BE49-F238E27FC236}">
                  <a16:creationId xmlns:a16="http://schemas.microsoft.com/office/drawing/2014/main" id="{28FEC250-9F3B-45BC-90AF-4CDE000C2C36}"/>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1" name="Freeform 8">
              <a:extLst>
                <a:ext uri="{FF2B5EF4-FFF2-40B4-BE49-F238E27FC236}">
                  <a16:creationId xmlns:a16="http://schemas.microsoft.com/office/drawing/2014/main" id="{F8494B23-9F67-4108-8FC3-E645BD138AE0}"/>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2" name="Rectangle 9">
              <a:extLst>
                <a:ext uri="{FF2B5EF4-FFF2-40B4-BE49-F238E27FC236}">
                  <a16:creationId xmlns:a16="http://schemas.microsoft.com/office/drawing/2014/main" id="{198EEDBF-F835-40E6-A1D3-AAADC96DD008}"/>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3" name="Rectangle 10">
              <a:extLst>
                <a:ext uri="{FF2B5EF4-FFF2-40B4-BE49-F238E27FC236}">
                  <a16:creationId xmlns:a16="http://schemas.microsoft.com/office/drawing/2014/main" id="{42C9A861-6332-4ADC-88F7-183765B2D793}"/>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4" name="Freeform 11">
              <a:extLst>
                <a:ext uri="{FF2B5EF4-FFF2-40B4-BE49-F238E27FC236}">
                  <a16:creationId xmlns:a16="http://schemas.microsoft.com/office/drawing/2014/main" id="{593BFC01-C985-4400-9F59-CA3E701AB845}"/>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5" name="Freeform 12">
              <a:extLst>
                <a:ext uri="{FF2B5EF4-FFF2-40B4-BE49-F238E27FC236}">
                  <a16:creationId xmlns:a16="http://schemas.microsoft.com/office/drawing/2014/main" id="{4A67BA7C-21CB-474A-9E6A-BCA082851A8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6" name="Freeform 13">
              <a:extLst>
                <a:ext uri="{FF2B5EF4-FFF2-40B4-BE49-F238E27FC236}">
                  <a16:creationId xmlns:a16="http://schemas.microsoft.com/office/drawing/2014/main" id="{315ADC0C-A127-4E52-A974-5D4D91506DAC}"/>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7" name="Freeform 14">
              <a:extLst>
                <a:ext uri="{FF2B5EF4-FFF2-40B4-BE49-F238E27FC236}">
                  <a16:creationId xmlns:a16="http://schemas.microsoft.com/office/drawing/2014/main" id="{71ADF477-53BF-4770-AA08-07332CAF6A7B}"/>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Tree>
    <p:extLst>
      <p:ext uri="{BB962C8B-B14F-4D97-AF65-F5344CB8AC3E}">
        <p14:creationId xmlns:p14="http://schemas.microsoft.com/office/powerpoint/2010/main" val="1090091517"/>
      </p:ext>
    </p:extLst>
  </p:cSld>
  <p:clrMapOvr>
    <a:masterClrMapping/>
  </p:clrMapOvr>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sub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1823" y="1714500"/>
            <a:ext cx="11277600" cy="466725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a:extLst>
              <a:ext uri="{FF2B5EF4-FFF2-40B4-BE49-F238E27FC236}">
                <a16:creationId xmlns:a16="http://schemas.microsoft.com/office/drawing/2014/main" id="{259C2253-8D87-4928-94C4-A4D186A7A8BD}"/>
              </a:ext>
            </a:extLst>
          </p:cNvPr>
          <p:cNvSpPr>
            <a:spLocks noGrp="1"/>
          </p:cNvSpPr>
          <p:nvPr>
            <p:ph type="body" sz="quarter" idx="22"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4102393140"/>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grpSp>
        <p:nvGrpSpPr>
          <p:cNvPr id="4" name="Group 3">
            <a:extLst>
              <a:ext uri="{FF2B5EF4-FFF2-40B4-BE49-F238E27FC236}">
                <a16:creationId xmlns:a16="http://schemas.microsoft.com/office/drawing/2014/main" id="{786D339E-B0C8-ECC0-B213-6B35C1F93A40}"/>
              </a:ext>
            </a:extLst>
          </p:cNvPr>
          <p:cNvGrpSpPr>
            <a:grpSpLocks noChangeAspect="1"/>
          </p:cNvGrpSpPr>
          <p:nvPr userDrawn="1"/>
        </p:nvGrpSpPr>
        <p:grpSpPr>
          <a:xfrm>
            <a:off x="492837" y="323816"/>
            <a:ext cx="2149543" cy="332026"/>
            <a:chOff x="398463" y="404813"/>
            <a:chExt cx="1627187" cy="307976"/>
          </a:xfrm>
          <a:solidFill>
            <a:schemeClr val="tx1"/>
          </a:solidFill>
        </p:grpSpPr>
        <p:sp>
          <p:nvSpPr>
            <p:cNvPr id="6" name="Oval 5">
              <a:extLst>
                <a:ext uri="{FF2B5EF4-FFF2-40B4-BE49-F238E27FC236}">
                  <a16:creationId xmlns:a16="http://schemas.microsoft.com/office/drawing/2014/main" id="{196F209F-0735-AC2B-3384-E96C00311C7E}"/>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7" name="Freeform 6">
              <a:extLst>
                <a:ext uri="{FF2B5EF4-FFF2-40B4-BE49-F238E27FC236}">
                  <a16:creationId xmlns:a16="http://schemas.microsoft.com/office/drawing/2014/main" id="{B47B853E-8B5F-D969-1624-6899806DCE30}"/>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8" name="Rectangle 7">
              <a:extLst>
                <a:ext uri="{FF2B5EF4-FFF2-40B4-BE49-F238E27FC236}">
                  <a16:creationId xmlns:a16="http://schemas.microsoft.com/office/drawing/2014/main" id="{09849500-B03F-DCAB-DCFB-0259B4994B8A}"/>
                </a:ext>
              </a:extLst>
            </p:cNvPr>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9" name="Freeform 8">
              <a:extLst>
                <a:ext uri="{FF2B5EF4-FFF2-40B4-BE49-F238E27FC236}">
                  <a16:creationId xmlns:a16="http://schemas.microsoft.com/office/drawing/2014/main" id="{90946CE5-043C-65C4-0C14-563C1807A635}"/>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0" name="Rectangle 9">
              <a:extLst>
                <a:ext uri="{FF2B5EF4-FFF2-40B4-BE49-F238E27FC236}">
                  <a16:creationId xmlns:a16="http://schemas.microsoft.com/office/drawing/2014/main" id="{BFB05F96-2D26-0736-7D49-FD834C4DCF8F}"/>
                </a:ext>
              </a:extLst>
            </p:cNvPr>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1" name="Rectangle 10">
              <a:extLst>
                <a:ext uri="{FF2B5EF4-FFF2-40B4-BE49-F238E27FC236}">
                  <a16:creationId xmlns:a16="http://schemas.microsoft.com/office/drawing/2014/main" id="{F89BC84D-066B-2207-002E-28F23824A5C9}"/>
                </a:ext>
              </a:extLst>
            </p:cNvPr>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2" name="Freeform 11">
              <a:extLst>
                <a:ext uri="{FF2B5EF4-FFF2-40B4-BE49-F238E27FC236}">
                  <a16:creationId xmlns:a16="http://schemas.microsoft.com/office/drawing/2014/main" id="{08FDFD75-D710-2473-E521-7CDF09277DE9}"/>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3" name="Freeform 12">
              <a:extLst>
                <a:ext uri="{FF2B5EF4-FFF2-40B4-BE49-F238E27FC236}">
                  <a16:creationId xmlns:a16="http://schemas.microsoft.com/office/drawing/2014/main" id="{587FB254-AAC0-6732-47CB-2E6373F1334D}"/>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4" name="Freeform 13">
              <a:extLst>
                <a:ext uri="{FF2B5EF4-FFF2-40B4-BE49-F238E27FC236}">
                  <a16:creationId xmlns:a16="http://schemas.microsoft.com/office/drawing/2014/main" id="{784B98B3-4659-652E-EA20-7CABE5B3BFF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5" name="Freeform 14">
              <a:extLst>
                <a:ext uri="{FF2B5EF4-FFF2-40B4-BE49-F238E27FC236}">
                  <a16:creationId xmlns:a16="http://schemas.microsoft.com/office/drawing/2014/main" id="{A755E229-4118-7DD0-A85E-1E6ABE733706}"/>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
        <p:nvSpPr>
          <p:cNvPr id="28" name="Title 1">
            <a:extLst>
              <a:ext uri="{FF2B5EF4-FFF2-40B4-BE49-F238E27FC236}">
                <a16:creationId xmlns:a16="http://schemas.microsoft.com/office/drawing/2014/main" id="{4292280F-FEB2-4464-E7AD-F4688F9C14A3}"/>
              </a:ext>
            </a:extLst>
          </p:cNvPr>
          <p:cNvSpPr>
            <a:spLocks noGrp="1"/>
          </p:cNvSpPr>
          <p:nvPr>
            <p:ph type="ctrTitle"/>
          </p:nvPr>
        </p:nvSpPr>
        <p:spPr bwMode="gray">
          <a:xfrm>
            <a:off x="471171" y="5186213"/>
            <a:ext cx="4446270" cy="895983"/>
          </a:xfrm>
          <a:prstGeom prst="rect">
            <a:avLst/>
          </a:prstGeom>
        </p:spPr>
        <p:txBody>
          <a:bodyPr anchor="b" anchorCtr="0">
            <a:noAutofit/>
          </a:bodyPr>
          <a:lstStyle>
            <a:lvl1pPr algn="l">
              <a:lnSpc>
                <a:spcPts val="3200"/>
              </a:lnSpc>
              <a:defRPr sz="3200" b="0">
                <a:solidFill>
                  <a:schemeClr val="accent3"/>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29" name="Text Placeholder 4">
            <a:extLst>
              <a:ext uri="{FF2B5EF4-FFF2-40B4-BE49-F238E27FC236}">
                <a16:creationId xmlns:a16="http://schemas.microsoft.com/office/drawing/2014/main" id="{C58BA776-2036-630A-E226-079B547EFCE9}"/>
              </a:ext>
            </a:extLst>
          </p:cNvPr>
          <p:cNvSpPr>
            <a:spLocks noGrp="1"/>
          </p:cNvSpPr>
          <p:nvPr>
            <p:ph type="body" sz="quarter" idx="10"/>
          </p:nvPr>
        </p:nvSpPr>
        <p:spPr>
          <a:xfrm>
            <a:off x="471171" y="6381750"/>
            <a:ext cx="4446270" cy="273050"/>
          </a:xfrm>
          <a:prstGeom prst="rect">
            <a:avLst/>
          </a:prstGeom>
        </p:spPr>
        <p:txBody>
          <a:bodyPr anchor="t" anchorCtr="0">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1176897773"/>
      </p:ext>
    </p:extLst>
  </p:cSld>
  <p:clrMapOvr>
    <a:masterClrMapping/>
  </p:clrMapOvr>
  <p:transition>
    <p:fade/>
  </p:transition>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4895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0070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608354714"/>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66048725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62119529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934693761"/>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12"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358326669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00877604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tx1"/>
        </a:solidFill>
        <a:effectLst/>
      </p:bgPr>
    </p:bg>
    <p:spTree>
      <p:nvGrpSpPr>
        <p:cNvPr id="1" name=""/>
        <p:cNvGrpSpPr/>
        <p:nvPr/>
      </p:nvGrpSpPr>
      <p:grpSpPr>
        <a:xfrm>
          <a:off x="0" y="0"/>
          <a:ext cx="0" cy="0"/>
          <a:chOff x="0" y="0"/>
          <a:chExt cx="0" cy="0"/>
        </a:xfrm>
      </p:grpSpPr>
      <p:sp>
        <p:nvSpPr>
          <p:cNvPr id="10" name="TextBox 9"/>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fr-FR" sz="650" noProof="0">
                <a:solidFill>
                  <a:schemeClr val="bg1"/>
                </a:solidFill>
              </a:rPr>
              <a:t>© 2020 Deloitte Touche Tohmatsu India LLP</a:t>
            </a:r>
          </a:p>
        </p:txBody>
      </p:sp>
      <p:sp>
        <p:nvSpPr>
          <p:cNvPr id="11" name="TextBox 10"/>
          <p:cNvSpPr txBox="1"/>
          <p:nvPr userDrawn="1"/>
        </p:nvSpPr>
        <p:spPr>
          <a:xfrm>
            <a:off x="11370308"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
        <p:nvSpPr>
          <p:cNvPr id="12" name="TextBox 11"/>
          <p:cNvSpPr txBox="1"/>
          <p:nvPr userDrawn="1"/>
        </p:nvSpPr>
        <p:spPr>
          <a:xfrm>
            <a:off x="5568513" y="6478972"/>
            <a:ext cx="5852160" cy="100027"/>
          </a:xfrm>
          <a:prstGeom prst="rect">
            <a:avLst/>
          </a:prstGeom>
          <a:noFill/>
        </p:spPr>
        <p:txBody>
          <a:bodyPr wrap="square" lIns="0" tIns="0" rIns="0" bIns="0" rtlCol="0">
            <a:spAutoFit/>
          </a:bodyPr>
          <a:lstStyle/>
          <a:p>
            <a:pPr algn="r" defTabSz="712592">
              <a:buSzPct val="100000"/>
              <a:buFont typeface="Arial"/>
              <a:buNone/>
            </a:pPr>
            <a:r>
              <a:rPr lang="en-US" sz="650">
                <a:solidFill>
                  <a:schemeClr val="bg1"/>
                </a:solidFill>
              </a:rPr>
              <a:t>Ministry of Steel| Development &amp; Implementation of Action Plan for  Indian Steel Sector in the wake of COVID</a:t>
            </a:r>
            <a:r>
              <a:rPr lang="en-US" sz="600">
                <a:solidFill>
                  <a:schemeClr val="bg1"/>
                </a:solidFill>
              </a:rPr>
              <a:t>| A Deloitte response to RFP</a:t>
            </a:r>
          </a:p>
        </p:txBody>
      </p:sp>
    </p:spTree>
    <p:extLst>
      <p:ext uri="{BB962C8B-B14F-4D97-AF65-F5344CB8AC3E}">
        <p14:creationId xmlns:p14="http://schemas.microsoft.com/office/powerpoint/2010/main" val="2665879457"/>
      </p:ext>
    </p:extLst>
  </p:cSld>
  <p:clrMapOvr>
    <a:masterClrMapping/>
  </p:clrMapOvr>
  <p:transition>
    <p:fade/>
  </p:transition>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28158583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9"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011802609"/>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269052477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221639224"/>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a:t>Click icon to add picture</a:t>
            </a:r>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252393748"/>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813210486"/>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399652962"/>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692983159"/>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1"/>
            <a:ext cx="11252200" cy="3928209"/>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468000" y="1659816"/>
            <a:ext cx="11252200" cy="357187"/>
          </a:xfrm>
        </p:spPr>
        <p:txBody>
          <a:bodyPr/>
          <a:lstStyle/>
          <a:p>
            <a:pPr lvl="0"/>
            <a:r>
              <a:rPr lang="en-US" noProof="0"/>
              <a:t>Click to 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751475958"/>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Click to 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9824116"/>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957759443"/>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773843252"/>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561120151"/>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a:t>Click to 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150586622"/>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US" noProof="0"/>
              <a:t>Click to 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US" noProof="0"/>
              <a:t>Click icon to add chart</a:t>
            </a:r>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US" noProof="0"/>
              <a:t>Click to edit Master text styles</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750312443"/>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665233385"/>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482363"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207211"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44787"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9069636"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79430932"/>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840780" y="1880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274428456"/>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78609" y="1700213"/>
            <a:ext cx="3639312" cy="2052830"/>
          </a:xfrm>
        </p:spPr>
        <p:txBody>
          <a:bodyPr/>
          <a:lstStyle/>
          <a:p>
            <a:r>
              <a:rPr lang="en-US" noProof="0"/>
              <a:t>Click icon to add picture</a:t>
            </a:r>
          </a:p>
        </p:txBody>
      </p:sp>
      <p:sp>
        <p:nvSpPr>
          <p:cNvPr id="5" name="Picture Placeholder 7"/>
          <p:cNvSpPr>
            <a:spLocks noGrp="1"/>
          </p:cNvSpPr>
          <p:nvPr>
            <p:ph type="pic" sz="quarter" idx="14"/>
          </p:nvPr>
        </p:nvSpPr>
        <p:spPr>
          <a:xfrm>
            <a:off x="8082784" y="1700213"/>
            <a:ext cx="3639316" cy="2059099"/>
          </a:xfrm>
        </p:spPr>
        <p:txBody>
          <a:bodyPr/>
          <a:lstStyle/>
          <a:p>
            <a:r>
              <a:rPr lang="en-US" noProof="0"/>
              <a:t>Click icon to add picture</a:t>
            </a:r>
          </a:p>
        </p:txBody>
      </p:sp>
      <p:sp>
        <p:nvSpPr>
          <p:cNvPr id="6" name="Picture Placeholder 7"/>
          <p:cNvSpPr>
            <a:spLocks noGrp="1"/>
          </p:cNvSpPr>
          <p:nvPr>
            <p:ph type="pic" sz="quarter" idx="15"/>
          </p:nvPr>
        </p:nvSpPr>
        <p:spPr>
          <a:xfrm>
            <a:off x="4284188" y="1700212"/>
            <a:ext cx="3636962" cy="2057767"/>
          </a:xfrm>
        </p:spPr>
        <p:txBody>
          <a:bodyPr/>
          <a:lstStyle/>
          <a:p>
            <a:r>
              <a:rPr lang="en-US" noProof="0"/>
              <a:t>Click icon to add picture</a:t>
            </a:r>
          </a:p>
        </p:txBody>
      </p:sp>
      <p:sp>
        <p:nvSpPr>
          <p:cNvPr id="9" name="Text Placeholder 18"/>
          <p:cNvSpPr>
            <a:spLocks noGrp="1"/>
          </p:cNvSpPr>
          <p:nvPr>
            <p:ph idx="1" hasCustomPrompt="1"/>
          </p:nvPr>
        </p:nvSpPr>
        <p:spPr>
          <a:xfrm>
            <a:off x="478609" y="3832225"/>
            <a:ext cx="3639312" cy="218144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566393126"/>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838910005"/>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14" name="Text Placeholder 8"/>
          <p:cNvSpPr>
            <a:spLocks noGrp="1"/>
          </p:cNvSpPr>
          <p:nvPr>
            <p:ph type="body" sz="quarter" idx="17"/>
          </p:nvPr>
        </p:nvSpPr>
        <p:spPr>
          <a:xfrm>
            <a:off x="469899"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p:cNvSpPr>
            <a:spLocks noGrp="1"/>
          </p:cNvSpPr>
          <p:nvPr>
            <p:ph type="body" sz="quarter" idx="21"/>
          </p:nvPr>
        </p:nvSpPr>
        <p:spPr>
          <a:xfrm>
            <a:off x="6177462"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9" name="Picture Placeholder 29"/>
          <p:cNvSpPr>
            <a:spLocks noGrp="1"/>
          </p:cNvSpPr>
          <p:nvPr>
            <p:ph type="pic" sz="quarter" idx="20" hasCustomPrompt="1"/>
          </p:nvPr>
        </p:nvSpPr>
        <p:spPr>
          <a:xfrm>
            <a:off x="10467635" y="1857892"/>
            <a:ext cx="1244161"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20" name="Picture Placeholder 29"/>
          <p:cNvSpPr>
            <a:spLocks noGrp="1"/>
          </p:cNvSpPr>
          <p:nvPr>
            <p:ph type="pic" sz="quarter" idx="19" hasCustomPrompt="1"/>
          </p:nvPr>
        </p:nvSpPr>
        <p:spPr>
          <a:xfrm>
            <a:off x="4734795" y="1863917"/>
            <a:ext cx="1244906"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Tree>
    <p:extLst>
      <p:ext uri="{BB962C8B-B14F-4D97-AF65-F5344CB8AC3E}">
        <p14:creationId xmlns:p14="http://schemas.microsoft.com/office/powerpoint/2010/main" val="887868573"/>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177462"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7" name="Picture Placeholder 29"/>
          <p:cNvSpPr>
            <a:spLocks noGrp="1"/>
          </p:cNvSpPr>
          <p:nvPr>
            <p:ph type="pic" sz="quarter" idx="20" hasCustomPrompt="1"/>
          </p:nvPr>
        </p:nvSpPr>
        <p:spPr>
          <a:xfrm>
            <a:off x="10467635" y="1857892"/>
            <a:ext cx="1244161"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0" name="Text Placeholder 8"/>
          <p:cNvSpPr>
            <a:spLocks noGrp="1"/>
          </p:cNvSpPr>
          <p:nvPr>
            <p:ph type="body" sz="quarter" idx="22"/>
          </p:nvPr>
        </p:nvSpPr>
        <p:spPr>
          <a:xfrm>
            <a:off x="469899"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177460"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14" name="Picture Placeholder 29"/>
          <p:cNvSpPr>
            <a:spLocks noGrp="1"/>
          </p:cNvSpPr>
          <p:nvPr>
            <p:ph type="pic" sz="quarter" idx="24" hasCustomPrompt="1"/>
          </p:nvPr>
        </p:nvSpPr>
        <p:spPr>
          <a:xfrm>
            <a:off x="4700436" y="4249683"/>
            <a:ext cx="127491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59036" y="4248209"/>
            <a:ext cx="1244160"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7" name="Picture Placeholder 29"/>
          <p:cNvSpPr>
            <a:spLocks noGrp="1"/>
          </p:cNvSpPr>
          <p:nvPr>
            <p:ph type="pic" sz="quarter" idx="19" hasCustomPrompt="1"/>
          </p:nvPr>
        </p:nvSpPr>
        <p:spPr>
          <a:xfrm>
            <a:off x="4734795" y="1863917"/>
            <a:ext cx="124490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685834784"/>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Text Placeholder 8"/>
          <p:cNvSpPr>
            <a:spLocks noGrp="1"/>
          </p:cNvSpPr>
          <p:nvPr>
            <p:ph type="body" sz="quarter" idx="17"/>
          </p:nvPr>
        </p:nvSpPr>
        <p:spPr>
          <a:xfrm>
            <a:off x="4278313" y="185144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0" y="185144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5" y="185144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049323370"/>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3" y="207172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userDrawn="1"/>
        </p:nvSpPr>
        <p:spPr>
          <a:xfrm>
            <a:off x="469900" y="207172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userDrawn="1"/>
        </p:nvSpPr>
        <p:spPr>
          <a:xfrm>
            <a:off x="8104176" y="207172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Text Placeholder 8"/>
          <p:cNvSpPr>
            <a:spLocks noGrp="1"/>
          </p:cNvSpPr>
          <p:nvPr>
            <p:ph type="body" sz="quarter" idx="17"/>
          </p:nvPr>
        </p:nvSpPr>
        <p:spPr>
          <a:xfrm>
            <a:off x="4278313" y="221720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0" y="221720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5" y="221720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381294773"/>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057562915"/>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14"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937416240"/>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42192426"/>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616838218"/>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211482"/>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2945"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Text Placeholder 5"/>
          <p:cNvSpPr>
            <a:spLocks noGrp="1"/>
          </p:cNvSpPr>
          <p:nvPr>
            <p:ph type="body" sz="quarter" idx="13" hasCustomPrompt="1"/>
          </p:nvPr>
        </p:nvSpPr>
        <p:spPr>
          <a:xfrm>
            <a:off x="469899" y="4211955"/>
            <a:ext cx="9720000" cy="2087245"/>
          </a:xfrm>
          <a:prstGeom prst="rect">
            <a:avLst/>
          </a:prstGeom>
        </p:spPr>
        <p:txBody>
          <a:bodyPr anchor="b" anchorCtr="0"/>
          <a:lstStyle>
            <a:lvl1pPr>
              <a:lnSpc>
                <a:spcPct val="100000"/>
              </a:lnSpc>
              <a:spcAft>
                <a:spcPts val="600"/>
              </a:spcAft>
              <a:defRPr sz="800"/>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©2020 Deloitte </a:t>
            </a:r>
            <a:r>
              <a:rPr lang="en-US" noProof="0" err="1"/>
              <a:t>Touche</a:t>
            </a:r>
            <a:r>
              <a:rPr lang="en-US" noProof="0"/>
              <a:t>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sp>
        <p:nvSpPr>
          <p:cNvPr id="17" name="Oval 5"/>
          <p:cNvSpPr>
            <a:spLocks noChangeArrowheads="1"/>
          </p:cNvSpPr>
          <p:nvPr userDrawn="1"/>
        </p:nvSpPr>
        <p:spPr bwMode="auto">
          <a:xfrm>
            <a:off x="2360691" y="726016"/>
            <a:ext cx="107209" cy="10614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469900" y="459691"/>
            <a:ext cx="304086" cy="366679"/>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19" name="Rectangle 7"/>
          <p:cNvSpPr>
            <a:spLocks noChangeArrowheads="1"/>
          </p:cNvSpPr>
          <p:nvPr userDrawn="1"/>
        </p:nvSpPr>
        <p:spPr bwMode="auto">
          <a:xfrm>
            <a:off x="1093666" y="457761"/>
            <a:ext cx="91615" cy="36861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1" name="Freeform 8"/>
          <p:cNvSpPr>
            <a:spLocks noEditPoints="1"/>
          </p:cNvSpPr>
          <p:nvPr userDrawn="1"/>
        </p:nvSpPr>
        <p:spPr bwMode="auto">
          <a:xfrm>
            <a:off x="1222318" y="548466"/>
            <a:ext cx="265101" cy="281764"/>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2" name="Rectangle 9"/>
          <p:cNvSpPr>
            <a:spLocks noChangeArrowheads="1"/>
          </p:cNvSpPr>
          <p:nvPr userDrawn="1"/>
        </p:nvSpPr>
        <p:spPr bwMode="auto">
          <a:xfrm>
            <a:off x="1524454" y="552326"/>
            <a:ext cx="91615" cy="274044"/>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3" name="Rectangle 10"/>
          <p:cNvSpPr>
            <a:spLocks noChangeArrowheads="1"/>
          </p:cNvSpPr>
          <p:nvPr userDrawn="1"/>
        </p:nvSpPr>
        <p:spPr bwMode="auto">
          <a:xfrm>
            <a:off x="1524454" y="457761"/>
            <a:ext cx="91615" cy="61757"/>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4" name="Freeform 11"/>
          <p:cNvSpPr>
            <a:spLocks/>
          </p:cNvSpPr>
          <p:nvPr userDrawn="1"/>
        </p:nvSpPr>
        <p:spPr bwMode="auto">
          <a:xfrm>
            <a:off x="1653106" y="465481"/>
            <a:ext cx="194927" cy="364750"/>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5" name="Freeform 12"/>
          <p:cNvSpPr>
            <a:spLocks/>
          </p:cNvSpPr>
          <p:nvPr userDrawn="1"/>
        </p:nvSpPr>
        <p:spPr bwMode="auto">
          <a:xfrm>
            <a:off x="1865577" y="465481"/>
            <a:ext cx="194927" cy="364750"/>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6" name="Freeform 13"/>
          <p:cNvSpPr>
            <a:spLocks noEditPoints="1"/>
          </p:cNvSpPr>
          <p:nvPr userDrawn="1"/>
        </p:nvSpPr>
        <p:spPr bwMode="auto">
          <a:xfrm>
            <a:off x="2079996" y="548466"/>
            <a:ext cx="259252" cy="281764"/>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7" name="Freeform 14"/>
          <p:cNvSpPr>
            <a:spLocks noEditPoints="1"/>
          </p:cNvSpPr>
          <p:nvPr userDrawn="1"/>
        </p:nvSpPr>
        <p:spPr bwMode="auto">
          <a:xfrm>
            <a:off x="801276" y="548466"/>
            <a:ext cx="257303" cy="281764"/>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Tree>
    <p:extLst>
      <p:ext uri="{BB962C8B-B14F-4D97-AF65-F5344CB8AC3E}">
        <p14:creationId xmlns:p14="http://schemas.microsoft.com/office/powerpoint/2010/main" val="181529934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2_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893581862"/>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3_Title Slide - Black">
    <p:bg bwMode="gray">
      <p:bgRef idx="1001">
        <a:schemeClr val="bg1"/>
      </p:bgRef>
    </p:bg>
    <p:spTree>
      <p:nvGrpSpPr>
        <p:cNvPr id="1" name=""/>
        <p:cNvGrpSpPr/>
        <p:nvPr/>
      </p:nvGrpSpPr>
      <p:grpSpPr>
        <a:xfrm>
          <a:off x="0" y="0"/>
          <a:ext cx="0" cy="0"/>
          <a:chOff x="0" y="0"/>
          <a:chExt cx="0" cy="0"/>
        </a:xfrm>
      </p:grpSpPr>
      <p:pic>
        <p:nvPicPr>
          <p:cNvPr id="3" name="Picture 2" descr="DD_RGB_white.png"/>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09728" y="65024"/>
            <a:ext cx="2872215" cy="750825"/>
          </a:xfrm>
          <a:prstGeom prst="rect">
            <a:avLst/>
          </a:prstGeom>
        </p:spPr>
      </p:pic>
    </p:spTree>
    <p:extLst>
      <p:ext uri="{BB962C8B-B14F-4D97-AF65-F5344CB8AC3E}">
        <p14:creationId xmlns:p14="http://schemas.microsoft.com/office/powerpoint/2010/main" val="108385507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4_Title Slide - Black">
    <p:bg bwMode="gray">
      <p:bgPr>
        <a:solidFill>
          <a:schemeClr val="bg1"/>
        </a:solidFill>
        <a:effectLst/>
      </p:bgPr>
    </p:bg>
    <p:spTree>
      <p:nvGrpSpPr>
        <p:cNvPr id="1" name=""/>
        <p:cNvGrpSpPr/>
        <p:nvPr/>
      </p:nvGrpSpPr>
      <p:grpSpPr>
        <a:xfrm>
          <a:off x="0" y="0"/>
          <a:ext cx="0" cy="0"/>
          <a:chOff x="0" y="0"/>
          <a:chExt cx="0" cy="0"/>
        </a:xfrm>
      </p:grpSpPr>
      <p:sp>
        <p:nvSpPr>
          <p:cNvPr id="19" name="TextBox 18"/>
          <p:cNvSpPr txBox="1"/>
          <p:nvPr userDrawn="1"/>
        </p:nvSpPr>
        <p:spPr>
          <a:xfrm>
            <a:off x="11410953" y="6685535"/>
            <a:ext cx="307975" cy="144000"/>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a:solidFill>
                <a:schemeClr val="tx1"/>
              </a:solidFill>
            </a:endParaRPr>
          </a:p>
        </p:txBody>
      </p:sp>
      <p:sp>
        <p:nvSpPr>
          <p:cNvPr id="20" name="TextBox 19"/>
          <p:cNvSpPr txBox="1"/>
          <p:nvPr userDrawn="1"/>
        </p:nvSpPr>
        <p:spPr>
          <a:xfrm>
            <a:off x="501649" y="6656039"/>
            <a:ext cx="5355168" cy="144000"/>
          </a:xfrm>
          <a:prstGeom prst="rect">
            <a:avLst/>
          </a:prstGeom>
          <a:noFill/>
        </p:spPr>
        <p:txBody>
          <a:bodyPr wrap="square" lIns="0" tIns="0" rIns="0" bIns="0" rtlCol="0">
            <a:noAutofit/>
          </a:bodyPr>
          <a:lstStyle/>
          <a:p>
            <a:pPr marL="0" indent="0">
              <a:spcBef>
                <a:spcPts val="882"/>
              </a:spcBef>
              <a:buSzPct val="100000"/>
              <a:buFont typeface="Arial"/>
              <a:buNone/>
            </a:pPr>
            <a:r>
              <a:rPr lang="fr-FR" sz="650" noProof="0">
                <a:solidFill>
                  <a:schemeClr val="tx1"/>
                </a:solidFill>
              </a:rPr>
              <a:t>© 2019 Deloitte Touche Tohmatsu India LLP, All rights reserved</a:t>
            </a:r>
          </a:p>
        </p:txBody>
      </p:sp>
      <p:sp>
        <p:nvSpPr>
          <p:cNvPr id="21" name="CaseCode"/>
          <p:cNvSpPr txBox="1"/>
          <p:nvPr userDrawn="1"/>
        </p:nvSpPr>
        <p:spPr>
          <a:xfrm>
            <a:off x="5737746" y="6678026"/>
            <a:ext cx="5760720" cy="100027"/>
          </a:xfrm>
          <a:prstGeom prst="rect">
            <a:avLst/>
          </a:prstGeom>
          <a:noFill/>
        </p:spPr>
        <p:txBody>
          <a:bodyPr wrap="square" lIns="0" tIns="0" rIns="0" bIns="0" rtlCol="0" anchor="ctr">
            <a:spAutoFit/>
          </a:bodyPr>
          <a:lstStyle/>
          <a:p>
            <a:pPr marL="0" indent="0" algn="r">
              <a:spcBef>
                <a:spcPts val="0"/>
              </a:spcBef>
              <a:buSzPct val="100000"/>
              <a:buFont typeface="Arial"/>
              <a:buNone/>
            </a:pPr>
            <a:r>
              <a:rPr kumimoji="0" lang="en-US" sz="650" b="0" i="0" u="none" strike="noStrike" kern="1200" cap="none" spc="0" normalizeH="0" baseline="0" noProof="0">
                <a:ln>
                  <a:noFill/>
                </a:ln>
                <a:solidFill>
                  <a:prstClr val="white"/>
                </a:solidFill>
                <a:effectLst/>
                <a:uLnTx/>
                <a:uFillTx/>
                <a:latin typeface="+mn-lt"/>
                <a:ea typeface="+mn-ea"/>
                <a:cs typeface="+mn-cs"/>
              </a:rPr>
              <a:t>Ministry of Steel| development &amp; Implementation of Action Plan for  Indian Steel Sector in the wake of COVID</a:t>
            </a:r>
            <a:r>
              <a:rPr kumimoji="0" lang="en-US" sz="600" b="0" i="0" u="none" strike="noStrike" kern="1200" cap="none" spc="0" normalizeH="0" baseline="0" noProof="0">
                <a:ln>
                  <a:noFill/>
                </a:ln>
                <a:solidFill>
                  <a:prstClr val="white"/>
                </a:solidFill>
                <a:effectLst/>
                <a:uLnTx/>
                <a:uFillTx/>
                <a:latin typeface="+mn-lt"/>
                <a:ea typeface="+mn-ea"/>
                <a:cs typeface="+mn-cs"/>
              </a:rPr>
              <a:t>| A Deloitte response to RFP</a:t>
            </a:r>
          </a:p>
        </p:txBody>
      </p:sp>
    </p:spTree>
    <p:extLst>
      <p:ext uri="{BB962C8B-B14F-4D97-AF65-F5344CB8AC3E}">
        <p14:creationId xmlns:p14="http://schemas.microsoft.com/office/powerpoint/2010/main" val="4774237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pic>
        <p:nvPicPr>
          <p:cNvPr id="17" name="Picture 16">
            <a:extLst>
              <a:ext uri="{FF2B5EF4-FFF2-40B4-BE49-F238E27FC236}">
                <a16:creationId xmlns:a16="http://schemas.microsoft.com/office/drawing/2014/main" id="{8EF67EFC-8552-46C4-BD18-DF8F4B80D2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52" y="-5886"/>
            <a:ext cx="12188848" cy="6858000"/>
          </a:xfrm>
          <a:prstGeom prst="rect">
            <a:avLst/>
          </a:prstGeom>
        </p:spPr>
      </p:pic>
      <p:grpSp>
        <p:nvGrpSpPr>
          <p:cNvPr id="18" name="Group 17"/>
          <p:cNvGrpSpPr>
            <a:grpSpLocks noChangeAspect="1"/>
          </p:cNvGrpSpPr>
          <p:nvPr userDrawn="1"/>
        </p:nvGrpSpPr>
        <p:grpSpPr>
          <a:xfrm>
            <a:off x="475325" y="457200"/>
            <a:ext cx="1998000" cy="374400"/>
            <a:chOff x="398463" y="404813"/>
            <a:chExt cx="1627187" cy="307976"/>
          </a:xfrm>
          <a:solidFill>
            <a:schemeClr val="tx1"/>
          </a:solidFill>
        </p:grpSpPr>
        <p:sp>
          <p:nvSpPr>
            <p:cNvPr id="3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791784674"/>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8"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759750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tx1"/>
        </a:solidFill>
        <a:effectLst/>
      </p:bgPr>
    </p:bg>
    <p:spTree>
      <p:nvGrpSpPr>
        <p:cNvPr id="1" name=""/>
        <p:cNvGrpSpPr/>
        <p:nvPr/>
      </p:nvGrpSpPr>
      <p:grpSpPr>
        <a:xfrm>
          <a:off x="0" y="0"/>
          <a:ext cx="0" cy="0"/>
          <a:chOff x="0" y="0"/>
          <a:chExt cx="0" cy="0"/>
        </a:xfrm>
      </p:grpSpPr>
      <p:sp>
        <p:nvSpPr>
          <p:cNvPr id="6" name="TextBox 5"/>
          <p:cNvSpPr txBox="1"/>
          <p:nvPr userDrawn="1"/>
        </p:nvSpPr>
        <p:spPr>
          <a:xfrm>
            <a:off x="11410953" y="6685535"/>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
        <p:nvSpPr>
          <p:cNvPr id="7" name="TextBox 6"/>
          <p:cNvSpPr txBox="1"/>
          <p:nvPr userDrawn="1"/>
        </p:nvSpPr>
        <p:spPr>
          <a:xfrm>
            <a:off x="501649" y="6656039"/>
            <a:ext cx="5355168" cy="144000"/>
          </a:xfrm>
          <a:prstGeom prst="rect">
            <a:avLst/>
          </a:prstGeom>
          <a:noFill/>
        </p:spPr>
        <p:txBody>
          <a:bodyPr wrap="square" lIns="0" tIns="0" rIns="0" bIns="0" rtlCol="0">
            <a:noAutofit/>
          </a:bodyPr>
          <a:lstStyle/>
          <a:p>
            <a:pPr marL="0" indent="0">
              <a:spcBef>
                <a:spcPts val="882"/>
              </a:spcBef>
              <a:buSzPct val="100000"/>
              <a:buFont typeface="Arial"/>
              <a:buNone/>
            </a:pPr>
            <a:r>
              <a:rPr lang="fr-FR" sz="650" noProof="0">
                <a:solidFill>
                  <a:schemeClr val="bg1"/>
                </a:solidFill>
              </a:rPr>
              <a:t>© 2019 Deloitte Touche Tohmatsu India LLP, All rights reserved</a:t>
            </a:r>
          </a:p>
        </p:txBody>
      </p:sp>
      <p:sp>
        <p:nvSpPr>
          <p:cNvPr id="8" name="CaseCode"/>
          <p:cNvSpPr txBox="1"/>
          <p:nvPr userDrawn="1"/>
        </p:nvSpPr>
        <p:spPr>
          <a:xfrm>
            <a:off x="5657063" y="6678025"/>
            <a:ext cx="5760720" cy="100027"/>
          </a:xfrm>
          <a:prstGeom prst="rect">
            <a:avLst/>
          </a:prstGeom>
          <a:noFill/>
        </p:spPr>
        <p:txBody>
          <a:bodyPr wrap="square" lIns="0" tIns="0" rIns="0" bIns="0" rtlCol="0" anchor="ctr">
            <a:spAutoFit/>
          </a:bodyPr>
          <a:lstStyle/>
          <a:p>
            <a:pPr marL="0" indent="0" algn="r">
              <a:spcBef>
                <a:spcPts val="0"/>
              </a:spcBef>
              <a:buSzPct val="100000"/>
              <a:buFont typeface="Arial"/>
              <a:buNone/>
            </a:pPr>
            <a:r>
              <a:rPr kumimoji="0" lang="en-US" sz="650" b="0" i="0" u="none" strike="noStrike" kern="1200" cap="none" spc="0" normalizeH="0" baseline="0" noProof="0">
                <a:ln>
                  <a:noFill/>
                </a:ln>
                <a:solidFill>
                  <a:prstClr val="white"/>
                </a:solidFill>
                <a:effectLst/>
                <a:uLnTx/>
                <a:uFillTx/>
                <a:latin typeface="+mn-lt"/>
                <a:ea typeface="+mn-ea"/>
                <a:cs typeface="+mn-cs"/>
              </a:rPr>
              <a:t>Ministry of Steel| development &amp; Implementation of Action Plan for  Indian Steel Sector in the wake of COVID</a:t>
            </a:r>
            <a:r>
              <a:rPr kumimoji="0" lang="en-US" sz="600" b="0" i="0" u="none" strike="noStrike" kern="1200" cap="none" spc="0" normalizeH="0" baseline="0" noProof="0">
                <a:ln>
                  <a:noFill/>
                </a:ln>
                <a:solidFill>
                  <a:prstClr val="white"/>
                </a:solidFill>
                <a:effectLst/>
                <a:uLnTx/>
                <a:uFillTx/>
                <a:latin typeface="+mn-lt"/>
                <a:ea typeface="+mn-ea"/>
                <a:cs typeface="+mn-cs"/>
              </a:rPr>
              <a:t>| A Deloitte response to RFP</a:t>
            </a:r>
            <a:endParaRPr lang="en-US" sz="726" b="1" noProof="0">
              <a:solidFill>
                <a:schemeClr val="bg1"/>
              </a:solidFill>
            </a:endParaRPr>
          </a:p>
        </p:txBody>
      </p:sp>
    </p:spTree>
    <p:extLst>
      <p:ext uri="{BB962C8B-B14F-4D97-AF65-F5344CB8AC3E}">
        <p14:creationId xmlns:p14="http://schemas.microsoft.com/office/powerpoint/2010/main" val="2808373787"/>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2_Contents with imag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spid="_x0000_s90113" name="think-cell Slide" r:id="rId5" imgW="530" imgH="531" progId="TCLayout.ActiveDocument.1">
                  <p:embed/>
                </p:oleObj>
              </mc:Choice>
              <mc:Fallback>
                <p:oleObj name="think-cell Slide" r:id="rId5" imgW="530" imgH="531" progId="TCLayout.ActiveDocument.1">
                  <p:embed/>
                  <p:pic>
                    <p:nvPicPr>
                      <p:cNvPr id="2" name="Object 1" hidden="1"/>
                      <p:cNvPicPr/>
                      <p:nvPr/>
                    </p:nvPicPr>
                    <p:blipFill>
                      <a:blip r:embed="rId6"/>
                      <a:stretch>
                        <a:fillRect/>
                      </a:stretch>
                    </p:blipFill>
                    <p:spPr>
                      <a:xfrm>
                        <a:off x="1955" y="1589"/>
                        <a:ext cx="1953" cy="1587"/>
                      </a:xfrm>
                      <a:prstGeom prst="rect">
                        <a:avLst/>
                      </a:prstGeom>
                    </p:spPr>
                  </p:pic>
                </p:oleObj>
              </mc:Fallback>
            </mc:AlternateContent>
          </a:graphicData>
        </a:graphic>
      </p:graphicFrame>
      <p:sp>
        <p:nvSpPr>
          <p:cNvPr id="3" name="Rectangle 2" hidden="1"/>
          <p:cNvSpPr/>
          <p:nvPr userDrawn="1">
            <p:custDataLst>
              <p:tags r:id="rId3"/>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462"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2" y="317501"/>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1" y="1665289"/>
            <a:ext cx="4456430" cy="4716463"/>
          </a:xfrm>
          <a:prstGeom prst="rect">
            <a:avLst/>
          </a:prstGeom>
        </p:spPr>
        <p:txBody>
          <a:bodyPr/>
          <a:lstStyle>
            <a:lvl1pPr>
              <a:tabLst>
                <a:tab pos="6705561" algn="r"/>
              </a:tabLst>
              <a:defRPr/>
            </a:lvl1pPr>
            <a:lvl2pPr>
              <a:tabLst>
                <a:tab pos="6705561" algn="r"/>
              </a:tabLst>
              <a:defRPr/>
            </a:lvl2pPr>
            <a:lvl3pPr>
              <a:tabLst>
                <a:tab pos="6705561" algn="r"/>
              </a:tabLst>
              <a:defRPr/>
            </a:lvl3pPr>
            <a:lvl4pPr>
              <a:tabLst>
                <a:tab pos="6705561" algn="r"/>
              </a:tabLst>
              <a:defRPr/>
            </a:lvl4pPr>
            <a:lvl5pPr>
              <a:tabLst>
                <a:tab pos="6705561"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25273300"/>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1137"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Text Placeholder 5"/>
          <p:cNvSpPr>
            <a:spLocks noGrp="1"/>
          </p:cNvSpPr>
          <p:nvPr>
            <p:ph type="body" sz="quarter" idx="13" hasCustomPrompt="1"/>
          </p:nvPr>
        </p:nvSpPr>
        <p:spPr>
          <a:xfrm>
            <a:off x="501652" y="4211955"/>
            <a:ext cx="10505983" cy="2169796"/>
          </a:xfrm>
          <a:prstGeom prst="rect">
            <a:avLst/>
          </a:prstGeom>
        </p:spPr>
        <p:txBody>
          <a:bodyPr anchor="b" anchorCtr="0"/>
          <a:lstStyle>
            <a:lvl1pPr>
              <a:lnSpc>
                <a:spcPct val="100000"/>
              </a:lnSpc>
              <a:spcAft>
                <a:spcPts val="554"/>
              </a:spcAft>
              <a:defRPr sz="900"/>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©2020 Deloitte </a:t>
            </a:r>
            <a:r>
              <a:rPr lang="en-US" noProof="0" err="1"/>
              <a:t>Touche</a:t>
            </a:r>
            <a:r>
              <a:rPr lang="en-US" noProof="0"/>
              <a:t>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sp>
        <p:nvSpPr>
          <p:cNvPr id="15" name="TextBox 14"/>
          <p:cNvSpPr txBox="1"/>
          <p:nvPr userDrawn="1"/>
        </p:nvSpPr>
        <p:spPr>
          <a:xfrm>
            <a:off x="501652" y="6520189"/>
            <a:ext cx="5355168" cy="138069"/>
          </a:xfrm>
          <a:prstGeom prst="rect">
            <a:avLst/>
          </a:prstGeom>
          <a:noFill/>
        </p:spPr>
        <p:txBody>
          <a:bodyPr wrap="square" lIns="0" tIns="0" rIns="0" bIns="0" rtlCol="0" anchor="b">
            <a:noAutofit/>
          </a:bodyPr>
          <a:lstStyle/>
          <a:p>
            <a:pPr marL="0" indent="0">
              <a:spcBef>
                <a:spcPts val="0"/>
              </a:spcBef>
              <a:spcAft>
                <a:spcPts val="277"/>
              </a:spcAft>
              <a:buSzPct val="100000"/>
              <a:buFont typeface="Arial"/>
              <a:buNone/>
            </a:pPr>
            <a:r>
              <a:rPr lang="fr-FR" sz="700" noProof="0">
                <a:solidFill>
                  <a:schemeClr val="tx1"/>
                </a:solidFill>
              </a:rPr>
              <a:t>© 2020</a:t>
            </a:r>
            <a:r>
              <a:rPr lang="fr-FR" sz="700" baseline="0" noProof="0">
                <a:solidFill>
                  <a:schemeClr val="tx1"/>
                </a:solidFill>
              </a:rPr>
              <a:t> </a:t>
            </a:r>
            <a:r>
              <a:rPr lang="fr-FR" sz="700" noProof="0">
                <a:solidFill>
                  <a:schemeClr val="tx1"/>
                </a:solidFill>
              </a:rPr>
              <a:t>Deloitte Touche Tohmatsu India LLP</a:t>
            </a:r>
          </a:p>
        </p:txBody>
      </p:sp>
      <p:grpSp>
        <p:nvGrpSpPr>
          <p:cNvPr id="20" name="Group 19"/>
          <p:cNvGrpSpPr/>
          <p:nvPr userDrawn="1"/>
        </p:nvGrpSpPr>
        <p:grpSpPr>
          <a:xfrm>
            <a:off x="503988" y="378000"/>
            <a:ext cx="2160000" cy="394886"/>
            <a:chOff x="398463" y="404813"/>
            <a:chExt cx="1627187" cy="307976"/>
          </a:xfrm>
          <a:solidFill>
            <a:schemeClr val="tx1"/>
          </a:solidFill>
        </p:grpSpPr>
        <p:sp>
          <p:nvSpPr>
            <p:cNvPr id="2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2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2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2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2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2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2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2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2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3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grpSp>
    </p:spTree>
    <p:extLst>
      <p:ext uri="{BB962C8B-B14F-4D97-AF65-F5344CB8AC3E}">
        <p14:creationId xmlns:p14="http://schemas.microsoft.com/office/powerpoint/2010/main" val="43111686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6_Title &amp; subtitl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spid="_x0000_s92161"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10"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spcAft>
                <a:spcPts val="0"/>
              </a:spcAft>
              <a:buNone/>
              <a:defRPr sz="1800"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sz="2000" b="1"/>
            </a:lvl1pPr>
          </a:lstStyle>
          <a:p>
            <a:r>
              <a:rPr lang="en-US" noProof="0"/>
              <a:t>Click to add title</a:t>
            </a:r>
          </a:p>
        </p:txBody>
      </p:sp>
      <p:sp>
        <p:nvSpPr>
          <p:cNvPr id="6" name="Text Placeholder 18"/>
          <p:cNvSpPr>
            <a:spLocks noGrp="1"/>
          </p:cNvSpPr>
          <p:nvPr>
            <p:ph idx="1"/>
          </p:nvPr>
        </p:nvSpPr>
        <p:spPr>
          <a:xfrm>
            <a:off x="501651" y="1400735"/>
            <a:ext cx="11188700" cy="497205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97436917"/>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137579931"/>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userDrawn="1">
  <p:cSld name="Divider - Deloitte dark blue">
    <p:bg bwMode="gray">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2" y="1705669"/>
            <a:ext cx="10540999" cy="1592404"/>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2" y="3429001"/>
            <a:ext cx="10540999" cy="1566532"/>
          </a:xfrm>
        </p:spPr>
        <p:txBody>
          <a:bodyPr lIns="0" tIns="0" rIns="0" bIns="0">
            <a:noAutofit/>
          </a:bodyPr>
          <a:lstStyle>
            <a:lvl1pPr marL="0" indent="0">
              <a:lnSpc>
                <a:spcPct val="95000"/>
              </a:lnSpc>
              <a:spcAft>
                <a:spcPts val="0"/>
              </a:spcAft>
              <a:buNone/>
              <a:defRPr sz="3537">
                <a:solidFill>
                  <a:schemeClr val="bg1"/>
                </a:solidFill>
              </a:defRPr>
            </a:lvl1pPr>
            <a:lvl2pPr marL="457231" indent="0">
              <a:buNone/>
              <a:defRPr sz="2000">
                <a:solidFill>
                  <a:schemeClr val="tx1">
                    <a:tint val="75000"/>
                  </a:schemeClr>
                </a:solidFill>
              </a:defRPr>
            </a:lvl2pPr>
            <a:lvl3pPr marL="914464" indent="0">
              <a:buNone/>
              <a:defRPr sz="1799">
                <a:solidFill>
                  <a:schemeClr val="tx1">
                    <a:tint val="75000"/>
                  </a:schemeClr>
                </a:solidFill>
              </a:defRPr>
            </a:lvl3pPr>
            <a:lvl4pPr marL="1371694" indent="0">
              <a:buNone/>
              <a:defRPr sz="1600">
                <a:solidFill>
                  <a:schemeClr val="tx1">
                    <a:tint val="75000"/>
                  </a:schemeClr>
                </a:solidFill>
              </a:defRPr>
            </a:lvl4pPr>
            <a:lvl5pPr marL="1828928" indent="0">
              <a:buNone/>
              <a:defRPr sz="1600">
                <a:solidFill>
                  <a:schemeClr val="tx1">
                    <a:tint val="75000"/>
                  </a:schemeClr>
                </a:solidFill>
              </a:defRPr>
            </a:lvl5pPr>
            <a:lvl6pPr marL="2286160" indent="0">
              <a:buNone/>
              <a:defRPr sz="1600">
                <a:solidFill>
                  <a:schemeClr val="tx1">
                    <a:tint val="75000"/>
                  </a:schemeClr>
                </a:solidFill>
              </a:defRPr>
            </a:lvl6pPr>
            <a:lvl7pPr marL="2743390" indent="0">
              <a:buNone/>
              <a:defRPr sz="1600">
                <a:solidFill>
                  <a:schemeClr val="tx1">
                    <a:tint val="75000"/>
                  </a:schemeClr>
                </a:solidFill>
              </a:defRPr>
            </a:lvl7pPr>
            <a:lvl8pPr marL="3200623" indent="0">
              <a:buNone/>
              <a:defRPr sz="1600">
                <a:solidFill>
                  <a:schemeClr val="tx1">
                    <a:tint val="75000"/>
                  </a:schemeClr>
                </a:solidFill>
              </a:defRPr>
            </a:lvl8pPr>
            <a:lvl9pPr marL="3657855" indent="0">
              <a:buNone/>
              <a:defRPr sz="1600">
                <a:solidFill>
                  <a:schemeClr val="tx1">
                    <a:tint val="75000"/>
                  </a:schemeClr>
                </a:solidFill>
              </a:defRPr>
            </a:lvl9pPr>
          </a:lstStyle>
          <a:p>
            <a:pPr lvl="0"/>
            <a:r>
              <a:rPr lang="en-US" noProof="0"/>
              <a:t>Click to edit Master text styles</a:t>
            </a:r>
          </a:p>
        </p:txBody>
      </p:sp>
      <p:sp>
        <p:nvSpPr>
          <p:cNvPr id="5" name="TextBox 4"/>
          <p:cNvSpPr txBox="1"/>
          <p:nvPr userDrawn="1"/>
        </p:nvSpPr>
        <p:spPr>
          <a:xfrm>
            <a:off x="11382378" y="6477002"/>
            <a:ext cx="307974" cy="100027"/>
          </a:xfrm>
          <a:prstGeom prst="rect">
            <a:avLst/>
          </a:prstGeom>
          <a:noFill/>
        </p:spPr>
        <p:txBody>
          <a:bodyPr wrap="square" lIns="0" tIns="0" rIns="0" bIns="0" rtlCol="0">
            <a:noAutofit/>
          </a:bodyPr>
          <a:lstStyle/>
          <a:p>
            <a:pPr marL="0" indent="0" algn="r">
              <a:spcBef>
                <a:spcPts val="599"/>
              </a:spcBef>
              <a:buSzPct val="100000"/>
              <a:buFont typeface="Arial"/>
              <a:buNone/>
            </a:pPr>
            <a:fld id="{C58DF478-B544-4ED8-9ED4-6A2648E2D233}" type="slidenum">
              <a:rPr lang="en-US" sz="900" noProof="0" smtClean="0">
                <a:solidFill>
                  <a:schemeClr val="bg1"/>
                </a:solidFill>
              </a:rPr>
              <a:pPr marL="0" indent="0" algn="r">
                <a:spcBef>
                  <a:spcPts val="599"/>
                </a:spcBef>
                <a:buSzPct val="100000"/>
                <a:buFont typeface="Arial"/>
                <a:buNone/>
              </a:pPr>
              <a:t>‹#›</a:t>
            </a:fld>
            <a:endParaRPr lang="en-US" sz="900" noProof="0">
              <a:solidFill>
                <a:schemeClr val="bg1"/>
              </a:solidFill>
            </a:endParaRPr>
          </a:p>
        </p:txBody>
      </p:sp>
      <p:sp>
        <p:nvSpPr>
          <p:cNvPr id="8" name="Copyright">
            <a:extLst>
              <a:ext uri="{FF2B5EF4-FFF2-40B4-BE49-F238E27FC236}">
                <a16:creationId xmlns:a16="http://schemas.microsoft.com/office/drawing/2014/main" id="{CA24B28E-5B13-4779-8D72-C52A20B99FE7}"/>
              </a:ext>
            </a:extLst>
          </p:cNvPr>
          <p:cNvSpPr txBox="1"/>
          <p:nvPr userDrawn="1"/>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bg1"/>
                </a:solidFill>
                <a:latin typeface="Calibri" panose="020F0502020204030204" pitchFamily="34" charset="0"/>
                <a:cs typeface="Calibri" panose="020F0502020204030204" pitchFamily="34" charset="0"/>
              </a:rPr>
              <a:t>© 2020 Deloitte Touche Tohmatsu India LLP. </a:t>
            </a:r>
          </a:p>
        </p:txBody>
      </p:sp>
    </p:spTree>
    <p:extLst>
      <p:ext uri="{BB962C8B-B14F-4D97-AF65-F5344CB8AC3E}">
        <p14:creationId xmlns:p14="http://schemas.microsoft.com/office/powerpoint/2010/main" val="1866759593"/>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Title &amp; subtitle - Black">
    <p:bg>
      <p:bgRef idx="1001">
        <a:schemeClr val="bg1"/>
      </p:bgRef>
    </p:bg>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1800" b="0">
                <a:solidFill>
                  <a:srgbClr val="BBBCBC"/>
                </a:solidFill>
              </a:defRPr>
            </a:lvl1pPr>
          </a:lstStyle>
          <a:p>
            <a:pPr lvl="0"/>
            <a:r>
              <a:rPr lang="en-US"/>
              <a:t>Click to add subtitle</a:t>
            </a:r>
          </a:p>
        </p:txBody>
      </p:sp>
      <p:sp>
        <p:nvSpPr>
          <p:cNvPr id="11" name="Title Placeholder 1"/>
          <p:cNvSpPr>
            <a:spLocks noGrp="1"/>
          </p:cNvSpPr>
          <p:nvPr>
            <p:ph type="title" hasCustomPrompt="1"/>
          </p:nvPr>
        </p:nvSpPr>
        <p:spPr>
          <a:xfrm>
            <a:off x="528000" y="295683"/>
            <a:ext cx="11136000" cy="355917"/>
          </a:xfrm>
          <a:prstGeom prst="rect">
            <a:avLst/>
          </a:prstGeom>
        </p:spPr>
        <p:txBody>
          <a:bodyPr vert="horz" lIns="0" tIns="0" rIns="0" bIns="0" rtlCol="0" anchor="t" anchorCtr="0">
            <a:noAutofit/>
          </a:bodyPr>
          <a:lstStyle>
            <a:lvl1pPr>
              <a:defRPr>
                <a:solidFill>
                  <a:schemeClr val="tx1"/>
                </a:solidFill>
              </a:defRPr>
            </a:lvl1pPr>
          </a:lstStyle>
          <a:p>
            <a:r>
              <a:rPr lang="en-US"/>
              <a:t>Click to add title</a:t>
            </a:r>
          </a:p>
        </p:txBody>
      </p:sp>
      <p:sp>
        <p:nvSpPr>
          <p:cNvPr id="4" name="TextBox 3"/>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a:solidFill>
                <a:schemeClr val="tx1"/>
              </a:solidFill>
            </a:endParaRPr>
          </a:p>
        </p:txBody>
      </p:sp>
    </p:spTree>
    <p:extLst>
      <p:ext uri="{BB962C8B-B14F-4D97-AF65-F5344CB8AC3E}">
        <p14:creationId xmlns:p14="http://schemas.microsoft.com/office/powerpoint/2010/main" val="419463427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2_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6257" name="think-cell Slide" r:id="rId5" imgW="442" imgH="442" progId="TCLayout.ActiveDocument.1">
                  <p:embed/>
                </p:oleObj>
              </mc:Choice>
              <mc:Fallback>
                <p:oleObj name="think-cell Slide" r:id="rId5" imgW="442" imgH="442"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0" y="0"/>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marL="0" lvl="0" indent="0" algn="ctr" eaLnBrk="1">
              <a:lnSpc>
                <a:spcPct val="100000"/>
              </a:lnSpc>
              <a:spcBef>
                <a:spcPct val="0"/>
              </a:spcBef>
              <a:spcAft>
                <a:spcPct val="0"/>
              </a:spcAft>
              <a:buFont typeface="Wingdings 2" pitchFamily="18" charset="2"/>
              <a:buNone/>
            </a:pPr>
            <a:endParaRPr lang="en-IN"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IN"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IN" noProof="0"/>
              <a:t>Click to edit Master title style</a:t>
            </a:r>
          </a:p>
        </p:txBody>
      </p:sp>
    </p:spTree>
    <p:extLst>
      <p:ext uri="{BB962C8B-B14F-4D97-AF65-F5344CB8AC3E}">
        <p14:creationId xmlns:p14="http://schemas.microsoft.com/office/powerpoint/2010/main" val="3220250834"/>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1" y="5864230"/>
            <a:ext cx="5592011" cy="505645"/>
          </a:xfrm>
          <a:prstGeom prst="rect">
            <a:avLst/>
          </a:prstGeom>
        </p:spPr>
        <p:txBody>
          <a:bodyPr lIns="0" tIns="0" rIns="0" bIns="0" anchor="b" anchorCtr="0">
            <a:noAutofit/>
          </a:bodyPr>
          <a:lstStyle>
            <a:lvl1pPr marL="0" indent="0" algn="l">
              <a:lnSpc>
                <a:spcPct val="100000"/>
              </a:lnSpc>
              <a:spcAft>
                <a:spcPts val="0"/>
              </a:spcAft>
              <a:buNone/>
              <a:defRPr sz="1698" b="1">
                <a:solidFill>
                  <a:schemeClr val="bg1"/>
                </a:solidFill>
              </a:defRPr>
            </a:lvl1pPr>
            <a:lvl2pPr marL="0" marR="0" indent="0" algn="l" defTabSz="862686" rtl="0" eaLnBrk="1" fontAlgn="auto" latinLnBrk="0" hangingPunct="1">
              <a:lnSpc>
                <a:spcPct val="100000"/>
              </a:lnSpc>
              <a:spcBef>
                <a:spcPts val="0"/>
              </a:spcBef>
              <a:spcAft>
                <a:spcPts val="0"/>
              </a:spcAft>
              <a:buClrTx/>
              <a:buSzPct val="100000"/>
              <a:buFont typeface="Arial"/>
              <a:buNone/>
              <a:tabLst/>
              <a:defRPr sz="1509" b="0">
                <a:solidFill>
                  <a:schemeClr val="bg1"/>
                </a:solidFill>
              </a:defRPr>
            </a:lvl2pPr>
            <a:lvl3pPr marL="0" indent="0" algn="l">
              <a:spcAft>
                <a:spcPts val="0"/>
              </a:spcAft>
              <a:buNone/>
              <a:defRPr sz="1509">
                <a:solidFill>
                  <a:schemeClr val="bg1"/>
                </a:solidFill>
              </a:defRPr>
            </a:lvl3pPr>
            <a:lvl4pPr marL="1294029" indent="0" algn="ctr">
              <a:buNone/>
              <a:defRPr sz="1509"/>
            </a:lvl4pPr>
            <a:lvl5pPr marL="1725373" indent="0" algn="ctr">
              <a:buNone/>
              <a:defRPr sz="1509"/>
            </a:lvl5pPr>
            <a:lvl6pPr marL="2156716" indent="0" algn="ctr">
              <a:buNone/>
              <a:defRPr sz="1509"/>
            </a:lvl6pPr>
            <a:lvl7pPr marL="2588059" indent="0" algn="ctr">
              <a:buNone/>
              <a:defRPr sz="1509"/>
            </a:lvl7pPr>
            <a:lvl8pPr marL="3019403" indent="0" algn="ctr">
              <a:buNone/>
              <a:defRPr sz="1509"/>
            </a:lvl8pPr>
            <a:lvl9pPr marL="3450746" indent="0" algn="ctr">
              <a:buNone/>
              <a:defRPr sz="1509"/>
            </a:lvl9pPr>
          </a:lstStyle>
          <a:p>
            <a:r>
              <a:rPr lang="en-US" noProof="0"/>
              <a:t>Click to edit Master title style</a:t>
            </a:r>
          </a:p>
          <a:p>
            <a:pPr marL="0" marR="0" lvl="1" indent="0" algn="l" defTabSz="862686"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944">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49" y="378001"/>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grpSp>
    </p:spTree>
    <p:extLst>
      <p:ext uri="{BB962C8B-B14F-4D97-AF65-F5344CB8AC3E}">
        <p14:creationId xmlns:p14="http://schemas.microsoft.com/office/powerpoint/2010/main" val="349631755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30"/>
            <a:ext cx="5594348" cy="505645"/>
          </a:xfrm>
          <a:prstGeom prst="rect">
            <a:avLst/>
          </a:prstGeom>
        </p:spPr>
        <p:txBody>
          <a:bodyPr lIns="0" tIns="0" rIns="0" bIns="0" anchor="b" anchorCtr="0">
            <a:noAutofit/>
          </a:bodyPr>
          <a:lstStyle>
            <a:lvl1pPr marL="0" indent="0" algn="l">
              <a:lnSpc>
                <a:spcPct val="100000"/>
              </a:lnSpc>
              <a:spcAft>
                <a:spcPts val="0"/>
              </a:spcAft>
              <a:buNone/>
              <a:defRPr sz="1698" b="1">
                <a:solidFill>
                  <a:schemeClr val="tx1"/>
                </a:solidFill>
              </a:defRPr>
            </a:lvl1pPr>
            <a:lvl2pPr marL="0" indent="0" algn="l">
              <a:buNone/>
              <a:defRPr sz="1509" b="0"/>
            </a:lvl2pPr>
            <a:lvl3pPr marL="862686" indent="0" algn="ctr">
              <a:buNone/>
              <a:defRPr sz="1698"/>
            </a:lvl3pPr>
            <a:lvl4pPr marL="1294029" indent="0" algn="ctr">
              <a:buNone/>
              <a:defRPr sz="1509"/>
            </a:lvl4pPr>
            <a:lvl5pPr marL="1725373" indent="0" algn="ctr">
              <a:buNone/>
              <a:defRPr sz="1509"/>
            </a:lvl5pPr>
            <a:lvl6pPr marL="2156716" indent="0" algn="ctr">
              <a:buNone/>
              <a:defRPr sz="1509"/>
            </a:lvl6pPr>
            <a:lvl7pPr marL="2588059" indent="0" algn="ctr">
              <a:buNone/>
              <a:defRPr sz="1509"/>
            </a:lvl7pPr>
            <a:lvl8pPr marL="3019403" indent="0" algn="ctr">
              <a:buNone/>
              <a:defRPr sz="1509"/>
            </a:lvl8pPr>
            <a:lvl9pPr marL="3450746" indent="0" algn="ctr">
              <a:buNone/>
              <a:defRPr sz="1509"/>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944">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p:nvPr userDrawn="1"/>
        </p:nvGrpSpPr>
        <p:grpSpPr>
          <a:xfrm>
            <a:off x="501649" y="378001"/>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grpSp>
    </p:spTree>
    <p:extLst>
      <p:ext uri="{BB962C8B-B14F-4D97-AF65-F5344CB8AC3E}">
        <p14:creationId xmlns:p14="http://schemas.microsoft.com/office/powerpoint/2010/main" val="971888155"/>
      </p:ext>
    </p:extLst>
  </p:cSld>
  <p:clrMapOvr>
    <a:masterClrMapping/>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3963"/>
              </a:lnSpc>
              <a:defRPr sz="3396"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1" y="5864230"/>
            <a:ext cx="5592011" cy="505645"/>
          </a:xfrm>
          <a:prstGeom prst="rect">
            <a:avLst/>
          </a:prstGeom>
        </p:spPr>
        <p:txBody>
          <a:bodyPr lIns="0" tIns="0" rIns="0" bIns="0" anchor="b" anchorCtr="0">
            <a:noAutofit/>
          </a:bodyPr>
          <a:lstStyle>
            <a:lvl1pPr marL="0" indent="0" algn="l">
              <a:lnSpc>
                <a:spcPct val="100000"/>
              </a:lnSpc>
              <a:spcAft>
                <a:spcPts val="0"/>
              </a:spcAft>
              <a:buNone/>
              <a:defRPr sz="1509">
                <a:solidFill>
                  <a:schemeClr val="bg1"/>
                </a:solidFill>
              </a:defRPr>
            </a:lvl1pPr>
            <a:lvl2pPr marL="431343" indent="0" algn="ctr">
              <a:buNone/>
              <a:defRPr sz="1887"/>
            </a:lvl2pPr>
            <a:lvl3pPr marL="862686" indent="0" algn="ctr">
              <a:buNone/>
              <a:defRPr sz="1698"/>
            </a:lvl3pPr>
            <a:lvl4pPr marL="1294029" indent="0" algn="ctr">
              <a:buNone/>
              <a:defRPr sz="1509"/>
            </a:lvl4pPr>
            <a:lvl5pPr marL="1725373" indent="0" algn="ctr">
              <a:buNone/>
              <a:defRPr sz="1509"/>
            </a:lvl5pPr>
            <a:lvl6pPr marL="2156716" indent="0" algn="ctr">
              <a:buNone/>
              <a:defRPr sz="1509"/>
            </a:lvl6pPr>
            <a:lvl7pPr marL="2588059" indent="0" algn="ctr">
              <a:buNone/>
              <a:defRPr sz="1509"/>
            </a:lvl7pPr>
            <a:lvl8pPr marL="3019403" indent="0" algn="ctr">
              <a:buNone/>
              <a:defRPr sz="1509"/>
            </a:lvl8pPr>
            <a:lvl9pPr marL="3450746" indent="0" algn="ctr">
              <a:buNone/>
              <a:defRPr sz="1509"/>
            </a:lvl9pPr>
          </a:lstStyle>
          <a:p>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944">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49" y="378001"/>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grpSp>
    </p:spTree>
    <p:extLst>
      <p:ext uri="{BB962C8B-B14F-4D97-AF65-F5344CB8AC3E}">
        <p14:creationId xmlns:p14="http://schemas.microsoft.com/office/powerpoint/2010/main" val="29759563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3963"/>
              </a:lnSpc>
              <a:defRPr sz="3396"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30"/>
            <a:ext cx="5594348" cy="505645"/>
          </a:xfrm>
          <a:prstGeom prst="rect">
            <a:avLst/>
          </a:prstGeom>
        </p:spPr>
        <p:txBody>
          <a:bodyPr lIns="0" tIns="0" rIns="0" bIns="0" anchor="b" anchorCtr="0">
            <a:noAutofit/>
          </a:bodyPr>
          <a:lstStyle>
            <a:lvl1pPr marL="0" indent="0" algn="l">
              <a:lnSpc>
                <a:spcPct val="100000"/>
              </a:lnSpc>
              <a:spcAft>
                <a:spcPts val="0"/>
              </a:spcAft>
              <a:buNone/>
              <a:defRPr sz="1509">
                <a:solidFill>
                  <a:schemeClr val="tx1"/>
                </a:solidFill>
              </a:defRPr>
            </a:lvl1pPr>
            <a:lvl2pPr marL="431343" indent="0" algn="ctr">
              <a:buNone/>
              <a:defRPr sz="1887"/>
            </a:lvl2pPr>
            <a:lvl3pPr marL="862686" indent="0" algn="ctr">
              <a:buNone/>
              <a:defRPr sz="1698"/>
            </a:lvl3pPr>
            <a:lvl4pPr marL="1294029" indent="0" algn="ctr">
              <a:buNone/>
              <a:defRPr sz="1509"/>
            </a:lvl4pPr>
            <a:lvl5pPr marL="1725373" indent="0" algn="ctr">
              <a:buNone/>
              <a:defRPr sz="1509"/>
            </a:lvl5pPr>
            <a:lvl6pPr marL="2156716" indent="0" algn="ctr">
              <a:buNone/>
              <a:defRPr sz="1509"/>
            </a:lvl6pPr>
            <a:lvl7pPr marL="2588059" indent="0" algn="ctr">
              <a:buNone/>
              <a:defRPr sz="1509"/>
            </a:lvl7pPr>
            <a:lvl8pPr marL="3019403" indent="0" algn="ctr">
              <a:buNone/>
              <a:defRPr sz="1509"/>
            </a:lvl8pPr>
            <a:lvl9pPr marL="3450746" indent="0" algn="ctr">
              <a:buNone/>
              <a:defRPr sz="1509"/>
            </a:lvl9pPr>
          </a:lstStyle>
          <a:p>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944">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userDrawn="1"/>
        </p:nvGrpSpPr>
        <p:grpSpPr>
          <a:xfrm>
            <a:off x="501649" y="378001"/>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a:solidFill>
                  <a:schemeClr val="bg1"/>
                </a:solidFill>
              </a:endParaRPr>
            </a:p>
          </p:txBody>
        </p:sp>
      </p:grpSp>
    </p:spTree>
    <p:extLst>
      <p:ext uri="{BB962C8B-B14F-4D97-AF65-F5344CB8AC3E}">
        <p14:creationId xmlns:p14="http://schemas.microsoft.com/office/powerpoint/2010/main" val="1217274893"/>
      </p:ext>
    </p:extLst>
  </p:cSld>
  <p:clrMapOvr>
    <a:masterClrMapping/>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1"/>
            <a:ext cx="10541000" cy="1592403"/>
          </a:xfrm>
        </p:spPr>
        <p:txBody>
          <a:bodyPr anchor="b"/>
          <a:lstStyle>
            <a:lvl1pPr>
              <a:lnSpc>
                <a:spcPct val="95000"/>
              </a:lnSpc>
              <a:defRPr sz="3336"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336">
                <a:solidFill>
                  <a:schemeClr val="bg1"/>
                </a:solidFill>
              </a:defRPr>
            </a:lvl1pPr>
            <a:lvl2pPr marL="431343" indent="0">
              <a:buNone/>
              <a:defRPr sz="1887">
                <a:solidFill>
                  <a:schemeClr val="tx1">
                    <a:tint val="75000"/>
                  </a:schemeClr>
                </a:solidFill>
              </a:defRPr>
            </a:lvl2pPr>
            <a:lvl3pPr marL="862686" indent="0">
              <a:buNone/>
              <a:defRPr sz="1698">
                <a:solidFill>
                  <a:schemeClr val="tx1">
                    <a:tint val="75000"/>
                  </a:schemeClr>
                </a:solidFill>
              </a:defRPr>
            </a:lvl3pPr>
            <a:lvl4pPr marL="1294029" indent="0">
              <a:buNone/>
              <a:defRPr sz="1509">
                <a:solidFill>
                  <a:schemeClr val="tx1">
                    <a:tint val="75000"/>
                  </a:schemeClr>
                </a:solidFill>
              </a:defRPr>
            </a:lvl4pPr>
            <a:lvl5pPr marL="1725373" indent="0">
              <a:buNone/>
              <a:defRPr sz="1509">
                <a:solidFill>
                  <a:schemeClr val="tx1">
                    <a:tint val="75000"/>
                  </a:schemeClr>
                </a:solidFill>
              </a:defRPr>
            </a:lvl5pPr>
            <a:lvl6pPr marL="2156716" indent="0">
              <a:buNone/>
              <a:defRPr sz="1509">
                <a:solidFill>
                  <a:schemeClr val="tx1">
                    <a:tint val="75000"/>
                  </a:schemeClr>
                </a:solidFill>
              </a:defRPr>
            </a:lvl6pPr>
            <a:lvl7pPr marL="2588059" indent="0">
              <a:buNone/>
              <a:defRPr sz="1509">
                <a:solidFill>
                  <a:schemeClr val="tx1">
                    <a:tint val="75000"/>
                  </a:schemeClr>
                </a:solidFill>
              </a:defRPr>
            </a:lvl7pPr>
            <a:lvl8pPr marL="3019403" indent="0">
              <a:buNone/>
              <a:defRPr sz="1509">
                <a:solidFill>
                  <a:schemeClr val="tx1">
                    <a:tint val="75000"/>
                  </a:schemeClr>
                </a:solidFill>
              </a:defRPr>
            </a:lvl8pPr>
            <a:lvl9pPr marL="3450746" indent="0">
              <a:buNone/>
              <a:defRPr sz="1509">
                <a:solidFill>
                  <a:schemeClr val="tx1">
                    <a:tint val="75000"/>
                  </a:schemeClr>
                </a:solidFill>
              </a:defRPr>
            </a:lvl9pPr>
          </a:lstStyle>
          <a:p>
            <a:pPr lvl="0"/>
            <a:r>
              <a:rPr lang="en-US" noProof="0"/>
              <a:t>Click to edit Master text styles</a:t>
            </a:r>
          </a:p>
        </p:txBody>
      </p:sp>
      <p:sp>
        <p:nvSpPr>
          <p:cNvPr id="5" name="TextBox 4"/>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a:solidFill>
                  <a:schemeClr val="bg1"/>
                </a:solidFill>
              </a:rPr>
              <a:t>Presentation title</a:t>
            </a:r>
            <a:br>
              <a:rPr lang="en-US" sz="613" noProof="0">
                <a:solidFill>
                  <a:schemeClr val="bg1"/>
                </a:solidFill>
              </a:rPr>
            </a:br>
            <a:r>
              <a:rPr lang="en-US" sz="613" noProof="0">
                <a:solidFill>
                  <a:schemeClr val="bg1"/>
                </a:solidFill>
              </a:rPr>
              <a:t>[To edit, click View &gt; Slide Master &gt; Slide Master]</a:t>
            </a:r>
          </a:p>
        </p:txBody>
      </p:sp>
      <p:sp>
        <p:nvSpPr>
          <p:cNvPr id="7" name="TextBox 6"/>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a:solidFill>
                  <a:schemeClr val="bg1"/>
                </a:solidFill>
              </a:rPr>
              <a:t>©2016 Deloitte Shared Services India LLP</a:t>
            </a:r>
            <a:endParaRPr lang="fr-FR" sz="613" noProof="0">
              <a:solidFill>
                <a:schemeClr val="bg1"/>
              </a:solidFill>
            </a:endParaRPr>
          </a:p>
        </p:txBody>
      </p:sp>
      <p:sp>
        <p:nvSpPr>
          <p:cNvPr id="8" name="TextBox 7"/>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a:solidFill>
                <a:schemeClr val="bg1"/>
              </a:solidFill>
            </a:endParaRPr>
          </a:p>
        </p:txBody>
      </p:sp>
    </p:spTree>
    <p:extLst>
      <p:ext uri="{BB962C8B-B14F-4D97-AF65-F5344CB8AC3E}">
        <p14:creationId xmlns:p14="http://schemas.microsoft.com/office/powerpoint/2010/main" val="1518182902"/>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1"/>
            <a:ext cx="10541000" cy="1592403"/>
          </a:xfrm>
        </p:spPr>
        <p:txBody>
          <a:bodyPr anchor="b"/>
          <a:lstStyle>
            <a:lvl1pPr>
              <a:lnSpc>
                <a:spcPct val="95000"/>
              </a:lnSpc>
              <a:defRPr sz="3336"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1"/>
            <a:ext cx="10544067" cy="1566532"/>
          </a:xfrm>
        </p:spPr>
        <p:txBody>
          <a:bodyPr lIns="0" tIns="0" rIns="0" bIns="0">
            <a:noAutofit/>
          </a:bodyPr>
          <a:lstStyle>
            <a:lvl1pPr marL="0" indent="0">
              <a:lnSpc>
                <a:spcPct val="95000"/>
              </a:lnSpc>
              <a:spcAft>
                <a:spcPts val="0"/>
              </a:spcAft>
              <a:buNone/>
              <a:defRPr sz="3336">
                <a:solidFill>
                  <a:schemeClr val="bg1"/>
                </a:solidFill>
              </a:defRPr>
            </a:lvl1pPr>
            <a:lvl2pPr marL="431343" indent="0">
              <a:buNone/>
              <a:defRPr sz="1887">
                <a:solidFill>
                  <a:schemeClr val="tx1">
                    <a:tint val="75000"/>
                  </a:schemeClr>
                </a:solidFill>
              </a:defRPr>
            </a:lvl2pPr>
            <a:lvl3pPr marL="862686" indent="0">
              <a:buNone/>
              <a:defRPr sz="1698">
                <a:solidFill>
                  <a:schemeClr val="tx1">
                    <a:tint val="75000"/>
                  </a:schemeClr>
                </a:solidFill>
              </a:defRPr>
            </a:lvl3pPr>
            <a:lvl4pPr marL="1294029" indent="0">
              <a:buNone/>
              <a:defRPr sz="1509">
                <a:solidFill>
                  <a:schemeClr val="tx1">
                    <a:tint val="75000"/>
                  </a:schemeClr>
                </a:solidFill>
              </a:defRPr>
            </a:lvl4pPr>
            <a:lvl5pPr marL="1725373" indent="0">
              <a:buNone/>
              <a:defRPr sz="1509">
                <a:solidFill>
                  <a:schemeClr val="tx1">
                    <a:tint val="75000"/>
                  </a:schemeClr>
                </a:solidFill>
              </a:defRPr>
            </a:lvl5pPr>
            <a:lvl6pPr marL="2156716" indent="0">
              <a:buNone/>
              <a:defRPr sz="1509">
                <a:solidFill>
                  <a:schemeClr val="tx1">
                    <a:tint val="75000"/>
                  </a:schemeClr>
                </a:solidFill>
              </a:defRPr>
            </a:lvl6pPr>
            <a:lvl7pPr marL="2588059" indent="0">
              <a:buNone/>
              <a:defRPr sz="1509">
                <a:solidFill>
                  <a:schemeClr val="tx1">
                    <a:tint val="75000"/>
                  </a:schemeClr>
                </a:solidFill>
              </a:defRPr>
            </a:lvl7pPr>
            <a:lvl8pPr marL="3019403" indent="0">
              <a:buNone/>
              <a:defRPr sz="1509">
                <a:solidFill>
                  <a:schemeClr val="tx1">
                    <a:tint val="75000"/>
                  </a:schemeClr>
                </a:solidFill>
              </a:defRPr>
            </a:lvl8pPr>
            <a:lvl9pPr marL="3450746" indent="0">
              <a:buNone/>
              <a:defRPr sz="1509">
                <a:solidFill>
                  <a:schemeClr val="tx1">
                    <a:tint val="75000"/>
                  </a:schemeClr>
                </a:solidFill>
              </a:defRPr>
            </a:lvl9pPr>
          </a:lstStyle>
          <a:p>
            <a:pPr lvl="0"/>
            <a:r>
              <a:rPr lang="en-US" noProof="0"/>
              <a:t>Click to edit Master text styles</a:t>
            </a:r>
          </a:p>
        </p:txBody>
      </p:sp>
      <p:sp>
        <p:nvSpPr>
          <p:cNvPr id="13" name="TextBox 12"/>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a:solidFill>
                  <a:schemeClr val="bg1"/>
                </a:solidFill>
              </a:rPr>
              <a:t>Presentation title</a:t>
            </a:r>
            <a:br>
              <a:rPr lang="en-US" sz="613" noProof="0">
                <a:solidFill>
                  <a:schemeClr val="bg1"/>
                </a:solidFill>
              </a:rPr>
            </a:br>
            <a:r>
              <a:rPr lang="en-US" sz="613" noProof="0">
                <a:solidFill>
                  <a:schemeClr val="bg1"/>
                </a:solidFill>
              </a:rPr>
              <a:t>[To edit, click View &gt; Slide Master &gt; Slide Master]</a:t>
            </a:r>
          </a:p>
        </p:txBody>
      </p:sp>
      <p:sp>
        <p:nvSpPr>
          <p:cNvPr id="14" name="TextBox 13"/>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a:solidFill>
                  <a:schemeClr val="bg1"/>
                </a:solidFill>
              </a:rPr>
              <a:t>©2016 Deloitte Shared Services India LLP</a:t>
            </a:r>
            <a:endParaRPr lang="fr-FR" sz="613" noProof="0">
              <a:solidFill>
                <a:schemeClr val="bg1"/>
              </a:solidFill>
            </a:endParaRPr>
          </a:p>
        </p:txBody>
      </p:sp>
      <p:sp>
        <p:nvSpPr>
          <p:cNvPr id="15" name="TextBox 14"/>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a:solidFill>
                <a:schemeClr val="bg1"/>
              </a:solidFill>
            </a:endParaRPr>
          </a:p>
        </p:txBody>
      </p:sp>
    </p:spTree>
    <p:extLst>
      <p:ext uri="{BB962C8B-B14F-4D97-AF65-F5344CB8AC3E}">
        <p14:creationId xmlns:p14="http://schemas.microsoft.com/office/powerpoint/2010/main" val="2389378284"/>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1"/>
            <a:ext cx="10541000" cy="1592403"/>
          </a:xfrm>
        </p:spPr>
        <p:txBody>
          <a:bodyPr anchor="b"/>
          <a:lstStyle>
            <a:lvl1pPr>
              <a:lnSpc>
                <a:spcPct val="95000"/>
              </a:lnSpc>
              <a:defRPr sz="3336"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336">
                <a:solidFill>
                  <a:schemeClr val="bg1"/>
                </a:solidFill>
              </a:defRPr>
            </a:lvl1pPr>
            <a:lvl2pPr marL="431343" indent="0">
              <a:buNone/>
              <a:defRPr sz="1887">
                <a:solidFill>
                  <a:schemeClr val="tx1">
                    <a:tint val="75000"/>
                  </a:schemeClr>
                </a:solidFill>
              </a:defRPr>
            </a:lvl2pPr>
            <a:lvl3pPr marL="862686" indent="0">
              <a:buNone/>
              <a:defRPr sz="1698">
                <a:solidFill>
                  <a:schemeClr val="tx1">
                    <a:tint val="75000"/>
                  </a:schemeClr>
                </a:solidFill>
              </a:defRPr>
            </a:lvl3pPr>
            <a:lvl4pPr marL="1294029" indent="0">
              <a:buNone/>
              <a:defRPr sz="1509">
                <a:solidFill>
                  <a:schemeClr val="tx1">
                    <a:tint val="75000"/>
                  </a:schemeClr>
                </a:solidFill>
              </a:defRPr>
            </a:lvl4pPr>
            <a:lvl5pPr marL="1725373" indent="0">
              <a:buNone/>
              <a:defRPr sz="1509">
                <a:solidFill>
                  <a:schemeClr val="tx1">
                    <a:tint val="75000"/>
                  </a:schemeClr>
                </a:solidFill>
              </a:defRPr>
            </a:lvl5pPr>
            <a:lvl6pPr marL="2156716" indent="0">
              <a:buNone/>
              <a:defRPr sz="1509">
                <a:solidFill>
                  <a:schemeClr val="tx1">
                    <a:tint val="75000"/>
                  </a:schemeClr>
                </a:solidFill>
              </a:defRPr>
            </a:lvl6pPr>
            <a:lvl7pPr marL="2588059" indent="0">
              <a:buNone/>
              <a:defRPr sz="1509">
                <a:solidFill>
                  <a:schemeClr val="tx1">
                    <a:tint val="75000"/>
                  </a:schemeClr>
                </a:solidFill>
              </a:defRPr>
            </a:lvl7pPr>
            <a:lvl8pPr marL="3019403" indent="0">
              <a:buNone/>
              <a:defRPr sz="1509">
                <a:solidFill>
                  <a:schemeClr val="tx1">
                    <a:tint val="75000"/>
                  </a:schemeClr>
                </a:solidFill>
              </a:defRPr>
            </a:lvl8pPr>
            <a:lvl9pPr marL="3450746" indent="0">
              <a:buNone/>
              <a:defRPr sz="1509">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a:solidFill>
                  <a:schemeClr val="bg1"/>
                </a:solidFill>
              </a:rPr>
              <a:t>Presentation title</a:t>
            </a:r>
            <a:br>
              <a:rPr lang="en-US" sz="613" noProof="0">
                <a:solidFill>
                  <a:schemeClr val="bg1"/>
                </a:solidFill>
              </a:rPr>
            </a:br>
            <a:r>
              <a:rPr lang="en-US" sz="613" noProof="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a:solidFill>
                  <a:schemeClr val="bg1"/>
                </a:solidFill>
              </a:rPr>
              <a:t>©2016 Deloitte Shared Services India LLP</a:t>
            </a:r>
            <a:endParaRPr lang="fr-FR" sz="613" noProof="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a:solidFill>
                <a:schemeClr val="bg1"/>
              </a:solidFill>
            </a:endParaRPr>
          </a:p>
        </p:txBody>
      </p:sp>
    </p:spTree>
    <p:extLst>
      <p:ext uri="{BB962C8B-B14F-4D97-AF65-F5344CB8AC3E}">
        <p14:creationId xmlns:p14="http://schemas.microsoft.com/office/powerpoint/2010/main" val="2618207674"/>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1"/>
            <a:ext cx="10541000" cy="1592403"/>
          </a:xfrm>
        </p:spPr>
        <p:txBody>
          <a:bodyPr anchor="b"/>
          <a:lstStyle>
            <a:lvl1pPr>
              <a:lnSpc>
                <a:spcPct val="95000"/>
              </a:lnSpc>
              <a:defRPr sz="3336"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336">
                <a:solidFill>
                  <a:schemeClr val="bg1"/>
                </a:solidFill>
              </a:defRPr>
            </a:lvl1pPr>
            <a:lvl2pPr marL="431343" indent="0">
              <a:buNone/>
              <a:defRPr sz="1887">
                <a:solidFill>
                  <a:schemeClr val="tx1">
                    <a:tint val="75000"/>
                  </a:schemeClr>
                </a:solidFill>
              </a:defRPr>
            </a:lvl2pPr>
            <a:lvl3pPr marL="862686" indent="0">
              <a:buNone/>
              <a:defRPr sz="1698">
                <a:solidFill>
                  <a:schemeClr val="tx1">
                    <a:tint val="75000"/>
                  </a:schemeClr>
                </a:solidFill>
              </a:defRPr>
            </a:lvl3pPr>
            <a:lvl4pPr marL="1294029" indent="0">
              <a:buNone/>
              <a:defRPr sz="1509">
                <a:solidFill>
                  <a:schemeClr val="tx1">
                    <a:tint val="75000"/>
                  </a:schemeClr>
                </a:solidFill>
              </a:defRPr>
            </a:lvl4pPr>
            <a:lvl5pPr marL="1725373" indent="0">
              <a:buNone/>
              <a:defRPr sz="1509">
                <a:solidFill>
                  <a:schemeClr val="tx1">
                    <a:tint val="75000"/>
                  </a:schemeClr>
                </a:solidFill>
              </a:defRPr>
            </a:lvl5pPr>
            <a:lvl6pPr marL="2156716" indent="0">
              <a:buNone/>
              <a:defRPr sz="1509">
                <a:solidFill>
                  <a:schemeClr val="tx1">
                    <a:tint val="75000"/>
                  </a:schemeClr>
                </a:solidFill>
              </a:defRPr>
            </a:lvl6pPr>
            <a:lvl7pPr marL="2588059" indent="0">
              <a:buNone/>
              <a:defRPr sz="1509">
                <a:solidFill>
                  <a:schemeClr val="tx1">
                    <a:tint val="75000"/>
                  </a:schemeClr>
                </a:solidFill>
              </a:defRPr>
            </a:lvl7pPr>
            <a:lvl8pPr marL="3019403" indent="0">
              <a:buNone/>
              <a:defRPr sz="1509">
                <a:solidFill>
                  <a:schemeClr val="tx1">
                    <a:tint val="75000"/>
                  </a:schemeClr>
                </a:solidFill>
              </a:defRPr>
            </a:lvl8pPr>
            <a:lvl9pPr marL="3450746" indent="0">
              <a:buNone/>
              <a:defRPr sz="1509">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a:solidFill>
                  <a:schemeClr val="bg1"/>
                </a:solidFill>
              </a:rPr>
              <a:t>Presentation title</a:t>
            </a:r>
            <a:br>
              <a:rPr lang="en-US" sz="613" noProof="0">
                <a:solidFill>
                  <a:schemeClr val="bg1"/>
                </a:solidFill>
              </a:rPr>
            </a:br>
            <a:r>
              <a:rPr lang="en-US" sz="613" noProof="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a:solidFill>
                  <a:schemeClr val="bg1"/>
                </a:solidFill>
              </a:rPr>
              <a:t>©2016 Deloitte Shared Services India LLP</a:t>
            </a:r>
            <a:endParaRPr lang="fr-FR" sz="613" noProof="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a:solidFill>
                <a:schemeClr val="bg1"/>
              </a:solidFill>
            </a:endParaRPr>
          </a:p>
        </p:txBody>
      </p:sp>
    </p:spTree>
    <p:extLst>
      <p:ext uri="{BB962C8B-B14F-4D97-AF65-F5344CB8AC3E}">
        <p14:creationId xmlns:p14="http://schemas.microsoft.com/office/powerpoint/2010/main" val="3267360481"/>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1"/>
            <a:ext cx="10541000" cy="1592403"/>
          </a:xfrm>
        </p:spPr>
        <p:txBody>
          <a:bodyPr anchor="b"/>
          <a:lstStyle>
            <a:lvl1pPr>
              <a:lnSpc>
                <a:spcPct val="95000"/>
              </a:lnSpc>
              <a:defRPr sz="3336"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336">
                <a:solidFill>
                  <a:schemeClr val="bg1"/>
                </a:solidFill>
              </a:defRPr>
            </a:lvl1pPr>
            <a:lvl2pPr marL="431343" indent="0">
              <a:buNone/>
              <a:defRPr sz="1887">
                <a:solidFill>
                  <a:schemeClr val="tx1">
                    <a:tint val="75000"/>
                  </a:schemeClr>
                </a:solidFill>
              </a:defRPr>
            </a:lvl2pPr>
            <a:lvl3pPr marL="862686" indent="0">
              <a:buNone/>
              <a:defRPr sz="1698">
                <a:solidFill>
                  <a:schemeClr val="tx1">
                    <a:tint val="75000"/>
                  </a:schemeClr>
                </a:solidFill>
              </a:defRPr>
            </a:lvl3pPr>
            <a:lvl4pPr marL="1294029" indent="0">
              <a:buNone/>
              <a:defRPr sz="1509">
                <a:solidFill>
                  <a:schemeClr val="tx1">
                    <a:tint val="75000"/>
                  </a:schemeClr>
                </a:solidFill>
              </a:defRPr>
            </a:lvl4pPr>
            <a:lvl5pPr marL="1725373" indent="0">
              <a:buNone/>
              <a:defRPr sz="1509">
                <a:solidFill>
                  <a:schemeClr val="tx1">
                    <a:tint val="75000"/>
                  </a:schemeClr>
                </a:solidFill>
              </a:defRPr>
            </a:lvl5pPr>
            <a:lvl6pPr marL="2156716" indent="0">
              <a:buNone/>
              <a:defRPr sz="1509">
                <a:solidFill>
                  <a:schemeClr val="tx1">
                    <a:tint val="75000"/>
                  </a:schemeClr>
                </a:solidFill>
              </a:defRPr>
            </a:lvl6pPr>
            <a:lvl7pPr marL="2588059" indent="0">
              <a:buNone/>
              <a:defRPr sz="1509">
                <a:solidFill>
                  <a:schemeClr val="tx1">
                    <a:tint val="75000"/>
                  </a:schemeClr>
                </a:solidFill>
              </a:defRPr>
            </a:lvl7pPr>
            <a:lvl8pPr marL="3019403" indent="0">
              <a:buNone/>
              <a:defRPr sz="1509">
                <a:solidFill>
                  <a:schemeClr val="tx1">
                    <a:tint val="75000"/>
                  </a:schemeClr>
                </a:solidFill>
              </a:defRPr>
            </a:lvl8pPr>
            <a:lvl9pPr marL="3450746" indent="0">
              <a:buNone/>
              <a:defRPr sz="1509">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a:solidFill>
                  <a:schemeClr val="bg1"/>
                </a:solidFill>
              </a:rPr>
              <a:t>Presentation title</a:t>
            </a:r>
            <a:br>
              <a:rPr lang="en-US" sz="613" noProof="0">
                <a:solidFill>
                  <a:schemeClr val="bg1"/>
                </a:solidFill>
              </a:rPr>
            </a:br>
            <a:r>
              <a:rPr lang="en-US" sz="613" noProof="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a:solidFill>
                  <a:schemeClr val="bg1"/>
                </a:solidFill>
              </a:rPr>
              <a:t>©2016 Deloitte Shared Services India LLP</a:t>
            </a:r>
            <a:endParaRPr lang="fr-FR" sz="613" noProof="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a:solidFill>
                <a:schemeClr val="bg1"/>
              </a:solidFill>
            </a:endParaRPr>
          </a:p>
        </p:txBody>
      </p:sp>
    </p:spTree>
    <p:extLst>
      <p:ext uri="{BB962C8B-B14F-4D97-AF65-F5344CB8AC3E}">
        <p14:creationId xmlns:p14="http://schemas.microsoft.com/office/powerpoint/2010/main" val="1739136571"/>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1"/>
            <a:ext cx="10541000" cy="1592403"/>
          </a:xfrm>
        </p:spPr>
        <p:txBody>
          <a:bodyPr anchor="b"/>
          <a:lstStyle>
            <a:lvl1pPr>
              <a:lnSpc>
                <a:spcPct val="95000"/>
              </a:lnSpc>
              <a:defRPr sz="3336"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336">
                <a:solidFill>
                  <a:schemeClr val="tx1"/>
                </a:solidFill>
              </a:defRPr>
            </a:lvl1pPr>
            <a:lvl2pPr marL="431343" indent="0">
              <a:buNone/>
              <a:defRPr sz="1887">
                <a:solidFill>
                  <a:schemeClr val="tx1">
                    <a:tint val="75000"/>
                  </a:schemeClr>
                </a:solidFill>
              </a:defRPr>
            </a:lvl2pPr>
            <a:lvl3pPr marL="862686" indent="0">
              <a:buNone/>
              <a:defRPr sz="1698">
                <a:solidFill>
                  <a:schemeClr val="tx1">
                    <a:tint val="75000"/>
                  </a:schemeClr>
                </a:solidFill>
              </a:defRPr>
            </a:lvl3pPr>
            <a:lvl4pPr marL="1294029" indent="0">
              <a:buNone/>
              <a:defRPr sz="1509">
                <a:solidFill>
                  <a:schemeClr val="tx1">
                    <a:tint val="75000"/>
                  </a:schemeClr>
                </a:solidFill>
              </a:defRPr>
            </a:lvl4pPr>
            <a:lvl5pPr marL="1725373" indent="0">
              <a:buNone/>
              <a:defRPr sz="1509">
                <a:solidFill>
                  <a:schemeClr val="tx1">
                    <a:tint val="75000"/>
                  </a:schemeClr>
                </a:solidFill>
              </a:defRPr>
            </a:lvl5pPr>
            <a:lvl6pPr marL="2156716" indent="0">
              <a:buNone/>
              <a:defRPr sz="1509">
                <a:solidFill>
                  <a:schemeClr val="tx1">
                    <a:tint val="75000"/>
                  </a:schemeClr>
                </a:solidFill>
              </a:defRPr>
            </a:lvl6pPr>
            <a:lvl7pPr marL="2588059" indent="0">
              <a:buNone/>
              <a:defRPr sz="1509">
                <a:solidFill>
                  <a:schemeClr val="tx1">
                    <a:tint val="75000"/>
                  </a:schemeClr>
                </a:solidFill>
              </a:defRPr>
            </a:lvl7pPr>
            <a:lvl8pPr marL="3019403" indent="0">
              <a:buNone/>
              <a:defRPr sz="1509">
                <a:solidFill>
                  <a:schemeClr val="tx1">
                    <a:tint val="75000"/>
                  </a:schemeClr>
                </a:solidFill>
              </a:defRPr>
            </a:lvl8pPr>
            <a:lvl9pPr marL="3450746" indent="0">
              <a:buNone/>
              <a:defRPr sz="1509">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161504859"/>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6"/>
            <a:ext cx="9152369" cy="4752975"/>
          </a:xfrm>
          <a:prstGeom prst="rect">
            <a:avLst/>
          </a:prstGeom>
        </p:spPr>
        <p:txBody>
          <a:bodyPr>
            <a:noAutofit/>
          </a:bodyPr>
          <a:lstStyle>
            <a:lvl1pPr>
              <a:spcBef>
                <a:spcPts val="3396"/>
              </a:spcBef>
              <a:defRPr sz="2567">
                <a:solidFill>
                  <a:schemeClr val="bg1"/>
                </a:solidFill>
              </a:defRPr>
            </a:lvl1pPr>
            <a:lvl2pPr marL="431343" indent="-431343">
              <a:defRPr sz="2830">
                <a:solidFill>
                  <a:schemeClr val="bg2"/>
                </a:solidFill>
              </a:defRPr>
            </a:lvl2pPr>
            <a:lvl3pPr>
              <a:defRPr sz="2830">
                <a:solidFill>
                  <a:schemeClr val="bg2"/>
                </a:solidFill>
              </a:defRPr>
            </a:lvl3pPr>
            <a:lvl4pPr>
              <a:defRPr sz="2830">
                <a:solidFill>
                  <a:schemeClr val="bg2"/>
                </a:solidFill>
              </a:defRPr>
            </a:lvl4pPr>
            <a:lvl5pPr>
              <a:defRPr sz="2830">
                <a:solidFill>
                  <a:schemeClr val="bg2"/>
                </a:solidFill>
              </a:defRPr>
            </a:lvl5pPr>
          </a:lstStyle>
          <a:p>
            <a:pPr lvl="0"/>
            <a:r>
              <a:rPr lang="en-US" noProof="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a:solidFill>
                  <a:schemeClr val="bg1"/>
                </a:solidFill>
              </a:rPr>
              <a:t>Presentation title</a:t>
            </a:r>
            <a:br>
              <a:rPr lang="en-US" sz="613" noProof="0">
                <a:solidFill>
                  <a:schemeClr val="bg1"/>
                </a:solidFill>
              </a:rPr>
            </a:br>
            <a:r>
              <a:rPr lang="en-US" sz="613" noProof="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a:solidFill>
                  <a:schemeClr val="bg1"/>
                </a:solidFill>
              </a:rPr>
              <a:t>©2016 Deloitte Shared Services India LLP</a:t>
            </a:r>
            <a:endParaRPr lang="fr-FR" sz="613" noProof="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a:solidFill>
                <a:schemeClr val="bg1"/>
              </a:solidFill>
            </a:endParaRPr>
          </a:p>
        </p:txBody>
      </p:sp>
    </p:spTree>
    <p:extLst>
      <p:ext uri="{BB962C8B-B14F-4D97-AF65-F5344CB8AC3E}">
        <p14:creationId xmlns:p14="http://schemas.microsoft.com/office/powerpoint/2010/main" val="3815510091"/>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7200"/>
            <a:ext cx="9277349" cy="4759584"/>
          </a:xfrm>
          <a:prstGeom prst="rect">
            <a:avLst/>
          </a:prstGeom>
        </p:spPr>
        <p:txBody>
          <a:bodyPr>
            <a:noAutofit/>
          </a:bodyPr>
          <a:lstStyle>
            <a:lvl1pPr>
              <a:spcBef>
                <a:spcPts val="3396"/>
              </a:spcBef>
              <a:defRPr sz="2567">
                <a:solidFill>
                  <a:schemeClr val="bg1"/>
                </a:solidFill>
              </a:defRPr>
            </a:lvl1pPr>
            <a:lvl2pPr marL="431343" indent="-431343">
              <a:defRPr sz="2830">
                <a:solidFill>
                  <a:schemeClr val="bg2"/>
                </a:solidFill>
              </a:defRPr>
            </a:lvl2pPr>
            <a:lvl3pPr>
              <a:defRPr sz="2830">
                <a:solidFill>
                  <a:schemeClr val="bg2"/>
                </a:solidFill>
              </a:defRPr>
            </a:lvl3pPr>
            <a:lvl4pPr>
              <a:defRPr sz="2830">
                <a:solidFill>
                  <a:schemeClr val="bg2"/>
                </a:solidFill>
              </a:defRPr>
            </a:lvl4pPr>
            <a:lvl5pPr>
              <a:defRPr sz="2830">
                <a:solidFill>
                  <a:schemeClr val="bg2"/>
                </a:solidFill>
              </a:defRPr>
            </a:lvl5pPr>
          </a:lstStyle>
          <a:p>
            <a:pPr lvl="0"/>
            <a:r>
              <a:rPr lang="en-US" noProof="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a:solidFill>
                  <a:schemeClr val="bg1"/>
                </a:solidFill>
              </a:rPr>
              <a:t>Presentation title</a:t>
            </a:r>
            <a:br>
              <a:rPr lang="en-US" sz="613" noProof="0">
                <a:solidFill>
                  <a:schemeClr val="bg1"/>
                </a:solidFill>
              </a:rPr>
            </a:br>
            <a:r>
              <a:rPr lang="en-US" sz="613" noProof="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a:solidFill>
                  <a:schemeClr val="bg1"/>
                </a:solidFill>
              </a:rPr>
              <a:t>©2016 Deloitte Shared Services India LLP</a:t>
            </a:r>
            <a:endParaRPr lang="fr-FR" sz="613" noProof="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a:solidFill>
                <a:schemeClr val="bg1"/>
              </a:solidFill>
            </a:endParaRPr>
          </a:p>
        </p:txBody>
      </p:sp>
    </p:spTree>
    <p:extLst>
      <p:ext uri="{BB962C8B-B14F-4D97-AF65-F5344CB8AC3E}">
        <p14:creationId xmlns:p14="http://schemas.microsoft.com/office/powerpoint/2010/main" val="2245692602"/>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6"/>
            <a:ext cx="9277349" cy="4752975"/>
          </a:xfrm>
          <a:prstGeom prst="rect">
            <a:avLst/>
          </a:prstGeom>
        </p:spPr>
        <p:txBody>
          <a:bodyPr>
            <a:noAutofit/>
          </a:bodyPr>
          <a:lstStyle>
            <a:lvl1pPr>
              <a:spcBef>
                <a:spcPts val="3396"/>
              </a:spcBef>
              <a:defRPr sz="2567">
                <a:solidFill>
                  <a:schemeClr val="bg1"/>
                </a:solidFill>
              </a:defRPr>
            </a:lvl1pPr>
            <a:lvl2pPr marL="431343" indent="-431343">
              <a:defRPr sz="2830">
                <a:solidFill>
                  <a:schemeClr val="bg2"/>
                </a:solidFill>
              </a:defRPr>
            </a:lvl2pPr>
            <a:lvl3pPr>
              <a:defRPr sz="2830">
                <a:solidFill>
                  <a:schemeClr val="bg2"/>
                </a:solidFill>
              </a:defRPr>
            </a:lvl3pPr>
            <a:lvl4pPr>
              <a:defRPr sz="2830">
                <a:solidFill>
                  <a:schemeClr val="bg2"/>
                </a:solidFill>
              </a:defRPr>
            </a:lvl4pPr>
            <a:lvl5pPr>
              <a:defRPr sz="2830">
                <a:solidFill>
                  <a:schemeClr val="bg2"/>
                </a:solidFill>
              </a:defRPr>
            </a:lvl5pPr>
          </a:lstStyle>
          <a:p>
            <a:pPr lvl="0"/>
            <a:r>
              <a:rPr lang="en-US" noProof="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a:solidFill>
                  <a:schemeClr val="bg1"/>
                </a:solidFill>
              </a:rPr>
              <a:t>Presentation title</a:t>
            </a:r>
            <a:br>
              <a:rPr lang="en-US" sz="613" noProof="0">
                <a:solidFill>
                  <a:schemeClr val="bg1"/>
                </a:solidFill>
              </a:rPr>
            </a:br>
            <a:r>
              <a:rPr lang="en-US" sz="613" noProof="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a:solidFill>
                  <a:schemeClr val="bg1"/>
                </a:solidFill>
              </a:rPr>
              <a:t>©2016 Deloitte Shared Services India LLP</a:t>
            </a:r>
            <a:endParaRPr lang="fr-FR" sz="613" noProof="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a:solidFill>
                <a:schemeClr val="bg1"/>
              </a:solidFill>
            </a:endParaRPr>
          </a:p>
        </p:txBody>
      </p:sp>
    </p:spTree>
    <p:extLst>
      <p:ext uri="{BB962C8B-B14F-4D97-AF65-F5344CB8AC3E}">
        <p14:creationId xmlns:p14="http://schemas.microsoft.com/office/powerpoint/2010/main" val="1298681938"/>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6"/>
            <a:ext cx="9277349" cy="4752975"/>
          </a:xfrm>
          <a:prstGeom prst="rect">
            <a:avLst/>
          </a:prstGeom>
        </p:spPr>
        <p:txBody>
          <a:bodyPr>
            <a:noAutofit/>
          </a:bodyPr>
          <a:lstStyle>
            <a:lvl1pPr>
              <a:spcBef>
                <a:spcPts val="3396"/>
              </a:spcBef>
              <a:defRPr sz="2567">
                <a:solidFill>
                  <a:schemeClr val="bg1"/>
                </a:solidFill>
              </a:defRPr>
            </a:lvl1pPr>
            <a:lvl2pPr marL="431343" indent="-431343">
              <a:defRPr sz="2830">
                <a:solidFill>
                  <a:schemeClr val="bg2"/>
                </a:solidFill>
              </a:defRPr>
            </a:lvl2pPr>
            <a:lvl3pPr>
              <a:defRPr sz="2830">
                <a:solidFill>
                  <a:schemeClr val="bg2"/>
                </a:solidFill>
              </a:defRPr>
            </a:lvl3pPr>
            <a:lvl4pPr>
              <a:defRPr sz="2830">
                <a:solidFill>
                  <a:schemeClr val="bg2"/>
                </a:solidFill>
              </a:defRPr>
            </a:lvl4pPr>
            <a:lvl5pPr>
              <a:defRPr sz="2830">
                <a:solidFill>
                  <a:schemeClr val="bg2"/>
                </a:solidFill>
              </a:defRPr>
            </a:lvl5pPr>
          </a:lstStyle>
          <a:p>
            <a:pPr lvl="0"/>
            <a:r>
              <a:rPr lang="en-US" noProof="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a:solidFill>
                  <a:schemeClr val="bg1"/>
                </a:solidFill>
              </a:rPr>
              <a:t>Presentation title</a:t>
            </a:r>
            <a:br>
              <a:rPr lang="en-US" sz="613" noProof="0">
                <a:solidFill>
                  <a:schemeClr val="bg1"/>
                </a:solidFill>
              </a:rPr>
            </a:br>
            <a:r>
              <a:rPr lang="en-US" sz="613" noProof="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a:solidFill>
                  <a:schemeClr val="bg1"/>
                </a:solidFill>
              </a:rPr>
              <a:t>©2016 Deloitte Shared Services India LLP</a:t>
            </a:r>
            <a:endParaRPr lang="fr-FR" sz="613" noProof="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a:solidFill>
                <a:schemeClr val="bg1"/>
              </a:solidFill>
            </a:endParaRPr>
          </a:p>
        </p:txBody>
      </p:sp>
    </p:spTree>
    <p:extLst>
      <p:ext uri="{BB962C8B-B14F-4D97-AF65-F5344CB8AC3E}">
        <p14:creationId xmlns:p14="http://schemas.microsoft.com/office/powerpoint/2010/main" val="97423945"/>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6"/>
            <a:ext cx="9277349" cy="4752975"/>
          </a:xfrm>
          <a:prstGeom prst="rect">
            <a:avLst/>
          </a:prstGeom>
        </p:spPr>
        <p:txBody>
          <a:bodyPr>
            <a:noAutofit/>
          </a:bodyPr>
          <a:lstStyle>
            <a:lvl1pPr>
              <a:spcBef>
                <a:spcPts val="3396"/>
              </a:spcBef>
              <a:defRPr sz="2567">
                <a:solidFill>
                  <a:schemeClr val="tx1"/>
                </a:solidFill>
              </a:defRPr>
            </a:lvl1pPr>
            <a:lvl2pPr marL="431343" indent="-431343">
              <a:defRPr sz="2830">
                <a:solidFill>
                  <a:schemeClr val="bg2"/>
                </a:solidFill>
              </a:defRPr>
            </a:lvl2pPr>
            <a:lvl3pPr>
              <a:defRPr sz="2830">
                <a:solidFill>
                  <a:schemeClr val="bg2"/>
                </a:solidFill>
              </a:defRPr>
            </a:lvl3pPr>
            <a:lvl4pPr>
              <a:defRPr sz="2830">
                <a:solidFill>
                  <a:schemeClr val="bg2"/>
                </a:solidFill>
              </a:defRPr>
            </a:lvl4pPr>
            <a:lvl5pPr>
              <a:defRPr sz="283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128512782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lstStyle>
            <a:lvl1pPr>
              <a:tabLst>
                <a:tab pos="6348834" algn="r"/>
              </a:tabLst>
              <a:defRPr/>
            </a:lvl1pPr>
            <a:lvl2pPr>
              <a:tabLst>
                <a:tab pos="6348834" algn="r"/>
              </a:tabLst>
              <a:defRPr/>
            </a:lvl2pPr>
            <a:lvl3pPr>
              <a:tabLst>
                <a:tab pos="6348834" algn="r"/>
              </a:tabLst>
              <a:defRPr/>
            </a:lvl3pPr>
            <a:lvl4pPr>
              <a:tabLst>
                <a:tab pos="6348834" algn="r"/>
              </a:tabLst>
              <a:defRPr/>
            </a:lvl4pPr>
            <a:lvl5pPr>
              <a:tabLst>
                <a:tab pos="4744776" algn="r"/>
              </a:tabLst>
              <a:defRPr baseline="0"/>
            </a:lvl5pPr>
            <a:lvl6pPr>
              <a:tabLst>
                <a:tab pos="6348834" algn="r"/>
              </a:tabLst>
              <a:defRPr/>
            </a:lvl6pPr>
            <a:lvl7pPr>
              <a:tabLst>
                <a:tab pos="6348834" algn="r"/>
              </a:tabLst>
              <a:defRPr/>
            </a:lvl7pPr>
            <a:lvl8pPr>
              <a:tabLst>
                <a:tab pos="6348834" algn="r"/>
              </a:tabLst>
              <a:defRPr/>
            </a:lvl8pPr>
            <a:lvl9pPr>
              <a:tabLst>
                <a:tab pos="6348834"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1"/>
            <a:ext cx="11180232"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1849094514"/>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2" y="1701801"/>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2" y="1665289"/>
            <a:ext cx="4456429" cy="4716463"/>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25812161"/>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noProof="0"/>
              <a:t>Click to edit Master title style</a:t>
            </a:r>
          </a:p>
        </p:txBody>
      </p:sp>
      <p:sp>
        <p:nvSpPr>
          <p:cNvPr id="14" name="Text Placeholder 18"/>
          <p:cNvSpPr>
            <a:spLocks noGrp="1"/>
          </p:cNvSpPr>
          <p:nvPr>
            <p:ph idx="1"/>
          </p:nvPr>
        </p:nvSpPr>
        <p:spPr>
          <a:xfrm>
            <a:off x="501652" y="1665289"/>
            <a:ext cx="11165416"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580602075"/>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49" cy="757255"/>
          </a:xfrm>
          <a:prstGeom prst="rect">
            <a:avLst/>
          </a:prstGeom>
        </p:spPr>
        <p:txBody>
          <a:bodyPr lIns="0" tIns="0" rIns="0" bIns="0">
            <a:noAutofit/>
          </a:bodyPr>
          <a:lstStyle>
            <a:lvl1pPr marL="0" indent="0">
              <a:buNone/>
              <a:defRPr sz="1711" b="0">
                <a:solidFill>
                  <a:srgbClr val="575757"/>
                </a:solidFill>
                <a:latin typeface="+mj-lt"/>
              </a:defRPr>
            </a:lvl1pPr>
          </a:lstStyle>
          <a:p>
            <a:pPr lvl="0"/>
            <a:r>
              <a:rPr lang="en-US" noProof="0"/>
              <a:t>Click to add subtitle</a:t>
            </a:r>
          </a:p>
        </p:txBody>
      </p:sp>
      <p:sp>
        <p:nvSpPr>
          <p:cNvPr id="14" name="Title Placeholder 1"/>
          <p:cNvSpPr>
            <a:spLocks noGrp="1"/>
          </p:cNvSpPr>
          <p:nvPr>
            <p:ph type="title"/>
          </p:nvPr>
        </p:nvSpPr>
        <p:spPr>
          <a:xfrm>
            <a:off x="501651" y="317501"/>
            <a:ext cx="11162349" cy="334101"/>
          </a:xfrm>
          <a:prstGeom prst="rect">
            <a:avLst/>
          </a:prstGeom>
        </p:spPr>
        <p:txBody>
          <a:bodyPr vert="horz" lIns="0" tIns="0" rIns="0" bIns="0" rtlCol="0" anchor="t" anchorCtr="0">
            <a:noAutofit/>
          </a:bodyPr>
          <a:lstStyle>
            <a:lvl1pPr>
              <a:defRPr>
                <a:latin typeface="+mj-lt"/>
              </a:defRPr>
            </a:lvl1pPr>
          </a:lstStyle>
          <a:p>
            <a:r>
              <a:rPr lang="en-US" noProof="0"/>
              <a:t>Click to edit Master title style</a:t>
            </a:r>
          </a:p>
        </p:txBody>
      </p:sp>
      <p:sp>
        <p:nvSpPr>
          <p:cNvPr id="8" name="Text Placeholder 18"/>
          <p:cNvSpPr>
            <a:spLocks noGrp="1"/>
          </p:cNvSpPr>
          <p:nvPr>
            <p:ph idx="1"/>
          </p:nvPr>
        </p:nvSpPr>
        <p:spPr>
          <a:xfrm>
            <a:off x="501652" y="1665289"/>
            <a:ext cx="11165416" cy="4713911"/>
          </a:xfrm>
          <a:prstGeom prst="rect">
            <a:avLst/>
          </a:prstGeom>
        </p:spPr>
        <p:txBody>
          <a:bodyPr vert="horz" lIns="0" tIns="0" rIns="0" bIns="0" rtlCol="0">
            <a:noAutofit/>
          </a:bodyPr>
          <a:lstStyle>
            <a:lvl1pPr>
              <a:spcAft>
                <a:spcPts val="856"/>
              </a:spcAft>
              <a:defRPr sz="1027"/>
            </a:lvl1pPr>
            <a:lvl2pPr>
              <a:spcAft>
                <a:spcPts val="856"/>
              </a:spcAft>
              <a:defRPr sz="1027"/>
            </a:lvl2pPr>
            <a:lvl3pPr>
              <a:spcAft>
                <a:spcPts val="856"/>
              </a:spcAft>
              <a:defRPr sz="1027"/>
            </a:lvl3pPr>
            <a:lvl4pPr>
              <a:spcAft>
                <a:spcPts val="856"/>
              </a:spcAft>
              <a:defRPr sz="1027"/>
            </a:lvl4pPr>
            <a:lvl5pPr>
              <a:spcAft>
                <a:spcPts val="856"/>
              </a:spcAft>
              <a:defRPr sz="1027"/>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163529783"/>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49"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1" y="317501"/>
            <a:ext cx="11162349"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2" y="1700213"/>
            <a:ext cx="11165416" cy="4678986"/>
          </a:xfrm>
          <a:prstGeom prst="rect">
            <a:avLst/>
          </a:prstGeom>
        </p:spPr>
        <p:txBody>
          <a:bodyPr vert="horz" lIns="0" tIns="0" rIns="0" bIns="0" rtlCol="0">
            <a:noAutofit/>
          </a:bodyPr>
          <a:lstStyle>
            <a:lvl1pPr>
              <a:defRPr sz="1509"/>
            </a:lvl1pPr>
            <a:lvl2pPr>
              <a:defRPr sz="1509"/>
            </a:lvl2pPr>
            <a:lvl3pPr>
              <a:defRPr sz="1509"/>
            </a:lvl3pPr>
            <a:lvl4pPr>
              <a:defRPr sz="1509"/>
            </a:lvl4pPr>
            <a:lvl5pPr>
              <a:defRPr sz="1509"/>
            </a:lvl5pPr>
            <a:lvl6pPr>
              <a:defRPr sz="1509"/>
            </a:lvl6pPr>
            <a:lvl7pPr>
              <a:defRPr sz="1509"/>
            </a:lvl7pPr>
            <a:lvl8pPr>
              <a:defRPr sz="1509"/>
            </a:lvl8pPr>
            <a:lvl9pPr>
              <a:defRPr sz="1509"/>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906003675"/>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3" y="2052001"/>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3" y="1665289"/>
            <a:ext cx="11188699" cy="392112"/>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5"/>
            <a:ext cx="11188700" cy="260737"/>
          </a:xfrm>
        </p:spPr>
        <p:txBody>
          <a:bodyPr>
            <a:noAutofit/>
          </a:bodyPr>
          <a:lstStyle>
            <a:lvl1pPr>
              <a:spcAft>
                <a:spcPts val="0"/>
              </a:spcAft>
              <a:defRPr sz="856"/>
            </a:lvl1pPr>
          </a:lstStyle>
          <a:p>
            <a:pPr lvl="0"/>
            <a:r>
              <a:rPr lang="en-US" noProof="0"/>
              <a:t>Click to edit Master text styles</a:t>
            </a:r>
          </a:p>
        </p:txBody>
      </p:sp>
    </p:spTree>
    <p:extLst>
      <p:ext uri="{BB962C8B-B14F-4D97-AF65-F5344CB8AC3E}">
        <p14:creationId xmlns:p14="http://schemas.microsoft.com/office/powerpoint/2010/main" val="883107345"/>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1" y="1665289"/>
            <a:ext cx="3562351"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03184"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6" y="1665289"/>
            <a:ext cx="3561615"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7" y="1659145"/>
            <a:ext cx="3563955"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5"/>
            <a:ext cx="11165419" cy="260737"/>
          </a:xfrm>
        </p:spPr>
        <p:txBody>
          <a:bodyPr>
            <a:noAutofit/>
          </a:bodyPr>
          <a:lstStyle>
            <a:lvl1pPr>
              <a:spcAft>
                <a:spcPts val="0"/>
              </a:spcAft>
              <a:defRPr sz="856"/>
            </a:lvl1pPr>
          </a:lstStyle>
          <a:p>
            <a:pPr lvl="0"/>
            <a:r>
              <a:rPr lang="en-US" noProof="0"/>
              <a:t>Click to edit Master text styles</a:t>
            </a:r>
          </a:p>
        </p:txBody>
      </p:sp>
    </p:spTree>
    <p:extLst>
      <p:ext uri="{BB962C8B-B14F-4D97-AF65-F5344CB8AC3E}">
        <p14:creationId xmlns:p14="http://schemas.microsoft.com/office/powerpoint/2010/main" val="2228804003"/>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1" y="317501"/>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1" y="651602"/>
            <a:ext cx="11202669"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9"/>
            <a:ext cx="5305579" cy="4716461"/>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599738719"/>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700"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1" y="1665289"/>
            <a:ext cx="5305580" cy="4716461"/>
          </a:xfrm>
          <a:prstGeom prst="rect">
            <a:avLst/>
          </a:prstGeom>
        </p:spPr>
        <p:txBody>
          <a:bodyPr>
            <a:noAutofit/>
          </a:bodyPr>
          <a:lstStyle>
            <a:lvl1pPr>
              <a:tabLst>
                <a:tab pos="4744776" algn="r"/>
              </a:tabLst>
              <a:defRPr sz="1509"/>
            </a:lvl1pPr>
            <a:lvl2pPr>
              <a:tabLst>
                <a:tab pos="4744776" algn="r"/>
              </a:tabLst>
              <a:defRPr sz="1509"/>
            </a:lvl2pPr>
            <a:lvl3pPr>
              <a:tabLst>
                <a:tab pos="4744776" algn="r"/>
              </a:tabLst>
              <a:defRPr sz="1509"/>
            </a:lvl3pPr>
            <a:lvl4pPr>
              <a:tabLst>
                <a:tab pos="4744776" algn="r"/>
              </a:tabLst>
              <a:defRPr sz="1509"/>
            </a:lvl4pPr>
            <a:lvl5pPr>
              <a:tabLst>
                <a:tab pos="4744776" algn="r"/>
              </a:tabLst>
              <a:defRPr baseline="0"/>
            </a:lvl5pPr>
            <a:lvl6pPr>
              <a:defRPr sz="1509"/>
            </a:lvl6pPr>
            <a:lvl7pPr>
              <a:defRPr sz="1509"/>
            </a:lvl7pPr>
            <a:lvl8pPr>
              <a:defRPr sz="1509"/>
            </a:lvl8pPr>
            <a:lvl9pPr>
              <a:defRPr sz="1509"/>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1" y="1665289"/>
            <a:ext cx="5306351" cy="4716461"/>
          </a:xfrm>
          <a:prstGeom prst="rect">
            <a:avLst/>
          </a:prstGeom>
        </p:spPr>
        <p:txBody>
          <a:bodyPr>
            <a:noAutofit/>
          </a:bodyPr>
          <a:lstStyle>
            <a:lvl1pPr>
              <a:tabLst>
                <a:tab pos="4744776" algn="r"/>
              </a:tabLst>
              <a:defRPr sz="1509"/>
            </a:lvl1pPr>
            <a:lvl2pPr>
              <a:tabLst>
                <a:tab pos="4744776" algn="r"/>
              </a:tabLst>
              <a:defRPr sz="1509"/>
            </a:lvl2pPr>
            <a:lvl3pPr>
              <a:tabLst>
                <a:tab pos="4744776" algn="r"/>
              </a:tabLst>
              <a:defRPr sz="1509"/>
            </a:lvl3pPr>
            <a:lvl4pPr>
              <a:tabLst>
                <a:tab pos="4744776" algn="r"/>
              </a:tabLst>
              <a:defRPr sz="1509"/>
            </a:lvl4pPr>
            <a:lvl5pPr>
              <a:tabLst>
                <a:tab pos="4744776" algn="r"/>
              </a:tabLst>
              <a:defRPr baseline="0"/>
            </a:lvl5pPr>
            <a:lvl6pPr>
              <a:defRPr sz="1509"/>
            </a:lvl6pPr>
            <a:lvl7pPr>
              <a:defRPr sz="1509"/>
            </a:lvl7pPr>
            <a:lvl8pPr>
              <a:defRPr sz="1509"/>
            </a:lvl8pPr>
            <a:lvl9pPr>
              <a:defRPr sz="1509"/>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125500470"/>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90"/>
            <a:ext cx="5355165" cy="4455725"/>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1" y="6121015"/>
            <a:ext cx="11188700" cy="260737"/>
          </a:xfrm>
        </p:spPr>
        <p:txBody>
          <a:bodyPr>
            <a:normAutofit/>
          </a:bodyPr>
          <a:lstStyle>
            <a:lvl1pPr>
              <a:spcAft>
                <a:spcPts val="0"/>
              </a:spcAft>
              <a:defRPr sz="856"/>
            </a:lvl1pPr>
          </a:lstStyle>
          <a:p>
            <a:pPr lvl="0"/>
            <a:r>
              <a:rPr lang="en-US" noProof="0"/>
              <a:t>Click to edit Master text styles</a:t>
            </a:r>
          </a:p>
        </p:txBody>
      </p:sp>
    </p:spTree>
    <p:extLst>
      <p:ext uri="{BB962C8B-B14F-4D97-AF65-F5344CB8AC3E}">
        <p14:creationId xmlns:p14="http://schemas.microsoft.com/office/powerpoint/2010/main" val="3580336016"/>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2"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5"/>
            <a:ext cx="11165419" cy="260737"/>
          </a:xfrm>
        </p:spPr>
        <p:txBody>
          <a:bodyPr>
            <a:normAutofit/>
          </a:bodyPr>
          <a:lstStyle>
            <a:lvl1pPr>
              <a:spcAft>
                <a:spcPts val="0"/>
              </a:spcAft>
              <a:defRPr sz="856"/>
            </a:lvl1pPr>
          </a:lstStyle>
          <a:p>
            <a:pPr lvl="0"/>
            <a:r>
              <a:rPr lang="en-US" noProof="0"/>
              <a:t>Click to 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49" y="1665288"/>
            <a:ext cx="5339064" cy="420687"/>
          </a:xfrm>
        </p:spPr>
        <p:txBody>
          <a:bodyPr/>
          <a:lstStyle/>
          <a:p>
            <a:pPr lvl="0"/>
            <a:r>
              <a:rPr lang="en-US" noProof="0"/>
              <a:t>Click to edit Master text styles</a:t>
            </a:r>
          </a:p>
        </p:txBody>
      </p:sp>
    </p:spTree>
    <p:extLst>
      <p:ext uri="{BB962C8B-B14F-4D97-AF65-F5344CB8AC3E}">
        <p14:creationId xmlns:p14="http://schemas.microsoft.com/office/powerpoint/2010/main" val="3768381340"/>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3" y="317501"/>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2" y="1665289"/>
            <a:ext cx="4431857" cy="4716463"/>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1" y="1700215"/>
            <a:ext cx="6240000" cy="4681537"/>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748368538"/>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700"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3" y="1658680"/>
            <a:ext cx="4112468" cy="4723072"/>
          </a:xfrm>
          <a:prstGeom prst="rect">
            <a:avLst/>
          </a:prstGeom>
        </p:spPr>
        <p:txBody>
          <a:bodyPr>
            <a:noAutofit/>
          </a:bodyPr>
          <a:lstStyle>
            <a:lvl1pPr>
              <a:tabLst>
                <a:tab pos="4744776" algn="r"/>
              </a:tabLst>
              <a:defRPr sz="2265">
                <a:solidFill>
                  <a:schemeClr val="accent3"/>
                </a:solidFill>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9"/>
            <a:ext cx="6506348" cy="4716462"/>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3" y="651602"/>
            <a:ext cx="11188699"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567368588"/>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2"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1"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166424" indent="-166424">
              <a:spcAft>
                <a:spcPts val="0"/>
              </a:spcAft>
              <a:buFont typeface="Arial" panose="020B0604020202020204" pitchFamily="34" charset="0"/>
              <a:buChar char="•"/>
              <a:defRPr/>
            </a:lvl4pPr>
            <a:lvl5pPr marL="336244" indent="-166424">
              <a:spcAft>
                <a:spcPts val="0"/>
              </a:spcAft>
              <a:defRPr baseline="0"/>
            </a:lvl5pPr>
            <a:lvl6pPr marL="336244" indent="-166424">
              <a:spcAft>
                <a:spcPts val="0"/>
              </a:spcAft>
              <a:buFont typeface="Verdana" panose="020B0604030504040204" pitchFamily="34" charset="0"/>
              <a:buChar char="−"/>
              <a:defRPr/>
            </a:lvl6pPr>
            <a:lvl7pPr marL="336244" indent="-166424">
              <a:spcAft>
                <a:spcPts val="0"/>
              </a:spcAft>
              <a:defRPr/>
            </a:lvl7pPr>
            <a:lvl8pPr marL="336244" indent="-166424">
              <a:spcAft>
                <a:spcPts val="0"/>
              </a:spcAft>
              <a:defRPr/>
            </a:lvl8pPr>
            <a:lvl9pPr marL="336244" indent="-16642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4" y="3120552"/>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166424" indent="-166424">
              <a:spcAft>
                <a:spcPts val="0"/>
              </a:spcAft>
              <a:buFont typeface="Arial" panose="020B0604020202020204" pitchFamily="34" charset="0"/>
              <a:buChar char="•"/>
              <a:defRPr/>
            </a:lvl4pPr>
            <a:lvl5pPr marL="336244" indent="-166424">
              <a:spcAft>
                <a:spcPts val="0"/>
              </a:spcAft>
              <a:defRPr baseline="0"/>
            </a:lvl5pPr>
            <a:lvl6pPr marL="336244" indent="-166424">
              <a:spcAft>
                <a:spcPts val="0"/>
              </a:spcAft>
              <a:buFont typeface="Verdana" panose="020B0604030504040204" pitchFamily="34" charset="0"/>
              <a:buChar char="−"/>
              <a:defRPr/>
            </a:lvl6pPr>
            <a:lvl7pPr marL="336244" indent="-166424">
              <a:spcAft>
                <a:spcPts val="0"/>
              </a:spcAft>
              <a:defRPr/>
            </a:lvl7pPr>
            <a:lvl8pPr marL="336244" indent="-166424">
              <a:spcAft>
                <a:spcPts val="0"/>
              </a:spcAft>
              <a:defRPr/>
            </a:lvl8pPr>
            <a:lvl9pPr marL="336244" indent="-16642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1" y="3124201"/>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166424" indent="-166424">
              <a:spcAft>
                <a:spcPts val="0"/>
              </a:spcAft>
              <a:buFont typeface="Arial" panose="020B0604020202020204" pitchFamily="34" charset="0"/>
              <a:buChar char="•"/>
              <a:defRPr/>
            </a:lvl4pPr>
            <a:lvl5pPr marL="336244" indent="-166424">
              <a:spcAft>
                <a:spcPts val="0"/>
              </a:spcAft>
              <a:defRPr baseline="0"/>
            </a:lvl5pPr>
            <a:lvl6pPr marL="336244" indent="-166424">
              <a:spcAft>
                <a:spcPts val="0"/>
              </a:spcAft>
              <a:buFont typeface="Verdana" panose="020B0604030504040204" pitchFamily="34" charset="0"/>
              <a:buChar char="−"/>
              <a:defRPr/>
            </a:lvl6pPr>
            <a:lvl7pPr marL="336244" indent="-166424">
              <a:spcAft>
                <a:spcPts val="0"/>
              </a:spcAft>
              <a:defRPr/>
            </a:lvl7pPr>
            <a:lvl8pPr marL="336244" indent="-166424">
              <a:spcAft>
                <a:spcPts val="0"/>
              </a:spcAft>
              <a:defRPr/>
            </a:lvl8pPr>
            <a:lvl9pPr marL="336244" indent="-16642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166424" indent="-166424">
              <a:spcAft>
                <a:spcPts val="0"/>
              </a:spcAft>
              <a:buFont typeface="Arial" panose="020B0604020202020204" pitchFamily="34" charset="0"/>
              <a:buChar char="•"/>
              <a:defRPr/>
            </a:lvl4pPr>
            <a:lvl5pPr marL="336244" indent="-166424">
              <a:spcAft>
                <a:spcPts val="0"/>
              </a:spcAft>
              <a:defRPr baseline="0"/>
            </a:lvl5pPr>
            <a:lvl6pPr marL="336244" indent="-166424">
              <a:spcAft>
                <a:spcPts val="0"/>
              </a:spcAft>
              <a:buFont typeface="Verdana" panose="020B0604030504040204" pitchFamily="34" charset="0"/>
              <a:buChar char="−"/>
              <a:defRPr/>
            </a:lvl6pPr>
            <a:lvl7pPr marL="336244" indent="-166424">
              <a:spcAft>
                <a:spcPts val="0"/>
              </a:spcAft>
              <a:defRPr/>
            </a:lvl7pPr>
            <a:lvl8pPr marL="336244" indent="-166424">
              <a:spcAft>
                <a:spcPts val="0"/>
              </a:spcAft>
              <a:defRPr/>
            </a:lvl8pPr>
            <a:lvl9pPr marL="336244" indent="-16642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1" y="651602"/>
            <a:ext cx="11188701"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712177152"/>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a:t>Click to edit Master title style</a:t>
            </a:r>
          </a:p>
        </p:txBody>
      </p:sp>
      <p:sp>
        <p:nvSpPr>
          <p:cNvPr id="4" name="Rectangle 3"/>
          <p:cNvSpPr/>
          <p:nvPr userDrawn="1"/>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a:solidFill>
                <a:schemeClr val="bg1"/>
              </a:solidFill>
            </a:endParaRPr>
          </a:p>
        </p:txBody>
      </p:sp>
      <p:sp>
        <p:nvSpPr>
          <p:cNvPr id="5" name="Rectangle 4"/>
          <p:cNvSpPr/>
          <p:nvPr userDrawn="1"/>
        </p:nvSpPr>
        <p:spPr>
          <a:xfrm>
            <a:off x="6224087" y="1700213"/>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a:solidFill>
                <a:schemeClr val="bg1"/>
              </a:solidFill>
            </a:endParaRPr>
          </a:p>
        </p:txBody>
      </p:sp>
      <p:sp>
        <p:nvSpPr>
          <p:cNvPr id="6" name="Rectangle 5"/>
          <p:cNvSpPr/>
          <p:nvPr userDrawn="1"/>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a:solidFill>
                <a:schemeClr val="bg1"/>
              </a:solidFill>
            </a:endParaRPr>
          </a:p>
        </p:txBody>
      </p:sp>
      <p:sp>
        <p:nvSpPr>
          <p:cNvPr id="7" name="Rectangle 6"/>
          <p:cNvSpPr/>
          <p:nvPr userDrawn="1"/>
        </p:nvSpPr>
        <p:spPr>
          <a:xfrm>
            <a:off x="6224087"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a:solidFill>
                <a:schemeClr val="bg1"/>
              </a:solidFill>
            </a:endParaRPr>
          </a:p>
        </p:txBody>
      </p:sp>
      <p:sp>
        <p:nvSpPr>
          <p:cNvPr id="8" name="Picture Placeholder 11"/>
          <p:cNvSpPr>
            <a:spLocks noGrp="1"/>
          </p:cNvSpPr>
          <p:nvPr>
            <p:ph type="pic" sz="quarter" idx="25"/>
          </p:nvPr>
        </p:nvSpPr>
        <p:spPr>
          <a:xfrm>
            <a:off x="504000"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7"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7"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3" y="1880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396560" y="1880213"/>
            <a:ext cx="3302592"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683483" y="4256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396560" y="4256213"/>
            <a:ext cx="3302592"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01651" y="651602"/>
            <a:ext cx="11162349"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73947842"/>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3"/>
            <a:ext cx="11188700"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3" y="1700215"/>
            <a:ext cx="3695700" cy="1971675"/>
          </a:xfrm>
        </p:spPr>
        <p:txBody>
          <a:bodyPr/>
          <a:lstStyle/>
          <a:p>
            <a:r>
              <a:rPr lang="en-US" noProof="0"/>
              <a:t>Click icon to add picture</a:t>
            </a:r>
          </a:p>
        </p:txBody>
      </p:sp>
      <p:sp>
        <p:nvSpPr>
          <p:cNvPr id="5" name="Picture Placeholder 7"/>
          <p:cNvSpPr>
            <a:spLocks noGrp="1"/>
          </p:cNvSpPr>
          <p:nvPr>
            <p:ph type="pic" sz="quarter" idx="14"/>
          </p:nvPr>
        </p:nvSpPr>
        <p:spPr>
          <a:xfrm>
            <a:off x="8006400" y="1700215"/>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6" y="1700215"/>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1" y="3832225"/>
            <a:ext cx="3683949"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1"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400"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1" y="651602"/>
            <a:ext cx="11162349"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446913487"/>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640080652"/>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3"/>
            <a:ext cx="5466824" cy="1695450"/>
          </a:xfrm>
        </p:spPr>
        <p:txBody>
          <a:bodyPr/>
          <a:lstStyle>
            <a:lvl1pPr>
              <a:spcAft>
                <a:spcPts val="944"/>
              </a:spcAft>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3"/>
            <a:ext cx="5444156" cy="1695450"/>
          </a:xfrm>
        </p:spPr>
        <p:txBody>
          <a:bodyPr/>
          <a:lstStyle>
            <a:lvl1pPr>
              <a:spcAft>
                <a:spcPts val="944"/>
              </a:spcAft>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3"/>
            <a:ext cx="11188700" cy="334099"/>
          </a:xfrm>
        </p:spPr>
        <p:txBody>
          <a:bodyPr/>
          <a:lstStyle/>
          <a:p>
            <a:r>
              <a:rPr lang="en-US" noProof="0"/>
              <a:t>Click to edit Master title style</a:t>
            </a:r>
          </a:p>
        </p:txBody>
      </p:sp>
      <p:sp>
        <p:nvSpPr>
          <p:cNvPr id="4" name="Rectangle 3"/>
          <p:cNvSpPr/>
          <p:nvPr userDrawn="1"/>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44"/>
              </a:spcAft>
            </a:pPr>
            <a:endParaRPr lang="en-US" sz="1038" noProof="0">
              <a:solidFill>
                <a:schemeClr val="bg1"/>
              </a:solidFill>
            </a:endParaRPr>
          </a:p>
        </p:txBody>
      </p:sp>
      <p:sp>
        <p:nvSpPr>
          <p:cNvPr id="5" name="Rectangle 4"/>
          <p:cNvSpPr/>
          <p:nvPr userDrawn="1"/>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44"/>
              </a:spcAft>
            </a:pPr>
            <a:endParaRPr lang="en-US" sz="1038" noProof="0">
              <a:solidFill>
                <a:schemeClr val="bg1"/>
              </a:solidFill>
            </a:endParaRPr>
          </a:p>
        </p:txBody>
      </p:sp>
      <p:sp>
        <p:nvSpPr>
          <p:cNvPr id="6" name="Picture Placeholder 29"/>
          <p:cNvSpPr>
            <a:spLocks noGrp="1"/>
          </p:cNvSpPr>
          <p:nvPr>
            <p:ph type="pic" sz="quarter" idx="19" hasCustomPrompt="1"/>
          </p:nvPr>
        </p:nvSpPr>
        <p:spPr>
          <a:xfrm>
            <a:off x="4769493" y="1863918"/>
            <a:ext cx="1210207" cy="549275"/>
          </a:xfrm>
        </p:spPr>
        <p:txBody>
          <a:bodyPr/>
          <a:lstStyle>
            <a:lvl1pPr marL="0" marR="0" indent="0" algn="l" defTabSz="862686" rtl="0" eaLnBrk="1" fontAlgn="auto" latinLnBrk="0" hangingPunct="1">
              <a:lnSpc>
                <a:spcPct val="100000"/>
              </a:lnSpc>
              <a:spcBef>
                <a:spcPts val="0"/>
              </a:spcBef>
              <a:spcAft>
                <a:spcPts val="944"/>
              </a:spcAft>
              <a:buClrTx/>
              <a:buSzTx/>
              <a:buFont typeface="Arial" panose="020B0604020202020204" pitchFamily="34" charset="0"/>
              <a:buNone/>
              <a:tabLst/>
              <a:defRPr sz="850"/>
            </a:lvl1pPr>
          </a:lstStyle>
          <a:p>
            <a:pPr>
              <a:spcBef>
                <a:spcPct val="0"/>
              </a:spcBef>
            </a:pPr>
            <a:r>
              <a:rPr lang="en-US" sz="1132" noProof="0">
                <a:solidFill>
                  <a:schemeClr val="bg1"/>
                </a:solidFill>
              </a:rPr>
              <a:t>Co-brand</a:t>
            </a:r>
            <a:br>
              <a:rPr lang="en-US" sz="1132" noProof="0">
                <a:solidFill>
                  <a:schemeClr val="bg1"/>
                </a:solidFill>
              </a:rPr>
            </a:br>
            <a:r>
              <a:rPr lang="en-US" sz="1132"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8" y="1857894"/>
            <a:ext cx="1244161" cy="549275"/>
          </a:xfrm>
        </p:spPr>
        <p:txBody>
          <a:bodyPr/>
          <a:lstStyle>
            <a:lvl1pPr marL="0" marR="0" indent="0" algn="l" defTabSz="862686" rtl="0" eaLnBrk="1" fontAlgn="auto" latinLnBrk="0" hangingPunct="1">
              <a:lnSpc>
                <a:spcPct val="100000"/>
              </a:lnSpc>
              <a:spcBef>
                <a:spcPts val="0"/>
              </a:spcBef>
              <a:spcAft>
                <a:spcPts val="944"/>
              </a:spcAft>
              <a:buClrTx/>
              <a:buSzTx/>
              <a:buFont typeface="Arial" panose="020B0604020202020204" pitchFamily="34" charset="0"/>
              <a:buNone/>
              <a:tabLst/>
              <a:defRPr sz="850"/>
            </a:lvl1pPr>
          </a:lstStyle>
          <a:p>
            <a:pPr>
              <a:spcBef>
                <a:spcPct val="0"/>
              </a:spcBef>
            </a:pPr>
            <a:r>
              <a:rPr lang="en-US" sz="1132" noProof="0">
                <a:solidFill>
                  <a:schemeClr val="bg1"/>
                </a:solidFill>
              </a:rPr>
              <a:t>Co-brand</a:t>
            </a:r>
            <a:br>
              <a:rPr lang="en-US" sz="1132" noProof="0">
                <a:solidFill>
                  <a:schemeClr val="bg1"/>
                </a:solidFill>
              </a:rPr>
            </a:br>
            <a:r>
              <a:rPr lang="en-US" sz="1132"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800328300"/>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3"/>
            <a:ext cx="5468941" cy="1695450"/>
          </a:xfrm>
        </p:spPr>
        <p:txBody>
          <a:bodyPr/>
          <a:lstStyle>
            <a:lvl1pPr>
              <a:spcAft>
                <a:spcPts val="944"/>
              </a:spcAft>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3"/>
            <a:ext cx="5454668" cy="1695450"/>
          </a:xfrm>
        </p:spPr>
        <p:txBody>
          <a:bodyPr/>
          <a:lstStyle>
            <a:lvl1pPr>
              <a:spcAft>
                <a:spcPts val="944"/>
              </a:spcAft>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3"/>
            <a:ext cx="11188700" cy="334099"/>
          </a:xfrm>
        </p:spPr>
        <p:txBody>
          <a:bodyPr/>
          <a:lstStyle/>
          <a:p>
            <a:r>
              <a:rPr lang="en-US" noProof="0"/>
              <a:t>Click to edit Master title style</a:t>
            </a:r>
          </a:p>
        </p:txBody>
      </p:sp>
      <p:sp>
        <p:nvSpPr>
          <p:cNvPr id="4" name="Rectangle 3"/>
          <p:cNvSpPr/>
          <p:nvPr userDrawn="1"/>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44"/>
              </a:spcAft>
            </a:pPr>
            <a:endParaRPr lang="en-US" sz="1038" noProof="0">
              <a:solidFill>
                <a:schemeClr val="bg1"/>
              </a:solidFill>
            </a:endParaRPr>
          </a:p>
        </p:txBody>
      </p:sp>
      <p:sp>
        <p:nvSpPr>
          <p:cNvPr id="5" name="Rectangle 4"/>
          <p:cNvSpPr/>
          <p:nvPr userDrawn="1"/>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44"/>
              </a:spcAft>
            </a:pPr>
            <a:endParaRPr lang="en-US" sz="1038" noProof="0">
              <a:solidFill>
                <a:schemeClr val="bg1"/>
              </a:solidFill>
            </a:endParaRPr>
          </a:p>
        </p:txBody>
      </p:sp>
      <p:sp>
        <p:nvSpPr>
          <p:cNvPr id="7" name="Picture Placeholder 29"/>
          <p:cNvSpPr>
            <a:spLocks noGrp="1"/>
          </p:cNvSpPr>
          <p:nvPr>
            <p:ph type="pic" sz="quarter" idx="20" hasCustomPrompt="1"/>
          </p:nvPr>
        </p:nvSpPr>
        <p:spPr>
          <a:xfrm>
            <a:off x="10424618" y="1857894"/>
            <a:ext cx="1244161" cy="549275"/>
          </a:xfrm>
        </p:spPr>
        <p:txBody>
          <a:bodyPr/>
          <a:lstStyle>
            <a:lvl1pPr marL="0" marR="0" indent="0" algn="l" defTabSz="862686" rtl="0" eaLnBrk="1" fontAlgn="auto" latinLnBrk="0" hangingPunct="1">
              <a:lnSpc>
                <a:spcPct val="100000"/>
              </a:lnSpc>
              <a:spcBef>
                <a:spcPts val="0"/>
              </a:spcBef>
              <a:spcAft>
                <a:spcPts val="944"/>
              </a:spcAft>
              <a:buClrTx/>
              <a:buSzTx/>
              <a:buFont typeface="Arial" panose="020B0604020202020204" pitchFamily="34" charset="0"/>
              <a:buNone/>
              <a:tabLst/>
              <a:defRPr sz="850"/>
            </a:lvl1pPr>
          </a:lstStyle>
          <a:p>
            <a:pPr>
              <a:spcBef>
                <a:spcPct val="0"/>
              </a:spcBef>
            </a:pPr>
            <a:r>
              <a:rPr lang="en-US" sz="1132" noProof="0">
                <a:solidFill>
                  <a:schemeClr val="bg1"/>
                </a:solidFill>
              </a:rPr>
              <a:t>Co-brand</a:t>
            </a:r>
            <a:br>
              <a:rPr lang="en-US" sz="1132" noProof="0">
                <a:solidFill>
                  <a:schemeClr val="bg1"/>
                </a:solidFill>
              </a:rPr>
            </a:br>
            <a:r>
              <a:rPr lang="en-US" sz="1132" noProof="0">
                <a:solidFill>
                  <a:schemeClr val="bg1"/>
                </a:solidFill>
              </a:rPr>
              <a:t>Logo</a:t>
            </a:r>
          </a:p>
          <a:p>
            <a:endParaRPr lang="en-US" noProof="0"/>
          </a:p>
        </p:txBody>
      </p:sp>
      <p:sp>
        <p:nvSpPr>
          <p:cNvPr id="10" name="Text Placeholder 8"/>
          <p:cNvSpPr>
            <a:spLocks noGrp="1"/>
          </p:cNvSpPr>
          <p:nvPr>
            <p:ph type="body" sz="quarter" idx="22"/>
          </p:nvPr>
        </p:nvSpPr>
        <p:spPr>
          <a:xfrm>
            <a:off x="504000" y="4249683"/>
            <a:ext cx="5466824" cy="1695450"/>
          </a:xfrm>
        </p:spPr>
        <p:txBody>
          <a:bodyPr/>
          <a:lstStyle>
            <a:lvl1pPr>
              <a:spcAft>
                <a:spcPts val="944"/>
              </a:spcAft>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5" y="4249683"/>
            <a:ext cx="5452959" cy="1695450"/>
          </a:xfrm>
        </p:spPr>
        <p:txBody>
          <a:bodyPr/>
          <a:lstStyle>
            <a:lvl1pPr>
              <a:spcAft>
                <a:spcPts val="944"/>
              </a:spcAft>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2"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44"/>
              </a:spcAft>
            </a:pPr>
            <a:endParaRPr lang="en-US" sz="1038" noProof="0">
              <a:solidFill>
                <a:schemeClr val="bg1"/>
              </a:solidFill>
            </a:endParaRPr>
          </a:p>
        </p:txBody>
      </p:sp>
      <p:sp>
        <p:nvSpPr>
          <p:cNvPr id="13" name="Rectangle 12"/>
          <p:cNvSpPr/>
          <p:nvPr userDrawn="1"/>
        </p:nvSpPr>
        <p:spPr>
          <a:xfrm>
            <a:off x="6246195"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44"/>
              </a:spcAft>
            </a:pPr>
            <a:endParaRPr lang="en-US" sz="1038" noProof="0">
              <a:solidFill>
                <a:schemeClr val="bg1"/>
              </a:solidFill>
            </a:endParaRPr>
          </a:p>
        </p:txBody>
      </p:sp>
      <p:sp>
        <p:nvSpPr>
          <p:cNvPr id="14" name="Picture Placeholder 29"/>
          <p:cNvSpPr>
            <a:spLocks noGrp="1"/>
          </p:cNvSpPr>
          <p:nvPr>
            <p:ph type="pic" sz="quarter" idx="24" hasCustomPrompt="1"/>
          </p:nvPr>
        </p:nvSpPr>
        <p:spPr>
          <a:xfrm>
            <a:off x="4754495" y="4255708"/>
            <a:ext cx="1239381" cy="549275"/>
          </a:xfrm>
        </p:spPr>
        <p:txBody>
          <a:bodyPr/>
          <a:lstStyle>
            <a:lvl1pPr marL="0" marR="0" indent="0" algn="l" defTabSz="862686" rtl="0" eaLnBrk="1" fontAlgn="auto" latinLnBrk="0" hangingPunct="1">
              <a:lnSpc>
                <a:spcPct val="100000"/>
              </a:lnSpc>
              <a:spcBef>
                <a:spcPts val="0"/>
              </a:spcBef>
              <a:spcAft>
                <a:spcPts val="944"/>
              </a:spcAft>
              <a:buClrTx/>
              <a:buSzTx/>
              <a:buFont typeface="Arial" panose="020B0604020202020204" pitchFamily="34" charset="0"/>
              <a:buNone/>
              <a:tabLst/>
              <a:defRPr sz="850"/>
            </a:lvl1pPr>
          </a:lstStyle>
          <a:p>
            <a:pPr>
              <a:spcBef>
                <a:spcPct val="0"/>
              </a:spcBef>
            </a:pPr>
            <a:r>
              <a:rPr lang="en-US" sz="1132" noProof="0">
                <a:solidFill>
                  <a:schemeClr val="bg1"/>
                </a:solidFill>
              </a:rPr>
              <a:t>Co-brand</a:t>
            </a:r>
            <a:br>
              <a:rPr lang="en-US" sz="1132" noProof="0">
                <a:solidFill>
                  <a:schemeClr val="bg1"/>
                </a:solidFill>
              </a:rPr>
            </a:br>
            <a:r>
              <a:rPr lang="en-US" sz="1132"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4"/>
            <a:ext cx="1244160" cy="549275"/>
          </a:xfrm>
        </p:spPr>
        <p:txBody>
          <a:bodyPr/>
          <a:lstStyle>
            <a:lvl1pPr marL="0" marR="0" indent="0" algn="l" defTabSz="862686" rtl="0" eaLnBrk="1" fontAlgn="auto" latinLnBrk="0" hangingPunct="1">
              <a:lnSpc>
                <a:spcPct val="100000"/>
              </a:lnSpc>
              <a:spcBef>
                <a:spcPts val="0"/>
              </a:spcBef>
              <a:spcAft>
                <a:spcPts val="944"/>
              </a:spcAft>
              <a:buClrTx/>
              <a:buSzTx/>
              <a:buFont typeface="Arial" panose="020B0604020202020204" pitchFamily="34" charset="0"/>
              <a:buNone/>
              <a:tabLst/>
              <a:defRPr sz="850"/>
            </a:lvl1pPr>
          </a:lstStyle>
          <a:p>
            <a:pPr>
              <a:spcBef>
                <a:spcPct val="0"/>
              </a:spcBef>
            </a:pPr>
            <a:r>
              <a:rPr lang="en-US" sz="1132" noProof="0">
                <a:solidFill>
                  <a:schemeClr val="bg1"/>
                </a:solidFill>
              </a:rPr>
              <a:t>Co-brand</a:t>
            </a:r>
            <a:br>
              <a:rPr lang="en-US" sz="1132" noProof="0">
                <a:solidFill>
                  <a:schemeClr val="bg1"/>
                </a:solidFill>
              </a:rPr>
            </a:br>
            <a:r>
              <a:rPr lang="en-US" sz="1132"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2"/>
            <a:ext cx="11197501"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3" y="1863918"/>
            <a:ext cx="1210207" cy="549275"/>
          </a:xfrm>
        </p:spPr>
        <p:txBody>
          <a:bodyPr/>
          <a:lstStyle>
            <a:lvl1pPr marL="0" marR="0" indent="0" algn="l" defTabSz="862686" rtl="0" eaLnBrk="1" fontAlgn="auto" latinLnBrk="0" hangingPunct="1">
              <a:lnSpc>
                <a:spcPct val="100000"/>
              </a:lnSpc>
              <a:spcBef>
                <a:spcPts val="0"/>
              </a:spcBef>
              <a:spcAft>
                <a:spcPts val="944"/>
              </a:spcAft>
              <a:buClrTx/>
              <a:buSzTx/>
              <a:buFont typeface="Arial" panose="020B0604020202020204" pitchFamily="34" charset="0"/>
              <a:buNone/>
              <a:tabLst/>
              <a:defRPr sz="850"/>
            </a:lvl1pPr>
          </a:lstStyle>
          <a:p>
            <a:pPr>
              <a:spcBef>
                <a:spcPct val="0"/>
              </a:spcBef>
            </a:pPr>
            <a:r>
              <a:rPr lang="en-US" sz="1132" noProof="0">
                <a:solidFill>
                  <a:schemeClr val="bg1"/>
                </a:solidFill>
              </a:rPr>
              <a:t>Co-brand</a:t>
            </a:r>
            <a:br>
              <a:rPr lang="en-US" sz="1132" noProof="0">
                <a:solidFill>
                  <a:schemeClr val="bg1"/>
                </a:solidFill>
              </a:rPr>
            </a:br>
            <a:r>
              <a:rPr lang="en-US" sz="1132" noProof="0">
                <a:solidFill>
                  <a:schemeClr val="bg1"/>
                </a:solidFill>
              </a:rPr>
              <a:t>Logo</a:t>
            </a:r>
          </a:p>
          <a:p>
            <a:endParaRPr lang="en-US" noProof="0"/>
          </a:p>
        </p:txBody>
      </p:sp>
    </p:spTree>
    <p:extLst>
      <p:ext uri="{BB962C8B-B14F-4D97-AF65-F5344CB8AC3E}">
        <p14:creationId xmlns:p14="http://schemas.microsoft.com/office/powerpoint/2010/main" val="3310366023"/>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3"/>
            <a:ext cx="11188700" cy="334099"/>
          </a:xfrm>
        </p:spPr>
        <p:txBody>
          <a:bodyPr/>
          <a:lstStyle/>
          <a:p>
            <a:r>
              <a:rPr lang="en-US" noProof="0"/>
              <a:t>Click to edit Master title style</a:t>
            </a:r>
          </a:p>
        </p:txBody>
      </p:sp>
      <p:sp>
        <p:nvSpPr>
          <p:cNvPr id="4" name="Rectangle 3"/>
          <p:cNvSpPr/>
          <p:nvPr userDrawn="1"/>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a:solidFill>
                <a:schemeClr val="bg1"/>
              </a:solidFill>
            </a:endParaRPr>
          </a:p>
        </p:txBody>
      </p:sp>
      <p:sp>
        <p:nvSpPr>
          <p:cNvPr id="5" name="Rectangle 4"/>
          <p:cNvSpPr/>
          <p:nvPr userDrawn="1"/>
        </p:nvSpPr>
        <p:spPr>
          <a:xfrm>
            <a:off x="504000" y="1700215"/>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a:solidFill>
                <a:schemeClr val="bg1"/>
              </a:solidFill>
            </a:endParaRPr>
          </a:p>
        </p:txBody>
      </p:sp>
      <p:sp>
        <p:nvSpPr>
          <p:cNvPr id="7" name="Text Placeholder 8"/>
          <p:cNvSpPr>
            <a:spLocks noGrp="1"/>
          </p:cNvSpPr>
          <p:nvPr>
            <p:ph type="body" sz="quarter" idx="17"/>
          </p:nvPr>
        </p:nvSpPr>
        <p:spPr>
          <a:xfrm>
            <a:off x="4325713" y="1851441"/>
            <a:ext cx="3540577" cy="3845754"/>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0" y="1851441"/>
            <a:ext cx="3571153" cy="3845754"/>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1" y="651602"/>
            <a:ext cx="11162349"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74113058"/>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3"/>
            <a:ext cx="11188700"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9" y="2556000"/>
            <a:ext cx="2592000" cy="3394800"/>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7" y="2556000"/>
            <a:ext cx="2592000" cy="3394800"/>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238007106"/>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944"/>
              </a:spcAft>
              <a:defRPr>
                <a:solidFill>
                  <a:schemeClr val="bg1"/>
                </a:solidFill>
              </a:defRPr>
            </a:lvl2pPr>
            <a:lvl3pPr marL="0" indent="0">
              <a:spcAft>
                <a:spcPts val="944"/>
              </a:spcAft>
              <a:buNone/>
              <a:defRPr>
                <a:solidFill>
                  <a:schemeClr val="bg1"/>
                </a:solidFill>
              </a:defRPr>
            </a:lvl3pPr>
            <a:lvl4pPr marL="166424" indent="-166424">
              <a:spcAft>
                <a:spcPts val="944"/>
              </a:spcAft>
              <a:buFont typeface="Arial" panose="020B0604020202020204" pitchFamily="34" charset="0"/>
              <a:buChar char="•"/>
              <a:defRPr>
                <a:solidFill>
                  <a:schemeClr val="bg1"/>
                </a:solidFill>
              </a:defRPr>
            </a:lvl4pPr>
            <a:lvl5pPr marL="336244" indent="-166424">
              <a:spcAft>
                <a:spcPts val="944"/>
              </a:spcAft>
              <a:defRPr baseline="0">
                <a:solidFill>
                  <a:schemeClr val="bg1"/>
                </a:solidFill>
              </a:defRPr>
            </a:lvl5pPr>
            <a:lvl6pPr marL="336244" indent="-166424">
              <a:spcAft>
                <a:spcPts val="944"/>
              </a:spcAft>
              <a:buFont typeface="Verdana" panose="020B0604030504040204" pitchFamily="34" charset="0"/>
              <a:buChar char="−"/>
              <a:defRPr>
                <a:solidFill>
                  <a:schemeClr val="bg1"/>
                </a:solidFill>
              </a:defRPr>
            </a:lvl6pPr>
            <a:lvl7pPr marL="336244" indent="-166424">
              <a:spcAft>
                <a:spcPts val="944"/>
              </a:spcAft>
              <a:defRPr>
                <a:solidFill>
                  <a:schemeClr val="bg1"/>
                </a:solidFill>
              </a:defRPr>
            </a:lvl7pPr>
            <a:lvl8pPr marL="336244" indent="-166424">
              <a:spcAft>
                <a:spcPts val="944"/>
              </a:spcAft>
              <a:defRPr>
                <a:solidFill>
                  <a:schemeClr val="bg1"/>
                </a:solidFill>
              </a:defRPr>
            </a:lvl8pPr>
            <a:lvl9pPr marL="336244" indent="-166424">
              <a:spcAft>
                <a:spcPts val="944"/>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944"/>
              </a:spcAft>
              <a:defRPr>
                <a:solidFill>
                  <a:schemeClr val="bg1"/>
                </a:solidFill>
              </a:defRPr>
            </a:lvl2pPr>
            <a:lvl3pPr marL="0" indent="0">
              <a:spcAft>
                <a:spcPts val="944"/>
              </a:spcAft>
              <a:buNone/>
              <a:defRPr>
                <a:solidFill>
                  <a:schemeClr val="bg1"/>
                </a:solidFill>
              </a:defRPr>
            </a:lvl3pPr>
            <a:lvl4pPr marL="166424" indent="-166424">
              <a:spcAft>
                <a:spcPts val="944"/>
              </a:spcAft>
              <a:buFont typeface="Arial" panose="020B0604020202020204" pitchFamily="34" charset="0"/>
              <a:buChar char="•"/>
              <a:defRPr>
                <a:solidFill>
                  <a:schemeClr val="bg1"/>
                </a:solidFill>
              </a:defRPr>
            </a:lvl4pPr>
            <a:lvl5pPr marL="336244" indent="-166424">
              <a:spcAft>
                <a:spcPts val="944"/>
              </a:spcAft>
              <a:defRPr baseline="0">
                <a:solidFill>
                  <a:schemeClr val="bg1"/>
                </a:solidFill>
              </a:defRPr>
            </a:lvl5pPr>
            <a:lvl6pPr marL="336244" indent="-166424">
              <a:spcAft>
                <a:spcPts val="944"/>
              </a:spcAft>
              <a:buFont typeface="Verdana" panose="020B0604030504040204" pitchFamily="34" charset="0"/>
              <a:buChar char="−"/>
              <a:defRPr>
                <a:solidFill>
                  <a:schemeClr val="bg1"/>
                </a:solidFill>
              </a:defRPr>
            </a:lvl6pPr>
            <a:lvl7pPr marL="336244" indent="-166424">
              <a:spcAft>
                <a:spcPts val="944"/>
              </a:spcAft>
              <a:defRPr>
                <a:solidFill>
                  <a:schemeClr val="bg1"/>
                </a:solidFill>
              </a:defRPr>
            </a:lvl7pPr>
            <a:lvl8pPr marL="336244" indent="-166424">
              <a:spcAft>
                <a:spcPts val="944"/>
              </a:spcAft>
              <a:defRPr>
                <a:solidFill>
                  <a:schemeClr val="bg1"/>
                </a:solidFill>
              </a:defRPr>
            </a:lvl8pPr>
            <a:lvl9pPr marL="336244" indent="-166424">
              <a:spcAft>
                <a:spcPts val="944"/>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944"/>
              </a:spcAft>
              <a:defRPr>
                <a:solidFill>
                  <a:schemeClr val="bg1"/>
                </a:solidFill>
              </a:defRPr>
            </a:lvl2pPr>
            <a:lvl3pPr marL="0" indent="0">
              <a:spcAft>
                <a:spcPts val="944"/>
              </a:spcAft>
              <a:buNone/>
              <a:defRPr>
                <a:solidFill>
                  <a:schemeClr val="bg1"/>
                </a:solidFill>
              </a:defRPr>
            </a:lvl3pPr>
            <a:lvl4pPr marL="166424" indent="-166424">
              <a:spcAft>
                <a:spcPts val="944"/>
              </a:spcAft>
              <a:buFont typeface="Arial" panose="020B0604020202020204" pitchFamily="34" charset="0"/>
              <a:buChar char="•"/>
              <a:defRPr>
                <a:solidFill>
                  <a:schemeClr val="bg1"/>
                </a:solidFill>
              </a:defRPr>
            </a:lvl4pPr>
            <a:lvl5pPr marL="336244" indent="-166424">
              <a:spcAft>
                <a:spcPts val="944"/>
              </a:spcAft>
              <a:defRPr baseline="0">
                <a:solidFill>
                  <a:schemeClr val="bg1"/>
                </a:solidFill>
              </a:defRPr>
            </a:lvl5pPr>
            <a:lvl6pPr marL="336244" indent="-166424">
              <a:spcAft>
                <a:spcPts val="944"/>
              </a:spcAft>
              <a:buFont typeface="Verdana" panose="020B0604030504040204" pitchFamily="34" charset="0"/>
              <a:buChar char="−"/>
              <a:defRPr>
                <a:solidFill>
                  <a:schemeClr val="bg1"/>
                </a:solidFill>
              </a:defRPr>
            </a:lvl6pPr>
            <a:lvl7pPr marL="336244" indent="-166424">
              <a:spcAft>
                <a:spcPts val="944"/>
              </a:spcAft>
              <a:defRPr>
                <a:solidFill>
                  <a:schemeClr val="bg1"/>
                </a:solidFill>
              </a:defRPr>
            </a:lvl7pPr>
            <a:lvl8pPr marL="336244" indent="-166424">
              <a:spcAft>
                <a:spcPts val="944"/>
              </a:spcAft>
              <a:defRPr>
                <a:solidFill>
                  <a:schemeClr val="bg1"/>
                </a:solidFill>
              </a:defRPr>
            </a:lvl8pPr>
            <a:lvl9pPr marL="336244" indent="-166424">
              <a:spcAft>
                <a:spcPts val="944"/>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944"/>
              </a:spcAft>
              <a:defRPr>
                <a:solidFill>
                  <a:schemeClr val="bg1"/>
                </a:solidFill>
              </a:defRPr>
            </a:lvl2pPr>
            <a:lvl3pPr marL="0" indent="0">
              <a:spcAft>
                <a:spcPts val="944"/>
              </a:spcAft>
              <a:buNone/>
              <a:defRPr>
                <a:solidFill>
                  <a:schemeClr val="bg1"/>
                </a:solidFill>
              </a:defRPr>
            </a:lvl3pPr>
            <a:lvl4pPr marL="166424" indent="-166424">
              <a:spcAft>
                <a:spcPts val="944"/>
              </a:spcAft>
              <a:buFont typeface="Arial" panose="020B0604020202020204" pitchFamily="34" charset="0"/>
              <a:buChar char="•"/>
              <a:defRPr>
                <a:solidFill>
                  <a:schemeClr val="bg1"/>
                </a:solidFill>
              </a:defRPr>
            </a:lvl4pPr>
            <a:lvl5pPr marL="336244" indent="-166424">
              <a:spcAft>
                <a:spcPts val="944"/>
              </a:spcAft>
              <a:defRPr baseline="0">
                <a:solidFill>
                  <a:schemeClr val="bg1"/>
                </a:solidFill>
              </a:defRPr>
            </a:lvl5pPr>
            <a:lvl6pPr marL="336244" indent="-166424">
              <a:spcAft>
                <a:spcPts val="944"/>
              </a:spcAft>
              <a:buFont typeface="Verdana" panose="020B0604030504040204" pitchFamily="34" charset="0"/>
              <a:buChar char="−"/>
              <a:defRPr>
                <a:solidFill>
                  <a:schemeClr val="bg1"/>
                </a:solidFill>
              </a:defRPr>
            </a:lvl6pPr>
            <a:lvl7pPr marL="336244" indent="-166424">
              <a:spcAft>
                <a:spcPts val="944"/>
              </a:spcAft>
              <a:defRPr>
                <a:solidFill>
                  <a:schemeClr val="bg1"/>
                </a:solidFill>
              </a:defRPr>
            </a:lvl7pPr>
            <a:lvl8pPr marL="336244" indent="-166424">
              <a:spcAft>
                <a:spcPts val="944"/>
              </a:spcAft>
              <a:defRPr>
                <a:solidFill>
                  <a:schemeClr val="bg1"/>
                </a:solidFill>
              </a:defRPr>
            </a:lvl8pPr>
            <a:lvl9pPr marL="336244" indent="-166424">
              <a:spcAft>
                <a:spcPts val="944"/>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1" y="687695"/>
            <a:ext cx="11188701" cy="757255"/>
          </a:xfrm>
          <a:prstGeom prst="rect">
            <a:avLst/>
          </a:prstGeom>
        </p:spPr>
        <p:txBody>
          <a:bodyPr lIns="0" tIns="0" rIns="0" bIns="0">
            <a:noAutofit/>
          </a:bodyPr>
          <a:lstStyle>
            <a:lvl1pPr marL="0" indent="0">
              <a:buNone/>
              <a:defRPr sz="1711" b="0">
                <a:solidFill>
                  <a:schemeClr val="bg1"/>
                </a:solidFill>
              </a:defRPr>
            </a:lvl1pPr>
          </a:lstStyle>
          <a:p>
            <a:pPr lvl="0"/>
            <a:r>
              <a:rPr lang="en-US" noProof="0"/>
              <a:t>Click to add subtitle</a:t>
            </a:r>
          </a:p>
        </p:txBody>
      </p:sp>
      <p:sp>
        <p:nvSpPr>
          <p:cNvPr id="13" name="TextBox 12"/>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a:solidFill>
                  <a:schemeClr val="bg1"/>
                </a:solidFill>
              </a:rPr>
              <a:t>Presentation title</a:t>
            </a:r>
            <a:br>
              <a:rPr lang="en-US" sz="613" noProof="0">
                <a:solidFill>
                  <a:schemeClr val="bg1"/>
                </a:solidFill>
              </a:rPr>
            </a:br>
            <a:r>
              <a:rPr lang="en-US" sz="613" noProof="0">
                <a:solidFill>
                  <a:schemeClr val="bg1"/>
                </a:solidFill>
              </a:rPr>
              <a:t>[To edit, click View &gt; Slide Master &gt; Slide Master]</a:t>
            </a:r>
          </a:p>
        </p:txBody>
      </p:sp>
      <p:sp>
        <p:nvSpPr>
          <p:cNvPr id="14" name="TextBox 13"/>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a:solidFill>
                  <a:schemeClr val="bg1"/>
                </a:solidFill>
              </a:rPr>
              <a:t>©2016 Deloitte Shared Services India LLP</a:t>
            </a:r>
            <a:endParaRPr lang="fr-FR" sz="613" noProof="0">
              <a:solidFill>
                <a:schemeClr val="bg1"/>
              </a:solidFill>
            </a:endParaRPr>
          </a:p>
        </p:txBody>
      </p:sp>
      <p:sp>
        <p:nvSpPr>
          <p:cNvPr id="15" name="TextBox 14"/>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a:solidFill>
                <a:schemeClr val="bg1"/>
              </a:solidFill>
            </a:endParaRPr>
          </a:p>
        </p:txBody>
      </p:sp>
    </p:spTree>
    <p:extLst>
      <p:ext uri="{BB962C8B-B14F-4D97-AF65-F5344CB8AC3E}">
        <p14:creationId xmlns:p14="http://schemas.microsoft.com/office/powerpoint/2010/main" val="438929139"/>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1" y="1665289"/>
            <a:ext cx="5594351"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149310507"/>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804430642"/>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0164042"/>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userDrawn="1">
  <p:cSld name="1_Title Slide - Black">
    <p:bg bwMode="gray">
      <p:bgRef idx="1001">
        <a:schemeClr val="bg1"/>
      </p:bgRef>
    </p:bg>
    <p:spTree>
      <p:nvGrpSpPr>
        <p:cNvPr id="1" name=""/>
        <p:cNvGrpSpPr/>
        <p:nvPr/>
      </p:nvGrpSpPr>
      <p:grpSpPr>
        <a:xfrm>
          <a:off x="0" y="0"/>
          <a:ext cx="0" cy="0"/>
          <a:chOff x="0" y="0"/>
          <a:chExt cx="0" cy="0"/>
        </a:xfrm>
      </p:grpSpPr>
      <p:pic>
        <p:nvPicPr>
          <p:cNvPr id="20" name="Background Picture 3"/>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2189600" cy="6858000"/>
          </a:xfrm>
          <a:prstGeom prst="rect">
            <a:avLst/>
          </a:prstGeom>
        </p:spPr>
      </p:pic>
      <p:sp>
        <p:nvSpPr>
          <p:cNvPr id="33" name="Picture Placeholder 8"/>
          <p:cNvSpPr>
            <a:spLocks noGrp="1"/>
          </p:cNvSpPr>
          <p:nvPr>
            <p:ph type="pic" sz="quarter" idx="11"/>
          </p:nvPr>
        </p:nvSpPr>
        <p:spPr>
          <a:xfrm>
            <a:off x="3393716" y="727595"/>
            <a:ext cx="5400000" cy="5400000"/>
          </a:xfrm>
          <a:prstGeom prst="rect">
            <a:avLst/>
          </a:prstGeom>
        </p:spPr>
        <p:txBody>
          <a:bodyPr/>
          <a:lstStyle>
            <a:lvl1pPr>
              <a:defRPr>
                <a:solidFill>
                  <a:schemeClr val="tx1"/>
                </a:solidFill>
              </a:defRPr>
            </a:lvl1pPr>
          </a:lstStyle>
          <a:p>
            <a:r>
              <a:rPr lang="en-GB" noProof="0"/>
              <a:t>Click icon to add picture</a:t>
            </a:r>
          </a:p>
        </p:txBody>
      </p:sp>
      <p:sp>
        <p:nvSpPr>
          <p:cNvPr id="2" name="Title"/>
          <p:cNvSpPr>
            <a:spLocks noGrp="1"/>
          </p:cNvSpPr>
          <p:nvPr>
            <p:ph type="ctrTitle" hasCustomPrompt="1"/>
          </p:nvPr>
        </p:nvSpPr>
        <p:spPr bwMode="gray">
          <a:xfrm>
            <a:off x="475200" y="5480578"/>
            <a:ext cx="5620800" cy="324000"/>
          </a:xfrm>
        </p:spPr>
        <p:txBody>
          <a:bodyPr anchor="b"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GB"/>
              <a:t>Presentation  title runs here</a:t>
            </a:r>
            <a:endParaRPr lang="en-GB" noProof="0"/>
          </a:p>
        </p:txBody>
      </p:sp>
      <p:sp>
        <p:nvSpPr>
          <p:cNvPr id="3" name="Subtitle"/>
          <p:cNvSpPr>
            <a:spLocks noGrp="1"/>
          </p:cNvSpPr>
          <p:nvPr>
            <p:ph type="subTitle" idx="1" hasCustomPrompt="1"/>
          </p:nvPr>
        </p:nvSpPr>
        <p:spPr bwMode="gray">
          <a:xfrm>
            <a:off x="475200" y="5845180"/>
            <a:ext cx="5620800"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pPr lvl="0"/>
            <a:r>
              <a:rPr lang="en-GB"/>
              <a:t>Subtitle here two lines max</a:t>
            </a:r>
          </a:p>
        </p:txBody>
      </p:sp>
      <p:sp>
        <p:nvSpPr>
          <p:cNvPr id="18" name="SD_ART_Logo_White"/>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78483047" name="LogoFrontSlide"/>
          <p:cNvPicPr>
            <a:picLocks noChangeAspect="1"/>
          </p:cNvPicPr>
          <p:nvPr/>
        </p:nvPicPr>
        <p:blipFill>
          <a:blip r:embed="rId3"/>
          <a:stretch>
            <a:fillRect/>
          </a:stretch>
        </p:blipFill>
        <p:spPr>
          <a:xfrm>
            <a:off x="413999" y="503999"/>
            <a:ext cx="2790621" cy="1223201"/>
          </a:xfrm>
          <a:prstGeom prst="rect">
            <a:avLst/>
          </a:prstGeom>
        </p:spPr>
      </p:pic>
      <p:sp>
        <p:nvSpPr>
          <p:cNvPr id="4" name="Footer Placeholder 3" hidden="1"/>
          <p:cNvSpPr>
            <a:spLocks noGrp="1"/>
          </p:cNvSpPr>
          <p:nvPr>
            <p:ph type="ftr" sz="quarter" idx="12"/>
          </p:nvPr>
        </p:nvSpPr>
        <p:spPr>
          <a:xfrm>
            <a:off x="6184900" y="6476999"/>
            <a:ext cx="4536726" cy="244476"/>
          </a:xfrm>
          <a:prstGeom prst="rect">
            <a:avLst/>
          </a:prstGeom>
        </p:spPr>
        <p:txBody>
          <a:bodyPr/>
          <a:lstStyle>
            <a:lvl1pPr>
              <a:defRPr>
                <a:solidFill>
                  <a:schemeClr val="bg1"/>
                </a:solidFill>
              </a:defRPr>
            </a:lvl1pPr>
          </a:lstStyle>
          <a:p>
            <a:endParaRPr lang="en-GB"/>
          </a:p>
        </p:txBody>
      </p:sp>
    </p:spTree>
    <p:extLst>
      <p:ext uri="{BB962C8B-B14F-4D97-AF65-F5344CB8AC3E}">
        <p14:creationId xmlns:p14="http://schemas.microsoft.com/office/powerpoint/2010/main" val="363625935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2_Title &amp; subtitle (Sentence Cas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90"/>
          <a:ext cx="1588" cy="1587"/>
        </p:xfrm>
        <a:graphic>
          <a:graphicData uri="http://schemas.openxmlformats.org/presentationml/2006/ole">
            <mc:AlternateContent xmlns:mc="http://schemas.openxmlformats.org/markup-compatibility/2006">
              <mc:Choice xmlns:v="urn:schemas-microsoft-com:vml" Requires="v">
                <p:oleObj spid="_x0000_s140289" name="think-cell Slide" r:id="rId5" imgW="530" imgH="531" progId="TCLayout.ActiveDocument.1">
                  <p:embed/>
                </p:oleObj>
              </mc:Choice>
              <mc:Fallback>
                <p:oleObj name="think-cell Slide" r:id="rId5" imgW="530" imgH="531" progId="TCLayout.ActiveDocument.1">
                  <p:embed/>
                  <p:pic>
                    <p:nvPicPr>
                      <p:cNvPr id="3" name="Object 2" hidden="1"/>
                      <p:cNvPicPr/>
                      <p:nvPr/>
                    </p:nvPicPr>
                    <p:blipFill>
                      <a:blip r:embed="rId6"/>
                      <a:stretch>
                        <a:fillRect/>
                      </a:stretch>
                    </p:blipFill>
                    <p:spPr>
                      <a:xfrm>
                        <a:off x="1588" y="1590"/>
                        <a:ext cx="1588" cy="1587"/>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1" y="1"/>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marL="0" lvl="0" indent="0" algn="ctr" eaLnBrk="1">
              <a:lnSpc>
                <a:spcPct val="100000"/>
              </a:lnSpc>
              <a:spcBef>
                <a:spcPct val="0"/>
              </a:spcBef>
              <a:spcAft>
                <a:spcPct val="0"/>
              </a:spcAft>
              <a:buFont typeface="Wingdings 2" pitchFamily="18" charset="2"/>
              <a:buNone/>
            </a:pPr>
            <a:endParaRPr lang="en-US" sz="1799" b="1" i="0" baseline="0">
              <a:solidFill>
                <a:schemeClr val="bg1"/>
              </a:solidFill>
              <a:latin typeface="CorpoS"/>
              <a:ea typeface="+mj-ea"/>
              <a:cs typeface="+mj-cs"/>
              <a:sym typeface="CorpoS"/>
            </a:endParaRPr>
          </a:p>
        </p:txBody>
      </p:sp>
      <p:sp>
        <p:nvSpPr>
          <p:cNvPr id="5" name="Title Placeholder 1"/>
          <p:cNvSpPr>
            <a:spLocks noGrp="1"/>
          </p:cNvSpPr>
          <p:nvPr>
            <p:ph type="title" hasCustomPrompt="1"/>
          </p:nvPr>
        </p:nvSpPr>
        <p:spPr>
          <a:xfrm>
            <a:off x="628324" y="549348"/>
            <a:ext cx="10932181" cy="547298"/>
          </a:xfrm>
          <a:prstGeom prst="rect">
            <a:avLst/>
          </a:prstGeom>
        </p:spPr>
        <p:txBody>
          <a:bodyPr vert="horz" lIns="0" tIns="0" rIns="0" bIns="0" rtlCol="0" anchor="t" anchorCtr="0">
            <a:noAutofit/>
          </a:bodyPr>
          <a:lstStyle>
            <a:lvl1pPr>
              <a:lnSpc>
                <a:spcPct val="100000"/>
              </a:lnSpc>
              <a:defRPr sz="1799" b="1" cap="none" baseline="0">
                <a:solidFill>
                  <a:schemeClr val="accent2"/>
                </a:solidFill>
              </a:defRPr>
            </a:lvl1pPr>
          </a:lstStyle>
          <a:p>
            <a:r>
              <a:rPr lang="en-US" noProof="0"/>
              <a:t>Click to edit master title style</a:t>
            </a:r>
          </a:p>
        </p:txBody>
      </p:sp>
      <p:sp>
        <p:nvSpPr>
          <p:cNvPr id="10" name="Foliennummernplatzhalter 5"/>
          <p:cNvSpPr>
            <a:spLocks noGrp="1"/>
          </p:cNvSpPr>
          <p:nvPr>
            <p:ph type="sldNum" sz="quarter" idx="4"/>
          </p:nvPr>
        </p:nvSpPr>
        <p:spPr>
          <a:xfrm>
            <a:off x="11036804" y="6564880"/>
            <a:ext cx="523974" cy="215950"/>
          </a:xfrm>
          <a:prstGeom prst="rect">
            <a:avLst/>
          </a:prstGeom>
        </p:spPr>
        <p:txBody>
          <a:bodyPr vert="horz" lIns="0" tIns="0" rIns="0" bIns="0" rtlCol="0" anchor="t" anchorCtr="0"/>
          <a:lstStyle>
            <a:lvl1pPr marL="0" indent="0" algn="l">
              <a:spcBef>
                <a:spcPts val="0"/>
              </a:spcBef>
              <a:buFont typeface="Arial" panose="020B0604020202020204" pitchFamily="34" charset="0"/>
              <a:buNone/>
              <a:defRPr sz="1199">
                <a:solidFill>
                  <a:schemeClr val="tx1"/>
                </a:solidFill>
                <a:latin typeface="+mn-lt"/>
              </a:defRPr>
            </a:lvl1pPr>
            <a:lvl2pPr marL="0" indent="0" algn="l">
              <a:spcBef>
                <a:spcPts val="0"/>
              </a:spcBef>
              <a:defRPr sz="1199">
                <a:latin typeface="+mn-lt"/>
              </a:defRPr>
            </a:lvl2pPr>
            <a:lvl3pPr marL="0" indent="0" algn="l">
              <a:spcBef>
                <a:spcPts val="0"/>
              </a:spcBef>
              <a:defRPr sz="1199">
                <a:latin typeface="+mn-lt"/>
              </a:defRPr>
            </a:lvl3pPr>
            <a:lvl4pPr marL="0" indent="0" algn="l">
              <a:spcBef>
                <a:spcPts val="0"/>
              </a:spcBef>
              <a:defRPr sz="1199">
                <a:latin typeface="+mn-lt"/>
              </a:defRPr>
            </a:lvl4pPr>
            <a:lvl5pPr marL="0" indent="0" algn="l">
              <a:spcBef>
                <a:spcPts val="0"/>
              </a:spcBef>
              <a:defRPr sz="1199">
                <a:latin typeface="+mn-lt"/>
              </a:defRPr>
            </a:lvl5pPr>
            <a:lvl6pPr marL="0" indent="0" algn="l">
              <a:spcBef>
                <a:spcPts val="0"/>
              </a:spcBef>
              <a:defRPr sz="1199">
                <a:latin typeface="+mn-lt"/>
              </a:defRPr>
            </a:lvl6pPr>
            <a:lvl7pPr marL="0" indent="0" algn="l">
              <a:spcBef>
                <a:spcPts val="0"/>
              </a:spcBef>
              <a:defRPr sz="1199">
                <a:latin typeface="+mn-lt"/>
              </a:defRPr>
            </a:lvl7pPr>
            <a:lvl8pPr marL="0" indent="0" algn="l">
              <a:spcBef>
                <a:spcPts val="0"/>
              </a:spcBef>
              <a:defRPr sz="1199">
                <a:latin typeface="+mn-lt"/>
              </a:defRPr>
            </a:lvl8pPr>
            <a:lvl9pPr marL="0" indent="0" algn="l">
              <a:spcBef>
                <a:spcPts val="0"/>
              </a:spcBef>
              <a:defRPr sz="1199">
                <a:latin typeface="+mn-lt"/>
              </a:defRPr>
            </a:lvl9pPr>
          </a:lstStyle>
          <a:p>
            <a:pPr algn="r"/>
            <a:r>
              <a:rPr lang="en-GB"/>
              <a:t> </a:t>
            </a:r>
            <a:fld id="{52531704-8F80-415D-BD2B-6B9991AE822F}" type="slidenum">
              <a:rPr lang="en-GB" smtClean="0"/>
              <a:pPr algn="r"/>
              <a:t>‹#›</a:t>
            </a:fld>
            <a:endParaRPr lang="en-GB"/>
          </a:p>
        </p:txBody>
      </p:sp>
    </p:spTree>
    <p:extLst>
      <p:ext uri="{BB962C8B-B14F-4D97-AF65-F5344CB8AC3E}">
        <p14:creationId xmlns:p14="http://schemas.microsoft.com/office/powerpoint/2010/main" val="4112332743"/>
      </p:ext>
    </p:extLst>
  </p:cSld>
  <p:clrMapOvr>
    <a:masterClrMapping/>
  </p:clrMapOvr>
  <p:extLst>
    <p:ext uri="{DCECCB84-F9BA-43D5-87BE-67443E8EF086}">
      <p15:sldGuideLst xmlns:p15="http://schemas.microsoft.com/office/powerpoint/2012/main">
        <p15:guide id="1" pos="3842">
          <p15:clr>
            <a:srgbClr val="FBAE40"/>
          </p15:clr>
        </p15:guide>
        <p15:guide id="2" orient="horz" pos="890">
          <p15:clr>
            <a:srgbClr val="FBAE40"/>
          </p15:clr>
        </p15:guide>
        <p15:guide id="3" orient="horz" pos="1163">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13BE68E-7E26-4520-A69B-80ECD0EE566C}" type="datetimeFigureOut">
              <a:rPr lang="en-IN" smtClean="0"/>
              <a:t>08-08-2023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2E4BD1-D6E2-4350-AF94-E36EED65F159}" type="slidenum">
              <a:rPr lang="en-IN" smtClean="0"/>
              <a:t>‹#›</a:t>
            </a:fld>
            <a:endParaRPr lang="en-IN"/>
          </a:p>
        </p:txBody>
      </p:sp>
    </p:spTree>
    <p:extLst>
      <p:ext uri="{BB962C8B-B14F-4D97-AF65-F5344CB8AC3E}">
        <p14:creationId xmlns:p14="http://schemas.microsoft.com/office/powerpoint/2010/main" val="364684852"/>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a:t>Click icon to add picture</a:t>
            </a:r>
            <a:endParaRPr lang="en-GB"/>
          </a:p>
        </p:txBody>
      </p:sp>
      <p:sp>
        <p:nvSpPr>
          <p:cNvPr id="2" name="Title 1"/>
          <p:cNvSpPr>
            <a:spLocks noGrp="1"/>
          </p:cNvSpPr>
          <p:nvPr>
            <p:ph type="ctrTitle"/>
          </p:nvPr>
        </p:nvSpPr>
        <p:spPr bwMode="gray">
          <a:xfrm>
            <a:off x="501652" y="5549440"/>
            <a:ext cx="5594349" cy="324000"/>
          </a:xfrm>
        </p:spPr>
        <p:txBody>
          <a:bodyPr anchor="t"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457209" indent="0" algn="ctr">
              <a:buNone/>
              <a:defRPr sz="2000"/>
            </a:lvl2pPr>
            <a:lvl3pPr marL="914417" indent="0" algn="ctr">
              <a:buNone/>
              <a:defRPr sz="1800"/>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p:nvGrpSpPr>
        <p:grpSpPr>
          <a:xfrm>
            <a:off x="503988" y="378000"/>
            <a:ext cx="2160000" cy="307976"/>
            <a:chOff x="398463" y="404813"/>
            <a:chExt cx="1627187" cy="307976"/>
          </a:xfrm>
          <a:solidFill>
            <a:schemeClr val="tx1"/>
          </a:solidFill>
        </p:grpSpPr>
        <p:sp>
          <p:nvSpPr>
            <p:cNvPr id="8"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0"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1"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2"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3"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4"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5"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6"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7"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8"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grpSp>
    </p:spTree>
    <p:extLst>
      <p:ext uri="{BB962C8B-B14F-4D97-AF65-F5344CB8AC3E}">
        <p14:creationId xmlns:p14="http://schemas.microsoft.com/office/powerpoint/2010/main" val="3275352401"/>
      </p:ext>
    </p:extLst>
  </p:cSld>
  <p:clrMapOvr>
    <a:masterClrMapping/>
  </p:clrMapOvr>
  <p:transition>
    <p:fade/>
  </p:transition>
  <p:extLst>
    <p:ext uri="{DCECCB84-F9BA-43D5-87BE-67443E8EF086}">
      <p15:sldGuideLst xmlns:p15="http://schemas.microsoft.com/office/powerpoint/2012/main">
        <p15:guide id="1" orient="horz" pos="3707" userDrawn="1">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457209" indent="0" algn="ctr">
              <a:buNone/>
              <a:defRPr sz="2000"/>
            </a:lvl2pPr>
            <a:lvl3pPr marL="914417" indent="0" algn="ctr">
              <a:buNone/>
              <a:defRPr sz="1800"/>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p:nvGrpSpPr>
        <p:grpSpPr>
          <a:xfrm>
            <a:off x="503988" y="378000"/>
            <a:ext cx="2160000" cy="307976"/>
            <a:chOff x="398463" y="404813"/>
            <a:chExt cx="1627187" cy="307976"/>
          </a:xfrm>
          <a:solidFill>
            <a:schemeClr val="tx1"/>
          </a:solidFill>
        </p:grpSpPr>
        <p:sp>
          <p:nvSpPr>
            <p:cNvPr id="8"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a:solidFill>
                  <a:schemeClr val="bg1"/>
                </a:solidFill>
              </a:endParaRPr>
            </a:p>
          </p:txBody>
        </p:sp>
        <p:sp>
          <p:nvSpPr>
            <p:cNvPr id="10"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a:solidFill>
                  <a:schemeClr val="bg1"/>
                </a:solidFill>
              </a:endParaRPr>
            </a:p>
          </p:txBody>
        </p:sp>
        <p:sp>
          <p:nvSpPr>
            <p:cNvPr id="11"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053" noProof="0">
                <a:solidFill>
                  <a:schemeClr val="bg1"/>
                </a:solidFill>
              </a:endParaRPr>
            </a:p>
          </p:txBody>
        </p:sp>
        <p:sp>
          <p:nvSpPr>
            <p:cNvPr id="12"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a:solidFill>
                  <a:schemeClr val="bg1"/>
                </a:solidFill>
              </a:endParaRPr>
            </a:p>
          </p:txBody>
        </p:sp>
        <p:sp>
          <p:nvSpPr>
            <p:cNvPr id="13"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053" noProof="0">
                <a:solidFill>
                  <a:schemeClr val="bg1"/>
                </a:solidFill>
              </a:endParaRPr>
            </a:p>
          </p:txBody>
        </p:sp>
        <p:sp>
          <p:nvSpPr>
            <p:cNvPr id="14"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053" noProof="0">
                <a:solidFill>
                  <a:schemeClr val="bg1"/>
                </a:solidFill>
              </a:endParaRPr>
            </a:p>
          </p:txBody>
        </p:sp>
        <p:sp>
          <p:nvSpPr>
            <p:cNvPr id="15"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a:solidFill>
                  <a:schemeClr val="bg1"/>
                </a:solidFill>
              </a:endParaRPr>
            </a:p>
          </p:txBody>
        </p:sp>
        <p:sp>
          <p:nvSpPr>
            <p:cNvPr id="16"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a:solidFill>
                  <a:schemeClr val="bg1"/>
                </a:solidFill>
              </a:endParaRPr>
            </a:p>
          </p:txBody>
        </p:sp>
        <p:sp>
          <p:nvSpPr>
            <p:cNvPr id="17"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a:solidFill>
                  <a:schemeClr val="bg1"/>
                </a:solidFill>
              </a:endParaRPr>
            </a:p>
          </p:txBody>
        </p:sp>
        <p:sp>
          <p:nvSpPr>
            <p:cNvPr id="18"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a:solidFill>
                  <a:schemeClr val="bg1"/>
                </a:solidFill>
              </a:endParaRPr>
            </a:p>
          </p:txBody>
        </p:sp>
      </p:grpSp>
      <p:grpSp>
        <p:nvGrpSpPr>
          <p:cNvPr id="19" name="Group 18"/>
          <p:cNvGrpSpPr/>
          <p:nvPr userDrawn="1"/>
        </p:nvGrpSpPr>
        <p:grpSpPr>
          <a:xfrm>
            <a:off x="501649" y="378001"/>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grpSp>
    </p:spTree>
    <p:extLst>
      <p:ext uri="{BB962C8B-B14F-4D97-AF65-F5344CB8AC3E}">
        <p14:creationId xmlns:p14="http://schemas.microsoft.com/office/powerpoint/2010/main" val="3192566273"/>
      </p:ext>
    </p:extLst>
  </p:cSld>
  <p:clrMapOvr>
    <a:masterClrMapping/>
  </p:clrMapOvr>
  <p:transition>
    <p:fade/>
  </p:transition>
  <p:extLst>
    <p:ext uri="{DCECCB84-F9BA-43D5-87BE-67443E8EF086}">
      <p15:sldGuideLst xmlns:p15="http://schemas.microsoft.com/office/powerpoint/2012/main">
        <p15:guide id="0" orient="horz" pos="4088" userDrawn="1">
          <p15:clr>
            <a:srgbClr val="FBAE40"/>
          </p15:clr>
        </p15:guide>
        <p15:guide id="1" orient="horz" pos="3707" userDrawn="1">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6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600">
                <a:solidFill>
                  <a:schemeClr val="tx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420867351"/>
      </p:ext>
    </p:extLst>
  </p:cSld>
  <p:clrMapOvr>
    <a:masterClrMapping/>
  </p:clrMapOvr>
  <p:transition>
    <p:fade/>
  </p:transition>
  <p:extLst>
    <p:ext uri="{DCECCB84-F9BA-43D5-87BE-67443E8EF086}">
      <p15:sldGuideLst xmlns:p15="http://schemas.microsoft.com/office/powerpoint/2012/main">
        <p15:guide id="0" orient="horz" pos="2160" userDrawn="1">
          <p15:clr>
            <a:srgbClr val="FBAE40"/>
          </p15:clr>
        </p15:guide>
        <p15:guide id="1" orient="horz" pos="1959" userDrawn="1">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rmAutofit/>
          </a:bodyPr>
          <a:lstStyle>
            <a:lvl1pPr>
              <a:spcBef>
                <a:spcPts val="3600"/>
              </a:spcBef>
              <a:defRPr sz="2200">
                <a:solidFill>
                  <a:schemeClr val="tx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292336696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862256" y="405929"/>
            <a:ext cx="2804160" cy="1027760"/>
          </a:xfrm>
        </p:spPr>
        <p:txBody>
          <a:bodyPr/>
          <a:lstStyle>
            <a:lvl1pPr>
              <a:spcBef>
                <a:spcPts val="185"/>
              </a:spcBef>
              <a:defRPr sz="923">
                <a:solidFill>
                  <a:schemeClr val="tx1"/>
                </a:solidFill>
              </a:defRPr>
            </a:lvl1pPr>
            <a:lvl2pPr>
              <a:defRPr sz="969">
                <a:solidFill>
                  <a:schemeClr val="tx2"/>
                </a:solidFill>
              </a:defRPr>
            </a:lvl2pPr>
            <a:lvl3pPr>
              <a:defRPr sz="969">
                <a:solidFill>
                  <a:schemeClr val="tx2"/>
                </a:solidFill>
              </a:defRPr>
            </a:lvl3pPr>
            <a:lvl4pPr>
              <a:defRPr sz="923">
                <a:solidFill>
                  <a:schemeClr val="tx2"/>
                </a:solidFill>
              </a:defRPr>
            </a:lvl4pPr>
            <a:lvl5pPr>
              <a:defRPr sz="923">
                <a:solidFill>
                  <a:schemeClr val="tx2"/>
                </a:solidFill>
              </a:defRPr>
            </a:lvl5pPr>
          </a:lstStyle>
          <a:p>
            <a:pPr lvl="0"/>
            <a:r>
              <a:rPr lang="en-US"/>
              <a:t>Click to edit Master text styles</a:t>
            </a:r>
          </a:p>
        </p:txBody>
      </p:sp>
      <p:sp>
        <p:nvSpPr>
          <p:cNvPr id="7" name="Text Placeholder 6"/>
          <p:cNvSpPr>
            <a:spLocks noGrp="1"/>
          </p:cNvSpPr>
          <p:nvPr>
            <p:ph type="body" sz="quarter" idx="11"/>
          </p:nvPr>
        </p:nvSpPr>
        <p:spPr>
          <a:xfrm>
            <a:off x="525587" y="1700214"/>
            <a:ext cx="2766254" cy="4656835"/>
          </a:xfrm>
        </p:spPr>
        <p:txBody>
          <a:bodyPr/>
          <a:lstStyle>
            <a:lvl1pPr>
              <a:spcBef>
                <a:spcPts val="0"/>
              </a:spcBef>
              <a:spcAft>
                <a:spcPts val="554"/>
              </a:spcAft>
              <a:defRPr sz="969"/>
            </a:lvl1pPr>
            <a:lvl2pPr>
              <a:spcBef>
                <a:spcPts val="277"/>
              </a:spcBef>
              <a:defRPr/>
            </a:lvl2pPr>
            <a:lvl3pPr>
              <a:spcBef>
                <a:spcPts val="277"/>
              </a:spcBef>
              <a:defRPr/>
            </a:lvl3pPr>
            <a:lvl4pPr>
              <a:spcBef>
                <a:spcPts val="277"/>
              </a:spcBef>
              <a:defRPr/>
            </a:lvl4pPr>
            <a:lvl5pPr>
              <a:spcBef>
                <a:spcPts val="277"/>
              </a:spcBef>
              <a:defRPr/>
            </a:lvl5pPr>
          </a:lstStyle>
          <a:p>
            <a:pPr lvl="0"/>
            <a:r>
              <a:rPr lang="en-US"/>
              <a:t>Click to edit Master text styles</a:t>
            </a:r>
          </a:p>
        </p:txBody>
      </p:sp>
      <p:sp>
        <p:nvSpPr>
          <p:cNvPr id="9" name="Text Placeholder 8"/>
          <p:cNvSpPr>
            <a:spLocks noGrp="1"/>
          </p:cNvSpPr>
          <p:nvPr>
            <p:ph type="body" sz="quarter" idx="12"/>
          </p:nvPr>
        </p:nvSpPr>
        <p:spPr>
          <a:xfrm>
            <a:off x="3780369" y="1700213"/>
            <a:ext cx="7886049" cy="4657726"/>
          </a:xfrm>
        </p:spPr>
        <p:txBody>
          <a:bodyPr/>
          <a:lstStyle>
            <a:lvl1pPr>
              <a:spcBef>
                <a:spcPts val="1662"/>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p:cNvGrpSpPr/>
          <p:nvPr/>
        </p:nvGrpSpPr>
        <p:grpSpPr>
          <a:xfrm>
            <a:off x="503988" y="378000"/>
            <a:ext cx="2160000" cy="307976"/>
            <a:chOff x="398463" y="404813"/>
            <a:chExt cx="1627187" cy="307976"/>
          </a:xfrm>
          <a:solidFill>
            <a:schemeClr val="tx1"/>
          </a:solidFill>
        </p:grpSpPr>
        <p:sp>
          <p:nvSpPr>
            <p:cNvPr id="10"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1"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2"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3"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4"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5"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6"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7"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8"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9"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grpSp>
    </p:spTree>
    <p:extLst>
      <p:ext uri="{BB962C8B-B14F-4D97-AF65-F5344CB8AC3E}">
        <p14:creationId xmlns:p14="http://schemas.microsoft.com/office/powerpoint/2010/main" val="3478009441"/>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lstStyle>
            <a:lvl1pPr>
              <a:tabLst>
                <a:tab pos="6729541" algn="r"/>
              </a:tabLst>
              <a:defRPr/>
            </a:lvl1pPr>
            <a:lvl2pPr>
              <a:tabLst>
                <a:tab pos="6729541" algn="r"/>
              </a:tabLst>
              <a:defRPr/>
            </a:lvl2pPr>
            <a:lvl3pPr>
              <a:tabLst>
                <a:tab pos="6729541" algn="r"/>
              </a:tabLst>
              <a:defRPr/>
            </a:lvl3pPr>
            <a:lvl4pPr>
              <a:tabLst>
                <a:tab pos="6729541" algn="r"/>
              </a:tabLst>
              <a:defRPr/>
            </a:lvl4pPr>
            <a:lvl5pPr>
              <a:tabLst>
                <a:tab pos="5029296" algn="r"/>
              </a:tabLst>
              <a:defRPr baseline="0"/>
            </a:lvl5pPr>
            <a:lvl6pPr>
              <a:tabLst>
                <a:tab pos="6729541" algn="r"/>
              </a:tabLst>
              <a:defRPr/>
            </a:lvl6pPr>
            <a:lvl7pPr>
              <a:tabLst>
                <a:tab pos="6729541" algn="r"/>
              </a:tabLst>
              <a:defRPr/>
            </a:lvl7pPr>
            <a:lvl8pPr>
              <a:tabLst>
                <a:tab pos="6729541" algn="r"/>
              </a:tabLst>
              <a:defRPr/>
            </a:lvl8pPr>
            <a:lvl9pPr>
              <a:tabLst>
                <a:tab pos="6729541"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2443315105"/>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2" y="1665289"/>
            <a:ext cx="4456429" cy="4716463"/>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214479733"/>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a:t>Click to edit Master title style</a:t>
            </a:r>
          </a:p>
        </p:txBody>
      </p:sp>
      <p:sp>
        <p:nvSpPr>
          <p:cNvPr id="14" name="Text Placeholder 18"/>
          <p:cNvSpPr>
            <a:spLocks noGrp="1"/>
          </p:cNvSpPr>
          <p:nvPr>
            <p:ph idx="1"/>
          </p:nvPr>
        </p:nvSpPr>
        <p:spPr>
          <a:xfrm>
            <a:off x="501652" y="1665289"/>
            <a:ext cx="11165416" cy="47164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72021057"/>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995" b="0">
                <a:solidFill>
                  <a:srgbClr val="575757"/>
                </a:solidFill>
              </a:defRPr>
            </a:lvl1pPr>
          </a:lstStyle>
          <a:p>
            <a:pPr lvl="0"/>
            <a:r>
              <a:rPr lang="en-US"/>
              <a:t>Click to add subtitle</a:t>
            </a:r>
          </a:p>
        </p:txBody>
      </p:sp>
      <p:sp>
        <p:nvSpPr>
          <p:cNvPr id="14" name="Title Placeholder 1"/>
          <p:cNvSpPr>
            <a:spLocks noGrp="1"/>
          </p:cNvSpPr>
          <p:nvPr>
            <p:ph type="title"/>
          </p:nvPr>
        </p:nvSpPr>
        <p:spPr>
          <a:xfrm>
            <a:off x="501650" y="317500"/>
            <a:ext cx="11162350" cy="698501"/>
          </a:xfrm>
          <a:prstGeom prst="rect">
            <a:avLst/>
          </a:prstGeom>
        </p:spPr>
        <p:txBody>
          <a:bodyPr vert="horz" lIns="0" tIns="0" rIns="0" bIns="0" rtlCol="0" anchor="t" anchorCtr="0">
            <a:noAutofit/>
          </a:bodyPr>
          <a:lstStyle>
            <a:lvl1pPr>
              <a:defRPr sz="1995"/>
            </a:lvl1pPr>
          </a:lstStyle>
          <a:p>
            <a:r>
              <a:rPr lang="en-US" noProof="0"/>
              <a:t>Click to edit Master title style</a:t>
            </a:r>
          </a:p>
        </p:txBody>
      </p:sp>
      <p:sp>
        <p:nvSpPr>
          <p:cNvPr id="8" name="Text Placeholder 18"/>
          <p:cNvSpPr>
            <a:spLocks noGrp="1"/>
          </p:cNvSpPr>
          <p:nvPr>
            <p:ph idx="1"/>
          </p:nvPr>
        </p:nvSpPr>
        <p:spPr>
          <a:xfrm>
            <a:off x="501652" y="1700213"/>
            <a:ext cx="11165416" cy="4678986"/>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61434488"/>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0" y="317500"/>
            <a:ext cx="11162350" cy="6985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2" y="1700213"/>
            <a:ext cx="11165416" cy="4678986"/>
          </a:xfrm>
          <a:prstGeom prst="rect">
            <a:avLst/>
          </a:prstGeom>
        </p:spPr>
        <p:txBody>
          <a:bodyPr vert="horz" lIns="0" tIns="0" rIns="0" bIns="0" rtlCol="0">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27675731"/>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
        <p:nvSpPr>
          <p:cNvPr id="16"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a:t>Click to add title</a:t>
            </a:r>
          </a:p>
        </p:txBody>
      </p:sp>
      <p:sp>
        <p:nvSpPr>
          <p:cNvPr id="17" name="Chart Placeholder 3"/>
          <p:cNvSpPr>
            <a:spLocks noGrp="1"/>
          </p:cNvSpPr>
          <p:nvPr>
            <p:ph type="chart" sz="quarter" idx="15"/>
          </p:nvPr>
        </p:nvSpPr>
        <p:spPr>
          <a:xfrm>
            <a:off x="501653" y="2052000"/>
            <a:ext cx="11188699" cy="4069013"/>
          </a:xfrm>
          <a:prstGeom prst="rect">
            <a:avLst/>
          </a:prstGeom>
        </p:spPr>
        <p:txBody>
          <a:bodyPr/>
          <a:lstStyle/>
          <a:p>
            <a:r>
              <a:rPr lang="en-US"/>
              <a:t>Click icon to add chart</a:t>
            </a:r>
            <a:endParaRPr lang="en-GB"/>
          </a:p>
        </p:txBody>
      </p:sp>
      <p:sp>
        <p:nvSpPr>
          <p:cNvPr id="18" name="Text Placeholder 8"/>
          <p:cNvSpPr>
            <a:spLocks noGrp="1"/>
          </p:cNvSpPr>
          <p:nvPr>
            <p:ph type="body" sz="quarter" idx="18"/>
          </p:nvPr>
        </p:nvSpPr>
        <p:spPr>
          <a:xfrm>
            <a:off x="501653" y="1700214"/>
            <a:ext cx="11188699" cy="357187"/>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rmAutofit/>
          </a:bodyPr>
          <a:lstStyle>
            <a:lvl1pPr>
              <a:spcAft>
                <a:spcPts val="0"/>
              </a:spcAft>
              <a:defRPr sz="900"/>
            </a:lvl1pPr>
          </a:lstStyle>
          <a:p>
            <a:pPr lvl="0"/>
            <a:r>
              <a:rPr lang="en-US"/>
              <a:t>Click to edit Master text styles</a:t>
            </a:r>
          </a:p>
        </p:txBody>
      </p:sp>
    </p:spTree>
    <p:extLst>
      <p:ext uri="{BB962C8B-B14F-4D97-AF65-F5344CB8AC3E}">
        <p14:creationId xmlns:p14="http://schemas.microsoft.com/office/powerpoint/2010/main" val="2341965210"/>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
        <p:nvSpPr>
          <p:cNvPr id="16"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0" y="1665289"/>
            <a:ext cx="3562351"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03184"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7" y="1659145"/>
            <a:ext cx="3563954"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noProof="0"/>
              <a:t>Click to edit Master text styles</a:t>
            </a:r>
          </a:p>
        </p:txBody>
      </p:sp>
    </p:spTree>
    <p:extLst>
      <p:ext uri="{BB962C8B-B14F-4D97-AF65-F5344CB8AC3E}">
        <p14:creationId xmlns:p14="http://schemas.microsoft.com/office/powerpoint/2010/main" val="1612387013"/>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1" y="317500"/>
            <a:ext cx="11202669" cy="698501"/>
          </a:xfrm>
          <a:prstGeom prst="rect">
            <a:avLst/>
          </a:prstGeom>
        </p:spPr>
        <p:txBody>
          <a:bodyPr vert="horz" lIns="0" tIns="0" rIns="0" bIns="0" rtlCol="0" anchor="t" anchorCtr="0">
            <a:noAutofit/>
          </a:bodyPr>
          <a:lstStyle>
            <a:lvl1pPr>
              <a:defRPr/>
            </a:lvl1pPr>
          </a:lstStyle>
          <a:p>
            <a:r>
              <a:rPr lang="en-US"/>
              <a:t>Click to add title</a:t>
            </a:r>
          </a:p>
        </p:txBody>
      </p:sp>
      <p:sp>
        <p:nvSpPr>
          <p:cNvPr id="9" name="Text Placeholder 8"/>
          <p:cNvSpPr>
            <a:spLocks noGrp="1"/>
          </p:cNvSpPr>
          <p:nvPr>
            <p:ph type="body" sz="quarter" idx="13" hasCustomPrompt="1"/>
          </p:nvPr>
        </p:nvSpPr>
        <p:spPr>
          <a:xfrm>
            <a:off x="501651" y="651601"/>
            <a:ext cx="11202669"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2" cy="4716461"/>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350961465"/>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
        <p:nvSpPr>
          <p:cNvPr id="8" name="Title Placeholder 1"/>
          <p:cNvSpPr>
            <a:spLocks noGrp="1"/>
          </p:cNvSpPr>
          <p:nvPr>
            <p:ph type="title" hasCustomPrompt="1"/>
          </p:nvPr>
        </p:nvSpPr>
        <p:spPr>
          <a:xfrm>
            <a:off x="501650" y="317500"/>
            <a:ext cx="11188700" cy="698500"/>
          </a:xfrm>
          <a:prstGeom prst="rect">
            <a:avLst/>
          </a:prstGeom>
        </p:spPr>
        <p:txBody>
          <a:bodyPr vert="horz" lIns="0" tIns="0" rIns="0" bIns="0" rtlCol="0" anchor="t" anchorCtr="0">
            <a:noAutofit/>
          </a:bodyPr>
          <a:lstStyle>
            <a:lvl1pPr>
              <a:defRPr/>
            </a:lvl1pPr>
          </a:lstStyle>
          <a:p>
            <a:r>
              <a:rPr lang="en-US"/>
              <a:t>Click to add title</a:t>
            </a:r>
          </a:p>
        </p:txBody>
      </p:sp>
      <p:sp>
        <p:nvSpPr>
          <p:cNvPr id="11" name="Content Placeholder 3"/>
          <p:cNvSpPr>
            <a:spLocks noGrp="1"/>
          </p:cNvSpPr>
          <p:nvPr>
            <p:ph sz="quarter" idx="10"/>
          </p:nvPr>
        </p:nvSpPr>
        <p:spPr>
          <a:xfrm>
            <a:off x="501650" y="1665288"/>
            <a:ext cx="5305581" cy="4716461"/>
          </a:xfrm>
          <a:prstGeom prst="rect">
            <a:avLst/>
          </a:prstGeom>
        </p:spPr>
        <p:txBody>
          <a:bodyPr>
            <a:normAutofit/>
          </a:bodyPr>
          <a:lstStyle>
            <a:lvl1pPr>
              <a:tabLst>
                <a:tab pos="5029296" algn="r"/>
              </a:tabLst>
              <a:defRPr sz="1600"/>
            </a:lvl1pPr>
            <a:lvl2pPr>
              <a:tabLst>
                <a:tab pos="5029296" algn="r"/>
              </a:tabLst>
              <a:defRPr sz="1600"/>
            </a:lvl2pPr>
            <a:lvl3pPr>
              <a:tabLst>
                <a:tab pos="5029296" algn="r"/>
              </a:tabLst>
              <a:defRPr sz="1600"/>
            </a:lvl3pPr>
            <a:lvl4pPr>
              <a:tabLst>
                <a:tab pos="5029296" algn="r"/>
              </a:tabLst>
              <a:defRPr sz="1600"/>
            </a:lvl4pPr>
            <a:lvl5pPr>
              <a:tabLst>
                <a:tab pos="5029296"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0" y="1665288"/>
            <a:ext cx="5306350" cy="4716461"/>
          </a:xfrm>
          <a:prstGeom prst="rect">
            <a:avLst/>
          </a:prstGeom>
        </p:spPr>
        <p:txBody>
          <a:bodyPr>
            <a:normAutofit/>
          </a:bodyPr>
          <a:lstStyle>
            <a:lvl1pPr>
              <a:tabLst>
                <a:tab pos="5029296" algn="r"/>
              </a:tabLst>
              <a:defRPr sz="1600"/>
            </a:lvl1pPr>
            <a:lvl2pPr>
              <a:tabLst>
                <a:tab pos="5029296" algn="r"/>
              </a:tabLst>
              <a:defRPr sz="1600"/>
            </a:lvl2pPr>
            <a:lvl3pPr>
              <a:tabLst>
                <a:tab pos="5029296" algn="r"/>
              </a:tabLst>
              <a:defRPr sz="1600"/>
            </a:lvl3pPr>
            <a:lvl4pPr>
              <a:tabLst>
                <a:tab pos="5029296" algn="r"/>
              </a:tabLst>
              <a:defRPr sz="1600"/>
            </a:lvl4pPr>
            <a:lvl5pPr>
              <a:tabLst>
                <a:tab pos="5029296"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5594614"/>
      </p:ext>
    </p:extLst>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6" cy="4455725"/>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
        <p:nvSpPr>
          <p:cNvPr id="13"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a:t>Click to add title</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900"/>
            </a:lvl1pPr>
          </a:lstStyle>
          <a:p>
            <a:pPr lvl="0"/>
            <a:r>
              <a:rPr lang="en-US"/>
              <a:t>Click to edit Master text styles</a:t>
            </a:r>
          </a:p>
        </p:txBody>
      </p:sp>
    </p:spTree>
    <p:extLst>
      <p:ext uri="{BB962C8B-B14F-4D97-AF65-F5344CB8AC3E}">
        <p14:creationId xmlns:p14="http://schemas.microsoft.com/office/powerpoint/2010/main" val="1849879559"/>
      </p:ext>
    </p:extLst>
  </p:cSld>
  <p:clrMapOvr>
    <a:masterClrMapping/>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a:t>Click icon to add chart</a:t>
            </a:r>
            <a:endParaRPr lang="en-GB"/>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
        <p:nvSpPr>
          <p:cNvPr id="13"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a:t>Click to add title</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a:t>Click to edit Master text styles</a:t>
            </a:r>
          </a:p>
        </p:txBody>
      </p:sp>
      <p:sp>
        <p:nvSpPr>
          <p:cNvPr id="9" name="Chart Placeholder 2"/>
          <p:cNvSpPr>
            <a:spLocks noGrp="1"/>
          </p:cNvSpPr>
          <p:nvPr>
            <p:ph type="chart" sz="quarter" idx="24"/>
          </p:nvPr>
        </p:nvSpPr>
        <p:spPr>
          <a:xfrm>
            <a:off x="501651" y="2125013"/>
            <a:ext cx="5339063" cy="3996000"/>
          </a:xfrm>
        </p:spPr>
        <p:txBody>
          <a:bodyPr/>
          <a:lstStyle/>
          <a:p>
            <a:r>
              <a:rPr lang="en-US"/>
              <a:t>Click icon to add chart</a:t>
            </a:r>
            <a:endParaRPr lang="en-GB"/>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Click to edit Master text styles</a:t>
            </a:r>
          </a:p>
        </p:txBody>
      </p:sp>
    </p:spTree>
    <p:extLst>
      <p:ext uri="{BB962C8B-B14F-4D97-AF65-F5344CB8AC3E}">
        <p14:creationId xmlns:p14="http://schemas.microsoft.com/office/powerpoint/2010/main" val="1260068852"/>
      </p:ext>
    </p:extLst>
  </p:cSld>
  <p:clrMapOvr>
    <a:masterClrMapping/>
  </p:clrMapOvr>
  <p:transition>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3" y="317500"/>
            <a:ext cx="11188699" cy="698501"/>
          </a:xfrm>
          <a:prstGeom prst="rect">
            <a:avLst/>
          </a:prstGeom>
        </p:spPr>
        <p:txBody>
          <a:bodyPr vert="horz" lIns="0" tIns="0" rIns="0" bIns="0" rtlCol="0" anchor="t" anchorCtr="0">
            <a:noAutofit/>
          </a:bodyPr>
          <a:lstStyle>
            <a:lvl1pPr>
              <a:defRPr/>
            </a:lvl1pPr>
          </a:lstStyle>
          <a:p>
            <a:r>
              <a:rPr lang="en-US"/>
              <a:t>Click to add title</a:t>
            </a:r>
          </a:p>
        </p:txBody>
      </p:sp>
      <p:sp>
        <p:nvSpPr>
          <p:cNvPr id="6" name="Content Placeholder 3"/>
          <p:cNvSpPr>
            <a:spLocks noGrp="1"/>
          </p:cNvSpPr>
          <p:nvPr>
            <p:ph sz="quarter" idx="10"/>
          </p:nvPr>
        </p:nvSpPr>
        <p:spPr>
          <a:xfrm>
            <a:off x="501651" y="1665289"/>
            <a:ext cx="4431857" cy="4716463"/>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0" y="1700214"/>
            <a:ext cx="6240000" cy="4681537"/>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Tree>
    <p:extLst>
      <p:ext uri="{BB962C8B-B14F-4D97-AF65-F5344CB8AC3E}">
        <p14:creationId xmlns:p14="http://schemas.microsoft.com/office/powerpoint/2010/main" val="1654312355"/>
      </p:ext>
    </p:extLst>
  </p:cSld>
  <p:clrMapOvr>
    <a:masterClrMapping/>
  </p:clrMapOvr>
  <p:transition>
    <p:fade/>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700" cy="698500"/>
          </a:xfrm>
          <a:prstGeom prst="rect">
            <a:avLst/>
          </a:prstGeom>
        </p:spPr>
        <p:txBody>
          <a:bodyPr vert="horz" lIns="0" tIns="0" rIns="0" bIns="0" rtlCol="0" anchor="t" anchorCtr="0">
            <a:noAutofit/>
          </a:bodyPr>
          <a:lstStyle>
            <a:lvl1pPr>
              <a:defRPr/>
            </a:lvl1pPr>
          </a:lstStyle>
          <a:p>
            <a:r>
              <a:rPr lang="en-US"/>
              <a:t>Click to add title</a:t>
            </a:r>
          </a:p>
        </p:txBody>
      </p:sp>
      <p:sp>
        <p:nvSpPr>
          <p:cNvPr id="6" name="Content Placeholder 3"/>
          <p:cNvSpPr>
            <a:spLocks noGrp="1"/>
          </p:cNvSpPr>
          <p:nvPr>
            <p:ph sz="quarter" idx="10"/>
          </p:nvPr>
        </p:nvSpPr>
        <p:spPr>
          <a:xfrm>
            <a:off x="7577882" y="1658680"/>
            <a:ext cx="4112468" cy="4723072"/>
          </a:xfrm>
          <a:prstGeom prst="rect">
            <a:avLst/>
          </a:prstGeom>
        </p:spPr>
        <p:txBody>
          <a:bodyPr>
            <a:normAutofit/>
          </a:bodyPr>
          <a:lstStyle>
            <a:lvl1pPr>
              <a:tabLst>
                <a:tab pos="5029296" algn="r"/>
              </a:tabLst>
              <a:defRPr sz="2200">
                <a:solidFill>
                  <a:schemeClr val="accent3"/>
                </a:solidFill>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9"/>
            <a:ext cx="6506348" cy="4716462"/>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3" y="651601"/>
            <a:ext cx="11188699"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Tree>
    <p:extLst>
      <p:ext uri="{BB962C8B-B14F-4D97-AF65-F5344CB8AC3E}">
        <p14:creationId xmlns:p14="http://schemas.microsoft.com/office/powerpoint/2010/main" val="3686603012"/>
      </p:ext>
    </p:extLst>
  </p:cSld>
  <p:clrMapOvr>
    <a:masterClrMapping/>
  </p:clrMapOvr>
  <p:transition>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698500"/>
          </a:xfrm>
        </p:spPr>
        <p:txBody>
          <a:bodyPr/>
          <a:lstStyle/>
          <a:p>
            <a:r>
              <a:rPr lang="en-US"/>
              <a:t>Click to edit Master title style</a:t>
            </a:r>
            <a:endParaRPr lang="en-GB"/>
          </a:p>
        </p:txBody>
      </p:sp>
      <p:sp>
        <p:nvSpPr>
          <p:cNvPr id="4" name="Picture Placeholder 6"/>
          <p:cNvSpPr>
            <a:spLocks noGrp="1"/>
          </p:cNvSpPr>
          <p:nvPr>
            <p:ph type="pic" sz="quarter" idx="13"/>
          </p:nvPr>
        </p:nvSpPr>
        <p:spPr>
          <a:xfrm>
            <a:off x="501650"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7"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3"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1"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4"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1" y="3124200"/>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2" cy="3273240"/>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1" y="651601"/>
            <a:ext cx="11188701"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Tree>
    <p:extLst>
      <p:ext uri="{BB962C8B-B14F-4D97-AF65-F5344CB8AC3E}">
        <p14:creationId xmlns:p14="http://schemas.microsoft.com/office/powerpoint/2010/main" val="3537162112"/>
      </p:ext>
    </p:extLst>
  </p:cSld>
  <p:clrMapOvr>
    <a:masterClrMapping/>
  </p:clrMapOvr>
  <p:transition>
    <p:fade/>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698500"/>
          </a:xfrm>
        </p:spPr>
        <p:txBody>
          <a:bodyPr/>
          <a:lstStyle/>
          <a:p>
            <a:r>
              <a:rPr lang="en-US" noProof="0"/>
              <a:t>Click to edit Master title style</a:t>
            </a:r>
          </a:p>
        </p:txBody>
      </p:sp>
      <p:sp>
        <p:nvSpPr>
          <p:cNvPr id="4" name="Rectangle 3"/>
          <p:cNvSpPr/>
          <p:nvPr/>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5" name="Rectangle 4"/>
          <p:cNvSpPr/>
          <p:nvPr/>
        </p:nvSpPr>
        <p:spPr>
          <a:xfrm>
            <a:off x="6224087" y="1700213"/>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7" name="Rectangle 6"/>
          <p:cNvSpPr/>
          <p:nvPr/>
        </p:nvSpPr>
        <p:spPr>
          <a:xfrm>
            <a:off x="6224087"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8" name="Picture Placeholder 11"/>
          <p:cNvSpPr>
            <a:spLocks noGrp="1"/>
          </p:cNvSpPr>
          <p:nvPr>
            <p:ph type="pic" sz="quarter" idx="25"/>
          </p:nvPr>
        </p:nvSpPr>
        <p:spPr>
          <a:xfrm>
            <a:off x="504000" y="1880213"/>
            <a:ext cx="1968000" cy="1476000"/>
          </a:xfrm>
        </p:spPr>
        <p:txBody>
          <a:bodyPr/>
          <a:lstStyle>
            <a:lvl1pPr algn="ctr">
              <a:defRPr/>
            </a:lvl1pPr>
          </a:lstStyle>
          <a:p>
            <a:r>
              <a:rPr lang="en-US"/>
              <a:t>Click icon to add picture</a:t>
            </a:r>
            <a:endParaRPr lang="en-GB"/>
          </a:p>
        </p:txBody>
      </p:sp>
      <p:sp>
        <p:nvSpPr>
          <p:cNvPr id="9" name="Picture Placeholder 11"/>
          <p:cNvSpPr>
            <a:spLocks noGrp="1"/>
          </p:cNvSpPr>
          <p:nvPr>
            <p:ph type="pic" sz="quarter" idx="27"/>
          </p:nvPr>
        </p:nvSpPr>
        <p:spPr>
          <a:xfrm>
            <a:off x="6224086" y="1880213"/>
            <a:ext cx="1968000" cy="1476000"/>
          </a:xfrm>
        </p:spPr>
        <p:txBody>
          <a:bodyPr/>
          <a:lstStyle>
            <a:lvl1pPr algn="ctr">
              <a:defRPr/>
            </a:lvl1pPr>
          </a:lstStyle>
          <a:p>
            <a:r>
              <a:rPr lang="en-US"/>
              <a:t>Click icon to add picture</a:t>
            </a:r>
            <a:endParaRPr lang="en-GB"/>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a:p>
        </p:txBody>
      </p:sp>
      <p:sp>
        <p:nvSpPr>
          <p:cNvPr id="11" name="Picture Placeholder 11"/>
          <p:cNvSpPr>
            <a:spLocks noGrp="1"/>
          </p:cNvSpPr>
          <p:nvPr>
            <p:ph type="pic" sz="quarter" idx="31"/>
          </p:nvPr>
        </p:nvSpPr>
        <p:spPr>
          <a:xfrm>
            <a:off x="6224086" y="4256213"/>
            <a:ext cx="1968000" cy="1476000"/>
          </a:xfrm>
        </p:spPr>
        <p:txBody>
          <a:bodyPr/>
          <a:lstStyle>
            <a:lvl1pPr algn="ctr">
              <a:defRPr/>
            </a:lvl1pPr>
          </a:lstStyle>
          <a:p>
            <a:r>
              <a:rPr lang="en-US"/>
              <a:t>Click icon to add picture</a:t>
            </a:r>
            <a:endParaRPr lang="en-GB"/>
          </a:p>
        </p:txBody>
      </p:sp>
      <p:sp>
        <p:nvSpPr>
          <p:cNvPr id="13" name="Text Placeholder 12"/>
          <p:cNvSpPr>
            <a:spLocks noGrp="1"/>
          </p:cNvSpPr>
          <p:nvPr>
            <p:ph type="body" sz="quarter" idx="32"/>
          </p:nvPr>
        </p:nvSpPr>
        <p:spPr>
          <a:xfrm>
            <a:off x="2683483" y="1880213"/>
            <a:ext cx="3288000" cy="1944000"/>
          </a:xfrm>
        </p:spPr>
        <p:txBody>
          <a:bodyPr/>
          <a:lstStyle>
            <a:lvl1pPr>
              <a:spcAft>
                <a:spcPts val="0"/>
              </a:spcAft>
              <a:defRPr b="1"/>
            </a:lvl1pPr>
            <a:lvl2pPr>
              <a:spcAft>
                <a:spcPts val="0"/>
              </a:spcAft>
              <a:defRPr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396561" y="1880213"/>
            <a:ext cx="3302591" cy="1944000"/>
          </a:xfrm>
        </p:spPr>
        <p:txBody>
          <a:bodyPr/>
          <a:lstStyle>
            <a:lvl1pPr>
              <a:spcAft>
                <a:spcPts val="0"/>
              </a:spcAft>
              <a:defRPr b="1"/>
            </a:lvl1pPr>
            <a:lvl2pPr>
              <a:spcAft>
                <a:spcPts val="0"/>
              </a:spcAft>
              <a:defRPr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lstStyle>
            <a:lvl1pPr>
              <a:spcAft>
                <a:spcPts val="0"/>
              </a:spcAft>
              <a:defRPr b="1"/>
            </a:lvl1pPr>
            <a:lvl2pPr>
              <a:spcAft>
                <a:spcPts val="0"/>
              </a:spcAft>
              <a:defRPr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396561" y="4256213"/>
            <a:ext cx="3302591" cy="1944000"/>
          </a:xfrm>
        </p:spPr>
        <p:txBody>
          <a:bodyPr/>
          <a:lstStyle>
            <a:lvl1pPr>
              <a:spcAft>
                <a:spcPts val="0"/>
              </a:spcAft>
              <a:defRPr b="1"/>
            </a:lvl1pPr>
            <a:lvl2pPr>
              <a:spcAft>
                <a:spcPts val="0"/>
              </a:spcAft>
              <a:defRPr b="0"/>
            </a:lvl2pPr>
          </a:lstStyle>
          <a:p>
            <a:pPr lvl="0"/>
            <a:r>
              <a:rPr lang="en-US"/>
              <a:t>Click to edit Master text styles</a:t>
            </a:r>
          </a:p>
          <a:p>
            <a:pPr lvl="1"/>
            <a:r>
              <a:rPr lang="en-US"/>
              <a:t>Second level</a:t>
            </a:r>
          </a:p>
        </p:txBody>
      </p:sp>
      <p:sp>
        <p:nvSpPr>
          <p:cNvPr id="17"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8" name="Rectangle 17"/>
          <p:cNvSpPr/>
          <p:nvPr userDrawn="1"/>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9" name="Rectangle 18"/>
          <p:cNvSpPr/>
          <p:nvPr userDrawn="1"/>
        </p:nvSpPr>
        <p:spPr>
          <a:xfrm>
            <a:off x="6224087" y="1700213"/>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20" name="Rectangle 19"/>
          <p:cNvSpPr/>
          <p:nvPr userDrawn="1"/>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21" name="Rectangle 20"/>
          <p:cNvSpPr/>
          <p:nvPr userDrawn="1"/>
        </p:nvSpPr>
        <p:spPr>
          <a:xfrm>
            <a:off x="6224087"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Tree>
    <p:extLst>
      <p:ext uri="{BB962C8B-B14F-4D97-AF65-F5344CB8AC3E}">
        <p14:creationId xmlns:p14="http://schemas.microsoft.com/office/powerpoint/2010/main" val="3793825304"/>
      </p:ext>
    </p:extLst>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698499"/>
          </a:xfrm>
        </p:spPr>
        <p:txBody>
          <a:bodyPr/>
          <a:lstStyle/>
          <a:p>
            <a:r>
              <a:rPr lang="en-US" noProof="0"/>
              <a:t>Click to edit Master title style</a:t>
            </a:r>
          </a:p>
        </p:txBody>
      </p:sp>
      <p:sp>
        <p:nvSpPr>
          <p:cNvPr id="4" name="Picture Placeholder 7"/>
          <p:cNvSpPr>
            <a:spLocks noGrp="1"/>
          </p:cNvSpPr>
          <p:nvPr>
            <p:ph type="pic" sz="quarter" idx="13"/>
          </p:nvPr>
        </p:nvSpPr>
        <p:spPr>
          <a:xfrm>
            <a:off x="501652" y="1700214"/>
            <a:ext cx="3695700"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9" y="1700214"/>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5" y="1700214"/>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1" y="3832225"/>
            <a:ext cx="3657600" cy="209520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9" y="3832225"/>
            <a:ext cx="3683953" cy="209520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0" y="651601"/>
            <a:ext cx="1116235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592173927"/>
      </p:ext>
    </p:extLst>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
        <p:nvSpPr>
          <p:cNvPr id="11"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3593335111"/>
      </p:ext>
    </p:extLst>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3"/>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3"/>
            <a:ext cx="5444156"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2"/>
            <a:ext cx="11188700" cy="698499"/>
          </a:xfrm>
        </p:spPr>
        <p:txBody>
          <a:bodyPr/>
          <a:lstStyle/>
          <a:p>
            <a:r>
              <a:rPr lang="en-US" noProof="0"/>
              <a:t>Click to edit Master title style</a:t>
            </a:r>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6" name="Picture Placeholder 29"/>
          <p:cNvSpPr>
            <a:spLocks noGrp="1"/>
          </p:cNvSpPr>
          <p:nvPr>
            <p:ph type="pic" sz="quarter" idx="19" hasCustomPrompt="1"/>
          </p:nvPr>
        </p:nvSpPr>
        <p:spPr>
          <a:xfrm>
            <a:off x="4769493" y="1863917"/>
            <a:ext cx="1210206"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0" name="Rectangle 9"/>
          <p:cNvSpPr/>
          <p:nvPr userDrawn="1"/>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11" name="Rectangle 10"/>
          <p:cNvSpPr/>
          <p:nvPr userDrawn="1"/>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Tree>
    <p:extLst>
      <p:ext uri="{BB962C8B-B14F-4D97-AF65-F5344CB8AC3E}">
        <p14:creationId xmlns:p14="http://schemas.microsoft.com/office/powerpoint/2010/main" val="771210939"/>
      </p:ext>
    </p:extLst>
  </p:cSld>
  <p:clrMapOvr>
    <a:masterClrMapping/>
  </p:clrMapOvr>
  <p:transition>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3"/>
            <a:ext cx="5468941"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p:cNvSpPr>
            <a:spLocks noGrp="1"/>
          </p:cNvSpPr>
          <p:nvPr>
            <p:ph type="body" sz="quarter" idx="21"/>
          </p:nvPr>
        </p:nvSpPr>
        <p:spPr>
          <a:xfrm>
            <a:off x="6246195" y="1857893"/>
            <a:ext cx="545466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a:xfrm>
            <a:off x="501651" y="317501"/>
            <a:ext cx="11188700" cy="697888"/>
          </a:xfrm>
        </p:spPr>
        <p:txBody>
          <a:bodyPr/>
          <a:lstStyle/>
          <a:p>
            <a:r>
              <a:rPr lang="en-US"/>
              <a:t>Click to edit Master title style</a:t>
            </a:r>
            <a:endParaRPr lang="en-GB"/>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0" name="Text Placeholder 8"/>
          <p:cNvSpPr>
            <a:spLocks noGrp="1"/>
          </p:cNvSpPr>
          <p:nvPr>
            <p:ph type="body" sz="quarter" idx="22"/>
          </p:nvPr>
        </p:nvSpPr>
        <p:spPr>
          <a:xfrm>
            <a:off x="504000" y="4249683"/>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8"/>
          <p:cNvSpPr>
            <a:spLocks noGrp="1"/>
          </p:cNvSpPr>
          <p:nvPr>
            <p:ph type="body" sz="quarter" idx="23"/>
          </p:nvPr>
        </p:nvSpPr>
        <p:spPr>
          <a:xfrm>
            <a:off x="6246195" y="4249683"/>
            <a:ext cx="545295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Rectangle 11"/>
          <p:cNvSpPr/>
          <p:nvPr/>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13" name="Rectangle 12"/>
          <p:cNvSpPr/>
          <p:nvPr/>
        </p:nvSpPr>
        <p:spPr>
          <a:xfrm>
            <a:off x="6246195"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14" name="Picture Placeholder 29"/>
          <p:cNvSpPr>
            <a:spLocks noGrp="1"/>
          </p:cNvSpPr>
          <p:nvPr>
            <p:ph type="pic" sz="quarter" idx="24" hasCustomPrompt="1"/>
          </p:nvPr>
        </p:nvSpPr>
        <p:spPr>
          <a:xfrm>
            <a:off x="4754494" y="4255707"/>
            <a:ext cx="1239382"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
        <p:nvSpPr>
          <p:cNvPr id="17" name="Picture Placeholder 29"/>
          <p:cNvSpPr>
            <a:spLocks noGrp="1"/>
          </p:cNvSpPr>
          <p:nvPr>
            <p:ph type="pic" sz="quarter" idx="19" hasCustomPrompt="1"/>
          </p:nvPr>
        </p:nvSpPr>
        <p:spPr>
          <a:xfrm>
            <a:off x="4769493" y="1863917"/>
            <a:ext cx="1210206"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8" name="Rectangle 17"/>
          <p:cNvSpPr/>
          <p:nvPr userDrawn="1"/>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19" name="Rectangle 18"/>
          <p:cNvSpPr/>
          <p:nvPr userDrawn="1"/>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20" name="Rectangle 19"/>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21" name="Rectangle 20"/>
          <p:cNvSpPr/>
          <p:nvPr userDrawn="1"/>
        </p:nvSpPr>
        <p:spPr>
          <a:xfrm>
            <a:off x="6246195"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Tree>
    <p:extLst>
      <p:ext uri="{BB962C8B-B14F-4D97-AF65-F5344CB8AC3E}">
        <p14:creationId xmlns:p14="http://schemas.microsoft.com/office/powerpoint/2010/main" val="2844992321"/>
      </p:ext>
    </p:extLst>
  </p:cSld>
  <p:clrMapOvr>
    <a:masterClrMapping/>
  </p:clrMapOvr>
  <p:transition>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7999" y="1851441"/>
            <a:ext cx="3571153"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Rectangle 10"/>
          <p:cNvSpPr/>
          <p:nvPr userDrawn="1"/>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2" name="Rectangle 11"/>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3" name="Rectangle 12"/>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Tree>
    <p:extLst>
      <p:ext uri="{BB962C8B-B14F-4D97-AF65-F5344CB8AC3E}">
        <p14:creationId xmlns:p14="http://schemas.microsoft.com/office/powerpoint/2010/main" val="2230111802"/>
      </p:ext>
    </p:extLst>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705184"/>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243046460"/>
      </p:ext>
    </p:extLst>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
        <p:nvSpPr>
          <p:cNvPr id="9"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a:t>Click to add title</a:t>
            </a:r>
          </a:p>
        </p:txBody>
      </p:sp>
      <p:sp>
        <p:nvSpPr>
          <p:cNvPr id="10" name="Text Placeholder 18"/>
          <p:cNvSpPr>
            <a:spLocks noGrp="1"/>
          </p:cNvSpPr>
          <p:nvPr>
            <p:ph idx="1"/>
          </p:nvPr>
        </p:nvSpPr>
        <p:spPr>
          <a:xfrm>
            <a:off x="501651" y="1665289"/>
            <a:ext cx="5594351" cy="47164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103553317"/>
      </p:ext>
    </p:extLst>
  </p:cSld>
  <p:clrMapOvr>
    <a:masterClrMapping/>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91618825"/>
      </p:ext>
    </p:extLst>
  </p:cSld>
  <p:clrMapOvr>
    <a:masterClrMapping/>
  </p:clrMapOvr>
  <p:transition>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4125211"/>
      </p:ext>
    </p:extLst>
  </p:cSld>
  <p:clrMapOvr>
    <a:masterClrMapping/>
  </p:clrMapOvr>
  <p:transition>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lstStyle>
            <a:lvl1pPr>
              <a:lnSpc>
                <a:spcPct val="100000"/>
              </a:lnSpc>
              <a:spcAft>
                <a:spcPts val="600"/>
              </a:spcAft>
              <a:defRPr sz="900"/>
            </a:lvl1pPr>
          </a:lstStyle>
          <a:p>
            <a:pPr lvl="0"/>
            <a:r>
              <a:rPr lang="en-US"/>
              <a:t>Click to edit Master text styles</a:t>
            </a:r>
          </a:p>
        </p:txBody>
      </p:sp>
      <p:sp>
        <p:nvSpPr>
          <p:cNvPr id="3" name="Picture Placeholder 2"/>
          <p:cNvSpPr>
            <a:spLocks noGrp="1"/>
          </p:cNvSpPr>
          <p:nvPr>
            <p:ph type="pic" sz="quarter" idx="14" hasCustomPrompt="1"/>
          </p:nvPr>
        </p:nvSpPr>
        <p:spPr>
          <a:xfrm>
            <a:off x="9370848" y="4211955"/>
            <a:ext cx="2319502" cy="1725448"/>
          </a:xfrm>
        </p:spPr>
        <p:txBody>
          <a:bodyPr anchor="ctr" anchorCtr="0"/>
          <a:lstStyle>
            <a:lvl1pPr algn="ctr">
              <a:defRPr sz="900"/>
            </a:lvl1pPr>
          </a:lstStyle>
          <a:p>
            <a:r>
              <a:rPr lang="en-GB" sz="900"/>
              <a:t>Insert sponsorship mark here</a:t>
            </a:r>
            <a:endParaRPr lang="en-GB"/>
          </a:p>
        </p:txBody>
      </p:sp>
      <p:sp>
        <p:nvSpPr>
          <p:cNvPr id="8" name="Text Placeholder 7"/>
          <p:cNvSpPr>
            <a:spLocks noGrp="1"/>
          </p:cNvSpPr>
          <p:nvPr>
            <p:ph type="body" sz="quarter" idx="15"/>
          </p:nvPr>
        </p:nvSpPr>
        <p:spPr>
          <a:xfrm>
            <a:off x="9370850" y="6018028"/>
            <a:ext cx="2319501" cy="363722"/>
          </a:xfrm>
        </p:spPr>
        <p:txBody>
          <a:bodyPr anchor="b" anchorCtr="0"/>
          <a:lstStyle>
            <a:lvl1pPr>
              <a:lnSpc>
                <a:spcPct val="100000"/>
              </a:lnSpc>
              <a:defRPr sz="950"/>
            </a:lvl1pPr>
          </a:lstStyle>
          <a:p>
            <a:pPr lvl="0"/>
            <a:r>
              <a:rPr lang="en-US"/>
              <a:t>Click to edit Master text styles</a:t>
            </a:r>
          </a:p>
        </p:txBody>
      </p:sp>
      <p:grpSp>
        <p:nvGrpSpPr>
          <p:cNvPr id="9" name="Group 8"/>
          <p:cNvGrpSpPr/>
          <p:nvPr/>
        </p:nvGrpSpPr>
        <p:grpSpPr>
          <a:xfrm>
            <a:off x="503988" y="378000"/>
            <a:ext cx="2160000" cy="307976"/>
            <a:chOff x="398463" y="404813"/>
            <a:chExt cx="1627187" cy="307976"/>
          </a:xfrm>
          <a:solidFill>
            <a:schemeClr val="tx1"/>
          </a:solidFill>
        </p:grpSpPr>
        <p:sp>
          <p:nvSpPr>
            <p:cNvPr id="10"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1"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2"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3"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4"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5"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6"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7"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8"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sp>
          <p:nvSpPr>
            <p:cNvPr id="19"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53">
                <a:solidFill>
                  <a:schemeClr val="bg1"/>
                </a:solidFill>
              </a:endParaRPr>
            </a:p>
          </p:txBody>
        </p:sp>
      </p:grpSp>
    </p:spTree>
    <p:extLst>
      <p:ext uri="{BB962C8B-B14F-4D97-AF65-F5344CB8AC3E}">
        <p14:creationId xmlns:p14="http://schemas.microsoft.com/office/powerpoint/2010/main" val="44900391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17"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a:t>Click to edit Master title style</a:t>
            </a:r>
          </a:p>
          <a:p>
            <a:pPr marL="0" marR="0" lvl="1" indent="0" algn="l" defTabSz="914417"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49" y="378001"/>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grpSp>
    </p:spTree>
    <p:extLst>
      <p:ext uri="{BB962C8B-B14F-4D97-AF65-F5344CB8AC3E}">
        <p14:creationId xmlns:p14="http://schemas.microsoft.com/office/powerpoint/2010/main" val="21045578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457209" indent="0" algn="ctr">
              <a:buNone/>
              <a:defRPr sz="2000"/>
            </a:lvl2pPr>
            <a:lvl3pPr marL="914417" indent="0" algn="ctr">
              <a:buNone/>
              <a:defRPr sz="1800"/>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49" y="378001"/>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grpSp>
    </p:spTree>
    <p:extLst>
      <p:ext uri="{BB962C8B-B14F-4D97-AF65-F5344CB8AC3E}">
        <p14:creationId xmlns:p14="http://schemas.microsoft.com/office/powerpoint/2010/main" val="166500873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457209" indent="0" algn="ctr">
              <a:buNone/>
              <a:defRPr sz="2000"/>
            </a:lvl2pPr>
            <a:lvl3pPr marL="914417" indent="0" algn="ctr">
              <a:buNone/>
              <a:defRPr sz="1800"/>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a:t>Institutional Strengthening of Rajasthan </a:t>
            </a:r>
            <a:r>
              <a:rPr lang="en-US" noProof="0" err="1"/>
              <a:t>Discoms</a:t>
            </a:r>
            <a:endParaRPr lang="en-US" noProof="0"/>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userDrawn="1"/>
        </p:nvGrpSpPr>
        <p:grpSpPr>
          <a:xfrm>
            <a:off x="501649" y="378001"/>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grpSp>
    </p:spTree>
    <p:extLst>
      <p:ext uri="{BB962C8B-B14F-4D97-AF65-F5344CB8AC3E}">
        <p14:creationId xmlns:p14="http://schemas.microsoft.com/office/powerpoint/2010/main" val="3258162802"/>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a:t>Click to edit Master text styles</a:t>
            </a:r>
          </a:p>
        </p:txBody>
      </p:sp>
      <p:sp>
        <p:nvSpPr>
          <p:cNvPr id="7" name="TextBox 6"/>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fr-FR" sz="650" noProof="0">
                <a:solidFill>
                  <a:schemeClr val="bg1"/>
                </a:solidFill>
              </a:rPr>
              <a:t>© 2016 Deloitte Touche Tohmatsu India LLP</a:t>
            </a:r>
          </a:p>
        </p:txBody>
      </p:sp>
      <p:sp>
        <p:nvSpPr>
          <p:cNvPr id="8" name="TextBox 7"/>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21045741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1"/>
            <a:ext cx="10544067"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a:t>Click to edit Master text styles</a:t>
            </a:r>
          </a:p>
        </p:txBody>
      </p:sp>
      <p:sp>
        <p:nvSpPr>
          <p:cNvPr id="13" name="TextBox 12"/>
          <p:cNvSpPr txBox="1"/>
          <p:nvPr userDrawn="1"/>
        </p:nvSpPr>
        <p:spPr>
          <a:xfrm>
            <a:off x="6335185" y="6477001"/>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Institutional Strengthening of DISCOMs in Rajasthan under 24x7 Power for All Program</a:t>
            </a:r>
          </a:p>
        </p:txBody>
      </p:sp>
      <p:sp>
        <p:nvSpPr>
          <p:cNvPr id="14" name="TextBox 13"/>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fr-FR" sz="650" noProof="0">
                <a:solidFill>
                  <a:schemeClr val="bg1"/>
                </a:solidFill>
              </a:rPr>
              <a:t>© 2016 Deloitte Touche Tohmatsu India LLP</a:t>
            </a:r>
          </a:p>
        </p:txBody>
      </p:sp>
      <p:sp>
        <p:nvSpPr>
          <p:cNvPr id="15" name="TextBox 14"/>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97648263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5" y="6477001"/>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Institutional Strengthening of DISCOMs in Rajasthan under 24x7 Power for All Program</a:t>
            </a:r>
          </a:p>
        </p:txBody>
      </p:sp>
      <p:sp>
        <p:nvSpPr>
          <p:cNvPr id="11" name="TextBox 10"/>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fr-FR" sz="650" noProof="0">
                <a:solidFill>
                  <a:schemeClr val="bg1"/>
                </a:solidFill>
              </a:rPr>
              <a:t>© 2016 Deloitte Touche Tohmatsu India LLP</a:t>
            </a: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93697899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1_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tx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287951509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152370" cy="4752975"/>
          </a:xfrm>
          <a:prstGeom prst="rect">
            <a:avLst/>
          </a:prstGeom>
        </p:spPr>
        <p:txBody>
          <a:bodyPr>
            <a:noAutofit/>
          </a:bodyPr>
          <a:lstStyle>
            <a:lvl1pPr>
              <a:spcBef>
                <a:spcPts val="3600"/>
              </a:spcBef>
              <a:defRPr sz="2720">
                <a:solidFill>
                  <a:schemeClr val="bg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10" name="TextBox 9"/>
          <p:cNvSpPr txBox="1"/>
          <p:nvPr userDrawn="1"/>
        </p:nvSpPr>
        <p:spPr>
          <a:xfrm>
            <a:off x="6335185" y="6477001"/>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Institutional Strengthening of DISCOMs in Rajasthan under 24x7 Power for All Program</a:t>
            </a:r>
          </a:p>
        </p:txBody>
      </p:sp>
      <p:sp>
        <p:nvSpPr>
          <p:cNvPr id="11" name="TextBox 10"/>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fr-FR" sz="650" noProof="0">
                <a:solidFill>
                  <a:schemeClr val="bg1"/>
                </a:solidFill>
              </a:rPr>
              <a:t>© 2016 Deloitte Touche Tohmatsu India LLP</a:t>
            </a: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886881570"/>
      </p:ext>
    </p:extLst>
  </p:cSld>
  <p:clrMapOvr>
    <a:masterClrMapping/>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7200"/>
            <a:ext cx="9277349" cy="4759584"/>
          </a:xfrm>
          <a:prstGeom prst="rect">
            <a:avLst/>
          </a:prstGeom>
        </p:spPr>
        <p:txBody>
          <a:bodyPr>
            <a:noAutofit/>
          </a:bodyPr>
          <a:lstStyle>
            <a:lvl1pPr>
              <a:spcBef>
                <a:spcPts val="3600"/>
              </a:spcBef>
              <a:defRPr sz="2720">
                <a:solidFill>
                  <a:schemeClr val="bg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10" name="TextBox 9"/>
          <p:cNvSpPr txBox="1"/>
          <p:nvPr userDrawn="1"/>
        </p:nvSpPr>
        <p:spPr>
          <a:xfrm>
            <a:off x="6335185" y="6477001"/>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Institutional Strengthening of DISCOMs in Rajasthan under 24x7 Power for All Program</a:t>
            </a:r>
          </a:p>
        </p:txBody>
      </p:sp>
      <p:sp>
        <p:nvSpPr>
          <p:cNvPr id="11" name="TextBox 10"/>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fr-FR" sz="650" noProof="0">
                <a:solidFill>
                  <a:schemeClr val="bg1"/>
                </a:solidFill>
              </a:rPr>
              <a:t>© 2016 Deloitte Touche Tohmatsu India LLP</a:t>
            </a: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838567645"/>
      </p:ext>
    </p:extLst>
  </p:cSld>
  <p:clrMapOvr>
    <a:masterClrMapping/>
  </p:clrMapOvr>
  <p:transition>
    <p:fade/>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Autofit/>
          </a:bodyPr>
          <a:lstStyle>
            <a:lvl1pPr>
              <a:spcBef>
                <a:spcPts val="3600"/>
              </a:spcBef>
              <a:defRPr sz="2720">
                <a:solidFill>
                  <a:schemeClr val="bg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10" name="TextBox 9"/>
          <p:cNvSpPr txBox="1"/>
          <p:nvPr userDrawn="1"/>
        </p:nvSpPr>
        <p:spPr>
          <a:xfrm>
            <a:off x="6335185" y="6477001"/>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Institutional Strengthening of DISCOMs in Rajasthan under 24x7 Power for All Program</a:t>
            </a:r>
          </a:p>
        </p:txBody>
      </p:sp>
      <p:sp>
        <p:nvSpPr>
          <p:cNvPr id="11" name="TextBox 10"/>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fr-FR" sz="650" noProof="0">
                <a:solidFill>
                  <a:schemeClr val="bg1"/>
                </a:solidFill>
              </a:rPr>
              <a:t>© 2016 Deloitte Touche Tohmatsu India LLP</a:t>
            </a: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26737543"/>
      </p:ext>
    </p:extLst>
  </p:cSld>
  <p:clrMapOvr>
    <a:masterClrMapping/>
  </p:clrMapOvr>
  <p:transition>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Autofit/>
          </a:bodyPr>
          <a:lstStyle>
            <a:lvl1pPr>
              <a:spcBef>
                <a:spcPts val="3600"/>
              </a:spcBef>
              <a:defRPr sz="2720">
                <a:solidFill>
                  <a:schemeClr val="bg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11" name="TextBox 10"/>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fr-FR" sz="650" noProof="0">
                <a:solidFill>
                  <a:schemeClr val="bg1"/>
                </a:solidFill>
              </a:rPr>
              <a:t>© 2018 Deloitte Touche Tohmatsu India LLP</a:t>
            </a: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2522486704"/>
      </p:ext>
    </p:extLst>
  </p:cSld>
  <p:clrMapOvr>
    <a:masterClrMapping/>
  </p:clrMapOvr>
  <p:transition>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1_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Autofit/>
          </a:bodyPr>
          <a:lstStyle>
            <a:lvl1pPr>
              <a:spcBef>
                <a:spcPts val="3600"/>
              </a:spcBef>
              <a:defRPr sz="2720">
                <a:solidFill>
                  <a:schemeClr val="tx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2510221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noProof="0"/>
              <a:t>Click to edit Master title style</a:t>
            </a:r>
          </a:p>
        </p:txBody>
      </p:sp>
      <p:sp>
        <p:nvSpPr>
          <p:cNvPr id="14" name="Text Placeholder 18"/>
          <p:cNvSpPr>
            <a:spLocks noGrp="1"/>
          </p:cNvSpPr>
          <p:nvPr>
            <p:ph idx="1"/>
          </p:nvPr>
        </p:nvSpPr>
        <p:spPr>
          <a:xfrm>
            <a:off x="501652" y="1665289"/>
            <a:ext cx="11165416"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1091110"/>
      </p:ext>
    </p:extLst>
  </p:cSld>
  <p:clrMapOvr>
    <a:masterClrMapping/>
  </p:clrMapOvr>
  <p:transition>
    <p:fade/>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0" y="317500"/>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2" y="1665288"/>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72647120"/>
      </p:ext>
    </p:extLst>
  </p:cSld>
  <p:clrMapOvr>
    <a:masterClrMapping/>
  </p:clrMapOvr>
  <p:transition>
    <p:fade/>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0" y="317500"/>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2" y="1700213"/>
            <a:ext cx="11165416" cy="4678986"/>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12778938"/>
      </p:ext>
    </p:extLst>
  </p:cSld>
  <p:clrMapOvr>
    <a:masterClrMapping/>
  </p:clrMapOvr>
  <p:transition>
    <p:fade/>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3" y="2052000"/>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3" y="1665289"/>
            <a:ext cx="11188699" cy="392112"/>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Autofit/>
          </a:bodyPr>
          <a:lstStyle>
            <a:lvl1pPr>
              <a:spcAft>
                <a:spcPts val="0"/>
              </a:spcAft>
              <a:defRPr sz="907"/>
            </a:lvl1pPr>
          </a:lstStyle>
          <a:p>
            <a:pPr lvl="0"/>
            <a:r>
              <a:rPr lang="en-US" noProof="0"/>
              <a:t>Click to edit Master text styles</a:t>
            </a:r>
          </a:p>
        </p:txBody>
      </p:sp>
    </p:spTree>
    <p:extLst>
      <p:ext uri="{BB962C8B-B14F-4D97-AF65-F5344CB8AC3E}">
        <p14:creationId xmlns:p14="http://schemas.microsoft.com/office/powerpoint/2010/main" val="1829702940"/>
      </p:ext>
    </p:extLst>
  </p:cSld>
  <p:clrMapOvr>
    <a:masterClrMapping/>
  </p:clrMapOvr>
  <p:transition>
    <p:fade/>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0" y="1665289"/>
            <a:ext cx="3562351"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03184"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7" y="1659145"/>
            <a:ext cx="3563954"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Autofit/>
          </a:bodyPr>
          <a:lstStyle>
            <a:lvl1pPr>
              <a:spcAft>
                <a:spcPts val="0"/>
              </a:spcAft>
              <a:defRPr sz="907"/>
            </a:lvl1pPr>
          </a:lstStyle>
          <a:p>
            <a:pPr lvl="0"/>
            <a:r>
              <a:rPr lang="en-US" noProof="0"/>
              <a:t>Click to edit Master text styles</a:t>
            </a:r>
          </a:p>
        </p:txBody>
      </p:sp>
    </p:spTree>
    <p:extLst>
      <p:ext uri="{BB962C8B-B14F-4D97-AF65-F5344CB8AC3E}">
        <p14:creationId xmlns:p14="http://schemas.microsoft.com/office/powerpoint/2010/main" val="2215081642"/>
      </p:ext>
    </p:extLst>
  </p:cSld>
  <p:clrMapOvr>
    <a:masterClrMapping/>
  </p:clrMapOvr>
  <p:transition>
    <p:fade/>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1" y="317500"/>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1" y="651601"/>
            <a:ext cx="1120266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2" cy="4716461"/>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842891208"/>
      </p:ext>
    </p:extLst>
  </p:cSld>
  <p:clrMapOvr>
    <a:masterClrMapping/>
  </p:clrMapOvr>
  <p:transition>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0" y="317500"/>
            <a:ext cx="11188700"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8"/>
            <a:ext cx="5305581" cy="4716461"/>
          </a:xfrm>
          <a:prstGeom prst="rect">
            <a:avLst/>
          </a:prstGeom>
        </p:spPr>
        <p:txBody>
          <a:bodyPr>
            <a:noAutofit/>
          </a:bodyPr>
          <a:lstStyle>
            <a:lvl1pPr>
              <a:tabLst>
                <a:tab pos="5029296" algn="r"/>
              </a:tabLst>
              <a:defRPr sz="1600"/>
            </a:lvl1pPr>
            <a:lvl2pPr>
              <a:tabLst>
                <a:tab pos="5029296" algn="r"/>
              </a:tabLst>
              <a:defRPr sz="1600"/>
            </a:lvl2pPr>
            <a:lvl3pPr>
              <a:tabLst>
                <a:tab pos="5029296" algn="r"/>
              </a:tabLst>
              <a:defRPr sz="1600"/>
            </a:lvl3pPr>
            <a:lvl4pPr>
              <a:tabLst>
                <a:tab pos="5029296" algn="r"/>
              </a:tabLst>
              <a:defRPr sz="1600"/>
            </a:lvl4pPr>
            <a:lvl5pPr>
              <a:tabLst>
                <a:tab pos="5029296"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0" y="1665288"/>
            <a:ext cx="5306350" cy="4716461"/>
          </a:xfrm>
          <a:prstGeom prst="rect">
            <a:avLst/>
          </a:prstGeom>
        </p:spPr>
        <p:txBody>
          <a:bodyPr>
            <a:noAutofit/>
          </a:bodyPr>
          <a:lstStyle>
            <a:lvl1pPr>
              <a:tabLst>
                <a:tab pos="5029296" algn="r"/>
              </a:tabLst>
              <a:defRPr sz="1600"/>
            </a:lvl1pPr>
            <a:lvl2pPr>
              <a:tabLst>
                <a:tab pos="5029296" algn="r"/>
              </a:tabLst>
              <a:defRPr sz="1600"/>
            </a:lvl2pPr>
            <a:lvl3pPr>
              <a:tabLst>
                <a:tab pos="5029296" algn="r"/>
              </a:tabLst>
              <a:defRPr sz="1600"/>
            </a:lvl3pPr>
            <a:lvl4pPr>
              <a:tabLst>
                <a:tab pos="5029296" algn="r"/>
              </a:tabLst>
              <a:defRPr sz="1600"/>
            </a:lvl4pPr>
            <a:lvl5pPr>
              <a:tabLst>
                <a:tab pos="5029296"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031036312"/>
      </p:ext>
    </p:extLst>
  </p:cSld>
  <p:clrMapOvr>
    <a:masterClrMapping/>
  </p:clrMapOvr>
  <p:transition>
    <p:fade/>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1_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6" cy="4455725"/>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907"/>
            </a:lvl1pPr>
          </a:lstStyle>
          <a:p>
            <a:pPr lvl="0"/>
            <a:r>
              <a:rPr lang="en-US" noProof="0"/>
              <a:t>Click to edit Master text styles</a:t>
            </a:r>
          </a:p>
        </p:txBody>
      </p:sp>
    </p:spTree>
    <p:extLst>
      <p:ext uri="{BB962C8B-B14F-4D97-AF65-F5344CB8AC3E}">
        <p14:creationId xmlns:p14="http://schemas.microsoft.com/office/powerpoint/2010/main" val="2179466235"/>
      </p:ext>
    </p:extLst>
  </p:cSld>
  <p:clrMapOvr>
    <a:masterClrMapping/>
  </p:clrMapOvr>
  <p:transition>
    <p:fade/>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1_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907"/>
            </a:lvl1pPr>
          </a:lstStyle>
          <a:p>
            <a:pPr lvl="0"/>
            <a:r>
              <a:rPr lang="en-US" noProof="0"/>
              <a:t>Click to edit Master text styles</a:t>
            </a:r>
          </a:p>
        </p:txBody>
      </p:sp>
      <p:sp>
        <p:nvSpPr>
          <p:cNvPr id="9" name="Chart Placeholder 2"/>
          <p:cNvSpPr>
            <a:spLocks noGrp="1"/>
          </p:cNvSpPr>
          <p:nvPr>
            <p:ph type="chart" sz="quarter" idx="24"/>
          </p:nvPr>
        </p:nvSpPr>
        <p:spPr>
          <a:xfrm>
            <a:off x="501651"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Click to edit Master text styles</a:t>
            </a:r>
          </a:p>
        </p:txBody>
      </p:sp>
    </p:spTree>
    <p:extLst>
      <p:ext uri="{BB962C8B-B14F-4D97-AF65-F5344CB8AC3E}">
        <p14:creationId xmlns:p14="http://schemas.microsoft.com/office/powerpoint/2010/main" val="1200285679"/>
      </p:ext>
    </p:extLst>
  </p:cSld>
  <p:clrMapOvr>
    <a:masterClrMapping/>
  </p:clrMapOvr>
  <p:transition>
    <p:fade/>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1_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3" y="317500"/>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1" y="1665289"/>
            <a:ext cx="4431857" cy="4716463"/>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0" y="1700214"/>
            <a:ext cx="6240000" cy="4681537"/>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890274777"/>
      </p:ext>
    </p:extLst>
  </p:cSld>
  <p:clrMapOvr>
    <a:masterClrMapping/>
  </p:clrMapOvr>
  <p:transition>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1_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700"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029296" algn="r"/>
              </a:tabLst>
              <a:defRPr sz="2400">
                <a:solidFill>
                  <a:schemeClr val="accent3"/>
                </a:solidFill>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9"/>
            <a:ext cx="6506348" cy="4716462"/>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3"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980198571"/>
      </p:ext>
    </p:extLst>
  </p:cSld>
  <p:clrMapOvr>
    <a:masterClrMapping/>
  </p:clrMapOvr>
  <p:transition>
    <p:fade/>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1_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50"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7"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3"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1"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4"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1" y="3124200"/>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2" cy="3273240"/>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1" y="651601"/>
            <a:ext cx="11188701"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930325268"/>
      </p:ext>
    </p:extLst>
  </p:cSld>
  <p:clrMapOvr>
    <a:masterClrMapping/>
  </p:clrMapOvr>
  <p:transition>
    <p:fade/>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a:t>Click to edit Master title style</a:t>
            </a:r>
          </a:p>
        </p:txBody>
      </p:sp>
      <p:sp>
        <p:nvSpPr>
          <p:cNvPr id="4" name="Rectangle 3"/>
          <p:cNvSpPr/>
          <p:nvPr userDrawn="1"/>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5" name="Rectangle 4"/>
          <p:cNvSpPr/>
          <p:nvPr userDrawn="1"/>
        </p:nvSpPr>
        <p:spPr>
          <a:xfrm>
            <a:off x="6224087" y="1700213"/>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6" name="Rectangle 5"/>
          <p:cNvSpPr/>
          <p:nvPr userDrawn="1"/>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7" name="Rectangle 6"/>
          <p:cNvSpPr/>
          <p:nvPr userDrawn="1"/>
        </p:nvSpPr>
        <p:spPr>
          <a:xfrm>
            <a:off x="6224087"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8" name="Picture Placeholder 11"/>
          <p:cNvSpPr>
            <a:spLocks noGrp="1"/>
          </p:cNvSpPr>
          <p:nvPr>
            <p:ph type="pic" sz="quarter" idx="25"/>
          </p:nvPr>
        </p:nvSpPr>
        <p:spPr>
          <a:xfrm>
            <a:off x="504000"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6"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6"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3" y="1880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396561" y="1880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683483" y="4256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396561" y="4256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705043249"/>
      </p:ext>
    </p:extLst>
  </p:cSld>
  <p:clrMapOvr>
    <a:masterClrMapping/>
  </p:clrMapOvr>
  <p:transition>
    <p:fade/>
  </p:transition>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1_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2" y="1700214"/>
            <a:ext cx="3695700"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9" y="1700214"/>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5" y="1700214"/>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1"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9"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395560946"/>
      </p:ext>
    </p:extLst>
  </p:cSld>
  <p:clrMapOvr>
    <a:masterClrMapping/>
  </p:clrMapOvr>
  <p:transition>
    <p:fade/>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428195933"/>
      </p:ext>
    </p:extLst>
  </p:cSld>
  <p:clrMapOvr>
    <a:masterClrMapping/>
  </p:clrMapOvr>
  <p:transition>
    <p:fade/>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3"/>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3"/>
            <a:ext cx="5444156"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2"/>
            <a:ext cx="11188700" cy="334099"/>
          </a:xfrm>
        </p:spPr>
        <p:txBody>
          <a:bodyPr/>
          <a:lstStyle/>
          <a:p>
            <a:r>
              <a:rPr lang="en-US" noProof="0"/>
              <a:t>Click to edit Master title style</a:t>
            </a:r>
          </a:p>
        </p:txBody>
      </p:sp>
      <p:sp>
        <p:nvSpPr>
          <p:cNvPr id="4" name="Rectangle 3"/>
          <p:cNvSpPr/>
          <p:nvPr userDrawn="1"/>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5" name="Rectangle 4"/>
          <p:cNvSpPr/>
          <p:nvPr userDrawn="1"/>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6" name="Picture Placeholder 29"/>
          <p:cNvSpPr>
            <a:spLocks noGrp="1"/>
          </p:cNvSpPr>
          <p:nvPr>
            <p:ph type="pic" sz="quarter" idx="19" hasCustomPrompt="1"/>
          </p:nvPr>
        </p:nvSpPr>
        <p:spPr>
          <a:xfrm>
            <a:off x="4769493" y="1863917"/>
            <a:ext cx="1210206"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239408974"/>
      </p:ext>
    </p:extLst>
  </p:cSld>
  <p:clrMapOvr>
    <a:masterClrMapping/>
  </p:clrMapOvr>
  <p:transition>
    <p:fade/>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3"/>
            <a:ext cx="5468941"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3"/>
            <a:ext cx="545466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2"/>
            <a:ext cx="11188700" cy="334099"/>
          </a:xfrm>
        </p:spPr>
        <p:txBody>
          <a:bodyPr/>
          <a:lstStyle/>
          <a:p>
            <a:r>
              <a:rPr lang="en-US" noProof="0"/>
              <a:t>Click to edit Master title style</a:t>
            </a:r>
          </a:p>
        </p:txBody>
      </p:sp>
      <p:sp>
        <p:nvSpPr>
          <p:cNvPr id="4" name="Rectangle 3"/>
          <p:cNvSpPr/>
          <p:nvPr userDrawn="1"/>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5" name="Rectangle 4"/>
          <p:cNvSpPr/>
          <p:nvPr userDrawn="1"/>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0" name="Text Placeholder 8"/>
          <p:cNvSpPr>
            <a:spLocks noGrp="1"/>
          </p:cNvSpPr>
          <p:nvPr>
            <p:ph type="body" sz="quarter" idx="22"/>
          </p:nvPr>
        </p:nvSpPr>
        <p:spPr>
          <a:xfrm>
            <a:off x="504000" y="4249683"/>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5" y="4249683"/>
            <a:ext cx="545295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13" name="Rectangle 12"/>
          <p:cNvSpPr/>
          <p:nvPr userDrawn="1"/>
        </p:nvSpPr>
        <p:spPr>
          <a:xfrm>
            <a:off x="6246195"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14" name="Picture Placeholder 29"/>
          <p:cNvSpPr>
            <a:spLocks noGrp="1"/>
          </p:cNvSpPr>
          <p:nvPr>
            <p:ph type="pic" sz="quarter" idx="24" hasCustomPrompt="1"/>
          </p:nvPr>
        </p:nvSpPr>
        <p:spPr>
          <a:xfrm>
            <a:off x="4754494" y="4255707"/>
            <a:ext cx="1239382"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3" y="1863917"/>
            <a:ext cx="1210206"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Tree>
    <p:extLst>
      <p:ext uri="{BB962C8B-B14F-4D97-AF65-F5344CB8AC3E}">
        <p14:creationId xmlns:p14="http://schemas.microsoft.com/office/powerpoint/2010/main" val="3897561385"/>
      </p:ext>
    </p:extLst>
  </p:cSld>
  <p:clrMapOvr>
    <a:masterClrMapping/>
  </p:clrMapOvr>
  <p:transition>
    <p:fade/>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a:t>Click to edit Master title style</a:t>
            </a:r>
          </a:p>
        </p:txBody>
      </p:sp>
      <p:sp>
        <p:nvSpPr>
          <p:cNvPr id="4" name="Rectangle 3"/>
          <p:cNvSpPr/>
          <p:nvPr userDrawn="1"/>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7999" y="1851441"/>
            <a:ext cx="3571153"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735867472"/>
      </p:ext>
    </p:extLst>
  </p:cSld>
  <p:clrMapOvr>
    <a:masterClrMapping/>
  </p:clrMapOvr>
  <p:transition>
    <p:fade/>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912430734"/>
      </p:ext>
    </p:extLst>
  </p:cSld>
  <p:clrMapOvr>
    <a:masterClrMapping/>
  </p:clrMapOvr>
  <p:transition>
    <p:fade/>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1" y="687694"/>
            <a:ext cx="11188701" cy="757255"/>
          </a:xfrm>
          <a:prstGeom prst="rect">
            <a:avLst/>
          </a:prstGeom>
        </p:spPr>
        <p:txBody>
          <a:bodyPr lIns="0" tIns="0" rIns="0" bIns="0">
            <a:noAutofit/>
          </a:bodyPr>
          <a:lstStyle>
            <a:lvl1pPr marL="0" indent="0">
              <a:buNone/>
              <a:defRPr sz="1814" b="0">
                <a:solidFill>
                  <a:schemeClr val="bg1"/>
                </a:solidFill>
              </a:defRPr>
            </a:lvl1pPr>
          </a:lstStyle>
          <a:p>
            <a:pPr lvl="0"/>
            <a:r>
              <a:rPr lang="en-US" noProof="0"/>
              <a:t>Click to add subtitle</a:t>
            </a:r>
          </a:p>
        </p:txBody>
      </p:sp>
      <p:sp>
        <p:nvSpPr>
          <p:cNvPr id="13" name="TextBox 12"/>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4" name="TextBox 13"/>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fr-FR" sz="650" noProof="0">
                <a:solidFill>
                  <a:schemeClr val="bg1"/>
                </a:solidFill>
              </a:rPr>
              <a:t>© 2016 Deloitte Touche Tohmatsu India LLP</a:t>
            </a:r>
          </a:p>
        </p:txBody>
      </p:sp>
      <p:sp>
        <p:nvSpPr>
          <p:cNvPr id="15" name="TextBox 14"/>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4044370876"/>
      </p:ext>
    </p:extLst>
  </p:cSld>
  <p:clrMapOvr>
    <a:masterClrMapping/>
  </p:clrMapOvr>
  <p:transition>
    <p:fade/>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1_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1" y="1665289"/>
            <a:ext cx="5594351"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167089491"/>
      </p:ext>
    </p:extLst>
  </p:cSld>
  <p:clrMapOvr>
    <a:masterClrMapping/>
  </p:clrMapOvr>
  <p:transition>
    <p:fade/>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242278702"/>
      </p:ext>
    </p:extLst>
  </p:cSld>
  <p:clrMapOvr>
    <a:masterClrMapping/>
  </p:clrMapOvr>
  <p:transition>
    <p:fade/>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showMasterSp="0"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914417" indent="0" algn="ctr">
              <a:buNone/>
              <a:defRPr sz="1800"/>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p:nvPr userDrawn="1"/>
        </p:nvGrpSpPr>
        <p:grpSpPr>
          <a:xfrm>
            <a:off x="501649" y="378001"/>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862" noProof="0">
                <a:solidFill>
                  <a:schemeClr val="bg1"/>
                </a:solidFill>
              </a:endParaRPr>
            </a:p>
          </p:txBody>
        </p:sp>
      </p:grpSp>
    </p:spTree>
    <p:extLst>
      <p:ext uri="{BB962C8B-B14F-4D97-AF65-F5344CB8AC3E}">
        <p14:creationId xmlns:p14="http://schemas.microsoft.com/office/powerpoint/2010/main" val="2758741906"/>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40628" y="1190382"/>
            <a:ext cx="5521704" cy="5219474"/>
          </a:xfrm>
        </p:spPr>
        <p:txBody>
          <a:bodyPr/>
          <a:lstStyle>
            <a:lvl1pPr>
              <a:defRPr sz="2500"/>
            </a:lvl1pPr>
            <a:lvl2pPr>
              <a:defRPr sz="22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7031" y="1190382"/>
            <a:ext cx="5523628" cy="5219474"/>
          </a:xfrm>
        </p:spPr>
        <p:txBody>
          <a:bodyPr/>
          <a:lstStyle>
            <a:lvl1pPr>
              <a:defRPr sz="2500"/>
            </a:lvl1pPr>
            <a:lvl2pPr>
              <a:defRPr sz="22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9"/>
          <p:cNvSpPr>
            <a:spLocks noGrp="1"/>
          </p:cNvSpPr>
          <p:nvPr>
            <p:ph type="sldNum" sz="quarter" idx="10"/>
          </p:nvPr>
        </p:nvSpPr>
        <p:spPr/>
        <p:txBody>
          <a:bodyPr/>
          <a:lstStyle>
            <a:lvl1pPr>
              <a:defRPr/>
            </a:lvl1pPr>
          </a:lstStyle>
          <a:p>
            <a:pPr>
              <a:defRPr/>
            </a:pPr>
            <a:fld id="{975E941A-EA4C-43C7-A01D-C1C5986537C8}" type="slidenum">
              <a:rPr lang="en-US">
                <a:solidFill>
                  <a:srgbClr val="002776"/>
                </a:solidFill>
              </a:rPr>
              <a:pPr>
                <a:defRPr/>
              </a:pPr>
              <a:t>‹#›</a:t>
            </a:fld>
            <a:endParaRPr lang="en-US">
              <a:solidFill>
                <a:srgbClr val="002776"/>
              </a:solidFill>
            </a:endParaRPr>
          </a:p>
        </p:txBody>
      </p:sp>
      <p:sp>
        <p:nvSpPr>
          <p:cNvPr id="7" name="Footer Placeholder 10"/>
          <p:cNvSpPr>
            <a:spLocks noGrp="1"/>
          </p:cNvSpPr>
          <p:nvPr>
            <p:ph type="ftr" sz="quarter" idx="3"/>
          </p:nvPr>
        </p:nvSpPr>
        <p:spPr>
          <a:xfrm>
            <a:off x="1029309" y="6554103"/>
            <a:ext cx="5756424" cy="144247"/>
          </a:xfrm>
          <a:prstGeom prst="rect">
            <a:avLst/>
          </a:prstGeom>
        </p:spPr>
        <p:txBody>
          <a:bodyPr vert="horz" wrap="square" lIns="0" tIns="0" rIns="0" bIns="0" numCol="1" anchor="t" anchorCtr="0" compatLnSpc="1">
            <a:prstTxWarp prst="textNoShape">
              <a:avLst/>
            </a:prstTxWarp>
            <a:noAutofit/>
          </a:bodyPr>
          <a:lstStyle>
            <a:lvl1pPr>
              <a:lnSpc>
                <a:spcPts val="1077"/>
              </a:lnSpc>
              <a:defRPr sz="900" smtClean="0">
                <a:solidFill>
                  <a:schemeClr val="tx2"/>
                </a:solidFill>
              </a:defRPr>
            </a:lvl1pPr>
          </a:lstStyle>
          <a:p>
            <a:pPr>
              <a:defRPr/>
            </a:pPr>
            <a:r>
              <a:rPr lang="en-US">
                <a:solidFill>
                  <a:srgbClr val="002060"/>
                </a:solidFill>
                <a:cs typeface="Times New Roman" pitchFamily="18" charset="0"/>
              </a:rPr>
              <a:t>Consultancy for preparation of PFC’s Corporate Plan 2012-32</a:t>
            </a:r>
            <a:endParaRPr lang="en-US">
              <a:solidFill>
                <a:srgbClr val="002776"/>
              </a:solidFill>
            </a:endParaRPr>
          </a:p>
        </p:txBody>
      </p:sp>
    </p:spTree>
    <p:extLst>
      <p:ext uri="{BB962C8B-B14F-4D97-AF65-F5344CB8AC3E}">
        <p14:creationId xmlns:p14="http://schemas.microsoft.com/office/powerpoint/2010/main" val="4273216890"/>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cSld name="Monitor 2007 Title,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12065" y="1261873"/>
            <a:ext cx="11180064" cy="5184648"/>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10"/>
          <p:cNvSpPr>
            <a:spLocks noGrp="1"/>
          </p:cNvSpPr>
          <p:nvPr>
            <p:ph type="ftr" sz="quarter" idx="3"/>
          </p:nvPr>
        </p:nvSpPr>
        <p:spPr>
          <a:xfrm>
            <a:off x="1029309" y="6554103"/>
            <a:ext cx="5756424" cy="144247"/>
          </a:xfrm>
          <a:prstGeom prst="rect">
            <a:avLst/>
          </a:prstGeom>
        </p:spPr>
        <p:txBody>
          <a:bodyPr vert="horz" wrap="square" lIns="0" tIns="0" rIns="0" bIns="0" numCol="1" anchor="t" anchorCtr="0" compatLnSpc="1">
            <a:prstTxWarp prst="textNoShape">
              <a:avLst/>
            </a:prstTxWarp>
            <a:noAutofit/>
          </a:bodyPr>
          <a:lstStyle>
            <a:lvl1pPr>
              <a:lnSpc>
                <a:spcPts val="1059"/>
              </a:lnSpc>
              <a:defRPr sz="882" smtClean="0">
                <a:solidFill>
                  <a:schemeClr val="tx2"/>
                </a:solidFill>
              </a:defRPr>
            </a:lvl1pPr>
          </a:lstStyle>
          <a:p>
            <a:pPr>
              <a:defRPr/>
            </a:pPr>
            <a:r>
              <a:rPr lang="en-US">
                <a:solidFill>
                  <a:srgbClr val="002060"/>
                </a:solidFill>
                <a:cs typeface="Times New Roman" pitchFamily="18" charset="0"/>
              </a:rPr>
              <a:t>Preparation of business/corporate Plan and Roadmap for IPO</a:t>
            </a:r>
            <a:endParaRPr lang="en-US"/>
          </a:p>
        </p:txBody>
      </p:sp>
      <p:sp>
        <p:nvSpPr>
          <p:cNvPr id="6" name="Slide Number Placeholder 9"/>
          <p:cNvSpPr>
            <a:spLocks noGrp="1"/>
          </p:cNvSpPr>
          <p:nvPr>
            <p:ph type="sldNum" sz="quarter" idx="11"/>
          </p:nvPr>
        </p:nvSpPr>
        <p:spPr>
          <a:xfrm>
            <a:off x="554095" y="6554103"/>
            <a:ext cx="377092" cy="144247"/>
          </a:xfrm>
        </p:spPr>
        <p:txBody>
          <a:bodyPr/>
          <a:lstStyle>
            <a:lvl1pPr>
              <a:defRPr/>
            </a:lvl1pPr>
          </a:lstStyle>
          <a:p>
            <a:pPr>
              <a:defRPr/>
            </a:pPr>
            <a:fld id="{9E5C8181-43ED-4D5C-94F9-90E4463FB844}" type="slidenum">
              <a:rPr lang="en-US">
                <a:solidFill>
                  <a:srgbClr val="002776"/>
                </a:solidFill>
              </a:rPr>
              <a:pPr>
                <a:defRPr/>
              </a:pPr>
              <a:t>‹#›</a:t>
            </a:fld>
            <a:endParaRPr lang="en-US">
              <a:solidFill>
                <a:srgbClr val="002776"/>
              </a:solidFill>
            </a:endParaRPr>
          </a:p>
        </p:txBody>
      </p:sp>
    </p:spTree>
    <p:extLst>
      <p:ext uri="{BB962C8B-B14F-4D97-AF65-F5344CB8AC3E}">
        <p14:creationId xmlns:p14="http://schemas.microsoft.com/office/powerpoint/2010/main" val="2539301167"/>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userDrawn="1">
  <p:cSld name="2_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28001" y="651601"/>
            <a:ext cx="11135999"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
        <p:nvSpPr>
          <p:cNvPr id="11" name="Title Placeholder 1"/>
          <p:cNvSpPr>
            <a:spLocks noGrp="1"/>
          </p:cNvSpPr>
          <p:nvPr>
            <p:ph type="title" hasCustomPrompt="1"/>
          </p:nvPr>
        </p:nvSpPr>
        <p:spPr>
          <a:xfrm>
            <a:off x="528001" y="295684"/>
            <a:ext cx="11135999" cy="469492"/>
          </a:xfrm>
          <a:prstGeom prst="rect">
            <a:avLst/>
          </a:prstGeom>
        </p:spPr>
        <p:txBody>
          <a:bodyPr vert="horz" lIns="0" tIns="0" rIns="0" bIns="0" rtlCol="0" anchor="t" anchorCtr="0">
            <a:noAutofit/>
          </a:bodyPr>
          <a:lstStyle>
            <a:lvl1pPr>
              <a:defRPr/>
            </a:lvl1pPr>
          </a:lstStyle>
          <a:p>
            <a:r>
              <a:rPr lang="en-US"/>
              <a:t>Click to add title</a:t>
            </a:r>
          </a:p>
        </p:txBody>
      </p:sp>
      <p:sp>
        <p:nvSpPr>
          <p:cNvPr id="2" name="Footer Placeholder 1"/>
          <p:cNvSpPr>
            <a:spLocks noGrp="1"/>
          </p:cNvSpPr>
          <p:nvPr>
            <p:ph type="ftr" sz="quarter" idx="14"/>
          </p:nvPr>
        </p:nvSpPr>
        <p:spPr>
          <a:xfrm>
            <a:off x="4038601" y="6356351"/>
            <a:ext cx="4114800" cy="365125"/>
          </a:xfrm>
          <a:prstGeom prst="rect">
            <a:avLst/>
          </a:prstGeom>
        </p:spPr>
        <p:txBody>
          <a:bodyPr/>
          <a:lstStyle/>
          <a:p>
            <a:r>
              <a:rPr lang="en-GB"/>
              <a:t>Deloitte</a:t>
            </a:r>
          </a:p>
        </p:txBody>
      </p:sp>
      <p:sp>
        <p:nvSpPr>
          <p:cNvPr id="3" name="Slide Number Placeholder 2"/>
          <p:cNvSpPr>
            <a:spLocks noGrp="1"/>
          </p:cNvSpPr>
          <p:nvPr>
            <p:ph type="sldNum" sz="quarter" idx="15"/>
          </p:nvPr>
        </p:nvSpPr>
        <p:spPr>
          <a:xfrm>
            <a:off x="8610599" y="6356351"/>
            <a:ext cx="2743201" cy="365125"/>
          </a:xfrm>
          <a:prstGeom prst="rect">
            <a:avLst/>
          </a:prstGeom>
        </p:spPr>
        <p:txBody>
          <a:bodyPr/>
          <a:lstStyle/>
          <a:p>
            <a:fld id="{313880FF-B11A-4FA9-B5CC-7226C1B8517C}" type="slidenum">
              <a:rPr lang="en-GB" smtClean="0"/>
              <a:pPr/>
              <a:t>‹#›</a:t>
            </a:fld>
            <a:endParaRPr lang="en-GB"/>
          </a:p>
        </p:txBody>
      </p:sp>
    </p:spTree>
    <p:extLst>
      <p:ext uri="{BB962C8B-B14F-4D97-AF65-F5344CB8AC3E}">
        <p14:creationId xmlns:p14="http://schemas.microsoft.com/office/powerpoint/2010/main" val="1491712259"/>
      </p:ext>
    </p:extLst>
  </p:cSld>
  <p:clrMapOvr>
    <a:masterClrMapping/>
  </p:clrMapOvr>
  <p:transition>
    <p:fade/>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showMasterSp="0"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Autofit/>
          </a:bodyPr>
          <a:lstStyle>
            <a:lvl1pPr>
              <a:spcBef>
                <a:spcPts val="3600"/>
              </a:spcBef>
              <a:defRPr sz="2720">
                <a:solidFill>
                  <a:schemeClr val="bg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11" name="TextBox 10"/>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fr-FR" sz="650" noProof="0">
                <a:solidFill>
                  <a:schemeClr val="bg1"/>
                </a:solidFill>
              </a:rPr>
              <a:t>© 2016 Deloitte Touche Tohmatsu India LLP</a:t>
            </a: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845042331"/>
      </p:ext>
    </p:extLst>
  </p:cSld>
  <p:clrMapOvr>
    <a:masterClrMapping/>
  </p:clrMapOvr>
  <p:transition>
    <p:fade/>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7E7B2E2-60EE-47BF-8C23-9573B8D7060E}" type="datetimeFigureOut">
              <a:rPr lang="en-IN" smtClean="0"/>
              <a:t>08-08-2023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1810AC-7E2E-4E6E-BD2F-0F71D22CBA63}" type="slidenum">
              <a:rPr lang="en-IN" smtClean="0"/>
              <a:t>‹#›</a:t>
            </a:fld>
            <a:endParaRPr lang="en-IN"/>
          </a:p>
        </p:txBody>
      </p:sp>
    </p:spTree>
    <p:extLst>
      <p:ext uri="{BB962C8B-B14F-4D97-AF65-F5344CB8AC3E}">
        <p14:creationId xmlns:p14="http://schemas.microsoft.com/office/powerpoint/2010/main" val="3182876806"/>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Ref idx="1001">
        <a:schemeClr val="bg1"/>
      </p:bgRef>
    </p:bg>
    <p:spTree>
      <p:nvGrpSpPr>
        <p:cNvPr id="1" name=""/>
        <p:cNvGrpSpPr/>
        <p:nvPr/>
      </p:nvGrpSpPr>
      <p:grpSpPr>
        <a:xfrm>
          <a:off x="0" y="0"/>
          <a:ext cx="0" cy="0"/>
          <a:chOff x="0" y="0"/>
          <a:chExt cx="0" cy="0"/>
        </a:xfrm>
      </p:grpSpPr>
      <p:pic>
        <p:nvPicPr>
          <p:cNvPr id="20" name="Background Picture 3"/>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2189600" cy="6858000"/>
          </a:xfrm>
          <a:prstGeom prst="rect">
            <a:avLst/>
          </a:prstGeom>
        </p:spPr>
      </p:pic>
      <p:sp>
        <p:nvSpPr>
          <p:cNvPr id="33" name="Picture Placeholder 8"/>
          <p:cNvSpPr>
            <a:spLocks noGrp="1"/>
          </p:cNvSpPr>
          <p:nvPr>
            <p:ph type="pic" sz="quarter" idx="11"/>
          </p:nvPr>
        </p:nvSpPr>
        <p:spPr>
          <a:xfrm>
            <a:off x="3393716" y="727595"/>
            <a:ext cx="5400000" cy="5400000"/>
          </a:xfrm>
          <a:prstGeom prst="rect">
            <a:avLst/>
          </a:prstGeom>
        </p:spPr>
        <p:txBody>
          <a:bodyPr/>
          <a:lstStyle>
            <a:lvl1pPr>
              <a:defRPr>
                <a:solidFill>
                  <a:schemeClr val="tx1"/>
                </a:solidFill>
              </a:defRPr>
            </a:lvl1pPr>
          </a:lstStyle>
          <a:p>
            <a:r>
              <a:rPr lang="en-GB" noProof="0"/>
              <a:t>Click icon to add picture</a:t>
            </a:r>
          </a:p>
        </p:txBody>
      </p:sp>
      <p:sp>
        <p:nvSpPr>
          <p:cNvPr id="2" name="Title"/>
          <p:cNvSpPr>
            <a:spLocks noGrp="1"/>
          </p:cNvSpPr>
          <p:nvPr>
            <p:ph type="ctrTitle" hasCustomPrompt="1"/>
          </p:nvPr>
        </p:nvSpPr>
        <p:spPr bwMode="gray">
          <a:xfrm>
            <a:off x="475200" y="5480578"/>
            <a:ext cx="5620800" cy="324000"/>
          </a:xfrm>
        </p:spPr>
        <p:txBody>
          <a:bodyPr anchor="b"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GB"/>
              <a:t>Presentation  title runs here</a:t>
            </a:r>
            <a:endParaRPr lang="en-GB" noProof="0"/>
          </a:p>
        </p:txBody>
      </p:sp>
      <p:sp>
        <p:nvSpPr>
          <p:cNvPr id="3" name="Subtitle"/>
          <p:cNvSpPr>
            <a:spLocks noGrp="1"/>
          </p:cNvSpPr>
          <p:nvPr>
            <p:ph type="subTitle" idx="1" hasCustomPrompt="1"/>
          </p:nvPr>
        </p:nvSpPr>
        <p:spPr bwMode="gray">
          <a:xfrm>
            <a:off x="475200" y="5845180"/>
            <a:ext cx="5620800"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pPr lvl="0"/>
            <a:r>
              <a:rPr lang="en-GB"/>
              <a:t>Subtitle here two lines max</a:t>
            </a:r>
          </a:p>
        </p:txBody>
      </p:sp>
      <p:sp>
        <p:nvSpPr>
          <p:cNvPr id="18" name="SD_ART_Logo_White"/>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78483047" name="LogoFrontSlide"/>
          <p:cNvPicPr>
            <a:picLocks noChangeAspect="1"/>
          </p:cNvPicPr>
          <p:nvPr/>
        </p:nvPicPr>
        <p:blipFill>
          <a:blip r:embed="rId3"/>
          <a:stretch>
            <a:fillRect/>
          </a:stretch>
        </p:blipFill>
        <p:spPr>
          <a:xfrm>
            <a:off x="413999" y="503999"/>
            <a:ext cx="1655999" cy="725867"/>
          </a:xfrm>
          <a:prstGeom prst="rect">
            <a:avLst/>
          </a:prstGeom>
        </p:spPr>
      </p:pic>
      <p:sp>
        <p:nvSpPr>
          <p:cNvPr id="4" name="Footer Placeholder 3" hidden="1"/>
          <p:cNvSpPr>
            <a:spLocks noGrp="1"/>
          </p:cNvSpPr>
          <p:nvPr>
            <p:ph type="ftr" sz="quarter" idx="12"/>
          </p:nvPr>
        </p:nvSpPr>
        <p:spPr>
          <a:xfrm>
            <a:off x="6184900" y="6476999"/>
            <a:ext cx="4536726" cy="244476"/>
          </a:xfrm>
          <a:prstGeom prst="rect">
            <a:avLst/>
          </a:prstGeom>
        </p:spPr>
        <p:txBody>
          <a:bodyPr/>
          <a:lstStyle>
            <a:lvl1pPr>
              <a:defRPr>
                <a:solidFill>
                  <a:schemeClr val="bg1"/>
                </a:solidFill>
              </a:defRPr>
            </a:lvl1pPr>
          </a:lstStyle>
          <a:p>
            <a:endParaRPr lang="en-GB"/>
          </a:p>
        </p:txBody>
      </p:sp>
    </p:spTree>
    <p:extLst>
      <p:ext uri="{BB962C8B-B14F-4D97-AF65-F5344CB8AC3E}">
        <p14:creationId xmlns:p14="http://schemas.microsoft.com/office/powerpoint/2010/main" val="138744426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65988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a:p>
        </p:txBody>
      </p:sp>
      <p:sp>
        <p:nvSpPr>
          <p:cNvPr id="8" name="TextBox 7"/>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a:solidFill>
                  <a:schemeClr val="tx1"/>
                </a:solidFill>
              </a:rPr>
              <a:t>© 2020 Deloitte Touche Tohmatsu India LLP</a:t>
            </a:r>
          </a:p>
        </p:txBody>
      </p:sp>
    </p:spTree>
    <p:extLst>
      <p:ext uri="{BB962C8B-B14F-4D97-AF65-F5344CB8AC3E}">
        <p14:creationId xmlns:p14="http://schemas.microsoft.com/office/powerpoint/2010/main" val="180155944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2369512063"/>
      </p:ext>
    </p:extLst>
  </p:cSld>
  <p:clrMapOvr>
    <a:masterClrMapping/>
  </p:clrMapOvr>
  <p:transition>
    <p:fade/>
  </p:transition>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918237756"/>
      </p:ext>
    </p:extLst>
  </p:cSld>
  <p:clrMapOvr>
    <a:masterClrMapping/>
  </p:clrMapOvr>
  <p:transition>
    <p:fade/>
  </p:transition>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2050245565"/>
      </p:ext>
    </p:extLst>
  </p:cSld>
  <p:clrMapOvr>
    <a:masterClrMapping/>
  </p:clrMapOvr>
  <p:transition>
    <p:fade/>
  </p:transition>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8"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8" name="Text Placeholder 8"/>
          <p:cNvSpPr>
            <a:spLocks noGrp="1"/>
          </p:cNvSpPr>
          <p:nvPr>
            <p:ph type="body" sz="quarter" idx="18"/>
          </p:nvPr>
        </p:nvSpPr>
        <p:spPr>
          <a:xfrm>
            <a:off x="468000" y="1684868"/>
            <a:ext cx="11252200" cy="357187"/>
          </a:xfrm>
        </p:spPr>
        <p:txBody>
          <a:bodyPr/>
          <a:lstStyle/>
          <a:p>
            <a:pPr lvl="0"/>
            <a:r>
              <a:rPr lang="en-GB" noProof="0"/>
              <a:t>Edit Master text styles</a:t>
            </a:r>
            <a:endParaRPr lang="en-GB"/>
          </a:p>
        </p:txBody>
      </p:sp>
      <p:sp>
        <p:nvSpPr>
          <p:cNvPr id="1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7" name="Chart Placeholder 3"/>
          <p:cNvSpPr>
            <a:spLocks noGrp="1"/>
          </p:cNvSpPr>
          <p:nvPr>
            <p:ph type="chart" sz="quarter" idx="15"/>
          </p:nvPr>
        </p:nvSpPr>
        <p:spPr>
          <a:xfrm>
            <a:off x="468000" y="2036656"/>
            <a:ext cx="11252200" cy="3946134"/>
          </a:xfrm>
          <a:prstGeom prst="rect">
            <a:avLst/>
          </a:prstGeom>
        </p:spPr>
        <p:txBody>
          <a:bodyPr/>
          <a:lstStyle/>
          <a:p>
            <a:r>
              <a:rPr lang="en-GB" noProof="0"/>
              <a:t>Click icon to add chart</a:t>
            </a:r>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2408256385"/>
      </p:ext>
    </p:extLst>
  </p:cSld>
  <p:clrMapOvr>
    <a:masterClrMapping/>
  </p:clrMapOvr>
  <p:transition>
    <p:fade/>
  </p:transition>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spcAft>
                <a:spcPts val="500"/>
              </a:spcAft>
              <a:tabLst>
                <a:tab pos="6705432" algn="r"/>
              </a:tabLst>
              <a:defRPr sz="1100"/>
            </a:lvl1pPr>
            <a:lvl2pPr>
              <a:spcAft>
                <a:spcPts val="500"/>
              </a:spcAft>
              <a:tabLst>
                <a:tab pos="6705432" algn="r"/>
              </a:tabLst>
              <a:defRPr sz="1100"/>
            </a:lvl2pPr>
            <a:lvl3pPr>
              <a:spcAft>
                <a:spcPts val="500"/>
              </a:spcAft>
              <a:tabLst>
                <a:tab pos="6705432" algn="r"/>
              </a:tabLst>
              <a:defRPr sz="1100"/>
            </a:lvl3pPr>
            <a:lvl4pPr>
              <a:spcAft>
                <a:spcPts val="500"/>
              </a:spcAft>
              <a:tabLst>
                <a:tab pos="6705432" algn="r"/>
              </a:tabLst>
              <a:defRPr sz="1100"/>
            </a:lvl4pPr>
            <a:lvl5pPr>
              <a:spcAft>
                <a:spcPts val="500"/>
              </a:spcAft>
              <a:tabLst>
                <a:tab pos="6705432" algn="r"/>
              </a:tabLst>
              <a:defRPr sz="1100"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spcAft>
                <a:spcPts val="500"/>
              </a:spcAft>
              <a:tabLst>
                <a:tab pos="6705432" algn="r"/>
              </a:tabLst>
              <a:defRPr sz="1100"/>
            </a:lvl1pPr>
            <a:lvl2pPr>
              <a:spcAft>
                <a:spcPts val="500"/>
              </a:spcAft>
              <a:tabLst>
                <a:tab pos="6705432" algn="r"/>
              </a:tabLst>
              <a:defRPr sz="1100"/>
            </a:lvl2pPr>
            <a:lvl3pPr>
              <a:spcAft>
                <a:spcPts val="500"/>
              </a:spcAft>
              <a:tabLst>
                <a:tab pos="6705432" algn="r"/>
              </a:tabLst>
              <a:defRPr sz="1100"/>
            </a:lvl3pPr>
            <a:lvl4pPr>
              <a:spcAft>
                <a:spcPts val="500"/>
              </a:spcAft>
              <a:tabLst>
                <a:tab pos="6705432" algn="r"/>
              </a:tabLst>
              <a:defRPr sz="1100"/>
            </a:lvl4pPr>
            <a:lvl5pPr>
              <a:spcAft>
                <a:spcPts val="500"/>
              </a:spcAft>
              <a:tabLst>
                <a:tab pos="6705432" algn="r"/>
              </a:tabLst>
              <a:defRPr sz="1100"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4137121043"/>
      </p:ext>
    </p:extLst>
  </p:cSld>
  <p:clrMapOvr>
    <a:masterClrMapping/>
  </p:clrMapOvr>
  <p:transition>
    <p:fade/>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GB" noProof="0"/>
              <a:t>Click icon to add chart</a:t>
            </a:r>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GB" noProof="0"/>
              <a:t>Edit Master text styles</a:t>
            </a:r>
            <a:endParaRPr lang="en-GB"/>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GB" noProof="0"/>
              <a:t>Click icon to add chart</a:t>
            </a:r>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GB" noProof="0"/>
              <a:t>Edit Master text styles</a:t>
            </a:r>
            <a:endParaRPr lang="en-GB"/>
          </a:p>
        </p:txBody>
      </p:sp>
      <p:sp>
        <p:nvSpPr>
          <p:cNvPr id="14"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2" name="Footer Placeholder 1"/>
          <p:cNvSpPr>
            <a:spLocks noGrp="1"/>
          </p:cNvSpPr>
          <p:nvPr>
            <p:ph type="ftr" sz="quarter" idx="26"/>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2046038811"/>
      </p:ext>
    </p:extLst>
  </p:cSld>
  <p:clrMapOvr>
    <a:masterClrMapping/>
  </p:clrMapOvr>
  <p:transition>
    <p:fade/>
  </p:transition>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2" name="Footer Placeholder 1"/>
          <p:cNvSpPr>
            <a:spLocks noGrp="1"/>
          </p:cNvSpPr>
          <p:nvPr>
            <p:ph type="ftr" sz="quarter" idx="17"/>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3224318952"/>
      </p:ext>
    </p:extLst>
  </p:cSld>
  <p:clrMapOvr>
    <a:masterClrMapping/>
  </p:clrMapOvr>
  <p:transition>
    <p:fade/>
  </p:transition>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3516082559"/>
      </p:ext>
    </p:extLst>
  </p:cSld>
  <p:clrMapOvr>
    <a:masterClrMapping/>
  </p:clrMapOvr>
  <p:transition>
    <p:fade/>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267762509"/>
      </p:ext>
    </p:extLst>
  </p:cSld>
  <p:clrMapOvr>
    <a:masterClrMapping/>
  </p:clrMapOvr>
  <p:transition>
    <p:fade/>
  </p:transition>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3" name="Picture Placeholder 2"/>
          <p:cNvSpPr>
            <a:spLocks noGrp="1"/>
          </p:cNvSpPr>
          <p:nvPr>
            <p:ph type="pic" sz="quarter" idx="14" hasCustomPrompt="1"/>
          </p:nvPr>
        </p:nvSpPr>
        <p:spPr>
          <a:xfrm>
            <a:off x="9402597" y="4102100"/>
            <a:ext cx="2319503" cy="1725448"/>
          </a:xfrm>
        </p:spPr>
        <p:txBody>
          <a:bodyPr anchor="ctr" anchorCtr="0"/>
          <a:lstStyle>
            <a:lvl1pPr algn="ctr">
              <a:defRPr sz="1200"/>
            </a:lvl1pPr>
          </a:lstStyle>
          <a:p>
            <a:r>
              <a:rPr lang="en-GB" sz="1200" noProof="0"/>
              <a:t>Insert sponsorship mark here</a:t>
            </a:r>
            <a:endParaRPr lang="en-GB" noProof="0"/>
          </a:p>
        </p:txBody>
      </p:sp>
      <p:sp>
        <p:nvSpPr>
          <p:cNvPr id="8" name="Text Placeholder 7"/>
          <p:cNvSpPr>
            <a:spLocks noGrp="1"/>
          </p:cNvSpPr>
          <p:nvPr>
            <p:ph type="body" sz="quarter" idx="15"/>
          </p:nvPr>
        </p:nvSpPr>
        <p:spPr>
          <a:xfrm>
            <a:off x="9402598" y="5935479"/>
            <a:ext cx="2319501" cy="363723"/>
          </a:xfrm>
        </p:spPr>
        <p:txBody>
          <a:bodyPr anchor="b" anchorCtr="0"/>
          <a:lstStyle>
            <a:lvl1pPr>
              <a:lnSpc>
                <a:spcPct val="100000"/>
              </a:lnSpc>
              <a:defRPr sz="1267"/>
            </a:lvl1pPr>
          </a:lstStyle>
          <a:p>
            <a:pPr lvl="0"/>
            <a:r>
              <a:rPr lang="en-GB" noProof="0"/>
              <a:t>Edit Master text styles</a:t>
            </a:r>
            <a:endParaRPr lang="en-GB"/>
          </a:p>
        </p:txBody>
      </p:sp>
      <p:sp>
        <p:nvSpPr>
          <p:cNvPr id="20" name="SD_ART_Logo"/>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37916276" name="LogoDisclaimerPage"/>
          <p:cNvPicPr>
            <a:picLocks noChangeAspect="1"/>
          </p:cNvPicPr>
          <p:nvPr/>
        </p:nvPicPr>
        <p:blipFill>
          <a:blip r:embed="rId2"/>
          <a:stretch>
            <a:fillRect/>
          </a:stretch>
        </p:blipFill>
        <p:spPr>
          <a:xfrm>
            <a:off x="475200" y="464400"/>
            <a:ext cx="1655999" cy="725867"/>
          </a:xfrm>
          <a:prstGeom prst="rect">
            <a:avLst/>
          </a:prstGeom>
        </p:spPr>
      </p:pic>
      <p:sp>
        <p:nvSpPr>
          <p:cNvPr id="2" name="Footer Placeholder 1"/>
          <p:cNvSpPr>
            <a:spLocks noGrp="1"/>
          </p:cNvSpPr>
          <p:nvPr>
            <p:ph type="ftr" sz="quarter" idx="16"/>
          </p:nvPr>
        </p:nvSpPr>
        <p:spPr>
          <a:xfrm>
            <a:off x="6184900" y="6476999"/>
            <a:ext cx="4536726" cy="244476"/>
          </a:xfrm>
          <a:prstGeom prst="rect">
            <a:avLst/>
          </a:prstGeom>
        </p:spPr>
        <p:txBody>
          <a:bodyPr/>
          <a:lstStyle>
            <a:lvl1pPr>
              <a:defRPr>
                <a:solidFill>
                  <a:schemeClr val="bg1"/>
                </a:solidFill>
              </a:defRPr>
            </a:lvl1pPr>
          </a:lstStyle>
          <a:p>
            <a:endParaRPr lang="en-GB"/>
          </a:p>
        </p:txBody>
      </p:sp>
    </p:spTree>
    <p:extLst>
      <p:ext uri="{BB962C8B-B14F-4D97-AF65-F5344CB8AC3E}">
        <p14:creationId xmlns:p14="http://schemas.microsoft.com/office/powerpoint/2010/main" val="1503703116"/>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userDrawn="1">
  <p:cSld name="2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304800" y="266699"/>
            <a:ext cx="11560810" cy="334017"/>
          </a:xfrm>
          <a:prstGeom prst="rect">
            <a:avLst/>
          </a:prstGeom>
        </p:spPr>
        <p:txBody>
          <a:bodyPr vert="horz" lIns="0" tIns="0" rIns="0" bIns="0" rtlCol="0" anchor="t" anchorCtr="0">
            <a:noAutofit/>
          </a:bodyPr>
          <a:lstStyle>
            <a:lvl1pPr>
              <a:defRPr sz="180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a:t>Click to edit Master title style</a:t>
            </a:r>
          </a:p>
        </p:txBody>
      </p:sp>
      <p:sp>
        <p:nvSpPr>
          <p:cNvPr id="17" name="TextBox 16"/>
          <p:cNvSpPr txBox="1"/>
          <p:nvPr userDrawn="1"/>
        </p:nvSpPr>
        <p:spPr>
          <a:xfrm>
            <a:off x="304800" y="6577027"/>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tx1"/>
                </a:solidFill>
              </a:rPr>
              <a:t>©2018 Deloitte </a:t>
            </a:r>
            <a:r>
              <a:rPr lang="en-US" sz="650" noProof="0" err="1">
                <a:solidFill>
                  <a:schemeClr val="tx1"/>
                </a:solidFill>
              </a:rPr>
              <a:t>Touche</a:t>
            </a:r>
            <a:r>
              <a:rPr lang="en-US" sz="650" noProof="0">
                <a:solidFill>
                  <a:schemeClr val="tx1"/>
                </a:solidFill>
              </a:rPr>
              <a:t> Tohmatsu India LLP. All Rights Reserved</a:t>
            </a:r>
          </a:p>
        </p:txBody>
      </p:sp>
      <p:sp>
        <p:nvSpPr>
          <p:cNvPr id="18" name="TextBox 17"/>
          <p:cNvSpPr txBox="1"/>
          <p:nvPr userDrawn="1"/>
        </p:nvSpPr>
        <p:spPr>
          <a:xfrm>
            <a:off x="11568112" y="6577027"/>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a:solidFill>
                <a:schemeClr val="tx1"/>
              </a:solidFill>
            </a:endParaRPr>
          </a:p>
        </p:txBody>
      </p:sp>
    </p:spTree>
    <p:extLst>
      <p:ext uri="{BB962C8B-B14F-4D97-AF65-F5344CB8AC3E}">
        <p14:creationId xmlns:p14="http://schemas.microsoft.com/office/powerpoint/2010/main" val="2955798867"/>
      </p:ext>
    </p:extLst>
  </p:cSld>
  <p:clrMapOvr>
    <a:masterClrMapping/>
  </p:clrMapOvr>
  <p:transition>
    <p:fade/>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userDrawn="1">
  <p:cSld name="2_1234567890">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403" y="1403"/>
          <a:ext cx="1400" cy="1400"/>
        </p:xfrm>
        <a:graphic>
          <a:graphicData uri="http://schemas.openxmlformats.org/presentationml/2006/ole">
            <mc:AlternateContent xmlns:mc="http://schemas.openxmlformats.org/markup-compatibility/2006">
              <mc:Choice xmlns:v="urn:schemas-microsoft-com:vml" Requires="v">
                <p:oleObj spid="_x0000_s229377"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403" y="1403"/>
                        <a:ext cx="1400" cy="1400"/>
                      </a:xfrm>
                      <a:prstGeom prst="rect">
                        <a:avLst/>
                      </a:prstGeom>
                    </p:spPr>
                  </p:pic>
                </p:oleObj>
              </mc:Fallback>
            </mc:AlternateContent>
          </a:graphicData>
        </a:graphic>
      </p:graphicFrame>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sz="1941">
                <a:latin typeface="+mj-lt"/>
              </a:defRPr>
            </a:lvl1pPr>
          </a:lstStyle>
          <a:p>
            <a:r>
              <a:rPr lang="en-US" noProof="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9087496"/>
      </p:ext>
    </p:extLst>
  </p:cSld>
  <p:clrMapOvr>
    <a:masterClrMapping/>
  </p:clrMapOvr>
  <p:transition>
    <p:fade/>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userDrawn="1">
  <p:cSld name="2_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0401" name="think-cell Slide" r:id="rId5" imgW="442" imgH="442" progId="TCLayout.ActiveDocument.1">
                  <p:embed/>
                </p:oleObj>
              </mc:Choice>
              <mc:Fallback>
                <p:oleObj name="think-cell Slide" r:id="rId5" imgW="442" imgH="442"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0" y="0"/>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marL="0" lvl="0" indent="0" algn="ctr" eaLnBrk="1">
              <a:lnSpc>
                <a:spcPct val="100000"/>
              </a:lnSpc>
              <a:spcBef>
                <a:spcPct val="0"/>
              </a:spcBef>
              <a:spcAft>
                <a:spcPct val="0"/>
              </a:spcAft>
              <a:buFont typeface="Wingdings 2" pitchFamily="18" charset="2"/>
              <a:buNone/>
            </a:pPr>
            <a:endParaRPr lang="en-IN"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IN"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IN" noProof="0"/>
              <a:t>Click to edit Master title style</a:t>
            </a:r>
          </a:p>
        </p:txBody>
      </p:sp>
    </p:spTree>
    <p:extLst>
      <p:ext uri="{BB962C8B-B14F-4D97-AF65-F5344CB8AC3E}">
        <p14:creationId xmlns:p14="http://schemas.microsoft.com/office/powerpoint/2010/main" val="251904525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48" Type="http://schemas.openxmlformats.org/officeDocument/2006/relationships/image" Target="../media/image1.emf"/><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3.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5.xml"/><Relationship Id="rId18" Type="http://schemas.openxmlformats.org/officeDocument/2006/relationships/slideLayout" Target="../slideLayouts/slideLayout60.xml"/><Relationship Id="rId26" Type="http://schemas.openxmlformats.org/officeDocument/2006/relationships/slideLayout" Target="../slideLayouts/slideLayout68.xml"/><Relationship Id="rId39" Type="http://schemas.openxmlformats.org/officeDocument/2006/relationships/slideLayout" Target="../slideLayouts/slideLayout81.xml"/><Relationship Id="rId21" Type="http://schemas.openxmlformats.org/officeDocument/2006/relationships/slideLayout" Target="../slideLayouts/slideLayout63.xml"/><Relationship Id="rId34" Type="http://schemas.openxmlformats.org/officeDocument/2006/relationships/slideLayout" Target="../slideLayouts/slideLayout76.xml"/><Relationship Id="rId42" Type="http://schemas.openxmlformats.org/officeDocument/2006/relationships/slideLayout" Target="../slideLayouts/slideLayout84.xml"/><Relationship Id="rId47" Type="http://schemas.openxmlformats.org/officeDocument/2006/relationships/slideLayout" Target="../slideLayouts/slideLayout89.xml"/><Relationship Id="rId50" Type="http://schemas.openxmlformats.org/officeDocument/2006/relationships/slideLayout" Target="../slideLayouts/slideLayout92.xml"/><Relationship Id="rId55" Type="http://schemas.openxmlformats.org/officeDocument/2006/relationships/oleObject" Target="../embeddings/oleObject2.bin"/><Relationship Id="rId7" Type="http://schemas.openxmlformats.org/officeDocument/2006/relationships/slideLayout" Target="../slideLayouts/slideLayout49.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29" Type="http://schemas.openxmlformats.org/officeDocument/2006/relationships/slideLayout" Target="../slideLayouts/slideLayout71.xml"/><Relationship Id="rId11" Type="http://schemas.openxmlformats.org/officeDocument/2006/relationships/slideLayout" Target="../slideLayouts/slideLayout53.xml"/><Relationship Id="rId24" Type="http://schemas.openxmlformats.org/officeDocument/2006/relationships/slideLayout" Target="../slideLayouts/slideLayout66.xml"/><Relationship Id="rId32" Type="http://schemas.openxmlformats.org/officeDocument/2006/relationships/slideLayout" Target="../slideLayouts/slideLayout74.xml"/><Relationship Id="rId37" Type="http://schemas.openxmlformats.org/officeDocument/2006/relationships/slideLayout" Target="../slideLayouts/slideLayout79.xml"/><Relationship Id="rId40" Type="http://schemas.openxmlformats.org/officeDocument/2006/relationships/slideLayout" Target="../slideLayouts/slideLayout82.xml"/><Relationship Id="rId45" Type="http://schemas.openxmlformats.org/officeDocument/2006/relationships/slideLayout" Target="../slideLayouts/slideLayout87.xml"/><Relationship Id="rId53" Type="http://schemas.openxmlformats.org/officeDocument/2006/relationships/tags" Target="../tags/tag4.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19" Type="http://schemas.openxmlformats.org/officeDocument/2006/relationships/slideLayout" Target="../slideLayouts/slideLayout61.xml"/><Relationship Id="rId31" Type="http://schemas.openxmlformats.org/officeDocument/2006/relationships/slideLayout" Target="../slideLayouts/slideLayout73.xml"/><Relationship Id="rId44" Type="http://schemas.openxmlformats.org/officeDocument/2006/relationships/slideLayout" Target="../slideLayouts/slideLayout86.xml"/><Relationship Id="rId52" Type="http://schemas.openxmlformats.org/officeDocument/2006/relationships/vmlDrawing" Target="../drawings/vmlDrawing2.v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 Id="rId22" Type="http://schemas.openxmlformats.org/officeDocument/2006/relationships/slideLayout" Target="../slideLayouts/slideLayout64.xml"/><Relationship Id="rId27" Type="http://schemas.openxmlformats.org/officeDocument/2006/relationships/slideLayout" Target="../slideLayouts/slideLayout69.xml"/><Relationship Id="rId30" Type="http://schemas.openxmlformats.org/officeDocument/2006/relationships/slideLayout" Target="../slideLayouts/slideLayout72.xml"/><Relationship Id="rId35" Type="http://schemas.openxmlformats.org/officeDocument/2006/relationships/slideLayout" Target="../slideLayouts/slideLayout77.xml"/><Relationship Id="rId43" Type="http://schemas.openxmlformats.org/officeDocument/2006/relationships/slideLayout" Target="../slideLayouts/slideLayout85.xml"/><Relationship Id="rId48" Type="http://schemas.openxmlformats.org/officeDocument/2006/relationships/slideLayout" Target="../slideLayouts/slideLayout90.xml"/><Relationship Id="rId56" Type="http://schemas.openxmlformats.org/officeDocument/2006/relationships/image" Target="../media/image1.emf"/><Relationship Id="rId8" Type="http://schemas.openxmlformats.org/officeDocument/2006/relationships/slideLayout" Target="../slideLayouts/slideLayout50.xml"/><Relationship Id="rId51" Type="http://schemas.openxmlformats.org/officeDocument/2006/relationships/theme" Target="../theme/theme2.xml"/><Relationship Id="rId3" Type="http://schemas.openxmlformats.org/officeDocument/2006/relationships/slideLayout" Target="../slideLayouts/slideLayout45.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5" Type="http://schemas.openxmlformats.org/officeDocument/2006/relationships/slideLayout" Target="../slideLayouts/slideLayout67.xml"/><Relationship Id="rId33" Type="http://schemas.openxmlformats.org/officeDocument/2006/relationships/slideLayout" Target="../slideLayouts/slideLayout75.xml"/><Relationship Id="rId38" Type="http://schemas.openxmlformats.org/officeDocument/2006/relationships/slideLayout" Target="../slideLayouts/slideLayout80.xml"/><Relationship Id="rId46" Type="http://schemas.openxmlformats.org/officeDocument/2006/relationships/slideLayout" Target="../slideLayouts/slideLayout88.xml"/><Relationship Id="rId20" Type="http://schemas.openxmlformats.org/officeDocument/2006/relationships/slideLayout" Target="../slideLayouts/slideLayout62.xml"/><Relationship Id="rId41" Type="http://schemas.openxmlformats.org/officeDocument/2006/relationships/slideLayout" Target="../slideLayouts/slideLayout83.xml"/><Relationship Id="rId54" Type="http://schemas.openxmlformats.org/officeDocument/2006/relationships/tags" Target="../tags/tag5.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5" Type="http://schemas.openxmlformats.org/officeDocument/2006/relationships/slideLayout" Target="../slideLayouts/slideLayout57.xml"/><Relationship Id="rId23" Type="http://schemas.openxmlformats.org/officeDocument/2006/relationships/slideLayout" Target="../slideLayouts/slideLayout65.xml"/><Relationship Id="rId28" Type="http://schemas.openxmlformats.org/officeDocument/2006/relationships/slideLayout" Target="../slideLayouts/slideLayout70.xml"/><Relationship Id="rId36" Type="http://schemas.openxmlformats.org/officeDocument/2006/relationships/slideLayout" Target="../slideLayouts/slideLayout78.xml"/><Relationship Id="rId49" Type="http://schemas.openxmlformats.org/officeDocument/2006/relationships/slideLayout" Target="../slideLayouts/slideLayout9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05.xml"/><Relationship Id="rId18" Type="http://schemas.openxmlformats.org/officeDocument/2006/relationships/slideLayout" Target="../slideLayouts/slideLayout110.xml"/><Relationship Id="rId26" Type="http://schemas.openxmlformats.org/officeDocument/2006/relationships/slideLayout" Target="../slideLayouts/slideLayout118.xml"/><Relationship Id="rId39" Type="http://schemas.openxmlformats.org/officeDocument/2006/relationships/slideLayout" Target="../slideLayouts/slideLayout131.xml"/><Relationship Id="rId21" Type="http://schemas.openxmlformats.org/officeDocument/2006/relationships/slideLayout" Target="../slideLayouts/slideLayout113.xml"/><Relationship Id="rId34" Type="http://schemas.openxmlformats.org/officeDocument/2006/relationships/slideLayout" Target="../slideLayouts/slideLayout126.xml"/><Relationship Id="rId42" Type="http://schemas.openxmlformats.org/officeDocument/2006/relationships/slideLayout" Target="../slideLayouts/slideLayout134.xml"/><Relationship Id="rId47" Type="http://schemas.openxmlformats.org/officeDocument/2006/relationships/oleObject" Target="../embeddings/oleObject8.bin"/><Relationship Id="rId7" Type="http://schemas.openxmlformats.org/officeDocument/2006/relationships/slideLayout" Target="../slideLayouts/slideLayout99.xml"/><Relationship Id="rId2" Type="http://schemas.openxmlformats.org/officeDocument/2006/relationships/slideLayout" Target="../slideLayouts/slideLayout94.xml"/><Relationship Id="rId16" Type="http://schemas.openxmlformats.org/officeDocument/2006/relationships/slideLayout" Target="../slideLayouts/slideLayout108.xml"/><Relationship Id="rId29" Type="http://schemas.openxmlformats.org/officeDocument/2006/relationships/slideLayout" Target="../slideLayouts/slideLayout121.xml"/><Relationship Id="rId1" Type="http://schemas.openxmlformats.org/officeDocument/2006/relationships/slideLayout" Target="../slideLayouts/slideLayout93.xml"/><Relationship Id="rId6" Type="http://schemas.openxmlformats.org/officeDocument/2006/relationships/slideLayout" Target="../slideLayouts/slideLayout98.xml"/><Relationship Id="rId11" Type="http://schemas.openxmlformats.org/officeDocument/2006/relationships/slideLayout" Target="../slideLayouts/slideLayout103.xml"/><Relationship Id="rId24" Type="http://schemas.openxmlformats.org/officeDocument/2006/relationships/slideLayout" Target="../slideLayouts/slideLayout116.xml"/><Relationship Id="rId32" Type="http://schemas.openxmlformats.org/officeDocument/2006/relationships/slideLayout" Target="../slideLayouts/slideLayout124.xml"/><Relationship Id="rId37" Type="http://schemas.openxmlformats.org/officeDocument/2006/relationships/slideLayout" Target="../slideLayouts/slideLayout129.xml"/><Relationship Id="rId40" Type="http://schemas.openxmlformats.org/officeDocument/2006/relationships/slideLayout" Target="../slideLayouts/slideLayout132.xml"/><Relationship Id="rId45" Type="http://schemas.openxmlformats.org/officeDocument/2006/relationships/vmlDrawing" Target="../drawings/vmlDrawing8.vml"/><Relationship Id="rId5" Type="http://schemas.openxmlformats.org/officeDocument/2006/relationships/slideLayout" Target="../slideLayouts/slideLayout97.xml"/><Relationship Id="rId15" Type="http://schemas.openxmlformats.org/officeDocument/2006/relationships/slideLayout" Target="../slideLayouts/slideLayout107.xml"/><Relationship Id="rId23" Type="http://schemas.openxmlformats.org/officeDocument/2006/relationships/slideLayout" Target="../slideLayouts/slideLayout115.xml"/><Relationship Id="rId28" Type="http://schemas.openxmlformats.org/officeDocument/2006/relationships/slideLayout" Target="../slideLayouts/slideLayout120.xml"/><Relationship Id="rId36" Type="http://schemas.openxmlformats.org/officeDocument/2006/relationships/slideLayout" Target="../slideLayouts/slideLayout128.xml"/><Relationship Id="rId10" Type="http://schemas.openxmlformats.org/officeDocument/2006/relationships/slideLayout" Target="../slideLayouts/slideLayout102.xml"/><Relationship Id="rId19" Type="http://schemas.openxmlformats.org/officeDocument/2006/relationships/slideLayout" Target="../slideLayouts/slideLayout111.xml"/><Relationship Id="rId31" Type="http://schemas.openxmlformats.org/officeDocument/2006/relationships/slideLayout" Target="../slideLayouts/slideLayout123.xml"/><Relationship Id="rId44" Type="http://schemas.openxmlformats.org/officeDocument/2006/relationships/theme" Target="../theme/theme3.xml"/><Relationship Id="rId4" Type="http://schemas.openxmlformats.org/officeDocument/2006/relationships/slideLayout" Target="../slideLayouts/slideLayout96.xml"/><Relationship Id="rId9" Type="http://schemas.openxmlformats.org/officeDocument/2006/relationships/slideLayout" Target="../slideLayouts/slideLayout101.xml"/><Relationship Id="rId14" Type="http://schemas.openxmlformats.org/officeDocument/2006/relationships/slideLayout" Target="../slideLayouts/slideLayout106.xml"/><Relationship Id="rId22" Type="http://schemas.openxmlformats.org/officeDocument/2006/relationships/slideLayout" Target="../slideLayouts/slideLayout114.xml"/><Relationship Id="rId27" Type="http://schemas.openxmlformats.org/officeDocument/2006/relationships/slideLayout" Target="../slideLayouts/slideLayout119.xml"/><Relationship Id="rId30" Type="http://schemas.openxmlformats.org/officeDocument/2006/relationships/slideLayout" Target="../slideLayouts/slideLayout122.xml"/><Relationship Id="rId35" Type="http://schemas.openxmlformats.org/officeDocument/2006/relationships/slideLayout" Target="../slideLayouts/slideLayout127.xml"/><Relationship Id="rId43" Type="http://schemas.openxmlformats.org/officeDocument/2006/relationships/slideLayout" Target="../slideLayouts/slideLayout135.xml"/><Relationship Id="rId48" Type="http://schemas.openxmlformats.org/officeDocument/2006/relationships/image" Target="../media/image1.emf"/><Relationship Id="rId8" Type="http://schemas.openxmlformats.org/officeDocument/2006/relationships/slideLayout" Target="../slideLayouts/slideLayout100.xml"/><Relationship Id="rId3" Type="http://schemas.openxmlformats.org/officeDocument/2006/relationships/slideLayout" Target="../slideLayouts/slideLayout95.xml"/><Relationship Id="rId12" Type="http://schemas.openxmlformats.org/officeDocument/2006/relationships/slideLayout" Target="../slideLayouts/slideLayout104.xml"/><Relationship Id="rId17" Type="http://schemas.openxmlformats.org/officeDocument/2006/relationships/slideLayout" Target="../slideLayouts/slideLayout109.xml"/><Relationship Id="rId25" Type="http://schemas.openxmlformats.org/officeDocument/2006/relationships/slideLayout" Target="../slideLayouts/slideLayout117.xml"/><Relationship Id="rId33" Type="http://schemas.openxmlformats.org/officeDocument/2006/relationships/slideLayout" Target="../slideLayouts/slideLayout125.xml"/><Relationship Id="rId38" Type="http://schemas.openxmlformats.org/officeDocument/2006/relationships/slideLayout" Target="../slideLayouts/slideLayout130.xml"/><Relationship Id="rId46" Type="http://schemas.openxmlformats.org/officeDocument/2006/relationships/tags" Target="../tags/tag13.xml"/><Relationship Id="rId20" Type="http://schemas.openxmlformats.org/officeDocument/2006/relationships/slideLayout" Target="../slideLayouts/slideLayout112.xml"/><Relationship Id="rId41" Type="http://schemas.openxmlformats.org/officeDocument/2006/relationships/slideLayout" Target="../slideLayouts/slideLayout133.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161.xml"/><Relationship Id="rId21" Type="http://schemas.openxmlformats.org/officeDocument/2006/relationships/slideLayout" Target="../slideLayouts/slideLayout156.xml"/><Relationship Id="rId42" Type="http://schemas.openxmlformats.org/officeDocument/2006/relationships/slideLayout" Target="../slideLayouts/slideLayout177.xml"/><Relationship Id="rId47" Type="http://schemas.openxmlformats.org/officeDocument/2006/relationships/slideLayout" Target="../slideLayouts/slideLayout182.xml"/><Relationship Id="rId63" Type="http://schemas.openxmlformats.org/officeDocument/2006/relationships/slideLayout" Target="../slideLayouts/slideLayout198.xml"/><Relationship Id="rId68" Type="http://schemas.openxmlformats.org/officeDocument/2006/relationships/slideLayout" Target="../slideLayouts/slideLayout203.xml"/><Relationship Id="rId2" Type="http://schemas.openxmlformats.org/officeDocument/2006/relationships/slideLayout" Target="../slideLayouts/slideLayout137.xml"/><Relationship Id="rId16" Type="http://schemas.openxmlformats.org/officeDocument/2006/relationships/slideLayout" Target="../slideLayouts/slideLayout151.xml"/><Relationship Id="rId29" Type="http://schemas.openxmlformats.org/officeDocument/2006/relationships/slideLayout" Target="../slideLayouts/slideLayout164.xml"/><Relationship Id="rId11" Type="http://schemas.openxmlformats.org/officeDocument/2006/relationships/slideLayout" Target="../slideLayouts/slideLayout146.xml"/><Relationship Id="rId24" Type="http://schemas.openxmlformats.org/officeDocument/2006/relationships/slideLayout" Target="../slideLayouts/slideLayout159.xml"/><Relationship Id="rId32" Type="http://schemas.openxmlformats.org/officeDocument/2006/relationships/slideLayout" Target="../slideLayouts/slideLayout167.xml"/><Relationship Id="rId37" Type="http://schemas.openxmlformats.org/officeDocument/2006/relationships/slideLayout" Target="../slideLayouts/slideLayout172.xml"/><Relationship Id="rId40" Type="http://schemas.openxmlformats.org/officeDocument/2006/relationships/slideLayout" Target="../slideLayouts/slideLayout175.xml"/><Relationship Id="rId45" Type="http://schemas.openxmlformats.org/officeDocument/2006/relationships/slideLayout" Target="../slideLayouts/slideLayout180.xml"/><Relationship Id="rId53" Type="http://schemas.openxmlformats.org/officeDocument/2006/relationships/slideLayout" Target="../slideLayouts/slideLayout188.xml"/><Relationship Id="rId58" Type="http://schemas.openxmlformats.org/officeDocument/2006/relationships/slideLayout" Target="../slideLayouts/slideLayout193.xml"/><Relationship Id="rId66" Type="http://schemas.openxmlformats.org/officeDocument/2006/relationships/slideLayout" Target="../slideLayouts/slideLayout201.xml"/><Relationship Id="rId74" Type="http://schemas.openxmlformats.org/officeDocument/2006/relationships/oleObject" Target="../embeddings/oleObject10.bin"/><Relationship Id="rId5" Type="http://schemas.openxmlformats.org/officeDocument/2006/relationships/slideLayout" Target="../slideLayouts/slideLayout140.xml"/><Relationship Id="rId61" Type="http://schemas.openxmlformats.org/officeDocument/2006/relationships/slideLayout" Target="../slideLayouts/slideLayout196.xml"/><Relationship Id="rId19" Type="http://schemas.openxmlformats.org/officeDocument/2006/relationships/slideLayout" Target="../slideLayouts/slideLayout154.xml"/><Relationship Id="rId14" Type="http://schemas.openxmlformats.org/officeDocument/2006/relationships/slideLayout" Target="../slideLayouts/slideLayout149.xml"/><Relationship Id="rId22" Type="http://schemas.openxmlformats.org/officeDocument/2006/relationships/slideLayout" Target="../slideLayouts/slideLayout157.xml"/><Relationship Id="rId27" Type="http://schemas.openxmlformats.org/officeDocument/2006/relationships/slideLayout" Target="../slideLayouts/slideLayout162.xml"/><Relationship Id="rId30" Type="http://schemas.openxmlformats.org/officeDocument/2006/relationships/slideLayout" Target="../slideLayouts/slideLayout165.xml"/><Relationship Id="rId35" Type="http://schemas.openxmlformats.org/officeDocument/2006/relationships/slideLayout" Target="../slideLayouts/slideLayout170.xml"/><Relationship Id="rId43" Type="http://schemas.openxmlformats.org/officeDocument/2006/relationships/slideLayout" Target="../slideLayouts/slideLayout178.xml"/><Relationship Id="rId48" Type="http://schemas.openxmlformats.org/officeDocument/2006/relationships/slideLayout" Target="../slideLayouts/slideLayout183.xml"/><Relationship Id="rId56" Type="http://schemas.openxmlformats.org/officeDocument/2006/relationships/slideLayout" Target="../slideLayouts/slideLayout191.xml"/><Relationship Id="rId64" Type="http://schemas.openxmlformats.org/officeDocument/2006/relationships/slideLayout" Target="../slideLayouts/slideLayout199.xml"/><Relationship Id="rId69" Type="http://schemas.openxmlformats.org/officeDocument/2006/relationships/slideLayout" Target="../slideLayouts/slideLayout204.xml"/><Relationship Id="rId8" Type="http://schemas.openxmlformats.org/officeDocument/2006/relationships/slideLayout" Target="../slideLayouts/slideLayout143.xml"/><Relationship Id="rId51" Type="http://schemas.openxmlformats.org/officeDocument/2006/relationships/slideLayout" Target="../slideLayouts/slideLayout186.xml"/><Relationship Id="rId72" Type="http://schemas.openxmlformats.org/officeDocument/2006/relationships/vmlDrawing" Target="../drawings/vmlDrawing10.vml"/><Relationship Id="rId3" Type="http://schemas.openxmlformats.org/officeDocument/2006/relationships/slideLayout" Target="../slideLayouts/slideLayout138.xml"/><Relationship Id="rId12" Type="http://schemas.openxmlformats.org/officeDocument/2006/relationships/slideLayout" Target="../slideLayouts/slideLayout147.xml"/><Relationship Id="rId17" Type="http://schemas.openxmlformats.org/officeDocument/2006/relationships/slideLayout" Target="../slideLayouts/slideLayout152.xml"/><Relationship Id="rId25" Type="http://schemas.openxmlformats.org/officeDocument/2006/relationships/slideLayout" Target="../slideLayouts/slideLayout160.xml"/><Relationship Id="rId33" Type="http://schemas.openxmlformats.org/officeDocument/2006/relationships/slideLayout" Target="../slideLayouts/slideLayout168.xml"/><Relationship Id="rId38" Type="http://schemas.openxmlformats.org/officeDocument/2006/relationships/slideLayout" Target="../slideLayouts/slideLayout173.xml"/><Relationship Id="rId46" Type="http://schemas.openxmlformats.org/officeDocument/2006/relationships/slideLayout" Target="../slideLayouts/slideLayout181.xml"/><Relationship Id="rId59" Type="http://schemas.openxmlformats.org/officeDocument/2006/relationships/slideLayout" Target="../slideLayouts/slideLayout194.xml"/><Relationship Id="rId67" Type="http://schemas.openxmlformats.org/officeDocument/2006/relationships/slideLayout" Target="../slideLayouts/slideLayout202.xml"/><Relationship Id="rId20" Type="http://schemas.openxmlformats.org/officeDocument/2006/relationships/slideLayout" Target="../slideLayouts/slideLayout155.xml"/><Relationship Id="rId41" Type="http://schemas.openxmlformats.org/officeDocument/2006/relationships/slideLayout" Target="../slideLayouts/slideLayout176.xml"/><Relationship Id="rId54" Type="http://schemas.openxmlformats.org/officeDocument/2006/relationships/slideLayout" Target="../slideLayouts/slideLayout189.xml"/><Relationship Id="rId62" Type="http://schemas.openxmlformats.org/officeDocument/2006/relationships/slideLayout" Target="../slideLayouts/slideLayout197.xml"/><Relationship Id="rId70" Type="http://schemas.openxmlformats.org/officeDocument/2006/relationships/slideLayout" Target="../slideLayouts/slideLayout205.xml"/><Relationship Id="rId75" Type="http://schemas.openxmlformats.org/officeDocument/2006/relationships/image" Target="../media/image1.emf"/><Relationship Id="rId1" Type="http://schemas.openxmlformats.org/officeDocument/2006/relationships/slideLayout" Target="../slideLayouts/slideLayout136.xml"/><Relationship Id="rId6" Type="http://schemas.openxmlformats.org/officeDocument/2006/relationships/slideLayout" Target="../slideLayouts/slideLayout141.xml"/><Relationship Id="rId15" Type="http://schemas.openxmlformats.org/officeDocument/2006/relationships/slideLayout" Target="../slideLayouts/slideLayout150.xml"/><Relationship Id="rId23" Type="http://schemas.openxmlformats.org/officeDocument/2006/relationships/slideLayout" Target="../slideLayouts/slideLayout158.xml"/><Relationship Id="rId28" Type="http://schemas.openxmlformats.org/officeDocument/2006/relationships/slideLayout" Target="../slideLayouts/slideLayout163.xml"/><Relationship Id="rId36" Type="http://schemas.openxmlformats.org/officeDocument/2006/relationships/slideLayout" Target="../slideLayouts/slideLayout171.xml"/><Relationship Id="rId49" Type="http://schemas.openxmlformats.org/officeDocument/2006/relationships/slideLayout" Target="../slideLayouts/slideLayout184.xml"/><Relationship Id="rId57" Type="http://schemas.openxmlformats.org/officeDocument/2006/relationships/slideLayout" Target="../slideLayouts/slideLayout192.xml"/><Relationship Id="rId10" Type="http://schemas.openxmlformats.org/officeDocument/2006/relationships/slideLayout" Target="../slideLayouts/slideLayout145.xml"/><Relationship Id="rId31" Type="http://schemas.openxmlformats.org/officeDocument/2006/relationships/slideLayout" Target="../slideLayouts/slideLayout166.xml"/><Relationship Id="rId44" Type="http://schemas.openxmlformats.org/officeDocument/2006/relationships/slideLayout" Target="../slideLayouts/slideLayout179.xml"/><Relationship Id="rId52" Type="http://schemas.openxmlformats.org/officeDocument/2006/relationships/slideLayout" Target="../slideLayouts/slideLayout187.xml"/><Relationship Id="rId60" Type="http://schemas.openxmlformats.org/officeDocument/2006/relationships/slideLayout" Target="../slideLayouts/slideLayout195.xml"/><Relationship Id="rId65" Type="http://schemas.openxmlformats.org/officeDocument/2006/relationships/slideLayout" Target="../slideLayouts/slideLayout200.xml"/><Relationship Id="rId73" Type="http://schemas.openxmlformats.org/officeDocument/2006/relationships/tags" Target="../tags/tag16.xml"/><Relationship Id="rId4" Type="http://schemas.openxmlformats.org/officeDocument/2006/relationships/slideLayout" Target="../slideLayouts/slideLayout139.xml"/><Relationship Id="rId9" Type="http://schemas.openxmlformats.org/officeDocument/2006/relationships/slideLayout" Target="../slideLayouts/slideLayout144.xml"/><Relationship Id="rId13" Type="http://schemas.openxmlformats.org/officeDocument/2006/relationships/slideLayout" Target="../slideLayouts/slideLayout148.xml"/><Relationship Id="rId18" Type="http://schemas.openxmlformats.org/officeDocument/2006/relationships/slideLayout" Target="../slideLayouts/slideLayout153.xml"/><Relationship Id="rId39" Type="http://schemas.openxmlformats.org/officeDocument/2006/relationships/slideLayout" Target="../slideLayouts/slideLayout174.xml"/><Relationship Id="rId34" Type="http://schemas.openxmlformats.org/officeDocument/2006/relationships/slideLayout" Target="../slideLayouts/slideLayout169.xml"/><Relationship Id="rId50" Type="http://schemas.openxmlformats.org/officeDocument/2006/relationships/slideLayout" Target="../slideLayouts/slideLayout185.xml"/><Relationship Id="rId55" Type="http://schemas.openxmlformats.org/officeDocument/2006/relationships/slideLayout" Target="../slideLayouts/slideLayout190.xml"/><Relationship Id="rId7" Type="http://schemas.openxmlformats.org/officeDocument/2006/relationships/slideLayout" Target="../slideLayouts/slideLayout142.xml"/><Relationship Id="rId71"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13.xml"/><Relationship Id="rId13" Type="http://schemas.openxmlformats.org/officeDocument/2006/relationships/slideLayout" Target="../slideLayouts/slideLayout218.xml"/><Relationship Id="rId18" Type="http://schemas.openxmlformats.org/officeDocument/2006/relationships/tags" Target="../tags/tag17.xml"/><Relationship Id="rId3" Type="http://schemas.openxmlformats.org/officeDocument/2006/relationships/slideLayout" Target="../slideLayouts/slideLayout208.xml"/><Relationship Id="rId7" Type="http://schemas.openxmlformats.org/officeDocument/2006/relationships/slideLayout" Target="../slideLayouts/slideLayout212.xml"/><Relationship Id="rId12" Type="http://schemas.openxmlformats.org/officeDocument/2006/relationships/slideLayout" Target="../slideLayouts/slideLayout217.xml"/><Relationship Id="rId17" Type="http://schemas.openxmlformats.org/officeDocument/2006/relationships/vmlDrawing" Target="../drawings/vmlDrawing11.vml"/><Relationship Id="rId2" Type="http://schemas.openxmlformats.org/officeDocument/2006/relationships/slideLayout" Target="../slideLayouts/slideLayout207.xml"/><Relationship Id="rId16" Type="http://schemas.openxmlformats.org/officeDocument/2006/relationships/theme" Target="../theme/theme5.xml"/><Relationship Id="rId20" Type="http://schemas.openxmlformats.org/officeDocument/2006/relationships/image" Target="../media/image1.emf"/><Relationship Id="rId1" Type="http://schemas.openxmlformats.org/officeDocument/2006/relationships/slideLayout" Target="../slideLayouts/slideLayout206.xml"/><Relationship Id="rId6" Type="http://schemas.openxmlformats.org/officeDocument/2006/relationships/slideLayout" Target="../slideLayouts/slideLayout211.xml"/><Relationship Id="rId11" Type="http://schemas.openxmlformats.org/officeDocument/2006/relationships/slideLayout" Target="../slideLayouts/slideLayout216.xml"/><Relationship Id="rId5" Type="http://schemas.openxmlformats.org/officeDocument/2006/relationships/slideLayout" Target="../slideLayouts/slideLayout210.xml"/><Relationship Id="rId15" Type="http://schemas.openxmlformats.org/officeDocument/2006/relationships/slideLayout" Target="../slideLayouts/slideLayout220.xml"/><Relationship Id="rId10" Type="http://schemas.openxmlformats.org/officeDocument/2006/relationships/slideLayout" Target="../slideLayouts/slideLayout215.xml"/><Relationship Id="rId19" Type="http://schemas.openxmlformats.org/officeDocument/2006/relationships/oleObject" Target="../embeddings/oleObject11.bin"/><Relationship Id="rId4" Type="http://schemas.openxmlformats.org/officeDocument/2006/relationships/slideLayout" Target="../slideLayouts/slideLayout209.xml"/><Relationship Id="rId9" Type="http://schemas.openxmlformats.org/officeDocument/2006/relationships/slideLayout" Target="../slideLayouts/slideLayout214.xml"/><Relationship Id="rId14" Type="http://schemas.openxmlformats.org/officeDocument/2006/relationships/slideLayout" Target="../slideLayouts/slideLayout2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5"/>
            </p:custDataLst>
            <p:extLst>
              <p:ext uri="{D42A27DB-BD31-4B8C-83A1-F6EECF244321}">
                <p14:modId xmlns:p14="http://schemas.microsoft.com/office/powerpoint/2010/main" val="1644318490"/>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spid="_x0000_s1025" name="think-cell Slide" r:id="rId47" imgW="270" imgH="270" progId="TCLayout.ActiveDocument.1">
                  <p:embed/>
                </p:oleObj>
              </mc:Choice>
              <mc:Fallback>
                <p:oleObj name="think-cell Slide" r:id="rId47" imgW="270" imgH="270" progId="TCLayout.ActiveDocument.1">
                  <p:embed/>
                  <p:pic>
                    <p:nvPicPr>
                      <p:cNvPr id="4" name="Object 3" hidden="1"/>
                      <p:cNvPicPr/>
                      <p:nvPr/>
                    </p:nvPicPr>
                    <p:blipFill>
                      <a:blip r:embed="rId48"/>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46"/>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t" anchorCtr="0">
            <a:noAutofit/>
          </a:bodyPr>
          <a:lstStyle/>
          <a:p>
            <a:r>
              <a:rPr lang="en-US" noProof="0"/>
              <a:t>Click to edit Master title style</a:t>
            </a:r>
          </a:p>
        </p:txBody>
      </p:sp>
      <p:sp>
        <p:nvSpPr>
          <p:cNvPr id="18" name="TextBox 17"/>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a:solidFill>
                  <a:prstClr val="black"/>
                </a:solidFill>
              </a:rPr>
              <a:t>© 2023 Deloitte Touche </a:t>
            </a:r>
            <a:r>
              <a:rPr lang="fr-FR" sz="867" err="1">
                <a:solidFill>
                  <a:prstClr val="black"/>
                </a:solidFill>
              </a:rPr>
              <a:t>Tohmatsu</a:t>
            </a:r>
            <a:r>
              <a:rPr lang="fr-FR" sz="867">
                <a:solidFill>
                  <a:prstClr val="black"/>
                </a:solidFill>
              </a:rPr>
              <a:t> India LLP</a:t>
            </a:r>
          </a:p>
        </p:txBody>
      </p:sp>
      <p:sp>
        <p:nvSpPr>
          <p:cNvPr id="19" name="Text Placeholder 18"/>
          <p:cNvSpPr>
            <a:spLocks noGrp="1"/>
          </p:cNvSpPr>
          <p:nvPr>
            <p:ph type="body" idx="1"/>
          </p:nvPr>
        </p:nvSpPr>
        <p:spPr>
          <a:xfrm>
            <a:off x="501652" y="1665289"/>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3197474883"/>
      </p:ext>
    </p:extLst>
  </p:cSld>
  <p:clrMap bg1="lt1" tx1="dk1" bg2="lt2" tx2="dk2" accent1="accent1" accent2="accent2" accent3="accent3" accent4="accent4" accent5="accent5" accent6="accent6" hlink="hlink" folHlink="folHlink"/>
  <p:sldLayoutIdLst>
    <p:sldLayoutId id="2147484166" r:id="rId1"/>
    <p:sldLayoutId id="2147484171" r:id="rId2"/>
    <p:sldLayoutId id="2147484172" r:id="rId3"/>
    <p:sldLayoutId id="2147484173" r:id="rId4"/>
    <p:sldLayoutId id="2147484174" r:id="rId5"/>
    <p:sldLayoutId id="2147484175" r:id="rId6"/>
    <p:sldLayoutId id="2147484176" r:id="rId7"/>
    <p:sldLayoutId id="2147484177" r:id="rId8"/>
    <p:sldLayoutId id="2147484178" r:id="rId9"/>
    <p:sldLayoutId id="2147484179" r:id="rId10"/>
    <p:sldLayoutId id="2147484180" r:id="rId11"/>
    <p:sldLayoutId id="2147484181" r:id="rId12"/>
    <p:sldLayoutId id="2147484182" r:id="rId13"/>
    <p:sldLayoutId id="2147484183" r:id="rId14"/>
    <p:sldLayoutId id="2147484184" r:id="rId15"/>
    <p:sldLayoutId id="2147484185" r:id="rId16"/>
    <p:sldLayoutId id="2147484186" r:id="rId17"/>
    <p:sldLayoutId id="2147484187" r:id="rId18"/>
    <p:sldLayoutId id="2147484188" r:id="rId19"/>
    <p:sldLayoutId id="2147484189" r:id="rId20"/>
    <p:sldLayoutId id="2147484190" r:id="rId21"/>
    <p:sldLayoutId id="2147484191" r:id="rId22"/>
    <p:sldLayoutId id="2147484192" r:id="rId23"/>
    <p:sldLayoutId id="2147484193" r:id="rId24"/>
    <p:sldLayoutId id="2147484194" r:id="rId25"/>
    <p:sldLayoutId id="2147484195" r:id="rId26"/>
    <p:sldLayoutId id="2147484196" r:id="rId27"/>
    <p:sldLayoutId id="2147484197" r:id="rId28"/>
    <p:sldLayoutId id="2147484198" r:id="rId29"/>
    <p:sldLayoutId id="2147484199" r:id="rId30"/>
    <p:sldLayoutId id="2147483788" r:id="rId31"/>
    <p:sldLayoutId id="2147483793" r:id="rId32"/>
    <p:sldLayoutId id="2147483794" r:id="rId33"/>
    <p:sldLayoutId id="2147483795" r:id="rId34"/>
    <p:sldLayoutId id="2147483796" r:id="rId35"/>
    <p:sldLayoutId id="2147483797" r:id="rId36"/>
    <p:sldLayoutId id="2147483826" r:id="rId37"/>
    <p:sldLayoutId id="2147483830" r:id="rId38"/>
    <p:sldLayoutId id="2147484065" r:id="rId39"/>
    <p:sldLayoutId id="2147484068" r:id="rId40"/>
    <p:sldLayoutId id="2147484165" r:id="rId41"/>
    <p:sldLayoutId id="2147484232" r:id="rId42"/>
  </p:sldLayoutIdLst>
  <p:transition>
    <p:fade/>
  </p:transition>
  <p:hf hdr="0" dt="0"/>
  <p:txStyles>
    <p:titleStyle>
      <a:lvl1pPr algn="l" defTabSz="1219231" rtl="0" eaLnBrk="1" latinLnBrk="0" hangingPunct="1">
        <a:spcBef>
          <a:spcPct val="0"/>
        </a:spcBef>
        <a:buNone/>
        <a:defRPr sz="2000" kern="1200">
          <a:solidFill>
            <a:schemeClr val="tx1"/>
          </a:solidFill>
          <a:latin typeface="+mj-lt"/>
          <a:ea typeface="+mj-ea"/>
          <a:cs typeface="+mj-cs"/>
        </a:defRPr>
      </a:lvl1pPr>
    </p:titleStyle>
    <p:body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userDrawn="1">
          <p15:clr>
            <a:srgbClr val="F26B43"/>
          </p15:clr>
        </p15:guide>
        <p15:guide id="2" pos="359" userDrawn="1">
          <p15:clr>
            <a:srgbClr val="F26B43"/>
          </p15:clr>
        </p15:guide>
        <p15:guide id="3" pos="8345" userDrawn="1">
          <p15:clr>
            <a:srgbClr val="F26B43"/>
          </p15:clr>
        </p15:guide>
        <p15:guide id="4" orient="horz" pos="227" userDrawn="1">
          <p15:clr>
            <a:srgbClr val="F26B43"/>
          </p15:clr>
        </p15:guide>
        <p15:guide id="5" orient="horz" pos="1189" userDrawn="1">
          <p15:clr>
            <a:srgbClr val="F26B43"/>
          </p15:clr>
        </p15:guide>
        <p15:guide id="6" orient="horz" pos="72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53"/>
            </p:custDataLst>
            <p:extLst>
              <p:ext uri="{D42A27DB-BD31-4B8C-83A1-F6EECF244321}">
                <p14:modId xmlns:p14="http://schemas.microsoft.com/office/powerpoint/2010/main" val="224506560"/>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spid="_x0000_s45057" name="think-cell Slide" r:id="rId55" imgW="270" imgH="270" progId="TCLayout.ActiveDocument.1">
                  <p:embed/>
                </p:oleObj>
              </mc:Choice>
              <mc:Fallback>
                <p:oleObj name="think-cell Slide" r:id="rId55" imgW="270" imgH="270" progId="TCLayout.ActiveDocument.1">
                  <p:embed/>
                  <p:pic>
                    <p:nvPicPr>
                      <p:cNvPr id="4" name="Object 3" hidden="1"/>
                      <p:cNvPicPr/>
                      <p:nvPr/>
                    </p:nvPicPr>
                    <p:blipFill>
                      <a:blip r:embed="rId56"/>
                      <a:stretch>
                        <a:fillRect/>
                      </a:stretch>
                    </p:blipFill>
                    <p:spPr>
                      <a:xfrm>
                        <a:off x="2119" y="1589"/>
                        <a:ext cx="2116" cy="1587"/>
                      </a:xfrm>
                      <a:prstGeom prst="rect">
                        <a:avLst/>
                      </a:prstGeom>
                    </p:spPr>
                  </p:pic>
                </p:oleObj>
              </mc:Fallback>
            </mc:AlternateContent>
          </a:graphicData>
        </a:graphic>
      </p:graphicFrame>
      <p:sp>
        <p:nvSpPr>
          <p:cNvPr id="3" name="Rectangle 2" hidden="1"/>
          <p:cNvSpPr/>
          <p:nvPr userDrawn="1">
            <p:custDataLst>
              <p:tags r:id="rId54"/>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6000"/>
              </a:lnSpc>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2" name="TextBox 21"/>
          <p:cNvSpPr txBox="1"/>
          <p:nvPr userDrawn="1"/>
        </p:nvSpPr>
        <p:spPr>
          <a:xfrm>
            <a:off x="11370308"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a:solidFill>
                <a:schemeClr val="tx1"/>
              </a:solidFill>
            </a:endParaRPr>
          </a:p>
        </p:txBody>
      </p:sp>
      <p:sp>
        <p:nvSpPr>
          <p:cNvPr id="5" name="TextBox 4">
            <a:extLst>
              <a:ext uri="{FF2B5EF4-FFF2-40B4-BE49-F238E27FC236}">
                <a16:creationId xmlns:a16="http://schemas.microsoft.com/office/drawing/2014/main" id="{90F0E53D-52F0-77B5-AB98-26C41DF3FA29}"/>
              </a:ext>
            </a:extLst>
          </p:cNvPr>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a:solidFill>
                  <a:prstClr val="black"/>
                </a:solidFill>
              </a:rPr>
              <a:t>© 2023 Deloitte Touche </a:t>
            </a:r>
            <a:r>
              <a:rPr lang="fr-FR" sz="867" err="1">
                <a:solidFill>
                  <a:prstClr val="black"/>
                </a:solidFill>
              </a:rPr>
              <a:t>Tohmatsu</a:t>
            </a:r>
            <a:r>
              <a:rPr lang="fr-FR" sz="867">
                <a:solidFill>
                  <a:prstClr val="black"/>
                </a:solidFill>
              </a:rPr>
              <a:t> India LLP</a:t>
            </a:r>
          </a:p>
        </p:txBody>
      </p:sp>
    </p:spTree>
    <p:extLst>
      <p:ext uri="{BB962C8B-B14F-4D97-AF65-F5344CB8AC3E}">
        <p14:creationId xmlns:p14="http://schemas.microsoft.com/office/powerpoint/2010/main" val="90218404"/>
      </p:ext>
    </p:extLst>
  </p:cSld>
  <p:clrMap bg1="lt1" tx1="dk1" bg2="lt2" tx2="dk2" accent1="accent1" accent2="accent2" accent3="accent3" accent4="accent4" accent5="accent5" accent6="accent6" hlink="hlink" folHlink="folHlink"/>
  <p:sldLayoutIdLst>
    <p:sldLayoutId id="2147484072" r:id="rId1"/>
    <p:sldLayoutId id="2147484073" r:id="rId2"/>
    <p:sldLayoutId id="2147484074" r:id="rId3"/>
    <p:sldLayoutId id="2147484075" r:id="rId4"/>
    <p:sldLayoutId id="2147484076" r:id="rId5"/>
    <p:sldLayoutId id="2147484077" r:id="rId6"/>
    <p:sldLayoutId id="2147484078" r:id="rId7"/>
    <p:sldLayoutId id="2147484079" r:id="rId8"/>
    <p:sldLayoutId id="2147484080" r:id="rId9"/>
    <p:sldLayoutId id="2147484081" r:id="rId10"/>
    <p:sldLayoutId id="2147484082" r:id="rId11"/>
    <p:sldLayoutId id="2147484083" r:id="rId12"/>
    <p:sldLayoutId id="2147484084" r:id="rId13"/>
    <p:sldLayoutId id="2147484085" r:id="rId14"/>
    <p:sldLayoutId id="2147484086" r:id="rId15"/>
    <p:sldLayoutId id="2147484087" r:id="rId16"/>
    <p:sldLayoutId id="2147484088" r:id="rId17"/>
    <p:sldLayoutId id="2147484089" r:id="rId18"/>
    <p:sldLayoutId id="2147484090" r:id="rId19"/>
    <p:sldLayoutId id="2147484091" r:id="rId20"/>
    <p:sldLayoutId id="2147484092" r:id="rId21"/>
    <p:sldLayoutId id="2147484093" r:id="rId22"/>
    <p:sldLayoutId id="2147484094" r:id="rId23"/>
    <p:sldLayoutId id="2147484095" r:id="rId24"/>
    <p:sldLayoutId id="2147484096" r:id="rId25"/>
    <p:sldLayoutId id="2147484097" r:id="rId26"/>
    <p:sldLayoutId id="2147484098" r:id="rId27"/>
    <p:sldLayoutId id="2147484099" r:id="rId28"/>
    <p:sldLayoutId id="2147484100" r:id="rId29"/>
    <p:sldLayoutId id="2147484101" r:id="rId30"/>
    <p:sldLayoutId id="2147484102" r:id="rId31"/>
    <p:sldLayoutId id="2147484103" r:id="rId32"/>
    <p:sldLayoutId id="2147484104" r:id="rId33"/>
    <p:sldLayoutId id="2147484105" r:id="rId34"/>
    <p:sldLayoutId id="2147484106" r:id="rId35"/>
    <p:sldLayoutId id="2147484107" r:id="rId36"/>
    <p:sldLayoutId id="2147484108" r:id="rId37"/>
    <p:sldLayoutId id="2147484109" r:id="rId38"/>
    <p:sldLayoutId id="2147484110" r:id="rId39"/>
    <p:sldLayoutId id="2147484111" r:id="rId40"/>
    <p:sldLayoutId id="2147484112" r:id="rId41"/>
    <p:sldLayoutId id="2147484113" r:id="rId42"/>
    <p:sldLayoutId id="2147484114" r:id="rId43"/>
    <p:sldLayoutId id="2147484115" r:id="rId44"/>
    <p:sldLayoutId id="2147484116" r:id="rId45"/>
    <p:sldLayoutId id="2147484117" r:id="rId46"/>
    <p:sldLayoutId id="2147484118" r:id="rId47"/>
    <p:sldLayoutId id="2147484119" r:id="rId48"/>
    <p:sldLayoutId id="2147484120" r:id="rId49"/>
    <p:sldLayoutId id="2147484121" r:id="rId50"/>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972">
          <p15:clr>
            <a:srgbClr val="F26B43"/>
          </p15:clr>
        </p15:guide>
        <p15:guide id="4" pos="296">
          <p15:clr>
            <a:srgbClr val="F26B43"/>
          </p15:clr>
        </p15:guide>
        <p15:guide id="5" pos="7393">
          <p15:clr>
            <a:srgbClr val="F26B43"/>
          </p15:clr>
        </p15:guide>
        <p15:guide id="7" orient="horz" pos="252">
          <p15:clr>
            <a:srgbClr val="F26B43"/>
          </p15:clr>
        </p15:guide>
        <p15:guide id="8" orient="horz" pos="4081">
          <p15:clr>
            <a:srgbClr val="F26B43"/>
          </p15:clr>
        </p15:guide>
        <p15:guide id="21" orient="horz" pos="1049">
          <p15:clr>
            <a:srgbClr val="F26B43"/>
          </p15:clr>
        </p15:guide>
        <p15:guide id="22" orient="horz" pos="6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6"/>
            </p:custDataLst>
            <p:extLst>
              <p:ext uri="{D42A27DB-BD31-4B8C-83A1-F6EECF244321}">
                <p14:modId xmlns:p14="http://schemas.microsoft.com/office/powerpoint/2010/main" val="3084417347"/>
              </p:ext>
            </p:extLst>
          </p:nvPr>
        </p:nvGraphicFramePr>
        <p:xfrm>
          <a:off x="2119" y="1590"/>
          <a:ext cx="2116" cy="1587"/>
        </p:xfrm>
        <a:graphic>
          <a:graphicData uri="http://schemas.openxmlformats.org/presentationml/2006/ole">
            <mc:AlternateContent xmlns:mc="http://schemas.openxmlformats.org/markup-compatibility/2006">
              <mc:Choice xmlns:v="urn:schemas-microsoft-com:vml" Requires="v">
                <p:oleObj spid="_x0000_s97281" name="think-cell Slide" r:id="rId47" imgW="270" imgH="270" progId="TCLayout.ActiveDocument.1">
                  <p:embed/>
                </p:oleObj>
              </mc:Choice>
              <mc:Fallback>
                <p:oleObj name="think-cell Slide" r:id="rId47" imgW="270" imgH="270" progId="TCLayout.ActiveDocument.1">
                  <p:embed/>
                  <p:pic>
                    <p:nvPicPr>
                      <p:cNvPr id="4" name="Object 3" hidden="1"/>
                      <p:cNvPicPr/>
                      <p:nvPr/>
                    </p:nvPicPr>
                    <p:blipFill>
                      <a:blip r:embed="rId48"/>
                      <a:stretch>
                        <a:fillRect/>
                      </a:stretch>
                    </p:blipFill>
                    <p:spPr>
                      <a:xfrm>
                        <a:off x="2119" y="1590"/>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692150"/>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501651" y="1665290"/>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userDrawn="1"/>
        </p:nvSpPr>
        <p:spPr>
          <a:xfrm>
            <a:off x="11382378" y="6477002"/>
            <a:ext cx="307975" cy="100027"/>
          </a:xfrm>
          <a:prstGeom prst="rect">
            <a:avLst/>
          </a:prstGeom>
          <a:noFill/>
        </p:spPr>
        <p:txBody>
          <a:bodyPr wrap="square" lIns="0" tIns="0" rIns="0" bIns="0" rtlCol="0">
            <a:noAutofit/>
          </a:bodyPr>
          <a:lstStyle/>
          <a:p>
            <a:pPr marL="0" indent="0" algn="r">
              <a:spcBef>
                <a:spcPts val="566"/>
              </a:spcBef>
              <a:buSzPct val="100000"/>
              <a:buFont typeface="Arial"/>
              <a:buNone/>
            </a:pPr>
            <a:fld id="{C58DF478-B544-4ED8-9ED4-6A2648E2D233}" type="slidenum">
              <a:rPr lang="en-US" sz="599" noProof="0" smtClean="0">
                <a:solidFill>
                  <a:schemeClr val="tx1"/>
                </a:solidFill>
              </a:rPr>
              <a:pPr marL="0" indent="0" algn="r">
                <a:spcBef>
                  <a:spcPts val="566"/>
                </a:spcBef>
                <a:buSzPct val="100000"/>
                <a:buFont typeface="Arial"/>
                <a:buNone/>
              </a:pPr>
              <a:t>‹#›</a:t>
            </a:fld>
            <a:endParaRPr lang="en-US" sz="599" noProof="0">
              <a:solidFill>
                <a:schemeClr val="tx1"/>
              </a:solidFill>
            </a:endParaRPr>
          </a:p>
        </p:txBody>
      </p:sp>
      <p:sp>
        <p:nvSpPr>
          <p:cNvPr id="5" name="TextBox 4">
            <a:extLst>
              <a:ext uri="{FF2B5EF4-FFF2-40B4-BE49-F238E27FC236}">
                <a16:creationId xmlns:a16="http://schemas.microsoft.com/office/drawing/2014/main" id="{E5DCA7A6-FE82-079F-3D6F-12BF62700410}"/>
              </a:ext>
            </a:extLst>
          </p:cNvPr>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a:solidFill>
                  <a:prstClr val="black"/>
                </a:solidFill>
              </a:rPr>
              <a:t>© 2023 Deloitte Touche </a:t>
            </a:r>
            <a:r>
              <a:rPr lang="fr-FR" sz="867" err="1">
                <a:solidFill>
                  <a:prstClr val="black"/>
                </a:solidFill>
              </a:rPr>
              <a:t>Tohmatsu</a:t>
            </a:r>
            <a:r>
              <a:rPr lang="fr-FR" sz="867">
                <a:solidFill>
                  <a:prstClr val="black"/>
                </a:solidFill>
              </a:rPr>
              <a:t> India LLP</a:t>
            </a:r>
          </a:p>
        </p:txBody>
      </p:sp>
    </p:spTree>
    <p:extLst>
      <p:ext uri="{BB962C8B-B14F-4D97-AF65-F5344CB8AC3E}">
        <p14:creationId xmlns:p14="http://schemas.microsoft.com/office/powerpoint/2010/main" val="12995983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4218" r:id="rId5"/>
    <p:sldLayoutId id="2147484210" r:id="rId6"/>
    <p:sldLayoutId id="2147484208" r:id="rId7"/>
    <p:sldLayoutId id="2147484220" r:id="rId8"/>
    <p:sldLayoutId id="2147484211" r:id="rId9"/>
    <p:sldLayoutId id="2147484222" r:id="rId10"/>
    <p:sldLayoutId id="2147484223" r:id="rId11"/>
    <p:sldLayoutId id="2147484224" r:id="rId12"/>
    <p:sldLayoutId id="2147484225" r:id="rId13"/>
    <p:sldLayoutId id="2147484226" r:id="rId14"/>
    <p:sldLayoutId id="2147484227" r:id="rId15"/>
    <p:sldLayoutId id="2147484228" r:id="rId16"/>
    <p:sldLayoutId id="2147484229" r:id="rId17"/>
    <p:sldLayoutId id="2147484230" r:id="rId18"/>
    <p:sldLayoutId id="2147483691" r:id="rId19"/>
    <p:sldLayoutId id="2147483692" r:id="rId20"/>
    <p:sldLayoutId id="2147483693" r:id="rId21"/>
    <p:sldLayoutId id="2147483694" r:id="rId22"/>
    <p:sldLayoutId id="2147484214" r:id="rId23"/>
    <p:sldLayoutId id="2147484216" r:id="rId24"/>
    <p:sldLayoutId id="2147484213" r:id="rId25"/>
    <p:sldLayoutId id="2147484215" r:id="rId26"/>
    <p:sldLayoutId id="2147484212" r:id="rId27"/>
    <p:sldLayoutId id="2147483700" r:id="rId28"/>
    <p:sldLayoutId id="2147484200" r:id="rId29"/>
    <p:sldLayoutId id="2147483702" r:id="rId30"/>
    <p:sldLayoutId id="2147484202" r:id="rId31"/>
    <p:sldLayoutId id="2147484203" r:id="rId32"/>
    <p:sldLayoutId id="2147483705" r:id="rId33"/>
    <p:sldLayoutId id="2147483706" r:id="rId34"/>
    <p:sldLayoutId id="2147484204" r:id="rId35"/>
    <p:sldLayoutId id="2147484205" r:id="rId36"/>
    <p:sldLayoutId id="2147483709" r:id="rId37"/>
    <p:sldLayoutId id="2147484206" r:id="rId38"/>
    <p:sldLayoutId id="2147484207" r:id="rId39"/>
    <p:sldLayoutId id="2147484209" r:id="rId40"/>
    <p:sldLayoutId id="2147484201" r:id="rId41"/>
    <p:sldLayoutId id="2147484170" r:id="rId42"/>
    <p:sldLayoutId id="2147484167" r:id="rId43"/>
  </p:sldLayoutIdLst>
  <p:transition>
    <p:fade/>
  </p:transition>
  <p:hf hdr="0" dt="0"/>
  <p:txStyles>
    <p:titleStyle>
      <a:lvl1pPr algn="l" defTabSz="862686" rtl="0" eaLnBrk="1" latinLnBrk="0" hangingPunct="1">
        <a:spcBef>
          <a:spcPct val="0"/>
        </a:spcBef>
        <a:buNone/>
        <a:defRPr sz="1711" kern="1200">
          <a:solidFill>
            <a:schemeClr val="tx1"/>
          </a:solidFill>
          <a:latin typeface="+mj-lt"/>
          <a:ea typeface="+mj-ea"/>
          <a:cs typeface="+mj-cs"/>
        </a:defRPr>
      </a:lvl1pPr>
    </p:titleStyle>
    <p:bodyStyle>
      <a:lvl1pPr marL="0" indent="0" algn="l" defTabSz="862686" rtl="0" eaLnBrk="1" latinLnBrk="0" hangingPunct="1">
        <a:spcBef>
          <a:spcPts val="0"/>
        </a:spcBef>
        <a:spcAft>
          <a:spcPts val="944"/>
        </a:spcAft>
        <a:buSzPct val="100000"/>
        <a:buFont typeface="Arial" panose="020B0604020202020204" pitchFamily="34" charset="0"/>
        <a:buNone/>
        <a:defRPr sz="856" b="0" kern="1200">
          <a:solidFill>
            <a:schemeClr val="tx1"/>
          </a:solidFill>
          <a:latin typeface="+mn-lt"/>
          <a:ea typeface="+mn-ea"/>
          <a:cs typeface="+mn-cs"/>
        </a:defRPr>
      </a:lvl1pPr>
      <a:lvl2pPr marL="0" indent="0" algn="l" defTabSz="862686" rtl="0" eaLnBrk="1" latinLnBrk="0" hangingPunct="1">
        <a:spcBef>
          <a:spcPts val="0"/>
        </a:spcBef>
        <a:spcAft>
          <a:spcPts val="944"/>
        </a:spcAft>
        <a:buClrTx/>
        <a:buSzPct val="100000"/>
        <a:buFont typeface="Arial"/>
        <a:buNone/>
        <a:defRPr lang="en-US" sz="856" b="1" kern="1200" dirty="0" smtClean="0">
          <a:solidFill>
            <a:schemeClr val="tx1"/>
          </a:solidFill>
          <a:latin typeface="+mn-lt"/>
          <a:ea typeface="+mn-ea"/>
          <a:cs typeface="+mn-cs"/>
        </a:defRPr>
      </a:lvl2pPr>
      <a:lvl3pPr marL="166424" indent="-166424" algn="l" defTabSz="862686" rtl="0" eaLnBrk="1" latinLnBrk="0" hangingPunct="1">
        <a:spcBef>
          <a:spcPts val="0"/>
        </a:spcBef>
        <a:spcAft>
          <a:spcPts val="944"/>
        </a:spcAft>
        <a:buClrTx/>
        <a:buSzPct val="100000"/>
        <a:buFont typeface="Arial" panose="020B0604020202020204" pitchFamily="34" charset="0"/>
        <a:buChar char="•"/>
        <a:defRPr lang="en-US" sz="856" kern="1200" dirty="0" smtClean="0">
          <a:solidFill>
            <a:schemeClr val="tx1"/>
          </a:solidFill>
          <a:latin typeface="+mn-lt"/>
          <a:ea typeface="+mn-ea"/>
          <a:cs typeface="+mn-cs"/>
        </a:defRPr>
      </a:lvl3pPr>
      <a:lvl4pPr marL="336244" indent="-166424" algn="l" defTabSz="862686" rtl="0" eaLnBrk="1" latinLnBrk="0" hangingPunct="1">
        <a:spcBef>
          <a:spcPts val="0"/>
        </a:spcBef>
        <a:spcAft>
          <a:spcPts val="944"/>
        </a:spcAft>
        <a:buClrTx/>
        <a:buSzPct val="100000"/>
        <a:buFont typeface="Verdana" panose="020B0604030504040204" pitchFamily="34" charset="0"/>
        <a:buChar char="−"/>
        <a:defRPr lang="en-US" sz="856" kern="1200" baseline="0" dirty="0" smtClean="0">
          <a:solidFill>
            <a:schemeClr val="tx1"/>
          </a:solidFill>
          <a:latin typeface="+mn-lt"/>
          <a:ea typeface="+mn-ea"/>
          <a:cs typeface="+mn-cs"/>
        </a:defRPr>
      </a:lvl4pPr>
      <a:lvl5pPr marL="502668" indent="-166424" algn="l" defTabSz="753353" rtl="0" eaLnBrk="1" latinLnBrk="0" hangingPunct="1">
        <a:spcBef>
          <a:spcPts val="0"/>
        </a:spcBef>
        <a:spcAft>
          <a:spcPts val="944"/>
        </a:spcAft>
        <a:buClrTx/>
        <a:buSzPct val="100000"/>
        <a:buFont typeface="Verdana" panose="020B0604030504040204" pitchFamily="34" charset="0"/>
        <a:buChar char="−"/>
        <a:tabLst/>
        <a:defRPr lang="en-US" sz="856" kern="1200" baseline="0" dirty="0" smtClean="0">
          <a:solidFill>
            <a:schemeClr val="tx1"/>
          </a:solidFill>
          <a:latin typeface="+mn-lt"/>
          <a:ea typeface="+mn-ea"/>
          <a:cs typeface="+mn-cs"/>
        </a:defRPr>
      </a:lvl5pPr>
      <a:lvl6pPr marL="502668" indent="-166424" algn="l" defTabSz="862686" rtl="0" eaLnBrk="1" latinLnBrk="0" hangingPunct="1">
        <a:spcBef>
          <a:spcPts val="0"/>
        </a:spcBef>
        <a:spcAft>
          <a:spcPts val="944"/>
        </a:spcAft>
        <a:buFont typeface="Verdana" panose="020B0604030504040204" pitchFamily="34" charset="0"/>
        <a:buChar char="−"/>
        <a:defRPr sz="1132" kern="1200" baseline="0">
          <a:solidFill>
            <a:schemeClr val="tx1"/>
          </a:solidFill>
          <a:latin typeface="+mn-lt"/>
          <a:ea typeface="+mn-ea"/>
          <a:cs typeface="+mn-cs"/>
        </a:defRPr>
      </a:lvl6pPr>
      <a:lvl7pPr marL="502668" indent="-166424" algn="l" defTabSz="862686" rtl="0" eaLnBrk="1" latinLnBrk="0" hangingPunct="1">
        <a:spcBef>
          <a:spcPts val="0"/>
        </a:spcBef>
        <a:spcAft>
          <a:spcPts val="944"/>
        </a:spcAft>
        <a:buFont typeface="Verdana" panose="020B0604030504040204" pitchFamily="34" charset="0"/>
        <a:buChar char="−"/>
        <a:defRPr sz="1132" kern="1200">
          <a:solidFill>
            <a:schemeClr val="tx1"/>
          </a:solidFill>
          <a:latin typeface="+mn-lt"/>
          <a:ea typeface="+mn-ea"/>
          <a:cs typeface="+mn-cs"/>
        </a:defRPr>
      </a:lvl7pPr>
      <a:lvl8pPr marL="502668" indent="-166424" algn="l" defTabSz="862686" rtl="0" eaLnBrk="1" latinLnBrk="0" hangingPunct="1">
        <a:spcBef>
          <a:spcPts val="0"/>
        </a:spcBef>
        <a:spcAft>
          <a:spcPts val="944"/>
        </a:spcAft>
        <a:buFont typeface="Verdana" panose="020B0604030504040204" pitchFamily="34" charset="0"/>
        <a:buChar char="−"/>
        <a:defRPr sz="1132" kern="1200" baseline="0">
          <a:solidFill>
            <a:schemeClr val="tx1"/>
          </a:solidFill>
          <a:latin typeface="+mn-lt"/>
          <a:ea typeface="+mn-ea"/>
          <a:cs typeface="+mn-cs"/>
        </a:defRPr>
      </a:lvl8pPr>
      <a:lvl9pPr marL="502668" indent="-166424" algn="l" defTabSz="862686" rtl="0" eaLnBrk="1" latinLnBrk="0" hangingPunct="1">
        <a:spcBef>
          <a:spcPts val="0"/>
        </a:spcBef>
        <a:spcAft>
          <a:spcPts val="944"/>
        </a:spcAft>
        <a:buFont typeface="Verdana" panose="020B0604030504040204" pitchFamily="34" charset="0"/>
        <a:buChar char="−"/>
        <a:defRPr sz="1132" kern="1200" baseline="0">
          <a:solidFill>
            <a:schemeClr val="tx1"/>
          </a:solidFill>
          <a:latin typeface="+mn-lt"/>
          <a:ea typeface="+mn-ea"/>
          <a:cs typeface="+mn-cs"/>
        </a:defRPr>
      </a:lvl9pPr>
    </p:bodyStyle>
    <p:otherStyle>
      <a:defPPr>
        <a:defRPr lang="en-US"/>
      </a:defPPr>
      <a:lvl1pPr marL="0" algn="l" defTabSz="862686" rtl="0" eaLnBrk="1" latinLnBrk="0" hangingPunct="1">
        <a:defRPr sz="1698" kern="1200">
          <a:solidFill>
            <a:schemeClr val="tx1"/>
          </a:solidFill>
          <a:latin typeface="+mn-lt"/>
          <a:ea typeface="+mn-ea"/>
          <a:cs typeface="+mn-cs"/>
        </a:defRPr>
      </a:lvl1pPr>
      <a:lvl2pPr marL="431343" algn="l" defTabSz="862686" rtl="0" eaLnBrk="1" latinLnBrk="0" hangingPunct="1">
        <a:defRPr sz="1698" kern="1200">
          <a:solidFill>
            <a:schemeClr val="tx1"/>
          </a:solidFill>
          <a:latin typeface="+mn-lt"/>
          <a:ea typeface="+mn-ea"/>
          <a:cs typeface="+mn-cs"/>
        </a:defRPr>
      </a:lvl2pPr>
      <a:lvl3pPr marL="862686" algn="l" defTabSz="862686" rtl="0" eaLnBrk="1" latinLnBrk="0" hangingPunct="1">
        <a:defRPr sz="1698" kern="1200">
          <a:solidFill>
            <a:schemeClr val="tx1"/>
          </a:solidFill>
          <a:latin typeface="+mn-lt"/>
          <a:ea typeface="+mn-ea"/>
          <a:cs typeface="+mn-cs"/>
        </a:defRPr>
      </a:lvl3pPr>
      <a:lvl4pPr marL="1294029" algn="l" defTabSz="862686" rtl="0" eaLnBrk="1" latinLnBrk="0" hangingPunct="1">
        <a:defRPr sz="1698" kern="1200">
          <a:solidFill>
            <a:schemeClr val="tx1"/>
          </a:solidFill>
          <a:latin typeface="+mn-lt"/>
          <a:ea typeface="+mn-ea"/>
          <a:cs typeface="+mn-cs"/>
        </a:defRPr>
      </a:lvl4pPr>
      <a:lvl5pPr marL="1725373" algn="l" defTabSz="862686" rtl="0" eaLnBrk="1" latinLnBrk="0" hangingPunct="1">
        <a:defRPr sz="1698" kern="1200">
          <a:solidFill>
            <a:schemeClr val="tx1"/>
          </a:solidFill>
          <a:latin typeface="+mn-lt"/>
          <a:ea typeface="+mn-ea"/>
          <a:cs typeface="+mn-cs"/>
        </a:defRPr>
      </a:lvl5pPr>
      <a:lvl6pPr marL="2156716" algn="l" defTabSz="862686" rtl="0" eaLnBrk="1" latinLnBrk="0" hangingPunct="1">
        <a:defRPr sz="1698" kern="1200">
          <a:solidFill>
            <a:schemeClr val="tx1"/>
          </a:solidFill>
          <a:latin typeface="+mn-lt"/>
          <a:ea typeface="+mn-ea"/>
          <a:cs typeface="+mn-cs"/>
        </a:defRPr>
      </a:lvl6pPr>
      <a:lvl7pPr marL="2588059" algn="l" defTabSz="862686" rtl="0" eaLnBrk="1" latinLnBrk="0" hangingPunct="1">
        <a:defRPr sz="1698" kern="1200">
          <a:solidFill>
            <a:schemeClr val="tx1"/>
          </a:solidFill>
          <a:latin typeface="+mn-lt"/>
          <a:ea typeface="+mn-ea"/>
          <a:cs typeface="+mn-cs"/>
        </a:defRPr>
      </a:lvl7pPr>
      <a:lvl8pPr marL="3019403" algn="l" defTabSz="862686" rtl="0" eaLnBrk="1" latinLnBrk="0" hangingPunct="1">
        <a:defRPr sz="1698" kern="1200">
          <a:solidFill>
            <a:schemeClr val="tx1"/>
          </a:solidFill>
          <a:latin typeface="+mn-lt"/>
          <a:ea typeface="+mn-ea"/>
          <a:cs typeface="+mn-cs"/>
        </a:defRPr>
      </a:lvl8pPr>
      <a:lvl9pPr marL="3450746" algn="l" defTabSz="862686" rtl="0" eaLnBrk="1" latinLnBrk="0" hangingPunct="1">
        <a:defRPr sz="1698"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443" userDrawn="1">
          <p15:clr>
            <a:srgbClr val="F26B43"/>
          </p15:clr>
        </p15:guide>
        <p15:guide id="4" pos="369" userDrawn="1">
          <p15:clr>
            <a:srgbClr val="F26B43"/>
          </p15:clr>
        </p15:guide>
        <p15:guide id="5" pos="8619" userDrawn="1">
          <p15:clr>
            <a:srgbClr val="F26B43"/>
          </p15:clr>
        </p15:guide>
        <p15:guide id="11" orient="horz" pos="219" userDrawn="1">
          <p15:clr>
            <a:srgbClr val="F26B43"/>
          </p15:clr>
        </p15:guide>
        <p15:guide id="21" orient="horz" pos="1152"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3"/>
            </p:custDataLst>
            <p:extLst>
              <p:ext uri="{D42A27DB-BD31-4B8C-83A1-F6EECF244321}">
                <p14:modId xmlns:p14="http://schemas.microsoft.com/office/powerpoint/2010/main" val="1328557593"/>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spid="_x0000_s142337" name="think-cell Slide" r:id="rId74" imgW="270" imgH="270" progId="TCLayout.ActiveDocument.1">
                  <p:embed/>
                </p:oleObj>
              </mc:Choice>
              <mc:Fallback>
                <p:oleObj name="think-cell Slide" r:id="rId74" imgW="270" imgH="270" progId="TCLayout.ActiveDocument.1">
                  <p:embed/>
                  <p:pic>
                    <p:nvPicPr>
                      <p:cNvPr id="4" name="Object 3" hidden="1"/>
                      <p:cNvPicPr/>
                      <p:nvPr/>
                    </p:nvPicPr>
                    <p:blipFill>
                      <a:blip r:embed="rId75"/>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692150"/>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501650" y="1665290"/>
            <a:ext cx="11188700" cy="4716462"/>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a:solidFill>
                <a:schemeClr val="tx1"/>
              </a:solidFill>
            </a:endParaRPr>
          </a:p>
        </p:txBody>
      </p:sp>
      <p:sp>
        <p:nvSpPr>
          <p:cNvPr id="10" name="TextBox 9"/>
          <p:cNvSpPr txBox="1"/>
          <p:nvPr userDrawn="1"/>
        </p:nvSpPr>
        <p:spPr>
          <a:xfrm>
            <a:off x="11382377" y="6477001"/>
            <a:ext cx="307974" cy="100027"/>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35" noProof="0" smtClean="0">
                <a:solidFill>
                  <a:schemeClr val="tx1"/>
                </a:solidFill>
              </a:rPr>
              <a:pPr marL="0" indent="0" algn="r">
                <a:spcBef>
                  <a:spcPts val="600"/>
                </a:spcBef>
                <a:buSzPct val="100000"/>
                <a:buFont typeface="Arial"/>
                <a:buNone/>
              </a:pPr>
              <a:t>‹#›</a:t>
            </a:fld>
            <a:endParaRPr lang="en-US" sz="635" noProof="0">
              <a:solidFill>
                <a:schemeClr val="tx1"/>
              </a:solidFill>
            </a:endParaRPr>
          </a:p>
        </p:txBody>
      </p:sp>
      <p:sp>
        <p:nvSpPr>
          <p:cNvPr id="5" name="TextBox 4">
            <a:extLst>
              <a:ext uri="{FF2B5EF4-FFF2-40B4-BE49-F238E27FC236}">
                <a16:creationId xmlns:a16="http://schemas.microsoft.com/office/drawing/2014/main" id="{7352E6F5-7D66-DF1E-DC9F-674F33B309D6}"/>
              </a:ext>
            </a:extLst>
          </p:cNvPr>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a:solidFill>
                  <a:prstClr val="black"/>
                </a:solidFill>
              </a:rPr>
              <a:t>© 2023 Deloitte Touche </a:t>
            </a:r>
            <a:r>
              <a:rPr lang="fr-FR" sz="867" err="1">
                <a:solidFill>
                  <a:prstClr val="black"/>
                </a:solidFill>
              </a:rPr>
              <a:t>Tohmatsu</a:t>
            </a:r>
            <a:r>
              <a:rPr lang="fr-FR" sz="867">
                <a:solidFill>
                  <a:prstClr val="black"/>
                </a:solidFill>
              </a:rPr>
              <a:t> India LLP</a:t>
            </a:r>
          </a:p>
        </p:txBody>
      </p:sp>
    </p:spTree>
    <p:extLst>
      <p:ext uri="{BB962C8B-B14F-4D97-AF65-F5344CB8AC3E}">
        <p14:creationId xmlns:p14="http://schemas.microsoft.com/office/powerpoint/2010/main" val="2748758098"/>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 id="2147483777" r:id="rId20"/>
    <p:sldLayoutId id="2147483778" r:id="rId21"/>
    <p:sldLayoutId id="2147483779" r:id="rId22"/>
    <p:sldLayoutId id="2147483780" r:id="rId23"/>
    <p:sldLayoutId id="2147483781" r:id="rId24"/>
    <p:sldLayoutId id="2147483782" r:id="rId25"/>
    <p:sldLayoutId id="2147483783" r:id="rId26"/>
    <p:sldLayoutId id="2147483784" r:id="rId27"/>
    <p:sldLayoutId id="2147483785" r:id="rId28"/>
    <p:sldLayoutId id="2147483786" r:id="rId29"/>
    <p:sldLayoutId id="2147483787" r:id="rId30"/>
    <p:sldLayoutId id="2147483701" r:id="rId31"/>
    <p:sldLayoutId id="2147483756" r:id="rId32"/>
    <p:sldLayoutId id="2147483755" r:id="rId33"/>
    <p:sldLayoutId id="2147483703" r:id="rId34"/>
    <p:sldLayoutId id="2147483704" r:id="rId35"/>
    <p:sldLayoutId id="2147483707" r:id="rId36"/>
    <p:sldLayoutId id="2147483713" r:id="rId37"/>
    <p:sldLayoutId id="2147483708" r:id="rId38"/>
    <p:sldLayoutId id="2147483710" r:id="rId39"/>
    <p:sldLayoutId id="2147483754" r:id="rId40"/>
    <p:sldLayoutId id="2147483711" r:id="rId41"/>
    <p:sldLayoutId id="2147483753" r:id="rId42"/>
    <p:sldLayoutId id="2147484219" r:id="rId43"/>
    <p:sldLayoutId id="2147484221" r:id="rId44"/>
    <p:sldLayoutId id="2147483735" r:id="rId45"/>
    <p:sldLayoutId id="2147483699" r:id="rId46"/>
    <p:sldLayoutId id="2147483714" r:id="rId47"/>
    <p:sldLayoutId id="2147483697" r:id="rId48"/>
    <p:sldLayoutId id="2147483715" r:id="rId49"/>
    <p:sldLayoutId id="2147483716" r:id="rId50"/>
    <p:sldLayoutId id="2147483717" r:id="rId51"/>
    <p:sldLayoutId id="2147483718" r:id="rId52"/>
    <p:sldLayoutId id="2147483728" r:id="rId53"/>
    <p:sldLayoutId id="2147483720" r:id="rId54"/>
    <p:sldLayoutId id="2147483721" r:id="rId55"/>
    <p:sldLayoutId id="2147483722" r:id="rId56"/>
    <p:sldLayoutId id="2147483695" r:id="rId57"/>
    <p:sldLayoutId id="2147483751" r:id="rId58"/>
    <p:sldLayoutId id="2147483724" r:id="rId59"/>
    <p:sldLayoutId id="2147483725" r:id="rId60"/>
    <p:sldLayoutId id="2147483726" r:id="rId61"/>
    <p:sldLayoutId id="2147483727" r:id="rId62"/>
    <p:sldLayoutId id="2147483698" r:id="rId63"/>
    <p:sldLayoutId id="2147483752" r:id="rId64"/>
    <p:sldLayoutId id="2147483790" r:id="rId65"/>
    <p:sldLayoutId id="2147483806" r:id="rId66"/>
    <p:sldLayoutId id="2147483822" r:id="rId67"/>
    <p:sldLayoutId id="2147483820" r:id="rId68"/>
    <p:sldLayoutId id="2147483821" r:id="rId69"/>
    <p:sldLayoutId id="2147483823" r:id="rId70"/>
  </p:sldLayoutIdLst>
  <p:transition>
    <p:fade/>
  </p:transition>
  <p:hf sldNum="0" hdr="0" ftr="0" dt="0"/>
  <p:txStyles>
    <p:titleStyle>
      <a:lvl1pPr algn="l" defTabSz="914417" rtl="0" eaLnBrk="1" latinLnBrk="0" hangingPunct="1">
        <a:spcBef>
          <a:spcPct val="0"/>
        </a:spcBef>
        <a:buNone/>
        <a:defRPr sz="2000" kern="1200">
          <a:solidFill>
            <a:schemeClr val="tx1"/>
          </a:solidFill>
          <a:latin typeface="+mj-lt"/>
          <a:ea typeface="+mj-ea"/>
          <a:cs typeface="+mj-cs"/>
        </a:defRPr>
      </a:lvl1pPr>
    </p:titleStyle>
    <p:bodyStyle>
      <a:lvl1pPr marL="0" indent="0" algn="l" defTabSz="914417"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17" rtl="0" eaLnBrk="1" latinLnBrk="0" hangingPunct="1">
        <a:defRPr sz="1800" kern="1200">
          <a:solidFill>
            <a:schemeClr val="tx1"/>
          </a:solidFill>
          <a:latin typeface="+mn-lt"/>
          <a:ea typeface="+mn-ea"/>
          <a:cs typeface="+mn-cs"/>
        </a:defRPr>
      </a:lvl1pPr>
      <a:lvl2pPr marL="457209" algn="l" defTabSz="914417" rtl="0" eaLnBrk="1" latinLnBrk="0" hangingPunct="1">
        <a:defRPr sz="1800" kern="1200">
          <a:solidFill>
            <a:schemeClr val="tx1"/>
          </a:solidFill>
          <a:latin typeface="+mn-lt"/>
          <a:ea typeface="+mn-ea"/>
          <a:cs typeface="+mn-cs"/>
        </a:defRPr>
      </a:lvl2pPr>
      <a:lvl3pPr marL="914417" algn="l" defTabSz="914417" rtl="0" eaLnBrk="1" latinLnBrk="0" hangingPunct="1">
        <a:defRPr sz="1800" kern="1200">
          <a:solidFill>
            <a:schemeClr val="tx1"/>
          </a:solidFill>
          <a:latin typeface="+mn-lt"/>
          <a:ea typeface="+mn-ea"/>
          <a:cs typeface="+mn-cs"/>
        </a:defRPr>
      </a:lvl3pPr>
      <a:lvl4pPr marL="1371626" algn="l" defTabSz="914417" rtl="0" eaLnBrk="1" latinLnBrk="0" hangingPunct="1">
        <a:defRPr sz="1800" kern="1200">
          <a:solidFill>
            <a:schemeClr val="tx1"/>
          </a:solidFill>
          <a:latin typeface="+mn-lt"/>
          <a:ea typeface="+mn-ea"/>
          <a:cs typeface="+mn-cs"/>
        </a:defRPr>
      </a:lvl4pPr>
      <a:lvl5pPr marL="1828835" algn="l" defTabSz="914417" rtl="0" eaLnBrk="1" latinLnBrk="0" hangingPunct="1">
        <a:defRPr sz="1800" kern="1200">
          <a:solidFill>
            <a:schemeClr val="tx1"/>
          </a:solidFill>
          <a:latin typeface="+mn-lt"/>
          <a:ea typeface="+mn-ea"/>
          <a:cs typeface="+mn-cs"/>
        </a:defRPr>
      </a:lvl5pPr>
      <a:lvl6pPr marL="2286044" algn="l" defTabSz="914417" rtl="0" eaLnBrk="1" latinLnBrk="0" hangingPunct="1">
        <a:defRPr sz="1800" kern="1200">
          <a:solidFill>
            <a:schemeClr val="tx1"/>
          </a:solidFill>
          <a:latin typeface="+mn-lt"/>
          <a:ea typeface="+mn-ea"/>
          <a:cs typeface="+mn-cs"/>
        </a:defRPr>
      </a:lvl6pPr>
      <a:lvl7pPr marL="2743252" algn="l" defTabSz="914417" rtl="0" eaLnBrk="1" latinLnBrk="0" hangingPunct="1">
        <a:defRPr sz="1800" kern="1200">
          <a:solidFill>
            <a:schemeClr val="tx1"/>
          </a:solidFill>
          <a:latin typeface="+mn-lt"/>
          <a:ea typeface="+mn-ea"/>
          <a:cs typeface="+mn-cs"/>
        </a:defRPr>
      </a:lvl7pPr>
      <a:lvl8pPr marL="3200461" algn="l" defTabSz="914417" rtl="0" eaLnBrk="1" latinLnBrk="0" hangingPunct="1">
        <a:defRPr sz="1800" kern="1200">
          <a:solidFill>
            <a:schemeClr val="tx1"/>
          </a:solidFill>
          <a:latin typeface="+mn-lt"/>
          <a:ea typeface="+mn-ea"/>
          <a:cs typeface="+mn-cs"/>
        </a:defRPr>
      </a:lvl8pPr>
      <a:lvl9pPr marL="3657669" algn="l" defTabSz="9144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4029" userDrawn="1">
          <p15:clr>
            <a:srgbClr val="F26B43"/>
          </p15:clr>
        </p15:guide>
        <p15:guide id="1" pos="4373" userDrawn="1">
          <p15:clr>
            <a:srgbClr val="F26B43"/>
          </p15:clr>
        </p15:guide>
        <p15:guide id="2" orient="horz" pos="1959" userDrawn="1">
          <p15:clr>
            <a:srgbClr val="F26B43"/>
          </p15:clr>
        </p15:guide>
        <p15:guide id="3" orient="horz" pos="3645" userDrawn="1">
          <p15:clr>
            <a:srgbClr val="F26B43"/>
          </p15:clr>
        </p15:guide>
        <p15:guide id="4" pos="270" userDrawn="1">
          <p15:clr>
            <a:srgbClr val="F26B43"/>
          </p15:clr>
        </p15:guide>
        <p15:guide id="5" pos="6300" userDrawn="1">
          <p15:clr>
            <a:srgbClr val="F26B43"/>
          </p15:clr>
        </p15:guide>
        <p15:guide id="6" orient="horz" pos="971" userDrawn="1">
          <p15:clr>
            <a:srgbClr val="F26B43"/>
          </p15:clr>
        </p15:guide>
        <p15:guide id="7" orient="horz" pos="181" userDrawn="1">
          <p15:clr>
            <a:srgbClr val="F26B43"/>
          </p15:clr>
        </p15:guide>
        <p15:guide id="8" orient="horz" pos="3700" userDrawn="1">
          <p15:clr>
            <a:srgbClr val="F26B43"/>
          </p15:clr>
        </p15:guide>
        <p15:guide id="9" pos="4244" userDrawn="1">
          <p15:clr>
            <a:srgbClr val="F26B43"/>
          </p15:clr>
        </p15:guide>
        <p15:guide id="10" orient="horz" pos="214" userDrawn="1">
          <p15:clr>
            <a:srgbClr val="F26B43"/>
          </p15:clr>
        </p15:guide>
        <p15:guide id="11" pos="1166" userDrawn="1">
          <p15:clr>
            <a:srgbClr val="F26B43"/>
          </p15:clr>
        </p15:guide>
        <p15:guide id="12" pos="1297" userDrawn="1">
          <p15:clr>
            <a:srgbClr val="F26B43"/>
          </p15:clr>
        </p15:guide>
        <p15:guide id="13" pos="2190" userDrawn="1">
          <p15:clr>
            <a:srgbClr val="F26B43"/>
          </p15:clr>
        </p15:guide>
        <p15:guide id="14" pos="2319" userDrawn="1">
          <p15:clr>
            <a:srgbClr val="F26B43"/>
          </p15:clr>
        </p15:guide>
        <p15:guide id="15" pos="5270" userDrawn="1">
          <p15:clr>
            <a:srgbClr val="F26B43"/>
          </p15:clr>
        </p15:guide>
        <p15:guide id="16" pos="3220" userDrawn="1">
          <p15:clr>
            <a:srgbClr val="F26B43"/>
          </p15:clr>
        </p15:guide>
        <p15:guide id="17" pos="3350" userDrawn="1">
          <p15:clr>
            <a:srgbClr val="F26B43"/>
          </p15:clr>
        </p15:guide>
        <p15:guide id="18" pos="3285" userDrawn="1">
          <p15:clr>
            <a:srgbClr val="F26B43"/>
          </p15:clr>
        </p15:guide>
        <p15:guide id="19" pos="5400" userDrawn="1">
          <p15:clr>
            <a:srgbClr val="F26B43"/>
          </p15:clr>
        </p15:guide>
        <p15:guide id="20" orient="horz" pos="951" userDrawn="1">
          <p15:clr>
            <a:srgbClr val="F26B43"/>
          </p15:clr>
        </p15:guide>
        <p15:guide id="21" orient="horz" pos="580" userDrawn="1">
          <p15:clr>
            <a:srgbClr val="F26B43"/>
          </p15:clr>
        </p15:guide>
        <p15:guide id="22" pos="316" userDrawn="1">
          <p15:clr>
            <a:srgbClr val="F26B43"/>
          </p15:clr>
        </p15:guide>
        <p15:guide id="23" pos="7373" userDrawn="1">
          <p15:clr>
            <a:srgbClr val="F26B43"/>
          </p15:clr>
        </p15:guide>
        <p15:guide id="24" orient="horz" pos="199" userDrawn="1">
          <p15:clr>
            <a:srgbClr val="F26B43"/>
          </p15:clr>
        </p15:guide>
        <p15:guide id="25" orient="horz" pos="1045"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8"/>
            </p:custDataLst>
            <p:extLst>
              <p:ext uri="{D42A27DB-BD31-4B8C-83A1-F6EECF244321}">
                <p14:modId xmlns:p14="http://schemas.microsoft.com/office/powerpoint/2010/main" val="991394284"/>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spid="_x0000_s215041" name="think-cell Slide" r:id="rId19" imgW="270" imgH="270" progId="TCLayout.ActiveDocument.1">
                  <p:embed/>
                </p:oleObj>
              </mc:Choice>
              <mc:Fallback>
                <p:oleObj name="think-cell Slide" r:id="rId19" imgW="270" imgH="270" progId="TCLayout.ActiveDocument.1">
                  <p:embed/>
                  <p:pic>
                    <p:nvPicPr>
                      <p:cNvPr id="4" name="Object 3" hidden="1"/>
                      <p:cNvPicPr/>
                      <p:nvPr/>
                    </p:nvPicPr>
                    <p:blipFill>
                      <a:blip r:embed="rId20"/>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GB" noProof="0"/>
              <a:t>Click to edit Master title style</a:t>
            </a:r>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12" name="TextBox 11"/>
          <p:cNvSpPr txBox="1"/>
          <p:nvPr userDrawn="1"/>
        </p:nvSpPr>
        <p:spPr>
          <a:xfrm>
            <a:off x="11410953" y="6656294"/>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a:solidFill>
                <a:schemeClr val="tx1"/>
              </a:solidFill>
            </a:endParaRPr>
          </a:p>
        </p:txBody>
      </p:sp>
      <p:sp>
        <p:nvSpPr>
          <p:cNvPr id="3" name="TextBox 2">
            <a:extLst>
              <a:ext uri="{FF2B5EF4-FFF2-40B4-BE49-F238E27FC236}">
                <a16:creationId xmlns:a16="http://schemas.microsoft.com/office/drawing/2014/main" id="{42ACCCA0-43EE-8CF2-B5AE-9112110563CF}"/>
              </a:ext>
            </a:extLst>
          </p:cNvPr>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a:solidFill>
                  <a:prstClr val="black"/>
                </a:solidFill>
              </a:rPr>
              <a:t>© 2023 Deloitte Touche </a:t>
            </a:r>
            <a:r>
              <a:rPr lang="fr-FR" sz="867" err="1">
                <a:solidFill>
                  <a:prstClr val="black"/>
                </a:solidFill>
              </a:rPr>
              <a:t>Tohmatsu</a:t>
            </a:r>
            <a:r>
              <a:rPr lang="fr-FR" sz="867">
                <a:solidFill>
                  <a:prstClr val="black"/>
                </a:solidFill>
              </a:rPr>
              <a:t> India LLP</a:t>
            </a:r>
          </a:p>
        </p:txBody>
      </p:sp>
    </p:spTree>
    <p:extLst>
      <p:ext uri="{BB962C8B-B14F-4D97-AF65-F5344CB8AC3E}">
        <p14:creationId xmlns:p14="http://schemas.microsoft.com/office/powerpoint/2010/main" val="399830200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851" r:id="rId14"/>
    <p:sldLayoutId id="2147484231" r:id="rId15"/>
  </p:sldLayoutIdLst>
  <p:transition>
    <p:fade/>
  </p:transition>
  <p:hf sldNum="0"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ClrTx/>
        <a:buSzPct val="100000"/>
        <a:buFont typeface="Arial" panose="020B0604020202020204" pitchFamily="34" charset="0"/>
        <a:buChar char="​"/>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6" orient="horz" pos="1071">
          <p15:clr>
            <a:srgbClr val="F26B43"/>
          </p15:clr>
        </p15:guide>
        <p15:guide id="7" orient="horz" pos="245">
          <p15:clr>
            <a:srgbClr val="F26B43"/>
          </p15:clr>
        </p15:guide>
        <p15:guide id="8" orient="horz" pos="4081">
          <p15:clr>
            <a:srgbClr val="F26B43"/>
          </p15:clr>
        </p15:guide>
        <p15:guide id="10" pos="4986">
          <p15:clr>
            <a:srgbClr val="F26B43"/>
          </p15:clr>
        </p15:guide>
        <p15:guide id="12" pos="1382">
          <p15:clr>
            <a:srgbClr val="F26B43"/>
          </p15:clr>
        </p15:guide>
        <p15:guide id="13" pos="1496">
          <p15:clr>
            <a:srgbClr val="F26B43"/>
          </p15:clr>
        </p15:guide>
        <p15:guide id="14" pos="2581">
          <p15:clr>
            <a:srgbClr val="F26B43"/>
          </p15:clr>
        </p15:guide>
        <p15:guide id="15" pos="2695">
          <p15:clr>
            <a:srgbClr val="F26B43"/>
          </p15:clr>
        </p15:guide>
        <p15:guide id="16" pos="6185">
          <p15:clr>
            <a:srgbClr val="F26B43"/>
          </p15:clr>
        </p15:guide>
        <p15:guide id="17" pos="3783">
          <p15:clr>
            <a:srgbClr val="F26B43"/>
          </p15:clr>
        </p15:guide>
        <p15:guide id="18" pos="3896">
          <p15:clr>
            <a:srgbClr val="F26B43"/>
          </p15:clr>
        </p15:guide>
        <p15:guide id="19" pos="3840">
          <p15:clr>
            <a:srgbClr val="F26B43"/>
          </p15:clr>
        </p15:guide>
        <p15:guide id="20" pos="6299">
          <p15:clr>
            <a:srgbClr val="F26B43"/>
          </p15:clr>
        </p15:guide>
        <p15:guide id="21" orient="horz" pos="1049">
          <p15:clr>
            <a:srgbClr val="F26B43"/>
          </p15:clr>
        </p15:guide>
        <p15:guide id="22" orient="horz" pos="641">
          <p15:clr>
            <a:srgbClr val="F26B43"/>
          </p15:clr>
        </p15:guide>
        <p15:guide id="23" orient="horz" pos="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42.xml"/><Relationship Id="rId5" Type="http://schemas.openxmlformats.org/officeDocument/2006/relationships/image" Target="../media/image15.jpe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tags" Target="../tags/tag21.xml"/><Relationship Id="rId1" Type="http://schemas.openxmlformats.org/officeDocument/2006/relationships/vmlDrawing" Target="../drawings/vmlDrawing14.vml"/><Relationship Id="rId5" Type="http://schemas.openxmlformats.org/officeDocument/2006/relationships/image" Target="../media/image16.emf"/><Relationship Id="rId4" Type="http://schemas.openxmlformats.org/officeDocument/2006/relationships/oleObject" Target="../embeddings/oleObject14.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emf"/><Relationship Id="rId7"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44.xml"/><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18.emf"/></Relationships>
</file>

<file path=ppt/slides/_rels/slide5.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vmlDrawing" Target="../drawings/vmlDrawing15.vml"/><Relationship Id="rId6" Type="http://schemas.openxmlformats.org/officeDocument/2006/relationships/image" Target="../media/image23.emf"/><Relationship Id="rId5" Type="http://schemas.openxmlformats.org/officeDocument/2006/relationships/oleObject" Target="../embeddings/oleObject15.bin"/><Relationship Id="rId4" Type="http://schemas.openxmlformats.org/officeDocument/2006/relationships/slideLayout" Target="../slideLayouts/slideLayout2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24.xml"/><Relationship Id="rId1" Type="http://schemas.openxmlformats.org/officeDocument/2006/relationships/vmlDrawing" Target="../drawings/vmlDrawing16.vml"/><Relationship Id="rId6" Type="http://schemas.openxmlformats.org/officeDocument/2006/relationships/image" Target="../media/image16.emf"/><Relationship Id="rId5" Type="http://schemas.openxmlformats.org/officeDocument/2006/relationships/oleObject" Target="../embeddings/oleObject16.bin"/><Relationship Id="rId4"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9.xml"/><Relationship Id="rId7" Type="http://schemas.openxmlformats.org/officeDocument/2006/relationships/image" Target="../media/image24.png"/><Relationship Id="rId2" Type="http://schemas.openxmlformats.org/officeDocument/2006/relationships/tags" Target="../tags/tag25.xml"/><Relationship Id="rId1" Type="http://schemas.openxmlformats.org/officeDocument/2006/relationships/vmlDrawing" Target="../drawings/vmlDrawing17.vml"/><Relationship Id="rId6" Type="http://schemas.openxmlformats.org/officeDocument/2006/relationships/image" Target="../media/image16.emf"/><Relationship Id="rId5" Type="http://schemas.openxmlformats.org/officeDocument/2006/relationships/oleObject" Target="../embeddings/oleObject17.bin"/><Relationship Id="rId4"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3" Type="http://schemas.openxmlformats.org/officeDocument/2006/relationships/tags" Target="../tags/tag27.xml"/><Relationship Id="rId7" Type="http://schemas.openxmlformats.org/officeDocument/2006/relationships/image" Target="../media/image7.emf"/><Relationship Id="rId2" Type="http://schemas.openxmlformats.org/officeDocument/2006/relationships/tags" Target="../tags/tag26.xml"/><Relationship Id="rId1" Type="http://schemas.openxmlformats.org/officeDocument/2006/relationships/vmlDrawing" Target="../drawings/vmlDrawing18.vml"/><Relationship Id="rId6" Type="http://schemas.openxmlformats.org/officeDocument/2006/relationships/oleObject" Target="../embeddings/oleObject18.bin"/><Relationship Id="rId5" Type="http://schemas.openxmlformats.org/officeDocument/2006/relationships/notesSlide" Target="../notesSlides/notesSlide5.xml"/><Relationship Id="rId4" Type="http://schemas.openxmlformats.org/officeDocument/2006/relationships/slideLayout" Target="../slideLayouts/slideLayout13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tags" Target="../tags/tag29.xml"/><Relationship Id="rId7" Type="http://schemas.openxmlformats.org/officeDocument/2006/relationships/image" Target="../media/image25.emf"/><Relationship Id="rId12" Type="http://schemas.openxmlformats.org/officeDocument/2006/relationships/image" Target="../media/image30.png"/><Relationship Id="rId2" Type="http://schemas.openxmlformats.org/officeDocument/2006/relationships/tags" Target="../tags/tag28.xml"/><Relationship Id="rId1" Type="http://schemas.openxmlformats.org/officeDocument/2006/relationships/vmlDrawing" Target="../drawings/vmlDrawing19.vml"/><Relationship Id="rId6" Type="http://schemas.openxmlformats.org/officeDocument/2006/relationships/oleObject" Target="../embeddings/oleObject19.bin"/><Relationship Id="rId11" Type="http://schemas.openxmlformats.org/officeDocument/2006/relationships/image" Target="../media/image29.png"/><Relationship Id="rId5" Type="http://schemas.openxmlformats.org/officeDocument/2006/relationships/notesSlide" Target="../notesSlides/notesSlide6.xml"/><Relationship Id="rId10" Type="http://schemas.openxmlformats.org/officeDocument/2006/relationships/image" Target="../media/image28.png"/><Relationship Id="rId4" Type="http://schemas.openxmlformats.org/officeDocument/2006/relationships/slideLayout" Target="../slideLayouts/slideLayout107.xml"/><Relationship Id="rId9"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5.xml"/></Relationships>
</file>

<file path=ppt/slides/_rels/slide1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5.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135.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135.xml"/><Relationship Id="rId5" Type="http://schemas.microsoft.com/office/2007/relationships/hdphoto" Target="../media/hdphoto2.wdp"/><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tags" Target="../tags/tag31.xml"/><Relationship Id="rId7" Type="http://schemas.openxmlformats.org/officeDocument/2006/relationships/oleObject" Target="../embeddings/oleObject20.bin"/><Relationship Id="rId2" Type="http://schemas.openxmlformats.org/officeDocument/2006/relationships/tags" Target="../tags/tag30.xml"/><Relationship Id="rId1" Type="http://schemas.openxmlformats.org/officeDocument/2006/relationships/vmlDrawing" Target="../drawings/vmlDrawing20.vml"/><Relationship Id="rId6" Type="http://schemas.openxmlformats.org/officeDocument/2006/relationships/slideLayout" Target="../slideLayouts/slideLayout219.xml"/><Relationship Id="rId5" Type="http://schemas.openxmlformats.org/officeDocument/2006/relationships/tags" Target="../tags/tag33.xml"/><Relationship Id="rId4" Type="http://schemas.openxmlformats.org/officeDocument/2006/relationships/tags" Target="../tags/tag32.xml"/></Relationships>
</file>

<file path=ppt/slides/_rels/slide18.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jpeg"/><Relationship Id="rId3" Type="http://schemas.openxmlformats.org/officeDocument/2006/relationships/tags" Target="../tags/tag35.xml"/><Relationship Id="rId7" Type="http://schemas.openxmlformats.org/officeDocument/2006/relationships/image" Target="../media/image7.emf"/><Relationship Id="rId12" Type="http://schemas.openxmlformats.org/officeDocument/2006/relationships/image" Target="../media/image42.jpeg"/><Relationship Id="rId17" Type="http://schemas.openxmlformats.org/officeDocument/2006/relationships/image" Target="../media/image47.png"/><Relationship Id="rId2" Type="http://schemas.openxmlformats.org/officeDocument/2006/relationships/tags" Target="../tags/tag34.xml"/><Relationship Id="rId16" Type="http://schemas.openxmlformats.org/officeDocument/2006/relationships/image" Target="../media/image46.jpeg"/><Relationship Id="rId1" Type="http://schemas.openxmlformats.org/officeDocument/2006/relationships/vmlDrawing" Target="../drawings/vmlDrawing21.vml"/><Relationship Id="rId6" Type="http://schemas.openxmlformats.org/officeDocument/2006/relationships/oleObject" Target="../embeddings/oleObject21.bin"/><Relationship Id="rId11" Type="http://schemas.openxmlformats.org/officeDocument/2006/relationships/image" Target="../media/image41.png"/><Relationship Id="rId5" Type="http://schemas.openxmlformats.org/officeDocument/2006/relationships/notesSlide" Target="../notesSlides/notesSlide8.xml"/><Relationship Id="rId15" Type="http://schemas.openxmlformats.org/officeDocument/2006/relationships/image" Target="../media/image45.jpeg"/><Relationship Id="rId10" Type="http://schemas.openxmlformats.org/officeDocument/2006/relationships/image" Target="../media/image40.png"/><Relationship Id="rId19" Type="http://schemas.openxmlformats.org/officeDocument/2006/relationships/image" Target="../media/image49.jpeg"/><Relationship Id="rId4" Type="http://schemas.openxmlformats.org/officeDocument/2006/relationships/slideLayout" Target="../slideLayouts/slideLayout220.xml"/><Relationship Id="rId9" Type="http://schemas.openxmlformats.org/officeDocument/2006/relationships/image" Target="../media/image39.jpeg"/><Relationship Id="rId14" Type="http://schemas.openxmlformats.org/officeDocument/2006/relationships/image" Target="../media/image44.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09.xml"/><Relationship Id="rId2" Type="http://schemas.openxmlformats.org/officeDocument/2006/relationships/tags" Target="../tags/tag36.xml"/><Relationship Id="rId1" Type="http://schemas.openxmlformats.org/officeDocument/2006/relationships/vmlDrawing" Target="../drawings/vmlDrawing22.vml"/><Relationship Id="rId6" Type="http://schemas.openxmlformats.org/officeDocument/2006/relationships/image" Target="../media/image16.emf"/><Relationship Id="rId5" Type="http://schemas.openxmlformats.org/officeDocument/2006/relationships/oleObject" Target="../embeddings/oleObject22.bin"/><Relationship Id="rId4"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2" Type="http://schemas.openxmlformats.org/officeDocument/2006/relationships/hyperlink" Target="http://www.deloitte.com/about" TargetMode="External"/><Relationship Id="rId1" Type="http://schemas.openxmlformats.org/officeDocument/2006/relationships/slideLayout" Target="../slideLayouts/slideLayout4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10.xml"/><Relationship Id="rId1" Type="http://schemas.openxmlformats.org/officeDocument/2006/relationships/slideLayout" Target="../slideLayouts/slideLayout77.xml"/><Relationship Id="rId5" Type="http://schemas.openxmlformats.org/officeDocument/2006/relationships/image" Target="../media/image52.png"/><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A city skyline with lights&#10;&#10;Description automatically generated">
            <a:extLst>
              <a:ext uri="{FF2B5EF4-FFF2-40B4-BE49-F238E27FC236}">
                <a16:creationId xmlns:a16="http://schemas.microsoft.com/office/drawing/2014/main" id="{75772126-B1D4-8C70-7195-F88EFAFB092B}"/>
              </a:ext>
            </a:extLst>
          </p:cNvPr>
          <p:cNvPicPr>
            <a:picLocks noChangeAspect="1"/>
          </p:cNvPicPr>
          <p:nvPr/>
        </p:nvPicPr>
        <p:blipFill>
          <a:blip r:embed="rId3"/>
          <a:stretch>
            <a:fillRect/>
          </a:stretch>
        </p:blipFill>
        <p:spPr>
          <a:xfrm>
            <a:off x="471487" y="949125"/>
            <a:ext cx="11249025" cy="4829838"/>
          </a:xfrm>
          <a:prstGeom prst="rect">
            <a:avLst/>
          </a:prstGeom>
          <a:ln>
            <a:noFill/>
          </a:ln>
          <a:effectLst>
            <a:softEdge rad="635000"/>
          </a:effectLst>
        </p:spPr>
      </p:pic>
      <p:sp>
        <p:nvSpPr>
          <p:cNvPr id="5" name="Text Placeholder 4">
            <a:extLst>
              <a:ext uri="{FF2B5EF4-FFF2-40B4-BE49-F238E27FC236}">
                <a16:creationId xmlns:a16="http://schemas.microsoft.com/office/drawing/2014/main" id="{2CE07E8C-2E1D-4468-8226-5B3FE27029F4}"/>
              </a:ext>
            </a:extLst>
          </p:cNvPr>
          <p:cNvSpPr>
            <a:spLocks noGrp="1"/>
          </p:cNvSpPr>
          <p:nvPr>
            <p:ph type="body" sz="quarter" idx="4294967295"/>
          </p:nvPr>
        </p:nvSpPr>
        <p:spPr>
          <a:xfrm>
            <a:off x="1525827" y="6381750"/>
            <a:ext cx="3612594" cy="273050"/>
          </a:xfrm>
        </p:spPr>
        <p:txBody>
          <a:bodyPr/>
          <a:lstStyle/>
          <a:p>
            <a:r>
              <a:rPr lang="en-US"/>
              <a:t>Subtitle, date or author second line</a:t>
            </a:r>
          </a:p>
        </p:txBody>
      </p:sp>
      <p:sp>
        <p:nvSpPr>
          <p:cNvPr id="2" name="Title 1">
            <a:extLst>
              <a:ext uri="{FF2B5EF4-FFF2-40B4-BE49-F238E27FC236}">
                <a16:creationId xmlns:a16="http://schemas.microsoft.com/office/drawing/2014/main" id="{2BDB3738-947A-474A-B66F-B221CD9AB9AE}"/>
              </a:ext>
            </a:extLst>
          </p:cNvPr>
          <p:cNvSpPr>
            <a:spLocks noGrp="1"/>
          </p:cNvSpPr>
          <p:nvPr>
            <p:ph type="ctrTitle"/>
          </p:nvPr>
        </p:nvSpPr>
        <p:spPr>
          <a:xfrm>
            <a:off x="599851" y="5764947"/>
            <a:ext cx="8868239" cy="895983"/>
          </a:xfrm>
        </p:spPr>
        <p:txBody>
          <a:bodyPr/>
          <a:lstStyle/>
          <a:p>
            <a:pPr>
              <a:lnSpc>
                <a:spcPct val="114000"/>
              </a:lnSpc>
              <a:spcAft>
                <a:spcPts val="600"/>
              </a:spcAft>
            </a:pPr>
            <a:r>
              <a:rPr lang="en-US" sz="1800" b="1">
                <a:solidFill>
                  <a:schemeClr val="bg1"/>
                </a:solidFill>
                <a:latin typeface="+mj-lt"/>
              </a:rPr>
              <a:t>Consultancy Services for assisting and supporting in Project Management to WBSEDCL for Smart Metering Implementation works under “Revamped Reforms-Linked Results-Based Distribution Sector Scheme”</a:t>
            </a:r>
            <a:br>
              <a:rPr lang="en-US" sz="2000" b="1">
                <a:solidFill>
                  <a:schemeClr val="bg1"/>
                </a:solidFill>
              </a:rPr>
            </a:br>
            <a:br>
              <a:rPr lang="en-US" sz="2000" b="1">
                <a:solidFill>
                  <a:schemeClr val="bg1"/>
                </a:solidFill>
              </a:rPr>
            </a:br>
            <a:r>
              <a:rPr lang="en-US" sz="1800" b="1">
                <a:solidFill>
                  <a:schemeClr val="accent4">
                    <a:lumMod val="40000"/>
                    <a:lumOff val="60000"/>
                  </a:schemeClr>
                </a:solidFill>
                <a:latin typeface="+mj-lt"/>
              </a:rPr>
              <a:t>Kick Off Meeting</a:t>
            </a:r>
            <a:br>
              <a:rPr lang="en-US" sz="2000">
                <a:solidFill>
                  <a:schemeClr val="bg1"/>
                </a:solidFill>
              </a:rPr>
            </a:br>
            <a:br>
              <a:rPr lang="en-US" sz="2000">
                <a:solidFill>
                  <a:schemeClr val="bg1"/>
                </a:solidFill>
              </a:rPr>
            </a:br>
            <a:r>
              <a:rPr lang="nn-NO" sz="1600" b="0">
                <a:solidFill>
                  <a:srgbClr val="BFD300"/>
                </a:solidFill>
                <a:latin typeface="+mj-lt"/>
              </a:rPr>
              <a:t>E-Tender No. CE/Comm/Tender/RDSS/Smart Meter/PMA/1397    DTD. 04.04.2023</a:t>
            </a:r>
            <a:br>
              <a:rPr lang="nn-NO" sz="1600" b="0">
                <a:solidFill>
                  <a:srgbClr val="BFD300"/>
                </a:solidFill>
                <a:latin typeface="+mj-lt"/>
              </a:rPr>
            </a:br>
            <a:r>
              <a:rPr lang="nn-NO" sz="1600" b="0">
                <a:solidFill>
                  <a:srgbClr val="86BC25"/>
                </a:solidFill>
                <a:latin typeface="+mj-lt"/>
              </a:rPr>
              <a:t>August’2023</a:t>
            </a:r>
            <a:endParaRPr lang="en-US" sz="1600">
              <a:solidFill>
                <a:schemeClr val="bg1"/>
              </a:solidFill>
              <a:latin typeface="+mj-lt"/>
            </a:endParaRPr>
          </a:p>
        </p:txBody>
      </p:sp>
      <p:pic>
        <p:nvPicPr>
          <p:cNvPr id="4" name="Picture 3" descr="Deloitte Heritage Seal - MAKING AN IMPACT THAT MATTERS SINCE 1845">
            <a:extLst>
              <a:ext uri="{FF2B5EF4-FFF2-40B4-BE49-F238E27FC236}">
                <a16:creationId xmlns:a16="http://schemas.microsoft.com/office/drawing/2014/main" id="{55D80B4E-3D3C-C0B6-07B2-1214ACCD7A6E}"/>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9573768" y="5559552"/>
            <a:ext cx="1271016" cy="1271016"/>
          </a:xfrm>
          <a:prstGeom prst="rect">
            <a:avLst/>
          </a:prstGeom>
        </p:spPr>
      </p:pic>
      <p:pic>
        <p:nvPicPr>
          <p:cNvPr id="17" name="Picture 2" descr="Bidhannagar-III Customer Care Centre">
            <a:extLst>
              <a:ext uri="{FF2B5EF4-FFF2-40B4-BE49-F238E27FC236}">
                <a16:creationId xmlns:a16="http://schemas.microsoft.com/office/drawing/2014/main" id="{26CC053A-11B0-0EDB-3304-B60AC326F4C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8764" t="5093" r="20037" b="10174"/>
          <a:stretch/>
        </p:blipFill>
        <p:spPr bwMode="auto">
          <a:xfrm>
            <a:off x="10844784" y="254943"/>
            <a:ext cx="765325" cy="8240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651161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5521"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0" y="302286"/>
            <a:ext cx="11188700" cy="368299"/>
          </a:xfrm>
        </p:spPr>
        <p:txBody>
          <a:bodyPr vert="horz"/>
          <a:lstStyle/>
          <a:p>
            <a:pPr algn="just"/>
            <a:r>
              <a:rPr lang="en-US" b="1" i="0">
                <a:solidFill>
                  <a:schemeClr val="tx1"/>
                </a:solidFill>
              </a:rPr>
              <a:t>Contents</a:t>
            </a:r>
            <a:endParaRPr lang="en-US" b="1" i="0">
              <a:solidFill>
                <a:schemeClr val="tx1"/>
              </a:solidFill>
              <a:highlight>
                <a:srgbClr val="FFFF00"/>
              </a:highlight>
            </a:endParaRPr>
          </a:p>
        </p:txBody>
      </p:sp>
      <p:sp>
        <p:nvSpPr>
          <p:cNvPr id="25" name="Oval 24">
            <a:extLst>
              <a:ext uri="{FF2B5EF4-FFF2-40B4-BE49-F238E27FC236}">
                <a16:creationId xmlns:a16="http://schemas.microsoft.com/office/drawing/2014/main" id="{A9FBFFD1-1922-4B81-AF78-AB9D908A727D}"/>
              </a:ext>
            </a:extLst>
          </p:cNvPr>
          <p:cNvSpPr/>
          <p:nvPr/>
        </p:nvSpPr>
        <p:spPr bwMode="gray">
          <a:xfrm>
            <a:off x="501650" y="1368594"/>
            <a:ext cx="334099" cy="334099"/>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2000" b="1" i="0" u="none" strike="noStrike" kern="0" cap="none" spc="0" normalizeH="0" baseline="0" noProof="0">
                <a:ln>
                  <a:noFill/>
                </a:ln>
                <a:solidFill>
                  <a:prstClr val="white"/>
                </a:solidFill>
                <a:effectLst/>
                <a:uLnTx/>
                <a:uFillTx/>
                <a:latin typeface="Calibri"/>
              </a:rPr>
              <a:t>1</a:t>
            </a:r>
            <a:endParaRPr kumimoji="0" lang="en-IN" sz="2000" b="1" i="0" u="none" strike="noStrike" kern="0" cap="none" spc="0" normalizeH="0" baseline="0" noProof="0">
              <a:ln>
                <a:noFill/>
              </a:ln>
              <a:solidFill>
                <a:prstClr val="white"/>
              </a:solidFill>
              <a:effectLst/>
              <a:uLnTx/>
              <a:uFillTx/>
              <a:latin typeface="Calibri"/>
            </a:endParaRPr>
          </a:p>
        </p:txBody>
      </p:sp>
      <p:sp>
        <p:nvSpPr>
          <p:cNvPr id="26" name="TextBox 25">
            <a:extLst>
              <a:ext uri="{FF2B5EF4-FFF2-40B4-BE49-F238E27FC236}">
                <a16:creationId xmlns:a16="http://schemas.microsoft.com/office/drawing/2014/main" id="{5BA4FCD5-4905-46D3-A784-8731C575D565}"/>
              </a:ext>
            </a:extLst>
          </p:cNvPr>
          <p:cNvSpPr txBox="1"/>
          <p:nvPr/>
        </p:nvSpPr>
        <p:spPr>
          <a:xfrm>
            <a:off x="1127760" y="1393333"/>
            <a:ext cx="8255726" cy="369332"/>
          </a:xfrm>
          <a:prstGeom prst="rect">
            <a:avLst/>
          </a:prstGeom>
          <a:noFill/>
        </p:spPr>
        <p:txBody>
          <a:bodyPr wrap="square" lIns="0" tIns="0" rIns="0" bIns="0" rtlCol="0">
            <a:spAutoFit/>
          </a:bodyPr>
          <a:lstStyle/>
          <a:p>
            <a:pPr defTabSz="914400">
              <a:spcBef>
                <a:spcPts val="600"/>
              </a:spcBef>
              <a:buSzPct val="100000"/>
            </a:pPr>
            <a:r>
              <a:rPr lang="en-US" sz="2400" b="1">
                <a:solidFill>
                  <a:srgbClr val="313131"/>
                </a:solidFill>
                <a:latin typeface="Calibri"/>
              </a:rPr>
              <a:t>About Deloitte</a:t>
            </a:r>
          </a:p>
        </p:txBody>
      </p:sp>
      <p:sp>
        <p:nvSpPr>
          <p:cNvPr id="27" name="Oval 26">
            <a:extLst>
              <a:ext uri="{FF2B5EF4-FFF2-40B4-BE49-F238E27FC236}">
                <a16:creationId xmlns:a16="http://schemas.microsoft.com/office/drawing/2014/main" id="{1B0C322B-64AC-42FE-A1C4-61FF5DFDAECA}"/>
              </a:ext>
            </a:extLst>
          </p:cNvPr>
          <p:cNvSpPr/>
          <p:nvPr/>
        </p:nvSpPr>
        <p:spPr bwMode="gray">
          <a:xfrm>
            <a:off x="501650" y="2484218"/>
            <a:ext cx="334099" cy="334099"/>
          </a:xfrm>
          <a:prstGeom prst="ellipse">
            <a:avLst/>
          </a:prstGeom>
          <a:solidFill>
            <a:srgbClr val="43B02A"/>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2000" b="1" i="0" u="none" strike="noStrike" kern="0" cap="none" spc="0" normalizeH="0" baseline="0" noProof="0">
                <a:ln>
                  <a:noFill/>
                </a:ln>
                <a:solidFill>
                  <a:prstClr val="white"/>
                </a:solidFill>
                <a:effectLst/>
                <a:uLnTx/>
                <a:uFillTx/>
                <a:latin typeface="Calibri"/>
              </a:rPr>
              <a:t>3</a:t>
            </a:r>
            <a:endParaRPr kumimoji="0" lang="en-IN" sz="2000" b="1" i="0" u="none" strike="noStrike" kern="0" cap="none" spc="0" normalizeH="0" baseline="0" noProof="0">
              <a:ln>
                <a:noFill/>
              </a:ln>
              <a:solidFill>
                <a:prstClr val="white"/>
              </a:solidFill>
              <a:effectLst/>
              <a:uLnTx/>
              <a:uFillTx/>
              <a:latin typeface="Calibri"/>
            </a:endParaRPr>
          </a:p>
        </p:txBody>
      </p:sp>
      <p:sp>
        <p:nvSpPr>
          <p:cNvPr id="28" name="Rectangle 27">
            <a:extLst>
              <a:ext uri="{FF2B5EF4-FFF2-40B4-BE49-F238E27FC236}">
                <a16:creationId xmlns:a16="http://schemas.microsoft.com/office/drawing/2014/main" id="{A44F4B57-6219-4542-8BF2-D297602A3CF1}"/>
              </a:ext>
            </a:extLst>
          </p:cNvPr>
          <p:cNvSpPr/>
          <p:nvPr/>
        </p:nvSpPr>
        <p:spPr bwMode="gray">
          <a:xfrm>
            <a:off x="933450" y="2448351"/>
            <a:ext cx="83820" cy="400751"/>
          </a:xfrm>
          <a:prstGeom prst="rect">
            <a:avLst/>
          </a:prstGeom>
          <a:solidFill>
            <a:srgbClr val="009A44"/>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2000" b="1" i="0" u="none" strike="noStrike" kern="0" cap="none" spc="0" normalizeH="0" baseline="0" noProof="0">
              <a:ln>
                <a:noFill/>
              </a:ln>
              <a:solidFill>
                <a:prstClr val="white"/>
              </a:solidFill>
              <a:effectLst/>
              <a:uLnTx/>
              <a:uFillTx/>
              <a:latin typeface="Calibri"/>
            </a:endParaRPr>
          </a:p>
        </p:txBody>
      </p:sp>
      <p:sp>
        <p:nvSpPr>
          <p:cNvPr id="29" name="TextBox 28">
            <a:extLst>
              <a:ext uri="{FF2B5EF4-FFF2-40B4-BE49-F238E27FC236}">
                <a16:creationId xmlns:a16="http://schemas.microsoft.com/office/drawing/2014/main" id="{CC652346-BBC4-49DD-A7C8-BBCF7F7DA393}"/>
              </a:ext>
            </a:extLst>
          </p:cNvPr>
          <p:cNvSpPr txBox="1"/>
          <p:nvPr/>
        </p:nvSpPr>
        <p:spPr>
          <a:xfrm>
            <a:off x="1127760" y="2497685"/>
            <a:ext cx="8254800" cy="369332"/>
          </a:xfrm>
          <a:prstGeom prst="rect">
            <a:avLst/>
          </a:prstGeom>
          <a:noFill/>
        </p:spPr>
        <p:txBody>
          <a:bodyPr wrap="square" lIns="0" tIns="0" rIns="0" bIns="0" rtlCol="0">
            <a:spAutoFit/>
          </a:bodyPr>
          <a:lstStyle/>
          <a:p>
            <a:pPr defTabSz="914400">
              <a:spcBef>
                <a:spcPts val="600"/>
              </a:spcBef>
              <a:buSzPct val="100000"/>
            </a:pPr>
            <a:r>
              <a:rPr lang="en-US" sz="2400" b="1">
                <a:solidFill>
                  <a:srgbClr val="313131"/>
                </a:solidFill>
                <a:latin typeface="Calibri"/>
              </a:rPr>
              <a:t>PMC Tool</a:t>
            </a:r>
          </a:p>
        </p:txBody>
      </p:sp>
      <p:sp>
        <p:nvSpPr>
          <p:cNvPr id="31" name="Rectangle 30">
            <a:extLst>
              <a:ext uri="{FF2B5EF4-FFF2-40B4-BE49-F238E27FC236}">
                <a16:creationId xmlns:a16="http://schemas.microsoft.com/office/drawing/2014/main" id="{F15C2EF2-1C62-40E8-ABE5-264100F36F3B}"/>
              </a:ext>
            </a:extLst>
          </p:cNvPr>
          <p:cNvSpPr/>
          <p:nvPr/>
        </p:nvSpPr>
        <p:spPr bwMode="gray">
          <a:xfrm>
            <a:off x="933450" y="1331457"/>
            <a:ext cx="83820" cy="400751"/>
          </a:xfrm>
          <a:prstGeom prst="rect">
            <a:avLst/>
          </a:prstGeom>
          <a:solidFill>
            <a:srgbClr val="86BC25">
              <a:lumMod val="40000"/>
              <a:lumOff val="6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2000" b="1" i="0" u="none" strike="noStrike" kern="0" cap="none" spc="0" normalizeH="0" baseline="0" noProof="0">
              <a:ln>
                <a:noFill/>
              </a:ln>
              <a:solidFill>
                <a:prstClr val="white"/>
              </a:solidFill>
              <a:effectLst/>
              <a:uLnTx/>
              <a:uFillTx/>
              <a:latin typeface="Calibri"/>
            </a:endParaRPr>
          </a:p>
        </p:txBody>
      </p:sp>
      <p:sp>
        <p:nvSpPr>
          <p:cNvPr id="44" name="Oval 43">
            <a:extLst>
              <a:ext uri="{FF2B5EF4-FFF2-40B4-BE49-F238E27FC236}">
                <a16:creationId xmlns:a16="http://schemas.microsoft.com/office/drawing/2014/main" id="{9738B50D-611A-40E6-BCC0-26F1444AFEB6}"/>
              </a:ext>
            </a:extLst>
          </p:cNvPr>
          <p:cNvSpPr/>
          <p:nvPr/>
        </p:nvSpPr>
        <p:spPr bwMode="gray">
          <a:xfrm>
            <a:off x="501650" y="1926688"/>
            <a:ext cx="334099" cy="334099"/>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2000" b="1" i="0" u="none" strike="noStrike" kern="0" cap="none" spc="0" normalizeH="0" baseline="0" noProof="0">
                <a:ln>
                  <a:noFill/>
                </a:ln>
                <a:solidFill>
                  <a:prstClr val="white"/>
                </a:solidFill>
                <a:effectLst/>
                <a:uLnTx/>
                <a:uFillTx/>
                <a:latin typeface="Calibri"/>
              </a:rPr>
              <a:t>2</a:t>
            </a:r>
            <a:endParaRPr kumimoji="0" lang="en-IN" sz="2000" b="1" i="0" u="none" strike="noStrike" kern="0" cap="none" spc="0" normalizeH="0" baseline="0" noProof="0">
              <a:ln>
                <a:noFill/>
              </a:ln>
              <a:solidFill>
                <a:prstClr val="white"/>
              </a:solidFill>
              <a:effectLst/>
              <a:uLnTx/>
              <a:uFillTx/>
              <a:latin typeface="Calibri"/>
            </a:endParaRPr>
          </a:p>
        </p:txBody>
      </p:sp>
      <p:sp>
        <p:nvSpPr>
          <p:cNvPr id="46" name="Rectangle 45">
            <a:extLst>
              <a:ext uri="{FF2B5EF4-FFF2-40B4-BE49-F238E27FC236}">
                <a16:creationId xmlns:a16="http://schemas.microsoft.com/office/drawing/2014/main" id="{E0DA58F7-26E9-40F5-826A-243D5A63D21E}"/>
              </a:ext>
            </a:extLst>
          </p:cNvPr>
          <p:cNvSpPr/>
          <p:nvPr/>
        </p:nvSpPr>
        <p:spPr bwMode="gray">
          <a:xfrm>
            <a:off x="933450" y="1889551"/>
            <a:ext cx="83820" cy="400751"/>
          </a:xfrm>
          <a:prstGeom prst="rect">
            <a:avLst/>
          </a:prstGeom>
          <a:solidFill>
            <a:srgbClr val="86BC25">
              <a:lumMod val="40000"/>
              <a:lumOff val="6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2000" b="1" i="0" u="none" strike="noStrike" kern="0" cap="none" spc="0" normalizeH="0" baseline="0" noProof="0">
              <a:ln>
                <a:noFill/>
              </a:ln>
              <a:solidFill>
                <a:prstClr val="white"/>
              </a:solidFill>
              <a:effectLst/>
              <a:uLnTx/>
              <a:uFillTx/>
              <a:latin typeface="Calibri"/>
            </a:endParaRPr>
          </a:p>
        </p:txBody>
      </p:sp>
      <p:sp>
        <p:nvSpPr>
          <p:cNvPr id="30" name="TextBox 29">
            <a:extLst>
              <a:ext uri="{FF2B5EF4-FFF2-40B4-BE49-F238E27FC236}">
                <a16:creationId xmlns:a16="http://schemas.microsoft.com/office/drawing/2014/main" id="{BAEDD00A-B953-4595-B8CB-05917E029F6A}"/>
              </a:ext>
            </a:extLst>
          </p:cNvPr>
          <p:cNvSpPr txBox="1"/>
          <p:nvPr/>
        </p:nvSpPr>
        <p:spPr>
          <a:xfrm>
            <a:off x="1127760" y="1945509"/>
            <a:ext cx="8254800" cy="369332"/>
          </a:xfrm>
          <a:prstGeom prst="rect">
            <a:avLst/>
          </a:prstGeom>
          <a:noFill/>
        </p:spPr>
        <p:txBody>
          <a:bodyPr wrap="square" lIns="0" tIns="0" rIns="0" bIns="0" rtlCol="0">
            <a:spAutoFit/>
          </a:bodyPr>
          <a:lstStyle/>
          <a:p>
            <a:pPr defTabSz="914400">
              <a:spcBef>
                <a:spcPts val="600"/>
              </a:spcBef>
              <a:buSzPct val="100000"/>
            </a:pPr>
            <a:r>
              <a:rPr lang="en-US" sz="2400" b="1">
                <a:solidFill>
                  <a:srgbClr val="313131"/>
                </a:solidFill>
                <a:latin typeface="Calibri"/>
              </a:rPr>
              <a:t>Deloitte’s Approach for Engagement</a:t>
            </a:r>
          </a:p>
        </p:txBody>
      </p:sp>
      <p:sp>
        <p:nvSpPr>
          <p:cNvPr id="2" name="Oval 1">
            <a:extLst>
              <a:ext uri="{FF2B5EF4-FFF2-40B4-BE49-F238E27FC236}">
                <a16:creationId xmlns:a16="http://schemas.microsoft.com/office/drawing/2014/main" id="{BF7A7D77-E89F-3EFF-2967-F7D5433C9400}"/>
              </a:ext>
            </a:extLst>
          </p:cNvPr>
          <p:cNvSpPr/>
          <p:nvPr/>
        </p:nvSpPr>
        <p:spPr bwMode="gray">
          <a:xfrm>
            <a:off x="501650" y="3045580"/>
            <a:ext cx="334099" cy="334099"/>
          </a:xfrm>
          <a:prstGeom prst="ellipse">
            <a:avLst/>
          </a:prstGeom>
          <a:solidFill>
            <a:srgbClr val="046A38"/>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lang="en-US" sz="2000" b="1" kern="0">
                <a:solidFill>
                  <a:prstClr val="white"/>
                </a:solidFill>
                <a:latin typeface="Calibri"/>
              </a:rPr>
              <a:t>4</a:t>
            </a:r>
            <a:endParaRPr kumimoji="0" lang="en-IN" sz="2000" b="1" i="0" u="none" strike="noStrike" kern="0" cap="none" spc="0" normalizeH="0" baseline="0" noProof="0">
              <a:ln>
                <a:noFill/>
              </a:ln>
              <a:solidFill>
                <a:prstClr val="white"/>
              </a:solidFill>
              <a:effectLst/>
              <a:uLnTx/>
              <a:uFillTx/>
              <a:latin typeface="Calibri"/>
            </a:endParaRPr>
          </a:p>
        </p:txBody>
      </p:sp>
      <p:sp>
        <p:nvSpPr>
          <p:cNvPr id="3" name="Rectangle 2">
            <a:extLst>
              <a:ext uri="{FF2B5EF4-FFF2-40B4-BE49-F238E27FC236}">
                <a16:creationId xmlns:a16="http://schemas.microsoft.com/office/drawing/2014/main" id="{E597574E-5A9F-A15C-17F3-ACC3D2297AAF}"/>
              </a:ext>
            </a:extLst>
          </p:cNvPr>
          <p:cNvSpPr/>
          <p:nvPr/>
        </p:nvSpPr>
        <p:spPr bwMode="gray">
          <a:xfrm>
            <a:off x="933450" y="3009713"/>
            <a:ext cx="83820" cy="400751"/>
          </a:xfrm>
          <a:prstGeom prst="rect">
            <a:avLst/>
          </a:prstGeom>
          <a:solidFill>
            <a:srgbClr val="046A38"/>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2000" b="1" i="0" u="none" strike="noStrike" kern="0" cap="none" spc="0" normalizeH="0" baseline="0" noProof="0">
              <a:ln>
                <a:noFill/>
              </a:ln>
              <a:solidFill>
                <a:prstClr val="white"/>
              </a:solidFill>
              <a:effectLst/>
              <a:uLnTx/>
              <a:uFillTx/>
              <a:latin typeface="Calibri"/>
            </a:endParaRPr>
          </a:p>
        </p:txBody>
      </p:sp>
      <p:sp>
        <p:nvSpPr>
          <p:cNvPr id="4" name="TextBox 3">
            <a:extLst>
              <a:ext uri="{FF2B5EF4-FFF2-40B4-BE49-F238E27FC236}">
                <a16:creationId xmlns:a16="http://schemas.microsoft.com/office/drawing/2014/main" id="{D6F8CFC4-D265-BF2D-967D-73E28358A416}"/>
              </a:ext>
            </a:extLst>
          </p:cNvPr>
          <p:cNvSpPr txBox="1"/>
          <p:nvPr/>
        </p:nvSpPr>
        <p:spPr>
          <a:xfrm>
            <a:off x="1114971" y="3023869"/>
            <a:ext cx="8254800" cy="369332"/>
          </a:xfrm>
          <a:prstGeom prst="rect">
            <a:avLst/>
          </a:prstGeom>
          <a:noFill/>
        </p:spPr>
        <p:txBody>
          <a:bodyPr wrap="square" lIns="0" tIns="0" rIns="0" bIns="0" rtlCol="0">
            <a:spAutoFit/>
          </a:bodyPr>
          <a:lstStyle/>
          <a:p>
            <a:pPr defTabSz="914400">
              <a:spcBef>
                <a:spcPts val="600"/>
              </a:spcBef>
              <a:buSzPct val="100000"/>
            </a:pPr>
            <a:r>
              <a:rPr lang="en-US" sz="2400" b="1">
                <a:solidFill>
                  <a:srgbClr val="313131"/>
                </a:solidFill>
                <a:latin typeface="Calibri"/>
              </a:rPr>
              <a:t>Project Plan &amp; Governance Structure</a:t>
            </a:r>
          </a:p>
        </p:txBody>
      </p:sp>
    </p:spTree>
    <p:extLst>
      <p:ext uri="{BB962C8B-B14F-4D97-AF65-F5344CB8AC3E}">
        <p14:creationId xmlns:p14="http://schemas.microsoft.com/office/powerpoint/2010/main" val="247393984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DB63B2-238D-4B76-AAF8-404000511533}"/>
              </a:ext>
            </a:extLst>
          </p:cNvPr>
          <p:cNvSpPr>
            <a:spLocks noGrp="1"/>
          </p:cNvSpPr>
          <p:nvPr>
            <p:ph type="body" idx="1"/>
          </p:nvPr>
        </p:nvSpPr>
        <p:spPr>
          <a:xfrm>
            <a:off x="-42581" y="2645735"/>
            <a:ext cx="6200214" cy="1566532"/>
          </a:xfrm>
        </p:spPr>
        <p:txBody>
          <a:bodyPr anchor="ctr">
            <a:normAutofit/>
          </a:bodyPr>
          <a:lstStyle/>
          <a:p>
            <a:pPr>
              <a:spcAft>
                <a:spcPts val="600"/>
              </a:spcAft>
            </a:pPr>
            <a:r>
              <a:rPr lang="en-US"/>
              <a:t>About Deloitte</a:t>
            </a:r>
          </a:p>
        </p:txBody>
      </p:sp>
    </p:spTree>
    <p:extLst>
      <p:ext uri="{BB962C8B-B14F-4D97-AF65-F5344CB8AC3E}">
        <p14:creationId xmlns:p14="http://schemas.microsoft.com/office/powerpoint/2010/main" val="229782336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5"/>
          <p:cNvSpPr>
            <a:spLocks noGrp="1"/>
          </p:cNvSpPr>
          <p:nvPr>
            <p:ph type="body" sz="quarter" idx="13"/>
          </p:nvPr>
        </p:nvSpPr>
        <p:spPr>
          <a:xfrm>
            <a:off x="500869" y="1084342"/>
            <a:ext cx="10992709" cy="473519"/>
          </a:xfrm>
        </p:spPr>
        <p:txBody>
          <a:bodyPr/>
          <a:lstStyle/>
          <a:p>
            <a:r>
              <a:rPr lang="en-US" sz="1451"/>
              <a:t>Deloitte is the world's largest professional services firms; our consulting practice has been rated #1 globally by multiple analysts</a:t>
            </a:r>
          </a:p>
        </p:txBody>
      </p:sp>
      <p:pic>
        <p:nvPicPr>
          <p:cNvPr id="10" name="Picture 9"/>
          <p:cNvPicPr>
            <a:picLocks noChangeAspect="1"/>
          </p:cNvPicPr>
          <p:nvPr/>
        </p:nvPicPr>
        <p:blipFill>
          <a:blip r:embed="rId3"/>
          <a:stretch>
            <a:fillRect/>
          </a:stretch>
        </p:blipFill>
        <p:spPr>
          <a:xfrm>
            <a:off x="2512360" y="1518157"/>
            <a:ext cx="1377284" cy="657522"/>
          </a:xfrm>
          <a:prstGeom prst="rect">
            <a:avLst/>
          </a:prstGeom>
        </p:spPr>
      </p:pic>
      <p:pic>
        <p:nvPicPr>
          <p:cNvPr id="12" name="Picture 11"/>
          <p:cNvPicPr>
            <a:picLocks noChangeAspect="1"/>
          </p:cNvPicPr>
          <p:nvPr/>
        </p:nvPicPr>
        <p:blipFill>
          <a:blip r:embed="rId4"/>
          <a:stretch>
            <a:fillRect/>
          </a:stretch>
        </p:blipFill>
        <p:spPr>
          <a:xfrm>
            <a:off x="6512461" y="1518157"/>
            <a:ext cx="936398" cy="657522"/>
          </a:xfrm>
          <a:prstGeom prst="rect">
            <a:avLst/>
          </a:prstGeom>
        </p:spPr>
      </p:pic>
      <p:sp>
        <p:nvSpPr>
          <p:cNvPr id="14" name="TextBox 13"/>
          <p:cNvSpPr txBox="1"/>
          <p:nvPr/>
        </p:nvSpPr>
        <p:spPr>
          <a:xfrm>
            <a:off x="3889644" y="1671659"/>
            <a:ext cx="1972976" cy="402674"/>
          </a:xfrm>
          <a:prstGeom prst="rect">
            <a:avLst/>
          </a:prstGeom>
          <a:noFill/>
        </p:spPr>
        <p:txBody>
          <a:bodyPr wrap="none" lIns="0" tIns="0" rIns="0" bIns="0" rtlCol="0" anchor="t">
            <a:spAutoFit/>
          </a:bodyPr>
          <a:lstStyle/>
          <a:p>
            <a:pPr marL="109220" indent="-109220">
              <a:spcBef>
                <a:spcPts val="544"/>
              </a:spcBef>
              <a:buSzPct val="100000"/>
              <a:buFont typeface="Arial" panose="020B0604020202020204" pitchFamily="34" charset="0"/>
              <a:buChar char="•"/>
            </a:pPr>
            <a:r>
              <a:rPr lang="en-US" sz="1100">
                <a:solidFill>
                  <a:srgbClr val="313131"/>
                </a:solidFill>
              </a:rPr>
              <a:t>4,15,000+ professionals</a:t>
            </a:r>
            <a:endParaRPr lang="en-US" sz="1100"/>
          </a:p>
          <a:p>
            <a:pPr marL="109405" indent="-109405">
              <a:spcBef>
                <a:spcPts val="544"/>
              </a:spcBef>
              <a:buSzPct val="100000"/>
              <a:buFont typeface="Arial" panose="020B0604020202020204" pitchFamily="34" charset="0"/>
              <a:buChar char="•"/>
            </a:pPr>
            <a:r>
              <a:rPr lang="en-US" sz="1100">
                <a:solidFill>
                  <a:srgbClr val="313131"/>
                </a:solidFill>
              </a:rPr>
              <a:t>Located in 154+ countries</a:t>
            </a:r>
          </a:p>
        </p:txBody>
      </p:sp>
      <p:sp>
        <p:nvSpPr>
          <p:cNvPr id="17" name="TextBox 16"/>
          <p:cNvSpPr txBox="1"/>
          <p:nvPr/>
        </p:nvSpPr>
        <p:spPr>
          <a:xfrm>
            <a:off x="7448860" y="1590976"/>
            <a:ext cx="2866590" cy="507831"/>
          </a:xfrm>
          <a:prstGeom prst="rect">
            <a:avLst/>
          </a:prstGeom>
          <a:noFill/>
        </p:spPr>
        <p:txBody>
          <a:bodyPr wrap="square" lIns="0" tIns="0" rIns="0" bIns="0" rtlCol="0">
            <a:spAutoFit/>
          </a:bodyPr>
          <a:lstStyle/>
          <a:p>
            <a:pPr>
              <a:spcBef>
                <a:spcPts val="544"/>
              </a:spcBef>
              <a:buSzPct val="100000"/>
            </a:pPr>
            <a:r>
              <a:rPr lang="en-US" sz="1100">
                <a:ea typeface="Verdana" panose="020B0604030504040204" pitchFamily="34" charset="0"/>
                <a:cs typeface="Times New Roman" panose="02020603050405020304" pitchFamily="18" charset="0"/>
              </a:rPr>
              <a:t>Deloitte serves 73% of the 95 Fortune Global 500 companies operating in Energy and Resources space</a:t>
            </a:r>
            <a:r>
              <a:rPr lang="en-US" sz="1100">
                <a:solidFill>
                  <a:srgbClr val="313131"/>
                </a:solidFill>
              </a:rPr>
              <a:t> </a:t>
            </a:r>
          </a:p>
        </p:txBody>
      </p:sp>
      <p:sp>
        <p:nvSpPr>
          <p:cNvPr id="18" name="TextBox 17"/>
          <p:cNvSpPr txBox="1"/>
          <p:nvPr/>
        </p:nvSpPr>
        <p:spPr>
          <a:xfrm>
            <a:off x="660794" y="2486696"/>
            <a:ext cx="3555416" cy="507831"/>
          </a:xfrm>
          <a:prstGeom prst="rect">
            <a:avLst/>
          </a:prstGeom>
          <a:noFill/>
        </p:spPr>
        <p:txBody>
          <a:bodyPr wrap="square" lIns="0" tIns="0" rIns="0" bIns="0" rtlCol="0" anchor="t">
            <a:spAutoFit/>
          </a:bodyPr>
          <a:lstStyle/>
          <a:p>
            <a:pPr algn="just">
              <a:spcBef>
                <a:spcPts val="544"/>
              </a:spcBef>
              <a:buSzPct val="100000"/>
            </a:pPr>
            <a:r>
              <a:rPr lang="en-US" sz="1100" b="1" i="1">
                <a:solidFill>
                  <a:srgbClr val="313131"/>
                </a:solidFill>
              </a:rPr>
              <a:t>For the fifth consecutive year, industry analysts have maintained their perspective on Deloitte Consulting practices globally.</a:t>
            </a:r>
            <a:endParaRPr lang="en-US"/>
          </a:p>
        </p:txBody>
      </p:sp>
      <p:sp>
        <p:nvSpPr>
          <p:cNvPr id="19" name="Right Arrow 18"/>
          <p:cNvSpPr/>
          <p:nvPr/>
        </p:nvSpPr>
        <p:spPr bwMode="gray">
          <a:xfrm>
            <a:off x="4307684" y="2543358"/>
            <a:ext cx="392657" cy="332038"/>
          </a:xfrm>
          <a:prstGeom prst="rightArrow">
            <a:avLst/>
          </a:prstGeom>
          <a:solidFill>
            <a:schemeClr val="accent3"/>
          </a:solidFill>
          <a:ln w="19050" algn="ctr">
            <a:noFill/>
            <a:miter lim="800000"/>
            <a:headEnd/>
            <a:tailEnd/>
          </a:ln>
        </p:spPr>
        <p:txBody>
          <a:bodyPr wrap="square" lIns="80615" tIns="80615" rIns="80615" bIns="80615" rtlCol="0" anchor="ctr"/>
          <a:lstStyle/>
          <a:p>
            <a:pPr algn="ctr">
              <a:lnSpc>
                <a:spcPct val="106000"/>
              </a:lnSpc>
              <a:buFont typeface="Wingdings 2" pitchFamily="18" charset="2"/>
              <a:buNone/>
            </a:pPr>
            <a:endParaRPr lang="en-US" sz="1451" b="1">
              <a:solidFill>
                <a:schemeClr val="bg1"/>
              </a:solidFill>
            </a:endParaRPr>
          </a:p>
        </p:txBody>
      </p:sp>
      <p:sp>
        <p:nvSpPr>
          <p:cNvPr id="20" name="Rectangle 19"/>
          <p:cNvSpPr/>
          <p:nvPr/>
        </p:nvSpPr>
        <p:spPr bwMode="gray">
          <a:xfrm>
            <a:off x="4941272" y="2430252"/>
            <a:ext cx="2803957" cy="558142"/>
          </a:xfrm>
          <a:prstGeom prst="rect">
            <a:avLst/>
          </a:prstGeom>
          <a:solidFill>
            <a:schemeClr val="accent3">
              <a:lumMod val="20000"/>
              <a:lumOff val="80000"/>
            </a:schemeClr>
          </a:solidFill>
          <a:ln w="19050" algn="ctr">
            <a:solidFill>
              <a:schemeClr val="accent3">
                <a:lumMod val="20000"/>
                <a:lumOff val="80000"/>
              </a:schemeClr>
            </a:solidFill>
            <a:miter lim="800000"/>
            <a:headEnd/>
            <a:tailEnd/>
          </a:ln>
        </p:spPr>
        <p:txBody>
          <a:bodyPr wrap="square" lIns="80615" tIns="80615" rIns="80615" bIns="80615" rtlCol="0" anchor="ctr"/>
          <a:lstStyle/>
          <a:p>
            <a:pPr marL="421640">
              <a:lnSpc>
                <a:spcPct val="106000"/>
              </a:lnSpc>
            </a:pPr>
            <a:r>
              <a:rPr lang="en-US" sz="1100" b="1"/>
              <a:t>Globally in Consulting based by Gartner</a:t>
            </a:r>
            <a:endParaRPr lang="en-US" sz="1100"/>
          </a:p>
        </p:txBody>
      </p:sp>
      <p:sp>
        <p:nvSpPr>
          <p:cNvPr id="21" name="Rectangle 20"/>
          <p:cNvSpPr/>
          <p:nvPr/>
        </p:nvSpPr>
        <p:spPr bwMode="gray">
          <a:xfrm>
            <a:off x="7980016" y="2426066"/>
            <a:ext cx="3520767" cy="566488"/>
          </a:xfrm>
          <a:prstGeom prst="rect">
            <a:avLst/>
          </a:prstGeom>
          <a:solidFill>
            <a:schemeClr val="accent3">
              <a:lumMod val="20000"/>
              <a:lumOff val="80000"/>
            </a:schemeClr>
          </a:solidFill>
          <a:ln w="19050" algn="ctr">
            <a:solidFill>
              <a:schemeClr val="accent3">
                <a:lumMod val="20000"/>
                <a:lumOff val="80000"/>
              </a:schemeClr>
            </a:solidFill>
            <a:miter lim="800000"/>
            <a:headEnd/>
            <a:tailEnd/>
          </a:ln>
        </p:spPr>
        <p:txBody>
          <a:bodyPr wrap="square" lIns="80615" tIns="80615" rIns="80615" bIns="80615" rtlCol="0" anchor="ctr"/>
          <a:lstStyle/>
          <a:p>
            <a:pPr algn="just">
              <a:lnSpc>
                <a:spcPct val="106000"/>
              </a:lnSpc>
            </a:pPr>
            <a:r>
              <a:rPr lang="en-US" sz="1100" b="1"/>
              <a:t>A worldwide leader in Business Consulting Services based on capability and strategy by IDC MarketScape</a:t>
            </a:r>
            <a:endParaRPr lang="en-US" sz="1100" b="1">
              <a:ea typeface="Verdana"/>
            </a:endParaRPr>
          </a:p>
        </p:txBody>
      </p:sp>
      <p:sp>
        <p:nvSpPr>
          <p:cNvPr id="22" name="TextBox 21"/>
          <p:cNvSpPr txBox="1"/>
          <p:nvPr/>
        </p:nvSpPr>
        <p:spPr>
          <a:xfrm>
            <a:off x="4982165" y="2678154"/>
            <a:ext cx="294953" cy="223266"/>
          </a:xfrm>
          <a:prstGeom prst="rect">
            <a:avLst/>
          </a:prstGeom>
          <a:noFill/>
        </p:spPr>
        <p:txBody>
          <a:bodyPr wrap="none" lIns="0" tIns="0" rIns="0" bIns="0" rtlCol="0">
            <a:spAutoFit/>
          </a:bodyPr>
          <a:lstStyle/>
          <a:p>
            <a:pPr>
              <a:spcBef>
                <a:spcPts val="544"/>
              </a:spcBef>
              <a:buSzPct val="100000"/>
            </a:pPr>
            <a:r>
              <a:rPr lang="en-US" sz="1451" b="1">
                <a:solidFill>
                  <a:srgbClr val="313131"/>
                </a:solidFill>
              </a:rPr>
              <a:t>#1</a:t>
            </a:r>
          </a:p>
        </p:txBody>
      </p:sp>
      <p:sp>
        <p:nvSpPr>
          <p:cNvPr id="23" name="Rectangle 22"/>
          <p:cNvSpPr/>
          <p:nvPr/>
        </p:nvSpPr>
        <p:spPr bwMode="gray">
          <a:xfrm>
            <a:off x="604350" y="3211330"/>
            <a:ext cx="10896433" cy="271862"/>
          </a:xfrm>
          <a:prstGeom prst="rect">
            <a:avLst/>
          </a:prstGeom>
          <a:solidFill>
            <a:schemeClr val="accent6">
              <a:lumMod val="40000"/>
              <a:lumOff val="60000"/>
            </a:schemeClr>
          </a:solidFill>
          <a:ln w="19050" algn="ctr">
            <a:solidFill>
              <a:schemeClr val="accent6">
                <a:lumMod val="40000"/>
                <a:lumOff val="60000"/>
              </a:schemeClr>
            </a:solidFill>
            <a:miter lim="800000"/>
            <a:headEnd/>
            <a:tailEnd/>
          </a:ln>
        </p:spPr>
        <p:txBody>
          <a:bodyPr wrap="square" lIns="80615" tIns="80615" rIns="80615" bIns="80615" rtlCol="0" anchor="ctr"/>
          <a:lstStyle/>
          <a:p>
            <a:pPr algn="ctr">
              <a:lnSpc>
                <a:spcPct val="106000"/>
              </a:lnSpc>
              <a:buFont typeface="Wingdings 2" pitchFamily="18" charset="2"/>
              <a:buNone/>
            </a:pPr>
            <a:r>
              <a:rPr lang="en-US" sz="1270" b="1"/>
              <a:t>Deloitte in India</a:t>
            </a:r>
          </a:p>
        </p:txBody>
      </p:sp>
      <p:grpSp>
        <p:nvGrpSpPr>
          <p:cNvPr id="2" name="Group 1"/>
          <p:cNvGrpSpPr/>
          <p:nvPr/>
        </p:nvGrpSpPr>
        <p:grpSpPr>
          <a:xfrm>
            <a:off x="7906649" y="3880934"/>
            <a:ext cx="1991207" cy="1881234"/>
            <a:chOff x="90512" y="4033586"/>
            <a:chExt cx="3305385" cy="2679253"/>
          </a:xfrm>
        </p:grpSpPr>
        <p:pic>
          <p:nvPicPr>
            <p:cNvPr id="24" name="Picture 23"/>
            <p:cNvPicPr>
              <a:picLocks noChangeAspect="1"/>
            </p:cNvPicPr>
            <p:nvPr/>
          </p:nvPicPr>
          <p:blipFill>
            <a:blip r:embed="rId5"/>
            <a:stretch>
              <a:fillRect/>
            </a:stretch>
          </p:blipFill>
          <p:spPr>
            <a:xfrm>
              <a:off x="439794" y="4033586"/>
              <a:ext cx="2573229" cy="2679253"/>
            </a:xfrm>
            <a:prstGeom prst="rect">
              <a:avLst/>
            </a:prstGeom>
          </p:spPr>
        </p:pic>
        <p:sp>
          <p:nvSpPr>
            <p:cNvPr id="25" name="Rectangle 24"/>
            <p:cNvSpPr/>
            <p:nvPr/>
          </p:nvSpPr>
          <p:spPr>
            <a:xfrm>
              <a:off x="1264468" y="4487366"/>
              <a:ext cx="1134105" cy="369937"/>
            </a:xfrm>
            <a:prstGeom prst="rect">
              <a:avLst/>
            </a:prstGeom>
          </p:spPr>
          <p:txBody>
            <a:bodyPr wrap="none">
              <a:spAutoFit/>
            </a:bodyPr>
            <a:lstStyle/>
            <a:p>
              <a:r>
                <a:rPr lang="en-US" sz="1088" b="1">
                  <a:solidFill>
                    <a:srgbClr val="000000"/>
                  </a:solidFill>
                  <a:latin typeface="Calibri" panose="020F0502020204030204" pitchFamily="34" charset="0"/>
                </a:rPr>
                <a:t>Gurgaon</a:t>
              </a:r>
              <a:endParaRPr lang="en-US" sz="1088" b="1"/>
            </a:p>
          </p:txBody>
        </p:sp>
        <p:sp>
          <p:nvSpPr>
            <p:cNvPr id="26" name="Rectangle 25"/>
            <p:cNvSpPr/>
            <p:nvPr/>
          </p:nvSpPr>
          <p:spPr>
            <a:xfrm>
              <a:off x="1915865" y="4909193"/>
              <a:ext cx="1480032" cy="369937"/>
            </a:xfrm>
            <a:prstGeom prst="rect">
              <a:avLst/>
            </a:prstGeom>
          </p:spPr>
          <p:txBody>
            <a:bodyPr wrap="none">
              <a:spAutoFit/>
            </a:bodyPr>
            <a:lstStyle/>
            <a:p>
              <a:r>
                <a:rPr lang="en-US" sz="1088" b="1">
                  <a:solidFill>
                    <a:srgbClr val="000000"/>
                  </a:solidFill>
                  <a:latin typeface="Calibri" panose="020F0502020204030204" pitchFamily="34" charset="0"/>
                </a:rPr>
                <a:t>Jamshedpur</a:t>
              </a:r>
              <a:endParaRPr lang="en-US" sz="1088" b="1"/>
            </a:p>
          </p:txBody>
        </p:sp>
        <p:sp>
          <p:nvSpPr>
            <p:cNvPr id="27" name="Rectangle 26"/>
            <p:cNvSpPr/>
            <p:nvPr/>
          </p:nvSpPr>
          <p:spPr>
            <a:xfrm>
              <a:off x="1873769" y="5323103"/>
              <a:ext cx="1035649" cy="369937"/>
            </a:xfrm>
            <a:prstGeom prst="rect">
              <a:avLst/>
            </a:prstGeom>
          </p:spPr>
          <p:txBody>
            <a:bodyPr wrap="none">
              <a:spAutoFit/>
            </a:bodyPr>
            <a:lstStyle/>
            <a:p>
              <a:r>
                <a:rPr lang="en-US" sz="1088" b="1">
                  <a:solidFill>
                    <a:srgbClr val="000000"/>
                  </a:solidFill>
                  <a:latin typeface="Calibri" panose="020F0502020204030204" pitchFamily="34" charset="0"/>
                </a:rPr>
                <a:t>Kolkata</a:t>
              </a:r>
              <a:endParaRPr lang="en-US" sz="1088" b="1"/>
            </a:p>
          </p:txBody>
        </p:sp>
        <p:sp>
          <p:nvSpPr>
            <p:cNvPr id="28" name="Rectangle 27"/>
            <p:cNvSpPr/>
            <p:nvPr/>
          </p:nvSpPr>
          <p:spPr>
            <a:xfrm>
              <a:off x="1379554" y="5584708"/>
              <a:ext cx="1365609" cy="369937"/>
            </a:xfrm>
            <a:prstGeom prst="rect">
              <a:avLst/>
            </a:prstGeom>
          </p:spPr>
          <p:txBody>
            <a:bodyPr wrap="none">
              <a:spAutoFit/>
            </a:bodyPr>
            <a:lstStyle/>
            <a:p>
              <a:r>
                <a:rPr lang="en-US" sz="1088" b="1">
                  <a:solidFill>
                    <a:srgbClr val="000000"/>
                  </a:solidFill>
                  <a:latin typeface="Calibri" panose="020F0502020204030204" pitchFamily="34" charset="0"/>
                </a:rPr>
                <a:t>Hyderabad</a:t>
              </a:r>
              <a:endParaRPr lang="en-US" sz="1088" b="1"/>
            </a:p>
          </p:txBody>
        </p:sp>
        <p:sp>
          <p:nvSpPr>
            <p:cNvPr id="29" name="Rectangle 28"/>
            <p:cNvSpPr/>
            <p:nvPr/>
          </p:nvSpPr>
          <p:spPr>
            <a:xfrm>
              <a:off x="1538788" y="6046809"/>
              <a:ext cx="1091530" cy="369937"/>
            </a:xfrm>
            <a:prstGeom prst="rect">
              <a:avLst/>
            </a:prstGeom>
          </p:spPr>
          <p:txBody>
            <a:bodyPr wrap="none">
              <a:spAutoFit/>
            </a:bodyPr>
            <a:lstStyle/>
            <a:p>
              <a:r>
                <a:rPr lang="en-US" sz="1088" b="1">
                  <a:solidFill>
                    <a:srgbClr val="000000"/>
                  </a:solidFill>
                  <a:latin typeface="Calibri" panose="020F0502020204030204" pitchFamily="34" charset="0"/>
                </a:rPr>
                <a:t>Chennai</a:t>
              </a:r>
              <a:endParaRPr lang="en-US" sz="1088" b="1"/>
            </a:p>
          </p:txBody>
        </p:sp>
        <p:sp>
          <p:nvSpPr>
            <p:cNvPr id="30" name="Rectangle 29"/>
            <p:cNvSpPr/>
            <p:nvPr/>
          </p:nvSpPr>
          <p:spPr>
            <a:xfrm>
              <a:off x="1379554" y="6292261"/>
              <a:ext cx="1442778" cy="369937"/>
            </a:xfrm>
            <a:prstGeom prst="rect">
              <a:avLst/>
            </a:prstGeom>
          </p:spPr>
          <p:txBody>
            <a:bodyPr wrap="none">
              <a:spAutoFit/>
            </a:bodyPr>
            <a:lstStyle/>
            <a:p>
              <a:r>
                <a:rPr lang="en-US" sz="1088" b="1">
                  <a:solidFill>
                    <a:srgbClr val="000000"/>
                  </a:solidFill>
                  <a:latin typeface="Calibri" panose="020F0502020204030204" pitchFamily="34" charset="0"/>
                </a:rPr>
                <a:t>Coimbatore</a:t>
              </a:r>
              <a:endParaRPr lang="en-US" sz="1088" b="1"/>
            </a:p>
          </p:txBody>
        </p:sp>
        <p:sp>
          <p:nvSpPr>
            <p:cNvPr id="31" name="Rectangle 30"/>
            <p:cNvSpPr/>
            <p:nvPr/>
          </p:nvSpPr>
          <p:spPr>
            <a:xfrm>
              <a:off x="641459" y="6323807"/>
              <a:ext cx="836077" cy="369937"/>
            </a:xfrm>
            <a:prstGeom prst="rect">
              <a:avLst/>
            </a:prstGeom>
          </p:spPr>
          <p:txBody>
            <a:bodyPr wrap="none">
              <a:spAutoFit/>
            </a:bodyPr>
            <a:lstStyle/>
            <a:p>
              <a:r>
                <a:rPr lang="en-US" sz="1088" b="1">
                  <a:solidFill>
                    <a:srgbClr val="000000"/>
                  </a:solidFill>
                  <a:latin typeface="Calibri" panose="020F0502020204030204" pitchFamily="34" charset="0"/>
                </a:rPr>
                <a:t>Kochi</a:t>
              </a:r>
              <a:endParaRPr lang="en-US" sz="1088" b="1"/>
            </a:p>
          </p:txBody>
        </p:sp>
        <p:sp>
          <p:nvSpPr>
            <p:cNvPr id="32" name="Rectangle 31"/>
            <p:cNvSpPr/>
            <p:nvPr/>
          </p:nvSpPr>
          <p:spPr>
            <a:xfrm>
              <a:off x="422077" y="6013221"/>
              <a:ext cx="1291102" cy="369937"/>
            </a:xfrm>
            <a:prstGeom prst="rect">
              <a:avLst/>
            </a:prstGeom>
          </p:spPr>
          <p:txBody>
            <a:bodyPr wrap="none">
              <a:spAutoFit/>
            </a:bodyPr>
            <a:lstStyle/>
            <a:p>
              <a:r>
                <a:rPr lang="en-US" sz="1088" b="1">
                  <a:solidFill>
                    <a:srgbClr val="000000"/>
                  </a:solidFill>
                  <a:latin typeface="Calibri" panose="020F0502020204030204" pitchFamily="34" charset="0"/>
                </a:rPr>
                <a:t>Bengaluru</a:t>
              </a:r>
              <a:endParaRPr lang="en-US" sz="1088" b="1"/>
            </a:p>
          </p:txBody>
        </p:sp>
        <p:sp>
          <p:nvSpPr>
            <p:cNvPr id="33" name="Rectangle 32"/>
            <p:cNvSpPr/>
            <p:nvPr/>
          </p:nvSpPr>
          <p:spPr>
            <a:xfrm>
              <a:off x="468528" y="5762690"/>
              <a:ext cx="692385" cy="369937"/>
            </a:xfrm>
            <a:prstGeom prst="rect">
              <a:avLst/>
            </a:prstGeom>
          </p:spPr>
          <p:txBody>
            <a:bodyPr wrap="none">
              <a:spAutoFit/>
            </a:bodyPr>
            <a:lstStyle/>
            <a:p>
              <a:r>
                <a:rPr lang="en-US" sz="1088" b="1">
                  <a:solidFill>
                    <a:srgbClr val="000000"/>
                  </a:solidFill>
                  <a:latin typeface="Calibri" panose="020F0502020204030204" pitchFamily="34" charset="0"/>
                </a:rPr>
                <a:t>Goa</a:t>
              </a:r>
              <a:endParaRPr lang="en-US" sz="1088" b="1"/>
            </a:p>
          </p:txBody>
        </p:sp>
        <p:sp>
          <p:nvSpPr>
            <p:cNvPr id="34" name="Rectangle 33"/>
            <p:cNvSpPr/>
            <p:nvPr/>
          </p:nvSpPr>
          <p:spPr>
            <a:xfrm>
              <a:off x="176951" y="5403989"/>
              <a:ext cx="1118139" cy="369937"/>
            </a:xfrm>
            <a:prstGeom prst="rect">
              <a:avLst/>
            </a:prstGeom>
          </p:spPr>
          <p:txBody>
            <a:bodyPr wrap="none">
              <a:spAutoFit/>
            </a:bodyPr>
            <a:lstStyle/>
            <a:p>
              <a:r>
                <a:rPr lang="en-US" sz="1088" b="1">
                  <a:solidFill>
                    <a:srgbClr val="000000"/>
                  </a:solidFill>
                  <a:latin typeface="Calibri" panose="020F0502020204030204" pitchFamily="34" charset="0"/>
                </a:rPr>
                <a:t>Mumbai</a:t>
              </a:r>
              <a:endParaRPr lang="en-US" sz="1088" b="1"/>
            </a:p>
          </p:txBody>
        </p:sp>
        <p:sp>
          <p:nvSpPr>
            <p:cNvPr id="35" name="Rectangle 34"/>
            <p:cNvSpPr/>
            <p:nvPr/>
          </p:nvSpPr>
          <p:spPr>
            <a:xfrm>
              <a:off x="995680" y="5345463"/>
              <a:ext cx="796161" cy="369937"/>
            </a:xfrm>
            <a:prstGeom prst="rect">
              <a:avLst/>
            </a:prstGeom>
          </p:spPr>
          <p:txBody>
            <a:bodyPr wrap="none">
              <a:spAutoFit/>
            </a:bodyPr>
            <a:lstStyle/>
            <a:p>
              <a:r>
                <a:rPr lang="en-US" sz="1088" b="1">
                  <a:solidFill>
                    <a:srgbClr val="000000"/>
                  </a:solidFill>
                  <a:latin typeface="Calibri" panose="020F0502020204030204" pitchFamily="34" charset="0"/>
                </a:rPr>
                <a:t>Pune</a:t>
              </a:r>
              <a:endParaRPr lang="en-US" sz="1088" b="1"/>
            </a:p>
          </p:txBody>
        </p:sp>
        <p:sp>
          <p:nvSpPr>
            <p:cNvPr id="36" name="Rectangle 35"/>
            <p:cNvSpPr/>
            <p:nvPr/>
          </p:nvSpPr>
          <p:spPr>
            <a:xfrm>
              <a:off x="90512" y="4882836"/>
              <a:ext cx="1482691" cy="369937"/>
            </a:xfrm>
            <a:prstGeom prst="rect">
              <a:avLst/>
            </a:prstGeom>
          </p:spPr>
          <p:txBody>
            <a:bodyPr wrap="none">
              <a:spAutoFit/>
            </a:bodyPr>
            <a:lstStyle/>
            <a:p>
              <a:r>
                <a:rPr lang="en-US" sz="1088" b="1">
                  <a:solidFill>
                    <a:srgbClr val="000000"/>
                  </a:solidFill>
                  <a:latin typeface="Calibri" panose="020F0502020204030204" pitchFamily="34" charset="0"/>
                </a:rPr>
                <a:t>Ahmedabad</a:t>
              </a:r>
              <a:endParaRPr lang="en-US" sz="1088" b="1"/>
            </a:p>
          </p:txBody>
        </p:sp>
        <p:sp>
          <p:nvSpPr>
            <p:cNvPr id="37" name="Rectangle 36"/>
            <p:cNvSpPr/>
            <p:nvPr/>
          </p:nvSpPr>
          <p:spPr>
            <a:xfrm>
              <a:off x="970909" y="5078215"/>
              <a:ext cx="998396" cy="369937"/>
            </a:xfrm>
            <a:prstGeom prst="rect">
              <a:avLst/>
            </a:prstGeom>
          </p:spPr>
          <p:txBody>
            <a:bodyPr wrap="none">
              <a:spAutoFit/>
            </a:bodyPr>
            <a:lstStyle/>
            <a:p>
              <a:r>
                <a:rPr lang="en-US" sz="1088" b="1">
                  <a:solidFill>
                    <a:srgbClr val="000000"/>
                  </a:solidFill>
                  <a:latin typeface="Calibri" panose="020F0502020204030204" pitchFamily="34" charset="0"/>
                </a:rPr>
                <a:t>Baroda</a:t>
              </a:r>
              <a:endParaRPr lang="en-US" sz="1088" b="1"/>
            </a:p>
          </p:txBody>
        </p:sp>
      </p:grpSp>
      <p:pic>
        <p:nvPicPr>
          <p:cNvPr id="38" name="Picture 37"/>
          <p:cNvPicPr>
            <a:picLocks noChangeAspect="1"/>
          </p:cNvPicPr>
          <p:nvPr/>
        </p:nvPicPr>
        <p:blipFill>
          <a:blip r:embed="rId6"/>
          <a:stretch>
            <a:fillRect/>
          </a:stretch>
        </p:blipFill>
        <p:spPr>
          <a:xfrm>
            <a:off x="5702683" y="3782757"/>
            <a:ext cx="1709143" cy="461412"/>
          </a:xfrm>
          <a:prstGeom prst="rect">
            <a:avLst/>
          </a:prstGeom>
        </p:spPr>
      </p:pic>
      <p:graphicFrame>
        <p:nvGraphicFramePr>
          <p:cNvPr id="40" name="Table 39"/>
          <p:cNvGraphicFramePr>
            <a:graphicFrameLocks noGrp="1"/>
          </p:cNvGraphicFramePr>
          <p:nvPr>
            <p:extLst>
              <p:ext uri="{D42A27DB-BD31-4B8C-83A1-F6EECF244321}">
                <p14:modId xmlns:p14="http://schemas.microsoft.com/office/powerpoint/2010/main" val="3666360019"/>
              </p:ext>
            </p:extLst>
          </p:nvPr>
        </p:nvGraphicFramePr>
        <p:xfrm>
          <a:off x="5783542" y="4232257"/>
          <a:ext cx="1548124" cy="1544154"/>
        </p:xfrm>
        <a:graphic>
          <a:graphicData uri="http://schemas.openxmlformats.org/drawingml/2006/table">
            <a:tbl>
              <a:tblPr>
                <a:tableStyleId>{2D5ABB26-0587-4C30-8999-92F81FD0307C}</a:tableStyleId>
              </a:tblPr>
              <a:tblGrid>
                <a:gridCol w="1548124">
                  <a:extLst>
                    <a:ext uri="{9D8B030D-6E8A-4147-A177-3AD203B41FA5}">
                      <a16:colId xmlns:a16="http://schemas.microsoft.com/office/drawing/2014/main" val="20000"/>
                    </a:ext>
                  </a:extLst>
                </a:gridCol>
              </a:tblGrid>
              <a:tr h="456048">
                <a:tc>
                  <a:txBody>
                    <a:bodyPr/>
                    <a:lstStyle/>
                    <a:p>
                      <a:pPr algn="ctr"/>
                      <a:r>
                        <a:rPr lang="en-US" sz="1500" b="1" i="1">
                          <a:solidFill>
                            <a:schemeClr val="tx1"/>
                          </a:solidFill>
                        </a:rPr>
                        <a:t>50,000+ </a:t>
                      </a:r>
                      <a:r>
                        <a:rPr lang="en-US" sz="1000" b="1" i="1">
                          <a:solidFill>
                            <a:schemeClr val="tx1"/>
                          </a:solidFill>
                        </a:rPr>
                        <a:t>professionals</a:t>
                      </a:r>
                    </a:p>
                  </a:txBody>
                  <a:tcPr marL="82918" marR="82918" marT="41459" marB="41459">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56048">
                <a:tc>
                  <a:txBody>
                    <a:bodyPr/>
                    <a:lstStyle/>
                    <a:p>
                      <a:pPr algn="ctr"/>
                      <a:r>
                        <a:rPr lang="en-US" sz="1000" b="1" i="1">
                          <a:solidFill>
                            <a:schemeClr val="tx1"/>
                          </a:solidFill>
                        </a:rPr>
                        <a:t>across </a:t>
                      </a:r>
                      <a:r>
                        <a:rPr lang="en-US" sz="1500" b="1" i="1">
                          <a:solidFill>
                            <a:schemeClr val="tx1"/>
                          </a:solidFill>
                        </a:rPr>
                        <a:t>18</a:t>
                      </a:r>
                      <a:r>
                        <a:rPr lang="en-US" sz="1500" b="1" i="1" baseline="0">
                          <a:solidFill>
                            <a:schemeClr val="tx1"/>
                          </a:solidFill>
                        </a:rPr>
                        <a:t> </a:t>
                      </a:r>
                      <a:r>
                        <a:rPr lang="en-US" sz="1000" b="1" i="1" baseline="0">
                          <a:solidFill>
                            <a:schemeClr val="tx1"/>
                          </a:solidFill>
                        </a:rPr>
                        <a:t>locations</a:t>
                      </a:r>
                      <a:endParaRPr lang="en-US" sz="1000" b="1" i="1">
                        <a:solidFill>
                          <a:schemeClr val="tx1"/>
                        </a:solidFill>
                      </a:endParaRPr>
                    </a:p>
                  </a:txBody>
                  <a:tcPr marL="82918" marR="82918" marT="41459" marB="4145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08064">
                <a:tc>
                  <a:txBody>
                    <a:bodyPr/>
                    <a:lstStyle/>
                    <a:p>
                      <a:pPr algn="ctr"/>
                      <a:r>
                        <a:rPr lang="en-US" sz="1500" b="1" i="1">
                          <a:solidFill>
                            <a:schemeClr val="tx1"/>
                          </a:solidFill>
                        </a:rPr>
                        <a:t>120 </a:t>
                      </a:r>
                      <a:r>
                        <a:rPr lang="en-US" sz="1000" b="1" i="1">
                          <a:solidFill>
                            <a:schemeClr val="tx1"/>
                          </a:solidFill>
                        </a:rPr>
                        <a:t>years of successful client service</a:t>
                      </a:r>
                    </a:p>
                  </a:txBody>
                  <a:tcPr marL="82918" marR="82918" marT="41459" marB="41459">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41" name="Rectangle 40"/>
          <p:cNvSpPr/>
          <p:nvPr/>
        </p:nvSpPr>
        <p:spPr bwMode="gray">
          <a:xfrm>
            <a:off x="605451" y="6154009"/>
            <a:ext cx="10896433" cy="271862"/>
          </a:xfrm>
          <a:prstGeom prst="rect">
            <a:avLst/>
          </a:prstGeom>
          <a:solidFill>
            <a:schemeClr val="tx1"/>
          </a:solidFill>
          <a:ln w="19050" algn="ctr">
            <a:solidFill>
              <a:schemeClr val="tx1"/>
            </a:solidFill>
            <a:miter lim="800000"/>
            <a:headEnd/>
            <a:tailEnd/>
          </a:ln>
        </p:spPr>
        <p:txBody>
          <a:bodyPr wrap="square" lIns="80615" tIns="80615" rIns="80615" bIns="80615" rtlCol="0" anchor="ctr"/>
          <a:lstStyle/>
          <a:p>
            <a:pPr>
              <a:lnSpc>
                <a:spcPct val="106000"/>
              </a:lnSpc>
              <a:buFont typeface="Wingdings 2" pitchFamily="18" charset="2"/>
              <a:buNone/>
            </a:pPr>
            <a:r>
              <a:rPr lang="en-US" sz="1270" b="1" i="1">
                <a:solidFill>
                  <a:schemeClr val="bg1"/>
                </a:solidFill>
              </a:rPr>
              <a:t>Right combination of global talent and expertise with regional experience and local insights</a:t>
            </a:r>
          </a:p>
        </p:txBody>
      </p:sp>
      <p:sp>
        <p:nvSpPr>
          <p:cNvPr id="44" name="Text Box 2"/>
          <p:cNvSpPr txBox="1">
            <a:spLocks noChangeArrowheads="1"/>
          </p:cNvSpPr>
          <p:nvPr/>
        </p:nvSpPr>
        <p:spPr bwMode="auto">
          <a:xfrm>
            <a:off x="10024275" y="3612052"/>
            <a:ext cx="1477610" cy="2056042"/>
          </a:xfrm>
          <a:prstGeom prst="rect">
            <a:avLst/>
          </a:prstGeom>
          <a:solidFill>
            <a:schemeClr val="accent1">
              <a:lumMod val="20000"/>
              <a:lumOff val="80000"/>
            </a:schemeClr>
          </a:solidFill>
          <a:ln w="9525">
            <a:solidFill>
              <a:srgbClr val="00B050"/>
            </a:solidFill>
            <a:prstDash val="dash"/>
            <a:miter lim="800000"/>
            <a:headEnd/>
            <a:tailEnd/>
          </a:ln>
        </p:spPr>
        <p:txBody>
          <a:bodyPr rot="0" vert="horz" wrap="square" lIns="82918" tIns="41459" rIns="82918" bIns="41459" anchor="t" anchorCtr="0">
            <a:noAutofit/>
          </a:bodyPr>
          <a:lstStyle/>
          <a:p>
            <a:pPr>
              <a:lnSpc>
                <a:spcPts val="1088"/>
              </a:lnSpc>
            </a:pPr>
            <a:r>
              <a:rPr lang="en-IN" sz="907" b="1">
                <a:ea typeface="Calibri" panose="020F0502020204030204" pitchFamily="34" charset="0"/>
                <a:cs typeface="Times New Roman" panose="02020603050405020304" pitchFamily="18" charset="0"/>
              </a:rPr>
              <a:t>Our Presence in West Bengal-</a:t>
            </a:r>
            <a:endParaRPr lang="en-IN" sz="1088">
              <a:ea typeface="Calibri" panose="020F0502020204030204" pitchFamily="34" charset="0"/>
              <a:cs typeface="Times New Roman" panose="02020603050405020304" pitchFamily="18" charset="0"/>
            </a:endParaRPr>
          </a:p>
          <a:p>
            <a:pPr algn="just">
              <a:lnSpc>
                <a:spcPts val="1088"/>
              </a:lnSpc>
            </a:pPr>
            <a:r>
              <a:rPr lang="en-IN" sz="900">
                <a:ea typeface="Calibri" panose="020F0502020204030204" pitchFamily="34" charset="0"/>
                <a:cs typeface="Times New Roman"/>
              </a:rPr>
              <a:t>With 350+ professional strength and 30+ professionals focusing exclusively in Energy &amp; Resources, Deloitte in Kolkata brings unparalleled experience and exemplary relationships with Government of West Bengal</a:t>
            </a:r>
          </a:p>
        </p:txBody>
      </p:sp>
      <p:cxnSp>
        <p:nvCxnSpPr>
          <p:cNvPr id="4" name="Straight Arrow Connector 3"/>
          <p:cNvCxnSpPr/>
          <p:nvPr/>
        </p:nvCxnSpPr>
        <p:spPr>
          <a:xfrm flipV="1">
            <a:off x="9125787" y="3940297"/>
            <a:ext cx="887159" cy="82406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75" name="Picture 74"/>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221188" y="3612559"/>
            <a:ext cx="3484470" cy="1036855"/>
          </a:xfrm>
          <a:prstGeom prst="rect">
            <a:avLst/>
          </a:prstGeom>
          <a:noFill/>
        </p:spPr>
      </p:pic>
      <p:pic>
        <p:nvPicPr>
          <p:cNvPr id="76" name="Picture 75"/>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57219" y="4697207"/>
            <a:ext cx="4268544" cy="777355"/>
          </a:xfrm>
          <a:prstGeom prst="rect">
            <a:avLst/>
          </a:prstGeom>
          <a:noFill/>
        </p:spPr>
      </p:pic>
      <p:sp>
        <p:nvSpPr>
          <p:cNvPr id="77" name="Rectangle 76"/>
          <p:cNvSpPr/>
          <p:nvPr/>
        </p:nvSpPr>
        <p:spPr>
          <a:xfrm>
            <a:off x="961832" y="5634507"/>
            <a:ext cx="4262255" cy="427168"/>
          </a:xfrm>
          <a:prstGeom prst="rect">
            <a:avLst/>
          </a:prstGeom>
        </p:spPr>
        <p:txBody>
          <a:bodyPr wrap="square" lIns="91440" tIns="45720" rIns="91440" bIns="45720" anchor="t">
            <a:spAutoFit/>
          </a:bodyPr>
          <a:lstStyle/>
          <a:p>
            <a:pPr algn="ctr"/>
            <a:r>
              <a:rPr lang="en-US" sz="1088" b="1" i="1">
                <a:solidFill>
                  <a:schemeClr val="accent1"/>
                </a:solidFill>
                <a:latin typeface="Verdana" panose="020B0604030504040204" pitchFamily="34" charset="0"/>
                <a:ea typeface="Times New Roman" panose="02020603050405020304" pitchFamily="18" charset="0"/>
                <a:cs typeface="Times New Roman" panose="02020603050405020304" pitchFamily="18" charset="0"/>
              </a:rPr>
              <a:t>In India, Deloitte serves 36 of 52 BT500 Energy &amp; Resources Companies. </a:t>
            </a:r>
            <a:endParaRPr lang="en-IN" sz="1088" i="1">
              <a:solidFill>
                <a:schemeClr val="accent1"/>
              </a:solidFill>
            </a:endParaRPr>
          </a:p>
        </p:txBody>
      </p:sp>
      <p:sp>
        <p:nvSpPr>
          <p:cNvPr id="13" name="Title 3">
            <a:extLst>
              <a:ext uri="{FF2B5EF4-FFF2-40B4-BE49-F238E27FC236}">
                <a16:creationId xmlns:a16="http://schemas.microsoft.com/office/drawing/2014/main" id="{17890F04-107C-6B72-074E-FDECAACDFDD2}"/>
              </a:ext>
            </a:extLst>
          </p:cNvPr>
          <p:cNvSpPr>
            <a:spLocks noGrp="1"/>
          </p:cNvSpPr>
          <p:nvPr>
            <p:ph type="title"/>
          </p:nvPr>
        </p:nvSpPr>
        <p:spPr>
          <a:xfrm>
            <a:off x="501652" y="282780"/>
            <a:ext cx="10991145" cy="405928"/>
          </a:xfrm>
        </p:spPr>
        <p:txBody>
          <a:bodyPr vert="horz"/>
          <a:lstStyle/>
          <a:p>
            <a:pPr algn="just"/>
            <a:r>
              <a:rPr lang="en-US" sz="1600" b="1">
                <a:latin typeface="Verdana"/>
              </a:rPr>
              <a:t>Deloitte brings “best-in-class” capabilities across all aspects of strategy, innovation and market assessment coupled with experience of partnering with some of leading clients across the world</a:t>
            </a:r>
            <a:endParaRPr lang="en-IN" sz="1600" b="1">
              <a:latin typeface="Verdana"/>
            </a:endParaRPr>
          </a:p>
        </p:txBody>
      </p:sp>
    </p:spTree>
    <p:extLst>
      <p:ext uri="{BB962C8B-B14F-4D97-AF65-F5344CB8AC3E}">
        <p14:creationId xmlns:p14="http://schemas.microsoft.com/office/powerpoint/2010/main" val="297695380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ight Arrow 8">
            <a:extLst>
              <a:ext uri="{FF2B5EF4-FFF2-40B4-BE49-F238E27FC236}">
                <a16:creationId xmlns:a16="http://schemas.microsoft.com/office/drawing/2014/main" id="{9DC17FEA-31B6-4BEB-926A-5D8359335222}"/>
              </a:ext>
            </a:extLst>
          </p:cNvPr>
          <p:cNvSpPr/>
          <p:nvPr/>
        </p:nvSpPr>
        <p:spPr bwMode="gray">
          <a:xfrm>
            <a:off x="516812" y="3639258"/>
            <a:ext cx="11247120" cy="192511"/>
          </a:xfrm>
          <a:prstGeom prst="stripedRightArrow">
            <a:avLst/>
          </a:prstGeom>
          <a:solidFill>
            <a:srgbClr val="86BC25"/>
          </a:solidFill>
          <a:ln w="19050" algn="ctr">
            <a:solidFill>
              <a:schemeClr val="accent1"/>
            </a:solid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endParaRPr lang="en-IN" sz="1600" b="1">
              <a:solidFill>
                <a:schemeClr val="bg1"/>
              </a:solidFill>
            </a:endParaRPr>
          </a:p>
        </p:txBody>
      </p:sp>
      <p:sp>
        <p:nvSpPr>
          <p:cNvPr id="64" name="Flowchart: Alternate Process 63">
            <a:extLst>
              <a:ext uri="{FF2B5EF4-FFF2-40B4-BE49-F238E27FC236}">
                <a16:creationId xmlns:a16="http://schemas.microsoft.com/office/drawing/2014/main" id="{B92FDCF0-E44E-86C9-6187-62CEA9DBCCC8}"/>
              </a:ext>
            </a:extLst>
          </p:cNvPr>
          <p:cNvSpPr/>
          <p:nvPr/>
        </p:nvSpPr>
        <p:spPr bwMode="gray">
          <a:xfrm>
            <a:off x="675777" y="3545959"/>
            <a:ext cx="1657166" cy="355798"/>
          </a:xfrm>
          <a:prstGeom prst="flowChartAlternateProcess">
            <a:avLst/>
          </a:prstGeom>
          <a:solidFill>
            <a:schemeClr val="accent2">
              <a:lumMod val="50000"/>
            </a:schemeClr>
          </a:solidFill>
          <a:ln w="19050" algn="ctr">
            <a:solidFill>
              <a:schemeClr val="tx1">
                <a:lumMod val="85000"/>
                <a:lumOff val="15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noProof="0">
                <a:solidFill>
                  <a:schemeClr val="bg1"/>
                </a:solidFill>
              </a:rPr>
              <a:t>2015-2019</a:t>
            </a:r>
          </a:p>
        </p:txBody>
      </p:sp>
      <p:sp>
        <p:nvSpPr>
          <p:cNvPr id="65" name="Flowchart: Alternate Process 64">
            <a:extLst>
              <a:ext uri="{FF2B5EF4-FFF2-40B4-BE49-F238E27FC236}">
                <a16:creationId xmlns:a16="http://schemas.microsoft.com/office/drawing/2014/main" id="{65664689-183C-2590-FAF8-3F40B6ECAF5B}"/>
              </a:ext>
            </a:extLst>
          </p:cNvPr>
          <p:cNvSpPr/>
          <p:nvPr/>
        </p:nvSpPr>
        <p:spPr bwMode="gray">
          <a:xfrm>
            <a:off x="2884595" y="3545959"/>
            <a:ext cx="1657166" cy="355798"/>
          </a:xfrm>
          <a:prstGeom prst="flowChartAlternateProcess">
            <a:avLst/>
          </a:prstGeom>
          <a:solidFill>
            <a:schemeClr val="accent2">
              <a:lumMod val="50000"/>
            </a:schemeClr>
          </a:solidFill>
          <a:ln w="19050" algn="ctr">
            <a:solidFill>
              <a:schemeClr val="tx1">
                <a:lumMod val="85000"/>
                <a:lumOff val="15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noProof="0">
                <a:solidFill>
                  <a:schemeClr val="bg1"/>
                </a:solidFill>
              </a:rPr>
              <a:t>2019-2020</a:t>
            </a:r>
          </a:p>
        </p:txBody>
      </p:sp>
      <p:sp>
        <p:nvSpPr>
          <p:cNvPr id="66" name="Flowchart: Alternate Process 65">
            <a:extLst>
              <a:ext uri="{FF2B5EF4-FFF2-40B4-BE49-F238E27FC236}">
                <a16:creationId xmlns:a16="http://schemas.microsoft.com/office/drawing/2014/main" id="{E6F440BE-C0F7-6832-4BC6-18BA0B4E03EF}"/>
              </a:ext>
            </a:extLst>
          </p:cNvPr>
          <p:cNvSpPr/>
          <p:nvPr/>
        </p:nvSpPr>
        <p:spPr bwMode="gray">
          <a:xfrm>
            <a:off x="5126874" y="3545959"/>
            <a:ext cx="1657166" cy="355798"/>
          </a:xfrm>
          <a:prstGeom prst="flowChartAlternateProcess">
            <a:avLst/>
          </a:prstGeom>
          <a:solidFill>
            <a:schemeClr val="accent2">
              <a:lumMod val="50000"/>
            </a:schemeClr>
          </a:solidFill>
          <a:ln w="19050" algn="ctr">
            <a:solidFill>
              <a:schemeClr val="tx1">
                <a:lumMod val="85000"/>
                <a:lumOff val="15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noProof="0">
                <a:solidFill>
                  <a:schemeClr val="bg1"/>
                </a:solidFill>
              </a:rPr>
              <a:t>2020-2021</a:t>
            </a:r>
          </a:p>
        </p:txBody>
      </p:sp>
      <p:sp>
        <p:nvSpPr>
          <p:cNvPr id="69" name="Flowchart: Alternate Process 68">
            <a:extLst>
              <a:ext uri="{FF2B5EF4-FFF2-40B4-BE49-F238E27FC236}">
                <a16:creationId xmlns:a16="http://schemas.microsoft.com/office/drawing/2014/main" id="{0A778726-90D7-6AD0-D608-8DD44D00D2F9}"/>
              </a:ext>
            </a:extLst>
          </p:cNvPr>
          <p:cNvSpPr/>
          <p:nvPr/>
        </p:nvSpPr>
        <p:spPr bwMode="gray">
          <a:xfrm>
            <a:off x="7454248" y="3545959"/>
            <a:ext cx="1657166" cy="355798"/>
          </a:xfrm>
          <a:prstGeom prst="flowChartAlternateProcess">
            <a:avLst/>
          </a:prstGeom>
          <a:solidFill>
            <a:schemeClr val="accent2">
              <a:lumMod val="50000"/>
            </a:schemeClr>
          </a:solidFill>
          <a:ln w="19050" algn="ctr">
            <a:solidFill>
              <a:schemeClr val="tx1">
                <a:lumMod val="85000"/>
                <a:lumOff val="15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noProof="0">
                <a:solidFill>
                  <a:schemeClr val="bg1"/>
                </a:solidFill>
              </a:rPr>
              <a:t>2021 - Ongoing</a:t>
            </a:r>
          </a:p>
        </p:txBody>
      </p:sp>
      <p:sp>
        <p:nvSpPr>
          <p:cNvPr id="70" name="Flowchart: Alternate Process 69">
            <a:extLst>
              <a:ext uri="{FF2B5EF4-FFF2-40B4-BE49-F238E27FC236}">
                <a16:creationId xmlns:a16="http://schemas.microsoft.com/office/drawing/2014/main" id="{1E1FDB78-BA21-04B7-EDC3-59D625093A93}"/>
              </a:ext>
            </a:extLst>
          </p:cNvPr>
          <p:cNvSpPr/>
          <p:nvPr/>
        </p:nvSpPr>
        <p:spPr bwMode="gray">
          <a:xfrm>
            <a:off x="9836051" y="3544863"/>
            <a:ext cx="1657166" cy="355798"/>
          </a:xfrm>
          <a:prstGeom prst="flowChartAlternateProcess">
            <a:avLst/>
          </a:prstGeom>
          <a:solidFill>
            <a:schemeClr val="accent2">
              <a:lumMod val="50000"/>
            </a:schemeClr>
          </a:solidFill>
          <a:ln w="19050" algn="ctr">
            <a:solidFill>
              <a:schemeClr val="tx1">
                <a:lumMod val="85000"/>
                <a:lumOff val="15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noProof="0">
                <a:solidFill>
                  <a:schemeClr val="bg1"/>
                </a:solidFill>
              </a:rPr>
              <a:t>2023 - Ongoing</a:t>
            </a:r>
          </a:p>
        </p:txBody>
      </p:sp>
      <p:graphicFrame>
        <p:nvGraphicFramePr>
          <p:cNvPr id="12" name="Object 11" hidden="1"/>
          <p:cNvGraphicFramePr>
            <a:graphicFrameLocks noChangeAspect="1"/>
          </p:cNvGraphicFramePr>
          <p:nvPr>
            <p:custDataLst>
              <p:tags r:id="rId2"/>
            </p:custDataLst>
            <p:extLst>
              <p:ext uri="{D42A27DB-BD31-4B8C-83A1-F6EECF244321}">
                <p14:modId xmlns:p14="http://schemas.microsoft.com/office/powerpoint/2010/main" val="2850902599"/>
              </p:ext>
            </p:extLst>
          </p:nvPr>
        </p:nvGraphicFramePr>
        <p:xfrm>
          <a:off x="1401" y="1401"/>
          <a:ext cx="1401" cy="1401"/>
        </p:xfrm>
        <a:graphic>
          <a:graphicData uri="http://schemas.openxmlformats.org/presentationml/2006/ole">
            <mc:AlternateContent xmlns:mc="http://schemas.openxmlformats.org/markup-compatibility/2006">
              <mc:Choice xmlns:v="urn:schemas-microsoft-com:vml" Requires="v">
                <p:oleObj spid="_x0000_s239617" name="think-cell Slide" r:id="rId5" imgW="470" imgH="469" progId="TCLayout.ActiveDocument.1">
                  <p:embed/>
                </p:oleObj>
              </mc:Choice>
              <mc:Fallback>
                <p:oleObj name="think-cell Slide" r:id="rId5" imgW="470" imgH="469" progId="TCLayout.ActiveDocument.1">
                  <p:embed/>
                  <p:pic>
                    <p:nvPicPr>
                      <p:cNvPr id="12" name="Object 11" hidden="1"/>
                      <p:cNvPicPr/>
                      <p:nvPr/>
                    </p:nvPicPr>
                    <p:blipFill>
                      <a:blip r:embed="rId6"/>
                      <a:stretch>
                        <a:fillRect/>
                      </a:stretch>
                    </p:blipFill>
                    <p:spPr>
                      <a:xfrm>
                        <a:off x="1401" y="1401"/>
                        <a:ext cx="1401" cy="1401"/>
                      </a:xfrm>
                      <a:prstGeom prst="rect">
                        <a:avLst/>
                      </a:prstGeom>
                    </p:spPr>
                  </p:pic>
                </p:oleObj>
              </mc:Fallback>
            </mc:AlternateContent>
          </a:graphicData>
        </a:graphic>
      </p:graphicFrame>
      <p:sp>
        <p:nvSpPr>
          <p:cNvPr id="75" name="Oval 74">
            <a:extLst>
              <a:ext uri="{FF2B5EF4-FFF2-40B4-BE49-F238E27FC236}">
                <a16:creationId xmlns:a16="http://schemas.microsoft.com/office/drawing/2014/main" id="{634145FA-3074-1B44-BAD2-D270A63EC32C}"/>
              </a:ext>
            </a:extLst>
          </p:cNvPr>
          <p:cNvSpPr/>
          <p:nvPr/>
        </p:nvSpPr>
        <p:spPr bwMode="gray">
          <a:xfrm>
            <a:off x="10535234" y="3447631"/>
            <a:ext cx="189503" cy="177751"/>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74" name="Oval 73">
            <a:extLst>
              <a:ext uri="{FF2B5EF4-FFF2-40B4-BE49-F238E27FC236}">
                <a16:creationId xmlns:a16="http://schemas.microsoft.com/office/drawing/2014/main" id="{FC3416E7-CC45-923F-0270-AAAE72218566}"/>
              </a:ext>
            </a:extLst>
          </p:cNvPr>
          <p:cNvSpPr/>
          <p:nvPr/>
        </p:nvSpPr>
        <p:spPr bwMode="gray">
          <a:xfrm>
            <a:off x="8178422" y="3827941"/>
            <a:ext cx="189503" cy="177751"/>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73" name="Oval 72">
            <a:extLst>
              <a:ext uri="{FF2B5EF4-FFF2-40B4-BE49-F238E27FC236}">
                <a16:creationId xmlns:a16="http://schemas.microsoft.com/office/drawing/2014/main" id="{DAC4FAF3-D9BB-1454-F4F9-BF7A76170BE2}"/>
              </a:ext>
            </a:extLst>
          </p:cNvPr>
          <p:cNvSpPr/>
          <p:nvPr/>
        </p:nvSpPr>
        <p:spPr bwMode="gray">
          <a:xfrm>
            <a:off x="5869850" y="3437584"/>
            <a:ext cx="189503" cy="177751"/>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72" name="Oval 71">
            <a:extLst>
              <a:ext uri="{FF2B5EF4-FFF2-40B4-BE49-F238E27FC236}">
                <a16:creationId xmlns:a16="http://schemas.microsoft.com/office/drawing/2014/main" id="{993738B3-6ED6-51E2-B186-483D73581DE7}"/>
              </a:ext>
            </a:extLst>
          </p:cNvPr>
          <p:cNvSpPr/>
          <p:nvPr/>
        </p:nvSpPr>
        <p:spPr bwMode="gray">
          <a:xfrm>
            <a:off x="3637917" y="3827874"/>
            <a:ext cx="189503" cy="177751"/>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71" name="Oval 70">
            <a:extLst>
              <a:ext uri="{FF2B5EF4-FFF2-40B4-BE49-F238E27FC236}">
                <a16:creationId xmlns:a16="http://schemas.microsoft.com/office/drawing/2014/main" id="{543FA49A-6598-58F5-7297-8407379B5A9C}"/>
              </a:ext>
            </a:extLst>
          </p:cNvPr>
          <p:cNvSpPr/>
          <p:nvPr/>
        </p:nvSpPr>
        <p:spPr bwMode="gray">
          <a:xfrm>
            <a:off x="1404255" y="3438575"/>
            <a:ext cx="189503" cy="177751"/>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13" name="Rectangle 12" hidden="1"/>
          <p:cNvSpPr/>
          <p:nvPr>
            <p:custDataLst>
              <p:tags r:id="rId3"/>
            </p:custDataLst>
          </p:nvPr>
        </p:nvSpPr>
        <p:spPr bwMode="gray">
          <a:xfrm>
            <a:off x="0" y="0"/>
            <a:ext cx="140074" cy="140074"/>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a:spcBef>
                <a:spcPct val="0"/>
              </a:spcBef>
              <a:spcAft>
                <a:spcPct val="0"/>
              </a:spcAft>
              <a:buFont typeface="Wingdings 2" pitchFamily="18" charset="2"/>
              <a:buNone/>
            </a:pPr>
            <a:endParaRPr lang="en-US" sz="1941" b="1">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p:txBody>
          <a:bodyPr vert="horz"/>
          <a:lstStyle/>
          <a:p>
            <a:r>
              <a:rPr lang="en-US"/>
              <a:t>Our Association with WBSEDCL</a:t>
            </a:r>
            <a:endParaRPr lang="en-IN"/>
          </a:p>
        </p:txBody>
      </p:sp>
      <p:sp>
        <p:nvSpPr>
          <p:cNvPr id="38" name="Isosceles Triangle 37">
            <a:extLst>
              <a:ext uri="{FF2B5EF4-FFF2-40B4-BE49-F238E27FC236}">
                <a16:creationId xmlns:a16="http://schemas.microsoft.com/office/drawing/2014/main" id="{F793C0E2-1D53-4F6E-89B2-6335B50CA752}"/>
              </a:ext>
            </a:extLst>
          </p:cNvPr>
          <p:cNvSpPr/>
          <p:nvPr/>
        </p:nvSpPr>
        <p:spPr bwMode="gray">
          <a:xfrm rot="5400000">
            <a:off x="2283259" y="3659114"/>
            <a:ext cx="731520" cy="189502"/>
          </a:xfrm>
          <a:prstGeom prst="triangle">
            <a:avLst/>
          </a:prstGeom>
          <a:solidFill>
            <a:srgbClr val="046A38"/>
          </a:solidFill>
          <a:ln w="19050" algn="ctr">
            <a:noFill/>
            <a:miter lim="800000"/>
            <a:headEnd/>
            <a:tailEnd/>
          </a:ln>
        </p:spPr>
        <p:txBody>
          <a:bodyPr wrap="square" lIns="88900" tIns="88900" rIns="88900" bIns="889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endParaRPr lang="en-IN" sz="1600" b="1">
              <a:solidFill>
                <a:schemeClr val="bg1"/>
              </a:solidFill>
            </a:endParaRPr>
          </a:p>
        </p:txBody>
      </p:sp>
      <p:sp>
        <p:nvSpPr>
          <p:cNvPr id="50" name="Rectangle: Rounded Corners 49">
            <a:extLst>
              <a:ext uri="{FF2B5EF4-FFF2-40B4-BE49-F238E27FC236}">
                <a16:creationId xmlns:a16="http://schemas.microsoft.com/office/drawing/2014/main" id="{47B7609F-4A5A-7EF7-7986-4EE5959F0F3A}"/>
              </a:ext>
            </a:extLst>
          </p:cNvPr>
          <p:cNvSpPr/>
          <p:nvPr/>
        </p:nvSpPr>
        <p:spPr bwMode="gray">
          <a:xfrm>
            <a:off x="177394" y="1046291"/>
            <a:ext cx="2651760" cy="2011680"/>
          </a:xfrm>
          <a:prstGeom prst="roundRect">
            <a:avLst/>
          </a:prstGeom>
          <a:noFill/>
          <a:ln w="6350" algn="ctr">
            <a:solidFill>
              <a:schemeClr val="accent2">
                <a:lumMod val="75000"/>
              </a:schemeClr>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GB" sz="1200">
                <a:effectLst/>
                <a:ea typeface="Times New Roman" panose="02020603050405020304" pitchFamily="18" charset="0"/>
                <a:cs typeface="Arial" panose="020B0604020202020204" pitchFamily="34" charset="0"/>
              </a:rPr>
              <a:t>Consultancy services for providing assistance to WBSEDCL in all regulatory areas on retainership basis</a:t>
            </a:r>
            <a:endParaRPr lang="en-US" sz="1200" b="1" noProof="0" err="1"/>
          </a:p>
        </p:txBody>
      </p:sp>
      <p:sp>
        <p:nvSpPr>
          <p:cNvPr id="52" name="Rectangle: Rounded Corners 51">
            <a:extLst>
              <a:ext uri="{FF2B5EF4-FFF2-40B4-BE49-F238E27FC236}">
                <a16:creationId xmlns:a16="http://schemas.microsoft.com/office/drawing/2014/main" id="{B5C9F8A3-BBCF-DC71-BE63-0486C47BBF7D}"/>
              </a:ext>
            </a:extLst>
          </p:cNvPr>
          <p:cNvSpPr/>
          <p:nvPr/>
        </p:nvSpPr>
        <p:spPr bwMode="gray">
          <a:xfrm>
            <a:off x="2408365" y="4466215"/>
            <a:ext cx="2651760" cy="2011680"/>
          </a:xfrm>
          <a:prstGeom prst="roundRect">
            <a:avLst/>
          </a:prstGeom>
          <a:noFill/>
          <a:ln w="6350" algn="ctr">
            <a:solidFill>
              <a:schemeClr val="accent2">
                <a:lumMod val="75000"/>
              </a:schemeClr>
            </a:solidFill>
            <a:prstDash val="lgDash"/>
            <a:miter lim="800000"/>
            <a:headEnd/>
            <a:tailEnd/>
          </a:ln>
        </p:spPr>
        <p:txBody>
          <a:bodyPr wrap="square" lIns="88900" tIns="88900" rIns="88900" bIns="88900" rtlCol="0" anchor="ctr"/>
          <a:lstStyle/>
          <a:p>
            <a:pPr algn="ctr">
              <a:lnSpc>
                <a:spcPct val="106000"/>
              </a:lnSpc>
            </a:pPr>
            <a:r>
              <a:rPr lang="en-US" sz="1200">
                <a:cs typeface="Arial" panose="020B0604020202020204" pitchFamily="34" charset="0"/>
              </a:rPr>
              <a:t>World Bank Project with respect to Financial health Assessment of WBSEDCL</a:t>
            </a:r>
            <a:endParaRPr lang="en-US" sz="1200" err="1">
              <a:cs typeface="Arial" panose="020B0604020202020204" pitchFamily="34" charset="0"/>
            </a:endParaRPr>
          </a:p>
        </p:txBody>
      </p:sp>
      <p:sp>
        <p:nvSpPr>
          <p:cNvPr id="55" name="Isosceles Triangle 54">
            <a:extLst>
              <a:ext uri="{FF2B5EF4-FFF2-40B4-BE49-F238E27FC236}">
                <a16:creationId xmlns:a16="http://schemas.microsoft.com/office/drawing/2014/main" id="{2E77472B-EF29-E2B6-1717-E011FB8A3DA0}"/>
              </a:ext>
            </a:extLst>
          </p:cNvPr>
          <p:cNvSpPr/>
          <p:nvPr/>
        </p:nvSpPr>
        <p:spPr bwMode="gray">
          <a:xfrm rot="5400000">
            <a:off x="4572578" y="3654648"/>
            <a:ext cx="731520" cy="189502"/>
          </a:xfrm>
          <a:prstGeom prst="triangle">
            <a:avLst/>
          </a:prstGeom>
          <a:solidFill>
            <a:srgbClr val="046A38"/>
          </a:solidFill>
          <a:ln w="19050" algn="ctr">
            <a:noFill/>
            <a:miter lim="800000"/>
            <a:headEnd/>
            <a:tailEnd/>
          </a:ln>
        </p:spPr>
        <p:txBody>
          <a:bodyPr wrap="square" lIns="88900" tIns="88900" rIns="88900" bIns="889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endParaRPr lang="en-IN" sz="1600" b="1">
              <a:solidFill>
                <a:schemeClr val="bg1"/>
              </a:solidFill>
            </a:endParaRPr>
          </a:p>
        </p:txBody>
      </p:sp>
      <p:sp>
        <p:nvSpPr>
          <p:cNvPr id="57" name="Rectangle: Rounded Corners 56">
            <a:extLst>
              <a:ext uri="{FF2B5EF4-FFF2-40B4-BE49-F238E27FC236}">
                <a16:creationId xmlns:a16="http://schemas.microsoft.com/office/drawing/2014/main" id="{A09934A2-2E4C-AB80-32B7-3687BC43F68F}"/>
              </a:ext>
            </a:extLst>
          </p:cNvPr>
          <p:cNvSpPr/>
          <p:nvPr/>
        </p:nvSpPr>
        <p:spPr bwMode="gray">
          <a:xfrm>
            <a:off x="4664346" y="959640"/>
            <a:ext cx="2651760" cy="2011680"/>
          </a:xfrm>
          <a:prstGeom prst="roundRect">
            <a:avLst/>
          </a:prstGeom>
          <a:noFill/>
          <a:ln w="6350" algn="ctr">
            <a:solidFill>
              <a:schemeClr val="accent2">
                <a:lumMod val="75000"/>
              </a:schemeClr>
            </a:solidFill>
            <a:prstDash val="lgDash"/>
            <a:miter lim="800000"/>
            <a:headEnd/>
            <a:tailEnd/>
          </a:ln>
        </p:spPr>
        <p:txBody>
          <a:bodyPr wrap="square" lIns="88900" tIns="88900" rIns="88900" bIns="88900" rtlCol="0" anchor="ctr"/>
          <a:lstStyle/>
          <a:p>
            <a:pPr algn="ctr">
              <a:lnSpc>
                <a:spcPct val="106000"/>
              </a:lnSpc>
            </a:pPr>
            <a:r>
              <a:rPr lang="en-US" sz="1200">
                <a:cs typeface="Arial" panose="020B0604020202020204" pitchFamily="34" charset="0"/>
              </a:rPr>
              <a:t>World Bank Project on Impact Assessment of Energy Transition w.r.t WBSEDCL</a:t>
            </a:r>
            <a:endParaRPr lang="en-US" sz="1200" err="1">
              <a:cs typeface="Arial" panose="020B0604020202020204" pitchFamily="34" charset="0"/>
            </a:endParaRPr>
          </a:p>
        </p:txBody>
      </p:sp>
      <p:sp>
        <p:nvSpPr>
          <p:cNvPr id="59" name="Isosceles Triangle 58">
            <a:extLst>
              <a:ext uri="{FF2B5EF4-FFF2-40B4-BE49-F238E27FC236}">
                <a16:creationId xmlns:a16="http://schemas.microsoft.com/office/drawing/2014/main" id="{CFEC140C-A176-36C8-3657-6C17E52C9FDC}"/>
              </a:ext>
            </a:extLst>
          </p:cNvPr>
          <p:cNvSpPr/>
          <p:nvPr/>
        </p:nvSpPr>
        <p:spPr bwMode="gray">
          <a:xfrm rot="5400000">
            <a:off x="6749292" y="3652172"/>
            <a:ext cx="731520" cy="189502"/>
          </a:xfrm>
          <a:prstGeom prst="triangle">
            <a:avLst/>
          </a:prstGeom>
          <a:solidFill>
            <a:srgbClr val="046A38"/>
          </a:solidFill>
          <a:ln w="19050" algn="ctr">
            <a:noFill/>
            <a:miter lim="800000"/>
            <a:headEnd/>
            <a:tailEnd/>
          </a:ln>
        </p:spPr>
        <p:txBody>
          <a:bodyPr wrap="square" lIns="88900" tIns="88900" rIns="88900" bIns="889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endParaRPr lang="en-IN" sz="1600" b="1">
              <a:solidFill>
                <a:schemeClr val="bg1"/>
              </a:solidFill>
            </a:endParaRPr>
          </a:p>
        </p:txBody>
      </p:sp>
      <p:sp>
        <p:nvSpPr>
          <p:cNvPr id="62" name="Rectangle: Rounded Corners 61">
            <a:extLst>
              <a:ext uri="{FF2B5EF4-FFF2-40B4-BE49-F238E27FC236}">
                <a16:creationId xmlns:a16="http://schemas.microsoft.com/office/drawing/2014/main" id="{A841618E-49F0-2B59-6B92-F3C2EFD850ED}"/>
              </a:ext>
            </a:extLst>
          </p:cNvPr>
          <p:cNvSpPr/>
          <p:nvPr/>
        </p:nvSpPr>
        <p:spPr bwMode="gray">
          <a:xfrm>
            <a:off x="6972595" y="4429156"/>
            <a:ext cx="2651760" cy="2011680"/>
          </a:xfrm>
          <a:prstGeom prst="roundRect">
            <a:avLst/>
          </a:prstGeom>
          <a:noFill/>
          <a:ln w="6350" algn="ctr">
            <a:solidFill>
              <a:schemeClr val="accent2">
                <a:lumMod val="75000"/>
              </a:schemeClr>
            </a:solidFill>
            <a:prstDash val="lgDash"/>
            <a:miter lim="800000"/>
            <a:headEnd/>
            <a:tailEnd/>
          </a:ln>
        </p:spPr>
        <p:txBody>
          <a:bodyPr wrap="square" lIns="88900" tIns="88900" rIns="88900" bIns="88900" rtlCol="0" anchor="ctr"/>
          <a:lstStyle/>
          <a:p>
            <a:pPr>
              <a:lnSpc>
                <a:spcPct val="106000"/>
              </a:lnSpc>
            </a:pPr>
            <a:r>
              <a:rPr lang="en-US" sz="1200">
                <a:cs typeface="Arial" panose="020B0604020202020204" pitchFamily="34" charset="0"/>
              </a:rPr>
              <a:t>Engagement by WB Dept. of Power. Major assignments/ support given w.r.t WBSEDCL inter alia:</a:t>
            </a:r>
          </a:p>
          <a:p>
            <a:pPr marL="171450" indent="-171450">
              <a:lnSpc>
                <a:spcPct val="106000"/>
              </a:lnSpc>
              <a:buFont typeface="Arial" panose="020B0604020202020204" pitchFamily="34" charset="0"/>
              <a:buChar char="•"/>
            </a:pPr>
            <a:r>
              <a:rPr lang="en-US" sz="1200">
                <a:cs typeface="Arial" panose="020B0604020202020204" pitchFamily="34" charset="0"/>
              </a:rPr>
              <a:t>As-is Study of Operations and processes</a:t>
            </a:r>
          </a:p>
          <a:p>
            <a:pPr marL="171450" indent="-171450">
              <a:lnSpc>
                <a:spcPct val="106000"/>
              </a:lnSpc>
              <a:buFont typeface="Arial" panose="020B0604020202020204" pitchFamily="34" charset="0"/>
              <a:buChar char="•"/>
            </a:pPr>
            <a:r>
              <a:rPr lang="en-US" sz="1200">
                <a:cs typeface="Arial" panose="020B0604020202020204" pitchFamily="34" charset="0"/>
              </a:rPr>
              <a:t>RDSS Action Plan</a:t>
            </a:r>
          </a:p>
          <a:p>
            <a:pPr marL="171450" indent="-171450">
              <a:lnSpc>
                <a:spcPct val="106000"/>
              </a:lnSpc>
              <a:buFont typeface="Arial" panose="020B0604020202020204" pitchFamily="34" charset="0"/>
              <a:buChar char="•"/>
            </a:pPr>
            <a:r>
              <a:rPr lang="en-US" sz="1200">
                <a:cs typeface="Arial" panose="020B0604020202020204" pitchFamily="34" charset="0"/>
              </a:rPr>
              <a:t>Additional Borrowing</a:t>
            </a:r>
          </a:p>
          <a:p>
            <a:pPr marL="171450" indent="-171450">
              <a:lnSpc>
                <a:spcPct val="106000"/>
              </a:lnSpc>
              <a:buFont typeface="Arial" panose="020B0604020202020204" pitchFamily="34" charset="0"/>
              <a:buChar char="•"/>
            </a:pPr>
            <a:r>
              <a:rPr lang="en-US" sz="1200">
                <a:cs typeface="Arial" panose="020B0604020202020204" pitchFamily="34" charset="0"/>
              </a:rPr>
              <a:t>Policy draft support</a:t>
            </a:r>
          </a:p>
        </p:txBody>
      </p:sp>
      <p:sp>
        <p:nvSpPr>
          <p:cNvPr id="63" name="Rectangle: Rounded Corners 62">
            <a:extLst>
              <a:ext uri="{FF2B5EF4-FFF2-40B4-BE49-F238E27FC236}">
                <a16:creationId xmlns:a16="http://schemas.microsoft.com/office/drawing/2014/main" id="{B1645582-ADED-57E3-9F52-832BCF5CB9EA}"/>
              </a:ext>
            </a:extLst>
          </p:cNvPr>
          <p:cNvSpPr/>
          <p:nvPr/>
        </p:nvSpPr>
        <p:spPr bwMode="gray">
          <a:xfrm>
            <a:off x="9301738" y="990394"/>
            <a:ext cx="2651760" cy="2011680"/>
          </a:xfrm>
          <a:prstGeom prst="roundRect">
            <a:avLst/>
          </a:prstGeom>
          <a:noFill/>
          <a:ln w="6350" algn="ctr">
            <a:solidFill>
              <a:schemeClr val="accent2">
                <a:lumMod val="75000"/>
              </a:schemeClr>
            </a:solidFill>
            <a:prstDash val="lgDash"/>
            <a:miter lim="800000"/>
            <a:headEnd/>
            <a:tailEnd/>
          </a:ln>
        </p:spPr>
        <p:txBody>
          <a:bodyPr wrap="square" lIns="88900" tIns="88900" rIns="88900" bIns="88900" rtlCol="0" anchor="ctr"/>
          <a:lstStyle/>
          <a:p>
            <a:pPr algn="ctr">
              <a:lnSpc>
                <a:spcPct val="106000"/>
              </a:lnSpc>
            </a:pPr>
            <a:r>
              <a:rPr lang="en-US" sz="1200">
                <a:latin typeface="Verdana" panose="020B0604030504040204" pitchFamily="34" charset="0"/>
                <a:cs typeface="Arial" panose="020B0604020202020204" pitchFamily="34" charset="0"/>
              </a:rPr>
              <a:t>EV Accelerator Cell</a:t>
            </a:r>
          </a:p>
        </p:txBody>
      </p:sp>
      <p:cxnSp>
        <p:nvCxnSpPr>
          <p:cNvPr id="81" name="Straight Connector 80">
            <a:extLst>
              <a:ext uri="{FF2B5EF4-FFF2-40B4-BE49-F238E27FC236}">
                <a16:creationId xmlns:a16="http://schemas.microsoft.com/office/drawing/2014/main" id="{FA93EFF9-62EE-DA8E-FB9B-7D732E6B8612}"/>
              </a:ext>
            </a:extLst>
          </p:cNvPr>
          <p:cNvCxnSpPr/>
          <p:nvPr/>
        </p:nvCxnSpPr>
        <p:spPr>
          <a:xfrm>
            <a:off x="1491350" y="3006124"/>
            <a:ext cx="0" cy="4358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2A49C18-E362-D793-82AC-0EF3AA246348}"/>
              </a:ext>
            </a:extLst>
          </p:cNvPr>
          <p:cNvCxnSpPr/>
          <p:nvPr/>
        </p:nvCxnSpPr>
        <p:spPr>
          <a:xfrm>
            <a:off x="3726710" y="3993300"/>
            <a:ext cx="0" cy="4358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1FCBBBC4-425A-9A33-90B9-7152FEA6CCAB}"/>
              </a:ext>
            </a:extLst>
          </p:cNvPr>
          <p:cNvCxnSpPr/>
          <p:nvPr/>
        </p:nvCxnSpPr>
        <p:spPr>
          <a:xfrm>
            <a:off x="5955457" y="2983281"/>
            <a:ext cx="0" cy="4358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93BFE05E-83AD-3819-49D8-C315CACF3779}"/>
              </a:ext>
            </a:extLst>
          </p:cNvPr>
          <p:cNvCxnSpPr/>
          <p:nvPr/>
        </p:nvCxnSpPr>
        <p:spPr>
          <a:xfrm>
            <a:off x="8265186" y="3993300"/>
            <a:ext cx="0" cy="4358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B6ECE3E3-0896-E840-8719-526F246C4B19}"/>
              </a:ext>
            </a:extLst>
          </p:cNvPr>
          <p:cNvCxnSpPr/>
          <p:nvPr/>
        </p:nvCxnSpPr>
        <p:spPr>
          <a:xfrm>
            <a:off x="10635644" y="3011775"/>
            <a:ext cx="0" cy="4358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Isosceles Triangle 13">
            <a:extLst>
              <a:ext uri="{FF2B5EF4-FFF2-40B4-BE49-F238E27FC236}">
                <a16:creationId xmlns:a16="http://schemas.microsoft.com/office/drawing/2014/main" id="{B18BE428-B4B8-9175-7059-0058DD37D913}"/>
              </a:ext>
            </a:extLst>
          </p:cNvPr>
          <p:cNvSpPr/>
          <p:nvPr/>
        </p:nvSpPr>
        <p:spPr bwMode="gray">
          <a:xfrm rot="5400000">
            <a:off x="9147179" y="3642529"/>
            <a:ext cx="731520" cy="189502"/>
          </a:xfrm>
          <a:prstGeom prst="triangle">
            <a:avLst/>
          </a:prstGeom>
          <a:solidFill>
            <a:srgbClr val="046A38"/>
          </a:solidFill>
          <a:ln w="19050" algn="ctr">
            <a:noFill/>
            <a:miter lim="800000"/>
            <a:headEnd/>
            <a:tailEnd/>
          </a:ln>
        </p:spPr>
        <p:txBody>
          <a:bodyPr wrap="square" lIns="88900" tIns="88900" rIns="88900" bIns="889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endParaRPr lang="en-IN" sz="1600" b="1">
              <a:solidFill>
                <a:schemeClr val="bg1"/>
              </a:solidFill>
            </a:endParaRPr>
          </a:p>
        </p:txBody>
      </p:sp>
      <p:sp>
        <p:nvSpPr>
          <p:cNvPr id="17" name="Isosceles Triangle 16">
            <a:extLst>
              <a:ext uri="{FF2B5EF4-FFF2-40B4-BE49-F238E27FC236}">
                <a16:creationId xmlns:a16="http://schemas.microsoft.com/office/drawing/2014/main" id="{031BD1A0-82ED-57F5-07F8-2E06C961A74D}"/>
              </a:ext>
            </a:extLst>
          </p:cNvPr>
          <p:cNvSpPr/>
          <p:nvPr/>
        </p:nvSpPr>
        <p:spPr bwMode="gray">
          <a:xfrm rot="5400000">
            <a:off x="2333489" y="3640303"/>
            <a:ext cx="548640" cy="189502"/>
          </a:xfrm>
          <a:prstGeom prst="triangle">
            <a:avLst/>
          </a:prstGeom>
          <a:solidFill>
            <a:srgbClr val="046A38"/>
          </a:solidFill>
          <a:ln w="19050" algn="ctr">
            <a:noFill/>
            <a:miter lim="800000"/>
            <a:headEnd/>
            <a:tailEnd/>
          </a:ln>
        </p:spPr>
        <p:txBody>
          <a:bodyPr wrap="square" lIns="88900" tIns="88900" rIns="88900" bIns="889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endParaRPr lang="en-IN" sz="1600" b="1">
              <a:solidFill>
                <a:schemeClr val="bg1"/>
              </a:solidFill>
            </a:endParaRPr>
          </a:p>
        </p:txBody>
      </p:sp>
      <p:sp>
        <p:nvSpPr>
          <p:cNvPr id="18" name="Isosceles Triangle 17">
            <a:extLst>
              <a:ext uri="{FF2B5EF4-FFF2-40B4-BE49-F238E27FC236}">
                <a16:creationId xmlns:a16="http://schemas.microsoft.com/office/drawing/2014/main" id="{18B95B3B-B3CA-ABEF-0828-402A3C2D71D7}"/>
              </a:ext>
            </a:extLst>
          </p:cNvPr>
          <p:cNvSpPr/>
          <p:nvPr/>
        </p:nvSpPr>
        <p:spPr bwMode="gray">
          <a:xfrm rot="5400000">
            <a:off x="4622808" y="3640303"/>
            <a:ext cx="548640" cy="189502"/>
          </a:xfrm>
          <a:prstGeom prst="triangle">
            <a:avLst/>
          </a:prstGeom>
          <a:solidFill>
            <a:srgbClr val="046A38"/>
          </a:solidFill>
          <a:ln w="19050" algn="ctr">
            <a:noFill/>
            <a:miter lim="800000"/>
            <a:headEnd/>
            <a:tailEnd/>
          </a:ln>
        </p:spPr>
        <p:txBody>
          <a:bodyPr wrap="square" lIns="88900" tIns="88900" rIns="88900" bIns="889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endParaRPr lang="en-IN" sz="1600" b="1">
              <a:solidFill>
                <a:schemeClr val="bg1"/>
              </a:solidFill>
            </a:endParaRPr>
          </a:p>
        </p:txBody>
      </p:sp>
      <p:sp>
        <p:nvSpPr>
          <p:cNvPr id="19" name="Isosceles Triangle 18">
            <a:extLst>
              <a:ext uri="{FF2B5EF4-FFF2-40B4-BE49-F238E27FC236}">
                <a16:creationId xmlns:a16="http://schemas.microsoft.com/office/drawing/2014/main" id="{C6CF09FF-445D-0750-16B6-54F95BC108A6}"/>
              </a:ext>
            </a:extLst>
          </p:cNvPr>
          <p:cNvSpPr/>
          <p:nvPr/>
        </p:nvSpPr>
        <p:spPr bwMode="gray">
          <a:xfrm rot="5400000">
            <a:off x="6799522" y="3640303"/>
            <a:ext cx="548640" cy="189502"/>
          </a:xfrm>
          <a:prstGeom prst="triangle">
            <a:avLst/>
          </a:prstGeom>
          <a:solidFill>
            <a:srgbClr val="046A38"/>
          </a:solidFill>
          <a:ln w="19050" algn="ctr">
            <a:noFill/>
            <a:miter lim="800000"/>
            <a:headEnd/>
            <a:tailEnd/>
          </a:ln>
        </p:spPr>
        <p:txBody>
          <a:bodyPr wrap="square" lIns="88900" tIns="88900" rIns="88900" bIns="889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endParaRPr lang="en-IN" sz="1600" b="1">
              <a:solidFill>
                <a:schemeClr val="bg1"/>
              </a:solidFill>
            </a:endParaRPr>
          </a:p>
        </p:txBody>
      </p:sp>
      <p:sp>
        <p:nvSpPr>
          <p:cNvPr id="20" name="Isosceles Triangle 19">
            <a:extLst>
              <a:ext uri="{FF2B5EF4-FFF2-40B4-BE49-F238E27FC236}">
                <a16:creationId xmlns:a16="http://schemas.microsoft.com/office/drawing/2014/main" id="{F5224E2F-6729-3764-5079-5A475DA9CA26}"/>
              </a:ext>
            </a:extLst>
          </p:cNvPr>
          <p:cNvSpPr/>
          <p:nvPr/>
        </p:nvSpPr>
        <p:spPr bwMode="gray">
          <a:xfrm rot="5400000">
            <a:off x="9197409" y="3640303"/>
            <a:ext cx="548640" cy="189502"/>
          </a:xfrm>
          <a:prstGeom prst="triangle">
            <a:avLst/>
          </a:prstGeom>
          <a:solidFill>
            <a:srgbClr val="046A38"/>
          </a:solidFill>
          <a:ln w="19050" algn="ctr">
            <a:noFill/>
            <a:miter lim="800000"/>
            <a:headEnd/>
            <a:tailEnd/>
          </a:ln>
        </p:spPr>
        <p:txBody>
          <a:bodyPr wrap="square" lIns="88900" tIns="88900" rIns="88900" bIns="889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endParaRPr lang="en-IN" sz="1600" b="1">
              <a:solidFill>
                <a:schemeClr val="bg1"/>
              </a:solidFill>
            </a:endParaRPr>
          </a:p>
        </p:txBody>
      </p:sp>
    </p:spTree>
    <p:extLst>
      <p:ext uri="{BB962C8B-B14F-4D97-AF65-F5344CB8AC3E}">
        <p14:creationId xmlns:p14="http://schemas.microsoft.com/office/powerpoint/2010/main" val="236111645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DB63B2-238D-4B76-AAF8-404000511533}"/>
              </a:ext>
            </a:extLst>
          </p:cNvPr>
          <p:cNvSpPr>
            <a:spLocks noGrp="1"/>
          </p:cNvSpPr>
          <p:nvPr>
            <p:ph type="body" idx="1"/>
          </p:nvPr>
        </p:nvSpPr>
        <p:spPr>
          <a:xfrm>
            <a:off x="-42581" y="2645735"/>
            <a:ext cx="6200214" cy="1566532"/>
          </a:xfrm>
        </p:spPr>
        <p:txBody>
          <a:bodyPr anchor="ctr">
            <a:normAutofit/>
          </a:bodyPr>
          <a:lstStyle/>
          <a:p>
            <a:pPr>
              <a:spcAft>
                <a:spcPts val="600"/>
              </a:spcAft>
            </a:pPr>
            <a:r>
              <a:rPr lang="en-US"/>
              <a:t>Deloitte’s Approach for Engagement</a:t>
            </a:r>
          </a:p>
        </p:txBody>
      </p:sp>
    </p:spTree>
    <p:extLst>
      <p:ext uri="{BB962C8B-B14F-4D97-AF65-F5344CB8AC3E}">
        <p14:creationId xmlns:p14="http://schemas.microsoft.com/office/powerpoint/2010/main" val="386739900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 name="Object 76" hidden="1">
            <a:extLst>
              <a:ext uri="{FF2B5EF4-FFF2-40B4-BE49-F238E27FC236}">
                <a16:creationId xmlns:a16="http://schemas.microsoft.com/office/drawing/2014/main" id="{60F44C62-3A61-4A0C-B336-448F2737615E}"/>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41665" name="think-cell Slide" r:id="rId5" imgW="415" imgH="416" progId="TCLayout.ActiveDocument.1">
                  <p:embed/>
                </p:oleObj>
              </mc:Choice>
              <mc:Fallback>
                <p:oleObj name="think-cell Slide" r:id="rId5" imgW="415" imgH="416" progId="TCLayout.ActiveDocument.1">
                  <p:embed/>
                  <p:pic>
                    <p:nvPicPr>
                      <p:cNvPr id="77" name="Object 76" hidden="1">
                        <a:extLst>
                          <a:ext uri="{FF2B5EF4-FFF2-40B4-BE49-F238E27FC236}">
                            <a16:creationId xmlns:a16="http://schemas.microsoft.com/office/drawing/2014/main" id="{60F44C62-3A61-4A0C-B336-448F2737615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172" name="Group 171">
            <a:extLst>
              <a:ext uri="{FF2B5EF4-FFF2-40B4-BE49-F238E27FC236}">
                <a16:creationId xmlns:a16="http://schemas.microsoft.com/office/drawing/2014/main" id="{9AE31258-B29B-4474-A482-77C350EE72A6}"/>
              </a:ext>
            </a:extLst>
          </p:cNvPr>
          <p:cNvGrpSpPr/>
          <p:nvPr/>
        </p:nvGrpSpPr>
        <p:grpSpPr>
          <a:xfrm>
            <a:off x="358133" y="1082495"/>
            <a:ext cx="2790192" cy="5256828"/>
            <a:chOff x="431999" y="1485915"/>
            <a:chExt cx="2503574" cy="5061251"/>
          </a:xfrm>
        </p:grpSpPr>
        <p:grpSp>
          <p:nvGrpSpPr>
            <p:cNvPr id="7" name="Group 489">
              <a:extLst>
                <a:ext uri="{FF2B5EF4-FFF2-40B4-BE49-F238E27FC236}">
                  <a16:creationId xmlns:a16="http://schemas.microsoft.com/office/drawing/2014/main" id="{FFDAD633-ADB3-4AE1-BF9C-B0EBC4A7B44A}"/>
                </a:ext>
              </a:extLst>
            </p:cNvPr>
            <p:cNvGrpSpPr>
              <a:grpSpLocks noChangeAspect="1"/>
            </p:cNvGrpSpPr>
            <p:nvPr/>
          </p:nvGrpSpPr>
          <p:grpSpPr bwMode="auto">
            <a:xfrm>
              <a:off x="1384862" y="2155242"/>
              <a:ext cx="597842" cy="670458"/>
              <a:chOff x="2920" y="2264"/>
              <a:chExt cx="340" cy="340"/>
            </a:xfrm>
            <a:solidFill>
              <a:schemeClr val="accent5"/>
            </a:solidFill>
          </p:grpSpPr>
          <p:sp>
            <p:nvSpPr>
              <p:cNvPr id="71" name="Freeform 490">
                <a:extLst>
                  <a:ext uri="{FF2B5EF4-FFF2-40B4-BE49-F238E27FC236}">
                    <a16:creationId xmlns:a16="http://schemas.microsoft.com/office/drawing/2014/main" id="{1A1372C9-6883-4D9E-AA82-23FF02225136}"/>
                  </a:ext>
                </a:extLst>
              </p:cNvPr>
              <p:cNvSpPr>
                <a:spLocks noEditPoints="1"/>
              </p:cNvSpPr>
              <p:nvPr/>
            </p:nvSpPr>
            <p:spPr bwMode="auto">
              <a:xfrm>
                <a:off x="2998" y="2363"/>
                <a:ext cx="184" cy="113"/>
              </a:xfrm>
              <a:custGeom>
                <a:avLst/>
                <a:gdLst>
                  <a:gd name="T0" fmla="*/ 11 w 277"/>
                  <a:gd name="T1" fmla="*/ 171 h 171"/>
                  <a:gd name="T2" fmla="*/ 267 w 277"/>
                  <a:gd name="T3" fmla="*/ 171 h 171"/>
                  <a:gd name="T4" fmla="*/ 277 w 277"/>
                  <a:gd name="T5" fmla="*/ 160 h 171"/>
                  <a:gd name="T6" fmla="*/ 277 w 277"/>
                  <a:gd name="T7" fmla="*/ 11 h 171"/>
                  <a:gd name="T8" fmla="*/ 267 w 277"/>
                  <a:gd name="T9" fmla="*/ 0 h 171"/>
                  <a:gd name="T10" fmla="*/ 11 w 277"/>
                  <a:gd name="T11" fmla="*/ 0 h 171"/>
                  <a:gd name="T12" fmla="*/ 0 w 277"/>
                  <a:gd name="T13" fmla="*/ 11 h 171"/>
                  <a:gd name="T14" fmla="*/ 0 w 277"/>
                  <a:gd name="T15" fmla="*/ 160 h 171"/>
                  <a:gd name="T16" fmla="*/ 11 w 277"/>
                  <a:gd name="T17" fmla="*/ 171 h 171"/>
                  <a:gd name="T18" fmla="*/ 21 w 277"/>
                  <a:gd name="T19" fmla="*/ 21 h 171"/>
                  <a:gd name="T20" fmla="*/ 256 w 277"/>
                  <a:gd name="T21" fmla="*/ 21 h 171"/>
                  <a:gd name="T22" fmla="*/ 256 w 277"/>
                  <a:gd name="T23" fmla="*/ 149 h 171"/>
                  <a:gd name="T24" fmla="*/ 21 w 277"/>
                  <a:gd name="T25" fmla="*/ 149 h 171"/>
                  <a:gd name="T26" fmla="*/ 21 w 277"/>
                  <a:gd name="T27" fmla="*/ 2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7" h="171">
                    <a:moveTo>
                      <a:pt x="11" y="171"/>
                    </a:moveTo>
                    <a:cubicBezTo>
                      <a:pt x="267" y="171"/>
                      <a:pt x="267" y="171"/>
                      <a:pt x="267" y="171"/>
                    </a:cubicBezTo>
                    <a:cubicBezTo>
                      <a:pt x="273" y="171"/>
                      <a:pt x="277" y="166"/>
                      <a:pt x="277" y="160"/>
                    </a:cubicBezTo>
                    <a:cubicBezTo>
                      <a:pt x="277" y="11"/>
                      <a:pt x="277" y="11"/>
                      <a:pt x="277" y="11"/>
                    </a:cubicBezTo>
                    <a:cubicBezTo>
                      <a:pt x="277" y="5"/>
                      <a:pt x="273" y="0"/>
                      <a:pt x="267" y="0"/>
                    </a:cubicBezTo>
                    <a:cubicBezTo>
                      <a:pt x="11" y="0"/>
                      <a:pt x="11" y="0"/>
                      <a:pt x="11" y="0"/>
                    </a:cubicBezTo>
                    <a:cubicBezTo>
                      <a:pt x="5" y="0"/>
                      <a:pt x="0" y="5"/>
                      <a:pt x="0" y="11"/>
                    </a:cubicBezTo>
                    <a:cubicBezTo>
                      <a:pt x="0" y="160"/>
                      <a:pt x="0" y="160"/>
                      <a:pt x="0" y="160"/>
                    </a:cubicBezTo>
                    <a:cubicBezTo>
                      <a:pt x="0" y="166"/>
                      <a:pt x="5" y="171"/>
                      <a:pt x="11" y="171"/>
                    </a:cubicBezTo>
                    <a:close/>
                    <a:moveTo>
                      <a:pt x="21" y="21"/>
                    </a:moveTo>
                    <a:cubicBezTo>
                      <a:pt x="256" y="21"/>
                      <a:pt x="256" y="21"/>
                      <a:pt x="256" y="21"/>
                    </a:cubicBezTo>
                    <a:cubicBezTo>
                      <a:pt x="256" y="149"/>
                      <a:pt x="256" y="149"/>
                      <a:pt x="256" y="149"/>
                    </a:cubicBezTo>
                    <a:cubicBezTo>
                      <a:pt x="21" y="149"/>
                      <a:pt x="21" y="149"/>
                      <a:pt x="21" y="149"/>
                    </a:cubicBezTo>
                    <a:lnTo>
                      <a:pt x="21" y="21"/>
                    </a:ln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mj-lt"/>
                  <a:ea typeface="+mn-ea"/>
                  <a:cs typeface="+mn-cs"/>
                </a:endParaRPr>
              </a:p>
            </p:txBody>
          </p:sp>
          <p:sp>
            <p:nvSpPr>
              <p:cNvPr id="72" name="Freeform 491">
                <a:extLst>
                  <a:ext uri="{FF2B5EF4-FFF2-40B4-BE49-F238E27FC236}">
                    <a16:creationId xmlns:a16="http://schemas.microsoft.com/office/drawing/2014/main" id="{D773AE03-8941-4B14-BE4A-9DFDB2D31320}"/>
                  </a:ext>
                </a:extLst>
              </p:cNvPr>
              <p:cNvSpPr>
                <a:spLocks/>
              </p:cNvSpPr>
              <p:nvPr/>
            </p:nvSpPr>
            <p:spPr bwMode="auto">
              <a:xfrm>
                <a:off x="2984" y="2490"/>
                <a:ext cx="212" cy="14"/>
              </a:xfrm>
              <a:custGeom>
                <a:avLst/>
                <a:gdLst>
                  <a:gd name="T0" fmla="*/ 309 w 320"/>
                  <a:gd name="T1" fmla="*/ 0 h 21"/>
                  <a:gd name="T2" fmla="*/ 10 w 320"/>
                  <a:gd name="T3" fmla="*/ 0 h 21"/>
                  <a:gd name="T4" fmla="*/ 0 w 320"/>
                  <a:gd name="T5" fmla="*/ 11 h 21"/>
                  <a:gd name="T6" fmla="*/ 10 w 320"/>
                  <a:gd name="T7" fmla="*/ 21 h 21"/>
                  <a:gd name="T8" fmla="*/ 309 w 320"/>
                  <a:gd name="T9" fmla="*/ 21 h 21"/>
                  <a:gd name="T10" fmla="*/ 320 w 320"/>
                  <a:gd name="T11" fmla="*/ 11 h 21"/>
                  <a:gd name="T12" fmla="*/ 309 w 320"/>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320" h="21">
                    <a:moveTo>
                      <a:pt x="309" y="0"/>
                    </a:moveTo>
                    <a:cubicBezTo>
                      <a:pt x="10" y="0"/>
                      <a:pt x="10" y="0"/>
                      <a:pt x="10" y="0"/>
                    </a:cubicBezTo>
                    <a:cubicBezTo>
                      <a:pt x="4" y="0"/>
                      <a:pt x="0" y="5"/>
                      <a:pt x="0" y="11"/>
                    </a:cubicBezTo>
                    <a:cubicBezTo>
                      <a:pt x="0" y="17"/>
                      <a:pt x="4" y="21"/>
                      <a:pt x="10" y="21"/>
                    </a:cubicBezTo>
                    <a:cubicBezTo>
                      <a:pt x="309" y="21"/>
                      <a:pt x="309" y="21"/>
                      <a:pt x="309" y="21"/>
                    </a:cubicBezTo>
                    <a:cubicBezTo>
                      <a:pt x="315" y="21"/>
                      <a:pt x="320" y="17"/>
                      <a:pt x="320" y="11"/>
                    </a:cubicBezTo>
                    <a:cubicBezTo>
                      <a:pt x="320" y="5"/>
                      <a:pt x="315" y="0"/>
                      <a:pt x="309" y="0"/>
                    </a:cubicBez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mj-lt"/>
                  <a:ea typeface="+mn-ea"/>
                  <a:cs typeface="+mn-cs"/>
                </a:endParaRPr>
              </a:p>
            </p:txBody>
          </p:sp>
          <p:sp>
            <p:nvSpPr>
              <p:cNvPr id="73" name="Freeform 492">
                <a:extLst>
                  <a:ext uri="{FF2B5EF4-FFF2-40B4-BE49-F238E27FC236}">
                    <a16:creationId xmlns:a16="http://schemas.microsoft.com/office/drawing/2014/main" id="{04D584DC-6CE6-4441-9392-0E7C60C4F235}"/>
                  </a:ext>
                </a:extLst>
              </p:cNvPr>
              <p:cNvSpPr>
                <a:spLocks noEditPoints="1"/>
              </p:cNvSpPr>
              <p:nvPr/>
            </p:nvSpPr>
            <p:spPr bwMode="auto">
              <a:xfrm>
                <a:off x="2920" y="226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mj-lt"/>
                  <a:ea typeface="+mn-ea"/>
                  <a:cs typeface="+mn-cs"/>
                </a:endParaRPr>
              </a:p>
            </p:txBody>
          </p:sp>
        </p:grpSp>
        <p:grpSp>
          <p:nvGrpSpPr>
            <p:cNvPr id="8" name="Group 7">
              <a:extLst>
                <a:ext uri="{FF2B5EF4-FFF2-40B4-BE49-F238E27FC236}">
                  <a16:creationId xmlns:a16="http://schemas.microsoft.com/office/drawing/2014/main" id="{2620D3EF-B559-483B-A8D1-6FCA18510DD9}"/>
                </a:ext>
              </a:extLst>
            </p:cNvPr>
            <p:cNvGrpSpPr/>
            <p:nvPr/>
          </p:nvGrpSpPr>
          <p:grpSpPr>
            <a:xfrm>
              <a:off x="432000" y="1485915"/>
              <a:ext cx="2503573" cy="522371"/>
              <a:chOff x="413228" y="1371600"/>
              <a:chExt cx="1947702" cy="476173"/>
            </a:xfrm>
          </p:grpSpPr>
          <p:sp>
            <p:nvSpPr>
              <p:cNvPr id="68" name="Right Triangle 49">
                <a:extLst>
                  <a:ext uri="{FF2B5EF4-FFF2-40B4-BE49-F238E27FC236}">
                    <a16:creationId xmlns:a16="http://schemas.microsoft.com/office/drawing/2014/main" id="{7724315D-1721-4A75-97DB-9E0426708DAB}"/>
                  </a:ext>
                </a:extLst>
              </p:cNvPr>
              <p:cNvSpPr/>
              <p:nvPr/>
            </p:nvSpPr>
            <p:spPr bwMode="gray">
              <a:xfrm flipH="1" flipV="1">
                <a:off x="492373"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2C5234"/>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a:ln>
                    <a:noFill/>
                  </a:ln>
                  <a:solidFill>
                    <a:prstClr val="white"/>
                  </a:solidFill>
                  <a:effectLst/>
                  <a:uLnTx/>
                  <a:uFillTx/>
                  <a:latin typeface="+mj-lt"/>
                  <a:ea typeface="+mn-ea"/>
                  <a:cs typeface="+mn-cs"/>
                </a:endParaRPr>
              </a:p>
            </p:txBody>
          </p:sp>
          <p:sp>
            <p:nvSpPr>
              <p:cNvPr id="69" name="Right Triangle 49">
                <a:extLst>
                  <a:ext uri="{FF2B5EF4-FFF2-40B4-BE49-F238E27FC236}">
                    <a16:creationId xmlns:a16="http://schemas.microsoft.com/office/drawing/2014/main" id="{A7F8C70F-0D99-4D36-A609-601AEA2C4C42}"/>
                  </a:ext>
                </a:extLst>
              </p:cNvPr>
              <p:cNvSpPr/>
              <p:nvPr/>
            </p:nvSpPr>
            <p:spPr bwMode="gray">
              <a:xfrm flipV="1">
                <a:off x="1976664"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2C5234"/>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a:ln>
                    <a:noFill/>
                  </a:ln>
                  <a:solidFill>
                    <a:prstClr val="white"/>
                  </a:solidFill>
                  <a:effectLst/>
                  <a:uLnTx/>
                  <a:uFillTx/>
                  <a:latin typeface="+mj-lt"/>
                  <a:ea typeface="+mn-ea"/>
                  <a:cs typeface="+mn-cs"/>
                </a:endParaRPr>
              </a:p>
            </p:txBody>
          </p:sp>
          <p:sp>
            <p:nvSpPr>
              <p:cNvPr id="70" name="Round Same Side Corner Rectangle 43">
                <a:extLst>
                  <a:ext uri="{FF2B5EF4-FFF2-40B4-BE49-F238E27FC236}">
                    <a16:creationId xmlns:a16="http://schemas.microsoft.com/office/drawing/2014/main" id="{77D4CB37-F685-45A6-8DDD-D57661B15257}"/>
                  </a:ext>
                </a:extLst>
              </p:cNvPr>
              <p:cNvSpPr/>
              <p:nvPr/>
            </p:nvSpPr>
            <p:spPr bwMode="gray">
              <a:xfrm>
                <a:off x="413228" y="1371600"/>
                <a:ext cx="1947702" cy="389334"/>
              </a:xfrm>
              <a:custGeom>
                <a:avLst/>
                <a:gdLst>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2006203 w 2105025"/>
                  <a:gd name="connsiteY5" fmla="*/ 389334 h 390526"/>
                  <a:gd name="connsiteX6" fmla="*/ 84534 w 2105025"/>
                  <a:gd name="connsiteY6" fmla="*/ 389334 h 390526"/>
                  <a:gd name="connsiteX7" fmla="*/ 0 w 2105025"/>
                  <a:gd name="connsiteY7" fmla="*/ 390526 h 390526"/>
                  <a:gd name="connsiteX8" fmla="*/ 0 w 2105025"/>
                  <a:gd name="connsiteY8" fmla="*/ 390526 h 390526"/>
                  <a:gd name="connsiteX9" fmla="*/ 0 w 2105025"/>
                  <a:gd name="connsiteY9" fmla="*/ 61035 h 390526"/>
                  <a:gd name="connsiteX10" fmla="*/ 61035 w 2105025"/>
                  <a:gd name="connsiteY10"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006203 w 2105025"/>
                  <a:gd name="connsiteY4" fmla="*/ 389334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61035 h 390526"/>
                  <a:gd name="connsiteX7" fmla="*/ 61035 w 2105025"/>
                  <a:gd name="connsiteY7" fmla="*/ 0 h 390526"/>
                  <a:gd name="connsiteX0" fmla="*/ 61035 w 2105025"/>
                  <a:gd name="connsiteY0" fmla="*/ 0 h 389334"/>
                  <a:gd name="connsiteX1" fmla="*/ 2043990 w 2105025"/>
                  <a:gd name="connsiteY1" fmla="*/ 0 h 389334"/>
                  <a:gd name="connsiteX2" fmla="*/ 2105025 w 2105025"/>
                  <a:gd name="connsiteY2" fmla="*/ 61035 h 389334"/>
                  <a:gd name="connsiteX3" fmla="*/ 2006203 w 2105025"/>
                  <a:gd name="connsiteY3" fmla="*/ 389334 h 389334"/>
                  <a:gd name="connsiteX4" fmla="*/ 84534 w 2105025"/>
                  <a:gd name="connsiteY4" fmla="*/ 389334 h 389334"/>
                  <a:gd name="connsiteX5" fmla="*/ 0 w 2105025"/>
                  <a:gd name="connsiteY5" fmla="*/ 61035 h 389334"/>
                  <a:gd name="connsiteX6" fmla="*/ 61035 w 2105025"/>
                  <a:gd name="connsiteY6" fmla="*/ 0 h 38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389334">
                    <a:moveTo>
                      <a:pt x="61035" y="0"/>
                    </a:moveTo>
                    <a:lnTo>
                      <a:pt x="2043990" y="0"/>
                    </a:lnTo>
                    <a:cubicBezTo>
                      <a:pt x="2077699" y="0"/>
                      <a:pt x="2105025" y="27326"/>
                      <a:pt x="2105025" y="61035"/>
                    </a:cubicBezTo>
                    <a:lnTo>
                      <a:pt x="2006203" y="389334"/>
                    </a:lnTo>
                    <a:lnTo>
                      <a:pt x="84534" y="389334"/>
                    </a:lnTo>
                    <a:lnTo>
                      <a:pt x="0" y="61035"/>
                    </a:lnTo>
                    <a:cubicBezTo>
                      <a:pt x="0" y="27326"/>
                      <a:pt x="27326" y="0"/>
                      <a:pt x="61035" y="0"/>
                    </a:cubicBezTo>
                    <a:close/>
                  </a:path>
                </a:pathLst>
              </a:custGeom>
              <a:solidFill>
                <a:srgbClr val="155513"/>
              </a:solidFill>
              <a:ln w="19050" algn="ctr">
                <a:solidFill>
                  <a:srgbClr val="155513"/>
                </a:solidFill>
                <a:miter lim="800000"/>
                <a:headEnd/>
                <a:tailEnd/>
              </a:ln>
            </p:spPr>
            <p:txBody>
              <a:bodyPr wrap="square" lIns="66675" tIns="66675" rIns="66675" bIns="81000" rtlCol="0" anchor="ctr"/>
              <a:lstStyle/>
              <a:p>
                <a:pPr lvl="0" algn="ctr"/>
                <a:r>
                  <a:rPr kumimoji="0" lang="en-US" sz="1200" b="1" i="0" u="none" strike="noStrike" kern="1200" cap="none" spc="0" normalizeH="0" baseline="0" noProof="0">
                    <a:ln>
                      <a:noFill/>
                    </a:ln>
                    <a:solidFill>
                      <a:prstClr val="white"/>
                    </a:solidFill>
                    <a:effectLst/>
                    <a:uLnTx/>
                    <a:uFillTx/>
                    <a:latin typeface="+mj-lt"/>
                    <a:ea typeface="+mn-ea"/>
                    <a:cs typeface="Calibri" panose="020F0502020204030204" pitchFamily="34" charset="0"/>
                  </a:rPr>
                  <a:t>Task-1</a:t>
                </a:r>
              </a:p>
            </p:txBody>
          </p:sp>
        </p:grpSp>
        <p:grpSp>
          <p:nvGrpSpPr>
            <p:cNvPr id="9" name="Group 8">
              <a:extLst>
                <a:ext uri="{FF2B5EF4-FFF2-40B4-BE49-F238E27FC236}">
                  <a16:creationId xmlns:a16="http://schemas.microsoft.com/office/drawing/2014/main" id="{B8248389-72BD-4C24-AA20-7C90A000C741}"/>
                </a:ext>
              </a:extLst>
            </p:cNvPr>
            <p:cNvGrpSpPr/>
            <p:nvPr/>
          </p:nvGrpSpPr>
          <p:grpSpPr>
            <a:xfrm>
              <a:off x="431999" y="3583303"/>
              <a:ext cx="2503574" cy="2963863"/>
              <a:chOff x="582908" y="4049459"/>
              <a:chExt cx="2642778" cy="3255256"/>
            </a:xfrm>
          </p:grpSpPr>
          <p:sp>
            <p:nvSpPr>
              <p:cNvPr id="66" name="Rectangle 65">
                <a:extLst>
                  <a:ext uri="{FF2B5EF4-FFF2-40B4-BE49-F238E27FC236}">
                    <a16:creationId xmlns:a16="http://schemas.microsoft.com/office/drawing/2014/main" id="{842E14E8-DCF0-4845-9EA2-73ACA719299E}"/>
                  </a:ext>
                </a:extLst>
              </p:cNvPr>
              <p:cNvSpPr/>
              <p:nvPr/>
            </p:nvSpPr>
            <p:spPr bwMode="gray">
              <a:xfrm>
                <a:off x="582908" y="4049459"/>
                <a:ext cx="2642778" cy="3213800"/>
              </a:xfrm>
              <a:prstGeom prst="rect">
                <a:avLst/>
              </a:prstGeom>
              <a:solidFill>
                <a:schemeClr val="bg1">
                  <a:lumMod val="95000"/>
                </a:schemeClr>
              </a:solidFill>
              <a:ln w="19050" algn="ctr">
                <a:noFill/>
                <a:miter lim="800000"/>
                <a:headEnd/>
                <a:tailEnd/>
              </a:ln>
            </p:spPr>
            <p:txBody>
              <a:bodyPr wrap="square" lIns="40500" tIns="40500" rIns="27000" bIns="27000" rtlCol="0" anchor="t"/>
              <a:lstStyle/>
              <a:p>
                <a:pPr marL="128270" indent="-102870" algn="just" defTabSz="914400">
                  <a:spcBef>
                    <a:spcPts val="450"/>
                  </a:spcBef>
                  <a:spcAft>
                    <a:spcPts val="600"/>
                  </a:spcAft>
                  <a:buFont typeface="Arial" panose="020B0604020202020204" pitchFamily="34" charset="0"/>
                  <a:buChar char="•"/>
                  <a:defRPr/>
                </a:pPr>
                <a:r>
                  <a:rPr lang="en-US" sz="1150">
                    <a:latin typeface="+mj-lt"/>
                  </a:rPr>
                  <a:t>Support WBSEDCL in Bid Process Management (except preparation of RFP )</a:t>
                </a:r>
                <a:endParaRPr lang="en-US" sz="1150">
                  <a:latin typeface="+mj-lt"/>
                  <a:ea typeface="Verdana"/>
                </a:endParaRPr>
              </a:p>
              <a:p>
                <a:pPr marL="128270" indent="-102870" algn="just" defTabSz="914400">
                  <a:spcBef>
                    <a:spcPts val="450"/>
                  </a:spcBef>
                  <a:spcAft>
                    <a:spcPts val="600"/>
                  </a:spcAft>
                  <a:buFont typeface="Arial" panose="020B0604020202020204" pitchFamily="34" charset="0"/>
                  <a:buChar char="•"/>
                  <a:defRPr/>
                </a:pPr>
                <a:r>
                  <a:rPr kumimoji="0" lang="en-US" sz="1150" b="0" i="0" u="none" strike="noStrike" kern="1200" cap="none" spc="0" normalizeH="0" baseline="0" noProof="0">
                    <a:ln>
                      <a:noFill/>
                    </a:ln>
                    <a:effectLst/>
                    <a:uLnTx/>
                    <a:uFillTx/>
                    <a:latin typeface="+mj-lt"/>
                    <a:ea typeface="+mn-ea"/>
                    <a:cs typeface="+mn-cs"/>
                  </a:rPr>
                  <a:t>Evaluation of proposals </a:t>
                </a:r>
                <a:r>
                  <a:rPr lang="en-US" sz="1150">
                    <a:latin typeface="+mj-lt"/>
                  </a:rPr>
                  <a:t>against the evaluation criteria as per the RFP and</a:t>
                </a:r>
                <a:r>
                  <a:rPr kumimoji="0" lang="en-US" sz="1150" b="0" i="0" u="none" strike="noStrike" kern="1200" cap="none" spc="0" normalizeH="0" baseline="0" noProof="0">
                    <a:ln>
                      <a:noFill/>
                    </a:ln>
                    <a:effectLst/>
                    <a:uLnTx/>
                    <a:uFillTx/>
                    <a:latin typeface="+mj-lt"/>
                    <a:ea typeface="+mn-ea"/>
                    <a:cs typeface="+mn-cs"/>
                  </a:rPr>
                  <a:t> preparation of bid </a:t>
                </a:r>
                <a:r>
                  <a:rPr kumimoji="0" lang="en-US" sz="1150" b="0" i="0" u="none" strike="noStrike" kern="1200" cap="none" spc="0" normalizeH="0" baseline="0" noProof="0" err="1">
                    <a:ln>
                      <a:noFill/>
                    </a:ln>
                    <a:effectLst/>
                    <a:uLnTx/>
                    <a:uFillTx/>
                    <a:latin typeface="+mj-lt"/>
                    <a:ea typeface="+mn-ea"/>
                    <a:cs typeface="+mn-cs"/>
                  </a:rPr>
                  <a:t>evalu</a:t>
                </a:r>
                <a:r>
                  <a:rPr lang="en-US" sz="1150" err="1">
                    <a:latin typeface="+mj-lt"/>
                  </a:rPr>
                  <a:t>ation</a:t>
                </a:r>
                <a:r>
                  <a:rPr lang="en-US" sz="1150">
                    <a:latin typeface="+mj-lt"/>
                  </a:rPr>
                  <a:t> reports</a:t>
                </a:r>
                <a:endParaRPr lang="en-US" sz="1150">
                  <a:latin typeface="+mj-lt"/>
                  <a:ea typeface="Verdana"/>
                </a:endParaRPr>
              </a:p>
              <a:p>
                <a:pPr marL="128270" indent="-102870" algn="just" defTabSz="914400">
                  <a:spcBef>
                    <a:spcPts val="450"/>
                  </a:spcBef>
                  <a:spcAft>
                    <a:spcPts val="600"/>
                  </a:spcAft>
                  <a:buFont typeface="Arial" panose="020B0604020202020204" pitchFamily="34" charset="0"/>
                  <a:buChar char="•"/>
                  <a:defRPr/>
                </a:pPr>
                <a:r>
                  <a:rPr kumimoji="0" lang="en-US" sz="1150" b="0" i="0" u="none" strike="noStrike" kern="1200" cap="none" spc="0" normalizeH="0" baseline="0" noProof="0">
                    <a:ln>
                      <a:noFill/>
                    </a:ln>
                    <a:effectLst/>
                    <a:uLnTx/>
                    <a:uFillTx/>
                    <a:latin typeface="+mj-lt"/>
                    <a:ea typeface="+mn-ea"/>
                    <a:cs typeface="+mn-cs"/>
                  </a:rPr>
                  <a:t>Assist </a:t>
                </a:r>
                <a:r>
                  <a:rPr lang="en-US" sz="1150">
                    <a:latin typeface="+mj-lt"/>
                  </a:rPr>
                  <a:t>WBSEDCL</a:t>
                </a:r>
                <a:r>
                  <a:rPr kumimoji="0" lang="en-US" sz="1150" b="0" i="0" u="none" strike="noStrike" kern="1200" cap="none" spc="0" normalizeH="0" baseline="0" noProof="0">
                    <a:ln>
                      <a:noFill/>
                    </a:ln>
                    <a:effectLst/>
                    <a:uLnTx/>
                    <a:uFillTx/>
                    <a:latin typeface="+mj-lt"/>
                    <a:ea typeface="+mn-ea"/>
                    <a:cs typeface="+mn-cs"/>
                  </a:rPr>
                  <a:t> in </a:t>
                </a:r>
                <a:r>
                  <a:rPr lang="en-US" sz="1150">
                    <a:latin typeface="+mj-lt"/>
                  </a:rPr>
                  <a:t>Award of Contract to the successful bidder(s)</a:t>
                </a:r>
                <a:endParaRPr lang="en-US" sz="1150">
                  <a:latin typeface="+mj-lt"/>
                  <a:ea typeface="Verdana"/>
                </a:endParaRPr>
              </a:p>
              <a:p>
                <a:pPr marL="128270" indent="-102870" algn="just" defTabSz="914400">
                  <a:spcBef>
                    <a:spcPts val="450"/>
                  </a:spcBef>
                  <a:spcAft>
                    <a:spcPts val="600"/>
                  </a:spcAft>
                  <a:buFont typeface="Arial" panose="020B0604020202020204" pitchFamily="34" charset="0"/>
                  <a:buChar char="•"/>
                  <a:defRPr/>
                </a:pPr>
                <a:r>
                  <a:rPr lang="en-US" sz="1150">
                    <a:latin typeface="+mj-lt"/>
                    <a:ea typeface="Verdana"/>
                  </a:rPr>
                  <a:t>Facilitate in post award activities and institutionalization of the PMO for rollout of smart meters</a:t>
                </a:r>
              </a:p>
            </p:txBody>
          </p:sp>
          <p:sp>
            <p:nvSpPr>
              <p:cNvPr id="67" name="Rectangle 66">
                <a:extLst>
                  <a:ext uri="{FF2B5EF4-FFF2-40B4-BE49-F238E27FC236}">
                    <a16:creationId xmlns:a16="http://schemas.microsoft.com/office/drawing/2014/main" id="{6A5B0F3A-17CF-4EE7-B022-52286E14C876}"/>
                  </a:ext>
                </a:extLst>
              </p:cNvPr>
              <p:cNvSpPr/>
              <p:nvPr/>
            </p:nvSpPr>
            <p:spPr bwMode="gray">
              <a:xfrm>
                <a:off x="780964" y="7217019"/>
                <a:ext cx="2295650" cy="87696"/>
              </a:xfrm>
              <a:prstGeom prst="rect">
                <a:avLst/>
              </a:prstGeom>
              <a:solidFill>
                <a:srgbClr val="15551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a:ln>
                    <a:noFill/>
                  </a:ln>
                  <a:solidFill>
                    <a:prstClr val="white"/>
                  </a:solidFill>
                  <a:effectLst/>
                  <a:uLnTx/>
                  <a:uFillTx/>
                  <a:latin typeface="+mj-lt"/>
                  <a:ea typeface="+mn-ea"/>
                  <a:cs typeface="+mn-cs"/>
                </a:endParaRPr>
              </a:p>
            </p:txBody>
          </p:sp>
        </p:grpSp>
        <p:grpSp>
          <p:nvGrpSpPr>
            <p:cNvPr id="10" name="Group 9">
              <a:extLst>
                <a:ext uri="{FF2B5EF4-FFF2-40B4-BE49-F238E27FC236}">
                  <a16:creationId xmlns:a16="http://schemas.microsoft.com/office/drawing/2014/main" id="{B9B3CDB4-7056-48A6-A8CD-B18BD24233DF}"/>
                </a:ext>
              </a:extLst>
            </p:cNvPr>
            <p:cNvGrpSpPr/>
            <p:nvPr/>
          </p:nvGrpSpPr>
          <p:grpSpPr>
            <a:xfrm>
              <a:off x="1273240" y="2008266"/>
              <a:ext cx="821094" cy="1537041"/>
              <a:chOff x="757805" y="1635343"/>
              <a:chExt cx="1185062" cy="2012973"/>
            </a:xfrm>
          </p:grpSpPr>
          <p:sp>
            <p:nvSpPr>
              <p:cNvPr id="61" name="Freeform 36">
                <a:extLst>
                  <a:ext uri="{FF2B5EF4-FFF2-40B4-BE49-F238E27FC236}">
                    <a16:creationId xmlns:a16="http://schemas.microsoft.com/office/drawing/2014/main" id="{566FB313-EB40-4720-83B9-63C7F08AAFA0}"/>
                  </a:ext>
                </a:extLst>
              </p:cNvPr>
              <p:cNvSpPr/>
              <p:nvPr/>
            </p:nvSpPr>
            <p:spPr bwMode="gray">
              <a:xfrm>
                <a:off x="757805" y="1635343"/>
                <a:ext cx="1185062" cy="1921248"/>
              </a:xfrm>
              <a:custGeom>
                <a:avLst/>
                <a:gdLst>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2938 h 1892938"/>
                  <a:gd name="connsiteX1" fmla="*/ 581393 w 1162418"/>
                  <a:gd name="connsiteY1" fmla="*/ 1762763 h 1892938"/>
                  <a:gd name="connsiteX2" fmla="*/ 508368 w 1162418"/>
                  <a:gd name="connsiteY2" fmla="*/ 1718313 h 1892938"/>
                  <a:gd name="connsiteX3" fmla="*/ 475030 w 1162418"/>
                  <a:gd name="connsiteY3" fmla="*/ 1678626 h 1892938"/>
                  <a:gd name="connsiteX4" fmla="*/ 505193 w 1162418"/>
                  <a:gd name="connsiteY4" fmla="*/ 1638938 h 1892938"/>
                  <a:gd name="connsiteX5" fmla="*/ 717918 w 1162418"/>
                  <a:gd name="connsiteY5" fmla="*/ 1638938 h 1892938"/>
                  <a:gd name="connsiteX6" fmla="*/ 746493 w 1162418"/>
                  <a:gd name="connsiteY6" fmla="*/ 1591313 h 1892938"/>
                  <a:gd name="connsiteX7" fmla="*/ 716330 w 1162418"/>
                  <a:gd name="connsiteY7" fmla="*/ 1554801 h 1892938"/>
                  <a:gd name="connsiteX8" fmla="*/ 398830 w 1162418"/>
                  <a:gd name="connsiteY8" fmla="*/ 1554801 h 1892938"/>
                  <a:gd name="connsiteX9" fmla="*/ 360730 w 1162418"/>
                  <a:gd name="connsiteY9" fmla="*/ 1516701 h 1892938"/>
                  <a:gd name="connsiteX10" fmla="*/ 382955 w 1162418"/>
                  <a:gd name="connsiteY10" fmla="*/ 1469076 h 1892938"/>
                  <a:gd name="connsiteX11" fmla="*/ 797293 w 1162418"/>
                  <a:gd name="connsiteY11" fmla="*/ 1469076 h 1892938"/>
                  <a:gd name="connsiteX12" fmla="*/ 830630 w 1162418"/>
                  <a:gd name="connsiteY12" fmla="*/ 1421451 h 1892938"/>
                  <a:gd name="connsiteX13" fmla="*/ 795705 w 1162418"/>
                  <a:gd name="connsiteY13" fmla="*/ 1378588 h 1892938"/>
                  <a:gd name="connsiteX14" fmla="*/ 386130 w 1162418"/>
                  <a:gd name="connsiteY14" fmla="*/ 1378588 h 1892938"/>
                  <a:gd name="connsiteX15" fmla="*/ 322630 w 1162418"/>
                  <a:gd name="connsiteY15" fmla="*/ 1346838 h 1892938"/>
                  <a:gd name="connsiteX16" fmla="*/ 283340 w 1162418"/>
                  <a:gd name="connsiteY16" fmla="*/ 1294848 h 1892938"/>
                  <a:gd name="connsiteX17" fmla="*/ 271830 w 1162418"/>
                  <a:gd name="connsiteY17" fmla="*/ 1202376 h 1892938"/>
                  <a:gd name="connsiteX18" fmla="*/ 260718 w 1162418"/>
                  <a:gd name="connsiteY18" fmla="*/ 1123001 h 1892938"/>
                  <a:gd name="connsiteX19" fmla="*/ 205155 w 1162418"/>
                  <a:gd name="connsiteY19" fmla="*/ 1032513 h 1892938"/>
                  <a:gd name="connsiteX20" fmla="*/ 130543 w 1162418"/>
                  <a:gd name="connsiteY20" fmla="*/ 949963 h 1892938"/>
                  <a:gd name="connsiteX21" fmla="*/ 55137 w 1162418"/>
                  <a:gd name="connsiteY21" fmla="*/ 840029 h 1892938"/>
                  <a:gd name="connsiteX22" fmla="*/ 13861 w 1162418"/>
                  <a:gd name="connsiteY22" fmla="*/ 730492 h 1892938"/>
                  <a:gd name="connsiteX23" fmla="*/ 368 w 1162418"/>
                  <a:gd name="connsiteY23" fmla="*/ 595951 h 1892938"/>
                  <a:gd name="connsiteX24" fmla="*/ 11480 w 1162418"/>
                  <a:gd name="connsiteY24" fmla="*/ 470538 h 1892938"/>
                  <a:gd name="connsiteX25" fmla="*/ 81330 w 1162418"/>
                  <a:gd name="connsiteY25" fmla="*/ 280038 h 1892938"/>
                  <a:gd name="connsiteX26" fmla="*/ 265480 w 1162418"/>
                  <a:gd name="connsiteY26" fmla="*/ 87950 h 1892938"/>
                  <a:gd name="connsiteX27" fmla="*/ 519480 w 1162418"/>
                  <a:gd name="connsiteY27" fmla="*/ 2226 h 1892938"/>
                  <a:gd name="connsiteX28" fmla="*/ 705218 w 1162418"/>
                  <a:gd name="connsiteY28" fmla="*/ 5401 h 1892938"/>
                  <a:gd name="connsiteX29" fmla="*/ 943343 w 1162418"/>
                  <a:gd name="connsiteY29" fmla="*/ 116526 h 1892938"/>
                  <a:gd name="connsiteX30" fmla="*/ 1100505 w 1162418"/>
                  <a:gd name="connsiteY30" fmla="*/ 305438 h 1892938"/>
                  <a:gd name="connsiteX31" fmla="*/ 1162418 w 1162418"/>
                  <a:gd name="connsiteY31" fmla="*/ 508638 h 1892938"/>
                  <a:gd name="connsiteX32" fmla="*/ 1159243 w 1162418"/>
                  <a:gd name="connsiteY32" fmla="*/ 678501 h 1892938"/>
                  <a:gd name="connsiteX33" fmla="*/ 1090980 w 1162418"/>
                  <a:gd name="connsiteY33" fmla="*/ 884876 h 1892938"/>
                  <a:gd name="connsiteX34" fmla="*/ 957630 w 1162418"/>
                  <a:gd name="connsiteY34" fmla="*/ 1053151 h 1892938"/>
                  <a:gd name="connsiteX35" fmla="*/ 914768 w 1162418"/>
                  <a:gd name="connsiteY35" fmla="*/ 1113476 h 1892938"/>
                  <a:gd name="connsiteX36" fmla="*/ 905243 w 1162418"/>
                  <a:gd name="connsiteY36" fmla="*/ 1170626 h 1892938"/>
                  <a:gd name="connsiteX37" fmla="*/ 905243 w 1162418"/>
                  <a:gd name="connsiteY37" fmla="*/ 1259526 h 1892938"/>
                  <a:gd name="connsiteX38" fmla="*/ 868730 w 1162418"/>
                  <a:gd name="connsiteY38" fmla="*/ 1296038 h 1892938"/>
                  <a:gd name="connsiteX39" fmla="*/ 641718 w 1162418"/>
                  <a:gd name="connsiteY39" fmla="*/ 1296038 h 1892938"/>
                  <a:gd name="connsiteX40" fmla="*/ 590918 w 1162418"/>
                  <a:gd name="connsiteY40" fmla="*/ 1273813 h 1892938"/>
                  <a:gd name="connsiteX41" fmla="*/ 590918 w 1162418"/>
                  <a:gd name="connsiteY41" fmla="*/ 1207138 h 1892938"/>
                  <a:gd name="connsiteX0" fmla="*/ 584568 w 1162418"/>
                  <a:gd name="connsiteY0" fmla="*/ 1895823 h 1895823"/>
                  <a:gd name="connsiteX1" fmla="*/ 581393 w 1162418"/>
                  <a:gd name="connsiteY1" fmla="*/ 1765648 h 1895823"/>
                  <a:gd name="connsiteX2" fmla="*/ 508368 w 1162418"/>
                  <a:gd name="connsiteY2" fmla="*/ 1721198 h 1895823"/>
                  <a:gd name="connsiteX3" fmla="*/ 475030 w 1162418"/>
                  <a:gd name="connsiteY3" fmla="*/ 1681511 h 1895823"/>
                  <a:gd name="connsiteX4" fmla="*/ 505193 w 1162418"/>
                  <a:gd name="connsiteY4" fmla="*/ 1641823 h 1895823"/>
                  <a:gd name="connsiteX5" fmla="*/ 717918 w 1162418"/>
                  <a:gd name="connsiteY5" fmla="*/ 1641823 h 1895823"/>
                  <a:gd name="connsiteX6" fmla="*/ 746493 w 1162418"/>
                  <a:gd name="connsiteY6" fmla="*/ 1594198 h 1895823"/>
                  <a:gd name="connsiteX7" fmla="*/ 716330 w 1162418"/>
                  <a:gd name="connsiteY7" fmla="*/ 1557686 h 1895823"/>
                  <a:gd name="connsiteX8" fmla="*/ 398830 w 1162418"/>
                  <a:gd name="connsiteY8" fmla="*/ 1557686 h 1895823"/>
                  <a:gd name="connsiteX9" fmla="*/ 360730 w 1162418"/>
                  <a:gd name="connsiteY9" fmla="*/ 1519586 h 1895823"/>
                  <a:gd name="connsiteX10" fmla="*/ 382955 w 1162418"/>
                  <a:gd name="connsiteY10" fmla="*/ 1471961 h 1895823"/>
                  <a:gd name="connsiteX11" fmla="*/ 797293 w 1162418"/>
                  <a:gd name="connsiteY11" fmla="*/ 1471961 h 1895823"/>
                  <a:gd name="connsiteX12" fmla="*/ 830630 w 1162418"/>
                  <a:gd name="connsiteY12" fmla="*/ 1424336 h 1895823"/>
                  <a:gd name="connsiteX13" fmla="*/ 795705 w 1162418"/>
                  <a:gd name="connsiteY13" fmla="*/ 1381473 h 1895823"/>
                  <a:gd name="connsiteX14" fmla="*/ 386130 w 1162418"/>
                  <a:gd name="connsiteY14" fmla="*/ 1381473 h 1895823"/>
                  <a:gd name="connsiteX15" fmla="*/ 322630 w 1162418"/>
                  <a:gd name="connsiteY15" fmla="*/ 1349723 h 1895823"/>
                  <a:gd name="connsiteX16" fmla="*/ 283340 w 1162418"/>
                  <a:gd name="connsiteY16" fmla="*/ 1297733 h 1895823"/>
                  <a:gd name="connsiteX17" fmla="*/ 271830 w 1162418"/>
                  <a:gd name="connsiteY17" fmla="*/ 1205261 h 1895823"/>
                  <a:gd name="connsiteX18" fmla="*/ 260718 w 1162418"/>
                  <a:gd name="connsiteY18" fmla="*/ 1125886 h 1895823"/>
                  <a:gd name="connsiteX19" fmla="*/ 205155 w 1162418"/>
                  <a:gd name="connsiteY19" fmla="*/ 1035398 h 1895823"/>
                  <a:gd name="connsiteX20" fmla="*/ 130543 w 1162418"/>
                  <a:gd name="connsiteY20" fmla="*/ 952848 h 1895823"/>
                  <a:gd name="connsiteX21" fmla="*/ 55137 w 1162418"/>
                  <a:gd name="connsiteY21" fmla="*/ 842914 h 1895823"/>
                  <a:gd name="connsiteX22" fmla="*/ 13861 w 1162418"/>
                  <a:gd name="connsiteY22" fmla="*/ 733377 h 1895823"/>
                  <a:gd name="connsiteX23" fmla="*/ 368 w 1162418"/>
                  <a:gd name="connsiteY23" fmla="*/ 598836 h 1895823"/>
                  <a:gd name="connsiteX24" fmla="*/ 11480 w 1162418"/>
                  <a:gd name="connsiteY24" fmla="*/ 473423 h 1895823"/>
                  <a:gd name="connsiteX25" fmla="*/ 81330 w 1162418"/>
                  <a:gd name="connsiteY25" fmla="*/ 282923 h 1895823"/>
                  <a:gd name="connsiteX26" fmla="*/ 265480 w 1162418"/>
                  <a:gd name="connsiteY26" fmla="*/ 90835 h 1895823"/>
                  <a:gd name="connsiteX27" fmla="*/ 519480 w 1162418"/>
                  <a:gd name="connsiteY27" fmla="*/ 5111 h 1895823"/>
                  <a:gd name="connsiteX28" fmla="*/ 705218 w 1162418"/>
                  <a:gd name="connsiteY28" fmla="*/ 8286 h 1895823"/>
                  <a:gd name="connsiteX29" fmla="*/ 943343 w 1162418"/>
                  <a:gd name="connsiteY29" fmla="*/ 119411 h 1895823"/>
                  <a:gd name="connsiteX30" fmla="*/ 1100505 w 1162418"/>
                  <a:gd name="connsiteY30" fmla="*/ 308323 h 1895823"/>
                  <a:gd name="connsiteX31" fmla="*/ 1162418 w 1162418"/>
                  <a:gd name="connsiteY31" fmla="*/ 511523 h 1895823"/>
                  <a:gd name="connsiteX32" fmla="*/ 1159243 w 1162418"/>
                  <a:gd name="connsiteY32" fmla="*/ 681386 h 1895823"/>
                  <a:gd name="connsiteX33" fmla="*/ 1090980 w 1162418"/>
                  <a:gd name="connsiteY33" fmla="*/ 887761 h 1895823"/>
                  <a:gd name="connsiteX34" fmla="*/ 957630 w 1162418"/>
                  <a:gd name="connsiteY34" fmla="*/ 1056036 h 1895823"/>
                  <a:gd name="connsiteX35" fmla="*/ 914768 w 1162418"/>
                  <a:gd name="connsiteY35" fmla="*/ 1116361 h 1895823"/>
                  <a:gd name="connsiteX36" fmla="*/ 905243 w 1162418"/>
                  <a:gd name="connsiteY36" fmla="*/ 1173511 h 1895823"/>
                  <a:gd name="connsiteX37" fmla="*/ 905243 w 1162418"/>
                  <a:gd name="connsiteY37" fmla="*/ 1262411 h 1895823"/>
                  <a:gd name="connsiteX38" fmla="*/ 868730 w 1162418"/>
                  <a:gd name="connsiteY38" fmla="*/ 1298923 h 1895823"/>
                  <a:gd name="connsiteX39" fmla="*/ 641718 w 1162418"/>
                  <a:gd name="connsiteY39" fmla="*/ 1298923 h 1895823"/>
                  <a:gd name="connsiteX40" fmla="*/ 590918 w 1162418"/>
                  <a:gd name="connsiteY40" fmla="*/ 1276698 h 1895823"/>
                  <a:gd name="connsiteX41" fmla="*/ 590918 w 1162418"/>
                  <a:gd name="connsiteY41" fmla="*/ 1210023 h 1895823"/>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4283 h 1894283"/>
                  <a:gd name="connsiteX1" fmla="*/ 581393 w 1162418"/>
                  <a:gd name="connsiteY1" fmla="*/ 1764108 h 1894283"/>
                  <a:gd name="connsiteX2" fmla="*/ 508368 w 1162418"/>
                  <a:gd name="connsiteY2" fmla="*/ 1719658 h 1894283"/>
                  <a:gd name="connsiteX3" fmla="*/ 475030 w 1162418"/>
                  <a:gd name="connsiteY3" fmla="*/ 1679971 h 1894283"/>
                  <a:gd name="connsiteX4" fmla="*/ 505193 w 1162418"/>
                  <a:gd name="connsiteY4" fmla="*/ 1640283 h 1894283"/>
                  <a:gd name="connsiteX5" fmla="*/ 717918 w 1162418"/>
                  <a:gd name="connsiteY5" fmla="*/ 1640283 h 1894283"/>
                  <a:gd name="connsiteX6" fmla="*/ 746493 w 1162418"/>
                  <a:gd name="connsiteY6" fmla="*/ 1592658 h 1894283"/>
                  <a:gd name="connsiteX7" fmla="*/ 716330 w 1162418"/>
                  <a:gd name="connsiteY7" fmla="*/ 1556146 h 1894283"/>
                  <a:gd name="connsiteX8" fmla="*/ 398830 w 1162418"/>
                  <a:gd name="connsiteY8" fmla="*/ 1556146 h 1894283"/>
                  <a:gd name="connsiteX9" fmla="*/ 360730 w 1162418"/>
                  <a:gd name="connsiteY9" fmla="*/ 1518046 h 1894283"/>
                  <a:gd name="connsiteX10" fmla="*/ 382955 w 1162418"/>
                  <a:gd name="connsiteY10" fmla="*/ 1470421 h 1894283"/>
                  <a:gd name="connsiteX11" fmla="*/ 797293 w 1162418"/>
                  <a:gd name="connsiteY11" fmla="*/ 1470421 h 1894283"/>
                  <a:gd name="connsiteX12" fmla="*/ 830630 w 1162418"/>
                  <a:gd name="connsiteY12" fmla="*/ 1422796 h 1894283"/>
                  <a:gd name="connsiteX13" fmla="*/ 795705 w 1162418"/>
                  <a:gd name="connsiteY13" fmla="*/ 1379933 h 1894283"/>
                  <a:gd name="connsiteX14" fmla="*/ 386130 w 1162418"/>
                  <a:gd name="connsiteY14" fmla="*/ 1379933 h 1894283"/>
                  <a:gd name="connsiteX15" fmla="*/ 322630 w 1162418"/>
                  <a:gd name="connsiteY15" fmla="*/ 1348183 h 1894283"/>
                  <a:gd name="connsiteX16" fmla="*/ 283340 w 1162418"/>
                  <a:gd name="connsiteY16" fmla="*/ 1296193 h 1894283"/>
                  <a:gd name="connsiteX17" fmla="*/ 271830 w 1162418"/>
                  <a:gd name="connsiteY17" fmla="*/ 1203721 h 1894283"/>
                  <a:gd name="connsiteX18" fmla="*/ 260718 w 1162418"/>
                  <a:gd name="connsiteY18" fmla="*/ 1124346 h 1894283"/>
                  <a:gd name="connsiteX19" fmla="*/ 205155 w 1162418"/>
                  <a:gd name="connsiteY19" fmla="*/ 1033858 h 1894283"/>
                  <a:gd name="connsiteX20" fmla="*/ 130543 w 1162418"/>
                  <a:gd name="connsiteY20" fmla="*/ 951308 h 1894283"/>
                  <a:gd name="connsiteX21" fmla="*/ 55137 w 1162418"/>
                  <a:gd name="connsiteY21" fmla="*/ 841374 h 1894283"/>
                  <a:gd name="connsiteX22" fmla="*/ 13861 w 1162418"/>
                  <a:gd name="connsiteY22" fmla="*/ 731837 h 1894283"/>
                  <a:gd name="connsiteX23" fmla="*/ 368 w 1162418"/>
                  <a:gd name="connsiteY23" fmla="*/ 597296 h 1894283"/>
                  <a:gd name="connsiteX24" fmla="*/ 11480 w 1162418"/>
                  <a:gd name="connsiteY24" fmla="*/ 471883 h 1894283"/>
                  <a:gd name="connsiteX25" fmla="*/ 81330 w 1162418"/>
                  <a:gd name="connsiteY25" fmla="*/ 281383 h 1894283"/>
                  <a:gd name="connsiteX26" fmla="*/ 265480 w 1162418"/>
                  <a:gd name="connsiteY26" fmla="*/ 89295 h 1894283"/>
                  <a:gd name="connsiteX27" fmla="*/ 519480 w 1162418"/>
                  <a:gd name="connsiteY27" fmla="*/ 0 h 1894283"/>
                  <a:gd name="connsiteX28" fmla="*/ 705218 w 1162418"/>
                  <a:gd name="connsiteY28" fmla="*/ 6746 h 1894283"/>
                  <a:gd name="connsiteX29" fmla="*/ 943343 w 1162418"/>
                  <a:gd name="connsiteY29" fmla="*/ 117871 h 1894283"/>
                  <a:gd name="connsiteX30" fmla="*/ 1100505 w 1162418"/>
                  <a:gd name="connsiteY30" fmla="*/ 306783 h 1894283"/>
                  <a:gd name="connsiteX31" fmla="*/ 1162418 w 1162418"/>
                  <a:gd name="connsiteY31" fmla="*/ 509983 h 1894283"/>
                  <a:gd name="connsiteX32" fmla="*/ 1159243 w 1162418"/>
                  <a:gd name="connsiteY32" fmla="*/ 679846 h 1894283"/>
                  <a:gd name="connsiteX33" fmla="*/ 1090980 w 1162418"/>
                  <a:gd name="connsiteY33" fmla="*/ 886221 h 1894283"/>
                  <a:gd name="connsiteX34" fmla="*/ 957630 w 1162418"/>
                  <a:gd name="connsiteY34" fmla="*/ 1054496 h 1894283"/>
                  <a:gd name="connsiteX35" fmla="*/ 914768 w 1162418"/>
                  <a:gd name="connsiteY35" fmla="*/ 1114821 h 1894283"/>
                  <a:gd name="connsiteX36" fmla="*/ 905243 w 1162418"/>
                  <a:gd name="connsiteY36" fmla="*/ 1171971 h 1894283"/>
                  <a:gd name="connsiteX37" fmla="*/ 905243 w 1162418"/>
                  <a:gd name="connsiteY37" fmla="*/ 1260871 h 1894283"/>
                  <a:gd name="connsiteX38" fmla="*/ 868730 w 1162418"/>
                  <a:gd name="connsiteY38" fmla="*/ 1297383 h 1894283"/>
                  <a:gd name="connsiteX39" fmla="*/ 641718 w 1162418"/>
                  <a:gd name="connsiteY39" fmla="*/ 1297383 h 1894283"/>
                  <a:gd name="connsiteX40" fmla="*/ 590918 w 1162418"/>
                  <a:gd name="connsiteY40" fmla="*/ 1275158 h 1894283"/>
                  <a:gd name="connsiteX41" fmla="*/ 590918 w 1162418"/>
                  <a:gd name="connsiteY41" fmla="*/ 1208483 h 1894283"/>
                  <a:gd name="connsiteX0" fmla="*/ 584568 w 1162418"/>
                  <a:gd name="connsiteY0" fmla="*/ 1896145 h 1896145"/>
                  <a:gd name="connsiteX1" fmla="*/ 581393 w 1162418"/>
                  <a:gd name="connsiteY1" fmla="*/ 1765970 h 1896145"/>
                  <a:gd name="connsiteX2" fmla="*/ 508368 w 1162418"/>
                  <a:gd name="connsiteY2" fmla="*/ 1721520 h 1896145"/>
                  <a:gd name="connsiteX3" fmla="*/ 475030 w 1162418"/>
                  <a:gd name="connsiteY3" fmla="*/ 1681833 h 1896145"/>
                  <a:gd name="connsiteX4" fmla="*/ 505193 w 1162418"/>
                  <a:gd name="connsiteY4" fmla="*/ 1642145 h 1896145"/>
                  <a:gd name="connsiteX5" fmla="*/ 717918 w 1162418"/>
                  <a:gd name="connsiteY5" fmla="*/ 1642145 h 1896145"/>
                  <a:gd name="connsiteX6" fmla="*/ 746493 w 1162418"/>
                  <a:gd name="connsiteY6" fmla="*/ 1594520 h 1896145"/>
                  <a:gd name="connsiteX7" fmla="*/ 716330 w 1162418"/>
                  <a:gd name="connsiteY7" fmla="*/ 1558008 h 1896145"/>
                  <a:gd name="connsiteX8" fmla="*/ 398830 w 1162418"/>
                  <a:gd name="connsiteY8" fmla="*/ 1558008 h 1896145"/>
                  <a:gd name="connsiteX9" fmla="*/ 360730 w 1162418"/>
                  <a:gd name="connsiteY9" fmla="*/ 1519908 h 1896145"/>
                  <a:gd name="connsiteX10" fmla="*/ 382955 w 1162418"/>
                  <a:gd name="connsiteY10" fmla="*/ 1472283 h 1896145"/>
                  <a:gd name="connsiteX11" fmla="*/ 797293 w 1162418"/>
                  <a:gd name="connsiteY11" fmla="*/ 1472283 h 1896145"/>
                  <a:gd name="connsiteX12" fmla="*/ 830630 w 1162418"/>
                  <a:gd name="connsiteY12" fmla="*/ 1424658 h 1896145"/>
                  <a:gd name="connsiteX13" fmla="*/ 795705 w 1162418"/>
                  <a:gd name="connsiteY13" fmla="*/ 1381795 h 1896145"/>
                  <a:gd name="connsiteX14" fmla="*/ 386130 w 1162418"/>
                  <a:gd name="connsiteY14" fmla="*/ 1381795 h 1896145"/>
                  <a:gd name="connsiteX15" fmla="*/ 322630 w 1162418"/>
                  <a:gd name="connsiteY15" fmla="*/ 1350045 h 1896145"/>
                  <a:gd name="connsiteX16" fmla="*/ 283340 w 1162418"/>
                  <a:gd name="connsiteY16" fmla="*/ 1298055 h 1896145"/>
                  <a:gd name="connsiteX17" fmla="*/ 271830 w 1162418"/>
                  <a:gd name="connsiteY17" fmla="*/ 1205583 h 1896145"/>
                  <a:gd name="connsiteX18" fmla="*/ 260718 w 1162418"/>
                  <a:gd name="connsiteY18" fmla="*/ 1126208 h 1896145"/>
                  <a:gd name="connsiteX19" fmla="*/ 205155 w 1162418"/>
                  <a:gd name="connsiteY19" fmla="*/ 1035720 h 1896145"/>
                  <a:gd name="connsiteX20" fmla="*/ 130543 w 1162418"/>
                  <a:gd name="connsiteY20" fmla="*/ 953170 h 1896145"/>
                  <a:gd name="connsiteX21" fmla="*/ 55137 w 1162418"/>
                  <a:gd name="connsiteY21" fmla="*/ 843236 h 1896145"/>
                  <a:gd name="connsiteX22" fmla="*/ 13861 w 1162418"/>
                  <a:gd name="connsiteY22" fmla="*/ 733699 h 1896145"/>
                  <a:gd name="connsiteX23" fmla="*/ 368 w 1162418"/>
                  <a:gd name="connsiteY23" fmla="*/ 599158 h 1896145"/>
                  <a:gd name="connsiteX24" fmla="*/ 11480 w 1162418"/>
                  <a:gd name="connsiteY24" fmla="*/ 473745 h 1896145"/>
                  <a:gd name="connsiteX25" fmla="*/ 81330 w 1162418"/>
                  <a:gd name="connsiteY25" fmla="*/ 283245 h 1896145"/>
                  <a:gd name="connsiteX26" fmla="*/ 265480 w 1162418"/>
                  <a:gd name="connsiteY26" fmla="*/ 91157 h 1896145"/>
                  <a:gd name="connsiteX27" fmla="*/ 519480 w 1162418"/>
                  <a:gd name="connsiteY27" fmla="*/ 1862 h 1896145"/>
                  <a:gd name="connsiteX28" fmla="*/ 705218 w 1162418"/>
                  <a:gd name="connsiteY28" fmla="*/ 8608 h 1896145"/>
                  <a:gd name="connsiteX29" fmla="*/ 943343 w 1162418"/>
                  <a:gd name="connsiteY29" fmla="*/ 119733 h 1896145"/>
                  <a:gd name="connsiteX30" fmla="*/ 1100505 w 1162418"/>
                  <a:gd name="connsiteY30" fmla="*/ 308645 h 1896145"/>
                  <a:gd name="connsiteX31" fmla="*/ 1162418 w 1162418"/>
                  <a:gd name="connsiteY31" fmla="*/ 511845 h 1896145"/>
                  <a:gd name="connsiteX32" fmla="*/ 1159243 w 1162418"/>
                  <a:gd name="connsiteY32" fmla="*/ 681708 h 1896145"/>
                  <a:gd name="connsiteX33" fmla="*/ 1090980 w 1162418"/>
                  <a:gd name="connsiteY33" fmla="*/ 888083 h 1896145"/>
                  <a:gd name="connsiteX34" fmla="*/ 957630 w 1162418"/>
                  <a:gd name="connsiteY34" fmla="*/ 1056358 h 1896145"/>
                  <a:gd name="connsiteX35" fmla="*/ 914768 w 1162418"/>
                  <a:gd name="connsiteY35" fmla="*/ 1116683 h 1896145"/>
                  <a:gd name="connsiteX36" fmla="*/ 905243 w 1162418"/>
                  <a:gd name="connsiteY36" fmla="*/ 1173833 h 1896145"/>
                  <a:gd name="connsiteX37" fmla="*/ 905243 w 1162418"/>
                  <a:gd name="connsiteY37" fmla="*/ 1262733 h 1896145"/>
                  <a:gd name="connsiteX38" fmla="*/ 868730 w 1162418"/>
                  <a:gd name="connsiteY38" fmla="*/ 1299245 h 1896145"/>
                  <a:gd name="connsiteX39" fmla="*/ 641718 w 1162418"/>
                  <a:gd name="connsiteY39" fmla="*/ 1299245 h 1896145"/>
                  <a:gd name="connsiteX40" fmla="*/ 590918 w 1162418"/>
                  <a:gd name="connsiteY40" fmla="*/ 1277020 h 1896145"/>
                  <a:gd name="connsiteX41" fmla="*/ 590918 w 1162418"/>
                  <a:gd name="connsiteY41" fmla="*/ 1210345 h 1896145"/>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6196"/>
                  <a:gd name="connsiteY0" fmla="*/ 1898273 h 1898273"/>
                  <a:gd name="connsiteX1" fmla="*/ 581393 w 1166196"/>
                  <a:gd name="connsiteY1" fmla="*/ 1768098 h 1898273"/>
                  <a:gd name="connsiteX2" fmla="*/ 508368 w 1166196"/>
                  <a:gd name="connsiteY2" fmla="*/ 1723648 h 1898273"/>
                  <a:gd name="connsiteX3" fmla="*/ 475030 w 1166196"/>
                  <a:gd name="connsiteY3" fmla="*/ 1683961 h 1898273"/>
                  <a:gd name="connsiteX4" fmla="*/ 505193 w 1166196"/>
                  <a:gd name="connsiteY4" fmla="*/ 1644273 h 1898273"/>
                  <a:gd name="connsiteX5" fmla="*/ 717918 w 1166196"/>
                  <a:gd name="connsiteY5" fmla="*/ 1644273 h 1898273"/>
                  <a:gd name="connsiteX6" fmla="*/ 746493 w 1166196"/>
                  <a:gd name="connsiteY6" fmla="*/ 1596648 h 1898273"/>
                  <a:gd name="connsiteX7" fmla="*/ 716330 w 1166196"/>
                  <a:gd name="connsiteY7" fmla="*/ 1560136 h 1898273"/>
                  <a:gd name="connsiteX8" fmla="*/ 398830 w 1166196"/>
                  <a:gd name="connsiteY8" fmla="*/ 1560136 h 1898273"/>
                  <a:gd name="connsiteX9" fmla="*/ 360730 w 1166196"/>
                  <a:gd name="connsiteY9" fmla="*/ 1522036 h 1898273"/>
                  <a:gd name="connsiteX10" fmla="*/ 382955 w 1166196"/>
                  <a:gd name="connsiteY10" fmla="*/ 1474411 h 1898273"/>
                  <a:gd name="connsiteX11" fmla="*/ 797293 w 1166196"/>
                  <a:gd name="connsiteY11" fmla="*/ 1474411 h 1898273"/>
                  <a:gd name="connsiteX12" fmla="*/ 830630 w 1166196"/>
                  <a:gd name="connsiteY12" fmla="*/ 1426786 h 1898273"/>
                  <a:gd name="connsiteX13" fmla="*/ 795705 w 1166196"/>
                  <a:gd name="connsiteY13" fmla="*/ 1383923 h 1898273"/>
                  <a:gd name="connsiteX14" fmla="*/ 386130 w 1166196"/>
                  <a:gd name="connsiteY14" fmla="*/ 1383923 h 1898273"/>
                  <a:gd name="connsiteX15" fmla="*/ 322630 w 1166196"/>
                  <a:gd name="connsiteY15" fmla="*/ 1352173 h 1898273"/>
                  <a:gd name="connsiteX16" fmla="*/ 283340 w 1166196"/>
                  <a:gd name="connsiteY16" fmla="*/ 1300183 h 1898273"/>
                  <a:gd name="connsiteX17" fmla="*/ 271830 w 1166196"/>
                  <a:gd name="connsiteY17" fmla="*/ 1207711 h 1898273"/>
                  <a:gd name="connsiteX18" fmla="*/ 260718 w 1166196"/>
                  <a:gd name="connsiteY18" fmla="*/ 1128336 h 1898273"/>
                  <a:gd name="connsiteX19" fmla="*/ 205155 w 1166196"/>
                  <a:gd name="connsiteY19" fmla="*/ 1037848 h 1898273"/>
                  <a:gd name="connsiteX20" fmla="*/ 130543 w 1166196"/>
                  <a:gd name="connsiteY20" fmla="*/ 955298 h 1898273"/>
                  <a:gd name="connsiteX21" fmla="*/ 55137 w 1166196"/>
                  <a:gd name="connsiteY21" fmla="*/ 845364 h 1898273"/>
                  <a:gd name="connsiteX22" fmla="*/ 13861 w 1166196"/>
                  <a:gd name="connsiteY22" fmla="*/ 735827 h 1898273"/>
                  <a:gd name="connsiteX23" fmla="*/ 368 w 1166196"/>
                  <a:gd name="connsiteY23" fmla="*/ 601286 h 1898273"/>
                  <a:gd name="connsiteX24" fmla="*/ 11480 w 1166196"/>
                  <a:gd name="connsiteY24" fmla="*/ 475873 h 1898273"/>
                  <a:gd name="connsiteX25" fmla="*/ 81330 w 1166196"/>
                  <a:gd name="connsiteY25" fmla="*/ 285373 h 1898273"/>
                  <a:gd name="connsiteX26" fmla="*/ 265480 w 1166196"/>
                  <a:gd name="connsiteY26" fmla="*/ 93285 h 1898273"/>
                  <a:gd name="connsiteX27" fmla="*/ 519480 w 1166196"/>
                  <a:gd name="connsiteY27" fmla="*/ 3990 h 1898273"/>
                  <a:gd name="connsiteX28" fmla="*/ 705218 w 1166196"/>
                  <a:gd name="connsiteY28" fmla="*/ 10736 h 1898273"/>
                  <a:gd name="connsiteX29" fmla="*/ 943343 w 1166196"/>
                  <a:gd name="connsiteY29" fmla="*/ 121861 h 1898273"/>
                  <a:gd name="connsiteX30" fmla="*/ 1100505 w 1166196"/>
                  <a:gd name="connsiteY30" fmla="*/ 310773 h 1898273"/>
                  <a:gd name="connsiteX31" fmla="*/ 1162418 w 1166196"/>
                  <a:gd name="connsiteY31" fmla="*/ 513973 h 1898273"/>
                  <a:gd name="connsiteX32" fmla="*/ 1159243 w 1166196"/>
                  <a:gd name="connsiteY32" fmla="*/ 683836 h 1898273"/>
                  <a:gd name="connsiteX33" fmla="*/ 1090980 w 1166196"/>
                  <a:gd name="connsiteY33" fmla="*/ 890211 h 1898273"/>
                  <a:gd name="connsiteX34" fmla="*/ 957630 w 1166196"/>
                  <a:gd name="connsiteY34" fmla="*/ 1058486 h 1898273"/>
                  <a:gd name="connsiteX35" fmla="*/ 914768 w 1166196"/>
                  <a:gd name="connsiteY35" fmla="*/ 1118811 h 1898273"/>
                  <a:gd name="connsiteX36" fmla="*/ 905243 w 1166196"/>
                  <a:gd name="connsiteY36" fmla="*/ 1175961 h 1898273"/>
                  <a:gd name="connsiteX37" fmla="*/ 905243 w 1166196"/>
                  <a:gd name="connsiteY37" fmla="*/ 1264861 h 1898273"/>
                  <a:gd name="connsiteX38" fmla="*/ 868730 w 1166196"/>
                  <a:gd name="connsiteY38" fmla="*/ 1301373 h 1898273"/>
                  <a:gd name="connsiteX39" fmla="*/ 641718 w 1166196"/>
                  <a:gd name="connsiteY39" fmla="*/ 1301373 h 1898273"/>
                  <a:gd name="connsiteX40" fmla="*/ 590918 w 1166196"/>
                  <a:gd name="connsiteY40" fmla="*/ 1279148 h 1898273"/>
                  <a:gd name="connsiteX41" fmla="*/ 590918 w 1166196"/>
                  <a:gd name="connsiteY41" fmla="*/ 1212473 h 1898273"/>
                  <a:gd name="connsiteX0" fmla="*/ 584568 w 1170207"/>
                  <a:gd name="connsiteY0" fmla="*/ 1898273 h 1898273"/>
                  <a:gd name="connsiteX1" fmla="*/ 581393 w 1170207"/>
                  <a:gd name="connsiteY1" fmla="*/ 1768098 h 1898273"/>
                  <a:gd name="connsiteX2" fmla="*/ 508368 w 1170207"/>
                  <a:gd name="connsiteY2" fmla="*/ 1723648 h 1898273"/>
                  <a:gd name="connsiteX3" fmla="*/ 475030 w 1170207"/>
                  <a:gd name="connsiteY3" fmla="*/ 1683961 h 1898273"/>
                  <a:gd name="connsiteX4" fmla="*/ 505193 w 1170207"/>
                  <a:gd name="connsiteY4" fmla="*/ 1644273 h 1898273"/>
                  <a:gd name="connsiteX5" fmla="*/ 717918 w 1170207"/>
                  <a:gd name="connsiteY5" fmla="*/ 1644273 h 1898273"/>
                  <a:gd name="connsiteX6" fmla="*/ 746493 w 1170207"/>
                  <a:gd name="connsiteY6" fmla="*/ 1596648 h 1898273"/>
                  <a:gd name="connsiteX7" fmla="*/ 716330 w 1170207"/>
                  <a:gd name="connsiteY7" fmla="*/ 1560136 h 1898273"/>
                  <a:gd name="connsiteX8" fmla="*/ 398830 w 1170207"/>
                  <a:gd name="connsiteY8" fmla="*/ 1560136 h 1898273"/>
                  <a:gd name="connsiteX9" fmla="*/ 360730 w 1170207"/>
                  <a:gd name="connsiteY9" fmla="*/ 1522036 h 1898273"/>
                  <a:gd name="connsiteX10" fmla="*/ 382955 w 1170207"/>
                  <a:gd name="connsiteY10" fmla="*/ 1474411 h 1898273"/>
                  <a:gd name="connsiteX11" fmla="*/ 797293 w 1170207"/>
                  <a:gd name="connsiteY11" fmla="*/ 1474411 h 1898273"/>
                  <a:gd name="connsiteX12" fmla="*/ 830630 w 1170207"/>
                  <a:gd name="connsiteY12" fmla="*/ 1426786 h 1898273"/>
                  <a:gd name="connsiteX13" fmla="*/ 795705 w 1170207"/>
                  <a:gd name="connsiteY13" fmla="*/ 1383923 h 1898273"/>
                  <a:gd name="connsiteX14" fmla="*/ 386130 w 1170207"/>
                  <a:gd name="connsiteY14" fmla="*/ 1383923 h 1898273"/>
                  <a:gd name="connsiteX15" fmla="*/ 322630 w 1170207"/>
                  <a:gd name="connsiteY15" fmla="*/ 1352173 h 1898273"/>
                  <a:gd name="connsiteX16" fmla="*/ 283340 w 1170207"/>
                  <a:gd name="connsiteY16" fmla="*/ 1300183 h 1898273"/>
                  <a:gd name="connsiteX17" fmla="*/ 271830 w 1170207"/>
                  <a:gd name="connsiteY17" fmla="*/ 1207711 h 1898273"/>
                  <a:gd name="connsiteX18" fmla="*/ 260718 w 1170207"/>
                  <a:gd name="connsiteY18" fmla="*/ 1128336 h 1898273"/>
                  <a:gd name="connsiteX19" fmla="*/ 205155 w 1170207"/>
                  <a:gd name="connsiteY19" fmla="*/ 1037848 h 1898273"/>
                  <a:gd name="connsiteX20" fmla="*/ 130543 w 1170207"/>
                  <a:gd name="connsiteY20" fmla="*/ 955298 h 1898273"/>
                  <a:gd name="connsiteX21" fmla="*/ 55137 w 1170207"/>
                  <a:gd name="connsiteY21" fmla="*/ 845364 h 1898273"/>
                  <a:gd name="connsiteX22" fmla="*/ 13861 w 1170207"/>
                  <a:gd name="connsiteY22" fmla="*/ 735827 h 1898273"/>
                  <a:gd name="connsiteX23" fmla="*/ 368 w 1170207"/>
                  <a:gd name="connsiteY23" fmla="*/ 601286 h 1898273"/>
                  <a:gd name="connsiteX24" fmla="*/ 11480 w 1170207"/>
                  <a:gd name="connsiteY24" fmla="*/ 475873 h 1898273"/>
                  <a:gd name="connsiteX25" fmla="*/ 81330 w 1170207"/>
                  <a:gd name="connsiteY25" fmla="*/ 285373 h 1898273"/>
                  <a:gd name="connsiteX26" fmla="*/ 265480 w 1170207"/>
                  <a:gd name="connsiteY26" fmla="*/ 93285 h 1898273"/>
                  <a:gd name="connsiteX27" fmla="*/ 519480 w 1170207"/>
                  <a:gd name="connsiteY27" fmla="*/ 3990 h 1898273"/>
                  <a:gd name="connsiteX28" fmla="*/ 705218 w 1170207"/>
                  <a:gd name="connsiteY28" fmla="*/ 10736 h 1898273"/>
                  <a:gd name="connsiteX29" fmla="*/ 943343 w 1170207"/>
                  <a:gd name="connsiteY29" fmla="*/ 121861 h 1898273"/>
                  <a:gd name="connsiteX30" fmla="*/ 1100505 w 1170207"/>
                  <a:gd name="connsiteY30" fmla="*/ 310773 h 1898273"/>
                  <a:gd name="connsiteX31" fmla="*/ 1162418 w 1170207"/>
                  <a:gd name="connsiteY31" fmla="*/ 513973 h 1898273"/>
                  <a:gd name="connsiteX32" fmla="*/ 1159243 w 1170207"/>
                  <a:gd name="connsiteY32" fmla="*/ 683836 h 1898273"/>
                  <a:gd name="connsiteX33" fmla="*/ 1090980 w 1170207"/>
                  <a:gd name="connsiteY33" fmla="*/ 890211 h 1898273"/>
                  <a:gd name="connsiteX34" fmla="*/ 957630 w 1170207"/>
                  <a:gd name="connsiteY34" fmla="*/ 1058486 h 1898273"/>
                  <a:gd name="connsiteX35" fmla="*/ 914768 w 1170207"/>
                  <a:gd name="connsiteY35" fmla="*/ 1118811 h 1898273"/>
                  <a:gd name="connsiteX36" fmla="*/ 905243 w 1170207"/>
                  <a:gd name="connsiteY36" fmla="*/ 1175961 h 1898273"/>
                  <a:gd name="connsiteX37" fmla="*/ 905243 w 1170207"/>
                  <a:gd name="connsiteY37" fmla="*/ 1264861 h 1898273"/>
                  <a:gd name="connsiteX38" fmla="*/ 868730 w 1170207"/>
                  <a:gd name="connsiteY38" fmla="*/ 1301373 h 1898273"/>
                  <a:gd name="connsiteX39" fmla="*/ 641718 w 1170207"/>
                  <a:gd name="connsiteY39" fmla="*/ 1301373 h 1898273"/>
                  <a:gd name="connsiteX40" fmla="*/ 590918 w 1170207"/>
                  <a:gd name="connsiteY40" fmla="*/ 1279148 h 1898273"/>
                  <a:gd name="connsiteX41" fmla="*/ 590918 w 1170207"/>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70104"/>
                  <a:gd name="connsiteY0" fmla="*/ 1898273 h 1898273"/>
                  <a:gd name="connsiteX1" fmla="*/ 581393 w 1170104"/>
                  <a:gd name="connsiteY1" fmla="*/ 1768098 h 1898273"/>
                  <a:gd name="connsiteX2" fmla="*/ 508368 w 1170104"/>
                  <a:gd name="connsiteY2" fmla="*/ 1723648 h 1898273"/>
                  <a:gd name="connsiteX3" fmla="*/ 475030 w 1170104"/>
                  <a:gd name="connsiteY3" fmla="*/ 1683961 h 1898273"/>
                  <a:gd name="connsiteX4" fmla="*/ 505193 w 1170104"/>
                  <a:gd name="connsiteY4" fmla="*/ 1644273 h 1898273"/>
                  <a:gd name="connsiteX5" fmla="*/ 717918 w 1170104"/>
                  <a:gd name="connsiteY5" fmla="*/ 1644273 h 1898273"/>
                  <a:gd name="connsiteX6" fmla="*/ 746493 w 1170104"/>
                  <a:gd name="connsiteY6" fmla="*/ 1596648 h 1898273"/>
                  <a:gd name="connsiteX7" fmla="*/ 716330 w 1170104"/>
                  <a:gd name="connsiteY7" fmla="*/ 1560136 h 1898273"/>
                  <a:gd name="connsiteX8" fmla="*/ 398830 w 1170104"/>
                  <a:gd name="connsiteY8" fmla="*/ 1560136 h 1898273"/>
                  <a:gd name="connsiteX9" fmla="*/ 360730 w 1170104"/>
                  <a:gd name="connsiteY9" fmla="*/ 1522036 h 1898273"/>
                  <a:gd name="connsiteX10" fmla="*/ 382955 w 1170104"/>
                  <a:gd name="connsiteY10" fmla="*/ 1474411 h 1898273"/>
                  <a:gd name="connsiteX11" fmla="*/ 797293 w 1170104"/>
                  <a:gd name="connsiteY11" fmla="*/ 1474411 h 1898273"/>
                  <a:gd name="connsiteX12" fmla="*/ 830630 w 1170104"/>
                  <a:gd name="connsiteY12" fmla="*/ 1426786 h 1898273"/>
                  <a:gd name="connsiteX13" fmla="*/ 795705 w 1170104"/>
                  <a:gd name="connsiteY13" fmla="*/ 1383923 h 1898273"/>
                  <a:gd name="connsiteX14" fmla="*/ 386130 w 1170104"/>
                  <a:gd name="connsiteY14" fmla="*/ 1383923 h 1898273"/>
                  <a:gd name="connsiteX15" fmla="*/ 322630 w 1170104"/>
                  <a:gd name="connsiteY15" fmla="*/ 1352173 h 1898273"/>
                  <a:gd name="connsiteX16" fmla="*/ 283340 w 1170104"/>
                  <a:gd name="connsiteY16" fmla="*/ 1300183 h 1898273"/>
                  <a:gd name="connsiteX17" fmla="*/ 271830 w 1170104"/>
                  <a:gd name="connsiteY17" fmla="*/ 1207711 h 1898273"/>
                  <a:gd name="connsiteX18" fmla="*/ 260718 w 1170104"/>
                  <a:gd name="connsiteY18" fmla="*/ 1128336 h 1898273"/>
                  <a:gd name="connsiteX19" fmla="*/ 205155 w 1170104"/>
                  <a:gd name="connsiteY19" fmla="*/ 1037848 h 1898273"/>
                  <a:gd name="connsiteX20" fmla="*/ 130543 w 1170104"/>
                  <a:gd name="connsiteY20" fmla="*/ 955298 h 1898273"/>
                  <a:gd name="connsiteX21" fmla="*/ 55137 w 1170104"/>
                  <a:gd name="connsiteY21" fmla="*/ 845364 h 1898273"/>
                  <a:gd name="connsiteX22" fmla="*/ 13861 w 1170104"/>
                  <a:gd name="connsiteY22" fmla="*/ 735827 h 1898273"/>
                  <a:gd name="connsiteX23" fmla="*/ 368 w 1170104"/>
                  <a:gd name="connsiteY23" fmla="*/ 601286 h 1898273"/>
                  <a:gd name="connsiteX24" fmla="*/ 11480 w 1170104"/>
                  <a:gd name="connsiteY24" fmla="*/ 475873 h 1898273"/>
                  <a:gd name="connsiteX25" fmla="*/ 81330 w 1170104"/>
                  <a:gd name="connsiteY25" fmla="*/ 285373 h 1898273"/>
                  <a:gd name="connsiteX26" fmla="*/ 265480 w 1170104"/>
                  <a:gd name="connsiteY26" fmla="*/ 93285 h 1898273"/>
                  <a:gd name="connsiteX27" fmla="*/ 519480 w 1170104"/>
                  <a:gd name="connsiteY27" fmla="*/ 3990 h 1898273"/>
                  <a:gd name="connsiteX28" fmla="*/ 705218 w 1170104"/>
                  <a:gd name="connsiteY28" fmla="*/ 10736 h 1898273"/>
                  <a:gd name="connsiteX29" fmla="*/ 943343 w 1170104"/>
                  <a:gd name="connsiteY29" fmla="*/ 121861 h 1898273"/>
                  <a:gd name="connsiteX30" fmla="*/ 1100505 w 1170104"/>
                  <a:gd name="connsiteY30" fmla="*/ 310773 h 1898273"/>
                  <a:gd name="connsiteX31" fmla="*/ 1162418 w 1170104"/>
                  <a:gd name="connsiteY31" fmla="*/ 513973 h 1898273"/>
                  <a:gd name="connsiteX32" fmla="*/ 1165196 w 1170104"/>
                  <a:gd name="connsiteY32" fmla="*/ 683836 h 1898273"/>
                  <a:gd name="connsiteX33" fmla="*/ 1090980 w 1170104"/>
                  <a:gd name="connsiteY33" fmla="*/ 890211 h 1898273"/>
                  <a:gd name="connsiteX34" fmla="*/ 957630 w 1170104"/>
                  <a:gd name="connsiteY34" fmla="*/ 1058486 h 1898273"/>
                  <a:gd name="connsiteX35" fmla="*/ 914768 w 1170104"/>
                  <a:gd name="connsiteY35" fmla="*/ 1118811 h 1898273"/>
                  <a:gd name="connsiteX36" fmla="*/ 905243 w 1170104"/>
                  <a:gd name="connsiteY36" fmla="*/ 1175961 h 1898273"/>
                  <a:gd name="connsiteX37" fmla="*/ 905243 w 1170104"/>
                  <a:gd name="connsiteY37" fmla="*/ 1264861 h 1898273"/>
                  <a:gd name="connsiteX38" fmla="*/ 868730 w 1170104"/>
                  <a:gd name="connsiteY38" fmla="*/ 1301373 h 1898273"/>
                  <a:gd name="connsiteX39" fmla="*/ 641718 w 1170104"/>
                  <a:gd name="connsiteY39" fmla="*/ 1301373 h 1898273"/>
                  <a:gd name="connsiteX40" fmla="*/ 590918 w 1170104"/>
                  <a:gd name="connsiteY40" fmla="*/ 1279148 h 1898273"/>
                  <a:gd name="connsiteX41" fmla="*/ 590918 w 1170104"/>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2862 w 1167899"/>
                  <a:gd name="connsiteY37" fmla="*/ 1261289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9527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0487 w 1167899"/>
                  <a:gd name="connsiteY34" fmla="*/ 1054914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70467"/>
                  <a:gd name="connsiteY0" fmla="*/ 1898273 h 1898273"/>
                  <a:gd name="connsiteX1" fmla="*/ 581393 w 1170467"/>
                  <a:gd name="connsiteY1" fmla="*/ 1768098 h 1898273"/>
                  <a:gd name="connsiteX2" fmla="*/ 513130 w 1170467"/>
                  <a:gd name="connsiteY2" fmla="*/ 1726030 h 1898273"/>
                  <a:gd name="connsiteX3" fmla="*/ 470268 w 1170467"/>
                  <a:gd name="connsiteY3" fmla="*/ 1680389 h 1898273"/>
                  <a:gd name="connsiteX4" fmla="*/ 505193 w 1170467"/>
                  <a:gd name="connsiteY4" fmla="*/ 1644273 h 1898273"/>
                  <a:gd name="connsiteX5" fmla="*/ 717918 w 1170467"/>
                  <a:gd name="connsiteY5" fmla="*/ 1644273 h 1898273"/>
                  <a:gd name="connsiteX6" fmla="*/ 748874 w 1170467"/>
                  <a:gd name="connsiteY6" fmla="*/ 1603792 h 1898273"/>
                  <a:gd name="connsiteX7" fmla="*/ 716330 w 1170467"/>
                  <a:gd name="connsiteY7" fmla="*/ 1561327 h 1898273"/>
                  <a:gd name="connsiteX8" fmla="*/ 398830 w 1170467"/>
                  <a:gd name="connsiteY8" fmla="*/ 1560136 h 1898273"/>
                  <a:gd name="connsiteX9" fmla="*/ 360730 w 1170467"/>
                  <a:gd name="connsiteY9" fmla="*/ 1522036 h 1898273"/>
                  <a:gd name="connsiteX10" fmla="*/ 387717 w 1170467"/>
                  <a:gd name="connsiteY10" fmla="*/ 1476793 h 1898273"/>
                  <a:gd name="connsiteX11" fmla="*/ 797293 w 1170467"/>
                  <a:gd name="connsiteY11" fmla="*/ 1474411 h 1898273"/>
                  <a:gd name="connsiteX12" fmla="*/ 828249 w 1170467"/>
                  <a:gd name="connsiteY12" fmla="*/ 1425595 h 1898273"/>
                  <a:gd name="connsiteX13" fmla="*/ 795705 w 1170467"/>
                  <a:gd name="connsiteY13" fmla="*/ 1383923 h 1898273"/>
                  <a:gd name="connsiteX14" fmla="*/ 386130 w 1170467"/>
                  <a:gd name="connsiteY14" fmla="*/ 1383923 h 1898273"/>
                  <a:gd name="connsiteX15" fmla="*/ 322630 w 1170467"/>
                  <a:gd name="connsiteY15" fmla="*/ 1352173 h 1898273"/>
                  <a:gd name="connsiteX16" fmla="*/ 283340 w 1170467"/>
                  <a:gd name="connsiteY16" fmla="*/ 1300183 h 1898273"/>
                  <a:gd name="connsiteX17" fmla="*/ 271830 w 1170467"/>
                  <a:gd name="connsiteY17" fmla="*/ 1207711 h 1898273"/>
                  <a:gd name="connsiteX18" fmla="*/ 255955 w 1170467"/>
                  <a:gd name="connsiteY18" fmla="*/ 1128336 h 1898273"/>
                  <a:gd name="connsiteX19" fmla="*/ 205155 w 1170467"/>
                  <a:gd name="connsiteY19" fmla="*/ 1037848 h 1898273"/>
                  <a:gd name="connsiteX20" fmla="*/ 130543 w 1170467"/>
                  <a:gd name="connsiteY20" fmla="*/ 955298 h 1898273"/>
                  <a:gd name="connsiteX21" fmla="*/ 55137 w 1170467"/>
                  <a:gd name="connsiteY21" fmla="*/ 845364 h 1898273"/>
                  <a:gd name="connsiteX22" fmla="*/ 13861 w 1170467"/>
                  <a:gd name="connsiteY22" fmla="*/ 735827 h 1898273"/>
                  <a:gd name="connsiteX23" fmla="*/ 368 w 1170467"/>
                  <a:gd name="connsiteY23" fmla="*/ 601286 h 1898273"/>
                  <a:gd name="connsiteX24" fmla="*/ 11480 w 1170467"/>
                  <a:gd name="connsiteY24" fmla="*/ 475873 h 1898273"/>
                  <a:gd name="connsiteX25" fmla="*/ 81330 w 1170467"/>
                  <a:gd name="connsiteY25" fmla="*/ 285373 h 1898273"/>
                  <a:gd name="connsiteX26" fmla="*/ 265480 w 1170467"/>
                  <a:gd name="connsiteY26" fmla="*/ 93285 h 1898273"/>
                  <a:gd name="connsiteX27" fmla="*/ 519480 w 1170467"/>
                  <a:gd name="connsiteY27" fmla="*/ 3990 h 1898273"/>
                  <a:gd name="connsiteX28" fmla="*/ 705218 w 1170467"/>
                  <a:gd name="connsiteY28" fmla="*/ 10736 h 1898273"/>
                  <a:gd name="connsiteX29" fmla="*/ 943343 w 1170467"/>
                  <a:gd name="connsiteY29" fmla="*/ 121861 h 1898273"/>
                  <a:gd name="connsiteX30" fmla="*/ 1100505 w 1170467"/>
                  <a:gd name="connsiteY30" fmla="*/ 310773 h 1898273"/>
                  <a:gd name="connsiteX31" fmla="*/ 1164799 w 1170467"/>
                  <a:gd name="connsiteY31" fmla="*/ 512783 h 1898273"/>
                  <a:gd name="connsiteX32" fmla="*/ 1165196 w 1170467"/>
                  <a:gd name="connsiteY32" fmla="*/ 683836 h 1898273"/>
                  <a:gd name="connsiteX33" fmla="*/ 1085027 w 1170467"/>
                  <a:gd name="connsiteY33" fmla="*/ 889020 h 1898273"/>
                  <a:gd name="connsiteX34" fmla="*/ 950487 w 1170467"/>
                  <a:gd name="connsiteY34" fmla="*/ 1054914 h 1898273"/>
                  <a:gd name="connsiteX35" fmla="*/ 914768 w 1170467"/>
                  <a:gd name="connsiteY35" fmla="*/ 1118811 h 1898273"/>
                  <a:gd name="connsiteX36" fmla="*/ 900480 w 1170467"/>
                  <a:gd name="connsiteY36" fmla="*/ 1177152 h 1898273"/>
                  <a:gd name="connsiteX37" fmla="*/ 898100 w 1170467"/>
                  <a:gd name="connsiteY37" fmla="*/ 1258908 h 1898273"/>
                  <a:gd name="connsiteX38" fmla="*/ 858014 w 1170467"/>
                  <a:gd name="connsiteY38" fmla="*/ 1301373 h 1898273"/>
                  <a:gd name="connsiteX39" fmla="*/ 641718 w 1170467"/>
                  <a:gd name="connsiteY39" fmla="*/ 1301373 h 1898273"/>
                  <a:gd name="connsiteX40" fmla="*/ 590918 w 1170467"/>
                  <a:gd name="connsiteY40" fmla="*/ 1279148 h 1898273"/>
                  <a:gd name="connsiteX41" fmla="*/ 590918 w 1170467"/>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88142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892" h="1898273">
                    <a:moveTo>
                      <a:pt x="584993" y="1898273"/>
                    </a:moveTo>
                    <a:cubicBezTo>
                      <a:pt x="583935" y="1854881"/>
                      <a:pt x="582876" y="1811490"/>
                      <a:pt x="581818" y="1768098"/>
                    </a:cubicBezTo>
                    <a:cubicBezTo>
                      <a:pt x="573352" y="1746931"/>
                      <a:pt x="562503" y="1729338"/>
                      <a:pt x="513555" y="1726030"/>
                    </a:cubicBezTo>
                    <a:cubicBezTo>
                      <a:pt x="487759" y="1721135"/>
                      <a:pt x="471487" y="1707906"/>
                      <a:pt x="470693" y="1680389"/>
                    </a:cubicBezTo>
                    <a:cubicBezTo>
                      <a:pt x="474793" y="1662398"/>
                      <a:pt x="478895" y="1650358"/>
                      <a:pt x="505618" y="1644273"/>
                    </a:cubicBezTo>
                    <a:lnTo>
                      <a:pt x="718343" y="1644273"/>
                    </a:lnTo>
                    <a:cubicBezTo>
                      <a:pt x="736202" y="1631970"/>
                      <a:pt x="744536" y="1626810"/>
                      <a:pt x="749299" y="1603792"/>
                    </a:cubicBezTo>
                    <a:cubicBezTo>
                      <a:pt x="745198" y="1586858"/>
                      <a:pt x="741097" y="1572308"/>
                      <a:pt x="716755" y="1561327"/>
                    </a:cubicBezTo>
                    <a:lnTo>
                      <a:pt x="399255" y="1560136"/>
                    </a:lnTo>
                    <a:cubicBezTo>
                      <a:pt x="375839" y="1555770"/>
                      <a:pt x="367902" y="1546642"/>
                      <a:pt x="361155" y="1522036"/>
                    </a:cubicBezTo>
                    <a:cubicBezTo>
                      <a:pt x="362610" y="1506161"/>
                      <a:pt x="365255" y="1491478"/>
                      <a:pt x="394095" y="1476793"/>
                    </a:cubicBezTo>
                    <a:lnTo>
                      <a:pt x="797718" y="1474411"/>
                    </a:lnTo>
                    <a:cubicBezTo>
                      <a:pt x="819546" y="1463299"/>
                      <a:pt x="827088" y="1449805"/>
                      <a:pt x="828674" y="1425595"/>
                    </a:cubicBezTo>
                    <a:cubicBezTo>
                      <a:pt x="824177" y="1402972"/>
                      <a:pt x="825632" y="1399402"/>
                      <a:pt x="796130" y="1383923"/>
                    </a:cubicBezTo>
                    <a:lnTo>
                      <a:pt x="386555" y="1383923"/>
                    </a:lnTo>
                    <a:cubicBezTo>
                      <a:pt x="360625" y="1374530"/>
                      <a:pt x="343031" y="1368709"/>
                      <a:pt x="323055" y="1352173"/>
                    </a:cubicBezTo>
                    <a:cubicBezTo>
                      <a:pt x="314721" y="1341193"/>
                      <a:pt x="295670" y="1327832"/>
                      <a:pt x="283765" y="1300183"/>
                    </a:cubicBezTo>
                    <a:cubicBezTo>
                      <a:pt x="275166" y="1267772"/>
                      <a:pt x="274901" y="1238932"/>
                      <a:pt x="272255" y="1207711"/>
                    </a:cubicBezTo>
                    <a:lnTo>
                      <a:pt x="256380" y="1128336"/>
                    </a:lnTo>
                    <a:cubicBezTo>
                      <a:pt x="240241" y="1093410"/>
                      <a:pt x="227673" y="1070392"/>
                      <a:pt x="205580" y="1037848"/>
                    </a:cubicBezTo>
                    <a:cubicBezTo>
                      <a:pt x="184281" y="1006760"/>
                      <a:pt x="162982" y="981625"/>
                      <a:pt x="130968" y="955298"/>
                    </a:cubicBezTo>
                    <a:cubicBezTo>
                      <a:pt x="101071" y="924606"/>
                      <a:pt x="77125" y="886771"/>
                      <a:pt x="55562" y="845364"/>
                    </a:cubicBezTo>
                    <a:cubicBezTo>
                      <a:pt x="23150" y="783054"/>
                      <a:pt x="26457" y="770752"/>
                      <a:pt x="14286" y="735827"/>
                    </a:cubicBezTo>
                    <a:cubicBezTo>
                      <a:pt x="6217" y="686615"/>
                      <a:pt x="1322" y="648911"/>
                      <a:pt x="793" y="601286"/>
                    </a:cubicBezTo>
                    <a:cubicBezTo>
                      <a:pt x="-265" y="557894"/>
                      <a:pt x="-2118" y="514502"/>
                      <a:pt x="9524" y="475873"/>
                    </a:cubicBezTo>
                    <a:cubicBezTo>
                      <a:pt x="20107" y="409198"/>
                      <a:pt x="44184" y="347286"/>
                      <a:pt x="81755" y="285373"/>
                    </a:cubicBezTo>
                    <a:cubicBezTo>
                      <a:pt x="130438" y="213406"/>
                      <a:pt x="185472" y="143027"/>
                      <a:pt x="265905" y="93285"/>
                    </a:cubicBezTo>
                    <a:cubicBezTo>
                      <a:pt x="333638" y="48306"/>
                      <a:pt x="420819" y="15632"/>
                      <a:pt x="519905" y="3990"/>
                    </a:cubicBezTo>
                    <a:cubicBezTo>
                      <a:pt x="584200" y="-2095"/>
                      <a:pt x="644921" y="-2228"/>
                      <a:pt x="705643" y="10736"/>
                    </a:cubicBezTo>
                    <a:cubicBezTo>
                      <a:pt x="805259" y="37062"/>
                      <a:pt x="872727" y="72912"/>
                      <a:pt x="943768" y="121861"/>
                    </a:cubicBezTo>
                    <a:cubicBezTo>
                      <a:pt x="1009252" y="178879"/>
                      <a:pt x="1058067" y="229942"/>
                      <a:pt x="1100930" y="310773"/>
                    </a:cubicBezTo>
                    <a:cubicBezTo>
                      <a:pt x="1137046" y="378506"/>
                      <a:pt x="1160063" y="439096"/>
                      <a:pt x="1165224" y="512783"/>
                    </a:cubicBezTo>
                    <a:cubicBezTo>
                      <a:pt x="1174881" y="568213"/>
                      <a:pt x="1170250" y="629597"/>
                      <a:pt x="1165621" y="683836"/>
                    </a:cubicBezTo>
                    <a:cubicBezTo>
                      <a:pt x="1151202" y="755009"/>
                      <a:pt x="1129637" y="822609"/>
                      <a:pt x="1085452" y="889020"/>
                    </a:cubicBezTo>
                    <a:cubicBezTo>
                      <a:pt x="1047749" y="946699"/>
                      <a:pt x="994569" y="992472"/>
                      <a:pt x="950912" y="1054914"/>
                    </a:cubicBezTo>
                    <a:cubicBezTo>
                      <a:pt x="937021" y="1078197"/>
                      <a:pt x="923130" y="1091956"/>
                      <a:pt x="915193" y="1118811"/>
                    </a:cubicBezTo>
                    <a:cubicBezTo>
                      <a:pt x="906065" y="1147386"/>
                      <a:pt x="904080" y="1158102"/>
                      <a:pt x="900905" y="1177152"/>
                    </a:cubicBezTo>
                    <a:cubicBezTo>
                      <a:pt x="898920" y="1217501"/>
                      <a:pt x="899319" y="1230465"/>
                      <a:pt x="898525" y="1258908"/>
                    </a:cubicBezTo>
                    <a:cubicBezTo>
                      <a:pt x="898260" y="1276635"/>
                      <a:pt x="886089" y="1291981"/>
                      <a:pt x="858439" y="1301373"/>
                    </a:cubicBezTo>
                    <a:lnTo>
                      <a:pt x="642143" y="1301373"/>
                    </a:lnTo>
                    <a:cubicBezTo>
                      <a:pt x="604968" y="1298728"/>
                      <a:pt x="601133" y="1297271"/>
                      <a:pt x="591343" y="1279148"/>
                    </a:cubicBezTo>
                    <a:lnTo>
                      <a:pt x="591343" y="1212473"/>
                    </a:lnTo>
                  </a:path>
                </a:pathLst>
              </a:custGeom>
              <a:noFill/>
              <a:ln w="25400" algn="ctr">
                <a:solidFill>
                  <a:srgbClr val="155513"/>
                </a:solidFill>
                <a:miter lim="800000"/>
                <a:headEnd type="none" w="sm" len="sm"/>
                <a:tailEnd type="oval"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j-lt"/>
                  <a:ea typeface="+mn-ea"/>
                  <a:cs typeface="+mn-cs"/>
                </a:endParaRPr>
              </a:p>
            </p:txBody>
          </p:sp>
          <p:sp>
            <p:nvSpPr>
              <p:cNvPr id="62" name="Round Same Side Corner Rectangle 37">
                <a:extLst>
                  <a:ext uri="{FF2B5EF4-FFF2-40B4-BE49-F238E27FC236}">
                    <a16:creationId xmlns:a16="http://schemas.microsoft.com/office/drawing/2014/main" id="{53A57615-F4FB-40EC-8AEE-E8CC0B65E489}"/>
                  </a:ext>
                </a:extLst>
              </p:cNvPr>
              <p:cNvSpPr/>
              <p:nvPr/>
            </p:nvSpPr>
            <p:spPr bwMode="gray">
              <a:xfrm>
                <a:off x="1289779" y="3495046"/>
                <a:ext cx="116350" cy="108039"/>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a:ln>
                    <a:noFill/>
                  </a:ln>
                  <a:solidFill>
                    <a:prstClr val="white"/>
                  </a:solidFill>
                  <a:effectLst/>
                  <a:uLnTx/>
                  <a:uFillTx/>
                  <a:latin typeface="+mj-lt"/>
                  <a:ea typeface="+mn-ea"/>
                  <a:cs typeface="+mn-cs"/>
                </a:endParaRPr>
              </a:p>
            </p:txBody>
          </p:sp>
          <p:sp>
            <p:nvSpPr>
              <p:cNvPr id="63" name="Round Same Side Corner Rectangle 38">
                <a:extLst>
                  <a:ext uri="{FF2B5EF4-FFF2-40B4-BE49-F238E27FC236}">
                    <a16:creationId xmlns:a16="http://schemas.microsoft.com/office/drawing/2014/main" id="{EF7059A5-EF2D-4F24-98D8-EECF84B7A4B0}"/>
                  </a:ext>
                </a:extLst>
              </p:cNvPr>
              <p:cNvSpPr/>
              <p:nvPr/>
            </p:nvSpPr>
            <p:spPr bwMode="gray">
              <a:xfrm flipV="1">
                <a:off x="1312850" y="3603085"/>
                <a:ext cx="21108" cy="45231"/>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a:ln>
                    <a:noFill/>
                  </a:ln>
                  <a:solidFill>
                    <a:prstClr val="white"/>
                  </a:solidFill>
                  <a:effectLst/>
                  <a:uLnTx/>
                  <a:uFillTx/>
                  <a:latin typeface="+mj-lt"/>
                  <a:ea typeface="+mn-ea"/>
                  <a:cs typeface="+mn-cs"/>
                </a:endParaRPr>
              </a:p>
            </p:txBody>
          </p:sp>
          <p:sp>
            <p:nvSpPr>
              <p:cNvPr id="64" name="Round Same Side Corner Rectangle 39">
                <a:extLst>
                  <a:ext uri="{FF2B5EF4-FFF2-40B4-BE49-F238E27FC236}">
                    <a16:creationId xmlns:a16="http://schemas.microsoft.com/office/drawing/2014/main" id="{3B874B85-3F08-4069-A6D3-1163FA850C1B}"/>
                  </a:ext>
                </a:extLst>
              </p:cNvPr>
              <p:cNvSpPr/>
              <p:nvPr/>
            </p:nvSpPr>
            <p:spPr bwMode="gray">
              <a:xfrm flipV="1">
                <a:off x="1362714" y="3603085"/>
                <a:ext cx="21108" cy="45231"/>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a:ln>
                    <a:noFill/>
                  </a:ln>
                  <a:solidFill>
                    <a:prstClr val="white"/>
                  </a:solidFill>
                  <a:effectLst/>
                  <a:uLnTx/>
                  <a:uFillTx/>
                  <a:latin typeface="+mj-lt"/>
                  <a:ea typeface="+mn-ea"/>
                  <a:cs typeface="+mn-cs"/>
                </a:endParaRPr>
              </a:p>
            </p:txBody>
          </p:sp>
          <p:sp>
            <p:nvSpPr>
              <p:cNvPr id="65" name="Oval 64">
                <a:extLst>
                  <a:ext uri="{FF2B5EF4-FFF2-40B4-BE49-F238E27FC236}">
                    <a16:creationId xmlns:a16="http://schemas.microsoft.com/office/drawing/2014/main" id="{C61822AA-F85B-414D-91E7-D9DD4CD97FDA}"/>
                  </a:ext>
                </a:extLst>
              </p:cNvPr>
              <p:cNvSpPr/>
              <p:nvPr/>
            </p:nvSpPr>
            <p:spPr bwMode="gray">
              <a:xfrm>
                <a:off x="1329954" y="3531065"/>
                <a:ext cx="36000" cy="36000"/>
              </a:xfrm>
              <a:prstGeom prst="ellipse">
                <a:avLst/>
              </a:prstGeom>
              <a:solidFill>
                <a:schemeClr val="bg1"/>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a:ln>
                    <a:noFill/>
                  </a:ln>
                  <a:solidFill>
                    <a:prstClr val="white"/>
                  </a:solidFill>
                  <a:effectLst/>
                  <a:uLnTx/>
                  <a:uFillTx/>
                  <a:latin typeface="+mj-lt"/>
                  <a:ea typeface="+mn-ea"/>
                  <a:cs typeface="+mn-cs"/>
                </a:endParaRPr>
              </a:p>
            </p:txBody>
          </p:sp>
        </p:grpSp>
      </p:grpSp>
      <p:sp>
        <p:nvSpPr>
          <p:cNvPr id="157" name="Isosceles Triangle 156">
            <a:extLst>
              <a:ext uri="{FF2B5EF4-FFF2-40B4-BE49-F238E27FC236}">
                <a16:creationId xmlns:a16="http://schemas.microsoft.com/office/drawing/2014/main" id="{7FC6A7F5-66CA-4D80-9459-3E6DC317AC23}"/>
              </a:ext>
            </a:extLst>
          </p:cNvPr>
          <p:cNvSpPr/>
          <p:nvPr/>
        </p:nvSpPr>
        <p:spPr bwMode="gray">
          <a:xfrm rot="5400000">
            <a:off x="1059869" y="3374110"/>
            <a:ext cx="5122692" cy="393158"/>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70" name="Text Placeholder 7">
            <a:extLst>
              <a:ext uri="{FF2B5EF4-FFF2-40B4-BE49-F238E27FC236}">
                <a16:creationId xmlns:a16="http://schemas.microsoft.com/office/drawing/2014/main" id="{1B35CAAB-E7EE-4ABB-A06D-351F5D0F1747}"/>
              </a:ext>
            </a:extLst>
          </p:cNvPr>
          <p:cNvSpPr txBox="1">
            <a:spLocks/>
          </p:cNvSpPr>
          <p:nvPr/>
        </p:nvSpPr>
        <p:spPr>
          <a:xfrm>
            <a:off x="4175041" y="1119567"/>
            <a:ext cx="7589520" cy="284088"/>
          </a:xfrm>
          <a:prstGeom prst="rect">
            <a:avLst/>
          </a:prstGeom>
          <a:solidFill>
            <a:srgbClr val="2C5234"/>
          </a:solidFill>
        </p:spPr>
        <p:txBody>
          <a:bodyPr vert="horz" lIns="0" tIns="0" rIns="0" bIns="0" rtlCol="0" anchor="ctr">
            <a:noAutofit/>
          </a:bodyPr>
          <a:lstStyle>
            <a:lvl1pPr marL="0" indent="0" algn="l" defTabSz="1219194" rtl="0" eaLnBrk="1" latinLnBrk="0" hangingPunct="1">
              <a:spcBef>
                <a:spcPts val="0"/>
              </a:spcBef>
              <a:spcAft>
                <a:spcPts val="1333"/>
              </a:spcAft>
              <a:buSzPct val="100000"/>
              <a:buFont typeface="Arial" panose="020B0604020202020204" pitchFamily="34" charset="0"/>
              <a:buNone/>
              <a:defRPr sz="1969" b="1" kern="1200">
                <a:solidFill>
                  <a:srgbClr val="575757"/>
                </a:solidFill>
                <a:latin typeface="+mn-lt"/>
                <a:ea typeface="+mn-ea"/>
                <a:cs typeface="+mn-cs"/>
              </a:defRPr>
            </a:lvl1pPr>
            <a:lvl2pPr marL="0" indent="0" algn="l" defTabSz="1219194"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198" indent="-235198" algn="l" defTabSz="1219194"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197" indent="-235198" algn="l" defTabSz="1219194"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396" indent="-235198" algn="l" defTabSz="1064678"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396" indent="-235198" algn="l" defTabSz="121919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96" indent="-235198" algn="l" defTabSz="1219194"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96" indent="-235198" algn="l" defTabSz="121919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96" indent="-235198" algn="l" defTabSz="121919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r>
              <a:rPr lang="en-US" sz="1200">
                <a:solidFill>
                  <a:srgbClr val="FFFFFF"/>
                </a:solidFill>
                <a:ea typeface="Verdana"/>
              </a:rPr>
              <a:t>Key support areas identified</a:t>
            </a:r>
          </a:p>
        </p:txBody>
      </p:sp>
      <p:sp>
        <p:nvSpPr>
          <p:cNvPr id="177" name="Title 2">
            <a:extLst>
              <a:ext uri="{FF2B5EF4-FFF2-40B4-BE49-F238E27FC236}">
                <a16:creationId xmlns:a16="http://schemas.microsoft.com/office/drawing/2014/main" id="{25B1B997-3C04-46FA-B5D2-1CBB50C0472E}"/>
              </a:ext>
            </a:extLst>
          </p:cNvPr>
          <p:cNvSpPr>
            <a:spLocks noGrp="1"/>
          </p:cNvSpPr>
          <p:nvPr>
            <p:ph type="title"/>
          </p:nvPr>
        </p:nvSpPr>
        <p:spPr>
          <a:xfrm>
            <a:off x="359998" y="298508"/>
            <a:ext cx="11252200" cy="334102"/>
          </a:xfrm>
        </p:spPr>
        <p:txBody>
          <a:bodyPr vert="horz"/>
          <a:lstStyle/>
          <a:p>
            <a:r>
              <a:rPr lang="en-US" b="1"/>
              <a:t>Task 1: Bid Process Management</a:t>
            </a:r>
            <a:endParaRPr lang="en-GB" b="1"/>
          </a:p>
        </p:txBody>
      </p:sp>
      <p:grpSp>
        <p:nvGrpSpPr>
          <p:cNvPr id="11" name="Group 10">
            <a:extLst>
              <a:ext uri="{FF2B5EF4-FFF2-40B4-BE49-F238E27FC236}">
                <a16:creationId xmlns:a16="http://schemas.microsoft.com/office/drawing/2014/main" id="{EC19C175-E4D4-D30B-9FFA-3662C9F7EBE1}"/>
              </a:ext>
            </a:extLst>
          </p:cNvPr>
          <p:cNvGrpSpPr/>
          <p:nvPr/>
        </p:nvGrpSpPr>
        <p:grpSpPr>
          <a:xfrm>
            <a:off x="4094016" y="1448186"/>
            <a:ext cx="7744065" cy="1376623"/>
            <a:chOff x="4094017" y="1173846"/>
            <a:chExt cx="8762013" cy="1323762"/>
          </a:xfrm>
        </p:grpSpPr>
        <p:sp>
          <p:nvSpPr>
            <p:cNvPr id="160" name="Rectangle: Rounded Corners 159">
              <a:extLst>
                <a:ext uri="{FF2B5EF4-FFF2-40B4-BE49-F238E27FC236}">
                  <a16:creationId xmlns:a16="http://schemas.microsoft.com/office/drawing/2014/main" id="{66EC6520-0908-416C-B513-02D2E5435B2E}"/>
                </a:ext>
              </a:extLst>
            </p:cNvPr>
            <p:cNvSpPr/>
            <p:nvPr/>
          </p:nvSpPr>
          <p:spPr bwMode="gray">
            <a:xfrm>
              <a:off x="4094017" y="1174317"/>
              <a:ext cx="1667275" cy="1318754"/>
            </a:xfrm>
            <a:prstGeom prst="roundRect">
              <a:avLst/>
            </a:prstGeom>
            <a:solidFill>
              <a:schemeClr val="accent6">
                <a:lumMod val="40000"/>
                <a:lumOff val="60000"/>
              </a:schemeClr>
            </a:solidFill>
            <a:ln w="19050" algn="ctr">
              <a:noFill/>
              <a:miter lim="800000"/>
              <a:headEnd/>
              <a:tailEnd/>
            </a:ln>
          </p:spPr>
          <p:txBody>
            <a:bodyPr wrap="square" lIns="88900" tIns="88900" rIns="88900" bIns="88900" rtlCol="0" anchor="ctr"/>
            <a:lstStyle/>
            <a:p>
              <a:pPr algn="ctr">
                <a:lnSpc>
                  <a:spcPct val="106000"/>
                </a:lnSpc>
              </a:pPr>
              <a:r>
                <a:rPr lang="en-US" sz="1100">
                  <a:latin typeface="+mj-lt"/>
                </a:rPr>
                <a:t>Compliance check with respect to pre-qualification requirements</a:t>
              </a:r>
              <a:endParaRPr lang="en-US" sz="1100">
                <a:latin typeface="+mj-lt"/>
                <a:ea typeface="Verdana"/>
              </a:endParaRPr>
            </a:p>
          </p:txBody>
        </p:sp>
        <p:sp>
          <p:nvSpPr>
            <p:cNvPr id="163" name="Rectangle: Rounded Corners 162">
              <a:extLst>
                <a:ext uri="{FF2B5EF4-FFF2-40B4-BE49-F238E27FC236}">
                  <a16:creationId xmlns:a16="http://schemas.microsoft.com/office/drawing/2014/main" id="{4AA1C2E3-8C5E-4769-B2DC-0858B3545ACE}"/>
                </a:ext>
              </a:extLst>
            </p:cNvPr>
            <p:cNvSpPr/>
            <p:nvPr/>
          </p:nvSpPr>
          <p:spPr bwMode="gray">
            <a:xfrm>
              <a:off x="5893843" y="1178854"/>
              <a:ext cx="1667275" cy="1318754"/>
            </a:xfrm>
            <a:prstGeom prst="roundRect">
              <a:avLst/>
            </a:prstGeom>
            <a:solidFill>
              <a:schemeClr val="accent6">
                <a:lumMod val="40000"/>
                <a:lumOff val="60000"/>
              </a:schemeClr>
            </a:solidFill>
            <a:ln w="19050" algn="ctr">
              <a:noFill/>
              <a:miter lim="800000"/>
              <a:headEnd/>
              <a:tailEnd/>
            </a:ln>
          </p:spPr>
          <p:txBody>
            <a:bodyPr wrap="square" lIns="88900" tIns="88900" rIns="88900" bIns="88900" rtlCol="0" anchor="ctr"/>
            <a:lstStyle/>
            <a:p>
              <a:pPr algn="ctr">
                <a:lnSpc>
                  <a:spcPct val="106000"/>
                </a:lnSpc>
              </a:pPr>
              <a:r>
                <a:rPr lang="en-US" sz="1100">
                  <a:latin typeface="+mj-lt"/>
                </a:rPr>
                <a:t>Detailed assessment of bidder responses and identifying gaps (if any)</a:t>
              </a:r>
              <a:endParaRPr lang="en-US" sz="1100">
                <a:latin typeface="+mj-lt"/>
                <a:ea typeface="Verdana"/>
              </a:endParaRPr>
            </a:p>
          </p:txBody>
        </p:sp>
        <p:sp>
          <p:nvSpPr>
            <p:cNvPr id="166" name="Rectangle: Rounded Corners 165">
              <a:extLst>
                <a:ext uri="{FF2B5EF4-FFF2-40B4-BE49-F238E27FC236}">
                  <a16:creationId xmlns:a16="http://schemas.microsoft.com/office/drawing/2014/main" id="{065174F0-B1F2-4361-93C9-018F0BD01CA6}"/>
                </a:ext>
              </a:extLst>
            </p:cNvPr>
            <p:cNvSpPr/>
            <p:nvPr/>
          </p:nvSpPr>
          <p:spPr bwMode="gray">
            <a:xfrm>
              <a:off x="7677727" y="1178854"/>
              <a:ext cx="1667275" cy="1309708"/>
            </a:xfrm>
            <a:prstGeom prst="roundRect">
              <a:avLst/>
            </a:prstGeom>
            <a:solidFill>
              <a:schemeClr val="accent6">
                <a:lumMod val="40000"/>
                <a:lumOff val="60000"/>
              </a:schemeClr>
            </a:solidFill>
            <a:ln w="19050" algn="ctr">
              <a:noFill/>
              <a:miter lim="800000"/>
              <a:headEnd/>
              <a:tailEnd/>
            </a:ln>
          </p:spPr>
          <p:txBody>
            <a:bodyPr wrap="square" lIns="88900" tIns="88900" rIns="88900" bIns="88900" rtlCol="0" anchor="ctr"/>
            <a:lstStyle/>
            <a:p>
              <a:pPr algn="ctr">
                <a:lnSpc>
                  <a:spcPct val="106000"/>
                </a:lnSpc>
              </a:pPr>
              <a:r>
                <a:rPr lang="en-US" sz="1100">
                  <a:latin typeface="+mj-lt"/>
                  <a:ea typeface="Verdana"/>
                </a:rPr>
                <a:t>Support to WBSEDCL for scoring and evaluation of tender (Technical and Financial)</a:t>
              </a:r>
            </a:p>
          </p:txBody>
        </p:sp>
        <p:sp>
          <p:nvSpPr>
            <p:cNvPr id="4" name="Rectangle: Rounded Corners 3">
              <a:extLst>
                <a:ext uri="{FF2B5EF4-FFF2-40B4-BE49-F238E27FC236}">
                  <a16:creationId xmlns:a16="http://schemas.microsoft.com/office/drawing/2014/main" id="{CC255A50-C644-533D-31F5-4E28E8A4AC0D}"/>
                </a:ext>
              </a:extLst>
            </p:cNvPr>
            <p:cNvSpPr/>
            <p:nvPr/>
          </p:nvSpPr>
          <p:spPr bwMode="gray">
            <a:xfrm>
              <a:off x="9457719" y="1173846"/>
              <a:ext cx="1667275" cy="1309708"/>
            </a:xfrm>
            <a:prstGeom prst="roundRect">
              <a:avLst/>
            </a:prstGeom>
            <a:solidFill>
              <a:schemeClr val="accent6">
                <a:lumMod val="40000"/>
                <a:lumOff val="60000"/>
              </a:schemeClr>
            </a:solidFill>
            <a:ln w="19050" algn="ctr">
              <a:noFill/>
              <a:miter lim="800000"/>
              <a:headEnd/>
              <a:tailEnd/>
            </a:ln>
          </p:spPr>
          <p:txBody>
            <a:bodyPr wrap="square" lIns="88900" tIns="88900" rIns="88900" bIns="88900" rtlCol="0" anchor="ctr"/>
            <a:lstStyle>
              <a:defPPr>
                <a:defRPr lang="en-US"/>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2" algn="l" defTabSz="914342" rtl="0" eaLnBrk="1" latinLnBrk="0" hangingPunct="1">
                <a:defRPr sz="1800" kern="1200">
                  <a:solidFill>
                    <a:schemeClr val="tx1"/>
                  </a:solidFill>
                  <a:latin typeface="+mn-lt"/>
                  <a:ea typeface="+mn-ea"/>
                  <a:cs typeface="+mn-cs"/>
                </a:defRPr>
              </a:lvl4pPr>
              <a:lvl5pPr marL="1828683" algn="l" defTabSz="914342" rtl="0" eaLnBrk="1" latinLnBrk="0" hangingPunct="1">
                <a:defRPr sz="1800" kern="1200">
                  <a:solidFill>
                    <a:schemeClr val="tx1"/>
                  </a:solidFill>
                  <a:latin typeface="+mn-lt"/>
                  <a:ea typeface="+mn-ea"/>
                  <a:cs typeface="+mn-cs"/>
                </a:defRPr>
              </a:lvl5pPr>
              <a:lvl6pPr marL="2285854" algn="l" defTabSz="914342" rtl="0" eaLnBrk="1" latinLnBrk="0" hangingPunct="1">
                <a:defRPr sz="1800" kern="1200">
                  <a:solidFill>
                    <a:schemeClr val="tx1"/>
                  </a:solidFill>
                  <a:latin typeface="+mn-lt"/>
                  <a:ea typeface="+mn-ea"/>
                  <a:cs typeface="+mn-cs"/>
                </a:defRPr>
              </a:lvl6pPr>
              <a:lvl7pPr marL="2743025" algn="l" defTabSz="914342" rtl="0" eaLnBrk="1" latinLnBrk="0" hangingPunct="1">
                <a:defRPr sz="1800" kern="1200">
                  <a:solidFill>
                    <a:schemeClr val="tx1"/>
                  </a:solidFill>
                  <a:latin typeface="+mn-lt"/>
                  <a:ea typeface="+mn-ea"/>
                  <a:cs typeface="+mn-cs"/>
                </a:defRPr>
              </a:lvl7pPr>
              <a:lvl8pPr marL="3200195" algn="l" defTabSz="914342" rtl="0" eaLnBrk="1" latinLnBrk="0" hangingPunct="1">
                <a:defRPr sz="1800" kern="1200">
                  <a:solidFill>
                    <a:schemeClr val="tx1"/>
                  </a:solidFill>
                  <a:latin typeface="+mn-lt"/>
                  <a:ea typeface="+mn-ea"/>
                  <a:cs typeface="+mn-cs"/>
                </a:defRPr>
              </a:lvl8pPr>
              <a:lvl9pPr marL="3657366" algn="l" defTabSz="914342" rtl="0" eaLnBrk="1" latinLnBrk="0" hangingPunct="1">
                <a:defRPr sz="1800" kern="1200">
                  <a:solidFill>
                    <a:schemeClr val="tx1"/>
                  </a:solidFill>
                  <a:latin typeface="+mn-lt"/>
                  <a:ea typeface="+mn-ea"/>
                  <a:cs typeface="+mn-cs"/>
                </a:defRPr>
              </a:lvl9pPr>
            </a:lstStyle>
            <a:p>
              <a:pPr algn="ctr">
                <a:lnSpc>
                  <a:spcPct val="106000"/>
                </a:lnSpc>
              </a:pPr>
              <a:r>
                <a:rPr lang="en-US" sz="1100">
                  <a:latin typeface="+mj-lt"/>
                  <a:ea typeface="Verdana"/>
                </a:rPr>
                <a:t>Support key communication between </a:t>
              </a:r>
              <a:r>
                <a:rPr lang="en-US" sz="1100" err="1">
                  <a:latin typeface="+mj-lt"/>
                  <a:ea typeface="Verdana"/>
                </a:rPr>
                <a:t>MoP</a:t>
              </a:r>
              <a:r>
                <a:rPr lang="en-US" sz="1100">
                  <a:latin typeface="+mj-lt"/>
                  <a:ea typeface="Verdana"/>
                </a:rPr>
                <a:t>, WBSEDCL , Evaluation Committee, &amp; Board </a:t>
              </a:r>
            </a:p>
          </p:txBody>
        </p:sp>
        <p:sp>
          <p:nvSpPr>
            <p:cNvPr id="5" name="Rectangle: Rounded Corners 4">
              <a:extLst>
                <a:ext uri="{FF2B5EF4-FFF2-40B4-BE49-F238E27FC236}">
                  <a16:creationId xmlns:a16="http://schemas.microsoft.com/office/drawing/2014/main" id="{6F416005-0192-AE2D-568E-D3CA023F11D6}"/>
                </a:ext>
              </a:extLst>
            </p:cNvPr>
            <p:cNvSpPr/>
            <p:nvPr/>
          </p:nvSpPr>
          <p:spPr bwMode="gray">
            <a:xfrm>
              <a:off x="11188755" y="1175252"/>
              <a:ext cx="1667275" cy="1309708"/>
            </a:xfrm>
            <a:prstGeom prst="roundRect">
              <a:avLst/>
            </a:prstGeom>
            <a:solidFill>
              <a:schemeClr val="accent6">
                <a:lumMod val="40000"/>
                <a:lumOff val="60000"/>
              </a:schemeClr>
            </a:solidFill>
            <a:ln w="19050" algn="ctr">
              <a:noFill/>
              <a:miter lim="800000"/>
              <a:headEnd/>
              <a:tailEnd/>
            </a:ln>
          </p:spPr>
          <p:txBody>
            <a:bodyPr wrap="square" lIns="88900" tIns="88900" rIns="88900" bIns="88900" rtlCol="0" anchor="ctr"/>
            <a:lstStyle>
              <a:defPPr>
                <a:defRPr lang="en-US"/>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2" algn="l" defTabSz="914342" rtl="0" eaLnBrk="1" latinLnBrk="0" hangingPunct="1">
                <a:defRPr sz="1800" kern="1200">
                  <a:solidFill>
                    <a:schemeClr val="tx1"/>
                  </a:solidFill>
                  <a:latin typeface="+mn-lt"/>
                  <a:ea typeface="+mn-ea"/>
                  <a:cs typeface="+mn-cs"/>
                </a:defRPr>
              </a:lvl4pPr>
              <a:lvl5pPr marL="1828683" algn="l" defTabSz="914342" rtl="0" eaLnBrk="1" latinLnBrk="0" hangingPunct="1">
                <a:defRPr sz="1800" kern="1200">
                  <a:solidFill>
                    <a:schemeClr val="tx1"/>
                  </a:solidFill>
                  <a:latin typeface="+mn-lt"/>
                  <a:ea typeface="+mn-ea"/>
                  <a:cs typeface="+mn-cs"/>
                </a:defRPr>
              </a:lvl5pPr>
              <a:lvl6pPr marL="2285854" algn="l" defTabSz="914342" rtl="0" eaLnBrk="1" latinLnBrk="0" hangingPunct="1">
                <a:defRPr sz="1800" kern="1200">
                  <a:solidFill>
                    <a:schemeClr val="tx1"/>
                  </a:solidFill>
                  <a:latin typeface="+mn-lt"/>
                  <a:ea typeface="+mn-ea"/>
                  <a:cs typeface="+mn-cs"/>
                </a:defRPr>
              </a:lvl6pPr>
              <a:lvl7pPr marL="2743025" algn="l" defTabSz="914342" rtl="0" eaLnBrk="1" latinLnBrk="0" hangingPunct="1">
                <a:defRPr sz="1800" kern="1200">
                  <a:solidFill>
                    <a:schemeClr val="tx1"/>
                  </a:solidFill>
                  <a:latin typeface="+mn-lt"/>
                  <a:ea typeface="+mn-ea"/>
                  <a:cs typeface="+mn-cs"/>
                </a:defRPr>
              </a:lvl7pPr>
              <a:lvl8pPr marL="3200195" algn="l" defTabSz="914342" rtl="0" eaLnBrk="1" latinLnBrk="0" hangingPunct="1">
                <a:defRPr sz="1800" kern="1200">
                  <a:solidFill>
                    <a:schemeClr val="tx1"/>
                  </a:solidFill>
                  <a:latin typeface="+mn-lt"/>
                  <a:ea typeface="+mn-ea"/>
                  <a:cs typeface="+mn-cs"/>
                </a:defRPr>
              </a:lvl8pPr>
              <a:lvl9pPr marL="3657366" algn="l" defTabSz="914342" rtl="0" eaLnBrk="1" latinLnBrk="0" hangingPunct="1">
                <a:defRPr sz="1800" kern="1200">
                  <a:solidFill>
                    <a:schemeClr val="tx1"/>
                  </a:solidFill>
                  <a:latin typeface="+mn-lt"/>
                  <a:ea typeface="+mn-ea"/>
                  <a:cs typeface="+mn-cs"/>
                </a:defRPr>
              </a:lvl9pPr>
            </a:lstStyle>
            <a:p>
              <a:pPr algn="ctr">
                <a:lnSpc>
                  <a:spcPct val="106000"/>
                </a:lnSpc>
              </a:pPr>
              <a:r>
                <a:rPr lang="en-US" sz="1100">
                  <a:latin typeface="+mj-lt"/>
                </a:rPr>
                <a:t>Support key communications between WBSEDCL and Bidders for issuance of clarification </a:t>
              </a:r>
              <a:r>
                <a:rPr lang="en-US" sz="1100" err="1">
                  <a:latin typeface="+mj-lt"/>
                </a:rPr>
                <a:t>lettes</a:t>
              </a:r>
              <a:endParaRPr lang="en-US" sz="1100">
                <a:latin typeface="+mj-lt"/>
                <a:ea typeface="Verdana"/>
              </a:endParaRPr>
            </a:p>
          </p:txBody>
        </p:sp>
      </p:grpSp>
      <p:sp>
        <p:nvSpPr>
          <p:cNvPr id="3" name="TextBox 2">
            <a:extLst>
              <a:ext uri="{FF2B5EF4-FFF2-40B4-BE49-F238E27FC236}">
                <a16:creationId xmlns:a16="http://schemas.microsoft.com/office/drawing/2014/main" id="{79709EC5-5B55-5DC0-6A31-BA25278AEF45}"/>
              </a:ext>
            </a:extLst>
          </p:cNvPr>
          <p:cNvSpPr txBox="1"/>
          <p:nvPr/>
        </p:nvSpPr>
        <p:spPr>
          <a:xfrm>
            <a:off x="4175041" y="2892549"/>
            <a:ext cx="7589520" cy="276999"/>
          </a:xfrm>
          <a:prstGeom prst="rect">
            <a:avLst/>
          </a:prstGeom>
          <a:solidFill>
            <a:schemeClr val="tx2"/>
          </a:solidFill>
          <a:ln w="38100">
            <a:solidFill>
              <a:schemeClr val="bg1"/>
            </a:solidFill>
          </a:ln>
          <a:effectLst>
            <a:outerShdw blurRad="40005" dist="20320" dir="5400000" algn="ctr" rotWithShape="0">
              <a:srgbClr val="000000">
                <a:alpha val="38000"/>
              </a:srgbClr>
            </a:outerShdw>
          </a:effectLst>
        </p:spPr>
        <p:txBody>
          <a:bodyPr wrap="square" rtlCol="0">
            <a:spAutoFit/>
          </a:bodyPr>
          <a:lstStyle/>
          <a:p>
            <a:pPr algn="ctr"/>
            <a:r>
              <a:rPr lang="en-US" sz="1200" b="1" i="1">
                <a:solidFill>
                  <a:schemeClr val="bg1"/>
                </a:solidFill>
                <a:latin typeface="Verdana" panose="020B0604030504040204" pitchFamily="34" charset="0"/>
                <a:ea typeface="Verdana" panose="020B0604030504040204" pitchFamily="34" charset="0"/>
              </a:rPr>
              <a:t>EVALUATION MATRIX</a:t>
            </a:r>
          </a:p>
        </p:txBody>
      </p:sp>
      <p:sp>
        <p:nvSpPr>
          <p:cNvPr id="6" name="TextBox 5">
            <a:extLst>
              <a:ext uri="{FF2B5EF4-FFF2-40B4-BE49-F238E27FC236}">
                <a16:creationId xmlns:a16="http://schemas.microsoft.com/office/drawing/2014/main" id="{F285795B-4F03-D327-2540-BDD0276A74B3}"/>
              </a:ext>
            </a:extLst>
          </p:cNvPr>
          <p:cNvSpPr txBox="1"/>
          <p:nvPr/>
        </p:nvSpPr>
        <p:spPr>
          <a:xfrm>
            <a:off x="4560964" y="3160894"/>
            <a:ext cx="6770017" cy="3162404"/>
          </a:xfrm>
          <a:prstGeom prst="rect">
            <a:avLst/>
          </a:prstGeom>
          <a:noFill/>
        </p:spPr>
        <p:txBody>
          <a:bodyPr wrap="square" rtlCol="0">
            <a:spAutoFit/>
          </a:bodyPr>
          <a:lstStyle/>
          <a:p>
            <a:pPr algn="ctr"/>
            <a:endParaRPr lang="en-US" sz="1050">
              <a:latin typeface="Verdana" panose="020B0604030504040204" pitchFamily="34" charset="0"/>
              <a:ea typeface="Verdana" panose="020B0604030504040204" pitchFamily="34" charset="0"/>
            </a:endParaRPr>
          </a:p>
          <a:p>
            <a:pPr algn="ctr"/>
            <a:endParaRPr lang="en-US" sz="1050">
              <a:latin typeface="Verdana" panose="020B0604030504040204" pitchFamily="34" charset="0"/>
              <a:ea typeface="Verdana" panose="020B0604030504040204" pitchFamily="34" charset="0"/>
            </a:endParaRPr>
          </a:p>
          <a:p>
            <a:pPr algn="ctr"/>
            <a:endParaRPr lang="en-US" sz="1050">
              <a:latin typeface="Verdana" panose="020B0604030504040204" pitchFamily="34" charset="0"/>
              <a:ea typeface="Verdana" panose="020B0604030504040204" pitchFamily="34" charset="0"/>
            </a:endParaRPr>
          </a:p>
          <a:p>
            <a:pPr algn="ctr"/>
            <a:endParaRPr lang="en-US" sz="1050">
              <a:latin typeface="Verdana" panose="020B0604030504040204" pitchFamily="34" charset="0"/>
              <a:ea typeface="Verdana" panose="020B0604030504040204" pitchFamily="34" charset="0"/>
            </a:endParaRPr>
          </a:p>
          <a:p>
            <a:pPr algn="ctr"/>
            <a:endParaRPr lang="en-US" sz="1050">
              <a:latin typeface="Verdana" panose="020B0604030504040204" pitchFamily="34" charset="0"/>
              <a:ea typeface="Verdana" panose="020B0604030504040204" pitchFamily="34" charset="0"/>
            </a:endParaRPr>
          </a:p>
          <a:p>
            <a:pPr algn="ctr"/>
            <a:endParaRPr lang="en-US" sz="1050">
              <a:latin typeface="Verdana" panose="020B0604030504040204" pitchFamily="34" charset="0"/>
              <a:ea typeface="Verdana" panose="020B0604030504040204" pitchFamily="34" charset="0"/>
            </a:endParaRPr>
          </a:p>
          <a:p>
            <a:pPr algn="ctr"/>
            <a:endParaRPr lang="en-US" sz="1050">
              <a:latin typeface="Verdana" panose="020B0604030504040204" pitchFamily="34" charset="0"/>
              <a:ea typeface="Verdana" panose="020B0604030504040204" pitchFamily="34" charset="0"/>
            </a:endParaRPr>
          </a:p>
          <a:p>
            <a:pPr algn="ctr"/>
            <a:endParaRPr lang="en-US" sz="1050">
              <a:latin typeface="Verdana" panose="020B0604030504040204" pitchFamily="34" charset="0"/>
              <a:ea typeface="Verdana" panose="020B0604030504040204" pitchFamily="34" charset="0"/>
            </a:endParaRPr>
          </a:p>
          <a:p>
            <a:pPr algn="ctr"/>
            <a:endParaRPr lang="en-US" sz="1050">
              <a:latin typeface="Verdana" panose="020B0604030504040204" pitchFamily="34" charset="0"/>
              <a:ea typeface="Verdana" panose="020B0604030504040204" pitchFamily="34" charset="0"/>
            </a:endParaRPr>
          </a:p>
          <a:p>
            <a:pPr algn="ctr"/>
            <a:endParaRPr lang="en-US" sz="1050">
              <a:latin typeface="Verdana" panose="020B0604030504040204" pitchFamily="34" charset="0"/>
              <a:ea typeface="Verdana" panose="020B0604030504040204" pitchFamily="34" charset="0"/>
            </a:endParaRPr>
          </a:p>
          <a:p>
            <a:pPr algn="ctr"/>
            <a:endParaRPr lang="en-US" sz="1050">
              <a:latin typeface="Verdana" panose="020B0604030504040204" pitchFamily="34" charset="0"/>
              <a:ea typeface="Verdana" panose="020B0604030504040204" pitchFamily="34" charset="0"/>
            </a:endParaRPr>
          </a:p>
          <a:p>
            <a:pPr algn="ctr"/>
            <a:endParaRPr lang="en-US" sz="1050">
              <a:latin typeface="Verdana" panose="020B0604030504040204" pitchFamily="34" charset="0"/>
              <a:ea typeface="Verdana" panose="020B0604030504040204" pitchFamily="34" charset="0"/>
            </a:endParaRPr>
          </a:p>
          <a:p>
            <a:pPr algn="ctr"/>
            <a:endParaRPr lang="en-US" sz="1050">
              <a:latin typeface="Verdana" panose="020B0604030504040204" pitchFamily="34" charset="0"/>
              <a:ea typeface="Verdana" panose="020B0604030504040204" pitchFamily="34" charset="0"/>
            </a:endParaRPr>
          </a:p>
          <a:p>
            <a:pPr algn="ctr"/>
            <a:endParaRPr lang="en-US" sz="1050">
              <a:latin typeface="Verdana" panose="020B0604030504040204" pitchFamily="34" charset="0"/>
              <a:ea typeface="Verdana" panose="020B0604030504040204" pitchFamily="34" charset="0"/>
            </a:endParaRPr>
          </a:p>
          <a:p>
            <a:pPr algn="ctr"/>
            <a:endParaRPr lang="en-US" sz="1050">
              <a:latin typeface="Verdana" panose="020B0604030504040204" pitchFamily="34" charset="0"/>
              <a:ea typeface="Verdana" panose="020B0604030504040204" pitchFamily="34" charset="0"/>
            </a:endParaRPr>
          </a:p>
          <a:p>
            <a:pPr algn="ctr"/>
            <a:endParaRPr lang="en-US" sz="1050">
              <a:latin typeface="Verdana" panose="020B0604030504040204" pitchFamily="34" charset="0"/>
              <a:ea typeface="Verdana" panose="020B0604030504040204" pitchFamily="34" charset="0"/>
            </a:endParaRPr>
          </a:p>
          <a:p>
            <a:pPr algn="ctr"/>
            <a:endParaRPr lang="en-US" sz="1050">
              <a:latin typeface="Verdana" panose="020B0604030504040204" pitchFamily="34" charset="0"/>
              <a:ea typeface="Verdana" panose="020B0604030504040204" pitchFamily="34" charset="0"/>
            </a:endParaRPr>
          </a:p>
          <a:p>
            <a:pPr algn="ctr"/>
            <a:endParaRPr lang="en-US" sz="1050">
              <a:latin typeface="Verdana" panose="020B0604030504040204" pitchFamily="34" charset="0"/>
              <a:ea typeface="Verdana" panose="020B0604030504040204" pitchFamily="34" charset="0"/>
            </a:endParaRPr>
          </a:p>
          <a:p>
            <a:pPr algn="ctr"/>
            <a:endParaRPr lang="en-US" sz="1050">
              <a:latin typeface="Verdana" panose="020B0604030504040204" pitchFamily="34" charset="0"/>
              <a:ea typeface="Verdana" panose="020B0604030504040204" pitchFamily="34" charset="0"/>
            </a:endParaRPr>
          </a:p>
        </p:txBody>
      </p:sp>
      <p:sp>
        <p:nvSpPr>
          <p:cNvPr id="12" name="Rectangle 11">
            <a:extLst>
              <a:ext uri="{FF2B5EF4-FFF2-40B4-BE49-F238E27FC236}">
                <a16:creationId xmlns:a16="http://schemas.microsoft.com/office/drawing/2014/main" id="{CBD0A6E3-B479-9F24-129D-31FD4EE3796C}"/>
              </a:ext>
            </a:extLst>
          </p:cNvPr>
          <p:cNvSpPr/>
          <p:nvPr/>
        </p:nvSpPr>
        <p:spPr>
          <a:xfrm>
            <a:off x="7806896" y="3231376"/>
            <a:ext cx="1920240" cy="371071"/>
          </a:xfrm>
          <a:prstGeom prst="rect">
            <a:avLst/>
          </a:prstGeom>
          <a:solidFill>
            <a:schemeClr val="accent6">
              <a:lumMod val="50000"/>
            </a:schemeClr>
          </a:solidFill>
          <a:ln w="38100">
            <a:solidFill>
              <a:schemeClr val="bg1"/>
            </a:solidFill>
          </a:ln>
          <a:effectLst>
            <a:outerShdw blurRad="40005" dist="20320" dir="5400000" algn="ctr" rotWithShape="0">
              <a:srgbClr val="000000">
                <a:alpha val="3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latin typeface="Verdana" panose="020B0604030504040204" pitchFamily="34" charset="0"/>
                <a:ea typeface="Verdana" panose="020B0604030504040204" pitchFamily="34" charset="0"/>
              </a:rPr>
              <a:t>Technical Requirements</a:t>
            </a:r>
          </a:p>
        </p:txBody>
      </p:sp>
      <p:sp>
        <p:nvSpPr>
          <p:cNvPr id="13" name="Rectangle 12">
            <a:extLst>
              <a:ext uri="{FF2B5EF4-FFF2-40B4-BE49-F238E27FC236}">
                <a16:creationId xmlns:a16="http://schemas.microsoft.com/office/drawing/2014/main" id="{07197FC7-AB26-90DA-7ACA-9CFA9F31D0DA}"/>
              </a:ext>
            </a:extLst>
          </p:cNvPr>
          <p:cNvSpPr/>
          <p:nvPr/>
        </p:nvSpPr>
        <p:spPr>
          <a:xfrm>
            <a:off x="9869771" y="3231377"/>
            <a:ext cx="1920240" cy="371071"/>
          </a:xfrm>
          <a:prstGeom prst="rect">
            <a:avLst/>
          </a:prstGeom>
          <a:solidFill>
            <a:schemeClr val="accent6">
              <a:lumMod val="50000"/>
            </a:schemeClr>
          </a:solidFill>
          <a:ln w="38100">
            <a:solidFill>
              <a:schemeClr val="bg1"/>
            </a:solidFill>
          </a:ln>
          <a:effectLst>
            <a:outerShdw blurRad="40005" dist="20320" dir="5400000" algn="ctr" rotWithShape="0">
              <a:srgbClr val="000000">
                <a:alpha val="3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latin typeface="Verdana" panose="020B0604030504040204" pitchFamily="34" charset="0"/>
                <a:ea typeface="Verdana" panose="020B0604030504040204" pitchFamily="34" charset="0"/>
              </a:rPr>
              <a:t>Financial Requirements</a:t>
            </a:r>
          </a:p>
        </p:txBody>
      </p:sp>
      <p:sp>
        <p:nvSpPr>
          <p:cNvPr id="14" name="Rectangle 13">
            <a:extLst>
              <a:ext uri="{FF2B5EF4-FFF2-40B4-BE49-F238E27FC236}">
                <a16:creationId xmlns:a16="http://schemas.microsoft.com/office/drawing/2014/main" id="{D574889C-302D-09D7-812B-A047CB1FFED0}"/>
              </a:ext>
            </a:extLst>
          </p:cNvPr>
          <p:cNvSpPr/>
          <p:nvPr/>
        </p:nvSpPr>
        <p:spPr>
          <a:xfrm>
            <a:off x="5744021" y="3238971"/>
            <a:ext cx="1920240" cy="371071"/>
          </a:xfrm>
          <a:prstGeom prst="rect">
            <a:avLst/>
          </a:prstGeom>
          <a:solidFill>
            <a:schemeClr val="accent6">
              <a:lumMod val="50000"/>
            </a:schemeClr>
          </a:solidFill>
          <a:ln w="38100">
            <a:solidFill>
              <a:schemeClr val="bg1"/>
            </a:solidFill>
          </a:ln>
          <a:effectLst>
            <a:outerShdw blurRad="40005" dist="20320" dir="5400000" algn="ctr" rotWithShape="0">
              <a:schemeClr val="tx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latin typeface="Verdana" panose="020B0604030504040204" pitchFamily="34" charset="0"/>
                <a:ea typeface="Verdana" panose="020B0604030504040204" pitchFamily="34" charset="0"/>
              </a:rPr>
              <a:t>General Requirements</a:t>
            </a:r>
          </a:p>
        </p:txBody>
      </p:sp>
      <p:sp>
        <p:nvSpPr>
          <p:cNvPr id="15" name="Rectangle 14">
            <a:extLst>
              <a:ext uri="{FF2B5EF4-FFF2-40B4-BE49-F238E27FC236}">
                <a16:creationId xmlns:a16="http://schemas.microsoft.com/office/drawing/2014/main" id="{196AE515-A395-307C-09CC-8015A663AAEE}"/>
              </a:ext>
            </a:extLst>
          </p:cNvPr>
          <p:cNvSpPr/>
          <p:nvPr/>
        </p:nvSpPr>
        <p:spPr>
          <a:xfrm>
            <a:off x="4485550" y="3680008"/>
            <a:ext cx="1140643" cy="543924"/>
          </a:xfrm>
          <a:prstGeom prst="rect">
            <a:avLst/>
          </a:prstGeom>
          <a:solidFill>
            <a:schemeClr val="accent6">
              <a:lumMod val="50000"/>
            </a:schemeClr>
          </a:solidFill>
          <a:ln w="38100">
            <a:solidFill>
              <a:schemeClr val="bg1"/>
            </a:solidFill>
          </a:ln>
          <a:effectLst>
            <a:outerShdw blurRad="40005" dist="20320" dir="5400000" algn="ctr" rotWithShape="0">
              <a:srgbClr val="000000">
                <a:alpha val="3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latin typeface="Verdana" panose="020B0604030504040204" pitchFamily="34" charset="0"/>
                <a:ea typeface="Verdana" panose="020B0604030504040204" pitchFamily="34" charset="0"/>
              </a:rPr>
              <a:t>Description</a:t>
            </a:r>
          </a:p>
        </p:txBody>
      </p:sp>
      <p:sp>
        <p:nvSpPr>
          <p:cNvPr id="16" name="Rectangle 15">
            <a:extLst>
              <a:ext uri="{FF2B5EF4-FFF2-40B4-BE49-F238E27FC236}">
                <a16:creationId xmlns:a16="http://schemas.microsoft.com/office/drawing/2014/main" id="{3E67DAA1-986F-B174-C8C0-F05652F4D4F1}"/>
              </a:ext>
            </a:extLst>
          </p:cNvPr>
          <p:cNvSpPr/>
          <p:nvPr/>
        </p:nvSpPr>
        <p:spPr>
          <a:xfrm>
            <a:off x="4485550" y="4343497"/>
            <a:ext cx="1140643" cy="543924"/>
          </a:xfrm>
          <a:prstGeom prst="rect">
            <a:avLst/>
          </a:prstGeom>
          <a:solidFill>
            <a:schemeClr val="accent6">
              <a:lumMod val="50000"/>
            </a:schemeClr>
          </a:solidFill>
          <a:ln w="38100">
            <a:solidFill>
              <a:schemeClr val="bg1"/>
            </a:solidFill>
          </a:ln>
          <a:effectLst>
            <a:outerShdw blurRad="40005" dist="20320" dir="5400000" algn="ctr" rotWithShape="0">
              <a:srgbClr val="000000">
                <a:alpha val="3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latin typeface="Verdana" panose="020B0604030504040204" pitchFamily="34" charset="0"/>
                <a:ea typeface="Verdana" panose="020B0604030504040204" pitchFamily="34" charset="0"/>
              </a:rPr>
              <a:t>Criteria</a:t>
            </a:r>
          </a:p>
        </p:txBody>
      </p:sp>
      <p:sp>
        <p:nvSpPr>
          <p:cNvPr id="17" name="Rectangle 16">
            <a:extLst>
              <a:ext uri="{FF2B5EF4-FFF2-40B4-BE49-F238E27FC236}">
                <a16:creationId xmlns:a16="http://schemas.microsoft.com/office/drawing/2014/main" id="{DBC8F555-B012-2BE9-69C9-170FDDA1FD85}"/>
              </a:ext>
            </a:extLst>
          </p:cNvPr>
          <p:cNvSpPr/>
          <p:nvPr/>
        </p:nvSpPr>
        <p:spPr>
          <a:xfrm>
            <a:off x="5758160" y="3677392"/>
            <a:ext cx="1906101" cy="62380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900">
                <a:solidFill>
                  <a:schemeClr val="tx1"/>
                </a:solidFill>
                <a:latin typeface="Verdana" panose="020B0604030504040204" pitchFamily="34" charset="0"/>
                <a:ea typeface="Verdana" panose="020B0604030504040204" pitchFamily="34" charset="0"/>
              </a:rPr>
              <a:t>Compliance with documentation as mentioned in the RFP</a:t>
            </a:r>
          </a:p>
        </p:txBody>
      </p:sp>
      <p:sp>
        <p:nvSpPr>
          <p:cNvPr id="18" name="Rectangle 17">
            <a:extLst>
              <a:ext uri="{FF2B5EF4-FFF2-40B4-BE49-F238E27FC236}">
                <a16:creationId xmlns:a16="http://schemas.microsoft.com/office/drawing/2014/main" id="{C0674D9B-4C6B-BA10-5FCE-50C2CB5A1110}"/>
              </a:ext>
            </a:extLst>
          </p:cNvPr>
          <p:cNvSpPr/>
          <p:nvPr/>
        </p:nvSpPr>
        <p:spPr>
          <a:xfrm>
            <a:off x="7806896" y="3677393"/>
            <a:ext cx="1920240" cy="62690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900">
                <a:solidFill>
                  <a:schemeClr val="tx1"/>
                </a:solidFill>
                <a:latin typeface="Verdana" panose="020B0604030504040204" pitchFamily="34" charset="0"/>
                <a:ea typeface="Verdana" panose="020B0604030504040204" pitchFamily="34" charset="0"/>
              </a:rPr>
              <a:t>Evaluate the qualifying requirements of sole/lead bidder of JV along with solution/ component providers</a:t>
            </a:r>
          </a:p>
        </p:txBody>
      </p:sp>
      <p:sp>
        <p:nvSpPr>
          <p:cNvPr id="19" name="Rectangle 18">
            <a:extLst>
              <a:ext uri="{FF2B5EF4-FFF2-40B4-BE49-F238E27FC236}">
                <a16:creationId xmlns:a16="http://schemas.microsoft.com/office/drawing/2014/main" id="{0FBF1878-4783-F0DA-4C66-8960F86D690F}"/>
              </a:ext>
            </a:extLst>
          </p:cNvPr>
          <p:cNvSpPr/>
          <p:nvPr/>
        </p:nvSpPr>
        <p:spPr>
          <a:xfrm>
            <a:off x="9897121" y="3677393"/>
            <a:ext cx="1867440" cy="62690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900">
                <a:solidFill>
                  <a:schemeClr val="tx1"/>
                </a:solidFill>
                <a:latin typeface="Verdana" panose="020B0604030504040204" pitchFamily="34" charset="0"/>
                <a:ea typeface="Verdana" panose="020B0604030504040204" pitchFamily="34" charset="0"/>
              </a:rPr>
              <a:t>If the lead bidder and all consortium members meet the minimum net worth criteria</a:t>
            </a:r>
          </a:p>
        </p:txBody>
      </p:sp>
      <p:sp>
        <p:nvSpPr>
          <p:cNvPr id="20" name="Rectangle 19">
            <a:extLst>
              <a:ext uri="{FF2B5EF4-FFF2-40B4-BE49-F238E27FC236}">
                <a16:creationId xmlns:a16="http://schemas.microsoft.com/office/drawing/2014/main" id="{4695B7CA-F5D9-BBD8-8A2D-269317F17AB0}"/>
              </a:ext>
            </a:extLst>
          </p:cNvPr>
          <p:cNvSpPr/>
          <p:nvPr/>
        </p:nvSpPr>
        <p:spPr>
          <a:xfrm>
            <a:off x="5753144" y="4371347"/>
            <a:ext cx="1901994" cy="157535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marL="171450" indent="-171450">
              <a:buFont typeface="Arial" panose="020B0604020202020204" pitchFamily="34" charset="0"/>
              <a:buChar char="•"/>
            </a:pPr>
            <a:r>
              <a:rPr lang="en-US" sz="900">
                <a:solidFill>
                  <a:schemeClr val="tx1"/>
                </a:solidFill>
                <a:latin typeface="Verdana" panose="020B0604030504040204" pitchFamily="34" charset="0"/>
                <a:ea typeface="Verdana" panose="020B0604030504040204" pitchFamily="34" charset="0"/>
              </a:rPr>
              <a:t>Bid Security/EMD</a:t>
            </a:r>
          </a:p>
          <a:p>
            <a:pPr marL="171450" indent="-171450">
              <a:buFont typeface="Arial" panose="020B0604020202020204" pitchFamily="34" charset="0"/>
              <a:buChar char="•"/>
            </a:pPr>
            <a:r>
              <a:rPr lang="en-US" sz="900">
                <a:solidFill>
                  <a:schemeClr val="tx1"/>
                </a:solidFill>
                <a:latin typeface="Verdana" panose="020B0604030504040204" pitchFamily="34" charset="0"/>
                <a:ea typeface="Verdana" panose="020B0604030504040204" pitchFamily="34" charset="0"/>
              </a:rPr>
              <a:t>Registration Certificate</a:t>
            </a:r>
          </a:p>
          <a:p>
            <a:pPr marL="171450" indent="-171450">
              <a:buFont typeface="Arial" panose="020B0604020202020204" pitchFamily="34" charset="0"/>
              <a:buChar char="•"/>
            </a:pPr>
            <a:r>
              <a:rPr lang="en-US" sz="900">
                <a:solidFill>
                  <a:schemeClr val="tx1"/>
                </a:solidFill>
                <a:latin typeface="Verdana" panose="020B0604030504040204" pitchFamily="34" charset="0"/>
                <a:ea typeface="Verdana" panose="020B0604030504040204" pitchFamily="34" charset="0"/>
              </a:rPr>
              <a:t>GST Certificate</a:t>
            </a:r>
          </a:p>
          <a:p>
            <a:pPr marL="171450" indent="-171450">
              <a:buFont typeface="Arial" panose="020B0604020202020204" pitchFamily="34" charset="0"/>
              <a:buChar char="•"/>
            </a:pPr>
            <a:r>
              <a:rPr lang="en-US" sz="900">
                <a:solidFill>
                  <a:schemeClr val="tx1"/>
                </a:solidFill>
                <a:latin typeface="Verdana" panose="020B0604030504040204" pitchFamily="34" charset="0"/>
                <a:ea typeface="Verdana" panose="020B0604030504040204" pitchFamily="34" charset="0"/>
              </a:rPr>
              <a:t>PAN and PF Details</a:t>
            </a:r>
          </a:p>
          <a:p>
            <a:pPr marL="171450" indent="-171450">
              <a:buFont typeface="Arial" panose="020B0604020202020204" pitchFamily="34" charset="0"/>
              <a:buChar char="•"/>
            </a:pPr>
            <a:r>
              <a:rPr lang="en-US" sz="900">
                <a:solidFill>
                  <a:schemeClr val="tx1"/>
                </a:solidFill>
                <a:latin typeface="Verdana" panose="020B0604030504040204" pitchFamily="34" charset="0"/>
                <a:ea typeface="Verdana" panose="020B0604030504040204" pitchFamily="34" charset="0"/>
              </a:rPr>
              <a:t>Memorandum and Articles of Association</a:t>
            </a:r>
          </a:p>
        </p:txBody>
      </p:sp>
      <p:sp>
        <p:nvSpPr>
          <p:cNvPr id="21" name="Rectangle 20">
            <a:extLst>
              <a:ext uri="{FF2B5EF4-FFF2-40B4-BE49-F238E27FC236}">
                <a16:creationId xmlns:a16="http://schemas.microsoft.com/office/drawing/2014/main" id="{EF9D9A57-5E67-9060-B953-45E85A45569E}"/>
              </a:ext>
            </a:extLst>
          </p:cNvPr>
          <p:cNvSpPr/>
          <p:nvPr/>
        </p:nvSpPr>
        <p:spPr>
          <a:xfrm>
            <a:off x="7806896" y="4359658"/>
            <a:ext cx="1920240" cy="157693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marL="171450" indent="-171450">
              <a:buFont typeface="Arial" panose="020B0604020202020204" pitchFamily="34" charset="0"/>
              <a:buChar char="•"/>
            </a:pPr>
            <a:r>
              <a:rPr lang="en-US" sz="900">
                <a:solidFill>
                  <a:schemeClr val="tx1"/>
                </a:solidFill>
                <a:latin typeface="Verdana" panose="020B0604030504040204" pitchFamily="34" charset="0"/>
                <a:ea typeface="Verdana" panose="020B0604030504040204" pitchFamily="34" charset="0"/>
              </a:rPr>
              <a:t>Integration of HES with MDM(20000 consumers)</a:t>
            </a:r>
          </a:p>
          <a:p>
            <a:pPr marL="171450" indent="-171450">
              <a:buFont typeface="Arial" panose="020B0604020202020204" pitchFamily="34" charset="0"/>
              <a:buChar char="•"/>
            </a:pPr>
            <a:r>
              <a:rPr lang="en-US" sz="900">
                <a:solidFill>
                  <a:schemeClr val="tx1"/>
                </a:solidFill>
                <a:latin typeface="Verdana" panose="020B0604030504040204" pitchFamily="34" charset="0"/>
                <a:ea typeface="Verdana" panose="020B0604030504040204" pitchFamily="34" charset="0"/>
              </a:rPr>
              <a:t>Manufacture and supply (100000 smart meters/ 2000000 static meters)</a:t>
            </a:r>
          </a:p>
          <a:p>
            <a:pPr marL="171450" indent="-171450">
              <a:buFont typeface="Arial" panose="020B0604020202020204" pitchFamily="34" charset="0"/>
              <a:buChar char="•"/>
            </a:pPr>
            <a:r>
              <a:rPr lang="en-US" sz="900">
                <a:solidFill>
                  <a:schemeClr val="tx1"/>
                </a:solidFill>
                <a:latin typeface="Verdana" panose="020B0604030504040204" pitchFamily="34" charset="0"/>
                <a:ea typeface="Verdana" panose="020B0604030504040204" pitchFamily="34" charset="0"/>
              </a:rPr>
              <a:t>HES integration with 2 different MDM</a:t>
            </a:r>
          </a:p>
          <a:p>
            <a:pPr marL="171450" indent="-171450">
              <a:buFont typeface="Arial" panose="020B0604020202020204" pitchFamily="34" charset="0"/>
              <a:buChar char="•"/>
            </a:pPr>
            <a:r>
              <a:rPr lang="en-US" sz="900">
                <a:solidFill>
                  <a:schemeClr val="tx1"/>
                </a:solidFill>
                <a:latin typeface="Verdana" panose="020B0604030504040204" pitchFamily="34" charset="0"/>
                <a:ea typeface="Verdana" panose="020B0604030504040204" pitchFamily="34" charset="0"/>
              </a:rPr>
              <a:t>MDM integration with 2 different HES</a:t>
            </a:r>
          </a:p>
          <a:p>
            <a:pPr marL="171450" indent="-171450">
              <a:buFont typeface="Arial" panose="020B0604020202020204" pitchFamily="34" charset="0"/>
              <a:buChar char="•"/>
            </a:pPr>
            <a:r>
              <a:rPr lang="en-US" sz="900">
                <a:solidFill>
                  <a:schemeClr val="tx1"/>
                </a:solidFill>
                <a:latin typeface="Verdana" panose="020B0604030504040204" pitchFamily="34" charset="0"/>
                <a:ea typeface="Verdana" panose="020B0604030504040204" pitchFamily="34" charset="0"/>
              </a:rPr>
              <a:t>RF implementation with 50000 modules</a:t>
            </a:r>
          </a:p>
        </p:txBody>
      </p:sp>
      <p:sp>
        <p:nvSpPr>
          <p:cNvPr id="22" name="Rectangle 21">
            <a:extLst>
              <a:ext uri="{FF2B5EF4-FFF2-40B4-BE49-F238E27FC236}">
                <a16:creationId xmlns:a16="http://schemas.microsoft.com/office/drawing/2014/main" id="{1DF31054-938E-41C0-5FFB-2E19056D6D9C}"/>
              </a:ext>
            </a:extLst>
          </p:cNvPr>
          <p:cNvSpPr/>
          <p:nvPr/>
        </p:nvSpPr>
        <p:spPr>
          <a:xfrm>
            <a:off x="9897121" y="4365323"/>
            <a:ext cx="1867440" cy="15769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marL="171450" indent="-171450">
              <a:buFont typeface="Arial" panose="020B0604020202020204" pitchFamily="34" charset="0"/>
              <a:buChar char="•"/>
            </a:pPr>
            <a:r>
              <a:rPr lang="en-US" sz="900">
                <a:solidFill>
                  <a:schemeClr val="tx1"/>
                </a:solidFill>
                <a:latin typeface="Verdana" panose="020B0604030504040204" pitchFamily="34" charset="0"/>
                <a:ea typeface="Verdana" panose="020B0604030504040204" pitchFamily="34" charset="0"/>
              </a:rPr>
              <a:t>Minimum net worth of INR 663 Crores in the last three financial years </a:t>
            </a:r>
          </a:p>
        </p:txBody>
      </p:sp>
      <p:sp>
        <p:nvSpPr>
          <p:cNvPr id="23" name="TextBox 22">
            <a:extLst>
              <a:ext uri="{FF2B5EF4-FFF2-40B4-BE49-F238E27FC236}">
                <a16:creationId xmlns:a16="http://schemas.microsoft.com/office/drawing/2014/main" id="{DE66C8D0-940E-B295-9411-A2749CD5A703}"/>
              </a:ext>
            </a:extLst>
          </p:cNvPr>
          <p:cNvSpPr txBox="1"/>
          <p:nvPr/>
        </p:nvSpPr>
        <p:spPr>
          <a:xfrm>
            <a:off x="4965877" y="5658925"/>
            <a:ext cx="6094428" cy="369332"/>
          </a:xfrm>
          <a:prstGeom prst="rect">
            <a:avLst/>
          </a:prstGeom>
          <a:noFill/>
        </p:spPr>
        <p:txBody>
          <a:bodyPr wrap="square">
            <a:spAutoFit/>
          </a:bodyPr>
          <a:lstStyle/>
          <a:p>
            <a:r>
              <a:rPr lang="en-US" b="0" i="0">
                <a:solidFill>
                  <a:srgbClr val="000000"/>
                </a:solidFill>
                <a:effectLst/>
                <a:latin typeface="Times New Roman" panose="02020603050405020304" pitchFamily="18" charset="0"/>
              </a:rPr>
              <a:t> </a:t>
            </a:r>
            <a:endParaRPr lang="en-US"/>
          </a:p>
        </p:txBody>
      </p:sp>
      <p:sp>
        <p:nvSpPr>
          <p:cNvPr id="24" name="Rectangle 23">
            <a:extLst>
              <a:ext uri="{FF2B5EF4-FFF2-40B4-BE49-F238E27FC236}">
                <a16:creationId xmlns:a16="http://schemas.microsoft.com/office/drawing/2014/main" id="{48430A88-232B-8F64-71EC-B00AB287E9E9}"/>
              </a:ext>
            </a:extLst>
          </p:cNvPr>
          <p:cNvSpPr/>
          <p:nvPr/>
        </p:nvSpPr>
        <p:spPr>
          <a:xfrm>
            <a:off x="4175041" y="6099260"/>
            <a:ext cx="7589520" cy="401780"/>
          </a:xfrm>
          <a:prstGeom prst="rect">
            <a:avLst/>
          </a:prstGeom>
          <a:solidFill>
            <a:schemeClr val="accent6">
              <a:lumMod val="50000"/>
            </a:schemeClr>
          </a:solidFill>
          <a:ln w="38100">
            <a:solidFill>
              <a:schemeClr val="bg1"/>
            </a:solidFill>
          </a:ln>
          <a:effectLst>
            <a:outerShdw blurRad="40005" dist="20320" dir="5400000" algn="ctr" rotWithShape="0">
              <a:srgbClr val="000000">
                <a:alpha val="38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000">
                <a:solidFill>
                  <a:schemeClr val="bg1"/>
                </a:solidFill>
                <a:latin typeface="Verdana" panose="020B0604030504040204" pitchFamily="34" charset="0"/>
                <a:ea typeface="Verdana" panose="020B0604030504040204" pitchFamily="34" charset="0"/>
              </a:rPr>
              <a:t>The AMI-PMA shall use their experience in executing similar bid process management works in other states and the expertise of Subject Matter Experts (SME) to ensure delivery excellence</a:t>
            </a:r>
          </a:p>
        </p:txBody>
      </p:sp>
      <p:sp>
        <p:nvSpPr>
          <p:cNvPr id="25" name="Arrow: Down 24">
            <a:extLst>
              <a:ext uri="{FF2B5EF4-FFF2-40B4-BE49-F238E27FC236}">
                <a16:creationId xmlns:a16="http://schemas.microsoft.com/office/drawing/2014/main" id="{E2779C73-1A95-AF4B-CF69-71F6ECCD57DC}"/>
              </a:ext>
            </a:extLst>
          </p:cNvPr>
          <p:cNvSpPr/>
          <p:nvPr/>
        </p:nvSpPr>
        <p:spPr>
          <a:xfrm rot="10800000">
            <a:off x="5724595" y="5938721"/>
            <a:ext cx="4172526" cy="169584"/>
          </a:xfrm>
          <a:prstGeom prst="downArrow">
            <a:avLst/>
          </a:prstGeom>
          <a:solidFill>
            <a:srgbClr val="15551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3472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 name="Object 76" hidden="1">
            <a:extLst>
              <a:ext uri="{FF2B5EF4-FFF2-40B4-BE49-F238E27FC236}">
                <a16:creationId xmlns:a16="http://schemas.microsoft.com/office/drawing/2014/main" id="{60F44C62-3A61-4A0C-B336-448F2737615E}"/>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43713" name="think-cell Slide" r:id="rId5" imgW="415" imgH="416" progId="TCLayout.ActiveDocument.1">
                  <p:embed/>
                </p:oleObj>
              </mc:Choice>
              <mc:Fallback>
                <p:oleObj name="think-cell Slide" r:id="rId5" imgW="415" imgH="416" progId="TCLayout.ActiveDocument.1">
                  <p:embed/>
                  <p:pic>
                    <p:nvPicPr>
                      <p:cNvPr id="77" name="Object 76" hidden="1">
                        <a:extLst>
                          <a:ext uri="{FF2B5EF4-FFF2-40B4-BE49-F238E27FC236}">
                            <a16:creationId xmlns:a16="http://schemas.microsoft.com/office/drawing/2014/main" id="{60F44C62-3A61-4A0C-B336-448F2737615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77" name="Title 2">
            <a:extLst>
              <a:ext uri="{FF2B5EF4-FFF2-40B4-BE49-F238E27FC236}">
                <a16:creationId xmlns:a16="http://schemas.microsoft.com/office/drawing/2014/main" id="{25B1B997-3C04-46FA-B5D2-1CBB50C0472E}"/>
              </a:ext>
            </a:extLst>
          </p:cNvPr>
          <p:cNvSpPr>
            <a:spLocks noGrp="1"/>
          </p:cNvSpPr>
          <p:nvPr>
            <p:ph type="title"/>
          </p:nvPr>
        </p:nvSpPr>
        <p:spPr>
          <a:xfrm>
            <a:off x="469902" y="402587"/>
            <a:ext cx="11252200" cy="334102"/>
          </a:xfrm>
        </p:spPr>
        <p:txBody>
          <a:bodyPr vert="horz"/>
          <a:lstStyle/>
          <a:p>
            <a:r>
              <a:rPr lang="en-US" b="1"/>
              <a:t>Task 2: Project Management (1/2) </a:t>
            </a:r>
            <a:endParaRPr lang="en-GB" b="1"/>
          </a:p>
        </p:txBody>
      </p:sp>
      <p:grpSp>
        <p:nvGrpSpPr>
          <p:cNvPr id="78" name="Group 77">
            <a:extLst>
              <a:ext uri="{FF2B5EF4-FFF2-40B4-BE49-F238E27FC236}">
                <a16:creationId xmlns:a16="http://schemas.microsoft.com/office/drawing/2014/main" id="{2866D401-B111-4105-9E33-FF28913DE062}"/>
              </a:ext>
            </a:extLst>
          </p:cNvPr>
          <p:cNvGrpSpPr/>
          <p:nvPr/>
        </p:nvGrpSpPr>
        <p:grpSpPr>
          <a:xfrm>
            <a:off x="471728" y="1010739"/>
            <a:ext cx="2358868" cy="5284081"/>
            <a:chOff x="432000" y="1384315"/>
            <a:chExt cx="2503574" cy="5019659"/>
          </a:xfrm>
        </p:grpSpPr>
        <p:grpSp>
          <p:nvGrpSpPr>
            <p:cNvPr id="79" name="Group 78">
              <a:extLst>
                <a:ext uri="{FF2B5EF4-FFF2-40B4-BE49-F238E27FC236}">
                  <a16:creationId xmlns:a16="http://schemas.microsoft.com/office/drawing/2014/main" id="{E821512B-DD5F-43A0-B837-EA7249A0A975}"/>
                </a:ext>
              </a:extLst>
            </p:cNvPr>
            <p:cNvGrpSpPr/>
            <p:nvPr/>
          </p:nvGrpSpPr>
          <p:grpSpPr>
            <a:xfrm>
              <a:off x="1273240" y="1906666"/>
              <a:ext cx="821094" cy="1537041"/>
              <a:chOff x="757805" y="1635343"/>
              <a:chExt cx="1185062" cy="2012973"/>
            </a:xfrm>
          </p:grpSpPr>
          <p:sp>
            <p:nvSpPr>
              <p:cNvPr id="90" name="Freeform 36">
                <a:extLst>
                  <a:ext uri="{FF2B5EF4-FFF2-40B4-BE49-F238E27FC236}">
                    <a16:creationId xmlns:a16="http://schemas.microsoft.com/office/drawing/2014/main" id="{E3659B97-D682-48A1-833B-6A929E6060CA}"/>
                  </a:ext>
                </a:extLst>
              </p:cNvPr>
              <p:cNvSpPr/>
              <p:nvPr/>
            </p:nvSpPr>
            <p:spPr bwMode="gray">
              <a:xfrm>
                <a:off x="757805" y="1635343"/>
                <a:ext cx="1185062" cy="1755133"/>
              </a:xfrm>
              <a:custGeom>
                <a:avLst/>
                <a:gdLst>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2938 h 1892938"/>
                  <a:gd name="connsiteX1" fmla="*/ 581393 w 1162418"/>
                  <a:gd name="connsiteY1" fmla="*/ 1762763 h 1892938"/>
                  <a:gd name="connsiteX2" fmla="*/ 508368 w 1162418"/>
                  <a:gd name="connsiteY2" fmla="*/ 1718313 h 1892938"/>
                  <a:gd name="connsiteX3" fmla="*/ 475030 w 1162418"/>
                  <a:gd name="connsiteY3" fmla="*/ 1678626 h 1892938"/>
                  <a:gd name="connsiteX4" fmla="*/ 505193 w 1162418"/>
                  <a:gd name="connsiteY4" fmla="*/ 1638938 h 1892938"/>
                  <a:gd name="connsiteX5" fmla="*/ 717918 w 1162418"/>
                  <a:gd name="connsiteY5" fmla="*/ 1638938 h 1892938"/>
                  <a:gd name="connsiteX6" fmla="*/ 746493 w 1162418"/>
                  <a:gd name="connsiteY6" fmla="*/ 1591313 h 1892938"/>
                  <a:gd name="connsiteX7" fmla="*/ 716330 w 1162418"/>
                  <a:gd name="connsiteY7" fmla="*/ 1554801 h 1892938"/>
                  <a:gd name="connsiteX8" fmla="*/ 398830 w 1162418"/>
                  <a:gd name="connsiteY8" fmla="*/ 1554801 h 1892938"/>
                  <a:gd name="connsiteX9" fmla="*/ 360730 w 1162418"/>
                  <a:gd name="connsiteY9" fmla="*/ 1516701 h 1892938"/>
                  <a:gd name="connsiteX10" fmla="*/ 382955 w 1162418"/>
                  <a:gd name="connsiteY10" fmla="*/ 1469076 h 1892938"/>
                  <a:gd name="connsiteX11" fmla="*/ 797293 w 1162418"/>
                  <a:gd name="connsiteY11" fmla="*/ 1469076 h 1892938"/>
                  <a:gd name="connsiteX12" fmla="*/ 830630 w 1162418"/>
                  <a:gd name="connsiteY12" fmla="*/ 1421451 h 1892938"/>
                  <a:gd name="connsiteX13" fmla="*/ 795705 w 1162418"/>
                  <a:gd name="connsiteY13" fmla="*/ 1378588 h 1892938"/>
                  <a:gd name="connsiteX14" fmla="*/ 386130 w 1162418"/>
                  <a:gd name="connsiteY14" fmla="*/ 1378588 h 1892938"/>
                  <a:gd name="connsiteX15" fmla="*/ 322630 w 1162418"/>
                  <a:gd name="connsiteY15" fmla="*/ 1346838 h 1892938"/>
                  <a:gd name="connsiteX16" fmla="*/ 283340 w 1162418"/>
                  <a:gd name="connsiteY16" fmla="*/ 1294848 h 1892938"/>
                  <a:gd name="connsiteX17" fmla="*/ 271830 w 1162418"/>
                  <a:gd name="connsiteY17" fmla="*/ 1202376 h 1892938"/>
                  <a:gd name="connsiteX18" fmla="*/ 260718 w 1162418"/>
                  <a:gd name="connsiteY18" fmla="*/ 1123001 h 1892938"/>
                  <a:gd name="connsiteX19" fmla="*/ 205155 w 1162418"/>
                  <a:gd name="connsiteY19" fmla="*/ 1032513 h 1892938"/>
                  <a:gd name="connsiteX20" fmla="*/ 130543 w 1162418"/>
                  <a:gd name="connsiteY20" fmla="*/ 949963 h 1892938"/>
                  <a:gd name="connsiteX21" fmla="*/ 55137 w 1162418"/>
                  <a:gd name="connsiteY21" fmla="*/ 840029 h 1892938"/>
                  <a:gd name="connsiteX22" fmla="*/ 13861 w 1162418"/>
                  <a:gd name="connsiteY22" fmla="*/ 730492 h 1892938"/>
                  <a:gd name="connsiteX23" fmla="*/ 368 w 1162418"/>
                  <a:gd name="connsiteY23" fmla="*/ 595951 h 1892938"/>
                  <a:gd name="connsiteX24" fmla="*/ 11480 w 1162418"/>
                  <a:gd name="connsiteY24" fmla="*/ 470538 h 1892938"/>
                  <a:gd name="connsiteX25" fmla="*/ 81330 w 1162418"/>
                  <a:gd name="connsiteY25" fmla="*/ 280038 h 1892938"/>
                  <a:gd name="connsiteX26" fmla="*/ 265480 w 1162418"/>
                  <a:gd name="connsiteY26" fmla="*/ 87950 h 1892938"/>
                  <a:gd name="connsiteX27" fmla="*/ 519480 w 1162418"/>
                  <a:gd name="connsiteY27" fmla="*/ 2226 h 1892938"/>
                  <a:gd name="connsiteX28" fmla="*/ 705218 w 1162418"/>
                  <a:gd name="connsiteY28" fmla="*/ 5401 h 1892938"/>
                  <a:gd name="connsiteX29" fmla="*/ 943343 w 1162418"/>
                  <a:gd name="connsiteY29" fmla="*/ 116526 h 1892938"/>
                  <a:gd name="connsiteX30" fmla="*/ 1100505 w 1162418"/>
                  <a:gd name="connsiteY30" fmla="*/ 305438 h 1892938"/>
                  <a:gd name="connsiteX31" fmla="*/ 1162418 w 1162418"/>
                  <a:gd name="connsiteY31" fmla="*/ 508638 h 1892938"/>
                  <a:gd name="connsiteX32" fmla="*/ 1159243 w 1162418"/>
                  <a:gd name="connsiteY32" fmla="*/ 678501 h 1892938"/>
                  <a:gd name="connsiteX33" fmla="*/ 1090980 w 1162418"/>
                  <a:gd name="connsiteY33" fmla="*/ 884876 h 1892938"/>
                  <a:gd name="connsiteX34" fmla="*/ 957630 w 1162418"/>
                  <a:gd name="connsiteY34" fmla="*/ 1053151 h 1892938"/>
                  <a:gd name="connsiteX35" fmla="*/ 914768 w 1162418"/>
                  <a:gd name="connsiteY35" fmla="*/ 1113476 h 1892938"/>
                  <a:gd name="connsiteX36" fmla="*/ 905243 w 1162418"/>
                  <a:gd name="connsiteY36" fmla="*/ 1170626 h 1892938"/>
                  <a:gd name="connsiteX37" fmla="*/ 905243 w 1162418"/>
                  <a:gd name="connsiteY37" fmla="*/ 1259526 h 1892938"/>
                  <a:gd name="connsiteX38" fmla="*/ 868730 w 1162418"/>
                  <a:gd name="connsiteY38" fmla="*/ 1296038 h 1892938"/>
                  <a:gd name="connsiteX39" fmla="*/ 641718 w 1162418"/>
                  <a:gd name="connsiteY39" fmla="*/ 1296038 h 1892938"/>
                  <a:gd name="connsiteX40" fmla="*/ 590918 w 1162418"/>
                  <a:gd name="connsiteY40" fmla="*/ 1273813 h 1892938"/>
                  <a:gd name="connsiteX41" fmla="*/ 590918 w 1162418"/>
                  <a:gd name="connsiteY41" fmla="*/ 1207138 h 1892938"/>
                  <a:gd name="connsiteX0" fmla="*/ 584568 w 1162418"/>
                  <a:gd name="connsiteY0" fmla="*/ 1895823 h 1895823"/>
                  <a:gd name="connsiteX1" fmla="*/ 581393 w 1162418"/>
                  <a:gd name="connsiteY1" fmla="*/ 1765648 h 1895823"/>
                  <a:gd name="connsiteX2" fmla="*/ 508368 w 1162418"/>
                  <a:gd name="connsiteY2" fmla="*/ 1721198 h 1895823"/>
                  <a:gd name="connsiteX3" fmla="*/ 475030 w 1162418"/>
                  <a:gd name="connsiteY3" fmla="*/ 1681511 h 1895823"/>
                  <a:gd name="connsiteX4" fmla="*/ 505193 w 1162418"/>
                  <a:gd name="connsiteY4" fmla="*/ 1641823 h 1895823"/>
                  <a:gd name="connsiteX5" fmla="*/ 717918 w 1162418"/>
                  <a:gd name="connsiteY5" fmla="*/ 1641823 h 1895823"/>
                  <a:gd name="connsiteX6" fmla="*/ 746493 w 1162418"/>
                  <a:gd name="connsiteY6" fmla="*/ 1594198 h 1895823"/>
                  <a:gd name="connsiteX7" fmla="*/ 716330 w 1162418"/>
                  <a:gd name="connsiteY7" fmla="*/ 1557686 h 1895823"/>
                  <a:gd name="connsiteX8" fmla="*/ 398830 w 1162418"/>
                  <a:gd name="connsiteY8" fmla="*/ 1557686 h 1895823"/>
                  <a:gd name="connsiteX9" fmla="*/ 360730 w 1162418"/>
                  <a:gd name="connsiteY9" fmla="*/ 1519586 h 1895823"/>
                  <a:gd name="connsiteX10" fmla="*/ 382955 w 1162418"/>
                  <a:gd name="connsiteY10" fmla="*/ 1471961 h 1895823"/>
                  <a:gd name="connsiteX11" fmla="*/ 797293 w 1162418"/>
                  <a:gd name="connsiteY11" fmla="*/ 1471961 h 1895823"/>
                  <a:gd name="connsiteX12" fmla="*/ 830630 w 1162418"/>
                  <a:gd name="connsiteY12" fmla="*/ 1424336 h 1895823"/>
                  <a:gd name="connsiteX13" fmla="*/ 795705 w 1162418"/>
                  <a:gd name="connsiteY13" fmla="*/ 1381473 h 1895823"/>
                  <a:gd name="connsiteX14" fmla="*/ 386130 w 1162418"/>
                  <a:gd name="connsiteY14" fmla="*/ 1381473 h 1895823"/>
                  <a:gd name="connsiteX15" fmla="*/ 322630 w 1162418"/>
                  <a:gd name="connsiteY15" fmla="*/ 1349723 h 1895823"/>
                  <a:gd name="connsiteX16" fmla="*/ 283340 w 1162418"/>
                  <a:gd name="connsiteY16" fmla="*/ 1297733 h 1895823"/>
                  <a:gd name="connsiteX17" fmla="*/ 271830 w 1162418"/>
                  <a:gd name="connsiteY17" fmla="*/ 1205261 h 1895823"/>
                  <a:gd name="connsiteX18" fmla="*/ 260718 w 1162418"/>
                  <a:gd name="connsiteY18" fmla="*/ 1125886 h 1895823"/>
                  <a:gd name="connsiteX19" fmla="*/ 205155 w 1162418"/>
                  <a:gd name="connsiteY19" fmla="*/ 1035398 h 1895823"/>
                  <a:gd name="connsiteX20" fmla="*/ 130543 w 1162418"/>
                  <a:gd name="connsiteY20" fmla="*/ 952848 h 1895823"/>
                  <a:gd name="connsiteX21" fmla="*/ 55137 w 1162418"/>
                  <a:gd name="connsiteY21" fmla="*/ 842914 h 1895823"/>
                  <a:gd name="connsiteX22" fmla="*/ 13861 w 1162418"/>
                  <a:gd name="connsiteY22" fmla="*/ 733377 h 1895823"/>
                  <a:gd name="connsiteX23" fmla="*/ 368 w 1162418"/>
                  <a:gd name="connsiteY23" fmla="*/ 598836 h 1895823"/>
                  <a:gd name="connsiteX24" fmla="*/ 11480 w 1162418"/>
                  <a:gd name="connsiteY24" fmla="*/ 473423 h 1895823"/>
                  <a:gd name="connsiteX25" fmla="*/ 81330 w 1162418"/>
                  <a:gd name="connsiteY25" fmla="*/ 282923 h 1895823"/>
                  <a:gd name="connsiteX26" fmla="*/ 265480 w 1162418"/>
                  <a:gd name="connsiteY26" fmla="*/ 90835 h 1895823"/>
                  <a:gd name="connsiteX27" fmla="*/ 519480 w 1162418"/>
                  <a:gd name="connsiteY27" fmla="*/ 5111 h 1895823"/>
                  <a:gd name="connsiteX28" fmla="*/ 705218 w 1162418"/>
                  <a:gd name="connsiteY28" fmla="*/ 8286 h 1895823"/>
                  <a:gd name="connsiteX29" fmla="*/ 943343 w 1162418"/>
                  <a:gd name="connsiteY29" fmla="*/ 119411 h 1895823"/>
                  <a:gd name="connsiteX30" fmla="*/ 1100505 w 1162418"/>
                  <a:gd name="connsiteY30" fmla="*/ 308323 h 1895823"/>
                  <a:gd name="connsiteX31" fmla="*/ 1162418 w 1162418"/>
                  <a:gd name="connsiteY31" fmla="*/ 511523 h 1895823"/>
                  <a:gd name="connsiteX32" fmla="*/ 1159243 w 1162418"/>
                  <a:gd name="connsiteY32" fmla="*/ 681386 h 1895823"/>
                  <a:gd name="connsiteX33" fmla="*/ 1090980 w 1162418"/>
                  <a:gd name="connsiteY33" fmla="*/ 887761 h 1895823"/>
                  <a:gd name="connsiteX34" fmla="*/ 957630 w 1162418"/>
                  <a:gd name="connsiteY34" fmla="*/ 1056036 h 1895823"/>
                  <a:gd name="connsiteX35" fmla="*/ 914768 w 1162418"/>
                  <a:gd name="connsiteY35" fmla="*/ 1116361 h 1895823"/>
                  <a:gd name="connsiteX36" fmla="*/ 905243 w 1162418"/>
                  <a:gd name="connsiteY36" fmla="*/ 1173511 h 1895823"/>
                  <a:gd name="connsiteX37" fmla="*/ 905243 w 1162418"/>
                  <a:gd name="connsiteY37" fmla="*/ 1262411 h 1895823"/>
                  <a:gd name="connsiteX38" fmla="*/ 868730 w 1162418"/>
                  <a:gd name="connsiteY38" fmla="*/ 1298923 h 1895823"/>
                  <a:gd name="connsiteX39" fmla="*/ 641718 w 1162418"/>
                  <a:gd name="connsiteY39" fmla="*/ 1298923 h 1895823"/>
                  <a:gd name="connsiteX40" fmla="*/ 590918 w 1162418"/>
                  <a:gd name="connsiteY40" fmla="*/ 1276698 h 1895823"/>
                  <a:gd name="connsiteX41" fmla="*/ 590918 w 1162418"/>
                  <a:gd name="connsiteY41" fmla="*/ 1210023 h 1895823"/>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4283 h 1894283"/>
                  <a:gd name="connsiteX1" fmla="*/ 581393 w 1162418"/>
                  <a:gd name="connsiteY1" fmla="*/ 1764108 h 1894283"/>
                  <a:gd name="connsiteX2" fmla="*/ 508368 w 1162418"/>
                  <a:gd name="connsiteY2" fmla="*/ 1719658 h 1894283"/>
                  <a:gd name="connsiteX3" fmla="*/ 475030 w 1162418"/>
                  <a:gd name="connsiteY3" fmla="*/ 1679971 h 1894283"/>
                  <a:gd name="connsiteX4" fmla="*/ 505193 w 1162418"/>
                  <a:gd name="connsiteY4" fmla="*/ 1640283 h 1894283"/>
                  <a:gd name="connsiteX5" fmla="*/ 717918 w 1162418"/>
                  <a:gd name="connsiteY5" fmla="*/ 1640283 h 1894283"/>
                  <a:gd name="connsiteX6" fmla="*/ 746493 w 1162418"/>
                  <a:gd name="connsiteY6" fmla="*/ 1592658 h 1894283"/>
                  <a:gd name="connsiteX7" fmla="*/ 716330 w 1162418"/>
                  <a:gd name="connsiteY7" fmla="*/ 1556146 h 1894283"/>
                  <a:gd name="connsiteX8" fmla="*/ 398830 w 1162418"/>
                  <a:gd name="connsiteY8" fmla="*/ 1556146 h 1894283"/>
                  <a:gd name="connsiteX9" fmla="*/ 360730 w 1162418"/>
                  <a:gd name="connsiteY9" fmla="*/ 1518046 h 1894283"/>
                  <a:gd name="connsiteX10" fmla="*/ 382955 w 1162418"/>
                  <a:gd name="connsiteY10" fmla="*/ 1470421 h 1894283"/>
                  <a:gd name="connsiteX11" fmla="*/ 797293 w 1162418"/>
                  <a:gd name="connsiteY11" fmla="*/ 1470421 h 1894283"/>
                  <a:gd name="connsiteX12" fmla="*/ 830630 w 1162418"/>
                  <a:gd name="connsiteY12" fmla="*/ 1422796 h 1894283"/>
                  <a:gd name="connsiteX13" fmla="*/ 795705 w 1162418"/>
                  <a:gd name="connsiteY13" fmla="*/ 1379933 h 1894283"/>
                  <a:gd name="connsiteX14" fmla="*/ 386130 w 1162418"/>
                  <a:gd name="connsiteY14" fmla="*/ 1379933 h 1894283"/>
                  <a:gd name="connsiteX15" fmla="*/ 322630 w 1162418"/>
                  <a:gd name="connsiteY15" fmla="*/ 1348183 h 1894283"/>
                  <a:gd name="connsiteX16" fmla="*/ 283340 w 1162418"/>
                  <a:gd name="connsiteY16" fmla="*/ 1296193 h 1894283"/>
                  <a:gd name="connsiteX17" fmla="*/ 271830 w 1162418"/>
                  <a:gd name="connsiteY17" fmla="*/ 1203721 h 1894283"/>
                  <a:gd name="connsiteX18" fmla="*/ 260718 w 1162418"/>
                  <a:gd name="connsiteY18" fmla="*/ 1124346 h 1894283"/>
                  <a:gd name="connsiteX19" fmla="*/ 205155 w 1162418"/>
                  <a:gd name="connsiteY19" fmla="*/ 1033858 h 1894283"/>
                  <a:gd name="connsiteX20" fmla="*/ 130543 w 1162418"/>
                  <a:gd name="connsiteY20" fmla="*/ 951308 h 1894283"/>
                  <a:gd name="connsiteX21" fmla="*/ 55137 w 1162418"/>
                  <a:gd name="connsiteY21" fmla="*/ 841374 h 1894283"/>
                  <a:gd name="connsiteX22" fmla="*/ 13861 w 1162418"/>
                  <a:gd name="connsiteY22" fmla="*/ 731837 h 1894283"/>
                  <a:gd name="connsiteX23" fmla="*/ 368 w 1162418"/>
                  <a:gd name="connsiteY23" fmla="*/ 597296 h 1894283"/>
                  <a:gd name="connsiteX24" fmla="*/ 11480 w 1162418"/>
                  <a:gd name="connsiteY24" fmla="*/ 471883 h 1894283"/>
                  <a:gd name="connsiteX25" fmla="*/ 81330 w 1162418"/>
                  <a:gd name="connsiteY25" fmla="*/ 281383 h 1894283"/>
                  <a:gd name="connsiteX26" fmla="*/ 265480 w 1162418"/>
                  <a:gd name="connsiteY26" fmla="*/ 89295 h 1894283"/>
                  <a:gd name="connsiteX27" fmla="*/ 519480 w 1162418"/>
                  <a:gd name="connsiteY27" fmla="*/ 0 h 1894283"/>
                  <a:gd name="connsiteX28" fmla="*/ 705218 w 1162418"/>
                  <a:gd name="connsiteY28" fmla="*/ 6746 h 1894283"/>
                  <a:gd name="connsiteX29" fmla="*/ 943343 w 1162418"/>
                  <a:gd name="connsiteY29" fmla="*/ 117871 h 1894283"/>
                  <a:gd name="connsiteX30" fmla="*/ 1100505 w 1162418"/>
                  <a:gd name="connsiteY30" fmla="*/ 306783 h 1894283"/>
                  <a:gd name="connsiteX31" fmla="*/ 1162418 w 1162418"/>
                  <a:gd name="connsiteY31" fmla="*/ 509983 h 1894283"/>
                  <a:gd name="connsiteX32" fmla="*/ 1159243 w 1162418"/>
                  <a:gd name="connsiteY32" fmla="*/ 679846 h 1894283"/>
                  <a:gd name="connsiteX33" fmla="*/ 1090980 w 1162418"/>
                  <a:gd name="connsiteY33" fmla="*/ 886221 h 1894283"/>
                  <a:gd name="connsiteX34" fmla="*/ 957630 w 1162418"/>
                  <a:gd name="connsiteY34" fmla="*/ 1054496 h 1894283"/>
                  <a:gd name="connsiteX35" fmla="*/ 914768 w 1162418"/>
                  <a:gd name="connsiteY35" fmla="*/ 1114821 h 1894283"/>
                  <a:gd name="connsiteX36" fmla="*/ 905243 w 1162418"/>
                  <a:gd name="connsiteY36" fmla="*/ 1171971 h 1894283"/>
                  <a:gd name="connsiteX37" fmla="*/ 905243 w 1162418"/>
                  <a:gd name="connsiteY37" fmla="*/ 1260871 h 1894283"/>
                  <a:gd name="connsiteX38" fmla="*/ 868730 w 1162418"/>
                  <a:gd name="connsiteY38" fmla="*/ 1297383 h 1894283"/>
                  <a:gd name="connsiteX39" fmla="*/ 641718 w 1162418"/>
                  <a:gd name="connsiteY39" fmla="*/ 1297383 h 1894283"/>
                  <a:gd name="connsiteX40" fmla="*/ 590918 w 1162418"/>
                  <a:gd name="connsiteY40" fmla="*/ 1275158 h 1894283"/>
                  <a:gd name="connsiteX41" fmla="*/ 590918 w 1162418"/>
                  <a:gd name="connsiteY41" fmla="*/ 1208483 h 1894283"/>
                  <a:gd name="connsiteX0" fmla="*/ 584568 w 1162418"/>
                  <a:gd name="connsiteY0" fmla="*/ 1896145 h 1896145"/>
                  <a:gd name="connsiteX1" fmla="*/ 581393 w 1162418"/>
                  <a:gd name="connsiteY1" fmla="*/ 1765970 h 1896145"/>
                  <a:gd name="connsiteX2" fmla="*/ 508368 w 1162418"/>
                  <a:gd name="connsiteY2" fmla="*/ 1721520 h 1896145"/>
                  <a:gd name="connsiteX3" fmla="*/ 475030 w 1162418"/>
                  <a:gd name="connsiteY3" fmla="*/ 1681833 h 1896145"/>
                  <a:gd name="connsiteX4" fmla="*/ 505193 w 1162418"/>
                  <a:gd name="connsiteY4" fmla="*/ 1642145 h 1896145"/>
                  <a:gd name="connsiteX5" fmla="*/ 717918 w 1162418"/>
                  <a:gd name="connsiteY5" fmla="*/ 1642145 h 1896145"/>
                  <a:gd name="connsiteX6" fmla="*/ 746493 w 1162418"/>
                  <a:gd name="connsiteY6" fmla="*/ 1594520 h 1896145"/>
                  <a:gd name="connsiteX7" fmla="*/ 716330 w 1162418"/>
                  <a:gd name="connsiteY7" fmla="*/ 1558008 h 1896145"/>
                  <a:gd name="connsiteX8" fmla="*/ 398830 w 1162418"/>
                  <a:gd name="connsiteY8" fmla="*/ 1558008 h 1896145"/>
                  <a:gd name="connsiteX9" fmla="*/ 360730 w 1162418"/>
                  <a:gd name="connsiteY9" fmla="*/ 1519908 h 1896145"/>
                  <a:gd name="connsiteX10" fmla="*/ 382955 w 1162418"/>
                  <a:gd name="connsiteY10" fmla="*/ 1472283 h 1896145"/>
                  <a:gd name="connsiteX11" fmla="*/ 797293 w 1162418"/>
                  <a:gd name="connsiteY11" fmla="*/ 1472283 h 1896145"/>
                  <a:gd name="connsiteX12" fmla="*/ 830630 w 1162418"/>
                  <a:gd name="connsiteY12" fmla="*/ 1424658 h 1896145"/>
                  <a:gd name="connsiteX13" fmla="*/ 795705 w 1162418"/>
                  <a:gd name="connsiteY13" fmla="*/ 1381795 h 1896145"/>
                  <a:gd name="connsiteX14" fmla="*/ 386130 w 1162418"/>
                  <a:gd name="connsiteY14" fmla="*/ 1381795 h 1896145"/>
                  <a:gd name="connsiteX15" fmla="*/ 322630 w 1162418"/>
                  <a:gd name="connsiteY15" fmla="*/ 1350045 h 1896145"/>
                  <a:gd name="connsiteX16" fmla="*/ 283340 w 1162418"/>
                  <a:gd name="connsiteY16" fmla="*/ 1298055 h 1896145"/>
                  <a:gd name="connsiteX17" fmla="*/ 271830 w 1162418"/>
                  <a:gd name="connsiteY17" fmla="*/ 1205583 h 1896145"/>
                  <a:gd name="connsiteX18" fmla="*/ 260718 w 1162418"/>
                  <a:gd name="connsiteY18" fmla="*/ 1126208 h 1896145"/>
                  <a:gd name="connsiteX19" fmla="*/ 205155 w 1162418"/>
                  <a:gd name="connsiteY19" fmla="*/ 1035720 h 1896145"/>
                  <a:gd name="connsiteX20" fmla="*/ 130543 w 1162418"/>
                  <a:gd name="connsiteY20" fmla="*/ 953170 h 1896145"/>
                  <a:gd name="connsiteX21" fmla="*/ 55137 w 1162418"/>
                  <a:gd name="connsiteY21" fmla="*/ 843236 h 1896145"/>
                  <a:gd name="connsiteX22" fmla="*/ 13861 w 1162418"/>
                  <a:gd name="connsiteY22" fmla="*/ 733699 h 1896145"/>
                  <a:gd name="connsiteX23" fmla="*/ 368 w 1162418"/>
                  <a:gd name="connsiteY23" fmla="*/ 599158 h 1896145"/>
                  <a:gd name="connsiteX24" fmla="*/ 11480 w 1162418"/>
                  <a:gd name="connsiteY24" fmla="*/ 473745 h 1896145"/>
                  <a:gd name="connsiteX25" fmla="*/ 81330 w 1162418"/>
                  <a:gd name="connsiteY25" fmla="*/ 283245 h 1896145"/>
                  <a:gd name="connsiteX26" fmla="*/ 265480 w 1162418"/>
                  <a:gd name="connsiteY26" fmla="*/ 91157 h 1896145"/>
                  <a:gd name="connsiteX27" fmla="*/ 519480 w 1162418"/>
                  <a:gd name="connsiteY27" fmla="*/ 1862 h 1896145"/>
                  <a:gd name="connsiteX28" fmla="*/ 705218 w 1162418"/>
                  <a:gd name="connsiteY28" fmla="*/ 8608 h 1896145"/>
                  <a:gd name="connsiteX29" fmla="*/ 943343 w 1162418"/>
                  <a:gd name="connsiteY29" fmla="*/ 119733 h 1896145"/>
                  <a:gd name="connsiteX30" fmla="*/ 1100505 w 1162418"/>
                  <a:gd name="connsiteY30" fmla="*/ 308645 h 1896145"/>
                  <a:gd name="connsiteX31" fmla="*/ 1162418 w 1162418"/>
                  <a:gd name="connsiteY31" fmla="*/ 511845 h 1896145"/>
                  <a:gd name="connsiteX32" fmla="*/ 1159243 w 1162418"/>
                  <a:gd name="connsiteY32" fmla="*/ 681708 h 1896145"/>
                  <a:gd name="connsiteX33" fmla="*/ 1090980 w 1162418"/>
                  <a:gd name="connsiteY33" fmla="*/ 888083 h 1896145"/>
                  <a:gd name="connsiteX34" fmla="*/ 957630 w 1162418"/>
                  <a:gd name="connsiteY34" fmla="*/ 1056358 h 1896145"/>
                  <a:gd name="connsiteX35" fmla="*/ 914768 w 1162418"/>
                  <a:gd name="connsiteY35" fmla="*/ 1116683 h 1896145"/>
                  <a:gd name="connsiteX36" fmla="*/ 905243 w 1162418"/>
                  <a:gd name="connsiteY36" fmla="*/ 1173833 h 1896145"/>
                  <a:gd name="connsiteX37" fmla="*/ 905243 w 1162418"/>
                  <a:gd name="connsiteY37" fmla="*/ 1262733 h 1896145"/>
                  <a:gd name="connsiteX38" fmla="*/ 868730 w 1162418"/>
                  <a:gd name="connsiteY38" fmla="*/ 1299245 h 1896145"/>
                  <a:gd name="connsiteX39" fmla="*/ 641718 w 1162418"/>
                  <a:gd name="connsiteY39" fmla="*/ 1299245 h 1896145"/>
                  <a:gd name="connsiteX40" fmla="*/ 590918 w 1162418"/>
                  <a:gd name="connsiteY40" fmla="*/ 1277020 h 1896145"/>
                  <a:gd name="connsiteX41" fmla="*/ 590918 w 1162418"/>
                  <a:gd name="connsiteY41" fmla="*/ 1210345 h 1896145"/>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6196"/>
                  <a:gd name="connsiteY0" fmla="*/ 1898273 h 1898273"/>
                  <a:gd name="connsiteX1" fmla="*/ 581393 w 1166196"/>
                  <a:gd name="connsiteY1" fmla="*/ 1768098 h 1898273"/>
                  <a:gd name="connsiteX2" fmla="*/ 508368 w 1166196"/>
                  <a:gd name="connsiteY2" fmla="*/ 1723648 h 1898273"/>
                  <a:gd name="connsiteX3" fmla="*/ 475030 w 1166196"/>
                  <a:gd name="connsiteY3" fmla="*/ 1683961 h 1898273"/>
                  <a:gd name="connsiteX4" fmla="*/ 505193 w 1166196"/>
                  <a:gd name="connsiteY4" fmla="*/ 1644273 h 1898273"/>
                  <a:gd name="connsiteX5" fmla="*/ 717918 w 1166196"/>
                  <a:gd name="connsiteY5" fmla="*/ 1644273 h 1898273"/>
                  <a:gd name="connsiteX6" fmla="*/ 746493 w 1166196"/>
                  <a:gd name="connsiteY6" fmla="*/ 1596648 h 1898273"/>
                  <a:gd name="connsiteX7" fmla="*/ 716330 w 1166196"/>
                  <a:gd name="connsiteY7" fmla="*/ 1560136 h 1898273"/>
                  <a:gd name="connsiteX8" fmla="*/ 398830 w 1166196"/>
                  <a:gd name="connsiteY8" fmla="*/ 1560136 h 1898273"/>
                  <a:gd name="connsiteX9" fmla="*/ 360730 w 1166196"/>
                  <a:gd name="connsiteY9" fmla="*/ 1522036 h 1898273"/>
                  <a:gd name="connsiteX10" fmla="*/ 382955 w 1166196"/>
                  <a:gd name="connsiteY10" fmla="*/ 1474411 h 1898273"/>
                  <a:gd name="connsiteX11" fmla="*/ 797293 w 1166196"/>
                  <a:gd name="connsiteY11" fmla="*/ 1474411 h 1898273"/>
                  <a:gd name="connsiteX12" fmla="*/ 830630 w 1166196"/>
                  <a:gd name="connsiteY12" fmla="*/ 1426786 h 1898273"/>
                  <a:gd name="connsiteX13" fmla="*/ 795705 w 1166196"/>
                  <a:gd name="connsiteY13" fmla="*/ 1383923 h 1898273"/>
                  <a:gd name="connsiteX14" fmla="*/ 386130 w 1166196"/>
                  <a:gd name="connsiteY14" fmla="*/ 1383923 h 1898273"/>
                  <a:gd name="connsiteX15" fmla="*/ 322630 w 1166196"/>
                  <a:gd name="connsiteY15" fmla="*/ 1352173 h 1898273"/>
                  <a:gd name="connsiteX16" fmla="*/ 283340 w 1166196"/>
                  <a:gd name="connsiteY16" fmla="*/ 1300183 h 1898273"/>
                  <a:gd name="connsiteX17" fmla="*/ 271830 w 1166196"/>
                  <a:gd name="connsiteY17" fmla="*/ 1207711 h 1898273"/>
                  <a:gd name="connsiteX18" fmla="*/ 260718 w 1166196"/>
                  <a:gd name="connsiteY18" fmla="*/ 1128336 h 1898273"/>
                  <a:gd name="connsiteX19" fmla="*/ 205155 w 1166196"/>
                  <a:gd name="connsiteY19" fmla="*/ 1037848 h 1898273"/>
                  <a:gd name="connsiteX20" fmla="*/ 130543 w 1166196"/>
                  <a:gd name="connsiteY20" fmla="*/ 955298 h 1898273"/>
                  <a:gd name="connsiteX21" fmla="*/ 55137 w 1166196"/>
                  <a:gd name="connsiteY21" fmla="*/ 845364 h 1898273"/>
                  <a:gd name="connsiteX22" fmla="*/ 13861 w 1166196"/>
                  <a:gd name="connsiteY22" fmla="*/ 735827 h 1898273"/>
                  <a:gd name="connsiteX23" fmla="*/ 368 w 1166196"/>
                  <a:gd name="connsiteY23" fmla="*/ 601286 h 1898273"/>
                  <a:gd name="connsiteX24" fmla="*/ 11480 w 1166196"/>
                  <a:gd name="connsiteY24" fmla="*/ 475873 h 1898273"/>
                  <a:gd name="connsiteX25" fmla="*/ 81330 w 1166196"/>
                  <a:gd name="connsiteY25" fmla="*/ 285373 h 1898273"/>
                  <a:gd name="connsiteX26" fmla="*/ 265480 w 1166196"/>
                  <a:gd name="connsiteY26" fmla="*/ 93285 h 1898273"/>
                  <a:gd name="connsiteX27" fmla="*/ 519480 w 1166196"/>
                  <a:gd name="connsiteY27" fmla="*/ 3990 h 1898273"/>
                  <a:gd name="connsiteX28" fmla="*/ 705218 w 1166196"/>
                  <a:gd name="connsiteY28" fmla="*/ 10736 h 1898273"/>
                  <a:gd name="connsiteX29" fmla="*/ 943343 w 1166196"/>
                  <a:gd name="connsiteY29" fmla="*/ 121861 h 1898273"/>
                  <a:gd name="connsiteX30" fmla="*/ 1100505 w 1166196"/>
                  <a:gd name="connsiteY30" fmla="*/ 310773 h 1898273"/>
                  <a:gd name="connsiteX31" fmla="*/ 1162418 w 1166196"/>
                  <a:gd name="connsiteY31" fmla="*/ 513973 h 1898273"/>
                  <a:gd name="connsiteX32" fmla="*/ 1159243 w 1166196"/>
                  <a:gd name="connsiteY32" fmla="*/ 683836 h 1898273"/>
                  <a:gd name="connsiteX33" fmla="*/ 1090980 w 1166196"/>
                  <a:gd name="connsiteY33" fmla="*/ 890211 h 1898273"/>
                  <a:gd name="connsiteX34" fmla="*/ 957630 w 1166196"/>
                  <a:gd name="connsiteY34" fmla="*/ 1058486 h 1898273"/>
                  <a:gd name="connsiteX35" fmla="*/ 914768 w 1166196"/>
                  <a:gd name="connsiteY35" fmla="*/ 1118811 h 1898273"/>
                  <a:gd name="connsiteX36" fmla="*/ 905243 w 1166196"/>
                  <a:gd name="connsiteY36" fmla="*/ 1175961 h 1898273"/>
                  <a:gd name="connsiteX37" fmla="*/ 905243 w 1166196"/>
                  <a:gd name="connsiteY37" fmla="*/ 1264861 h 1898273"/>
                  <a:gd name="connsiteX38" fmla="*/ 868730 w 1166196"/>
                  <a:gd name="connsiteY38" fmla="*/ 1301373 h 1898273"/>
                  <a:gd name="connsiteX39" fmla="*/ 641718 w 1166196"/>
                  <a:gd name="connsiteY39" fmla="*/ 1301373 h 1898273"/>
                  <a:gd name="connsiteX40" fmla="*/ 590918 w 1166196"/>
                  <a:gd name="connsiteY40" fmla="*/ 1279148 h 1898273"/>
                  <a:gd name="connsiteX41" fmla="*/ 590918 w 1166196"/>
                  <a:gd name="connsiteY41" fmla="*/ 1212473 h 1898273"/>
                  <a:gd name="connsiteX0" fmla="*/ 584568 w 1170207"/>
                  <a:gd name="connsiteY0" fmla="*/ 1898273 h 1898273"/>
                  <a:gd name="connsiteX1" fmla="*/ 581393 w 1170207"/>
                  <a:gd name="connsiteY1" fmla="*/ 1768098 h 1898273"/>
                  <a:gd name="connsiteX2" fmla="*/ 508368 w 1170207"/>
                  <a:gd name="connsiteY2" fmla="*/ 1723648 h 1898273"/>
                  <a:gd name="connsiteX3" fmla="*/ 475030 w 1170207"/>
                  <a:gd name="connsiteY3" fmla="*/ 1683961 h 1898273"/>
                  <a:gd name="connsiteX4" fmla="*/ 505193 w 1170207"/>
                  <a:gd name="connsiteY4" fmla="*/ 1644273 h 1898273"/>
                  <a:gd name="connsiteX5" fmla="*/ 717918 w 1170207"/>
                  <a:gd name="connsiteY5" fmla="*/ 1644273 h 1898273"/>
                  <a:gd name="connsiteX6" fmla="*/ 746493 w 1170207"/>
                  <a:gd name="connsiteY6" fmla="*/ 1596648 h 1898273"/>
                  <a:gd name="connsiteX7" fmla="*/ 716330 w 1170207"/>
                  <a:gd name="connsiteY7" fmla="*/ 1560136 h 1898273"/>
                  <a:gd name="connsiteX8" fmla="*/ 398830 w 1170207"/>
                  <a:gd name="connsiteY8" fmla="*/ 1560136 h 1898273"/>
                  <a:gd name="connsiteX9" fmla="*/ 360730 w 1170207"/>
                  <a:gd name="connsiteY9" fmla="*/ 1522036 h 1898273"/>
                  <a:gd name="connsiteX10" fmla="*/ 382955 w 1170207"/>
                  <a:gd name="connsiteY10" fmla="*/ 1474411 h 1898273"/>
                  <a:gd name="connsiteX11" fmla="*/ 797293 w 1170207"/>
                  <a:gd name="connsiteY11" fmla="*/ 1474411 h 1898273"/>
                  <a:gd name="connsiteX12" fmla="*/ 830630 w 1170207"/>
                  <a:gd name="connsiteY12" fmla="*/ 1426786 h 1898273"/>
                  <a:gd name="connsiteX13" fmla="*/ 795705 w 1170207"/>
                  <a:gd name="connsiteY13" fmla="*/ 1383923 h 1898273"/>
                  <a:gd name="connsiteX14" fmla="*/ 386130 w 1170207"/>
                  <a:gd name="connsiteY14" fmla="*/ 1383923 h 1898273"/>
                  <a:gd name="connsiteX15" fmla="*/ 322630 w 1170207"/>
                  <a:gd name="connsiteY15" fmla="*/ 1352173 h 1898273"/>
                  <a:gd name="connsiteX16" fmla="*/ 283340 w 1170207"/>
                  <a:gd name="connsiteY16" fmla="*/ 1300183 h 1898273"/>
                  <a:gd name="connsiteX17" fmla="*/ 271830 w 1170207"/>
                  <a:gd name="connsiteY17" fmla="*/ 1207711 h 1898273"/>
                  <a:gd name="connsiteX18" fmla="*/ 260718 w 1170207"/>
                  <a:gd name="connsiteY18" fmla="*/ 1128336 h 1898273"/>
                  <a:gd name="connsiteX19" fmla="*/ 205155 w 1170207"/>
                  <a:gd name="connsiteY19" fmla="*/ 1037848 h 1898273"/>
                  <a:gd name="connsiteX20" fmla="*/ 130543 w 1170207"/>
                  <a:gd name="connsiteY20" fmla="*/ 955298 h 1898273"/>
                  <a:gd name="connsiteX21" fmla="*/ 55137 w 1170207"/>
                  <a:gd name="connsiteY21" fmla="*/ 845364 h 1898273"/>
                  <a:gd name="connsiteX22" fmla="*/ 13861 w 1170207"/>
                  <a:gd name="connsiteY22" fmla="*/ 735827 h 1898273"/>
                  <a:gd name="connsiteX23" fmla="*/ 368 w 1170207"/>
                  <a:gd name="connsiteY23" fmla="*/ 601286 h 1898273"/>
                  <a:gd name="connsiteX24" fmla="*/ 11480 w 1170207"/>
                  <a:gd name="connsiteY24" fmla="*/ 475873 h 1898273"/>
                  <a:gd name="connsiteX25" fmla="*/ 81330 w 1170207"/>
                  <a:gd name="connsiteY25" fmla="*/ 285373 h 1898273"/>
                  <a:gd name="connsiteX26" fmla="*/ 265480 w 1170207"/>
                  <a:gd name="connsiteY26" fmla="*/ 93285 h 1898273"/>
                  <a:gd name="connsiteX27" fmla="*/ 519480 w 1170207"/>
                  <a:gd name="connsiteY27" fmla="*/ 3990 h 1898273"/>
                  <a:gd name="connsiteX28" fmla="*/ 705218 w 1170207"/>
                  <a:gd name="connsiteY28" fmla="*/ 10736 h 1898273"/>
                  <a:gd name="connsiteX29" fmla="*/ 943343 w 1170207"/>
                  <a:gd name="connsiteY29" fmla="*/ 121861 h 1898273"/>
                  <a:gd name="connsiteX30" fmla="*/ 1100505 w 1170207"/>
                  <a:gd name="connsiteY30" fmla="*/ 310773 h 1898273"/>
                  <a:gd name="connsiteX31" fmla="*/ 1162418 w 1170207"/>
                  <a:gd name="connsiteY31" fmla="*/ 513973 h 1898273"/>
                  <a:gd name="connsiteX32" fmla="*/ 1159243 w 1170207"/>
                  <a:gd name="connsiteY32" fmla="*/ 683836 h 1898273"/>
                  <a:gd name="connsiteX33" fmla="*/ 1090980 w 1170207"/>
                  <a:gd name="connsiteY33" fmla="*/ 890211 h 1898273"/>
                  <a:gd name="connsiteX34" fmla="*/ 957630 w 1170207"/>
                  <a:gd name="connsiteY34" fmla="*/ 1058486 h 1898273"/>
                  <a:gd name="connsiteX35" fmla="*/ 914768 w 1170207"/>
                  <a:gd name="connsiteY35" fmla="*/ 1118811 h 1898273"/>
                  <a:gd name="connsiteX36" fmla="*/ 905243 w 1170207"/>
                  <a:gd name="connsiteY36" fmla="*/ 1175961 h 1898273"/>
                  <a:gd name="connsiteX37" fmla="*/ 905243 w 1170207"/>
                  <a:gd name="connsiteY37" fmla="*/ 1264861 h 1898273"/>
                  <a:gd name="connsiteX38" fmla="*/ 868730 w 1170207"/>
                  <a:gd name="connsiteY38" fmla="*/ 1301373 h 1898273"/>
                  <a:gd name="connsiteX39" fmla="*/ 641718 w 1170207"/>
                  <a:gd name="connsiteY39" fmla="*/ 1301373 h 1898273"/>
                  <a:gd name="connsiteX40" fmla="*/ 590918 w 1170207"/>
                  <a:gd name="connsiteY40" fmla="*/ 1279148 h 1898273"/>
                  <a:gd name="connsiteX41" fmla="*/ 590918 w 1170207"/>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70104"/>
                  <a:gd name="connsiteY0" fmla="*/ 1898273 h 1898273"/>
                  <a:gd name="connsiteX1" fmla="*/ 581393 w 1170104"/>
                  <a:gd name="connsiteY1" fmla="*/ 1768098 h 1898273"/>
                  <a:gd name="connsiteX2" fmla="*/ 508368 w 1170104"/>
                  <a:gd name="connsiteY2" fmla="*/ 1723648 h 1898273"/>
                  <a:gd name="connsiteX3" fmla="*/ 475030 w 1170104"/>
                  <a:gd name="connsiteY3" fmla="*/ 1683961 h 1898273"/>
                  <a:gd name="connsiteX4" fmla="*/ 505193 w 1170104"/>
                  <a:gd name="connsiteY4" fmla="*/ 1644273 h 1898273"/>
                  <a:gd name="connsiteX5" fmla="*/ 717918 w 1170104"/>
                  <a:gd name="connsiteY5" fmla="*/ 1644273 h 1898273"/>
                  <a:gd name="connsiteX6" fmla="*/ 746493 w 1170104"/>
                  <a:gd name="connsiteY6" fmla="*/ 1596648 h 1898273"/>
                  <a:gd name="connsiteX7" fmla="*/ 716330 w 1170104"/>
                  <a:gd name="connsiteY7" fmla="*/ 1560136 h 1898273"/>
                  <a:gd name="connsiteX8" fmla="*/ 398830 w 1170104"/>
                  <a:gd name="connsiteY8" fmla="*/ 1560136 h 1898273"/>
                  <a:gd name="connsiteX9" fmla="*/ 360730 w 1170104"/>
                  <a:gd name="connsiteY9" fmla="*/ 1522036 h 1898273"/>
                  <a:gd name="connsiteX10" fmla="*/ 382955 w 1170104"/>
                  <a:gd name="connsiteY10" fmla="*/ 1474411 h 1898273"/>
                  <a:gd name="connsiteX11" fmla="*/ 797293 w 1170104"/>
                  <a:gd name="connsiteY11" fmla="*/ 1474411 h 1898273"/>
                  <a:gd name="connsiteX12" fmla="*/ 830630 w 1170104"/>
                  <a:gd name="connsiteY12" fmla="*/ 1426786 h 1898273"/>
                  <a:gd name="connsiteX13" fmla="*/ 795705 w 1170104"/>
                  <a:gd name="connsiteY13" fmla="*/ 1383923 h 1898273"/>
                  <a:gd name="connsiteX14" fmla="*/ 386130 w 1170104"/>
                  <a:gd name="connsiteY14" fmla="*/ 1383923 h 1898273"/>
                  <a:gd name="connsiteX15" fmla="*/ 322630 w 1170104"/>
                  <a:gd name="connsiteY15" fmla="*/ 1352173 h 1898273"/>
                  <a:gd name="connsiteX16" fmla="*/ 283340 w 1170104"/>
                  <a:gd name="connsiteY16" fmla="*/ 1300183 h 1898273"/>
                  <a:gd name="connsiteX17" fmla="*/ 271830 w 1170104"/>
                  <a:gd name="connsiteY17" fmla="*/ 1207711 h 1898273"/>
                  <a:gd name="connsiteX18" fmla="*/ 260718 w 1170104"/>
                  <a:gd name="connsiteY18" fmla="*/ 1128336 h 1898273"/>
                  <a:gd name="connsiteX19" fmla="*/ 205155 w 1170104"/>
                  <a:gd name="connsiteY19" fmla="*/ 1037848 h 1898273"/>
                  <a:gd name="connsiteX20" fmla="*/ 130543 w 1170104"/>
                  <a:gd name="connsiteY20" fmla="*/ 955298 h 1898273"/>
                  <a:gd name="connsiteX21" fmla="*/ 55137 w 1170104"/>
                  <a:gd name="connsiteY21" fmla="*/ 845364 h 1898273"/>
                  <a:gd name="connsiteX22" fmla="*/ 13861 w 1170104"/>
                  <a:gd name="connsiteY22" fmla="*/ 735827 h 1898273"/>
                  <a:gd name="connsiteX23" fmla="*/ 368 w 1170104"/>
                  <a:gd name="connsiteY23" fmla="*/ 601286 h 1898273"/>
                  <a:gd name="connsiteX24" fmla="*/ 11480 w 1170104"/>
                  <a:gd name="connsiteY24" fmla="*/ 475873 h 1898273"/>
                  <a:gd name="connsiteX25" fmla="*/ 81330 w 1170104"/>
                  <a:gd name="connsiteY25" fmla="*/ 285373 h 1898273"/>
                  <a:gd name="connsiteX26" fmla="*/ 265480 w 1170104"/>
                  <a:gd name="connsiteY26" fmla="*/ 93285 h 1898273"/>
                  <a:gd name="connsiteX27" fmla="*/ 519480 w 1170104"/>
                  <a:gd name="connsiteY27" fmla="*/ 3990 h 1898273"/>
                  <a:gd name="connsiteX28" fmla="*/ 705218 w 1170104"/>
                  <a:gd name="connsiteY28" fmla="*/ 10736 h 1898273"/>
                  <a:gd name="connsiteX29" fmla="*/ 943343 w 1170104"/>
                  <a:gd name="connsiteY29" fmla="*/ 121861 h 1898273"/>
                  <a:gd name="connsiteX30" fmla="*/ 1100505 w 1170104"/>
                  <a:gd name="connsiteY30" fmla="*/ 310773 h 1898273"/>
                  <a:gd name="connsiteX31" fmla="*/ 1162418 w 1170104"/>
                  <a:gd name="connsiteY31" fmla="*/ 513973 h 1898273"/>
                  <a:gd name="connsiteX32" fmla="*/ 1165196 w 1170104"/>
                  <a:gd name="connsiteY32" fmla="*/ 683836 h 1898273"/>
                  <a:gd name="connsiteX33" fmla="*/ 1090980 w 1170104"/>
                  <a:gd name="connsiteY33" fmla="*/ 890211 h 1898273"/>
                  <a:gd name="connsiteX34" fmla="*/ 957630 w 1170104"/>
                  <a:gd name="connsiteY34" fmla="*/ 1058486 h 1898273"/>
                  <a:gd name="connsiteX35" fmla="*/ 914768 w 1170104"/>
                  <a:gd name="connsiteY35" fmla="*/ 1118811 h 1898273"/>
                  <a:gd name="connsiteX36" fmla="*/ 905243 w 1170104"/>
                  <a:gd name="connsiteY36" fmla="*/ 1175961 h 1898273"/>
                  <a:gd name="connsiteX37" fmla="*/ 905243 w 1170104"/>
                  <a:gd name="connsiteY37" fmla="*/ 1264861 h 1898273"/>
                  <a:gd name="connsiteX38" fmla="*/ 868730 w 1170104"/>
                  <a:gd name="connsiteY38" fmla="*/ 1301373 h 1898273"/>
                  <a:gd name="connsiteX39" fmla="*/ 641718 w 1170104"/>
                  <a:gd name="connsiteY39" fmla="*/ 1301373 h 1898273"/>
                  <a:gd name="connsiteX40" fmla="*/ 590918 w 1170104"/>
                  <a:gd name="connsiteY40" fmla="*/ 1279148 h 1898273"/>
                  <a:gd name="connsiteX41" fmla="*/ 590918 w 1170104"/>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2862 w 1167899"/>
                  <a:gd name="connsiteY37" fmla="*/ 1261289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9527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0487 w 1167899"/>
                  <a:gd name="connsiteY34" fmla="*/ 1054914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70467"/>
                  <a:gd name="connsiteY0" fmla="*/ 1898273 h 1898273"/>
                  <a:gd name="connsiteX1" fmla="*/ 581393 w 1170467"/>
                  <a:gd name="connsiteY1" fmla="*/ 1768098 h 1898273"/>
                  <a:gd name="connsiteX2" fmla="*/ 513130 w 1170467"/>
                  <a:gd name="connsiteY2" fmla="*/ 1726030 h 1898273"/>
                  <a:gd name="connsiteX3" fmla="*/ 470268 w 1170467"/>
                  <a:gd name="connsiteY3" fmla="*/ 1680389 h 1898273"/>
                  <a:gd name="connsiteX4" fmla="*/ 505193 w 1170467"/>
                  <a:gd name="connsiteY4" fmla="*/ 1644273 h 1898273"/>
                  <a:gd name="connsiteX5" fmla="*/ 717918 w 1170467"/>
                  <a:gd name="connsiteY5" fmla="*/ 1644273 h 1898273"/>
                  <a:gd name="connsiteX6" fmla="*/ 748874 w 1170467"/>
                  <a:gd name="connsiteY6" fmla="*/ 1603792 h 1898273"/>
                  <a:gd name="connsiteX7" fmla="*/ 716330 w 1170467"/>
                  <a:gd name="connsiteY7" fmla="*/ 1561327 h 1898273"/>
                  <a:gd name="connsiteX8" fmla="*/ 398830 w 1170467"/>
                  <a:gd name="connsiteY8" fmla="*/ 1560136 h 1898273"/>
                  <a:gd name="connsiteX9" fmla="*/ 360730 w 1170467"/>
                  <a:gd name="connsiteY9" fmla="*/ 1522036 h 1898273"/>
                  <a:gd name="connsiteX10" fmla="*/ 387717 w 1170467"/>
                  <a:gd name="connsiteY10" fmla="*/ 1476793 h 1898273"/>
                  <a:gd name="connsiteX11" fmla="*/ 797293 w 1170467"/>
                  <a:gd name="connsiteY11" fmla="*/ 1474411 h 1898273"/>
                  <a:gd name="connsiteX12" fmla="*/ 828249 w 1170467"/>
                  <a:gd name="connsiteY12" fmla="*/ 1425595 h 1898273"/>
                  <a:gd name="connsiteX13" fmla="*/ 795705 w 1170467"/>
                  <a:gd name="connsiteY13" fmla="*/ 1383923 h 1898273"/>
                  <a:gd name="connsiteX14" fmla="*/ 386130 w 1170467"/>
                  <a:gd name="connsiteY14" fmla="*/ 1383923 h 1898273"/>
                  <a:gd name="connsiteX15" fmla="*/ 322630 w 1170467"/>
                  <a:gd name="connsiteY15" fmla="*/ 1352173 h 1898273"/>
                  <a:gd name="connsiteX16" fmla="*/ 283340 w 1170467"/>
                  <a:gd name="connsiteY16" fmla="*/ 1300183 h 1898273"/>
                  <a:gd name="connsiteX17" fmla="*/ 271830 w 1170467"/>
                  <a:gd name="connsiteY17" fmla="*/ 1207711 h 1898273"/>
                  <a:gd name="connsiteX18" fmla="*/ 255955 w 1170467"/>
                  <a:gd name="connsiteY18" fmla="*/ 1128336 h 1898273"/>
                  <a:gd name="connsiteX19" fmla="*/ 205155 w 1170467"/>
                  <a:gd name="connsiteY19" fmla="*/ 1037848 h 1898273"/>
                  <a:gd name="connsiteX20" fmla="*/ 130543 w 1170467"/>
                  <a:gd name="connsiteY20" fmla="*/ 955298 h 1898273"/>
                  <a:gd name="connsiteX21" fmla="*/ 55137 w 1170467"/>
                  <a:gd name="connsiteY21" fmla="*/ 845364 h 1898273"/>
                  <a:gd name="connsiteX22" fmla="*/ 13861 w 1170467"/>
                  <a:gd name="connsiteY22" fmla="*/ 735827 h 1898273"/>
                  <a:gd name="connsiteX23" fmla="*/ 368 w 1170467"/>
                  <a:gd name="connsiteY23" fmla="*/ 601286 h 1898273"/>
                  <a:gd name="connsiteX24" fmla="*/ 11480 w 1170467"/>
                  <a:gd name="connsiteY24" fmla="*/ 475873 h 1898273"/>
                  <a:gd name="connsiteX25" fmla="*/ 81330 w 1170467"/>
                  <a:gd name="connsiteY25" fmla="*/ 285373 h 1898273"/>
                  <a:gd name="connsiteX26" fmla="*/ 265480 w 1170467"/>
                  <a:gd name="connsiteY26" fmla="*/ 93285 h 1898273"/>
                  <a:gd name="connsiteX27" fmla="*/ 519480 w 1170467"/>
                  <a:gd name="connsiteY27" fmla="*/ 3990 h 1898273"/>
                  <a:gd name="connsiteX28" fmla="*/ 705218 w 1170467"/>
                  <a:gd name="connsiteY28" fmla="*/ 10736 h 1898273"/>
                  <a:gd name="connsiteX29" fmla="*/ 943343 w 1170467"/>
                  <a:gd name="connsiteY29" fmla="*/ 121861 h 1898273"/>
                  <a:gd name="connsiteX30" fmla="*/ 1100505 w 1170467"/>
                  <a:gd name="connsiteY30" fmla="*/ 310773 h 1898273"/>
                  <a:gd name="connsiteX31" fmla="*/ 1164799 w 1170467"/>
                  <a:gd name="connsiteY31" fmla="*/ 512783 h 1898273"/>
                  <a:gd name="connsiteX32" fmla="*/ 1165196 w 1170467"/>
                  <a:gd name="connsiteY32" fmla="*/ 683836 h 1898273"/>
                  <a:gd name="connsiteX33" fmla="*/ 1085027 w 1170467"/>
                  <a:gd name="connsiteY33" fmla="*/ 889020 h 1898273"/>
                  <a:gd name="connsiteX34" fmla="*/ 950487 w 1170467"/>
                  <a:gd name="connsiteY34" fmla="*/ 1054914 h 1898273"/>
                  <a:gd name="connsiteX35" fmla="*/ 914768 w 1170467"/>
                  <a:gd name="connsiteY35" fmla="*/ 1118811 h 1898273"/>
                  <a:gd name="connsiteX36" fmla="*/ 900480 w 1170467"/>
                  <a:gd name="connsiteY36" fmla="*/ 1177152 h 1898273"/>
                  <a:gd name="connsiteX37" fmla="*/ 898100 w 1170467"/>
                  <a:gd name="connsiteY37" fmla="*/ 1258908 h 1898273"/>
                  <a:gd name="connsiteX38" fmla="*/ 858014 w 1170467"/>
                  <a:gd name="connsiteY38" fmla="*/ 1301373 h 1898273"/>
                  <a:gd name="connsiteX39" fmla="*/ 641718 w 1170467"/>
                  <a:gd name="connsiteY39" fmla="*/ 1301373 h 1898273"/>
                  <a:gd name="connsiteX40" fmla="*/ 590918 w 1170467"/>
                  <a:gd name="connsiteY40" fmla="*/ 1279148 h 1898273"/>
                  <a:gd name="connsiteX41" fmla="*/ 590918 w 1170467"/>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88142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892" h="1898273">
                    <a:moveTo>
                      <a:pt x="584993" y="1898273"/>
                    </a:moveTo>
                    <a:cubicBezTo>
                      <a:pt x="583935" y="1854881"/>
                      <a:pt x="582876" y="1811490"/>
                      <a:pt x="581818" y="1768098"/>
                    </a:cubicBezTo>
                    <a:cubicBezTo>
                      <a:pt x="573352" y="1746931"/>
                      <a:pt x="562503" y="1729338"/>
                      <a:pt x="513555" y="1726030"/>
                    </a:cubicBezTo>
                    <a:cubicBezTo>
                      <a:pt x="487759" y="1721135"/>
                      <a:pt x="471487" y="1707906"/>
                      <a:pt x="470693" y="1680389"/>
                    </a:cubicBezTo>
                    <a:cubicBezTo>
                      <a:pt x="474793" y="1662398"/>
                      <a:pt x="478895" y="1650358"/>
                      <a:pt x="505618" y="1644273"/>
                    </a:cubicBezTo>
                    <a:lnTo>
                      <a:pt x="718343" y="1644273"/>
                    </a:lnTo>
                    <a:cubicBezTo>
                      <a:pt x="736202" y="1631970"/>
                      <a:pt x="744536" y="1626810"/>
                      <a:pt x="749299" y="1603792"/>
                    </a:cubicBezTo>
                    <a:cubicBezTo>
                      <a:pt x="745198" y="1586858"/>
                      <a:pt x="741097" y="1572308"/>
                      <a:pt x="716755" y="1561327"/>
                    </a:cubicBezTo>
                    <a:lnTo>
                      <a:pt x="399255" y="1560136"/>
                    </a:lnTo>
                    <a:cubicBezTo>
                      <a:pt x="375839" y="1555770"/>
                      <a:pt x="367902" y="1546642"/>
                      <a:pt x="361155" y="1522036"/>
                    </a:cubicBezTo>
                    <a:cubicBezTo>
                      <a:pt x="362610" y="1506161"/>
                      <a:pt x="365255" y="1491478"/>
                      <a:pt x="394095" y="1476793"/>
                    </a:cubicBezTo>
                    <a:lnTo>
                      <a:pt x="797718" y="1474411"/>
                    </a:lnTo>
                    <a:cubicBezTo>
                      <a:pt x="819546" y="1463299"/>
                      <a:pt x="827088" y="1449805"/>
                      <a:pt x="828674" y="1425595"/>
                    </a:cubicBezTo>
                    <a:cubicBezTo>
                      <a:pt x="824177" y="1402972"/>
                      <a:pt x="825632" y="1399402"/>
                      <a:pt x="796130" y="1383923"/>
                    </a:cubicBezTo>
                    <a:lnTo>
                      <a:pt x="386555" y="1383923"/>
                    </a:lnTo>
                    <a:cubicBezTo>
                      <a:pt x="360625" y="1374530"/>
                      <a:pt x="343031" y="1368709"/>
                      <a:pt x="323055" y="1352173"/>
                    </a:cubicBezTo>
                    <a:cubicBezTo>
                      <a:pt x="314721" y="1341193"/>
                      <a:pt x="295670" y="1327832"/>
                      <a:pt x="283765" y="1300183"/>
                    </a:cubicBezTo>
                    <a:cubicBezTo>
                      <a:pt x="275166" y="1267772"/>
                      <a:pt x="274901" y="1238932"/>
                      <a:pt x="272255" y="1207711"/>
                    </a:cubicBezTo>
                    <a:lnTo>
                      <a:pt x="256380" y="1128336"/>
                    </a:lnTo>
                    <a:cubicBezTo>
                      <a:pt x="240241" y="1093410"/>
                      <a:pt x="227673" y="1070392"/>
                      <a:pt x="205580" y="1037848"/>
                    </a:cubicBezTo>
                    <a:cubicBezTo>
                      <a:pt x="184281" y="1006760"/>
                      <a:pt x="162982" y="981625"/>
                      <a:pt x="130968" y="955298"/>
                    </a:cubicBezTo>
                    <a:cubicBezTo>
                      <a:pt x="101071" y="924606"/>
                      <a:pt x="77125" y="886771"/>
                      <a:pt x="55562" y="845364"/>
                    </a:cubicBezTo>
                    <a:cubicBezTo>
                      <a:pt x="23150" y="783054"/>
                      <a:pt x="26457" y="770752"/>
                      <a:pt x="14286" y="735827"/>
                    </a:cubicBezTo>
                    <a:cubicBezTo>
                      <a:pt x="6217" y="686615"/>
                      <a:pt x="1322" y="648911"/>
                      <a:pt x="793" y="601286"/>
                    </a:cubicBezTo>
                    <a:cubicBezTo>
                      <a:pt x="-265" y="557894"/>
                      <a:pt x="-2118" y="514502"/>
                      <a:pt x="9524" y="475873"/>
                    </a:cubicBezTo>
                    <a:cubicBezTo>
                      <a:pt x="20107" y="409198"/>
                      <a:pt x="44184" y="347286"/>
                      <a:pt x="81755" y="285373"/>
                    </a:cubicBezTo>
                    <a:cubicBezTo>
                      <a:pt x="130438" y="213406"/>
                      <a:pt x="185472" y="143027"/>
                      <a:pt x="265905" y="93285"/>
                    </a:cubicBezTo>
                    <a:cubicBezTo>
                      <a:pt x="333638" y="48306"/>
                      <a:pt x="420819" y="15632"/>
                      <a:pt x="519905" y="3990"/>
                    </a:cubicBezTo>
                    <a:cubicBezTo>
                      <a:pt x="584200" y="-2095"/>
                      <a:pt x="644921" y="-2228"/>
                      <a:pt x="705643" y="10736"/>
                    </a:cubicBezTo>
                    <a:cubicBezTo>
                      <a:pt x="805259" y="37062"/>
                      <a:pt x="872727" y="72912"/>
                      <a:pt x="943768" y="121861"/>
                    </a:cubicBezTo>
                    <a:cubicBezTo>
                      <a:pt x="1009252" y="178879"/>
                      <a:pt x="1058067" y="229942"/>
                      <a:pt x="1100930" y="310773"/>
                    </a:cubicBezTo>
                    <a:cubicBezTo>
                      <a:pt x="1137046" y="378506"/>
                      <a:pt x="1160063" y="439096"/>
                      <a:pt x="1165224" y="512783"/>
                    </a:cubicBezTo>
                    <a:cubicBezTo>
                      <a:pt x="1174881" y="568213"/>
                      <a:pt x="1170250" y="629597"/>
                      <a:pt x="1165621" y="683836"/>
                    </a:cubicBezTo>
                    <a:cubicBezTo>
                      <a:pt x="1151202" y="755009"/>
                      <a:pt x="1129637" y="822609"/>
                      <a:pt x="1085452" y="889020"/>
                    </a:cubicBezTo>
                    <a:cubicBezTo>
                      <a:pt x="1047749" y="946699"/>
                      <a:pt x="994569" y="992472"/>
                      <a:pt x="950912" y="1054914"/>
                    </a:cubicBezTo>
                    <a:cubicBezTo>
                      <a:pt x="937021" y="1078197"/>
                      <a:pt x="923130" y="1091956"/>
                      <a:pt x="915193" y="1118811"/>
                    </a:cubicBezTo>
                    <a:cubicBezTo>
                      <a:pt x="906065" y="1147386"/>
                      <a:pt x="904080" y="1158102"/>
                      <a:pt x="900905" y="1177152"/>
                    </a:cubicBezTo>
                    <a:cubicBezTo>
                      <a:pt x="898920" y="1217501"/>
                      <a:pt x="899319" y="1230465"/>
                      <a:pt x="898525" y="1258908"/>
                    </a:cubicBezTo>
                    <a:cubicBezTo>
                      <a:pt x="898260" y="1276635"/>
                      <a:pt x="886089" y="1291981"/>
                      <a:pt x="858439" y="1301373"/>
                    </a:cubicBezTo>
                    <a:lnTo>
                      <a:pt x="642143" y="1301373"/>
                    </a:lnTo>
                    <a:cubicBezTo>
                      <a:pt x="604968" y="1298728"/>
                      <a:pt x="601133" y="1297271"/>
                      <a:pt x="591343" y="1279148"/>
                    </a:cubicBezTo>
                    <a:lnTo>
                      <a:pt x="591343" y="1212473"/>
                    </a:lnTo>
                  </a:path>
                </a:pathLst>
              </a:custGeom>
              <a:noFill/>
              <a:ln w="25400" algn="ctr">
                <a:solidFill>
                  <a:srgbClr val="155513"/>
                </a:solidFill>
                <a:miter lim="800000"/>
                <a:headEnd type="none" w="sm" len="sm"/>
                <a:tailEnd type="oval"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j-lt"/>
                  <a:ea typeface="+mn-ea"/>
                  <a:cs typeface="+mn-cs"/>
                </a:endParaRPr>
              </a:p>
            </p:txBody>
          </p:sp>
          <p:sp>
            <p:nvSpPr>
              <p:cNvPr id="91" name="Round Same Side Corner Rectangle 37">
                <a:extLst>
                  <a:ext uri="{FF2B5EF4-FFF2-40B4-BE49-F238E27FC236}">
                    <a16:creationId xmlns:a16="http://schemas.microsoft.com/office/drawing/2014/main" id="{472FDEDE-ED6D-4B8A-8160-B57811ED4976}"/>
                  </a:ext>
                </a:extLst>
              </p:cNvPr>
              <p:cNvSpPr/>
              <p:nvPr/>
            </p:nvSpPr>
            <p:spPr bwMode="gray">
              <a:xfrm>
                <a:off x="1289779" y="3495046"/>
                <a:ext cx="116350" cy="108039"/>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a:ln>
                    <a:noFill/>
                  </a:ln>
                  <a:solidFill>
                    <a:prstClr val="white"/>
                  </a:solidFill>
                  <a:effectLst/>
                  <a:uLnTx/>
                  <a:uFillTx/>
                  <a:latin typeface="+mj-lt"/>
                  <a:ea typeface="+mn-ea"/>
                  <a:cs typeface="+mn-cs"/>
                </a:endParaRPr>
              </a:p>
            </p:txBody>
          </p:sp>
          <p:sp>
            <p:nvSpPr>
              <p:cNvPr id="92" name="Round Same Side Corner Rectangle 38">
                <a:extLst>
                  <a:ext uri="{FF2B5EF4-FFF2-40B4-BE49-F238E27FC236}">
                    <a16:creationId xmlns:a16="http://schemas.microsoft.com/office/drawing/2014/main" id="{B903C171-FA8A-4BD2-A24B-B0B0F73759E0}"/>
                  </a:ext>
                </a:extLst>
              </p:cNvPr>
              <p:cNvSpPr/>
              <p:nvPr/>
            </p:nvSpPr>
            <p:spPr bwMode="gray">
              <a:xfrm flipV="1">
                <a:off x="1312850" y="3603085"/>
                <a:ext cx="21108" cy="45231"/>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a:ln>
                    <a:noFill/>
                  </a:ln>
                  <a:solidFill>
                    <a:prstClr val="white"/>
                  </a:solidFill>
                  <a:effectLst/>
                  <a:uLnTx/>
                  <a:uFillTx/>
                  <a:latin typeface="+mj-lt"/>
                  <a:ea typeface="+mn-ea"/>
                  <a:cs typeface="+mn-cs"/>
                </a:endParaRPr>
              </a:p>
            </p:txBody>
          </p:sp>
          <p:sp>
            <p:nvSpPr>
              <p:cNvPr id="93" name="Round Same Side Corner Rectangle 39">
                <a:extLst>
                  <a:ext uri="{FF2B5EF4-FFF2-40B4-BE49-F238E27FC236}">
                    <a16:creationId xmlns:a16="http://schemas.microsoft.com/office/drawing/2014/main" id="{CB40E22C-E08E-4724-8735-65703803A981}"/>
                  </a:ext>
                </a:extLst>
              </p:cNvPr>
              <p:cNvSpPr/>
              <p:nvPr/>
            </p:nvSpPr>
            <p:spPr bwMode="gray">
              <a:xfrm flipV="1">
                <a:off x="1362714" y="3603085"/>
                <a:ext cx="21108" cy="45231"/>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a:ln>
                    <a:noFill/>
                  </a:ln>
                  <a:solidFill>
                    <a:prstClr val="white"/>
                  </a:solidFill>
                  <a:effectLst/>
                  <a:uLnTx/>
                  <a:uFillTx/>
                  <a:latin typeface="+mj-lt"/>
                  <a:ea typeface="+mn-ea"/>
                  <a:cs typeface="+mn-cs"/>
                </a:endParaRPr>
              </a:p>
            </p:txBody>
          </p:sp>
          <p:sp>
            <p:nvSpPr>
              <p:cNvPr id="94" name="Oval 93">
                <a:extLst>
                  <a:ext uri="{FF2B5EF4-FFF2-40B4-BE49-F238E27FC236}">
                    <a16:creationId xmlns:a16="http://schemas.microsoft.com/office/drawing/2014/main" id="{0F1A3F8D-7B32-424D-B51D-B2D667EABF85}"/>
                  </a:ext>
                </a:extLst>
              </p:cNvPr>
              <p:cNvSpPr/>
              <p:nvPr/>
            </p:nvSpPr>
            <p:spPr bwMode="gray">
              <a:xfrm>
                <a:off x="1329954" y="3531065"/>
                <a:ext cx="36000" cy="36000"/>
              </a:xfrm>
              <a:prstGeom prst="ellipse">
                <a:avLst/>
              </a:prstGeom>
              <a:solidFill>
                <a:schemeClr val="bg1"/>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a:ln>
                    <a:noFill/>
                  </a:ln>
                  <a:solidFill>
                    <a:prstClr val="white"/>
                  </a:solidFill>
                  <a:effectLst/>
                  <a:uLnTx/>
                  <a:uFillTx/>
                  <a:latin typeface="+mj-lt"/>
                  <a:ea typeface="+mn-ea"/>
                  <a:cs typeface="+mn-cs"/>
                </a:endParaRPr>
              </a:p>
            </p:txBody>
          </p:sp>
        </p:grpSp>
        <p:grpSp>
          <p:nvGrpSpPr>
            <p:cNvPr id="80" name="Group 574">
              <a:extLst>
                <a:ext uri="{FF2B5EF4-FFF2-40B4-BE49-F238E27FC236}">
                  <a16:creationId xmlns:a16="http://schemas.microsoft.com/office/drawing/2014/main" id="{2506D990-3B15-4CF9-B4B1-213FF1C0FC07}"/>
                </a:ext>
              </a:extLst>
            </p:cNvPr>
            <p:cNvGrpSpPr>
              <a:grpSpLocks noChangeAspect="1"/>
            </p:cNvGrpSpPr>
            <p:nvPr/>
          </p:nvGrpSpPr>
          <p:grpSpPr bwMode="auto">
            <a:xfrm>
              <a:off x="1388527" y="2053642"/>
              <a:ext cx="590517" cy="670458"/>
              <a:chOff x="1921" y="1949"/>
              <a:chExt cx="340" cy="341"/>
            </a:xfrm>
            <a:solidFill>
              <a:schemeClr val="accent5"/>
            </a:solidFill>
          </p:grpSpPr>
          <p:sp>
            <p:nvSpPr>
              <p:cNvPr id="88" name="Freeform 575">
                <a:extLst>
                  <a:ext uri="{FF2B5EF4-FFF2-40B4-BE49-F238E27FC236}">
                    <a16:creationId xmlns:a16="http://schemas.microsoft.com/office/drawing/2014/main" id="{ABF323D5-0D5B-401B-8782-7E5463627D71}"/>
                  </a:ext>
                </a:extLst>
              </p:cNvPr>
              <p:cNvSpPr>
                <a:spLocks noEditPoints="1"/>
              </p:cNvSpPr>
              <p:nvPr/>
            </p:nvSpPr>
            <p:spPr bwMode="auto">
              <a:xfrm>
                <a:off x="1921" y="1949"/>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style>
              <a:lnRef idx="2">
                <a:schemeClr val="accent5"/>
              </a:lnRef>
              <a:fillRef idx="1">
                <a:schemeClr val="lt1"/>
              </a:fillRef>
              <a:effectRef idx="0">
                <a:schemeClr val="accent5"/>
              </a:effectRef>
              <a:fontRef idx="minor">
                <a:schemeClr val="dk1"/>
              </a:fontRef>
            </p:style>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mj-lt"/>
                  <a:ea typeface="+mn-ea"/>
                  <a:cs typeface="+mn-cs"/>
                </a:endParaRPr>
              </a:p>
            </p:txBody>
          </p:sp>
          <p:sp>
            <p:nvSpPr>
              <p:cNvPr id="89" name="Freeform 576">
                <a:extLst>
                  <a:ext uri="{FF2B5EF4-FFF2-40B4-BE49-F238E27FC236}">
                    <a16:creationId xmlns:a16="http://schemas.microsoft.com/office/drawing/2014/main" id="{AA4ED9A4-7E3A-472D-B8BD-B91215AA1803}"/>
                  </a:ext>
                </a:extLst>
              </p:cNvPr>
              <p:cNvSpPr>
                <a:spLocks noEditPoints="1"/>
              </p:cNvSpPr>
              <p:nvPr/>
            </p:nvSpPr>
            <p:spPr bwMode="auto">
              <a:xfrm>
                <a:off x="1985" y="2041"/>
                <a:ext cx="212" cy="156"/>
              </a:xfrm>
              <a:custGeom>
                <a:avLst/>
                <a:gdLst>
                  <a:gd name="T0" fmla="*/ 309 w 320"/>
                  <a:gd name="T1" fmla="*/ 43 h 235"/>
                  <a:gd name="T2" fmla="*/ 234 w 320"/>
                  <a:gd name="T3" fmla="*/ 43 h 235"/>
                  <a:gd name="T4" fmla="*/ 192 w 320"/>
                  <a:gd name="T5" fmla="*/ 0 h 235"/>
                  <a:gd name="T6" fmla="*/ 128 w 320"/>
                  <a:gd name="T7" fmla="*/ 0 h 235"/>
                  <a:gd name="T8" fmla="*/ 85 w 320"/>
                  <a:gd name="T9" fmla="*/ 43 h 235"/>
                  <a:gd name="T10" fmla="*/ 10 w 320"/>
                  <a:gd name="T11" fmla="*/ 43 h 235"/>
                  <a:gd name="T12" fmla="*/ 0 w 320"/>
                  <a:gd name="T13" fmla="*/ 54 h 235"/>
                  <a:gd name="T14" fmla="*/ 0 w 320"/>
                  <a:gd name="T15" fmla="*/ 118 h 235"/>
                  <a:gd name="T16" fmla="*/ 10 w 320"/>
                  <a:gd name="T17" fmla="*/ 128 h 235"/>
                  <a:gd name="T18" fmla="*/ 21 w 320"/>
                  <a:gd name="T19" fmla="*/ 128 h 235"/>
                  <a:gd name="T20" fmla="*/ 21 w 320"/>
                  <a:gd name="T21" fmla="*/ 224 h 235"/>
                  <a:gd name="T22" fmla="*/ 32 w 320"/>
                  <a:gd name="T23" fmla="*/ 235 h 235"/>
                  <a:gd name="T24" fmla="*/ 288 w 320"/>
                  <a:gd name="T25" fmla="*/ 235 h 235"/>
                  <a:gd name="T26" fmla="*/ 298 w 320"/>
                  <a:gd name="T27" fmla="*/ 224 h 235"/>
                  <a:gd name="T28" fmla="*/ 298 w 320"/>
                  <a:gd name="T29" fmla="*/ 128 h 235"/>
                  <a:gd name="T30" fmla="*/ 309 w 320"/>
                  <a:gd name="T31" fmla="*/ 128 h 235"/>
                  <a:gd name="T32" fmla="*/ 320 w 320"/>
                  <a:gd name="T33" fmla="*/ 118 h 235"/>
                  <a:gd name="T34" fmla="*/ 320 w 320"/>
                  <a:gd name="T35" fmla="*/ 54 h 235"/>
                  <a:gd name="T36" fmla="*/ 309 w 320"/>
                  <a:gd name="T37" fmla="*/ 43 h 235"/>
                  <a:gd name="T38" fmla="*/ 128 w 320"/>
                  <a:gd name="T39" fmla="*/ 22 h 235"/>
                  <a:gd name="T40" fmla="*/ 192 w 320"/>
                  <a:gd name="T41" fmla="*/ 22 h 235"/>
                  <a:gd name="T42" fmla="*/ 213 w 320"/>
                  <a:gd name="T43" fmla="*/ 43 h 235"/>
                  <a:gd name="T44" fmla="*/ 106 w 320"/>
                  <a:gd name="T45" fmla="*/ 43 h 235"/>
                  <a:gd name="T46" fmla="*/ 128 w 320"/>
                  <a:gd name="T47" fmla="*/ 22 h 235"/>
                  <a:gd name="T48" fmla="*/ 277 w 320"/>
                  <a:gd name="T49" fmla="*/ 214 h 235"/>
                  <a:gd name="T50" fmla="*/ 42 w 320"/>
                  <a:gd name="T51" fmla="*/ 214 h 235"/>
                  <a:gd name="T52" fmla="*/ 42 w 320"/>
                  <a:gd name="T53" fmla="*/ 128 h 235"/>
                  <a:gd name="T54" fmla="*/ 128 w 320"/>
                  <a:gd name="T55" fmla="*/ 128 h 235"/>
                  <a:gd name="T56" fmla="*/ 128 w 320"/>
                  <a:gd name="T57" fmla="*/ 139 h 235"/>
                  <a:gd name="T58" fmla="*/ 138 w 320"/>
                  <a:gd name="T59" fmla="*/ 150 h 235"/>
                  <a:gd name="T60" fmla="*/ 181 w 320"/>
                  <a:gd name="T61" fmla="*/ 150 h 235"/>
                  <a:gd name="T62" fmla="*/ 192 w 320"/>
                  <a:gd name="T63" fmla="*/ 139 h 235"/>
                  <a:gd name="T64" fmla="*/ 192 w 320"/>
                  <a:gd name="T65" fmla="*/ 128 h 235"/>
                  <a:gd name="T66" fmla="*/ 277 w 320"/>
                  <a:gd name="T67" fmla="*/ 128 h 235"/>
                  <a:gd name="T68" fmla="*/ 277 w 320"/>
                  <a:gd name="T69" fmla="*/ 214 h 235"/>
                  <a:gd name="T70" fmla="*/ 170 w 320"/>
                  <a:gd name="T71" fmla="*/ 128 h 235"/>
                  <a:gd name="T72" fmla="*/ 149 w 320"/>
                  <a:gd name="T73" fmla="*/ 128 h 235"/>
                  <a:gd name="T74" fmla="*/ 149 w 320"/>
                  <a:gd name="T75" fmla="*/ 107 h 235"/>
                  <a:gd name="T76" fmla="*/ 170 w 320"/>
                  <a:gd name="T77" fmla="*/ 107 h 235"/>
                  <a:gd name="T78" fmla="*/ 170 w 320"/>
                  <a:gd name="T79" fmla="*/ 128 h 235"/>
                  <a:gd name="T80" fmla="*/ 298 w 320"/>
                  <a:gd name="T81" fmla="*/ 107 h 235"/>
                  <a:gd name="T82" fmla="*/ 192 w 320"/>
                  <a:gd name="T83" fmla="*/ 107 h 235"/>
                  <a:gd name="T84" fmla="*/ 192 w 320"/>
                  <a:gd name="T85" fmla="*/ 96 h 235"/>
                  <a:gd name="T86" fmla="*/ 181 w 320"/>
                  <a:gd name="T87" fmla="*/ 86 h 235"/>
                  <a:gd name="T88" fmla="*/ 138 w 320"/>
                  <a:gd name="T89" fmla="*/ 86 h 235"/>
                  <a:gd name="T90" fmla="*/ 128 w 320"/>
                  <a:gd name="T91" fmla="*/ 96 h 235"/>
                  <a:gd name="T92" fmla="*/ 128 w 320"/>
                  <a:gd name="T93" fmla="*/ 107 h 235"/>
                  <a:gd name="T94" fmla="*/ 21 w 320"/>
                  <a:gd name="T95" fmla="*/ 107 h 235"/>
                  <a:gd name="T96" fmla="*/ 21 w 320"/>
                  <a:gd name="T97" fmla="*/ 64 h 235"/>
                  <a:gd name="T98" fmla="*/ 298 w 320"/>
                  <a:gd name="T99" fmla="*/ 64 h 235"/>
                  <a:gd name="T100" fmla="*/ 298 w 320"/>
                  <a:gd name="T101" fmla="*/ 107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0" h="235">
                    <a:moveTo>
                      <a:pt x="309" y="43"/>
                    </a:moveTo>
                    <a:cubicBezTo>
                      <a:pt x="234" y="43"/>
                      <a:pt x="234" y="43"/>
                      <a:pt x="234" y="43"/>
                    </a:cubicBezTo>
                    <a:cubicBezTo>
                      <a:pt x="234" y="19"/>
                      <a:pt x="215" y="0"/>
                      <a:pt x="192" y="0"/>
                    </a:cubicBezTo>
                    <a:cubicBezTo>
                      <a:pt x="128" y="0"/>
                      <a:pt x="128" y="0"/>
                      <a:pt x="128" y="0"/>
                    </a:cubicBezTo>
                    <a:cubicBezTo>
                      <a:pt x="104" y="0"/>
                      <a:pt x="85" y="19"/>
                      <a:pt x="85" y="43"/>
                    </a:cubicBezTo>
                    <a:cubicBezTo>
                      <a:pt x="10" y="43"/>
                      <a:pt x="10" y="43"/>
                      <a:pt x="10" y="43"/>
                    </a:cubicBezTo>
                    <a:cubicBezTo>
                      <a:pt x="4" y="43"/>
                      <a:pt x="0" y="48"/>
                      <a:pt x="0" y="54"/>
                    </a:cubicBezTo>
                    <a:cubicBezTo>
                      <a:pt x="0" y="118"/>
                      <a:pt x="0" y="118"/>
                      <a:pt x="0" y="118"/>
                    </a:cubicBezTo>
                    <a:cubicBezTo>
                      <a:pt x="0" y="124"/>
                      <a:pt x="4" y="128"/>
                      <a:pt x="10" y="128"/>
                    </a:cubicBezTo>
                    <a:cubicBezTo>
                      <a:pt x="21" y="128"/>
                      <a:pt x="21" y="128"/>
                      <a:pt x="21" y="128"/>
                    </a:cubicBezTo>
                    <a:cubicBezTo>
                      <a:pt x="21" y="224"/>
                      <a:pt x="21" y="224"/>
                      <a:pt x="21" y="224"/>
                    </a:cubicBezTo>
                    <a:cubicBezTo>
                      <a:pt x="21" y="230"/>
                      <a:pt x="26" y="235"/>
                      <a:pt x="32" y="235"/>
                    </a:cubicBezTo>
                    <a:cubicBezTo>
                      <a:pt x="288" y="235"/>
                      <a:pt x="288" y="235"/>
                      <a:pt x="288" y="235"/>
                    </a:cubicBezTo>
                    <a:cubicBezTo>
                      <a:pt x="294" y="235"/>
                      <a:pt x="298" y="230"/>
                      <a:pt x="298" y="224"/>
                    </a:cubicBezTo>
                    <a:cubicBezTo>
                      <a:pt x="298" y="128"/>
                      <a:pt x="298" y="128"/>
                      <a:pt x="298" y="128"/>
                    </a:cubicBezTo>
                    <a:cubicBezTo>
                      <a:pt x="309" y="128"/>
                      <a:pt x="309" y="128"/>
                      <a:pt x="309" y="128"/>
                    </a:cubicBezTo>
                    <a:cubicBezTo>
                      <a:pt x="315" y="128"/>
                      <a:pt x="320" y="124"/>
                      <a:pt x="320" y="118"/>
                    </a:cubicBezTo>
                    <a:cubicBezTo>
                      <a:pt x="320" y="54"/>
                      <a:pt x="320" y="54"/>
                      <a:pt x="320" y="54"/>
                    </a:cubicBezTo>
                    <a:cubicBezTo>
                      <a:pt x="320" y="48"/>
                      <a:pt x="315" y="43"/>
                      <a:pt x="309" y="43"/>
                    </a:cubicBezTo>
                    <a:close/>
                    <a:moveTo>
                      <a:pt x="128" y="22"/>
                    </a:moveTo>
                    <a:cubicBezTo>
                      <a:pt x="192" y="22"/>
                      <a:pt x="192" y="22"/>
                      <a:pt x="192" y="22"/>
                    </a:cubicBezTo>
                    <a:cubicBezTo>
                      <a:pt x="203" y="22"/>
                      <a:pt x="213" y="31"/>
                      <a:pt x="213" y="43"/>
                    </a:cubicBezTo>
                    <a:cubicBezTo>
                      <a:pt x="106" y="43"/>
                      <a:pt x="106" y="43"/>
                      <a:pt x="106" y="43"/>
                    </a:cubicBezTo>
                    <a:cubicBezTo>
                      <a:pt x="106" y="31"/>
                      <a:pt x="116" y="22"/>
                      <a:pt x="128" y="22"/>
                    </a:cubicBezTo>
                    <a:close/>
                    <a:moveTo>
                      <a:pt x="277" y="214"/>
                    </a:moveTo>
                    <a:cubicBezTo>
                      <a:pt x="42" y="214"/>
                      <a:pt x="42" y="214"/>
                      <a:pt x="42" y="214"/>
                    </a:cubicBezTo>
                    <a:cubicBezTo>
                      <a:pt x="42" y="128"/>
                      <a:pt x="42" y="128"/>
                      <a:pt x="42" y="128"/>
                    </a:cubicBezTo>
                    <a:cubicBezTo>
                      <a:pt x="128" y="128"/>
                      <a:pt x="128" y="128"/>
                      <a:pt x="128" y="128"/>
                    </a:cubicBezTo>
                    <a:cubicBezTo>
                      <a:pt x="128" y="139"/>
                      <a:pt x="128" y="139"/>
                      <a:pt x="128" y="139"/>
                    </a:cubicBezTo>
                    <a:cubicBezTo>
                      <a:pt x="128" y="145"/>
                      <a:pt x="132" y="150"/>
                      <a:pt x="138" y="150"/>
                    </a:cubicBezTo>
                    <a:cubicBezTo>
                      <a:pt x="181" y="150"/>
                      <a:pt x="181" y="150"/>
                      <a:pt x="181" y="150"/>
                    </a:cubicBezTo>
                    <a:cubicBezTo>
                      <a:pt x="187" y="150"/>
                      <a:pt x="192" y="145"/>
                      <a:pt x="192" y="139"/>
                    </a:cubicBezTo>
                    <a:cubicBezTo>
                      <a:pt x="192" y="128"/>
                      <a:pt x="192" y="128"/>
                      <a:pt x="192" y="128"/>
                    </a:cubicBezTo>
                    <a:cubicBezTo>
                      <a:pt x="277" y="128"/>
                      <a:pt x="277" y="128"/>
                      <a:pt x="277" y="128"/>
                    </a:cubicBezTo>
                    <a:lnTo>
                      <a:pt x="277" y="214"/>
                    </a:lnTo>
                    <a:close/>
                    <a:moveTo>
                      <a:pt x="170" y="128"/>
                    </a:moveTo>
                    <a:cubicBezTo>
                      <a:pt x="149" y="128"/>
                      <a:pt x="149" y="128"/>
                      <a:pt x="149" y="128"/>
                    </a:cubicBezTo>
                    <a:cubicBezTo>
                      <a:pt x="149" y="107"/>
                      <a:pt x="149" y="107"/>
                      <a:pt x="149" y="107"/>
                    </a:cubicBezTo>
                    <a:cubicBezTo>
                      <a:pt x="170" y="107"/>
                      <a:pt x="170" y="107"/>
                      <a:pt x="170" y="107"/>
                    </a:cubicBezTo>
                    <a:lnTo>
                      <a:pt x="170" y="128"/>
                    </a:lnTo>
                    <a:close/>
                    <a:moveTo>
                      <a:pt x="298" y="107"/>
                    </a:moveTo>
                    <a:cubicBezTo>
                      <a:pt x="192" y="107"/>
                      <a:pt x="192" y="107"/>
                      <a:pt x="192" y="107"/>
                    </a:cubicBezTo>
                    <a:cubicBezTo>
                      <a:pt x="192" y="96"/>
                      <a:pt x="192" y="96"/>
                      <a:pt x="192" y="96"/>
                    </a:cubicBezTo>
                    <a:cubicBezTo>
                      <a:pt x="192" y="90"/>
                      <a:pt x="187" y="86"/>
                      <a:pt x="181" y="86"/>
                    </a:cubicBezTo>
                    <a:cubicBezTo>
                      <a:pt x="138" y="86"/>
                      <a:pt x="138" y="86"/>
                      <a:pt x="138" y="86"/>
                    </a:cubicBezTo>
                    <a:cubicBezTo>
                      <a:pt x="132" y="86"/>
                      <a:pt x="128" y="90"/>
                      <a:pt x="128" y="96"/>
                    </a:cubicBezTo>
                    <a:cubicBezTo>
                      <a:pt x="128" y="107"/>
                      <a:pt x="128" y="107"/>
                      <a:pt x="128" y="107"/>
                    </a:cubicBezTo>
                    <a:cubicBezTo>
                      <a:pt x="21" y="107"/>
                      <a:pt x="21" y="107"/>
                      <a:pt x="21" y="107"/>
                    </a:cubicBezTo>
                    <a:cubicBezTo>
                      <a:pt x="21" y="64"/>
                      <a:pt x="21" y="64"/>
                      <a:pt x="21" y="64"/>
                    </a:cubicBezTo>
                    <a:cubicBezTo>
                      <a:pt x="298" y="64"/>
                      <a:pt x="298" y="64"/>
                      <a:pt x="298" y="64"/>
                    </a:cubicBezTo>
                    <a:lnTo>
                      <a:pt x="298" y="107"/>
                    </a:ln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style>
              <a:lnRef idx="2">
                <a:schemeClr val="accent5"/>
              </a:lnRef>
              <a:fillRef idx="1">
                <a:schemeClr val="lt1"/>
              </a:fillRef>
              <a:effectRef idx="0">
                <a:schemeClr val="accent5"/>
              </a:effectRef>
              <a:fontRef idx="minor">
                <a:schemeClr val="dk1"/>
              </a:fontRef>
            </p:style>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mj-lt"/>
                  <a:ea typeface="+mn-ea"/>
                  <a:cs typeface="+mn-cs"/>
                </a:endParaRPr>
              </a:p>
            </p:txBody>
          </p:sp>
        </p:grpSp>
        <p:grpSp>
          <p:nvGrpSpPr>
            <p:cNvPr id="81" name="Group 80">
              <a:extLst>
                <a:ext uri="{FF2B5EF4-FFF2-40B4-BE49-F238E27FC236}">
                  <a16:creationId xmlns:a16="http://schemas.microsoft.com/office/drawing/2014/main" id="{52B68A7B-4C22-4764-AE23-EF75CFD1EF5F}"/>
                </a:ext>
              </a:extLst>
            </p:cNvPr>
            <p:cNvGrpSpPr/>
            <p:nvPr/>
          </p:nvGrpSpPr>
          <p:grpSpPr>
            <a:xfrm>
              <a:off x="432000" y="1384315"/>
              <a:ext cx="2503573" cy="522371"/>
              <a:chOff x="413228" y="1371600"/>
              <a:chExt cx="1947702" cy="476173"/>
            </a:xfrm>
          </p:grpSpPr>
          <p:sp>
            <p:nvSpPr>
              <p:cNvPr id="85" name="Right Triangle 49">
                <a:extLst>
                  <a:ext uri="{FF2B5EF4-FFF2-40B4-BE49-F238E27FC236}">
                    <a16:creationId xmlns:a16="http://schemas.microsoft.com/office/drawing/2014/main" id="{E7B535AF-CF50-4569-9516-284DA00C2A6B}"/>
                  </a:ext>
                </a:extLst>
              </p:cNvPr>
              <p:cNvSpPr/>
              <p:nvPr/>
            </p:nvSpPr>
            <p:spPr bwMode="gray">
              <a:xfrm flipH="1" flipV="1">
                <a:off x="492373"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2C5234"/>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a:ln>
                    <a:noFill/>
                  </a:ln>
                  <a:solidFill>
                    <a:prstClr val="white"/>
                  </a:solidFill>
                  <a:effectLst/>
                  <a:uLnTx/>
                  <a:uFillTx/>
                  <a:latin typeface="+mj-lt"/>
                  <a:ea typeface="+mn-ea"/>
                  <a:cs typeface="+mn-cs"/>
                </a:endParaRPr>
              </a:p>
            </p:txBody>
          </p:sp>
          <p:sp>
            <p:nvSpPr>
              <p:cNvPr id="86" name="Right Triangle 49">
                <a:extLst>
                  <a:ext uri="{FF2B5EF4-FFF2-40B4-BE49-F238E27FC236}">
                    <a16:creationId xmlns:a16="http://schemas.microsoft.com/office/drawing/2014/main" id="{5674BA2F-1A4B-4BAE-A239-27BE17F84938}"/>
                  </a:ext>
                </a:extLst>
              </p:cNvPr>
              <p:cNvSpPr/>
              <p:nvPr/>
            </p:nvSpPr>
            <p:spPr bwMode="gray">
              <a:xfrm flipV="1">
                <a:off x="1976664"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2C5234"/>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a:ln>
                    <a:noFill/>
                  </a:ln>
                  <a:solidFill>
                    <a:prstClr val="white"/>
                  </a:solidFill>
                  <a:effectLst/>
                  <a:uLnTx/>
                  <a:uFillTx/>
                  <a:latin typeface="+mj-lt"/>
                  <a:ea typeface="+mn-ea"/>
                  <a:cs typeface="+mn-cs"/>
                </a:endParaRPr>
              </a:p>
            </p:txBody>
          </p:sp>
          <p:sp>
            <p:nvSpPr>
              <p:cNvPr id="87" name="Round Same Side Corner Rectangle 43">
                <a:extLst>
                  <a:ext uri="{FF2B5EF4-FFF2-40B4-BE49-F238E27FC236}">
                    <a16:creationId xmlns:a16="http://schemas.microsoft.com/office/drawing/2014/main" id="{57F35B4E-6DF1-43A4-87E1-7B3DD5E0DCDB}"/>
                  </a:ext>
                </a:extLst>
              </p:cNvPr>
              <p:cNvSpPr/>
              <p:nvPr/>
            </p:nvSpPr>
            <p:spPr bwMode="gray">
              <a:xfrm>
                <a:off x="413228" y="1371600"/>
                <a:ext cx="1947702" cy="389334"/>
              </a:xfrm>
              <a:custGeom>
                <a:avLst/>
                <a:gdLst>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2006203 w 2105025"/>
                  <a:gd name="connsiteY5" fmla="*/ 389334 h 390526"/>
                  <a:gd name="connsiteX6" fmla="*/ 84534 w 2105025"/>
                  <a:gd name="connsiteY6" fmla="*/ 389334 h 390526"/>
                  <a:gd name="connsiteX7" fmla="*/ 0 w 2105025"/>
                  <a:gd name="connsiteY7" fmla="*/ 390526 h 390526"/>
                  <a:gd name="connsiteX8" fmla="*/ 0 w 2105025"/>
                  <a:gd name="connsiteY8" fmla="*/ 390526 h 390526"/>
                  <a:gd name="connsiteX9" fmla="*/ 0 w 2105025"/>
                  <a:gd name="connsiteY9" fmla="*/ 61035 h 390526"/>
                  <a:gd name="connsiteX10" fmla="*/ 61035 w 2105025"/>
                  <a:gd name="connsiteY10"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006203 w 2105025"/>
                  <a:gd name="connsiteY4" fmla="*/ 389334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61035 h 390526"/>
                  <a:gd name="connsiteX7" fmla="*/ 61035 w 2105025"/>
                  <a:gd name="connsiteY7" fmla="*/ 0 h 390526"/>
                  <a:gd name="connsiteX0" fmla="*/ 61035 w 2105025"/>
                  <a:gd name="connsiteY0" fmla="*/ 0 h 389334"/>
                  <a:gd name="connsiteX1" fmla="*/ 2043990 w 2105025"/>
                  <a:gd name="connsiteY1" fmla="*/ 0 h 389334"/>
                  <a:gd name="connsiteX2" fmla="*/ 2105025 w 2105025"/>
                  <a:gd name="connsiteY2" fmla="*/ 61035 h 389334"/>
                  <a:gd name="connsiteX3" fmla="*/ 2006203 w 2105025"/>
                  <a:gd name="connsiteY3" fmla="*/ 389334 h 389334"/>
                  <a:gd name="connsiteX4" fmla="*/ 84534 w 2105025"/>
                  <a:gd name="connsiteY4" fmla="*/ 389334 h 389334"/>
                  <a:gd name="connsiteX5" fmla="*/ 0 w 2105025"/>
                  <a:gd name="connsiteY5" fmla="*/ 61035 h 389334"/>
                  <a:gd name="connsiteX6" fmla="*/ 61035 w 2105025"/>
                  <a:gd name="connsiteY6" fmla="*/ 0 h 38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389334">
                    <a:moveTo>
                      <a:pt x="61035" y="0"/>
                    </a:moveTo>
                    <a:lnTo>
                      <a:pt x="2043990" y="0"/>
                    </a:lnTo>
                    <a:cubicBezTo>
                      <a:pt x="2077699" y="0"/>
                      <a:pt x="2105025" y="27326"/>
                      <a:pt x="2105025" y="61035"/>
                    </a:cubicBezTo>
                    <a:lnTo>
                      <a:pt x="2006203" y="389334"/>
                    </a:lnTo>
                    <a:lnTo>
                      <a:pt x="84534" y="389334"/>
                    </a:lnTo>
                    <a:lnTo>
                      <a:pt x="0" y="61035"/>
                    </a:lnTo>
                    <a:cubicBezTo>
                      <a:pt x="0" y="27326"/>
                      <a:pt x="27326" y="0"/>
                      <a:pt x="61035" y="0"/>
                    </a:cubicBezTo>
                    <a:close/>
                  </a:path>
                </a:pathLst>
              </a:custGeom>
              <a:solidFill>
                <a:srgbClr val="2C5234"/>
              </a:solidFill>
              <a:ln w="19050" algn="ctr">
                <a:noFill/>
                <a:miter lim="800000"/>
                <a:headEnd/>
                <a:tailEnd/>
              </a:ln>
            </p:spPr>
            <p:txBody>
              <a:bodyPr wrap="square" lIns="66675" tIns="66675" rIns="66675" bIns="81000" rtlCol="0" anchor="ctr"/>
              <a:lstStyle/>
              <a:p>
                <a:pPr lvl="0" algn="ctr"/>
                <a:r>
                  <a:rPr lang="en-US" sz="1200" b="1">
                    <a:solidFill>
                      <a:prstClr val="white"/>
                    </a:solidFill>
                    <a:latin typeface="+mj-lt"/>
                    <a:cs typeface="Calibri" panose="020F0502020204030204" pitchFamily="34" charset="0"/>
                  </a:rPr>
                  <a:t>Task-2</a:t>
                </a:r>
              </a:p>
            </p:txBody>
          </p:sp>
        </p:grpSp>
        <p:grpSp>
          <p:nvGrpSpPr>
            <p:cNvPr id="82" name="Group 81">
              <a:extLst>
                <a:ext uri="{FF2B5EF4-FFF2-40B4-BE49-F238E27FC236}">
                  <a16:creationId xmlns:a16="http://schemas.microsoft.com/office/drawing/2014/main" id="{39098A2C-B391-4219-8096-89DD63D9007A}"/>
                </a:ext>
              </a:extLst>
            </p:cNvPr>
            <p:cNvGrpSpPr/>
            <p:nvPr/>
          </p:nvGrpSpPr>
          <p:grpSpPr>
            <a:xfrm>
              <a:off x="432000" y="3479526"/>
              <a:ext cx="2503574" cy="2924448"/>
              <a:chOff x="582909" y="4047068"/>
              <a:chExt cx="2642778" cy="3211966"/>
            </a:xfrm>
          </p:grpSpPr>
          <p:sp>
            <p:nvSpPr>
              <p:cNvPr id="83" name="Rectangle 82">
                <a:extLst>
                  <a:ext uri="{FF2B5EF4-FFF2-40B4-BE49-F238E27FC236}">
                    <a16:creationId xmlns:a16="http://schemas.microsoft.com/office/drawing/2014/main" id="{31F75B9F-C617-48CE-B56F-3B32C47CDD2C}"/>
                  </a:ext>
                </a:extLst>
              </p:cNvPr>
              <p:cNvSpPr/>
              <p:nvPr/>
            </p:nvSpPr>
            <p:spPr bwMode="gray">
              <a:xfrm>
                <a:off x="582909" y="4047068"/>
                <a:ext cx="2642778" cy="3124270"/>
              </a:xfrm>
              <a:prstGeom prst="rect">
                <a:avLst/>
              </a:prstGeom>
              <a:solidFill>
                <a:schemeClr val="bg1">
                  <a:lumMod val="95000"/>
                </a:schemeClr>
              </a:solidFill>
              <a:ln w="19050" algn="ctr">
                <a:noFill/>
                <a:miter lim="800000"/>
                <a:headEnd/>
                <a:tailEnd/>
              </a:ln>
            </p:spPr>
            <p:txBody>
              <a:bodyPr wrap="square" lIns="40500" tIns="40500" rIns="27000" bIns="27000" rtlCol="0" anchor="t"/>
              <a:lstStyle/>
              <a:p>
                <a:pPr marL="25400" lvl="0" algn="ctr">
                  <a:spcBef>
                    <a:spcPts val="450"/>
                  </a:spcBef>
                  <a:defRPr/>
                </a:pPr>
                <a:r>
                  <a:rPr lang="en-US" sz="1100" b="1">
                    <a:latin typeface="+mj-lt"/>
                  </a:rPr>
                  <a:t>Project Management of the implementation of smart metering infrastructure</a:t>
                </a:r>
                <a:endParaRPr lang="en-US"/>
              </a:p>
              <a:p>
                <a:pPr marL="128270" lvl="0" indent="-102870" algn="just">
                  <a:spcBef>
                    <a:spcPts val="450"/>
                  </a:spcBef>
                  <a:spcAft>
                    <a:spcPts val="600"/>
                  </a:spcAft>
                  <a:buFont typeface="Arial" panose="020B0604020202020204" pitchFamily="34" charset="0"/>
                  <a:buChar char="•"/>
                  <a:defRPr/>
                </a:pPr>
                <a:r>
                  <a:rPr lang="en-US" sz="1100">
                    <a:latin typeface="+mj-lt"/>
                  </a:rPr>
                  <a:t>Assist WBSEDCL in pre-implementation activities</a:t>
                </a:r>
                <a:endParaRPr lang="en-US" sz="1100">
                  <a:latin typeface="+mj-lt"/>
                  <a:ea typeface="Verdana"/>
                </a:endParaRPr>
              </a:p>
              <a:p>
                <a:pPr marL="128270" indent="-102870" algn="just">
                  <a:spcBef>
                    <a:spcPts val="450"/>
                  </a:spcBef>
                  <a:spcAft>
                    <a:spcPts val="600"/>
                  </a:spcAft>
                  <a:buFont typeface="Arial" panose="020B0604020202020204" pitchFamily="34" charset="0"/>
                  <a:buChar char="•"/>
                  <a:defRPr/>
                </a:pPr>
                <a:r>
                  <a:rPr lang="en-US" sz="1100">
                    <a:latin typeface="+mj-lt"/>
                    <a:ea typeface="Verdana"/>
                  </a:rPr>
                  <a:t>Supervision of onboarding of AMISP and setting up of PMO</a:t>
                </a:r>
              </a:p>
              <a:p>
                <a:pPr marL="128270" indent="-102870" algn="just">
                  <a:spcBef>
                    <a:spcPts val="450"/>
                  </a:spcBef>
                  <a:spcAft>
                    <a:spcPts val="600"/>
                  </a:spcAft>
                  <a:buFont typeface="Arial" panose="020B0604020202020204" pitchFamily="34" charset="0"/>
                  <a:buChar char="•"/>
                  <a:defRPr/>
                </a:pPr>
                <a:r>
                  <a:rPr lang="en-US" sz="1100">
                    <a:latin typeface="+mj-lt"/>
                  </a:rPr>
                  <a:t>Supervision of implementation and integration activities</a:t>
                </a:r>
                <a:endParaRPr lang="en-US" sz="1100">
                  <a:latin typeface="+mj-lt"/>
                  <a:ea typeface="Verdana"/>
                </a:endParaRPr>
              </a:p>
              <a:p>
                <a:pPr marL="128270" indent="-102870" algn="just">
                  <a:spcBef>
                    <a:spcPts val="450"/>
                  </a:spcBef>
                  <a:spcAft>
                    <a:spcPts val="600"/>
                  </a:spcAft>
                  <a:buFont typeface="Arial" panose="020B0604020202020204" pitchFamily="34" charset="0"/>
                  <a:buChar char="•"/>
                  <a:defRPr/>
                </a:pPr>
                <a:r>
                  <a:rPr lang="en-US" sz="1100">
                    <a:latin typeface="+mj-lt"/>
                  </a:rPr>
                  <a:t>Support in preparation of MIS reports and detailed project documentation</a:t>
                </a:r>
                <a:endParaRPr lang="en-US" sz="1100">
                  <a:latin typeface="+mj-lt"/>
                  <a:ea typeface="Verdana"/>
                </a:endParaRPr>
              </a:p>
              <a:p>
                <a:pPr marL="128270" indent="-102870" algn="just">
                  <a:spcBef>
                    <a:spcPts val="450"/>
                  </a:spcBef>
                  <a:spcAft>
                    <a:spcPts val="600"/>
                  </a:spcAft>
                  <a:buFont typeface="Arial" panose="020B0604020202020204" pitchFamily="34" charset="0"/>
                  <a:buChar char="•"/>
                  <a:defRPr/>
                </a:pPr>
                <a:r>
                  <a:rPr lang="en-US" sz="1100">
                    <a:latin typeface="+mj-lt"/>
                  </a:rPr>
                  <a:t>Handholding support</a:t>
                </a:r>
                <a:r>
                  <a:rPr lang="en-US" sz="1100">
                    <a:latin typeface="+mj-lt"/>
                    <a:ea typeface="Verdana"/>
                  </a:rPr>
                  <a:t> to WBSEDCL officials</a:t>
                </a:r>
              </a:p>
            </p:txBody>
          </p:sp>
          <p:sp>
            <p:nvSpPr>
              <p:cNvPr id="84" name="Rectangle 83">
                <a:extLst>
                  <a:ext uri="{FF2B5EF4-FFF2-40B4-BE49-F238E27FC236}">
                    <a16:creationId xmlns:a16="http://schemas.microsoft.com/office/drawing/2014/main" id="{CC13C65B-350B-431B-A5E1-E19575DA75F2}"/>
                  </a:ext>
                </a:extLst>
              </p:cNvPr>
              <p:cNvSpPr/>
              <p:nvPr/>
            </p:nvSpPr>
            <p:spPr bwMode="gray">
              <a:xfrm>
                <a:off x="756474" y="7171338"/>
                <a:ext cx="2295650" cy="87696"/>
              </a:xfrm>
              <a:prstGeom prst="rect">
                <a:avLst/>
              </a:prstGeom>
              <a:solidFill>
                <a:srgbClr val="2C5234"/>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a:ln>
                    <a:noFill/>
                  </a:ln>
                  <a:solidFill>
                    <a:prstClr val="white"/>
                  </a:solidFill>
                  <a:effectLst/>
                  <a:uLnTx/>
                  <a:uFillTx/>
                  <a:latin typeface="+mj-lt"/>
                  <a:ea typeface="+mn-ea"/>
                  <a:cs typeface="+mn-cs"/>
                </a:endParaRPr>
              </a:p>
            </p:txBody>
          </p:sp>
        </p:grpSp>
      </p:grpSp>
      <p:sp>
        <p:nvSpPr>
          <p:cNvPr id="95" name="Isosceles Triangle 94">
            <a:extLst>
              <a:ext uri="{FF2B5EF4-FFF2-40B4-BE49-F238E27FC236}">
                <a16:creationId xmlns:a16="http://schemas.microsoft.com/office/drawing/2014/main" id="{DDD78C62-65CD-4E5C-A9E2-AC3C78A2919F}"/>
              </a:ext>
            </a:extLst>
          </p:cNvPr>
          <p:cNvSpPr/>
          <p:nvPr/>
        </p:nvSpPr>
        <p:spPr bwMode="gray">
          <a:xfrm rot="5400000">
            <a:off x="775796" y="3569932"/>
            <a:ext cx="4704719" cy="331056"/>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nvGrpSpPr>
          <p:cNvPr id="96" name="Group 95">
            <a:extLst>
              <a:ext uri="{FF2B5EF4-FFF2-40B4-BE49-F238E27FC236}">
                <a16:creationId xmlns:a16="http://schemas.microsoft.com/office/drawing/2014/main" id="{33DAF63C-9D71-40AE-9181-CDE90944C371}"/>
              </a:ext>
            </a:extLst>
          </p:cNvPr>
          <p:cNvGrpSpPr/>
          <p:nvPr/>
        </p:nvGrpSpPr>
        <p:grpSpPr>
          <a:xfrm>
            <a:off x="3378365" y="898529"/>
            <a:ext cx="8424602" cy="560063"/>
            <a:chOff x="365203" y="617790"/>
            <a:chExt cx="9928300" cy="832257"/>
          </a:xfrm>
        </p:grpSpPr>
        <p:sp>
          <p:nvSpPr>
            <p:cNvPr id="97" name="Rounded Rectangle 178">
              <a:extLst>
                <a:ext uri="{FF2B5EF4-FFF2-40B4-BE49-F238E27FC236}">
                  <a16:creationId xmlns:a16="http://schemas.microsoft.com/office/drawing/2014/main" id="{670A9076-FA87-449B-8BC4-DF4299152B05}"/>
                </a:ext>
              </a:extLst>
            </p:cNvPr>
            <p:cNvSpPr/>
            <p:nvPr/>
          </p:nvSpPr>
          <p:spPr bwMode="gray">
            <a:xfrm>
              <a:off x="365203" y="617790"/>
              <a:ext cx="9928300" cy="832257"/>
            </a:xfrm>
            <a:prstGeom prst="roundRect">
              <a:avLst/>
            </a:prstGeom>
            <a:solidFill>
              <a:schemeClr val="tx1">
                <a:lumMod val="75000"/>
                <a:lumOff val="25000"/>
              </a:schemeClr>
            </a:solidFill>
            <a:ln>
              <a:headEnd/>
              <a:tailEnd/>
            </a:ln>
          </p:spPr>
          <p:style>
            <a:lnRef idx="3">
              <a:schemeClr val="lt1"/>
            </a:lnRef>
            <a:fillRef idx="1">
              <a:schemeClr val="dk1"/>
            </a:fillRef>
            <a:effectRef idx="1">
              <a:schemeClr val="dk1"/>
            </a:effectRef>
            <a:fontRef idx="minor">
              <a:schemeClr val="lt1"/>
            </a:fontRef>
          </p:style>
          <p:txBody>
            <a:bodyPr wrap="square" lIns="60614" tIns="60614" rIns="60614" bIns="60614" rtlCol="0" anchor="ctr"/>
            <a:lstStyle/>
            <a:p>
              <a:pPr algn="ctr" defTabSz="837848">
                <a:lnSpc>
                  <a:spcPct val="106000"/>
                </a:lnSpc>
              </a:pPr>
              <a:endParaRPr lang="en-IN" sz="900" b="1">
                <a:solidFill>
                  <a:prstClr val="white"/>
                </a:solidFill>
                <a:latin typeface="Verdana"/>
              </a:endParaRPr>
            </a:p>
          </p:txBody>
        </p:sp>
        <p:sp>
          <p:nvSpPr>
            <p:cNvPr id="98" name="Rectangle 97">
              <a:extLst>
                <a:ext uri="{FF2B5EF4-FFF2-40B4-BE49-F238E27FC236}">
                  <a16:creationId xmlns:a16="http://schemas.microsoft.com/office/drawing/2014/main" id="{F0165707-B8A7-4A2C-A722-79A8686ECA20}"/>
                </a:ext>
              </a:extLst>
            </p:cNvPr>
            <p:cNvSpPr/>
            <p:nvPr/>
          </p:nvSpPr>
          <p:spPr>
            <a:xfrm>
              <a:off x="1105741" y="723883"/>
              <a:ext cx="9187762" cy="604951"/>
            </a:xfrm>
            <a:prstGeom prst="rect">
              <a:avLst/>
            </a:prstGeom>
          </p:spPr>
          <p:txBody>
            <a:bodyPr wrap="square" lIns="91440" tIns="45720" rIns="91440" bIns="45720" anchor="t">
              <a:spAutoFit/>
            </a:bodyPr>
            <a:lstStyle/>
            <a:p>
              <a:pPr algn="ctr" defTabSz="837848">
                <a:lnSpc>
                  <a:spcPct val="107000"/>
                </a:lnSpc>
                <a:spcAft>
                  <a:spcPts val="545"/>
                </a:spcAft>
              </a:pPr>
              <a:r>
                <a:rPr lang="en-US" sz="1000">
                  <a:solidFill>
                    <a:srgbClr val="FFFFFF"/>
                  </a:solidFill>
                  <a:latin typeface="Verdana"/>
                  <a:ea typeface="Calibri"/>
                  <a:cs typeface="Times New Roman"/>
                </a:rPr>
                <a:t>Deloitte’s Project Management Office (PMO) shall help to maintain control while executing large capital project such as smart metering under RDSS through a holistic framework enabled by technology, process &amp; people alignment</a:t>
              </a:r>
              <a:endParaRPr lang="en-IN" sz="1000">
                <a:solidFill>
                  <a:srgbClr val="FFFFFF"/>
                </a:solidFill>
                <a:latin typeface="Verdana"/>
                <a:ea typeface="Calibri"/>
                <a:cs typeface="Times New Roman"/>
              </a:endParaRPr>
            </a:p>
          </p:txBody>
        </p:sp>
        <p:grpSp>
          <p:nvGrpSpPr>
            <p:cNvPr id="99" name="Group 98">
              <a:extLst>
                <a:ext uri="{FF2B5EF4-FFF2-40B4-BE49-F238E27FC236}">
                  <a16:creationId xmlns:a16="http://schemas.microsoft.com/office/drawing/2014/main" id="{38EE5B4B-2203-45BB-9DD2-6C68F073CF02}"/>
                </a:ext>
              </a:extLst>
            </p:cNvPr>
            <p:cNvGrpSpPr/>
            <p:nvPr/>
          </p:nvGrpSpPr>
          <p:grpSpPr>
            <a:xfrm>
              <a:off x="529943" y="815638"/>
              <a:ext cx="511474" cy="388891"/>
              <a:chOff x="4914861" y="4095581"/>
              <a:chExt cx="726891" cy="510110"/>
            </a:xfrm>
            <a:solidFill>
              <a:schemeClr val="bg1"/>
            </a:solidFill>
          </p:grpSpPr>
          <p:sp>
            <p:nvSpPr>
              <p:cNvPr id="100" name="Rectangle 268">
                <a:extLst>
                  <a:ext uri="{FF2B5EF4-FFF2-40B4-BE49-F238E27FC236}">
                    <a16:creationId xmlns:a16="http://schemas.microsoft.com/office/drawing/2014/main" id="{97B50C8A-12D9-4774-9464-11810968A4CB}"/>
                  </a:ext>
                </a:extLst>
              </p:cNvPr>
              <p:cNvSpPr>
                <a:spLocks noChangeArrowheads="1"/>
              </p:cNvSpPr>
              <p:nvPr/>
            </p:nvSpPr>
            <p:spPr bwMode="auto">
              <a:xfrm>
                <a:off x="5430760" y="4315579"/>
                <a:ext cx="79122" cy="1138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101" name="Rectangle 269">
                <a:extLst>
                  <a:ext uri="{FF2B5EF4-FFF2-40B4-BE49-F238E27FC236}">
                    <a16:creationId xmlns:a16="http://schemas.microsoft.com/office/drawing/2014/main" id="{37CBE22B-859A-453F-8C5D-0345D76E3D30}"/>
                  </a:ext>
                </a:extLst>
              </p:cNvPr>
              <p:cNvSpPr>
                <a:spLocks noChangeArrowheads="1"/>
              </p:cNvSpPr>
              <p:nvPr/>
            </p:nvSpPr>
            <p:spPr bwMode="auto">
              <a:xfrm>
                <a:off x="5527893" y="4315579"/>
                <a:ext cx="79122" cy="1138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102" name="Freeform 270">
                <a:extLst>
                  <a:ext uri="{FF2B5EF4-FFF2-40B4-BE49-F238E27FC236}">
                    <a16:creationId xmlns:a16="http://schemas.microsoft.com/office/drawing/2014/main" id="{884B8DC3-4E65-4E87-8E0A-67A9723E81C4}"/>
                  </a:ext>
                </a:extLst>
              </p:cNvPr>
              <p:cNvSpPr>
                <a:spLocks/>
              </p:cNvSpPr>
              <p:nvPr/>
            </p:nvSpPr>
            <p:spPr bwMode="auto">
              <a:xfrm>
                <a:off x="5430760" y="4453238"/>
                <a:ext cx="176255" cy="14795"/>
              </a:xfrm>
              <a:custGeom>
                <a:avLst/>
                <a:gdLst>
                  <a:gd name="T0" fmla="*/ 57 w 60"/>
                  <a:gd name="T1" fmla="*/ 5 h 5"/>
                  <a:gd name="T2" fmla="*/ 3 w 60"/>
                  <a:gd name="T3" fmla="*/ 5 h 5"/>
                  <a:gd name="T4" fmla="*/ 0 w 60"/>
                  <a:gd name="T5" fmla="*/ 2 h 5"/>
                  <a:gd name="T6" fmla="*/ 3 w 60"/>
                  <a:gd name="T7" fmla="*/ 0 h 5"/>
                  <a:gd name="T8" fmla="*/ 57 w 60"/>
                  <a:gd name="T9" fmla="*/ 0 h 5"/>
                  <a:gd name="T10" fmla="*/ 60 w 60"/>
                  <a:gd name="T11" fmla="*/ 2 h 5"/>
                  <a:gd name="T12" fmla="*/ 57 w 60"/>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60" h="5">
                    <a:moveTo>
                      <a:pt x="57" y="5"/>
                    </a:moveTo>
                    <a:cubicBezTo>
                      <a:pt x="3" y="5"/>
                      <a:pt x="3" y="5"/>
                      <a:pt x="3" y="5"/>
                    </a:cubicBezTo>
                    <a:cubicBezTo>
                      <a:pt x="1" y="5"/>
                      <a:pt x="0" y="4"/>
                      <a:pt x="0" y="2"/>
                    </a:cubicBezTo>
                    <a:cubicBezTo>
                      <a:pt x="0" y="1"/>
                      <a:pt x="1" y="0"/>
                      <a:pt x="3" y="0"/>
                    </a:cubicBezTo>
                    <a:cubicBezTo>
                      <a:pt x="57" y="0"/>
                      <a:pt x="57" y="0"/>
                      <a:pt x="57" y="0"/>
                    </a:cubicBezTo>
                    <a:cubicBezTo>
                      <a:pt x="59" y="0"/>
                      <a:pt x="60" y="1"/>
                      <a:pt x="60" y="2"/>
                    </a:cubicBezTo>
                    <a:cubicBezTo>
                      <a:pt x="60" y="4"/>
                      <a:pt x="59" y="5"/>
                      <a:pt x="5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103" name="Freeform 271">
                <a:extLst>
                  <a:ext uri="{FF2B5EF4-FFF2-40B4-BE49-F238E27FC236}">
                    <a16:creationId xmlns:a16="http://schemas.microsoft.com/office/drawing/2014/main" id="{EB9F3775-66DA-4573-B54B-646092AEEC15}"/>
                  </a:ext>
                </a:extLst>
              </p:cNvPr>
              <p:cNvSpPr>
                <a:spLocks/>
              </p:cNvSpPr>
              <p:nvPr/>
            </p:nvSpPr>
            <p:spPr bwMode="auto">
              <a:xfrm>
                <a:off x="4947024" y="4508558"/>
                <a:ext cx="84911" cy="14795"/>
              </a:xfrm>
              <a:custGeom>
                <a:avLst/>
                <a:gdLst>
                  <a:gd name="T0" fmla="*/ 27 w 29"/>
                  <a:gd name="T1" fmla="*/ 5 h 5"/>
                  <a:gd name="T2" fmla="*/ 2 w 29"/>
                  <a:gd name="T3" fmla="*/ 5 h 5"/>
                  <a:gd name="T4" fmla="*/ 0 w 29"/>
                  <a:gd name="T5" fmla="*/ 3 h 5"/>
                  <a:gd name="T6" fmla="*/ 2 w 29"/>
                  <a:gd name="T7" fmla="*/ 0 h 5"/>
                  <a:gd name="T8" fmla="*/ 27 w 29"/>
                  <a:gd name="T9" fmla="*/ 0 h 5"/>
                  <a:gd name="T10" fmla="*/ 29 w 29"/>
                  <a:gd name="T11" fmla="*/ 3 h 5"/>
                  <a:gd name="T12" fmla="*/ 27 w 29"/>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29" h="5">
                    <a:moveTo>
                      <a:pt x="27" y="5"/>
                    </a:moveTo>
                    <a:cubicBezTo>
                      <a:pt x="2" y="5"/>
                      <a:pt x="2" y="5"/>
                      <a:pt x="2" y="5"/>
                    </a:cubicBezTo>
                    <a:cubicBezTo>
                      <a:pt x="1" y="5"/>
                      <a:pt x="0" y="4"/>
                      <a:pt x="0" y="3"/>
                    </a:cubicBezTo>
                    <a:cubicBezTo>
                      <a:pt x="0" y="1"/>
                      <a:pt x="1" y="0"/>
                      <a:pt x="2" y="0"/>
                    </a:cubicBezTo>
                    <a:cubicBezTo>
                      <a:pt x="27" y="0"/>
                      <a:pt x="27" y="0"/>
                      <a:pt x="27" y="0"/>
                    </a:cubicBezTo>
                    <a:cubicBezTo>
                      <a:pt x="28" y="0"/>
                      <a:pt x="29" y="1"/>
                      <a:pt x="29" y="3"/>
                    </a:cubicBezTo>
                    <a:cubicBezTo>
                      <a:pt x="29" y="4"/>
                      <a:pt x="28" y="5"/>
                      <a:pt x="2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104" name="Freeform 272">
                <a:extLst>
                  <a:ext uri="{FF2B5EF4-FFF2-40B4-BE49-F238E27FC236}">
                    <a16:creationId xmlns:a16="http://schemas.microsoft.com/office/drawing/2014/main" id="{5980D72A-2923-4714-8E3F-03CD05C435B8}"/>
                  </a:ext>
                </a:extLst>
              </p:cNvPr>
              <p:cNvSpPr>
                <a:spLocks/>
              </p:cNvSpPr>
              <p:nvPr/>
            </p:nvSpPr>
            <p:spPr bwMode="auto">
              <a:xfrm>
                <a:off x="5430760" y="4487974"/>
                <a:ext cx="176255" cy="14795"/>
              </a:xfrm>
              <a:custGeom>
                <a:avLst/>
                <a:gdLst>
                  <a:gd name="T0" fmla="*/ 57 w 60"/>
                  <a:gd name="T1" fmla="*/ 5 h 5"/>
                  <a:gd name="T2" fmla="*/ 3 w 60"/>
                  <a:gd name="T3" fmla="*/ 5 h 5"/>
                  <a:gd name="T4" fmla="*/ 0 w 60"/>
                  <a:gd name="T5" fmla="*/ 2 h 5"/>
                  <a:gd name="T6" fmla="*/ 3 w 60"/>
                  <a:gd name="T7" fmla="*/ 0 h 5"/>
                  <a:gd name="T8" fmla="*/ 57 w 60"/>
                  <a:gd name="T9" fmla="*/ 0 h 5"/>
                  <a:gd name="T10" fmla="*/ 60 w 60"/>
                  <a:gd name="T11" fmla="*/ 2 h 5"/>
                  <a:gd name="T12" fmla="*/ 57 w 60"/>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60" h="5">
                    <a:moveTo>
                      <a:pt x="57" y="5"/>
                    </a:moveTo>
                    <a:cubicBezTo>
                      <a:pt x="3" y="5"/>
                      <a:pt x="3" y="5"/>
                      <a:pt x="3" y="5"/>
                    </a:cubicBezTo>
                    <a:cubicBezTo>
                      <a:pt x="1" y="5"/>
                      <a:pt x="0" y="4"/>
                      <a:pt x="0" y="2"/>
                    </a:cubicBezTo>
                    <a:cubicBezTo>
                      <a:pt x="0" y="1"/>
                      <a:pt x="1" y="0"/>
                      <a:pt x="3" y="0"/>
                    </a:cubicBezTo>
                    <a:cubicBezTo>
                      <a:pt x="57" y="0"/>
                      <a:pt x="57" y="0"/>
                      <a:pt x="57" y="0"/>
                    </a:cubicBezTo>
                    <a:cubicBezTo>
                      <a:pt x="59" y="0"/>
                      <a:pt x="60" y="1"/>
                      <a:pt x="60" y="2"/>
                    </a:cubicBezTo>
                    <a:cubicBezTo>
                      <a:pt x="60" y="4"/>
                      <a:pt x="59" y="5"/>
                      <a:pt x="5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105" name="Freeform 273">
                <a:extLst>
                  <a:ext uri="{FF2B5EF4-FFF2-40B4-BE49-F238E27FC236}">
                    <a16:creationId xmlns:a16="http://schemas.microsoft.com/office/drawing/2014/main" id="{B6555993-D153-456E-A2C6-8D7221D347BF}"/>
                  </a:ext>
                </a:extLst>
              </p:cNvPr>
              <p:cNvSpPr>
                <a:spLocks noEditPoints="1"/>
              </p:cNvSpPr>
              <p:nvPr/>
            </p:nvSpPr>
            <p:spPr bwMode="auto">
              <a:xfrm>
                <a:off x="5395381" y="4259614"/>
                <a:ext cx="246371" cy="304908"/>
              </a:xfrm>
              <a:custGeom>
                <a:avLst/>
                <a:gdLst>
                  <a:gd name="T0" fmla="*/ 73 w 84"/>
                  <a:gd name="T1" fmla="*/ 0 h 104"/>
                  <a:gd name="T2" fmla="*/ 11 w 84"/>
                  <a:gd name="T3" fmla="*/ 0 h 104"/>
                  <a:gd name="T4" fmla="*/ 0 w 84"/>
                  <a:gd name="T5" fmla="*/ 11 h 104"/>
                  <a:gd name="T6" fmla="*/ 0 w 84"/>
                  <a:gd name="T7" fmla="*/ 92 h 104"/>
                  <a:gd name="T8" fmla="*/ 11 w 84"/>
                  <a:gd name="T9" fmla="*/ 104 h 104"/>
                  <a:gd name="T10" fmla="*/ 73 w 84"/>
                  <a:gd name="T11" fmla="*/ 104 h 104"/>
                  <a:gd name="T12" fmla="*/ 84 w 84"/>
                  <a:gd name="T13" fmla="*/ 92 h 104"/>
                  <a:gd name="T14" fmla="*/ 84 w 84"/>
                  <a:gd name="T15" fmla="*/ 11 h 104"/>
                  <a:gd name="T16" fmla="*/ 73 w 84"/>
                  <a:gd name="T17" fmla="*/ 0 h 104"/>
                  <a:gd name="T18" fmla="*/ 77 w 84"/>
                  <a:gd name="T19" fmla="*/ 90 h 104"/>
                  <a:gd name="T20" fmla="*/ 7 w 84"/>
                  <a:gd name="T21" fmla="*/ 90 h 104"/>
                  <a:gd name="T22" fmla="*/ 7 w 84"/>
                  <a:gd name="T23" fmla="*/ 13 h 104"/>
                  <a:gd name="T24" fmla="*/ 77 w 84"/>
                  <a:gd name="T25" fmla="*/ 13 h 104"/>
                  <a:gd name="T26" fmla="*/ 77 w 84"/>
                  <a:gd name="T27" fmla="*/ 9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104">
                    <a:moveTo>
                      <a:pt x="73" y="0"/>
                    </a:moveTo>
                    <a:cubicBezTo>
                      <a:pt x="11" y="0"/>
                      <a:pt x="11" y="0"/>
                      <a:pt x="11" y="0"/>
                    </a:cubicBezTo>
                    <a:cubicBezTo>
                      <a:pt x="5" y="0"/>
                      <a:pt x="0" y="5"/>
                      <a:pt x="0" y="11"/>
                    </a:cubicBezTo>
                    <a:cubicBezTo>
                      <a:pt x="0" y="92"/>
                      <a:pt x="0" y="92"/>
                      <a:pt x="0" y="92"/>
                    </a:cubicBezTo>
                    <a:cubicBezTo>
                      <a:pt x="0" y="99"/>
                      <a:pt x="5" y="104"/>
                      <a:pt x="11" y="104"/>
                    </a:cubicBezTo>
                    <a:cubicBezTo>
                      <a:pt x="73" y="104"/>
                      <a:pt x="73" y="104"/>
                      <a:pt x="73" y="104"/>
                    </a:cubicBezTo>
                    <a:cubicBezTo>
                      <a:pt x="79" y="104"/>
                      <a:pt x="84" y="99"/>
                      <a:pt x="84" y="92"/>
                    </a:cubicBezTo>
                    <a:cubicBezTo>
                      <a:pt x="84" y="11"/>
                      <a:pt x="84" y="11"/>
                      <a:pt x="84" y="11"/>
                    </a:cubicBezTo>
                    <a:cubicBezTo>
                      <a:pt x="84" y="5"/>
                      <a:pt x="79" y="0"/>
                      <a:pt x="73" y="0"/>
                    </a:cubicBezTo>
                    <a:close/>
                    <a:moveTo>
                      <a:pt x="77" y="90"/>
                    </a:moveTo>
                    <a:cubicBezTo>
                      <a:pt x="7" y="90"/>
                      <a:pt x="7" y="90"/>
                      <a:pt x="7" y="90"/>
                    </a:cubicBezTo>
                    <a:cubicBezTo>
                      <a:pt x="7" y="13"/>
                      <a:pt x="7" y="13"/>
                      <a:pt x="7" y="13"/>
                    </a:cubicBezTo>
                    <a:cubicBezTo>
                      <a:pt x="77" y="13"/>
                      <a:pt x="77" y="13"/>
                      <a:pt x="77" y="13"/>
                    </a:cubicBezTo>
                    <a:lnTo>
                      <a:pt x="77"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106" name="Freeform 274">
                <a:extLst>
                  <a:ext uri="{FF2B5EF4-FFF2-40B4-BE49-F238E27FC236}">
                    <a16:creationId xmlns:a16="http://schemas.microsoft.com/office/drawing/2014/main" id="{1F2AE6DB-F545-4AE1-821D-D189736FBA4D}"/>
                  </a:ext>
                </a:extLst>
              </p:cNvPr>
              <p:cNvSpPr>
                <a:spLocks noEditPoints="1"/>
              </p:cNvSpPr>
              <p:nvPr/>
            </p:nvSpPr>
            <p:spPr bwMode="auto">
              <a:xfrm>
                <a:off x="4959246" y="4095581"/>
                <a:ext cx="606600" cy="510110"/>
              </a:xfrm>
              <a:custGeom>
                <a:avLst/>
                <a:gdLst>
                  <a:gd name="T0" fmla="*/ 141 w 207"/>
                  <a:gd name="T1" fmla="*/ 164 h 174"/>
                  <a:gd name="T2" fmla="*/ 65 w 207"/>
                  <a:gd name="T3" fmla="*/ 164 h 174"/>
                  <a:gd name="T4" fmla="*/ 61 w 207"/>
                  <a:gd name="T5" fmla="*/ 169 h 174"/>
                  <a:gd name="T6" fmla="*/ 65 w 207"/>
                  <a:gd name="T7" fmla="*/ 174 h 174"/>
                  <a:gd name="T8" fmla="*/ 141 w 207"/>
                  <a:gd name="T9" fmla="*/ 174 h 174"/>
                  <a:gd name="T10" fmla="*/ 146 w 207"/>
                  <a:gd name="T11" fmla="*/ 169 h 174"/>
                  <a:gd name="T12" fmla="*/ 141 w 207"/>
                  <a:gd name="T13" fmla="*/ 164 h 174"/>
                  <a:gd name="T14" fmla="*/ 84 w 207"/>
                  <a:gd name="T15" fmla="*/ 140 h 174"/>
                  <a:gd name="T16" fmla="*/ 81 w 207"/>
                  <a:gd name="T17" fmla="*/ 143 h 174"/>
                  <a:gd name="T18" fmla="*/ 81 w 207"/>
                  <a:gd name="T19" fmla="*/ 153 h 174"/>
                  <a:gd name="T20" fmla="*/ 84 w 207"/>
                  <a:gd name="T21" fmla="*/ 157 h 174"/>
                  <a:gd name="T22" fmla="*/ 122 w 207"/>
                  <a:gd name="T23" fmla="*/ 157 h 174"/>
                  <a:gd name="T24" fmla="*/ 126 w 207"/>
                  <a:gd name="T25" fmla="*/ 153 h 174"/>
                  <a:gd name="T26" fmla="*/ 126 w 207"/>
                  <a:gd name="T27" fmla="*/ 143 h 174"/>
                  <a:gd name="T28" fmla="*/ 122 w 207"/>
                  <a:gd name="T29" fmla="*/ 140 h 174"/>
                  <a:gd name="T30" fmla="*/ 119 w 207"/>
                  <a:gd name="T31" fmla="*/ 143 h 174"/>
                  <a:gd name="T32" fmla="*/ 119 w 207"/>
                  <a:gd name="T33" fmla="*/ 150 h 174"/>
                  <a:gd name="T34" fmla="*/ 88 w 207"/>
                  <a:gd name="T35" fmla="*/ 150 h 174"/>
                  <a:gd name="T36" fmla="*/ 88 w 207"/>
                  <a:gd name="T37" fmla="*/ 143 h 174"/>
                  <a:gd name="T38" fmla="*/ 84 w 207"/>
                  <a:gd name="T39" fmla="*/ 140 h 174"/>
                  <a:gd name="T40" fmla="*/ 202 w 207"/>
                  <a:gd name="T41" fmla="*/ 0 h 174"/>
                  <a:gd name="T42" fmla="*/ 5 w 207"/>
                  <a:gd name="T43" fmla="*/ 0 h 174"/>
                  <a:gd name="T44" fmla="*/ 0 w 207"/>
                  <a:gd name="T45" fmla="*/ 5 h 174"/>
                  <a:gd name="T46" fmla="*/ 0 w 207"/>
                  <a:gd name="T47" fmla="*/ 71 h 174"/>
                  <a:gd name="T48" fmla="*/ 10 w 207"/>
                  <a:gd name="T49" fmla="*/ 71 h 174"/>
                  <a:gd name="T50" fmla="*/ 10 w 207"/>
                  <a:gd name="T51" fmla="*/ 10 h 174"/>
                  <a:gd name="T52" fmla="*/ 197 w 207"/>
                  <a:gd name="T53" fmla="*/ 10 h 174"/>
                  <a:gd name="T54" fmla="*/ 197 w 207"/>
                  <a:gd name="T55" fmla="*/ 48 h 174"/>
                  <a:gd name="T56" fmla="*/ 207 w 207"/>
                  <a:gd name="T57" fmla="*/ 48 h 174"/>
                  <a:gd name="T58" fmla="*/ 207 w 207"/>
                  <a:gd name="T59" fmla="*/ 5 h 174"/>
                  <a:gd name="T60" fmla="*/ 202 w 207"/>
                  <a:gd name="T61" fmla="*/ 0 h 174"/>
                  <a:gd name="T62" fmla="*/ 142 w 207"/>
                  <a:gd name="T63" fmla="*/ 123 h 174"/>
                  <a:gd name="T64" fmla="*/ 43 w 207"/>
                  <a:gd name="T65" fmla="*/ 123 h 174"/>
                  <a:gd name="T66" fmla="*/ 43 w 207"/>
                  <a:gd name="T67" fmla="*/ 133 h 174"/>
                  <a:gd name="T68" fmla="*/ 142 w 207"/>
                  <a:gd name="T69" fmla="*/ 133 h 174"/>
                  <a:gd name="T70" fmla="*/ 142 w 207"/>
                  <a:gd name="T71" fmla="*/ 123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7" h="174">
                    <a:moveTo>
                      <a:pt x="141" y="164"/>
                    </a:moveTo>
                    <a:cubicBezTo>
                      <a:pt x="65" y="164"/>
                      <a:pt x="65" y="164"/>
                      <a:pt x="65" y="164"/>
                    </a:cubicBezTo>
                    <a:cubicBezTo>
                      <a:pt x="63" y="164"/>
                      <a:pt x="61" y="167"/>
                      <a:pt x="61" y="169"/>
                    </a:cubicBezTo>
                    <a:cubicBezTo>
                      <a:pt x="61" y="172"/>
                      <a:pt x="63" y="174"/>
                      <a:pt x="65" y="174"/>
                    </a:cubicBezTo>
                    <a:cubicBezTo>
                      <a:pt x="141" y="174"/>
                      <a:pt x="141" y="174"/>
                      <a:pt x="141" y="174"/>
                    </a:cubicBezTo>
                    <a:cubicBezTo>
                      <a:pt x="144" y="174"/>
                      <a:pt x="146" y="172"/>
                      <a:pt x="146" y="169"/>
                    </a:cubicBezTo>
                    <a:cubicBezTo>
                      <a:pt x="146" y="167"/>
                      <a:pt x="144" y="164"/>
                      <a:pt x="141" y="164"/>
                    </a:cubicBezTo>
                    <a:close/>
                    <a:moveTo>
                      <a:pt x="84" y="140"/>
                    </a:moveTo>
                    <a:cubicBezTo>
                      <a:pt x="82" y="140"/>
                      <a:pt x="81" y="141"/>
                      <a:pt x="81" y="143"/>
                    </a:cubicBezTo>
                    <a:cubicBezTo>
                      <a:pt x="81" y="153"/>
                      <a:pt x="81" y="153"/>
                      <a:pt x="81" y="153"/>
                    </a:cubicBezTo>
                    <a:cubicBezTo>
                      <a:pt x="81" y="155"/>
                      <a:pt x="82" y="157"/>
                      <a:pt x="84" y="157"/>
                    </a:cubicBezTo>
                    <a:cubicBezTo>
                      <a:pt x="122" y="157"/>
                      <a:pt x="122" y="157"/>
                      <a:pt x="122" y="157"/>
                    </a:cubicBezTo>
                    <a:cubicBezTo>
                      <a:pt x="124" y="157"/>
                      <a:pt x="126" y="155"/>
                      <a:pt x="126" y="153"/>
                    </a:cubicBezTo>
                    <a:cubicBezTo>
                      <a:pt x="126" y="143"/>
                      <a:pt x="126" y="143"/>
                      <a:pt x="126" y="143"/>
                    </a:cubicBezTo>
                    <a:cubicBezTo>
                      <a:pt x="126" y="141"/>
                      <a:pt x="124" y="140"/>
                      <a:pt x="122" y="140"/>
                    </a:cubicBezTo>
                    <a:cubicBezTo>
                      <a:pt x="120" y="140"/>
                      <a:pt x="119" y="141"/>
                      <a:pt x="119" y="143"/>
                    </a:cubicBezTo>
                    <a:cubicBezTo>
                      <a:pt x="119" y="150"/>
                      <a:pt x="119" y="150"/>
                      <a:pt x="119" y="150"/>
                    </a:cubicBezTo>
                    <a:cubicBezTo>
                      <a:pt x="88" y="150"/>
                      <a:pt x="88" y="150"/>
                      <a:pt x="88" y="150"/>
                    </a:cubicBezTo>
                    <a:cubicBezTo>
                      <a:pt x="88" y="143"/>
                      <a:pt x="88" y="143"/>
                      <a:pt x="88" y="143"/>
                    </a:cubicBezTo>
                    <a:cubicBezTo>
                      <a:pt x="88" y="141"/>
                      <a:pt x="86" y="140"/>
                      <a:pt x="84" y="140"/>
                    </a:cubicBezTo>
                    <a:close/>
                    <a:moveTo>
                      <a:pt x="202" y="0"/>
                    </a:moveTo>
                    <a:cubicBezTo>
                      <a:pt x="5" y="0"/>
                      <a:pt x="5" y="0"/>
                      <a:pt x="5" y="0"/>
                    </a:cubicBezTo>
                    <a:cubicBezTo>
                      <a:pt x="2" y="0"/>
                      <a:pt x="0" y="2"/>
                      <a:pt x="0" y="5"/>
                    </a:cubicBezTo>
                    <a:cubicBezTo>
                      <a:pt x="0" y="71"/>
                      <a:pt x="0" y="71"/>
                      <a:pt x="0" y="71"/>
                    </a:cubicBezTo>
                    <a:cubicBezTo>
                      <a:pt x="10" y="71"/>
                      <a:pt x="10" y="71"/>
                      <a:pt x="10" y="71"/>
                    </a:cubicBezTo>
                    <a:cubicBezTo>
                      <a:pt x="10" y="10"/>
                      <a:pt x="10" y="10"/>
                      <a:pt x="10" y="10"/>
                    </a:cubicBezTo>
                    <a:cubicBezTo>
                      <a:pt x="197" y="10"/>
                      <a:pt x="197" y="10"/>
                      <a:pt x="197" y="10"/>
                    </a:cubicBezTo>
                    <a:cubicBezTo>
                      <a:pt x="197" y="48"/>
                      <a:pt x="197" y="48"/>
                      <a:pt x="197" y="48"/>
                    </a:cubicBezTo>
                    <a:cubicBezTo>
                      <a:pt x="207" y="48"/>
                      <a:pt x="207" y="48"/>
                      <a:pt x="207" y="48"/>
                    </a:cubicBezTo>
                    <a:cubicBezTo>
                      <a:pt x="207" y="5"/>
                      <a:pt x="207" y="5"/>
                      <a:pt x="207" y="5"/>
                    </a:cubicBezTo>
                    <a:cubicBezTo>
                      <a:pt x="207" y="2"/>
                      <a:pt x="204" y="0"/>
                      <a:pt x="202" y="0"/>
                    </a:cubicBezTo>
                    <a:close/>
                    <a:moveTo>
                      <a:pt x="142" y="123"/>
                    </a:moveTo>
                    <a:cubicBezTo>
                      <a:pt x="43" y="123"/>
                      <a:pt x="43" y="123"/>
                      <a:pt x="43" y="123"/>
                    </a:cubicBezTo>
                    <a:cubicBezTo>
                      <a:pt x="43" y="133"/>
                      <a:pt x="43" y="133"/>
                      <a:pt x="43" y="133"/>
                    </a:cubicBezTo>
                    <a:cubicBezTo>
                      <a:pt x="142" y="133"/>
                      <a:pt x="142" y="133"/>
                      <a:pt x="142" y="133"/>
                    </a:cubicBezTo>
                    <a:lnTo>
                      <a:pt x="142"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107" name="Rectangle 275">
                <a:extLst>
                  <a:ext uri="{FF2B5EF4-FFF2-40B4-BE49-F238E27FC236}">
                    <a16:creationId xmlns:a16="http://schemas.microsoft.com/office/drawing/2014/main" id="{AE59AD8B-BE1C-4FC5-AB44-06D887561CFF}"/>
                  </a:ext>
                </a:extLst>
              </p:cNvPr>
              <p:cNvSpPr>
                <a:spLocks noChangeArrowheads="1"/>
              </p:cNvSpPr>
              <p:nvPr/>
            </p:nvSpPr>
            <p:spPr bwMode="auto">
              <a:xfrm>
                <a:off x="4947024" y="4368326"/>
                <a:ext cx="84911" cy="11707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108" name="Freeform 276">
                <a:extLst>
                  <a:ext uri="{FF2B5EF4-FFF2-40B4-BE49-F238E27FC236}">
                    <a16:creationId xmlns:a16="http://schemas.microsoft.com/office/drawing/2014/main" id="{2177BB79-1703-4BD3-B369-85176B4C5222}"/>
                  </a:ext>
                </a:extLst>
              </p:cNvPr>
              <p:cNvSpPr>
                <a:spLocks noEditPoints="1"/>
              </p:cNvSpPr>
              <p:nvPr/>
            </p:nvSpPr>
            <p:spPr bwMode="auto">
              <a:xfrm>
                <a:off x="4914861" y="4323941"/>
                <a:ext cx="146665" cy="240582"/>
              </a:xfrm>
              <a:custGeom>
                <a:avLst/>
                <a:gdLst>
                  <a:gd name="T0" fmla="*/ 42 w 50"/>
                  <a:gd name="T1" fmla="*/ 0 h 82"/>
                  <a:gd name="T2" fmla="*/ 8 w 50"/>
                  <a:gd name="T3" fmla="*/ 0 h 82"/>
                  <a:gd name="T4" fmla="*/ 0 w 50"/>
                  <a:gd name="T5" fmla="*/ 8 h 82"/>
                  <a:gd name="T6" fmla="*/ 0 w 50"/>
                  <a:gd name="T7" fmla="*/ 74 h 82"/>
                  <a:gd name="T8" fmla="*/ 8 w 50"/>
                  <a:gd name="T9" fmla="*/ 82 h 82"/>
                  <a:gd name="T10" fmla="*/ 8 w 50"/>
                  <a:gd name="T11" fmla="*/ 82 h 82"/>
                  <a:gd name="T12" fmla="*/ 42 w 50"/>
                  <a:gd name="T13" fmla="*/ 82 h 82"/>
                  <a:gd name="T14" fmla="*/ 50 w 50"/>
                  <a:gd name="T15" fmla="*/ 74 h 82"/>
                  <a:gd name="T16" fmla="*/ 50 w 50"/>
                  <a:gd name="T17" fmla="*/ 8 h 82"/>
                  <a:gd name="T18" fmla="*/ 42 w 50"/>
                  <a:gd name="T19" fmla="*/ 0 h 82"/>
                  <a:gd name="T20" fmla="*/ 47 w 50"/>
                  <a:gd name="T21" fmla="*/ 73 h 82"/>
                  <a:gd name="T22" fmla="*/ 4 w 50"/>
                  <a:gd name="T23" fmla="*/ 73 h 82"/>
                  <a:gd name="T24" fmla="*/ 4 w 50"/>
                  <a:gd name="T25" fmla="*/ 9 h 82"/>
                  <a:gd name="T26" fmla="*/ 47 w 50"/>
                  <a:gd name="T27" fmla="*/ 9 h 82"/>
                  <a:gd name="T28" fmla="*/ 47 w 50"/>
                  <a:gd name="T29" fmla="*/ 7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82">
                    <a:moveTo>
                      <a:pt x="42" y="0"/>
                    </a:moveTo>
                    <a:cubicBezTo>
                      <a:pt x="8" y="0"/>
                      <a:pt x="8" y="0"/>
                      <a:pt x="8" y="0"/>
                    </a:cubicBezTo>
                    <a:cubicBezTo>
                      <a:pt x="4" y="0"/>
                      <a:pt x="0" y="4"/>
                      <a:pt x="0" y="8"/>
                    </a:cubicBezTo>
                    <a:cubicBezTo>
                      <a:pt x="0" y="74"/>
                      <a:pt x="0" y="74"/>
                      <a:pt x="0" y="74"/>
                    </a:cubicBezTo>
                    <a:cubicBezTo>
                      <a:pt x="0" y="78"/>
                      <a:pt x="4" y="82"/>
                      <a:pt x="8" y="82"/>
                    </a:cubicBezTo>
                    <a:cubicBezTo>
                      <a:pt x="8" y="82"/>
                      <a:pt x="8" y="82"/>
                      <a:pt x="8" y="82"/>
                    </a:cubicBezTo>
                    <a:cubicBezTo>
                      <a:pt x="42" y="82"/>
                      <a:pt x="42" y="82"/>
                      <a:pt x="42" y="82"/>
                    </a:cubicBezTo>
                    <a:cubicBezTo>
                      <a:pt x="47" y="82"/>
                      <a:pt x="50" y="78"/>
                      <a:pt x="50" y="74"/>
                    </a:cubicBezTo>
                    <a:cubicBezTo>
                      <a:pt x="50" y="8"/>
                      <a:pt x="50" y="8"/>
                      <a:pt x="50" y="8"/>
                    </a:cubicBezTo>
                    <a:cubicBezTo>
                      <a:pt x="50" y="4"/>
                      <a:pt x="47" y="0"/>
                      <a:pt x="42" y="0"/>
                    </a:cubicBezTo>
                    <a:close/>
                    <a:moveTo>
                      <a:pt x="47" y="73"/>
                    </a:moveTo>
                    <a:cubicBezTo>
                      <a:pt x="4" y="73"/>
                      <a:pt x="4" y="73"/>
                      <a:pt x="4" y="73"/>
                    </a:cubicBezTo>
                    <a:cubicBezTo>
                      <a:pt x="4" y="9"/>
                      <a:pt x="4" y="9"/>
                      <a:pt x="4" y="9"/>
                    </a:cubicBezTo>
                    <a:cubicBezTo>
                      <a:pt x="47" y="9"/>
                      <a:pt x="47" y="9"/>
                      <a:pt x="47" y="9"/>
                    </a:cubicBezTo>
                    <a:lnTo>
                      <a:pt x="47" y="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109" name="Freeform 277">
                <a:extLst>
                  <a:ext uri="{FF2B5EF4-FFF2-40B4-BE49-F238E27FC236}">
                    <a16:creationId xmlns:a16="http://schemas.microsoft.com/office/drawing/2014/main" id="{A637F067-D1A0-4090-A001-34D55186C1B7}"/>
                  </a:ext>
                </a:extLst>
              </p:cNvPr>
              <p:cNvSpPr>
                <a:spLocks noEditPoints="1"/>
              </p:cNvSpPr>
              <p:nvPr/>
            </p:nvSpPr>
            <p:spPr bwMode="auto">
              <a:xfrm>
                <a:off x="5020356" y="4165697"/>
                <a:ext cx="483736" cy="246371"/>
              </a:xfrm>
              <a:custGeom>
                <a:avLst/>
                <a:gdLst>
                  <a:gd name="T0" fmla="*/ 39 w 165"/>
                  <a:gd name="T1" fmla="*/ 75 h 84"/>
                  <a:gd name="T2" fmla="*/ 39 w 165"/>
                  <a:gd name="T3" fmla="*/ 62 h 84"/>
                  <a:gd name="T4" fmla="*/ 39 w 165"/>
                  <a:gd name="T5" fmla="*/ 61 h 84"/>
                  <a:gd name="T6" fmla="*/ 38 w 165"/>
                  <a:gd name="T7" fmla="*/ 59 h 84"/>
                  <a:gd name="T8" fmla="*/ 38 w 165"/>
                  <a:gd name="T9" fmla="*/ 59 h 84"/>
                  <a:gd name="T10" fmla="*/ 28 w 165"/>
                  <a:gd name="T11" fmla="*/ 49 h 84"/>
                  <a:gd name="T12" fmla="*/ 28 w 165"/>
                  <a:gd name="T13" fmla="*/ 49 h 84"/>
                  <a:gd name="T14" fmla="*/ 27 w 165"/>
                  <a:gd name="T15" fmla="*/ 42 h 84"/>
                  <a:gd name="T16" fmla="*/ 28 w 165"/>
                  <a:gd name="T17" fmla="*/ 35 h 84"/>
                  <a:gd name="T18" fmla="*/ 28 w 165"/>
                  <a:gd name="T19" fmla="*/ 35 h 84"/>
                  <a:gd name="T20" fmla="*/ 38 w 165"/>
                  <a:gd name="T21" fmla="*/ 25 h 84"/>
                  <a:gd name="T22" fmla="*/ 38 w 165"/>
                  <a:gd name="T23" fmla="*/ 25 h 84"/>
                  <a:gd name="T24" fmla="*/ 39 w 165"/>
                  <a:gd name="T25" fmla="*/ 23 h 84"/>
                  <a:gd name="T26" fmla="*/ 39 w 165"/>
                  <a:gd name="T27" fmla="*/ 22 h 84"/>
                  <a:gd name="T28" fmla="*/ 39 w 165"/>
                  <a:gd name="T29" fmla="*/ 9 h 84"/>
                  <a:gd name="T30" fmla="*/ 47 w 165"/>
                  <a:gd name="T31" fmla="*/ 0 h 84"/>
                  <a:gd name="T32" fmla="*/ 0 w 165"/>
                  <a:gd name="T33" fmla="*/ 0 h 84"/>
                  <a:gd name="T34" fmla="*/ 0 w 165"/>
                  <a:gd name="T35" fmla="*/ 47 h 84"/>
                  <a:gd name="T36" fmla="*/ 6 w 165"/>
                  <a:gd name="T37" fmla="*/ 47 h 84"/>
                  <a:gd name="T38" fmla="*/ 22 w 165"/>
                  <a:gd name="T39" fmla="*/ 62 h 84"/>
                  <a:gd name="T40" fmla="*/ 22 w 165"/>
                  <a:gd name="T41" fmla="*/ 84 h 84"/>
                  <a:gd name="T42" fmla="*/ 47 w 165"/>
                  <a:gd name="T43" fmla="*/ 84 h 84"/>
                  <a:gd name="T44" fmla="*/ 39 w 165"/>
                  <a:gd name="T45" fmla="*/ 75 h 84"/>
                  <a:gd name="T46" fmla="*/ 121 w 165"/>
                  <a:gd name="T47" fmla="*/ 84 h 84"/>
                  <a:gd name="T48" fmla="*/ 121 w 165"/>
                  <a:gd name="T49" fmla="*/ 81 h 84"/>
                  <a:gd name="T50" fmla="*/ 118 w 165"/>
                  <a:gd name="T51" fmla="*/ 84 h 84"/>
                  <a:gd name="T52" fmla="*/ 121 w 165"/>
                  <a:gd name="T53" fmla="*/ 84 h 84"/>
                  <a:gd name="T54" fmla="*/ 118 w 165"/>
                  <a:gd name="T55" fmla="*/ 0 h 84"/>
                  <a:gd name="T56" fmla="*/ 126 w 165"/>
                  <a:gd name="T57" fmla="*/ 9 h 84"/>
                  <a:gd name="T58" fmla="*/ 126 w 165"/>
                  <a:gd name="T59" fmla="*/ 22 h 84"/>
                  <a:gd name="T60" fmla="*/ 125 w 165"/>
                  <a:gd name="T61" fmla="*/ 23 h 84"/>
                  <a:gd name="T62" fmla="*/ 126 w 165"/>
                  <a:gd name="T63" fmla="*/ 25 h 84"/>
                  <a:gd name="T64" fmla="*/ 127 w 165"/>
                  <a:gd name="T65" fmla="*/ 25 h 84"/>
                  <a:gd name="T66" fmla="*/ 131 w 165"/>
                  <a:gd name="T67" fmla="*/ 27 h 84"/>
                  <a:gd name="T68" fmla="*/ 138 w 165"/>
                  <a:gd name="T69" fmla="*/ 24 h 84"/>
                  <a:gd name="T70" fmla="*/ 165 w 165"/>
                  <a:gd name="T71" fmla="*/ 24 h 84"/>
                  <a:gd name="T72" fmla="*/ 165 w 165"/>
                  <a:gd name="T73" fmla="*/ 0 h 84"/>
                  <a:gd name="T74" fmla="*/ 118 w 165"/>
                  <a:gd name="T7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5" h="84">
                    <a:moveTo>
                      <a:pt x="39" y="75"/>
                    </a:moveTo>
                    <a:cubicBezTo>
                      <a:pt x="36" y="71"/>
                      <a:pt x="36" y="66"/>
                      <a:pt x="39" y="62"/>
                    </a:cubicBezTo>
                    <a:cubicBezTo>
                      <a:pt x="39" y="62"/>
                      <a:pt x="39" y="62"/>
                      <a:pt x="39" y="61"/>
                    </a:cubicBezTo>
                    <a:cubicBezTo>
                      <a:pt x="39" y="61"/>
                      <a:pt x="39" y="60"/>
                      <a:pt x="38" y="59"/>
                    </a:cubicBezTo>
                    <a:cubicBezTo>
                      <a:pt x="38" y="59"/>
                      <a:pt x="38" y="59"/>
                      <a:pt x="38" y="59"/>
                    </a:cubicBezTo>
                    <a:cubicBezTo>
                      <a:pt x="33" y="58"/>
                      <a:pt x="29" y="54"/>
                      <a:pt x="28" y="49"/>
                    </a:cubicBezTo>
                    <a:cubicBezTo>
                      <a:pt x="28" y="49"/>
                      <a:pt x="28" y="49"/>
                      <a:pt x="28" y="49"/>
                    </a:cubicBezTo>
                    <a:cubicBezTo>
                      <a:pt x="28" y="47"/>
                      <a:pt x="27" y="44"/>
                      <a:pt x="27" y="42"/>
                    </a:cubicBezTo>
                    <a:cubicBezTo>
                      <a:pt x="27" y="40"/>
                      <a:pt x="28" y="37"/>
                      <a:pt x="28" y="35"/>
                    </a:cubicBezTo>
                    <a:cubicBezTo>
                      <a:pt x="28" y="35"/>
                      <a:pt x="28" y="35"/>
                      <a:pt x="28" y="35"/>
                    </a:cubicBezTo>
                    <a:cubicBezTo>
                      <a:pt x="29" y="30"/>
                      <a:pt x="33" y="26"/>
                      <a:pt x="38" y="25"/>
                    </a:cubicBezTo>
                    <a:cubicBezTo>
                      <a:pt x="38" y="25"/>
                      <a:pt x="38" y="25"/>
                      <a:pt x="38" y="25"/>
                    </a:cubicBezTo>
                    <a:cubicBezTo>
                      <a:pt x="39" y="24"/>
                      <a:pt x="39" y="24"/>
                      <a:pt x="39" y="23"/>
                    </a:cubicBezTo>
                    <a:cubicBezTo>
                      <a:pt x="39" y="23"/>
                      <a:pt x="39" y="22"/>
                      <a:pt x="39" y="22"/>
                    </a:cubicBezTo>
                    <a:cubicBezTo>
                      <a:pt x="36" y="18"/>
                      <a:pt x="36" y="13"/>
                      <a:pt x="39" y="9"/>
                    </a:cubicBezTo>
                    <a:cubicBezTo>
                      <a:pt x="41" y="6"/>
                      <a:pt x="44" y="3"/>
                      <a:pt x="47" y="0"/>
                    </a:cubicBezTo>
                    <a:cubicBezTo>
                      <a:pt x="0" y="0"/>
                      <a:pt x="0" y="0"/>
                      <a:pt x="0" y="0"/>
                    </a:cubicBezTo>
                    <a:cubicBezTo>
                      <a:pt x="0" y="47"/>
                      <a:pt x="0" y="47"/>
                      <a:pt x="0" y="47"/>
                    </a:cubicBezTo>
                    <a:cubicBezTo>
                      <a:pt x="6" y="47"/>
                      <a:pt x="6" y="47"/>
                      <a:pt x="6" y="47"/>
                    </a:cubicBezTo>
                    <a:cubicBezTo>
                      <a:pt x="15" y="47"/>
                      <a:pt x="22" y="54"/>
                      <a:pt x="22" y="62"/>
                    </a:cubicBezTo>
                    <a:cubicBezTo>
                      <a:pt x="22" y="84"/>
                      <a:pt x="22" y="84"/>
                      <a:pt x="22" y="84"/>
                    </a:cubicBezTo>
                    <a:cubicBezTo>
                      <a:pt x="47" y="84"/>
                      <a:pt x="47" y="84"/>
                      <a:pt x="47" y="84"/>
                    </a:cubicBezTo>
                    <a:cubicBezTo>
                      <a:pt x="44" y="81"/>
                      <a:pt x="41" y="78"/>
                      <a:pt x="39" y="75"/>
                    </a:cubicBezTo>
                    <a:close/>
                    <a:moveTo>
                      <a:pt x="121" y="84"/>
                    </a:moveTo>
                    <a:cubicBezTo>
                      <a:pt x="121" y="81"/>
                      <a:pt x="121" y="81"/>
                      <a:pt x="121" y="81"/>
                    </a:cubicBezTo>
                    <a:cubicBezTo>
                      <a:pt x="120" y="82"/>
                      <a:pt x="119" y="83"/>
                      <a:pt x="118" y="84"/>
                    </a:cubicBezTo>
                    <a:lnTo>
                      <a:pt x="121" y="84"/>
                    </a:lnTo>
                    <a:close/>
                    <a:moveTo>
                      <a:pt x="118" y="0"/>
                    </a:moveTo>
                    <a:cubicBezTo>
                      <a:pt x="121" y="3"/>
                      <a:pt x="124" y="6"/>
                      <a:pt x="126" y="9"/>
                    </a:cubicBezTo>
                    <a:cubicBezTo>
                      <a:pt x="129" y="13"/>
                      <a:pt x="129" y="18"/>
                      <a:pt x="126" y="22"/>
                    </a:cubicBezTo>
                    <a:cubicBezTo>
                      <a:pt x="126" y="22"/>
                      <a:pt x="125" y="23"/>
                      <a:pt x="125" y="23"/>
                    </a:cubicBezTo>
                    <a:cubicBezTo>
                      <a:pt x="126" y="24"/>
                      <a:pt x="126" y="24"/>
                      <a:pt x="126" y="25"/>
                    </a:cubicBezTo>
                    <a:cubicBezTo>
                      <a:pt x="127" y="25"/>
                      <a:pt x="127" y="25"/>
                      <a:pt x="127" y="25"/>
                    </a:cubicBezTo>
                    <a:cubicBezTo>
                      <a:pt x="128" y="26"/>
                      <a:pt x="130" y="26"/>
                      <a:pt x="131" y="27"/>
                    </a:cubicBezTo>
                    <a:cubicBezTo>
                      <a:pt x="133" y="25"/>
                      <a:pt x="136" y="24"/>
                      <a:pt x="138" y="24"/>
                    </a:cubicBezTo>
                    <a:cubicBezTo>
                      <a:pt x="165" y="24"/>
                      <a:pt x="165" y="24"/>
                      <a:pt x="165" y="24"/>
                    </a:cubicBezTo>
                    <a:cubicBezTo>
                      <a:pt x="165" y="0"/>
                      <a:pt x="165" y="0"/>
                      <a:pt x="165" y="0"/>
                    </a:cubicBezTo>
                    <a:lnTo>
                      <a:pt x="1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110" name="Freeform 278">
                <a:extLst>
                  <a:ext uri="{FF2B5EF4-FFF2-40B4-BE49-F238E27FC236}">
                    <a16:creationId xmlns:a16="http://schemas.microsoft.com/office/drawing/2014/main" id="{BE8DCC80-B619-4EAD-91B3-E9BFFAD5AF79}"/>
                  </a:ext>
                </a:extLst>
              </p:cNvPr>
              <p:cNvSpPr>
                <a:spLocks noEditPoints="1"/>
              </p:cNvSpPr>
              <p:nvPr/>
            </p:nvSpPr>
            <p:spPr bwMode="auto">
              <a:xfrm>
                <a:off x="5213980" y="4239030"/>
                <a:ext cx="96490" cy="99706"/>
              </a:xfrm>
              <a:custGeom>
                <a:avLst/>
                <a:gdLst>
                  <a:gd name="T0" fmla="*/ 16 w 33"/>
                  <a:gd name="T1" fmla="*/ 34 h 34"/>
                  <a:gd name="T2" fmla="*/ 0 w 33"/>
                  <a:gd name="T3" fmla="*/ 17 h 34"/>
                  <a:gd name="T4" fmla="*/ 16 w 33"/>
                  <a:gd name="T5" fmla="*/ 0 h 34"/>
                  <a:gd name="T6" fmla="*/ 33 w 33"/>
                  <a:gd name="T7" fmla="*/ 17 h 34"/>
                  <a:gd name="T8" fmla="*/ 16 w 33"/>
                  <a:gd name="T9" fmla="*/ 34 h 34"/>
                  <a:gd name="T10" fmla="*/ 16 w 33"/>
                  <a:gd name="T11" fmla="*/ 7 h 34"/>
                  <a:gd name="T12" fmla="*/ 6 w 33"/>
                  <a:gd name="T13" fmla="*/ 17 h 34"/>
                  <a:gd name="T14" fmla="*/ 16 w 33"/>
                  <a:gd name="T15" fmla="*/ 27 h 34"/>
                  <a:gd name="T16" fmla="*/ 26 w 33"/>
                  <a:gd name="T17" fmla="*/ 17 h 34"/>
                  <a:gd name="T18" fmla="*/ 16 w 33"/>
                  <a:gd name="T19" fmla="*/ 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16" y="34"/>
                    </a:moveTo>
                    <a:cubicBezTo>
                      <a:pt x="7" y="34"/>
                      <a:pt x="0" y="26"/>
                      <a:pt x="0" y="17"/>
                    </a:cubicBezTo>
                    <a:cubicBezTo>
                      <a:pt x="0" y="8"/>
                      <a:pt x="7" y="0"/>
                      <a:pt x="16" y="0"/>
                    </a:cubicBezTo>
                    <a:cubicBezTo>
                      <a:pt x="26" y="0"/>
                      <a:pt x="33" y="8"/>
                      <a:pt x="33" y="17"/>
                    </a:cubicBezTo>
                    <a:cubicBezTo>
                      <a:pt x="33" y="26"/>
                      <a:pt x="26" y="34"/>
                      <a:pt x="16" y="34"/>
                    </a:cubicBezTo>
                    <a:close/>
                    <a:moveTo>
                      <a:pt x="16" y="7"/>
                    </a:moveTo>
                    <a:cubicBezTo>
                      <a:pt x="11" y="7"/>
                      <a:pt x="6" y="12"/>
                      <a:pt x="6" y="17"/>
                    </a:cubicBezTo>
                    <a:cubicBezTo>
                      <a:pt x="6" y="23"/>
                      <a:pt x="11" y="27"/>
                      <a:pt x="16" y="27"/>
                    </a:cubicBezTo>
                    <a:cubicBezTo>
                      <a:pt x="22" y="27"/>
                      <a:pt x="26" y="23"/>
                      <a:pt x="26" y="17"/>
                    </a:cubicBezTo>
                    <a:cubicBezTo>
                      <a:pt x="26" y="12"/>
                      <a:pt x="22" y="7"/>
                      <a:pt x="1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111" name="Freeform 279">
                <a:extLst>
                  <a:ext uri="{FF2B5EF4-FFF2-40B4-BE49-F238E27FC236}">
                    <a16:creationId xmlns:a16="http://schemas.microsoft.com/office/drawing/2014/main" id="{F9DB63DC-2162-4E3D-A4FE-A7C0428F7402}"/>
                  </a:ext>
                </a:extLst>
              </p:cNvPr>
              <p:cNvSpPr>
                <a:spLocks/>
              </p:cNvSpPr>
              <p:nvPr/>
            </p:nvSpPr>
            <p:spPr bwMode="auto">
              <a:xfrm>
                <a:off x="5123279" y="4148329"/>
                <a:ext cx="260523" cy="281107"/>
              </a:xfrm>
              <a:custGeom>
                <a:avLst/>
                <a:gdLst>
                  <a:gd name="T0" fmla="*/ 85 w 89"/>
                  <a:gd name="T1" fmla="*/ 73 h 96"/>
                  <a:gd name="T2" fmla="*/ 86 w 89"/>
                  <a:gd name="T3" fmla="*/ 59 h 96"/>
                  <a:gd name="T4" fmla="*/ 81 w 89"/>
                  <a:gd name="T5" fmla="*/ 53 h 96"/>
                  <a:gd name="T6" fmla="*/ 75 w 89"/>
                  <a:gd name="T7" fmla="*/ 66 h 96"/>
                  <a:gd name="T8" fmla="*/ 78 w 89"/>
                  <a:gd name="T9" fmla="*/ 75 h 96"/>
                  <a:gd name="T10" fmla="*/ 68 w 89"/>
                  <a:gd name="T11" fmla="*/ 75 h 96"/>
                  <a:gd name="T12" fmla="*/ 54 w 89"/>
                  <a:gd name="T13" fmla="*/ 80 h 96"/>
                  <a:gd name="T14" fmla="*/ 50 w 89"/>
                  <a:gd name="T15" fmla="*/ 89 h 96"/>
                  <a:gd name="T16" fmla="*/ 43 w 89"/>
                  <a:gd name="T17" fmla="*/ 82 h 96"/>
                  <a:gd name="T18" fmla="*/ 29 w 89"/>
                  <a:gd name="T19" fmla="*/ 76 h 96"/>
                  <a:gd name="T20" fmla="*/ 21 w 89"/>
                  <a:gd name="T21" fmla="*/ 79 h 96"/>
                  <a:gd name="T22" fmla="*/ 20 w 89"/>
                  <a:gd name="T23" fmla="*/ 69 h 96"/>
                  <a:gd name="T24" fmla="*/ 15 w 89"/>
                  <a:gd name="T25" fmla="*/ 55 h 96"/>
                  <a:gd name="T26" fmla="*/ 7 w 89"/>
                  <a:gd name="T27" fmla="*/ 51 h 96"/>
                  <a:gd name="T28" fmla="*/ 7 w 89"/>
                  <a:gd name="T29" fmla="*/ 45 h 96"/>
                  <a:gd name="T30" fmla="*/ 15 w 89"/>
                  <a:gd name="T31" fmla="*/ 41 h 96"/>
                  <a:gd name="T32" fmla="*/ 20 w 89"/>
                  <a:gd name="T33" fmla="*/ 28 h 96"/>
                  <a:gd name="T34" fmla="*/ 21 w 89"/>
                  <a:gd name="T35" fmla="*/ 17 h 96"/>
                  <a:gd name="T36" fmla="*/ 29 w 89"/>
                  <a:gd name="T37" fmla="*/ 20 h 96"/>
                  <a:gd name="T38" fmla="*/ 43 w 89"/>
                  <a:gd name="T39" fmla="*/ 14 h 96"/>
                  <a:gd name="T40" fmla="*/ 50 w 89"/>
                  <a:gd name="T41" fmla="*/ 7 h 96"/>
                  <a:gd name="T42" fmla="*/ 54 w 89"/>
                  <a:gd name="T43" fmla="*/ 16 h 96"/>
                  <a:gd name="T44" fmla="*/ 68 w 89"/>
                  <a:gd name="T45" fmla="*/ 21 h 96"/>
                  <a:gd name="T46" fmla="*/ 78 w 89"/>
                  <a:gd name="T47" fmla="*/ 21 h 96"/>
                  <a:gd name="T48" fmla="*/ 75 w 89"/>
                  <a:gd name="T49" fmla="*/ 30 h 96"/>
                  <a:gd name="T50" fmla="*/ 81 w 89"/>
                  <a:gd name="T51" fmla="*/ 43 h 96"/>
                  <a:gd name="T52" fmla="*/ 89 w 89"/>
                  <a:gd name="T53" fmla="*/ 38 h 96"/>
                  <a:gd name="T54" fmla="*/ 82 w 89"/>
                  <a:gd name="T55" fmla="*/ 28 h 96"/>
                  <a:gd name="T56" fmla="*/ 85 w 89"/>
                  <a:gd name="T57" fmla="*/ 19 h 96"/>
                  <a:gd name="T58" fmla="*/ 72 w 89"/>
                  <a:gd name="T59" fmla="*/ 10 h 96"/>
                  <a:gd name="T60" fmla="*/ 67 w 89"/>
                  <a:gd name="T61" fmla="*/ 14 h 96"/>
                  <a:gd name="T62" fmla="*/ 57 w 89"/>
                  <a:gd name="T63" fmla="*/ 4 h 96"/>
                  <a:gd name="T64" fmla="*/ 53 w 89"/>
                  <a:gd name="T65" fmla="*/ 1 h 96"/>
                  <a:gd name="T66" fmla="*/ 41 w 89"/>
                  <a:gd name="T67" fmla="*/ 1 h 96"/>
                  <a:gd name="T68" fmla="*/ 37 w 89"/>
                  <a:gd name="T69" fmla="*/ 10 h 96"/>
                  <a:gd name="T70" fmla="*/ 23 w 89"/>
                  <a:gd name="T71" fmla="*/ 11 h 96"/>
                  <a:gd name="T72" fmla="*/ 19 w 89"/>
                  <a:gd name="T73" fmla="*/ 10 h 96"/>
                  <a:gd name="T74" fmla="*/ 10 w 89"/>
                  <a:gd name="T75" fmla="*/ 24 h 96"/>
                  <a:gd name="T76" fmla="*/ 9 w 89"/>
                  <a:gd name="T77" fmla="*/ 38 h 96"/>
                  <a:gd name="T78" fmla="*/ 0 w 89"/>
                  <a:gd name="T79" fmla="*/ 42 h 96"/>
                  <a:gd name="T80" fmla="*/ 0 w 89"/>
                  <a:gd name="T81" fmla="*/ 48 h 96"/>
                  <a:gd name="T82" fmla="*/ 0 w 89"/>
                  <a:gd name="T83" fmla="*/ 55 h 96"/>
                  <a:gd name="T84" fmla="*/ 9 w 89"/>
                  <a:gd name="T85" fmla="*/ 58 h 96"/>
                  <a:gd name="T86" fmla="*/ 10 w 89"/>
                  <a:gd name="T87" fmla="*/ 73 h 96"/>
                  <a:gd name="T88" fmla="*/ 19 w 89"/>
                  <a:gd name="T89" fmla="*/ 86 h 96"/>
                  <a:gd name="T90" fmla="*/ 23 w 89"/>
                  <a:gd name="T91" fmla="*/ 85 h 96"/>
                  <a:gd name="T92" fmla="*/ 37 w 89"/>
                  <a:gd name="T93" fmla="*/ 87 h 96"/>
                  <a:gd name="T94" fmla="*/ 41 w 89"/>
                  <a:gd name="T95" fmla="*/ 95 h 96"/>
                  <a:gd name="T96" fmla="*/ 47 w 89"/>
                  <a:gd name="T97" fmla="*/ 96 h 96"/>
                  <a:gd name="T98" fmla="*/ 54 w 89"/>
                  <a:gd name="T99" fmla="*/ 95 h 96"/>
                  <a:gd name="T100" fmla="*/ 57 w 89"/>
                  <a:gd name="T101" fmla="*/ 87 h 96"/>
                  <a:gd name="T102" fmla="*/ 71 w 89"/>
                  <a:gd name="T103" fmla="*/ 85 h 96"/>
                  <a:gd name="T104" fmla="*/ 76 w 89"/>
                  <a:gd name="T105" fmla="*/ 86 h 96"/>
                  <a:gd name="T106" fmla="*/ 86 w 89"/>
                  <a:gd name="T107"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9" h="96">
                    <a:moveTo>
                      <a:pt x="86" y="74"/>
                    </a:moveTo>
                    <a:cubicBezTo>
                      <a:pt x="86" y="73"/>
                      <a:pt x="85" y="73"/>
                      <a:pt x="85" y="73"/>
                    </a:cubicBezTo>
                    <a:cubicBezTo>
                      <a:pt x="83" y="70"/>
                      <a:pt x="82" y="69"/>
                      <a:pt x="82" y="68"/>
                    </a:cubicBezTo>
                    <a:cubicBezTo>
                      <a:pt x="83" y="65"/>
                      <a:pt x="85" y="62"/>
                      <a:pt x="86" y="59"/>
                    </a:cubicBezTo>
                    <a:cubicBezTo>
                      <a:pt x="86" y="51"/>
                      <a:pt x="86" y="51"/>
                      <a:pt x="86" y="51"/>
                    </a:cubicBezTo>
                    <a:cubicBezTo>
                      <a:pt x="84" y="52"/>
                      <a:pt x="82" y="52"/>
                      <a:pt x="81" y="53"/>
                    </a:cubicBezTo>
                    <a:cubicBezTo>
                      <a:pt x="80" y="53"/>
                      <a:pt x="80" y="54"/>
                      <a:pt x="80" y="55"/>
                    </a:cubicBezTo>
                    <a:cubicBezTo>
                      <a:pt x="79" y="59"/>
                      <a:pt x="77" y="63"/>
                      <a:pt x="75" y="66"/>
                    </a:cubicBezTo>
                    <a:cubicBezTo>
                      <a:pt x="75" y="67"/>
                      <a:pt x="74" y="68"/>
                      <a:pt x="75" y="69"/>
                    </a:cubicBezTo>
                    <a:cubicBezTo>
                      <a:pt x="75" y="70"/>
                      <a:pt x="75" y="71"/>
                      <a:pt x="78" y="75"/>
                    </a:cubicBezTo>
                    <a:cubicBezTo>
                      <a:pt x="77" y="76"/>
                      <a:pt x="75" y="78"/>
                      <a:pt x="74" y="79"/>
                    </a:cubicBezTo>
                    <a:cubicBezTo>
                      <a:pt x="72" y="77"/>
                      <a:pt x="70" y="76"/>
                      <a:pt x="68" y="75"/>
                    </a:cubicBezTo>
                    <a:cubicBezTo>
                      <a:pt x="67" y="75"/>
                      <a:pt x="66" y="75"/>
                      <a:pt x="65" y="76"/>
                    </a:cubicBezTo>
                    <a:cubicBezTo>
                      <a:pt x="62" y="78"/>
                      <a:pt x="58" y="79"/>
                      <a:pt x="54" y="80"/>
                    </a:cubicBezTo>
                    <a:cubicBezTo>
                      <a:pt x="53" y="81"/>
                      <a:pt x="53" y="81"/>
                      <a:pt x="52" y="82"/>
                    </a:cubicBezTo>
                    <a:cubicBezTo>
                      <a:pt x="51" y="83"/>
                      <a:pt x="51" y="86"/>
                      <a:pt x="50" y="89"/>
                    </a:cubicBezTo>
                    <a:cubicBezTo>
                      <a:pt x="48" y="89"/>
                      <a:pt x="46" y="89"/>
                      <a:pt x="44" y="89"/>
                    </a:cubicBezTo>
                    <a:cubicBezTo>
                      <a:pt x="44" y="86"/>
                      <a:pt x="44" y="83"/>
                      <a:pt x="43" y="82"/>
                    </a:cubicBezTo>
                    <a:cubicBezTo>
                      <a:pt x="42" y="81"/>
                      <a:pt x="41" y="81"/>
                      <a:pt x="40" y="80"/>
                    </a:cubicBezTo>
                    <a:cubicBezTo>
                      <a:pt x="37" y="79"/>
                      <a:pt x="33" y="78"/>
                      <a:pt x="29" y="76"/>
                    </a:cubicBezTo>
                    <a:cubicBezTo>
                      <a:pt x="29" y="75"/>
                      <a:pt x="28" y="75"/>
                      <a:pt x="27" y="75"/>
                    </a:cubicBezTo>
                    <a:cubicBezTo>
                      <a:pt x="25" y="76"/>
                      <a:pt x="23" y="77"/>
                      <a:pt x="21" y="79"/>
                    </a:cubicBezTo>
                    <a:cubicBezTo>
                      <a:pt x="19" y="78"/>
                      <a:pt x="18" y="76"/>
                      <a:pt x="17" y="75"/>
                    </a:cubicBezTo>
                    <a:cubicBezTo>
                      <a:pt x="18" y="73"/>
                      <a:pt x="20" y="70"/>
                      <a:pt x="20" y="69"/>
                    </a:cubicBezTo>
                    <a:cubicBezTo>
                      <a:pt x="20" y="68"/>
                      <a:pt x="20" y="67"/>
                      <a:pt x="20" y="66"/>
                    </a:cubicBezTo>
                    <a:cubicBezTo>
                      <a:pt x="17" y="63"/>
                      <a:pt x="16" y="59"/>
                      <a:pt x="15" y="55"/>
                    </a:cubicBezTo>
                    <a:cubicBezTo>
                      <a:pt x="15" y="54"/>
                      <a:pt x="14" y="53"/>
                      <a:pt x="13" y="53"/>
                    </a:cubicBezTo>
                    <a:cubicBezTo>
                      <a:pt x="12" y="52"/>
                      <a:pt x="9" y="51"/>
                      <a:pt x="7" y="51"/>
                    </a:cubicBezTo>
                    <a:cubicBezTo>
                      <a:pt x="7" y="50"/>
                      <a:pt x="7" y="49"/>
                      <a:pt x="7" y="48"/>
                    </a:cubicBezTo>
                    <a:cubicBezTo>
                      <a:pt x="7" y="47"/>
                      <a:pt x="7" y="46"/>
                      <a:pt x="7" y="45"/>
                    </a:cubicBezTo>
                    <a:cubicBezTo>
                      <a:pt x="10" y="45"/>
                      <a:pt x="12" y="44"/>
                      <a:pt x="13" y="43"/>
                    </a:cubicBezTo>
                    <a:cubicBezTo>
                      <a:pt x="14" y="43"/>
                      <a:pt x="15" y="42"/>
                      <a:pt x="15" y="41"/>
                    </a:cubicBezTo>
                    <a:cubicBezTo>
                      <a:pt x="16" y="37"/>
                      <a:pt x="17" y="34"/>
                      <a:pt x="20" y="30"/>
                    </a:cubicBezTo>
                    <a:cubicBezTo>
                      <a:pt x="20" y="29"/>
                      <a:pt x="20" y="28"/>
                      <a:pt x="20" y="28"/>
                    </a:cubicBezTo>
                    <a:cubicBezTo>
                      <a:pt x="20" y="27"/>
                      <a:pt x="19" y="25"/>
                      <a:pt x="17" y="21"/>
                    </a:cubicBezTo>
                    <a:cubicBezTo>
                      <a:pt x="18" y="20"/>
                      <a:pt x="19" y="19"/>
                      <a:pt x="21" y="17"/>
                    </a:cubicBezTo>
                    <a:cubicBezTo>
                      <a:pt x="23" y="19"/>
                      <a:pt x="25" y="21"/>
                      <a:pt x="27" y="21"/>
                    </a:cubicBezTo>
                    <a:cubicBezTo>
                      <a:pt x="28" y="21"/>
                      <a:pt x="29" y="21"/>
                      <a:pt x="29" y="20"/>
                    </a:cubicBezTo>
                    <a:cubicBezTo>
                      <a:pt x="33" y="18"/>
                      <a:pt x="37" y="17"/>
                      <a:pt x="40" y="16"/>
                    </a:cubicBezTo>
                    <a:cubicBezTo>
                      <a:pt x="41" y="16"/>
                      <a:pt x="42" y="15"/>
                      <a:pt x="43" y="14"/>
                    </a:cubicBezTo>
                    <a:cubicBezTo>
                      <a:pt x="44" y="13"/>
                      <a:pt x="44" y="11"/>
                      <a:pt x="44" y="7"/>
                    </a:cubicBezTo>
                    <a:cubicBezTo>
                      <a:pt x="46" y="7"/>
                      <a:pt x="48" y="7"/>
                      <a:pt x="50" y="7"/>
                    </a:cubicBezTo>
                    <a:cubicBezTo>
                      <a:pt x="51" y="10"/>
                      <a:pt x="51" y="13"/>
                      <a:pt x="52" y="14"/>
                    </a:cubicBezTo>
                    <a:cubicBezTo>
                      <a:pt x="53" y="15"/>
                      <a:pt x="53" y="16"/>
                      <a:pt x="54" y="16"/>
                    </a:cubicBezTo>
                    <a:cubicBezTo>
                      <a:pt x="58" y="17"/>
                      <a:pt x="62" y="18"/>
                      <a:pt x="65" y="20"/>
                    </a:cubicBezTo>
                    <a:cubicBezTo>
                      <a:pt x="66" y="21"/>
                      <a:pt x="67" y="21"/>
                      <a:pt x="68" y="21"/>
                    </a:cubicBezTo>
                    <a:cubicBezTo>
                      <a:pt x="70" y="21"/>
                      <a:pt x="72" y="19"/>
                      <a:pt x="74" y="17"/>
                    </a:cubicBezTo>
                    <a:cubicBezTo>
                      <a:pt x="75" y="19"/>
                      <a:pt x="77" y="20"/>
                      <a:pt x="78" y="21"/>
                    </a:cubicBezTo>
                    <a:cubicBezTo>
                      <a:pt x="75" y="25"/>
                      <a:pt x="75" y="27"/>
                      <a:pt x="75" y="28"/>
                    </a:cubicBezTo>
                    <a:cubicBezTo>
                      <a:pt x="74" y="28"/>
                      <a:pt x="75" y="29"/>
                      <a:pt x="75" y="30"/>
                    </a:cubicBezTo>
                    <a:cubicBezTo>
                      <a:pt x="77" y="34"/>
                      <a:pt x="79" y="37"/>
                      <a:pt x="80" y="41"/>
                    </a:cubicBezTo>
                    <a:cubicBezTo>
                      <a:pt x="80" y="42"/>
                      <a:pt x="80" y="43"/>
                      <a:pt x="81" y="43"/>
                    </a:cubicBezTo>
                    <a:cubicBezTo>
                      <a:pt x="82" y="44"/>
                      <a:pt x="84" y="45"/>
                      <a:pt x="86" y="45"/>
                    </a:cubicBezTo>
                    <a:cubicBezTo>
                      <a:pt x="87" y="43"/>
                      <a:pt x="88" y="40"/>
                      <a:pt x="89" y="38"/>
                    </a:cubicBezTo>
                    <a:cubicBezTo>
                      <a:pt x="88" y="38"/>
                      <a:pt x="87" y="38"/>
                      <a:pt x="86" y="38"/>
                    </a:cubicBezTo>
                    <a:cubicBezTo>
                      <a:pt x="85" y="35"/>
                      <a:pt x="84" y="31"/>
                      <a:pt x="82" y="28"/>
                    </a:cubicBezTo>
                    <a:cubicBezTo>
                      <a:pt x="82" y="27"/>
                      <a:pt x="83" y="26"/>
                      <a:pt x="85" y="24"/>
                    </a:cubicBezTo>
                    <a:cubicBezTo>
                      <a:pt x="86" y="22"/>
                      <a:pt x="86" y="21"/>
                      <a:pt x="85" y="19"/>
                    </a:cubicBezTo>
                    <a:cubicBezTo>
                      <a:pt x="83" y="16"/>
                      <a:pt x="80" y="13"/>
                      <a:pt x="76" y="10"/>
                    </a:cubicBezTo>
                    <a:cubicBezTo>
                      <a:pt x="75" y="9"/>
                      <a:pt x="73" y="9"/>
                      <a:pt x="72" y="10"/>
                    </a:cubicBezTo>
                    <a:cubicBezTo>
                      <a:pt x="71" y="11"/>
                      <a:pt x="71" y="11"/>
                      <a:pt x="71" y="11"/>
                    </a:cubicBezTo>
                    <a:cubicBezTo>
                      <a:pt x="70" y="12"/>
                      <a:pt x="68" y="13"/>
                      <a:pt x="67" y="14"/>
                    </a:cubicBezTo>
                    <a:cubicBezTo>
                      <a:pt x="64" y="12"/>
                      <a:pt x="61" y="11"/>
                      <a:pt x="57" y="10"/>
                    </a:cubicBezTo>
                    <a:cubicBezTo>
                      <a:pt x="57" y="9"/>
                      <a:pt x="57" y="7"/>
                      <a:pt x="57" y="4"/>
                    </a:cubicBezTo>
                    <a:cubicBezTo>
                      <a:pt x="57" y="3"/>
                      <a:pt x="55" y="1"/>
                      <a:pt x="54" y="1"/>
                    </a:cubicBezTo>
                    <a:cubicBezTo>
                      <a:pt x="53" y="1"/>
                      <a:pt x="53" y="1"/>
                      <a:pt x="53" y="1"/>
                    </a:cubicBezTo>
                    <a:cubicBezTo>
                      <a:pt x="49" y="0"/>
                      <a:pt x="45" y="0"/>
                      <a:pt x="42" y="1"/>
                    </a:cubicBezTo>
                    <a:cubicBezTo>
                      <a:pt x="41" y="1"/>
                      <a:pt x="41" y="1"/>
                      <a:pt x="41" y="1"/>
                    </a:cubicBezTo>
                    <a:cubicBezTo>
                      <a:pt x="39" y="1"/>
                      <a:pt x="38" y="3"/>
                      <a:pt x="38" y="4"/>
                    </a:cubicBezTo>
                    <a:cubicBezTo>
                      <a:pt x="38" y="7"/>
                      <a:pt x="37" y="9"/>
                      <a:pt x="37" y="10"/>
                    </a:cubicBezTo>
                    <a:cubicBezTo>
                      <a:pt x="34" y="11"/>
                      <a:pt x="30" y="12"/>
                      <a:pt x="27" y="14"/>
                    </a:cubicBezTo>
                    <a:cubicBezTo>
                      <a:pt x="26" y="13"/>
                      <a:pt x="25" y="12"/>
                      <a:pt x="23" y="11"/>
                    </a:cubicBezTo>
                    <a:cubicBezTo>
                      <a:pt x="23" y="10"/>
                      <a:pt x="23" y="10"/>
                      <a:pt x="23" y="10"/>
                    </a:cubicBezTo>
                    <a:cubicBezTo>
                      <a:pt x="22" y="9"/>
                      <a:pt x="20" y="9"/>
                      <a:pt x="19" y="10"/>
                    </a:cubicBezTo>
                    <a:cubicBezTo>
                      <a:pt x="15" y="13"/>
                      <a:pt x="12" y="16"/>
                      <a:pt x="10" y="19"/>
                    </a:cubicBezTo>
                    <a:cubicBezTo>
                      <a:pt x="9" y="21"/>
                      <a:pt x="9" y="22"/>
                      <a:pt x="10" y="24"/>
                    </a:cubicBezTo>
                    <a:cubicBezTo>
                      <a:pt x="11" y="26"/>
                      <a:pt x="12" y="27"/>
                      <a:pt x="13" y="28"/>
                    </a:cubicBezTo>
                    <a:cubicBezTo>
                      <a:pt x="11" y="31"/>
                      <a:pt x="10" y="35"/>
                      <a:pt x="9" y="38"/>
                    </a:cubicBezTo>
                    <a:cubicBezTo>
                      <a:pt x="8" y="38"/>
                      <a:pt x="6" y="38"/>
                      <a:pt x="3" y="39"/>
                    </a:cubicBezTo>
                    <a:cubicBezTo>
                      <a:pt x="2" y="39"/>
                      <a:pt x="1" y="40"/>
                      <a:pt x="0" y="42"/>
                    </a:cubicBezTo>
                    <a:cubicBezTo>
                      <a:pt x="0" y="42"/>
                      <a:pt x="0" y="42"/>
                      <a:pt x="0" y="42"/>
                    </a:cubicBezTo>
                    <a:cubicBezTo>
                      <a:pt x="0" y="44"/>
                      <a:pt x="0" y="46"/>
                      <a:pt x="0" y="48"/>
                    </a:cubicBezTo>
                    <a:cubicBezTo>
                      <a:pt x="0" y="50"/>
                      <a:pt x="0" y="52"/>
                      <a:pt x="0" y="53"/>
                    </a:cubicBezTo>
                    <a:cubicBezTo>
                      <a:pt x="0" y="55"/>
                      <a:pt x="0" y="55"/>
                      <a:pt x="0" y="55"/>
                    </a:cubicBezTo>
                    <a:cubicBezTo>
                      <a:pt x="1" y="56"/>
                      <a:pt x="2" y="57"/>
                      <a:pt x="4" y="57"/>
                    </a:cubicBezTo>
                    <a:cubicBezTo>
                      <a:pt x="6" y="58"/>
                      <a:pt x="8" y="58"/>
                      <a:pt x="9" y="58"/>
                    </a:cubicBezTo>
                    <a:cubicBezTo>
                      <a:pt x="10" y="62"/>
                      <a:pt x="11" y="65"/>
                      <a:pt x="13" y="68"/>
                    </a:cubicBezTo>
                    <a:cubicBezTo>
                      <a:pt x="12" y="69"/>
                      <a:pt x="11" y="70"/>
                      <a:pt x="10" y="73"/>
                    </a:cubicBezTo>
                    <a:cubicBezTo>
                      <a:pt x="9" y="74"/>
                      <a:pt x="9" y="76"/>
                      <a:pt x="10" y="77"/>
                    </a:cubicBezTo>
                    <a:cubicBezTo>
                      <a:pt x="12" y="80"/>
                      <a:pt x="15" y="83"/>
                      <a:pt x="19" y="86"/>
                    </a:cubicBezTo>
                    <a:cubicBezTo>
                      <a:pt x="20" y="87"/>
                      <a:pt x="22" y="87"/>
                      <a:pt x="23" y="86"/>
                    </a:cubicBezTo>
                    <a:cubicBezTo>
                      <a:pt x="23" y="85"/>
                      <a:pt x="23" y="85"/>
                      <a:pt x="23" y="85"/>
                    </a:cubicBezTo>
                    <a:cubicBezTo>
                      <a:pt x="25" y="84"/>
                      <a:pt x="26" y="83"/>
                      <a:pt x="27" y="82"/>
                    </a:cubicBezTo>
                    <a:cubicBezTo>
                      <a:pt x="30" y="84"/>
                      <a:pt x="34" y="86"/>
                      <a:pt x="37" y="87"/>
                    </a:cubicBezTo>
                    <a:cubicBezTo>
                      <a:pt x="37" y="88"/>
                      <a:pt x="38" y="89"/>
                      <a:pt x="38" y="92"/>
                    </a:cubicBezTo>
                    <a:cubicBezTo>
                      <a:pt x="38" y="94"/>
                      <a:pt x="39" y="95"/>
                      <a:pt x="41" y="95"/>
                    </a:cubicBezTo>
                    <a:cubicBezTo>
                      <a:pt x="42" y="95"/>
                      <a:pt x="42" y="95"/>
                      <a:pt x="42" y="95"/>
                    </a:cubicBezTo>
                    <a:cubicBezTo>
                      <a:pt x="44" y="95"/>
                      <a:pt x="45" y="96"/>
                      <a:pt x="47" y="96"/>
                    </a:cubicBezTo>
                    <a:cubicBezTo>
                      <a:pt x="49" y="96"/>
                      <a:pt x="51" y="95"/>
                      <a:pt x="53" y="95"/>
                    </a:cubicBezTo>
                    <a:cubicBezTo>
                      <a:pt x="54" y="95"/>
                      <a:pt x="54" y="95"/>
                      <a:pt x="54" y="95"/>
                    </a:cubicBezTo>
                    <a:cubicBezTo>
                      <a:pt x="55" y="95"/>
                      <a:pt x="57" y="94"/>
                      <a:pt x="57" y="92"/>
                    </a:cubicBezTo>
                    <a:cubicBezTo>
                      <a:pt x="57" y="89"/>
                      <a:pt x="57" y="87"/>
                      <a:pt x="57" y="87"/>
                    </a:cubicBezTo>
                    <a:cubicBezTo>
                      <a:pt x="61" y="86"/>
                      <a:pt x="64" y="84"/>
                      <a:pt x="67" y="82"/>
                    </a:cubicBezTo>
                    <a:cubicBezTo>
                      <a:pt x="68" y="83"/>
                      <a:pt x="70" y="84"/>
                      <a:pt x="71" y="85"/>
                    </a:cubicBezTo>
                    <a:cubicBezTo>
                      <a:pt x="72" y="86"/>
                      <a:pt x="72" y="86"/>
                      <a:pt x="72" y="86"/>
                    </a:cubicBezTo>
                    <a:cubicBezTo>
                      <a:pt x="73" y="87"/>
                      <a:pt x="75" y="87"/>
                      <a:pt x="76" y="86"/>
                    </a:cubicBezTo>
                    <a:cubicBezTo>
                      <a:pt x="79" y="83"/>
                      <a:pt x="83" y="80"/>
                      <a:pt x="85" y="77"/>
                    </a:cubicBezTo>
                    <a:cubicBezTo>
                      <a:pt x="85" y="77"/>
                      <a:pt x="86" y="76"/>
                      <a:pt x="86" y="76"/>
                    </a:cubicBezTo>
                    <a:lnTo>
                      <a:pt x="86"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grpSp>
      </p:grpSp>
      <p:grpSp>
        <p:nvGrpSpPr>
          <p:cNvPr id="6" name="Group 5">
            <a:extLst>
              <a:ext uri="{FF2B5EF4-FFF2-40B4-BE49-F238E27FC236}">
                <a16:creationId xmlns:a16="http://schemas.microsoft.com/office/drawing/2014/main" id="{BADF0219-0BE5-DA63-2822-71920A41D11E}"/>
              </a:ext>
            </a:extLst>
          </p:cNvPr>
          <p:cNvGrpSpPr/>
          <p:nvPr/>
        </p:nvGrpSpPr>
        <p:grpSpPr>
          <a:xfrm>
            <a:off x="3624560" y="1731277"/>
            <a:ext cx="2491653" cy="2363075"/>
            <a:chOff x="8800052" y="1717490"/>
            <a:chExt cx="2626298" cy="2216938"/>
          </a:xfrm>
        </p:grpSpPr>
        <p:grpSp>
          <p:nvGrpSpPr>
            <p:cNvPr id="112" name="Group 111">
              <a:extLst>
                <a:ext uri="{FF2B5EF4-FFF2-40B4-BE49-F238E27FC236}">
                  <a16:creationId xmlns:a16="http://schemas.microsoft.com/office/drawing/2014/main" id="{909D1631-BB1D-43E4-8C00-321560DA3031}"/>
                </a:ext>
              </a:extLst>
            </p:cNvPr>
            <p:cNvGrpSpPr/>
            <p:nvPr/>
          </p:nvGrpSpPr>
          <p:grpSpPr>
            <a:xfrm>
              <a:off x="9110144" y="1989524"/>
              <a:ext cx="2008907" cy="1944904"/>
              <a:chOff x="383006" y="2483503"/>
              <a:chExt cx="4265911" cy="3873981"/>
            </a:xfrm>
          </p:grpSpPr>
          <p:grpSp>
            <p:nvGrpSpPr>
              <p:cNvPr id="113" name="Group 112">
                <a:extLst>
                  <a:ext uri="{FF2B5EF4-FFF2-40B4-BE49-F238E27FC236}">
                    <a16:creationId xmlns:a16="http://schemas.microsoft.com/office/drawing/2014/main" id="{E581974E-5812-4A5B-9EC8-27622B2B441A}"/>
                  </a:ext>
                </a:extLst>
              </p:cNvPr>
              <p:cNvGrpSpPr/>
              <p:nvPr/>
            </p:nvGrpSpPr>
            <p:grpSpPr>
              <a:xfrm>
                <a:off x="1937271" y="2737618"/>
                <a:ext cx="1100760" cy="1134308"/>
                <a:chOff x="5104468" y="1364366"/>
                <a:chExt cx="1562659" cy="1605533"/>
              </a:xfrm>
            </p:grpSpPr>
            <p:sp>
              <p:nvSpPr>
                <p:cNvPr id="139" name="Block Arc 138">
                  <a:extLst>
                    <a:ext uri="{FF2B5EF4-FFF2-40B4-BE49-F238E27FC236}">
                      <a16:creationId xmlns:a16="http://schemas.microsoft.com/office/drawing/2014/main" id="{1B8C3A2B-2435-47FA-9373-9AEB05151FC1}"/>
                    </a:ext>
                  </a:extLst>
                </p:cNvPr>
                <p:cNvSpPr/>
                <p:nvPr/>
              </p:nvSpPr>
              <p:spPr bwMode="gray">
                <a:xfrm rot="10800000">
                  <a:off x="5247569" y="1511393"/>
                  <a:ext cx="1276456" cy="1311477"/>
                </a:xfrm>
                <a:prstGeom prst="blockArc">
                  <a:avLst>
                    <a:gd name="adj1" fmla="val 19230586"/>
                    <a:gd name="adj2" fmla="val 13033067"/>
                    <a:gd name="adj3" fmla="val 1857"/>
                  </a:avLst>
                </a:prstGeom>
                <a:solidFill>
                  <a:schemeClr val="accent4"/>
                </a:solidFill>
                <a:ln w="19050" algn="ctr">
                  <a:noFill/>
                  <a:miter lim="800000"/>
                  <a:headEnd/>
                  <a:tailEnd/>
                </a:ln>
              </p:spPr>
              <p:txBody>
                <a:bodyPr wrap="square" lIns="60614" tIns="60614" rIns="60614" bIns="60614" rtlCol="0" anchor="ctr"/>
                <a:lstStyle/>
                <a:p>
                  <a:pPr algn="ctr" defTabSz="623438">
                    <a:lnSpc>
                      <a:spcPct val="106000"/>
                    </a:lnSpc>
                    <a:defRPr/>
                  </a:pPr>
                  <a:endParaRPr lang="en-US" sz="750" b="1">
                    <a:solidFill>
                      <a:prstClr val="white"/>
                    </a:solidFill>
                    <a:latin typeface="Verdana"/>
                  </a:endParaRPr>
                </a:p>
              </p:txBody>
            </p:sp>
            <p:sp>
              <p:nvSpPr>
                <p:cNvPr id="140" name="Block Arc 139">
                  <a:extLst>
                    <a:ext uri="{FF2B5EF4-FFF2-40B4-BE49-F238E27FC236}">
                      <a16:creationId xmlns:a16="http://schemas.microsoft.com/office/drawing/2014/main" id="{2DC4270C-06E4-4DD8-B982-3032A7ADBB31}"/>
                    </a:ext>
                  </a:extLst>
                </p:cNvPr>
                <p:cNvSpPr/>
                <p:nvPr/>
              </p:nvSpPr>
              <p:spPr bwMode="gray">
                <a:xfrm>
                  <a:off x="5169194" y="1430866"/>
                  <a:ext cx="1433206" cy="1472532"/>
                </a:xfrm>
                <a:prstGeom prst="blockArc">
                  <a:avLst>
                    <a:gd name="adj1" fmla="val 19230586"/>
                    <a:gd name="adj2" fmla="val 13149094"/>
                    <a:gd name="adj3" fmla="val 1522"/>
                  </a:avLst>
                </a:prstGeom>
                <a:solidFill>
                  <a:schemeClr val="accent4"/>
                </a:solidFill>
                <a:ln w="19050" algn="ctr">
                  <a:noFill/>
                  <a:miter lim="800000"/>
                  <a:headEnd/>
                  <a:tailEnd/>
                </a:ln>
              </p:spPr>
              <p:txBody>
                <a:bodyPr wrap="square" lIns="60614" tIns="60614" rIns="60614" bIns="60614" rtlCol="0" anchor="ctr"/>
                <a:lstStyle/>
                <a:p>
                  <a:pPr algn="ctr" defTabSz="623438">
                    <a:lnSpc>
                      <a:spcPct val="106000"/>
                    </a:lnSpc>
                    <a:defRPr/>
                  </a:pPr>
                  <a:endParaRPr lang="en-US" sz="750" b="1">
                    <a:solidFill>
                      <a:prstClr val="white"/>
                    </a:solidFill>
                    <a:latin typeface="Verdana"/>
                  </a:endParaRPr>
                </a:p>
              </p:txBody>
            </p:sp>
            <p:sp>
              <p:nvSpPr>
                <p:cNvPr id="141" name="Oval 140">
                  <a:extLst>
                    <a:ext uri="{FF2B5EF4-FFF2-40B4-BE49-F238E27FC236}">
                      <a16:creationId xmlns:a16="http://schemas.microsoft.com/office/drawing/2014/main" id="{8DCB70FD-DC66-4F48-8749-46F95D60CEA8}"/>
                    </a:ext>
                  </a:extLst>
                </p:cNvPr>
                <p:cNvSpPr/>
                <p:nvPr/>
              </p:nvSpPr>
              <p:spPr bwMode="gray">
                <a:xfrm rot="10800000">
                  <a:off x="5104468" y="1364366"/>
                  <a:ext cx="1562659" cy="1605533"/>
                </a:xfrm>
                <a:prstGeom prst="ellipse">
                  <a:avLst/>
                </a:prstGeom>
                <a:noFill/>
                <a:ln w="19050" algn="ctr">
                  <a:solidFill>
                    <a:schemeClr val="accent4"/>
                  </a:solidFill>
                  <a:prstDash val="dashDot"/>
                  <a:miter lim="800000"/>
                  <a:headEnd/>
                  <a:tailEnd/>
                </a:ln>
              </p:spPr>
              <p:txBody>
                <a:bodyPr wrap="square" lIns="60614" tIns="60614" rIns="60614" bIns="60614" rtlCol="0" anchor="ctr"/>
                <a:lstStyle/>
                <a:p>
                  <a:pPr algn="ctr" defTabSz="623438">
                    <a:lnSpc>
                      <a:spcPct val="106000"/>
                    </a:lnSpc>
                    <a:defRPr/>
                  </a:pPr>
                  <a:endParaRPr lang="en-US" sz="750" b="1">
                    <a:solidFill>
                      <a:prstClr val="white"/>
                    </a:solidFill>
                    <a:latin typeface="Verdana"/>
                  </a:endParaRPr>
                </a:p>
              </p:txBody>
            </p:sp>
            <p:sp>
              <p:nvSpPr>
                <p:cNvPr id="142" name="Oval 141">
                  <a:hlinkClick r:id="" action="ppaction://noaction"/>
                  <a:extLst>
                    <a:ext uri="{FF2B5EF4-FFF2-40B4-BE49-F238E27FC236}">
                      <a16:creationId xmlns:a16="http://schemas.microsoft.com/office/drawing/2014/main" id="{6BE83BFD-78E7-4BC9-94C7-D48FD9258D7B}"/>
                    </a:ext>
                  </a:extLst>
                </p:cNvPr>
                <p:cNvSpPr/>
                <p:nvPr/>
              </p:nvSpPr>
              <p:spPr bwMode="gray">
                <a:xfrm>
                  <a:off x="5352992" y="1622826"/>
                  <a:ext cx="1065605" cy="1094842"/>
                </a:xfrm>
                <a:prstGeom prst="ellipse">
                  <a:avLst/>
                </a:prstGeom>
                <a:solidFill>
                  <a:schemeClr val="accent4"/>
                </a:solidFill>
                <a:ln w="19050" algn="ctr">
                  <a:noFill/>
                  <a:miter lim="800000"/>
                  <a:headEnd/>
                  <a:tailEnd/>
                </a:ln>
              </p:spPr>
              <p:txBody>
                <a:bodyPr wrap="none" lIns="0" tIns="60614" rIns="0" bIns="60614" rtlCol="0" anchor="ctr"/>
                <a:lstStyle/>
                <a:p>
                  <a:pPr algn="ctr" defTabSz="623438">
                    <a:lnSpc>
                      <a:spcPct val="106000"/>
                    </a:lnSpc>
                    <a:defRPr/>
                  </a:pPr>
                  <a:endParaRPr lang="en-US" sz="341" b="1">
                    <a:solidFill>
                      <a:prstClr val="white"/>
                    </a:solidFill>
                    <a:latin typeface="Verdana"/>
                  </a:endParaRPr>
                </a:p>
              </p:txBody>
            </p:sp>
            <p:sp>
              <p:nvSpPr>
                <p:cNvPr id="143" name="Freeform 54">
                  <a:hlinkClick r:id="" action="ppaction://noaction"/>
                  <a:extLst>
                    <a:ext uri="{FF2B5EF4-FFF2-40B4-BE49-F238E27FC236}">
                      <a16:creationId xmlns:a16="http://schemas.microsoft.com/office/drawing/2014/main" id="{D262DA35-5012-49D8-90D0-2A7BB76D475D}"/>
                    </a:ext>
                  </a:extLst>
                </p:cNvPr>
                <p:cNvSpPr>
                  <a:spLocks noChangeAspect="1" noEditPoints="1"/>
                </p:cNvSpPr>
                <p:nvPr/>
              </p:nvSpPr>
              <p:spPr bwMode="auto">
                <a:xfrm>
                  <a:off x="5601288" y="1944981"/>
                  <a:ext cx="613197" cy="444299"/>
                </a:xfrm>
                <a:custGeom>
                  <a:avLst/>
                  <a:gdLst>
                    <a:gd name="T0" fmla="*/ 560 w 588"/>
                    <a:gd name="T1" fmla="*/ 233 h 408"/>
                    <a:gd name="T2" fmla="*/ 560 w 588"/>
                    <a:gd name="T3" fmla="*/ 257 h 408"/>
                    <a:gd name="T4" fmla="*/ 560 w 588"/>
                    <a:gd name="T5" fmla="*/ 233 h 408"/>
                    <a:gd name="T6" fmla="*/ 560 w 588"/>
                    <a:gd name="T7" fmla="*/ 324 h 408"/>
                    <a:gd name="T8" fmla="*/ 560 w 588"/>
                    <a:gd name="T9" fmla="*/ 348 h 408"/>
                    <a:gd name="T10" fmla="*/ 560 w 588"/>
                    <a:gd name="T11" fmla="*/ 324 h 408"/>
                    <a:gd name="T12" fmla="*/ 27 w 588"/>
                    <a:gd name="T13" fmla="*/ 348 h 408"/>
                    <a:gd name="T14" fmla="*/ 27 w 588"/>
                    <a:gd name="T15" fmla="*/ 324 h 408"/>
                    <a:gd name="T16" fmla="*/ 27 w 588"/>
                    <a:gd name="T17" fmla="*/ 348 h 408"/>
                    <a:gd name="T18" fmla="*/ 27 w 588"/>
                    <a:gd name="T19" fmla="*/ 257 h 408"/>
                    <a:gd name="T20" fmla="*/ 27 w 588"/>
                    <a:gd name="T21" fmla="*/ 233 h 408"/>
                    <a:gd name="T22" fmla="*/ 27 w 588"/>
                    <a:gd name="T23" fmla="*/ 257 h 408"/>
                    <a:gd name="T24" fmla="*/ 27 w 588"/>
                    <a:gd name="T25" fmla="*/ 166 h 408"/>
                    <a:gd name="T26" fmla="*/ 27 w 588"/>
                    <a:gd name="T27" fmla="*/ 141 h 408"/>
                    <a:gd name="T28" fmla="*/ 27 w 588"/>
                    <a:gd name="T29" fmla="*/ 166 h 408"/>
                    <a:gd name="T30" fmla="*/ 27 w 588"/>
                    <a:gd name="T31" fmla="*/ 75 h 408"/>
                    <a:gd name="T32" fmla="*/ 27 w 588"/>
                    <a:gd name="T33" fmla="*/ 50 h 408"/>
                    <a:gd name="T34" fmla="*/ 27 w 588"/>
                    <a:gd name="T35" fmla="*/ 75 h 408"/>
                    <a:gd name="T36" fmla="*/ 560 w 588"/>
                    <a:gd name="T37" fmla="*/ 50 h 408"/>
                    <a:gd name="T38" fmla="*/ 560 w 588"/>
                    <a:gd name="T39" fmla="*/ 75 h 408"/>
                    <a:gd name="T40" fmla="*/ 560 w 588"/>
                    <a:gd name="T41" fmla="*/ 50 h 408"/>
                    <a:gd name="T42" fmla="*/ 560 w 588"/>
                    <a:gd name="T43" fmla="*/ 141 h 408"/>
                    <a:gd name="T44" fmla="*/ 560 w 588"/>
                    <a:gd name="T45" fmla="*/ 166 h 408"/>
                    <a:gd name="T46" fmla="*/ 560 w 588"/>
                    <a:gd name="T47" fmla="*/ 141 h 408"/>
                    <a:gd name="T48" fmla="*/ 535 w 588"/>
                    <a:gd name="T49" fmla="*/ 166 h 408"/>
                    <a:gd name="T50" fmla="*/ 588 w 588"/>
                    <a:gd name="T51" fmla="*/ 154 h 408"/>
                    <a:gd name="T52" fmla="*/ 535 w 588"/>
                    <a:gd name="T53" fmla="*/ 141 h 408"/>
                    <a:gd name="T54" fmla="*/ 501 w 588"/>
                    <a:gd name="T55" fmla="*/ 75 h 408"/>
                    <a:gd name="T56" fmla="*/ 560 w 588"/>
                    <a:gd name="T57" fmla="*/ 90 h 408"/>
                    <a:gd name="T58" fmla="*/ 560 w 588"/>
                    <a:gd name="T59" fmla="*/ 35 h 408"/>
                    <a:gd name="T60" fmla="*/ 501 w 588"/>
                    <a:gd name="T61" fmla="*/ 50 h 408"/>
                    <a:gd name="T62" fmla="*/ 450 w 588"/>
                    <a:gd name="T63" fmla="*/ 0 h 408"/>
                    <a:gd name="T64" fmla="*/ 86 w 588"/>
                    <a:gd name="T65" fmla="*/ 50 h 408"/>
                    <a:gd name="T66" fmla="*/ 52 w 588"/>
                    <a:gd name="T67" fmla="*/ 50 h 408"/>
                    <a:gd name="T68" fmla="*/ 0 w 588"/>
                    <a:gd name="T69" fmla="*/ 62 h 408"/>
                    <a:gd name="T70" fmla="*/ 52 w 588"/>
                    <a:gd name="T71" fmla="*/ 75 h 408"/>
                    <a:gd name="T72" fmla="*/ 86 w 588"/>
                    <a:gd name="T73" fmla="*/ 141 h 408"/>
                    <a:gd name="T74" fmla="*/ 27 w 588"/>
                    <a:gd name="T75" fmla="*/ 126 h 408"/>
                    <a:gd name="T76" fmla="*/ 27 w 588"/>
                    <a:gd name="T77" fmla="*/ 181 h 408"/>
                    <a:gd name="T78" fmla="*/ 86 w 588"/>
                    <a:gd name="T79" fmla="*/ 166 h 408"/>
                    <a:gd name="T80" fmla="*/ 52 w 588"/>
                    <a:gd name="T81" fmla="*/ 232 h 408"/>
                    <a:gd name="T82" fmla="*/ 0 w 588"/>
                    <a:gd name="T83" fmla="*/ 245 h 408"/>
                    <a:gd name="T84" fmla="*/ 52 w 588"/>
                    <a:gd name="T85" fmla="*/ 257 h 408"/>
                    <a:gd name="T86" fmla="*/ 86 w 588"/>
                    <a:gd name="T87" fmla="*/ 323 h 408"/>
                    <a:gd name="T88" fmla="*/ 27 w 588"/>
                    <a:gd name="T89" fmla="*/ 308 h 408"/>
                    <a:gd name="T90" fmla="*/ 27 w 588"/>
                    <a:gd name="T91" fmla="*/ 364 h 408"/>
                    <a:gd name="T92" fmla="*/ 86 w 588"/>
                    <a:gd name="T93" fmla="*/ 348 h 408"/>
                    <a:gd name="T94" fmla="*/ 91 w 588"/>
                    <a:gd name="T95" fmla="*/ 381 h 408"/>
                    <a:gd name="T96" fmla="*/ 218 w 588"/>
                    <a:gd name="T97" fmla="*/ 148 h 408"/>
                    <a:gd name="T98" fmla="*/ 350 w 588"/>
                    <a:gd name="T99" fmla="*/ 130 h 408"/>
                    <a:gd name="T100" fmla="*/ 368 w 588"/>
                    <a:gd name="T101" fmla="*/ 260 h 408"/>
                    <a:gd name="T102" fmla="*/ 244 w 588"/>
                    <a:gd name="T103" fmla="*/ 278 h 408"/>
                    <a:gd name="T104" fmla="*/ 136 w 588"/>
                    <a:gd name="T105" fmla="*/ 408 h 408"/>
                    <a:gd name="T106" fmla="*/ 501 w 588"/>
                    <a:gd name="T107" fmla="*/ 358 h 408"/>
                    <a:gd name="T108" fmla="*/ 535 w 588"/>
                    <a:gd name="T109" fmla="*/ 348 h 408"/>
                    <a:gd name="T110" fmla="*/ 588 w 588"/>
                    <a:gd name="T111" fmla="*/ 336 h 408"/>
                    <a:gd name="T112" fmla="*/ 535 w 588"/>
                    <a:gd name="T113" fmla="*/ 323 h 408"/>
                    <a:gd name="T114" fmla="*/ 501 w 588"/>
                    <a:gd name="T115" fmla="*/ 257 h 408"/>
                    <a:gd name="T116" fmla="*/ 560 w 588"/>
                    <a:gd name="T117" fmla="*/ 273 h 408"/>
                    <a:gd name="T118" fmla="*/ 560 w 588"/>
                    <a:gd name="T119" fmla="*/ 217 h 408"/>
                    <a:gd name="T120" fmla="*/ 501 w 588"/>
                    <a:gd name="T121" fmla="*/ 232 h 408"/>
                    <a:gd name="T122" fmla="*/ 535 w 588"/>
                    <a:gd name="T123" fmla="*/ 166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88" h="408">
                      <a:moveTo>
                        <a:pt x="560" y="233"/>
                      </a:moveTo>
                      <a:lnTo>
                        <a:pt x="560" y="233"/>
                      </a:lnTo>
                      <a:cubicBezTo>
                        <a:pt x="567" y="233"/>
                        <a:pt x="572" y="238"/>
                        <a:pt x="572" y="245"/>
                      </a:cubicBezTo>
                      <a:cubicBezTo>
                        <a:pt x="572" y="252"/>
                        <a:pt x="567" y="257"/>
                        <a:pt x="560" y="257"/>
                      </a:cubicBezTo>
                      <a:cubicBezTo>
                        <a:pt x="553" y="257"/>
                        <a:pt x="548" y="252"/>
                        <a:pt x="548" y="245"/>
                      </a:cubicBezTo>
                      <a:cubicBezTo>
                        <a:pt x="548" y="238"/>
                        <a:pt x="553" y="233"/>
                        <a:pt x="560" y="233"/>
                      </a:cubicBezTo>
                      <a:close/>
                      <a:moveTo>
                        <a:pt x="560" y="324"/>
                      </a:moveTo>
                      <a:lnTo>
                        <a:pt x="560" y="324"/>
                      </a:lnTo>
                      <a:cubicBezTo>
                        <a:pt x="567" y="324"/>
                        <a:pt x="572" y="329"/>
                        <a:pt x="572" y="336"/>
                      </a:cubicBezTo>
                      <a:cubicBezTo>
                        <a:pt x="572" y="343"/>
                        <a:pt x="567" y="348"/>
                        <a:pt x="560" y="348"/>
                      </a:cubicBezTo>
                      <a:cubicBezTo>
                        <a:pt x="553" y="348"/>
                        <a:pt x="548" y="343"/>
                        <a:pt x="548" y="336"/>
                      </a:cubicBezTo>
                      <a:cubicBezTo>
                        <a:pt x="548" y="329"/>
                        <a:pt x="553" y="324"/>
                        <a:pt x="560" y="324"/>
                      </a:cubicBezTo>
                      <a:close/>
                      <a:moveTo>
                        <a:pt x="27" y="348"/>
                      </a:moveTo>
                      <a:lnTo>
                        <a:pt x="27" y="348"/>
                      </a:lnTo>
                      <a:cubicBezTo>
                        <a:pt x="20" y="348"/>
                        <a:pt x="15" y="343"/>
                        <a:pt x="15" y="336"/>
                      </a:cubicBezTo>
                      <a:cubicBezTo>
                        <a:pt x="15" y="329"/>
                        <a:pt x="20" y="324"/>
                        <a:pt x="27" y="324"/>
                      </a:cubicBezTo>
                      <a:cubicBezTo>
                        <a:pt x="34" y="324"/>
                        <a:pt x="39" y="329"/>
                        <a:pt x="39" y="336"/>
                      </a:cubicBezTo>
                      <a:cubicBezTo>
                        <a:pt x="39" y="343"/>
                        <a:pt x="34" y="348"/>
                        <a:pt x="27" y="348"/>
                      </a:cubicBezTo>
                      <a:close/>
                      <a:moveTo>
                        <a:pt x="27" y="257"/>
                      </a:moveTo>
                      <a:lnTo>
                        <a:pt x="27" y="257"/>
                      </a:lnTo>
                      <a:cubicBezTo>
                        <a:pt x="20" y="257"/>
                        <a:pt x="15" y="252"/>
                        <a:pt x="15" y="245"/>
                      </a:cubicBezTo>
                      <a:cubicBezTo>
                        <a:pt x="15" y="238"/>
                        <a:pt x="20" y="233"/>
                        <a:pt x="27" y="233"/>
                      </a:cubicBezTo>
                      <a:cubicBezTo>
                        <a:pt x="34" y="233"/>
                        <a:pt x="39" y="238"/>
                        <a:pt x="39" y="245"/>
                      </a:cubicBezTo>
                      <a:cubicBezTo>
                        <a:pt x="39" y="252"/>
                        <a:pt x="34" y="257"/>
                        <a:pt x="27" y="257"/>
                      </a:cubicBezTo>
                      <a:close/>
                      <a:moveTo>
                        <a:pt x="27" y="166"/>
                      </a:moveTo>
                      <a:lnTo>
                        <a:pt x="27" y="166"/>
                      </a:lnTo>
                      <a:cubicBezTo>
                        <a:pt x="20" y="166"/>
                        <a:pt x="15" y="160"/>
                        <a:pt x="15" y="154"/>
                      </a:cubicBezTo>
                      <a:cubicBezTo>
                        <a:pt x="15" y="147"/>
                        <a:pt x="20" y="141"/>
                        <a:pt x="27" y="141"/>
                      </a:cubicBezTo>
                      <a:cubicBezTo>
                        <a:pt x="34" y="141"/>
                        <a:pt x="39" y="147"/>
                        <a:pt x="39" y="154"/>
                      </a:cubicBezTo>
                      <a:cubicBezTo>
                        <a:pt x="39" y="160"/>
                        <a:pt x="34" y="166"/>
                        <a:pt x="27" y="166"/>
                      </a:cubicBezTo>
                      <a:close/>
                      <a:moveTo>
                        <a:pt x="27" y="75"/>
                      </a:moveTo>
                      <a:lnTo>
                        <a:pt x="27" y="75"/>
                      </a:lnTo>
                      <a:cubicBezTo>
                        <a:pt x="20" y="75"/>
                        <a:pt x="15" y="69"/>
                        <a:pt x="15" y="62"/>
                      </a:cubicBezTo>
                      <a:cubicBezTo>
                        <a:pt x="15" y="56"/>
                        <a:pt x="20" y="50"/>
                        <a:pt x="27" y="50"/>
                      </a:cubicBezTo>
                      <a:cubicBezTo>
                        <a:pt x="34" y="50"/>
                        <a:pt x="39" y="56"/>
                        <a:pt x="39" y="62"/>
                      </a:cubicBezTo>
                      <a:cubicBezTo>
                        <a:pt x="39" y="69"/>
                        <a:pt x="34" y="75"/>
                        <a:pt x="27" y="75"/>
                      </a:cubicBezTo>
                      <a:close/>
                      <a:moveTo>
                        <a:pt x="560" y="50"/>
                      </a:moveTo>
                      <a:lnTo>
                        <a:pt x="560" y="50"/>
                      </a:lnTo>
                      <a:cubicBezTo>
                        <a:pt x="567" y="50"/>
                        <a:pt x="572" y="56"/>
                        <a:pt x="572" y="62"/>
                      </a:cubicBezTo>
                      <a:cubicBezTo>
                        <a:pt x="572" y="69"/>
                        <a:pt x="567" y="75"/>
                        <a:pt x="560" y="75"/>
                      </a:cubicBezTo>
                      <a:cubicBezTo>
                        <a:pt x="553" y="75"/>
                        <a:pt x="548" y="69"/>
                        <a:pt x="548" y="62"/>
                      </a:cubicBezTo>
                      <a:cubicBezTo>
                        <a:pt x="548" y="56"/>
                        <a:pt x="553" y="50"/>
                        <a:pt x="560" y="50"/>
                      </a:cubicBezTo>
                      <a:close/>
                      <a:moveTo>
                        <a:pt x="560" y="141"/>
                      </a:moveTo>
                      <a:lnTo>
                        <a:pt x="560" y="141"/>
                      </a:lnTo>
                      <a:cubicBezTo>
                        <a:pt x="567" y="141"/>
                        <a:pt x="572" y="147"/>
                        <a:pt x="572" y="154"/>
                      </a:cubicBezTo>
                      <a:cubicBezTo>
                        <a:pt x="572" y="160"/>
                        <a:pt x="567" y="166"/>
                        <a:pt x="560" y="166"/>
                      </a:cubicBezTo>
                      <a:cubicBezTo>
                        <a:pt x="553" y="166"/>
                        <a:pt x="548" y="160"/>
                        <a:pt x="548" y="154"/>
                      </a:cubicBezTo>
                      <a:cubicBezTo>
                        <a:pt x="548" y="147"/>
                        <a:pt x="553" y="141"/>
                        <a:pt x="560" y="141"/>
                      </a:cubicBezTo>
                      <a:close/>
                      <a:moveTo>
                        <a:pt x="535" y="166"/>
                      </a:moveTo>
                      <a:lnTo>
                        <a:pt x="535" y="166"/>
                      </a:lnTo>
                      <a:cubicBezTo>
                        <a:pt x="540" y="175"/>
                        <a:pt x="549" y="181"/>
                        <a:pt x="560" y="181"/>
                      </a:cubicBezTo>
                      <a:cubicBezTo>
                        <a:pt x="575" y="181"/>
                        <a:pt x="588" y="169"/>
                        <a:pt x="588" y="154"/>
                      </a:cubicBezTo>
                      <a:cubicBezTo>
                        <a:pt x="588" y="138"/>
                        <a:pt x="575" y="126"/>
                        <a:pt x="560" y="126"/>
                      </a:cubicBezTo>
                      <a:cubicBezTo>
                        <a:pt x="549" y="126"/>
                        <a:pt x="540" y="132"/>
                        <a:pt x="535" y="141"/>
                      </a:cubicBezTo>
                      <a:lnTo>
                        <a:pt x="501" y="141"/>
                      </a:lnTo>
                      <a:lnTo>
                        <a:pt x="501" y="75"/>
                      </a:lnTo>
                      <a:lnTo>
                        <a:pt x="535" y="75"/>
                      </a:lnTo>
                      <a:cubicBezTo>
                        <a:pt x="540" y="84"/>
                        <a:pt x="549" y="90"/>
                        <a:pt x="560" y="90"/>
                      </a:cubicBezTo>
                      <a:cubicBezTo>
                        <a:pt x="575" y="90"/>
                        <a:pt x="588" y="78"/>
                        <a:pt x="588" y="62"/>
                      </a:cubicBezTo>
                      <a:cubicBezTo>
                        <a:pt x="588" y="47"/>
                        <a:pt x="575" y="35"/>
                        <a:pt x="560" y="35"/>
                      </a:cubicBezTo>
                      <a:cubicBezTo>
                        <a:pt x="549" y="35"/>
                        <a:pt x="540" y="41"/>
                        <a:pt x="535" y="50"/>
                      </a:cubicBezTo>
                      <a:lnTo>
                        <a:pt x="501" y="50"/>
                      </a:lnTo>
                      <a:lnTo>
                        <a:pt x="501" y="50"/>
                      </a:lnTo>
                      <a:cubicBezTo>
                        <a:pt x="501" y="22"/>
                        <a:pt x="478" y="0"/>
                        <a:pt x="450" y="0"/>
                      </a:cubicBezTo>
                      <a:lnTo>
                        <a:pt x="136" y="0"/>
                      </a:lnTo>
                      <a:cubicBezTo>
                        <a:pt x="108" y="0"/>
                        <a:pt x="86" y="22"/>
                        <a:pt x="86" y="50"/>
                      </a:cubicBezTo>
                      <a:lnTo>
                        <a:pt x="86" y="50"/>
                      </a:lnTo>
                      <a:lnTo>
                        <a:pt x="52" y="50"/>
                      </a:lnTo>
                      <a:cubicBezTo>
                        <a:pt x="47" y="41"/>
                        <a:pt x="38" y="35"/>
                        <a:pt x="27" y="35"/>
                      </a:cubicBezTo>
                      <a:cubicBezTo>
                        <a:pt x="12" y="35"/>
                        <a:pt x="0" y="47"/>
                        <a:pt x="0" y="62"/>
                      </a:cubicBezTo>
                      <a:cubicBezTo>
                        <a:pt x="0" y="78"/>
                        <a:pt x="12" y="90"/>
                        <a:pt x="27" y="90"/>
                      </a:cubicBezTo>
                      <a:cubicBezTo>
                        <a:pt x="38" y="90"/>
                        <a:pt x="47" y="84"/>
                        <a:pt x="52" y="75"/>
                      </a:cubicBezTo>
                      <a:lnTo>
                        <a:pt x="86" y="75"/>
                      </a:lnTo>
                      <a:lnTo>
                        <a:pt x="86" y="141"/>
                      </a:lnTo>
                      <a:lnTo>
                        <a:pt x="52" y="141"/>
                      </a:lnTo>
                      <a:cubicBezTo>
                        <a:pt x="47" y="132"/>
                        <a:pt x="38" y="126"/>
                        <a:pt x="27" y="126"/>
                      </a:cubicBezTo>
                      <a:cubicBezTo>
                        <a:pt x="12" y="126"/>
                        <a:pt x="0" y="138"/>
                        <a:pt x="0" y="154"/>
                      </a:cubicBezTo>
                      <a:cubicBezTo>
                        <a:pt x="0" y="169"/>
                        <a:pt x="12" y="181"/>
                        <a:pt x="27" y="181"/>
                      </a:cubicBezTo>
                      <a:cubicBezTo>
                        <a:pt x="38" y="181"/>
                        <a:pt x="47" y="175"/>
                        <a:pt x="52" y="166"/>
                      </a:cubicBezTo>
                      <a:lnTo>
                        <a:pt x="86" y="166"/>
                      </a:lnTo>
                      <a:lnTo>
                        <a:pt x="86" y="232"/>
                      </a:lnTo>
                      <a:lnTo>
                        <a:pt x="52" y="232"/>
                      </a:lnTo>
                      <a:cubicBezTo>
                        <a:pt x="47" y="223"/>
                        <a:pt x="38" y="217"/>
                        <a:pt x="27" y="217"/>
                      </a:cubicBezTo>
                      <a:cubicBezTo>
                        <a:pt x="12" y="217"/>
                        <a:pt x="0" y="229"/>
                        <a:pt x="0" y="245"/>
                      </a:cubicBezTo>
                      <a:cubicBezTo>
                        <a:pt x="0" y="260"/>
                        <a:pt x="12" y="273"/>
                        <a:pt x="27" y="273"/>
                      </a:cubicBezTo>
                      <a:cubicBezTo>
                        <a:pt x="38" y="273"/>
                        <a:pt x="47" y="266"/>
                        <a:pt x="52" y="257"/>
                      </a:cubicBezTo>
                      <a:lnTo>
                        <a:pt x="86" y="257"/>
                      </a:lnTo>
                      <a:lnTo>
                        <a:pt x="86" y="323"/>
                      </a:lnTo>
                      <a:lnTo>
                        <a:pt x="52" y="323"/>
                      </a:lnTo>
                      <a:cubicBezTo>
                        <a:pt x="47" y="314"/>
                        <a:pt x="38" y="308"/>
                        <a:pt x="27" y="308"/>
                      </a:cubicBezTo>
                      <a:cubicBezTo>
                        <a:pt x="12" y="308"/>
                        <a:pt x="0" y="321"/>
                        <a:pt x="0" y="336"/>
                      </a:cubicBezTo>
                      <a:cubicBezTo>
                        <a:pt x="0" y="351"/>
                        <a:pt x="12" y="364"/>
                        <a:pt x="27" y="364"/>
                      </a:cubicBezTo>
                      <a:cubicBezTo>
                        <a:pt x="38" y="364"/>
                        <a:pt x="47" y="357"/>
                        <a:pt x="52" y="348"/>
                      </a:cubicBezTo>
                      <a:lnTo>
                        <a:pt x="86" y="348"/>
                      </a:lnTo>
                      <a:lnTo>
                        <a:pt x="86" y="358"/>
                      </a:lnTo>
                      <a:cubicBezTo>
                        <a:pt x="86" y="366"/>
                        <a:pt x="88" y="374"/>
                        <a:pt x="91" y="381"/>
                      </a:cubicBezTo>
                      <a:lnTo>
                        <a:pt x="218" y="254"/>
                      </a:lnTo>
                      <a:lnTo>
                        <a:pt x="218" y="148"/>
                      </a:lnTo>
                      <a:cubicBezTo>
                        <a:pt x="218" y="138"/>
                        <a:pt x="226" y="130"/>
                        <a:pt x="236" y="130"/>
                      </a:cubicBezTo>
                      <a:lnTo>
                        <a:pt x="350" y="130"/>
                      </a:lnTo>
                      <a:cubicBezTo>
                        <a:pt x="360" y="130"/>
                        <a:pt x="368" y="138"/>
                        <a:pt x="368" y="148"/>
                      </a:cubicBezTo>
                      <a:lnTo>
                        <a:pt x="368" y="260"/>
                      </a:lnTo>
                      <a:cubicBezTo>
                        <a:pt x="368" y="270"/>
                        <a:pt x="360" y="278"/>
                        <a:pt x="350" y="278"/>
                      </a:cubicBezTo>
                      <a:lnTo>
                        <a:pt x="244" y="278"/>
                      </a:lnTo>
                      <a:lnTo>
                        <a:pt x="118" y="405"/>
                      </a:lnTo>
                      <a:cubicBezTo>
                        <a:pt x="123" y="407"/>
                        <a:pt x="130" y="408"/>
                        <a:pt x="136" y="408"/>
                      </a:cubicBezTo>
                      <a:lnTo>
                        <a:pt x="450" y="408"/>
                      </a:lnTo>
                      <a:cubicBezTo>
                        <a:pt x="478" y="408"/>
                        <a:pt x="501" y="386"/>
                        <a:pt x="501" y="358"/>
                      </a:cubicBezTo>
                      <a:lnTo>
                        <a:pt x="501" y="348"/>
                      </a:lnTo>
                      <a:lnTo>
                        <a:pt x="535" y="348"/>
                      </a:lnTo>
                      <a:cubicBezTo>
                        <a:pt x="540" y="357"/>
                        <a:pt x="549" y="364"/>
                        <a:pt x="560" y="364"/>
                      </a:cubicBezTo>
                      <a:cubicBezTo>
                        <a:pt x="575" y="364"/>
                        <a:pt x="588" y="351"/>
                        <a:pt x="588" y="336"/>
                      </a:cubicBezTo>
                      <a:cubicBezTo>
                        <a:pt x="588" y="321"/>
                        <a:pt x="575" y="308"/>
                        <a:pt x="560" y="308"/>
                      </a:cubicBezTo>
                      <a:cubicBezTo>
                        <a:pt x="549" y="308"/>
                        <a:pt x="540" y="314"/>
                        <a:pt x="535" y="323"/>
                      </a:cubicBezTo>
                      <a:lnTo>
                        <a:pt x="501" y="323"/>
                      </a:lnTo>
                      <a:lnTo>
                        <a:pt x="501" y="257"/>
                      </a:lnTo>
                      <a:lnTo>
                        <a:pt x="535" y="257"/>
                      </a:lnTo>
                      <a:cubicBezTo>
                        <a:pt x="540" y="266"/>
                        <a:pt x="549" y="273"/>
                        <a:pt x="560" y="273"/>
                      </a:cubicBezTo>
                      <a:cubicBezTo>
                        <a:pt x="575" y="273"/>
                        <a:pt x="588" y="260"/>
                        <a:pt x="588" y="245"/>
                      </a:cubicBezTo>
                      <a:cubicBezTo>
                        <a:pt x="588" y="229"/>
                        <a:pt x="575" y="217"/>
                        <a:pt x="560" y="217"/>
                      </a:cubicBezTo>
                      <a:cubicBezTo>
                        <a:pt x="549" y="217"/>
                        <a:pt x="540" y="223"/>
                        <a:pt x="535" y="232"/>
                      </a:cubicBezTo>
                      <a:lnTo>
                        <a:pt x="501" y="232"/>
                      </a:lnTo>
                      <a:lnTo>
                        <a:pt x="501" y="166"/>
                      </a:lnTo>
                      <a:lnTo>
                        <a:pt x="535" y="166"/>
                      </a:lnTo>
                      <a:close/>
                    </a:path>
                  </a:pathLst>
                </a:custGeom>
                <a:solidFill>
                  <a:schemeClr val="bg1"/>
                </a:solidFill>
                <a:ln w="0">
                  <a:noFill/>
                  <a:prstDash val="solid"/>
                  <a:round/>
                  <a:headEnd/>
                  <a:tailEnd/>
                </a:ln>
              </p:spPr>
              <p:txBody>
                <a:bodyPr vert="horz" wrap="square" lIns="62345" tIns="31173" rIns="62345" bIns="31173" numCol="1" anchor="t" anchorCtr="0" compatLnSpc="1">
                  <a:prstTxWarp prst="textNoShape">
                    <a:avLst/>
                  </a:prstTxWarp>
                </a:bodyPr>
                <a:lstStyle/>
                <a:p>
                  <a:pPr defTabSz="623438">
                    <a:defRPr/>
                  </a:pPr>
                  <a:endParaRPr lang="en-US" sz="818" b="1">
                    <a:solidFill>
                      <a:prstClr val="black"/>
                    </a:solidFill>
                    <a:latin typeface="Verdana"/>
                  </a:endParaRPr>
                </a:p>
              </p:txBody>
            </p:sp>
          </p:grpSp>
          <p:grpSp>
            <p:nvGrpSpPr>
              <p:cNvPr id="114" name="Group 113">
                <a:extLst>
                  <a:ext uri="{FF2B5EF4-FFF2-40B4-BE49-F238E27FC236}">
                    <a16:creationId xmlns:a16="http://schemas.microsoft.com/office/drawing/2014/main" id="{5EF86F1B-CDB8-4F2C-8224-3D7AE39BF7B2}"/>
                  </a:ext>
                </a:extLst>
              </p:cNvPr>
              <p:cNvGrpSpPr/>
              <p:nvPr/>
            </p:nvGrpSpPr>
            <p:grpSpPr>
              <a:xfrm>
                <a:off x="3389260" y="4905432"/>
                <a:ext cx="1118608" cy="1153332"/>
                <a:chOff x="4589609" y="2011953"/>
                <a:chExt cx="2684038" cy="2717064"/>
              </a:xfrm>
            </p:grpSpPr>
            <p:sp>
              <p:nvSpPr>
                <p:cNvPr id="135" name="Block Arc 134">
                  <a:extLst>
                    <a:ext uri="{FF2B5EF4-FFF2-40B4-BE49-F238E27FC236}">
                      <a16:creationId xmlns:a16="http://schemas.microsoft.com/office/drawing/2014/main" id="{A05E2197-8FB0-4995-AE8F-6A1E293E0163}"/>
                    </a:ext>
                  </a:extLst>
                </p:cNvPr>
                <p:cNvSpPr/>
                <p:nvPr/>
              </p:nvSpPr>
              <p:spPr bwMode="gray">
                <a:xfrm rot="10800000">
                  <a:off x="4835400" y="2260769"/>
                  <a:ext cx="2192453" cy="2219430"/>
                </a:xfrm>
                <a:prstGeom prst="blockArc">
                  <a:avLst>
                    <a:gd name="adj1" fmla="val 19230586"/>
                    <a:gd name="adj2" fmla="val 13033067"/>
                    <a:gd name="adj3" fmla="val 1857"/>
                  </a:avLst>
                </a:prstGeom>
                <a:solidFill>
                  <a:srgbClr val="005587"/>
                </a:solidFill>
                <a:ln w="19050" algn="ctr">
                  <a:solidFill>
                    <a:srgbClr val="005587"/>
                  </a:solidFill>
                  <a:miter lim="800000"/>
                  <a:headEnd/>
                  <a:tailEnd/>
                </a:ln>
              </p:spPr>
              <p:txBody>
                <a:bodyPr wrap="square" lIns="60614" tIns="60614" rIns="60614" bIns="60614" rtlCol="0" anchor="ctr"/>
                <a:lstStyle/>
                <a:p>
                  <a:pPr algn="ctr" defTabSz="623438">
                    <a:lnSpc>
                      <a:spcPct val="106000"/>
                    </a:lnSpc>
                    <a:defRPr/>
                  </a:pPr>
                  <a:endParaRPr lang="en-US" sz="750" b="1">
                    <a:solidFill>
                      <a:prstClr val="white"/>
                    </a:solidFill>
                    <a:latin typeface="Verdana"/>
                  </a:endParaRPr>
                </a:p>
              </p:txBody>
            </p:sp>
            <p:sp>
              <p:nvSpPr>
                <p:cNvPr id="136" name="Block Arc 135">
                  <a:extLst>
                    <a:ext uri="{FF2B5EF4-FFF2-40B4-BE49-F238E27FC236}">
                      <a16:creationId xmlns:a16="http://schemas.microsoft.com/office/drawing/2014/main" id="{990004A7-B1F6-41B3-9988-E8B33379A61D}"/>
                    </a:ext>
                  </a:extLst>
                </p:cNvPr>
                <p:cNvSpPr/>
                <p:nvPr/>
              </p:nvSpPr>
              <p:spPr bwMode="gray">
                <a:xfrm>
                  <a:off x="4700782" y="2124492"/>
                  <a:ext cx="2461688" cy="2491984"/>
                </a:xfrm>
                <a:prstGeom prst="blockArc">
                  <a:avLst>
                    <a:gd name="adj1" fmla="val 19230586"/>
                    <a:gd name="adj2" fmla="val 13149094"/>
                    <a:gd name="adj3" fmla="val 1522"/>
                  </a:avLst>
                </a:prstGeom>
                <a:solidFill>
                  <a:srgbClr val="005587"/>
                </a:solidFill>
                <a:ln w="19050" algn="ctr">
                  <a:solidFill>
                    <a:srgbClr val="005587"/>
                  </a:solidFill>
                  <a:miter lim="800000"/>
                  <a:headEnd/>
                  <a:tailEnd/>
                </a:ln>
              </p:spPr>
              <p:txBody>
                <a:bodyPr wrap="square" lIns="60614" tIns="60614" rIns="60614" bIns="60614" rtlCol="0" anchor="ctr"/>
                <a:lstStyle/>
                <a:p>
                  <a:pPr algn="ctr" defTabSz="623438">
                    <a:lnSpc>
                      <a:spcPct val="106000"/>
                    </a:lnSpc>
                    <a:defRPr/>
                  </a:pPr>
                  <a:endParaRPr lang="en-US" sz="750" b="1">
                    <a:solidFill>
                      <a:prstClr val="white"/>
                    </a:solidFill>
                    <a:latin typeface="Verdana"/>
                  </a:endParaRPr>
                </a:p>
              </p:txBody>
            </p:sp>
            <p:sp>
              <p:nvSpPr>
                <p:cNvPr id="137" name="Oval 136">
                  <a:extLst>
                    <a:ext uri="{FF2B5EF4-FFF2-40B4-BE49-F238E27FC236}">
                      <a16:creationId xmlns:a16="http://schemas.microsoft.com/office/drawing/2014/main" id="{6C9F1B93-7940-4F5E-AC44-C60736DCEA17}"/>
                    </a:ext>
                  </a:extLst>
                </p:cNvPr>
                <p:cNvSpPr/>
                <p:nvPr/>
              </p:nvSpPr>
              <p:spPr bwMode="gray">
                <a:xfrm rot="10800000">
                  <a:off x="4589609" y="2011953"/>
                  <a:ext cx="2684038" cy="2717064"/>
                </a:xfrm>
                <a:prstGeom prst="ellipse">
                  <a:avLst/>
                </a:prstGeom>
                <a:noFill/>
                <a:ln w="19050" algn="ctr">
                  <a:solidFill>
                    <a:srgbClr val="005587"/>
                  </a:solidFill>
                  <a:prstDash val="dashDot"/>
                  <a:miter lim="800000"/>
                  <a:headEnd/>
                  <a:tailEnd/>
                </a:ln>
              </p:spPr>
              <p:txBody>
                <a:bodyPr wrap="square" lIns="60614" tIns="60614" rIns="60614" bIns="60614" rtlCol="0" anchor="ctr"/>
                <a:lstStyle/>
                <a:p>
                  <a:pPr algn="ctr" defTabSz="623438">
                    <a:lnSpc>
                      <a:spcPct val="106000"/>
                    </a:lnSpc>
                    <a:defRPr/>
                  </a:pPr>
                  <a:endParaRPr lang="en-US" sz="750" b="1">
                    <a:solidFill>
                      <a:prstClr val="white"/>
                    </a:solidFill>
                    <a:latin typeface="Verdana"/>
                  </a:endParaRPr>
                </a:p>
              </p:txBody>
            </p:sp>
            <p:sp>
              <p:nvSpPr>
                <p:cNvPr id="138" name="Oval 137">
                  <a:hlinkClick r:id="" action="ppaction://noaction"/>
                  <a:extLst>
                    <a:ext uri="{FF2B5EF4-FFF2-40B4-BE49-F238E27FC236}">
                      <a16:creationId xmlns:a16="http://schemas.microsoft.com/office/drawing/2014/main" id="{8B08180B-E421-402F-88E1-587CE7D85C27}"/>
                    </a:ext>
                  </a:extLst>
                </p:cNvPr>
                <p:cNvSpPr/>
                <p:nvPr/>
              </p:nvSpPr>
              <p:spPr bwMode="gray">
                <a:xfrm>
                  <a:off x="5016480" y="2448518"/>
                  <a:ext cx="1830294" cy="1852815"/>
                </a:xfrm>
                <a:prstGeom prst="ellipse">
                  <a:avLst/>
                </a:prstGeom>
                <a:solidFill>
                  <a:srgbClr val="005587"/>
                </a:solidFill>
                <a:ln w="19050" algn="ctr">
                  <a:solidFill>
                    <a:srgbClr val="005587"/>
                  </a:solidFill>
                  <a:miter lim="800000"/>
                  <a:headEnd/>
                  <a:tailEnd/>
                </a:ln>
              </p:spPr>
              <p:txBody>
                <a:bodyPr wrap="none" lIns="0" tIns="60614" rIns="0" bIns="60614" rtlCol="0" anchor="ctr"/>
                <a:lstStyle/>
                <a:p>
                  <a:pPr algn="ctr" defTabSz="623438">
                    <a:lnSpc>
                      <a:spcPct val="106000"/>
                    </a:lnSpc>
                    <a:defRPr/>
                  </a:pPr>
                  <a:endParaRPr lang="en-US" sz="341" b="1">
                    <a:solidFill>
                      <a:prstClr val="white"/>
                    </a:solidFill>
                    <a:latin typeface="Verdana"/>
                  </a:endParaRPr>
                </a:p>
              </p:txBody>
            </p:sp>
          </p:grpSp>
          <p:grpSp>
            <p:nvGrpSpPr>
              <p:cNvPr id="115" name="Group 114">
                <a:extLst>
                  <a:ext uri="{FF2B5EF4-FFF2-40B4-BE49-F238E27FC236}">
                    <a16:creationId xmlns:a16="http://schemas.microsoft.com/office/drawing/2014/main" id="{08DA9932-F917-4881-8DBA-A02AFDE61F39}"/>
                  </a:ext>
                </a:extLst>
              </p:cNvPr>
              <p:cNvGrpSpPr/>
              <p:nvPr/>
            </p:nvGrpSpPr>
            <p:grpSpPr>
              <a:xfrm>
                <a:off x="383006" y="4905432"/>
                <a:ext cx="1141357" cy="1161468"/>
                <a:chOff x="8131763" y="2011952"/>
                <a:chExt cx="2684038" cy="2717064"/>
              </a:xfrm>
            </p:grpSpPr>
            <p:sp>
              <p:nvSpPr>
                <p:cNvPr id="130" name="Block Arc 129">
                  <a:extLst>
                    <a:ext uri="{FF2B5EF4-FFF2-40B4-BE49-F238E27FC236}">
                      <a16:creationId xmlns:a16="http://schemas.microsoft.com/office/drawing/2014/main" id="{740B11E5-1BAB-4940-BCC9-BC3F5C115F59}"/>
                    </a:ext>
                  </a:extLst>
                </p:cNvPr>
                <p:cNvSpPr/>
                <p:nvPr/>
              </p:nvSpPr>
              <p:spPr bwMode="gray">
                <a:xfrm rot="10800000">
                  <a:off x="8377554" y="2260768"/>
                  <a:ext cx="2192453" cy="2219430"/>
                </a:xfrm>
                <a:prstGeom prst="blockArc">
                  <a:avLst>
                    <a:gd name="adj1" fmla="val 19230586"/>
                    <a:gd name="adj2" fmla="val 13033067"/>
                    <a:gd name="adj3" fmla="val 1857"/>
                  </a:avLst>
                </a:prstGeom>
                <a:solidFill>
                  <a:srgbClr val="009A44"/>
                </a:solidFill>
                <a:ln w="19050" algn="ctr">
                  <a:solidFill>
                    <a:srgbClr val="009A44"/>
                  </a:solidFill>
                  <a:miter lim="800000"/>
                  <a:headEnd/>
                  <a:tailEnd/>
                </a:ln>
              </p:spPr>
              <p:txBody>
                <a:bodyPr wrap="square" lIns="60614" tIns="60614" rIns="60614" bIns="60614" rtlCol="0" anchor="ctr"/>
                <a:lstStyle/>
                <a:p>
                  <a:pPr algn="ctr" defTabSz="623438">
                    <a:lnSpc>
                      <a:spcPct val="106000"/>
                    </a:lnSpc>
                    <a:defRPr/>
                  </a:pPr>
                  <a:endParaRPr lang="en-US" sz="750" b="1">
                    <a:solidFill>
                      <a:prstClr val="white"/>
                    </a:solidFill>
                    <a:latin typeface="Verdana"/>
                  </a:endParaRPr>
                </a:p>
              </p:txBody>
            </p:sp>
            <p:sp>
              <p:nvSpPr>
                <p:cNvPr id="131" name="Block Arc 130">
                  <a:extLst>
                    <a:ext uri="{FF2B5EF4-FFF2-40B4-BE49-F238E27FC236}">
                      <a16:creationId xmlns:a16="http://schemas.microsoft.com/office/drawing/2014/main" id="{DAA7D466-2624-4BEF-8388-C5758EAE3C8E}"/>
                    </a:ext>
                  </a:extLst>
                </p:cNvPr>
                <p:cNvSpPr/>
                <p:nvPr/>
              </p:nvSpPr>
              <p:spPr bwMode="gray">
                <a:xfrm>
                  <a:off x="8242936" y="2124491"/>
                  <a:ext cx="2461688" cy="2491984"/>
                </a:xfrm>
                <a:prstGeom prst="blockArc">
                  <a:avLst>
                    <a:gd name="adj1" fmla="val 19230586"/>
                    <a:gd name="adj2" fmla="val 13149094"/>
                    <a:gd name="adj3" fmla="val 1522"/>
                  </a:avLst>
                </a:prstGeom>
                <a:solidFill>
                  <a:srgbClr val="009A44"/>
                </a:solidFill>
                <a:ln w="19050" algn="ctr">
                  <a:solidFill>
                    <a:srgbClr val="009A44"/>
                  </a:solidFill>
                  <a:miter lim="800000"/>
                  <a:headEnd/>
                  <a:tailEnd/>
                </a:ln>
              </p:spPr>
              <p:txBody>
                <a:bodyPr wrap="square" lIns="60614" tIns="60614" rIns="60614" bIns="60614" rtlCol="0" anchor="ctr"/>
                <a:lstStyle/>
                <a:p>
                  <a:pPr algn="ctr" defTabSz="623438">
                    <a:lnSpc>
                      <a:spcPct val="106000"/>
                    </a:lnSpc>
                    <a:defRPr/>
                  </a:pPr>
                  <a:endParaRPr lang="en-US" sz="750" b="1">
                    <a:solidFill>
                      <a:prstClr val="white"/>
                    </a:solidFill>
                    <a:latin typeface="Verdana"/>
                  </a:endParaRPr>
                </a:p>
              </p:txBody>
            </p:sp>
            <p:sp>
              <p:nvSpPr>
                <p:cNvPr id="132" name="Oval 131">
                  <a:extLst>
                    <a:ext uri="{FF2B5EF4-FFF2-40B4-BE49-F238E27FC236}">
                      <a16:creationId xmlns:a16="http://schemas.microsoft.com/office/drawing/2014/main" id="{339B86F8-8313-48C8-8231-06623157A0B4}"/>
                    </a:ext>
                  </a:extLst>
                </p:cNvPr>
                <p:cNvSpPr/>
                <p:nvPr/>
              </p:nvSpPr>
              <p:spPr bwMode="gray">
                <a:xfrm rot="10800000">
                  <a:off x="8131763" y="2011952"/>
                  <a:ext cx="2684038" cy="2717064"/>
                </a:xfrm>
                <a:prstGeom prst="ellipse">
                  <a:avLst/>
                </a:prstGeom>
                <a:noFill/>
                <a:ln w="19050" algn="ctr">
                  <a:solidFill>
                    <a:srgbClr val="009A44"/>
                  </a:solidFill>
                  <a:prstDash val="dashDot"/>
                  <a:miter lim="800000"/>
                  <a:headEnd/>
                  <a:tailEnd/>
                </a:ln>
              </p:spPr>
              <p:txBody>
                <a:bodyPr wrap="square" lIns="60614" tIns="60614" rIns="60614" bIns="60614" rtlCol="0" anchor="ctr"/>
                <a:lstStyle/>
                <a:p>
                  <a:pPr algn="ctr" defTabSz="623438">
                    <a:lnSpc>
                      <a:spcPct val="106000"/>
                    </a:lnSpc>
                    <a:defRPr/>
                  </a:pPr>
                  <a:endParaRPr lang="en-US" sz="750" b="1">
                    <a:solidFill>
                      <a:prstClr val="white"/>
                    </a:solidFill>
                    <a:latin typeface="Verdana"/>
                  </a:endParaRPr>
                </a:p>
              </p:txBody>
            </p:sp>
            <p:sp>
              <p:nvSpPr>
                <p:cNvPr id="133" name="Oval 132">
                  <a:hlinkClick r:id="" action="ppaction://noaction"/>
                  <a:extLst>
                    <a:ext uri="{FF2B5EF4-FFF2-40B4-BE49-F238E27FC236}">
                      <a16:creationId xmlns:a16="http://schemas.microsoft.com/office/drawing/2014/main" id="{5DAE588D-032E-4652-B989-9E2287531744}"/>
                    </a:ext>
                  </a:extLst>
                </p:cNvPr>
                <p:cNvSpPr/>
                <p:nvPr/>
              </p:nvSpPr>
              <p:spPr bwMode="gray">
                <a:xfrm>
                  <a:off x="8558634" y="2448517"/>
                  <a:ext cx="1830294" cy="1852815"/>
                </a:xfrm>
                <a:prstGeom prst="ellipse">
                  <a:avLst/>
                </a:prstGeom>
                <a:solidFill>
                  <a:srgbClr val="009A44"/>
                </a:solidFill>
                <a:ln w="19050" algn="ctr">
                  <a:noFill/>
                  <a:miter lim="800000"/>
                  <a:headEnd/>
                  <a:tailEnd/>
                </a:ln>
              </p:spPr>
              <p:txBody>
                <a:bodyPr wrap="none" lIns="0" tIns="60614" rIns="0" bIns="60614" rtlCol="0" anchor="ctr"/>
                <a:lstStyle/>
                <a:p>
                  <a:pPr algn="ctr" defTabSz="623438">
                    <a:lnSpc>
                      <a:spcPct val="106000"/>
                    </a:lnSpc>
                    <a:defRPr/>
                  </a:pPr>
                  <a:endParaRPr lang="en-US" sz="341" b="1">
                    <a:solidFill>
                      <a:prstClr val="white"/>
                    </a:solidFill>
                    <a:latin typeface="Verdana"/>
                  </a:endParaRPr>
                </a:p>
              </p:txBody>
            </p:sp>
            <p:sp>
              <p:nvSpPr>
                <p:cNvPr id="134" name="Freeform 5">
                  <a:hlinkClick r:id="" action="ppaction://noaction"/>
                  <a:extLst>
                    <a:ext uri="{FF2B5EF4-FFF2-40B4-BE49-F238E27FC236}">
                      <a16:creationId xmlns:a16="http://schemas.microsoft.com/office/drawing/2014/main" id="{41850A79-F989-4863-8BFF-7E9CEBD8B6D9}"/>
                    </a:ext>
                  </a:extLst>
                </p:cNvPr>
                <p:cNvSpPr>
                  <a:spLocks noChangeAspect="1" noEditPoints="1"/>
                </p:cNvSpPr>
                <p:nvPr/>
              </p:nvSpPr>
              <p:spPr bwMode="auto">
                <a:xfrm>
                  <a:off x="8981499" y="2855836"/>
                  <a:ext cx="984562" cy="906646"/>
                </a:xfrm>
                <a:custGeom>
                  <a:avLst/>
                  <a:gdLst>
                    <a:gd name="T0" fmla="*/ 630 w 676"/>
                    <a:gd name="T1" fmla="*/ 155 h 627"/>
                    <a:gd name="T2" fmla="*/ 520 w 676"/>
                    <a:gd name="T3" fmla="*/ 160 h 627"/>
                    <a:gd name="T4" fmla="*/ 378 w 676"/>
                    <a:gd name="T5" fmla="*/ 135 h 627"/>
                    <a:gd name="T6" fmla="*/ 299 w 676"/>
                    <a:gd name="T7" fmla="*/ 128 h 627"/>
                    <a:gd name="T8" fmla="*/ 153 w 676"/>
                    <a:gd name="T9" fmla="*/ 171 h 627"/>
                    <a:gd name="T10" fmla="*/ 45 w 676"/>
                    <a:gd name="T11" fmla="*/ 166 h 627"/>
                    <a:gd name="T12" fmla="*/ 0 w 676"/>
                    <a:gd name="T13" fmla="*/ 349 h 627"/>
                    <a:gd name="T14" fmla="*/ 30 w 676"/>
                    <a:gd name="T15" fmla="*/ 349 h 627"/>
                    <a:gd name="T16" fmla="*/ 50 w 676"/>
                    <a:gd name="T17" fmla="*/ 211 h 627"/>
                    <a:gd name="T18" fmla="*/ 81 w 676"/>
                    <a:gd name="T19" fmla="*/ 581 h 627"/>
                    <a:gd name="T20" fmla="*/ 131 w 676"/>
                    <a:gd name="T21" fmla="*/ 541 h 627"/>
                    <a:gd name="T22" fmla="*/ 150 w 676"/>
                    <a:gd name="T23" fmla="*/ 211 h 627"/>
                    <a:gd name="T24" fmla="*/ 165 w 676"/>
                    <a:gd name="T25" fmla="*/ 370 h 627"/>
                    <a:gd name="T26" fmla="*/ 179 w 676"/>
                    <a:gd name="T27" fmla="*/ 187 h 627"/>
                    <a:gd name="T28" fmla="*/ 198 w 676"/>
                    <a:gd name="T29" fmla="*/ 579 h 627"/>
                    <a:gd name="T30" fmla="*/ 271 w 676"/>
                    <a:gd name="T31" fmla="*/ 627 h 627"/>
                    <a:gd name="T32" fmla="*/ 304 w 676"/>
                    <a:gd name="T33" fmla="*/ 187 h 627"/>
                    <a:gd name="T34" fmla="*/ 323 w 676"/>
                    <a:gd name="T35" fmla="*/ 347 h 627"/>
                    <a:gd name="T36" fmla="*/ 350 w 676"/>
                    <a:gd name="T37" fmla="*/ 348 h 627"/>
                    <a:gd name="T38" fmla="*/ 369 w 676"/>
                    <a:gd name="T39" fmla="*/ 196 h 627"/>
                    <a:gd name="T40" fmla="*/ 408 w 676"/>
                    <a:gd name="T41" fmla="*/ 623 h 627"/>
                    <a:gd name="T42" fmla="*/ 479 w 676"/>
                    <a:gd name="T43" fmla="*/ 568 h 627"/>
                    <a:gd name="T44" fmla="*/ 498 w 676"/>
                    <a:gd name="T45" fmla="*/ 196 h 627"/>
                    <a:gd name="T46" fmla="*/ 511 w 676"/>
                    <a:gd name="T47" fmla="*/ 370 h 627"/>
                    <a:gd name="T48" fmla="*/ 528 w 676"/>
                    <a:gd name="T49" fmla="*/ 211 h 627"/>
                    <a:gd name="T50" fmla="*/ 546 w 676"/>
                    <a:gd name="T51" fmla="*/ 529 h 627"/>
                    <a:gd name="T52" fmla="*/ 604 w 676"/>
                    <a:gd name="T53" fmla="*/ 570 h 627"/>
                    <a:gd name="T54" fmla="*/ 628 w 676"/>
                    <a:gd name="T55" fmla="*/ 211 h 627"/>
                    <a:gd name="T56" fmla="*/ 647 w 676"/>
                    <a:gd name="T57" fmla="*/ 352 h 627"/>
                    <a:gd name="T58" fmla="*/ 676 w 676"/>
                    <a:gd name="T59" fmla="*/ 353 h 627"/>
                    <a:gd name="T60" fmla="*/ 630 w 676"/>
                    <a:gd name="T61" fmla="*/ 155 h 627"/>
                    <a:gd name="T62" fmla="*/ 584 w 676"/>
                    <a:gd name="T63" fmla="*/ 135 h 627"/>
                    <a:gd name="T64" fmla="*/ 584 w 676"/>
                    <a:gd name="T65" fmla="*/ 52 h 627"/>
                    <a:gd name="T66" fmla="*/ 584 w 676"/>
                    <a:gd name="T67" fmla="*/ 135 h 627"/>
                    <a:gd name="T68" fmla="*/ 88 w 676"/>
                    <a:gd name="T69" fmla="*/ 147 h 627"/>
                    <a:gd name="T70" fmla="*/ 88 w 676"/>
                    <a:gd name="T71" fmla="*/ 64 h 627"/>
                    <a:gd name="T72" fmla="*/ 88 w 676"/>
                    <a:gd name="T73" fmla="*/ 147 h 627"/>
                    <a:gd name="T74" fmla="*/ 423 w 676"/>
                    <a:gd name="T75" fmla="*/ 115 h 627"/>
                    <a:gd name="T76" fmla="*/ 423 w 676"/>
                    <a:gd name="T77" fmla="*/ 15 h 627"/>
                    <a:gd name="T78" fmla="*/ 423 w 676"/>
                    <a:gd name="T79" fmla="*/ 115 h 627"/>
                    <a:gd name="T80" fmla="*/ 250 w 676"/>
                    <a:gd name="T81" fmla="*/ 100 h 627"/>
                    <a:gd name="T82" fmla="*/ 250 w 676"/>
                    <a:gd name="T83" fmla="*/ 0 h 627"/>
                    <a:gd name="T84" fmla="*/ 250 w 676"/>
                    <a:gd name="T85" fmla="*/ 100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76" h="627">
                      <a:moveTo>
                        <a:pt x="630" y="155"/>
                      </a:moveTo>
                      <a:lnTo>
                        <a:pt x="630" y="155"/>
                      </a:lnTo>
                      <a:lnTo>
                        <a:pt x="538" y="155"/>
                      </a:lnTo>
                      <a:cubicBezTo>
                        <a:pt x="532" y="155"/>
                        <a:pt x="525" y="157"/>
                        <a:pt x="520" y="160"/>
                      </a:cubicBezTo>
                      <a:cubicBezTo>
                        <a:pt x="510" y="141"/>
                        <a:pt x="492" y="135"/>
                        <a:pt x="472" y="135"/>
                      </a:cubicBezTo>
                      <a:lnTo>
                        <a:pt x="378" y="135"/>
                      </a:lnTo>
                      <a:cubicBezTo>
                        <a:pt x="362" y="135"/>
                        <a:pt x="348" y="135"/>
                        <a:pt x="338" y="148"/>
                      </a:cubicBezTo>
                      <a:cubicBezTo>
                        <a:pt x="328" y="135"/>
                        <a:pt x="314" y="128"/>
                        <a:pt x="299" y="128"/>
                      </a:cubicBezTo>
                      <a:lnTo>
                        <a:pt x="204" y="128"/>
                      </a:lnTo>
                      <a:cubicBezTo>
                        <a:pt x="180" y="128"/>
                        <a:pt x="160" y="146"/>
                        <a:pt x="153" y="171"/>
                      </a:cubicBezTo>
                      <a:cubicBezTo>
                        <a:pt x="147" y="168"/>
                        <a:pt x="130" y="166"/>
                        <a:pt x="124" y="166"/>
                      </a:cubicBezTo>
                      <a:lnTo>
                        <a:pt x="45" y="166"/>
                      </a:lnTo>
                      <a:cubicBezTo>
                        <a:pt x="20" y="166"/>
                        <a:pt x="0" y="190"/>
                        <a:pt x="0" y="220"/>
                      </a:cubicBezTo>
                      <a:lnTo>
                        <a:pt x="0" y="349"/>
                      </a:lnTo>
                      <a:cubicBezTo>
                        <a:pt x="0" y="359"/>
                        <a:pt x="2" y="369"/>
                        <a:pt x="15" y="369"/>
                      </a:cubicBezTo>
                      <a:cubicBezTo>
                        <a:pt x="28" y="369"/>
                        <a:pt x="30" y="359"/>
                        <a:pt x="30" y="349"/>
                      </a:cubicBezTo>
                      <a:cubicBezTo>
                        <a:pt x="30" y="337"/>
                        <a:pt x="31" y="211"/>
                        <a:pt x="31" y="211"/>
                      </a:cubicBezTo>
                      <a:lnTo>
                        <a:pt x="50" y="211"/>
                      </a:lnTo>
                      <a:cubicBezTo>
                        <a:pt x="50" y="211"/>
                        <a:pt x="49" y="530"/>
                        <a:pt x="49" y="546"/>
                      </a:cubicBezTo>
                      <a:cubicBezTo>
                        <a:pt x="50" y="580"/>
                        <a:pt x="69" y="581"/>
                        <a:pt x="81" y="581"/>
                      </a:cubicBezTo>
                      <a:lnTo>
                        <a:pt x="101" y="581"/>
                      </a:lnTo>
                      <a:cubicBezTo>
                        <a:pt x="112" y="581"/>
                        <a:pt x="129" y="580"/>
                        <a:pt x="131" y="541"/>
                      </a:cubicBezTo>
                      <a:cubicBezTo>
                        <a:pt x="131" y="524"/>
                        <a:pt x="131" y="211"/>
                        <a:pt x="131" y="211"/>
                      </a:cubicBezTo>
                      <a:lnTo>
                        <a:pt x="150" y="211"/>
                      </a:lnTo>
                      <a:lnTo>
                        <a:pt x="150" y="353"/>
                      </a:lnTo>
                      <a:cubicBezTo>
                        <a:pt x="150" y="367"/>
                        <a:pt x="155" y="370"/>
                        <a:pt x="165" y="370"/>
                      </a:cubicBezTo>
                      <a:cubicBezTo>
                        <a:pt x="175" y="370"/>
                        <a:pt x="180" y="363"/>
                        <a:pt x="180" y="351"/>
                      </a:cubicBezTo>
                      <a:cubicBezTo>
                        <a:pt x="180" y="344"/>
                        <a:pt x="179" y="187"/>
                        <a:pt x="179" y="187"/>
                      </a:cubicBezTo>
                      <a:lnTo>
                        <a:pt x="198" y="187"/>
                      </a:lnTo>
                      <a:cubicBezTo>
                        <a:pt x="198" y="187"/>
                        <a:pt x="198" y="555"/>
                        <a:pt x="198" y="579"/>
                      </a:cubicBezTo>
                      <a:cubicBezTo>
                        <a:pt x="199" y="620"/>
                        <a:pt x="221" y="627"/>
                        <a:pt x="235" y="627"/>
                      </a:cubicBezTo>
                      <a:lnTo>
                        <a:pt x="271" y="627"/>
                      </a:lnTo>
                      <a:cubicBezTo>
                        <a:pt x="285" y="627"/>
                        <a:pt x="303" y="620"/>
                        <a:pt x="305" y="573"/>
                      </a:cubicBezTo>
                      <a:cubicBezTo>
                        <a:pt x="306" y="554"/>
                        <a:pt x="304" y="187"/>
                        <a:pt x="304" y="187"/>
                      </a:cubicBezTo>
                      <a:lnTo>
                        <a:pt x="323" y="187"/>
                      </a:lnTo>
                      <a:lnTo>
                        <a:pt x="323" y="347"/>
                      </a:lnTo>
                      <a:cubicBezTo>
                        <a:pt x="323" y="363"/>
                        <a:pt x="325" y="369"/>
                        <a:pt x="338" y="369"/>
                      </a:cubicBezTo>
                      <a:cubicBezTo>
                        <a:pt x="348" y="369"/>
                        <a:pt x="350" y="362"/>
                        <a:pt x="350" y="348"/>
                      </a:cubicBezTo>
                      <a:cubicBezTo>
                        <a:pt x="350" y="338"/>
                        <a:pt x="351" y="196"/>
                        <a:pt x="351" y="196"/>
                      </a:cubicBezTo>
                      <a:lnTo>
                        <a:pt x="369" y="196"/>
                      </a:lnTo>
                      <a:cubicBezTo>
                        <a:pt x="369" y="196"/>
                        <a:pt x="370" y="551"/>
                        <a:pt x="370" y="575"/>
                      </a:cubicBezTo>
                      <a:cubicBezTo>
                        <a:pt x="371" y="615"/>
                        <a:pt x="395" y="623"/>
                        <a:pt x="408" y="623"/>
                      </a:cubicBezTo>
                      <a:lnTo>
                        <a:pt x="445" y="623"/>
                      </a:lnTo>
                      <a:cubicBezTo>
                        <a:pt x="458" y="623"/>
                        <a:pt x="477" y="615"/>
                        <a:pt x="479" y="568"/>
                      </a:cubicBezTo>
                      <a:cubicBezTo>
                        <a:pt x="480" y="546"/>
                        <a:pt x="479" y="196"/>
                        <a:pt x="479" y="196"/>
                      </a:cubicBezTo>
                      <a:lnTo>
                        <a:pt x="498" y="196"/>
                      </a:lnTo>
                      <a:cubicBezTo>
                        <a:pt x="498" y="196"/>
                        <a:pt x="498" y="333"/>
                        <a:pt x="498" y="348"/>
                      </a:cubicBezTo>
                      <a:cubicBezTo>
                        <a:pt x="498" y="360"/>
                        <a:pt x="501" y="370"/>
                        <a:pt x="511" y="370"/>
                      </a:cubicBezTo>
                      <a:cubicBezTo>
                        <a:pt x="523" y="370"/>
                        <a:pt x="526" y="365"/>
                        <a:pt x="527" y="354"/>
                      </a:cubicBezTo>
                      <a:cubicBezTo>
                        <a:pt x="527" y="372"/>
                        <a:pt x="528" y="211"/>
                        <a:pt x="528" y="211"/>
                      </a:cubicBezTo>
                      <a:lnTo>
                        <a:pt x="546" y="211"/>
                      </a:lnTo>
                      <a:cubicBezTo>
                        <a:pt x="546" y="211"/>
                        <a:pt x="546" y="524"/>
                        <a:pt x="546" y="529"/>
                      </a:cubicBezTo>
                      <a:cubicBezTo>
                        <a:pt x="547" y="563"/>
                        <a:pt x="558" y="570"/>
                        <a:pt x="569" y="570"/>
                      </a:cubicBezTo>
                      <a:lnTo>
                        <a:pt x="604" y="570"/>
                      </a:lnTo>
                      <a:cubicBezTo>
                        <a:pt x="615" y="570"/>
                        <a:pt x="627" y="563"/>
                        <a:pt x="628" y="524"/>
                      </a:cubicBezTo>
                      <a:cubicBezTo>
                        <a:pt x="629" y="504"/>
                        <a:pt x="628" y="211"/>
                        <a:pt x="628" y="211"/>
                      </a:cubicBezTo>
                      <a:lnTo>
                        <a:pt x="647" y="211"/>
                      </a:lnTo>
                      <a:lnTo>
                        <a:pt x="647" y="352"/>
                      </a:lnTo>
                      <a:cubicBezTo>
                        <a:pt x="647" y="362"/>
                        <a:pt x="653" y="369"/>
                        <a:pt x="662" y="369"/>
                      </a:cubicBezTo>
                      <a:cubicBezTo>
                        <a:pt x="671" y="369"/>
                        <a:pt x="676" y="363"/>
                        <a:pt x="676" y="353"/>
                      </a:cubicBezTo>
                      <a:lnTo>
                        <a:pt x="676" y="215"/>
                      </a:lnTo>
                      <a:cubicBezTo>
                        <a:pt x="676" y="186"/>
                        <a:pt x="655" y="155"/>
                        <a:pt x="630" y="155"/>
                      </a:cubicBezTo>
                      <a:close/>
                      <a:moveTo>
                        <a:pt x="584" y="135"/>
                      </a:moveTo>
                      <a:lnTo>
                        <a:pt x="584" y="135"/>
                      </a:lnTo>
                      <a:cubicBezTo>
                        <a:pt x="607" y="135"/>
                        <a:pt x="626" y="116"/>
                        <a:pt x="626" y="93"/>
                      </a:cubicBezTo>
                      <a:cubicBezTo>
                        <a:pt x="626" y="70"/>
                        <a:pt x="607" y="52"/>
                        <a:pt x="584" y="52"/>
                      </a:cubicBezTo>
                      <a:cubicBezTo>
                        <a:pt x="562" y="52"/>
                        <a:pt x="543" y="70"/>
                        <a:pt x="543" y="93"/>
                      </a:cubicBezTo>
                      <a:cubicBezTo>
                        <a:pt x="543" y="116"/>
                        <a:pt x="562" y="135"/>
                        <a:pt x="584" y="135"/>
                      </a:cubicBezTo>
                      <a:close/>
                      <a:moveTo>
                        <a:pt x="88" y="147"/>
                      </a:moveTo>
                      <a:lnTo>
                        <a:pt x="88" y="147"/>
                      </a:lnTo>
                      <a:cubicBezTo>
                        <a:pt x="111" y="147"/>
                        <a:pt x="130" y="128"/>
                        <a:pt x="130" y="105"/>
                      </a:cubicBezTo>
                      <a:cubicBezTo>
                        <a:pt x="130" y="82"/>
                        <a:pt x="111" y="64"/>
                        <a:pt x="88" y="64"/>
                      </a:cubicBezTo>
                      <a:cubicBezTo>
                        <a:pt x="65" y="64"/>
                        <a:pt x="47" y="82"/>
                        <a:pt x="47" y="105"/>
                      </a:cubicBezTo>
                      <a:cubicBezTo>
                        <a:pt x="47" y="128"/>
                        <a:pt x="65" y="147"/>
                        <a:pt x="88" y="147"/>
                      </a:cubicBezTo>
                      <a:close/>
                      <a:moveTo>
                        <a:pt x="423" y="115"/>
                      </a:moveTo>
                      <a:lnTo>
                        <a:pt x="423" y="115"/>
                      </a:lnTo>
                      <a:cubicBezTo>
                        <a:pt x="451" y="115"/>
                        <a:pt x="473" y="93"/>
                        <a:pt x="473" y="65"/>
                      </a:cubicBezTo>
                      <a:cubicBezTo>
                        <a:pt x="473" y="37"/>
                        <a:pt x="451" y="15"/>
                        <a:pt x="423" y="15"/>
                      </a:cubicBezTo>
                      <a:cubicBezTo>
                        <a:pt x="396" y="15"/>
                        <a:pt x="373" y="37"/>
                        <a:pt x="373" y="65"/>
                      </a:cubicBezTo>
                      <a:cubicBezTo>
                        <a:pt x="373" y="93"/>
                        <a:pt x="396" y="115"/>
                        <a:pt x="423" y="115"/>
                      </a:cubicBezTo>
                      <a:close/>
                      <a:moveTo>
                        <a:pt x="250" y="100"/>
                      </a:moveTo>
                      <a:lnTo>
                        <a:pt x="250" y="100"/>
                      </a:lnTo>
                      <a:cubicBezTo>
                        <a:pt x="277" y="100"/>
                        <a:pt x="300" y="77"/>
                        <a:pt x="300" y="49"/>
                      </a:cubicBezTo>
                      <a:cubicBezTo>
                        <a:pt x="300" y="22"/>
                        <a:pt x="277" y="0"/>
                        <a:pt x="250" y="0"/>
                      </a:cubicBezTo>
                      <a:cubicBezTo>
                        <a:pt x="222" y="0"/>
                        <a:pt x="200" y="22"/>
                        <a:pt x="200" y="49"/>
                      </a:cubicBezTo>
                      <a:cubicBezTo>
                        <a:pt x="200" y="77"/>
                        <a:pt x="222" y="100"/>
                        <a:pt x="250" y="100"/>
                      </a:cubicBezTo>
                      <a:close/>
                    </a:path>
                  </a:pathLst>
                </a:custGeom>
                <a:solidFill>
                  <a:schemeClr val="bg1"/>
                </a:solidFill>
                <a:ln w="0">
                  <a:noFill/>
                  <a:prstDash val="solid"/>
                  <a:round/>
                  <a:headEnd/>
                  <a:tailEnd/>
                </a:ln>
              </p:spPr>
              <p:txBody>
                <a:bodyPr vert="horz" wrap="square" lIns="62345" tIns="31173" rIns="62345" bIns="31173" numCol="1" anchor="t" anchorCtr="0" compatLnSpc="1">
                  <a:prstTxWarp prst="textNoShape">
                    <a:avLst/>
                  </a:prstTxWarp>
                </a:bodyPr>
                <a:lstStyle/>
                <a:p>
                  <a:pPr defTabSz="623438">
                    <a:defRPr/>
                  </a:pPr>
                  <a:endParaRPr lang="en-US" sz="818" b="1">
                    <a:solidFill>
                      <a:prstClr val="black"/>
                    </a:solidFill>
                    <a:latin typeface="Verdana"/>
                  </a:endParaRPr>
                </a:p>
              </p:txBody>
            </p:sp>
          </p:grpSp>
          <p:sp>
            <p:nvSpPr>
              <p:cNvPr id="116" name="TextBox 115">
                <a:hlinkClick r:id="" action="ppaction://noaction"/>
                <a:extLst>
                  <a:ext uri="{FF2B5EF4-FFF2-40B4-BE49-F238E27FC236}">
                    <a16:creationId xmlns:a16="http://schemas.microsoft.com/office/drawing/2014/main" id="{8B1EC19F-C41F-4A0B-B504-CAA6961CE9D3}"/>
                  </a:ext>
                </a:extLst>
              </p:cNvPr>
              <p:cNvSpPr txBox="1"/>
              <p:nvPr/>
            </p:nvSpPr>
            <p:spPr>
              <a:xfrm>
                <a:off x="1711917" y="2483503"/>
                <a:ext cx="1981699" cy="235207"/>
              </a:xfrm>
              <a:prstGeom prst="rect">
                <a:avLst/>
              </a:prstGeom>
              <a:noFill/>
            </p:spPr>
            <p:txBody>
              <a:bodyPr wrap="square" lIns="0" tIns="0" rIns="0" bIns="0" rtlCol="0">
                <a:spAutoFit/>
              </a:bodyPr>
              <a:lstStyle/>
              <a:p>
                <a:pPr defTabSz="623438">
                  <a:spcBef>
                    <a:spcPts val="409"/>
                  </a:spcBef>
                  <a:buSzPct val="100000"/>
                  <a:defRPr/>
                </a:pPr>
                <a:r>
                  <a:rPr lang="en-US" sz="818" b="1">
                    <a:solidFill>
                      <a:srgbClr val="313131"/>
                    </a:solidFill>
                    <a:latin typeface="Verdana"/>
                  </a:rPr>
                  <a:t>Technology</a:t>
                </a:r>
                <a:endParaRPr lang="en-IN" sz="818" b="1">
                  <a:solidFill>
                    <a:srgbClr val="313131"/>
                  </a:solidFill>
                  <a:latin typeface="Verdana"/>
                </a:endParaRPr>
              </a:p>
            </p:txBody>
          </p:sp>
          <p:sp>
            <p:nvSpPr>
              <p:cNvPr id="117" name="Oval 116">
                <a:extLst>
                  <a:ext uri="{FF2B5EF4-FFF2-40B4-BE49-F238E27FC236}">
                    <a16:creationId xmlns:a16="http://schemas.microsoft.com/office/drawing/2014/main" id="{9C819149-5914-463C-8576-E63CAA96A1E8}"/>
                  </a:ext>
                </a:extLst>
              </p:cNvPr>
              <p:cNvSpPr/>
              <p:nvPr/>
            </p:nvSpPr>
            <p:spPr bwMode="gray">
              <a:xfrm>
                <a:off x="1986812" y="4308374"/>
                <a:ext cx="977796" cy="976041"/>
              </a:xfrm>
              <a:prstGeom prst="ellipse">
                <a:avLst/>
              </a:prstGeom>
              <a:ln>
                <a:headEnd/>
                <a:tailEnd/>
              </a:ln>
            </p:spPr>
            <p:style>
              <a:lnRef idx="1">
                <a:schemeClr val="accent6"/>
              </a:lnRef>
              <a:fillRef idx="3">
                <a:schemeClr val="accent6"/>
              </a:fillRef>
              <a:effectRef idx="2">
                <a:schemeClr val="accent6"/>
              </a:effectRef>
              <a:fontRef idx="minor">
                <a:schemeClr val="lt1"/>
              </a:fontRef>
            </p:style>
            <p:txBody>
              <a:bodyPr wrap="square" lIns="60614" tIns="60614" rIns="60614" bIns="60614" rtlCol="0" anchor="ctr"/>
              <a:lstStyle/>
              <a:p>
                <a:pPr algn="ctr" defTabSz="623438">
                  <a:lnSpc>
                    <a:spcPct val="106000"/>
                  </a:lnSpc>
                  <a:defRPr/>
                </a:pPr>
                <a:endParaRPr lang="en-IN" sz="750" b="1">
                  <a:solidFill>
                    <a:prstClr val="white"/>
                  </a:solidFill>
                  <a:latin typeface="Verdana"/>
                </a:endParaRPr>
              </a:p>
            </p:txBody>
          </p:sp>
          <p:sp>
            <p:nvSpPr>
              <p:cNvPr id="118" name="Oval 117">
                <a:extLst>
                  <a:ext uri="{FF2B5EF4-FFF2-40B4-BE49-F238E27FC236}">
                    <a16:creationId xmlns:a16="http://schemas.microsoft.com/office/drawing/2014/main" id="{218BDDD2-7EB4-4408-A70A-47DC58481E45}"/>
                  </a:ext>
                </a:extLst>
              </p:cNvPr>
              <p:cNvSpPr/>
              <p:nvPr/>
            </p:nvSpPr>
            <p:spPr bwMode="gray">
              <a:xfrm>
                <a:off x="2057664" y="4391705"/>
                <a:ext cx="835403" cy="800450"/>
              </a:xfrm>
              <a:prstGeom prst="ellipse">
                <a:avLst/>
              </a:prstGeom>
              <a:noFill/>
              <a:ln w="76200" algn="ctr">
                <a:solidFill>
                  <a:schemeClr val="bg1"/>
                </a:solidFill>
                <a:miter lim="800000"/>
                <a:headEnd/>
                <a:tailEnd/>
              </a:ln>
            </p:spPr>
            <p:txBody>
              <a:bodyPr wrap="square" lIns="60614" tIns="60614" rIns="60614" bIns="60614" rtlCol="0" anchor="ctr"/>
              <a:lstStyle/>
              <a:p>
                <a:pPr algn="ctr" defTabSz="623438">
                  <a:lnSpc>
                    <a:spcPct val="106000"/>
                  </a:lnSpc>
                  <a:defRPr/>
                </a:pPr>
                <a:endParaRPr lang="en-IN" sz="750" b="1">
                  <a:solidFill>
                    <a:prstClr val="white"/>
                  </a:solidFill>
                  <a:latin typeface="Verdana"/>
                </a:endParaRPr>
              </a:p>
            </p:txBody>
          </p:sp>
          <p:cxnSp>
            <p:nvCxnSpPr>
              <p:cNvPr id="119" name="Straight Connector 118">
                <a:extLst>
                  <a:ext uri="{FF2B5EF4-FFF2-40B4-BE49-F238E27FC236}">
                    <a16:creationId xmlns:a16="http://schemas.microsoft.com/office/drawing/2014/main" id="{40340AA9-6484-4DAF-A22E-89A0C4B0CB51}"/>
                  </a:ext>
                </a:extLst>
              </p:cNvPr>
              <p:cNvCxnSpPr>
                <a:stCxn id="117" idx="0"/>
              </p:cNvCxnSpPr>
              <p:nvPr/>
            </p:nvCxnSpPr>
            <p:spPr>
              <a:xfrm flipH="1" flipV="1">
                <a:off x="2473062" y="4096772"/>
                <a:ext cx="2648" cy="211601"/>
              </a:xfrm>
              <a:prstGeom prst="line">
                <a:avLst/>
              </a:prstGeom>
              <a:ln w="762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777C7957-0561-4F7F-A609-EBD046132462}"/>
                  </a:ext>
                </a:extLst>
              </p:cNvPr>
              <p:cNvCxnSpPr/>
              <p:nvPr/>
            </p:nvCxnSpPr>
            <p:spPr>
              <a:xfrm flipH="1" flipV="1">
                <a:off x="2911083" y="5033287"/>
                <a:ext cx="253892" cy="158869"/>
              </a:xfrm>
              <a:prstGeom prst="line">
                <a:avLst/>
              </a:prstGeom>
              <a:ln w="762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04C9DCFC-22C8-409F-9206-403E0EC11EBD}"/>
                  </a:ext>
                </a:extLst>
              </p:cNvPr>
              <p:cNvCxnSpPr/>
              <p:nvPr/>
            </p:nvCxnSpPr>
            <p:spPr>
              <a:xfrm flipH="1">
                <a:off x="1761776" y="5018978"/>
                <a:ext cx="282348" cy="182973"/>
              </a:xfrm>
              <a:prstGeom prst="line">
                <a:avLst/>
              </a:prstGeom>
              <a:ln w="762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2" name="Oval 121">
                <a:extLst>
                  <a:ext uri="{FF2B5EF4-FFF2-40B4-BE49-F238E27FC236}">
                    <a16:creationId xmlns:a16="http://schemas.microsoft.com/office/drawing/2014/main" id="{9A3164FF-CBB4-4DC5-920F-89A319D5C45D}"/>
                  </a:ext>
                </a:extLst>
              </p:cNvPr>
              <p:cNvSpPr/>
              <p:nvPr/>
            </p:nvSpPr>
            <p:spPr bwMode="gray">
              <a:xfrm>
                <a:off x="2384690" y="3941660"/>
                <a:ext cx="176744" cy="189132"/>
              </a:xfrm>
              <a:prstGeom prst="ellipse">
                <a:avLst/>
              </a:prstGeom>
              <a:solidFill>
                <a:schemeClr val="tx1">
                  <a:lumMod val="50000"/>
                  <a:lumOff val="50000"/>
                </a:schemeClr>
              </a:solidFill>
              <a:ln w="19050" algn="ctr">
                <a:noFill/>
                <a:miter lim="800000"/>
                <a:headEnd/>
                <a:tailEnd/>
              </a:ln>
            </p:spPr>
            <p:txBody>
              <a:bodyPr wrap="square" lIns="60614" tIns="60614" rIns="60614" bIns="60614" rtlCol="0" anchor="ctr"/>
              <a:lstStyle/>
              <a:p>
                <a:pPr algn="ctr" defTabSz="623438">
                  <a:lnSpc>
                    <a:spcPct val="106000"/>
                  </a:lnSpc>
                  <a:defRPr/>
                </a:pPr>
                <a:endParaRPr lang="en-IN" sz="750" b="1">
                  <a:solidFill>
                    <a:prstClr val="white"/>
                  </a:solidFill>
                  <a:latin typeface="Verdana"/>
                </a:endParaRPr>
              </a:p>
            </p:txBody>
          </p:sp>
          <p:sp>
            <p:nvSpPr>
              <p:cNvPr id="123" name="Oval 122">
                <a:extLst>
                  <a:ext uri="{FF2B5EF4-FFF2-40B4-BE49-F238E27FC236}">
                    <a16:creationId xmlns:a16="http://schemas.microsoft.com/office/drawing/2014/main" id="{77A1AFF0-073A-470F-BC4E-55DA294A79AD}"/>
                  </a:ext>
                </a:extLst>
              </p:cNvPr>
              <p:cNvSpPr/>
              <p:nvPr/>
            </p:nvSpPr>
            <p:spPr bwMode="gray">
              <a:xfrm>
                <a:off x="3135510" y="5143807"/>
                <a:ext cx="176744" cy="189132"/>
              </a:xfrm>
              <a:prstGeom prst="ellipse">
                <a:avLst/>
              </a:prstGeom>
              <a:solidFill>
                <a:schemeClr val="tx1">
                  <a:lumMod val="50000"/>
                  <a:lumOff val="50000"/>
                </a:schemeClr>
              </a:solidFill>
              <a:ln w="19050" algn="ctr">
                <a:noFill/>
                <a:miter lim="800000"/>
                <a:headEnd/>
                <a:tailEnd/>
              </a:ln>
            </p:spPr>
            <p:txBody>
              <a:bodyPr wrap="square" lIns="60614" tIns="60614" rIns="60614" bIns="60614" rtlCol="0" anchor="ctr"/>
              <a:lstStyle/>
              <a:p>
                <a:pPr algn="ctr" defTabSz="623438">
                  <a:lnSpc>
                    <a:spcPct val="106000"/>
                  </a:lnSpc>
                  <a:defRPr/>
                </a:pPr>
                <a:endParaRPr lang="en-IN" sz="750" b="1">
                  <a:solidFill>
                    <a:prstClr val="white"/>
                  </a:solidFill>
                  <a:latin typeface="Verdana"/>
                </a:endParaRPr>
              </a:p>
            </p:txBody>
          </p:sp>
          <p:sp>
            <p:nvSpPr>
              <p:cNvPr id="124" name="Oval 123">
                <a:extLst>
                  <a:ext uri="{FF2B5EF4-FFF2-40B4-BE49-F238E27FC236}">
                    <a16:creationId xmlns:a16="http://schemas.microsoft.com/office/drawing/2014/main" id="{602D13D0-0A49-49C2-9BD9-BAE7E6231F8D}"/>
                  </a:ext>
                </a:extLst>
              </p:cNvPr>
              <p:cNvSpPr/>
              <p:nvPr/>
            </p:nvSpPr>
            <p:spPr bwMode="gray">
              <a:xfrm>
                <a:off x="1627069" y="5123435"/>
                <a:ext cx="176744" cy="189132"/>
              </a:xfrm>
              <a:prstGeom prst="ellipse">
                <a:avLst/>
              </a:prstGeom>
              <a:solidFill>
                <a:schemeClr val="tx1">
                  <a:lumMod val="50000"/>
                  <a:lumOff val="50000"/>
                </a:schemeClr>
              </a:solidFill>
              <a:ln w="19050" algn="ctr">
                <a:noFill/>
                <a:miter lim="800000"/>
                <a:headEnd/>
                <a:tailEnd/>
              </a:ln>
            </p:spPr>
            <p:txBody>
              <a:bodyPr wrap="square" lIns="60614" tIns="60614" rIns="60614" bIns="60614" rtlCol="0" anchor="ctr"/>
              <a:lstStyle/>
              <a:p>
                <a:pPr algn="ctr" defTabSz="623438">
                  <a:lnSpc>
                    <a:spcPct val="106000"/>
                  </a:lnSpc>
                  <a:defRPr/>
                </a:pPr>
                <a:endParaRPr lang="en-IN" sz="750" b="1">
                  <a:solidFill>
                    <a:prstClr val="white"/>
                  </a:solidFill>
                  <a:latin typeface="Verdana"/>
                </a:endParaRPr>
              </a:p>
            </p:txBody>
          </p:sp>
          <p:sp>
            <p:nvSpPr>
              <p:cNvPr id="125" name="TextBox 124">
                <a:extLst>
                  <a:ext uri="{FF2B5EF4-FFF2-40B4-BE49-F238E27FC236}">
                    <a16:creationId xmlns:a16="http://schemas.microsoft.com/office/drawing/2014/main" id="{24FD2454-7D7E-42B6-91CB-E5C116A7D750}"/>
                  </a:ext>
                </a:extLst>
              </p:cNvPr>
              <p:cNvSpPr txBox="1"/>
              <p:nvPr/>
            </p:nvSpPr>
            <p:spPr>
              <a:xfrm>
                <a:off x="1590209" y="5394935"/>
                <a:ext cx="1722047" cy="216690"/>
              </a:xfrm>
              <a:prstGeom prst="rect">
                <a:avLst/>
              </a:prstGeom>
              <a:noFill/>
            </p:spPr>
            <p:txBody>
              <a:bodyPr wrap="square" lIns="0" tIns="0" rIns="0" bIns="0" rtlCol="0">
                <a:spAutoFit/>
              </a:bodyPr>
              <a:lstStyle/>
              <a:p>
                <a:pPr algn="ctr" defTabSz="623438">
                  <a:spcBef>
                    <a:spcPts val="409"/>
                  </a:spcBef>
                  <a:buSzPct val="100000"/>
                  <a:defRPr/>
                </a:pPr>
                <a:r>
                  <a:rPr lang="en-US" sz="818" b="1">
                    <a:solidFill>
                      <a:srgbClr val="313131"/>
                    </a:solidFill>
                    <a:latin typeface="Verdana"/>
                  </a:rPr>
                  <a:t>PMO</a:t>
                </a:r>
                <a:endParaRPr lang="en-IN" sz="818" b="1">
                  <a:solidFill>
                    <a:srgbClr val="313131"/>
                  </a:solidFill>
                  <a:latin typeface="Verdana"/>
                </a:endParaRPr>
              </a:p>
            </p:txBody>
          </p:sp>
          <p:sp>
            <p:nvSpPr>
              <p:cNvPr id="126" name="TextBox 125">
                <a:hlinkClick r:id="" action="ppaction://noaction"/>
                <a:extLst>
                  <a:ext uri="{FF2B5EF4-FFF2-40B4-BE49-F238E27FC236}">
                    <a16:creationId xmlns:a16="http://schemas.microsoft.com/office/drawing/2014/main" id="{F32661FD-A489-44E8-B3D2-16D20863D1C6}"/>
                  </a:ext>
                </a:extLst>
              </p:cNvPr>
              <p:cNvSpPr txBox="1"/>
              <p:nvPr/>
            </p:nvSpPr>
            <p:spPr>
              <a:xfrm>
                <a:off x="3567158" y="6106772"/>
                <a:ext cx="1081759" cy="250712"/>
              </a:xfrm>
              <a:prstGeom prst="rect">
                <a:avLst/>
              </a:prstGeom>
              <a:noFill/>
            </p:spPr>
            <p:txBody>
              <a:bodyPr wrap="square" lIns="0" tIns="0" rIns="0" bIns="0" rtlCol="0">
                <a:spAutoFit/>
              </a:bodyPr>
              <a:lstStyle/>
              <a:p>
                <a:pPr defTabSz="623438">
                  <a:spcBef>
                    <a:spcPts val="409"/>
                  </a:spcBef>
                  <a:buSzPct val="100000"/>
                  <a:defRPr/>
                </a:pPr>
                <a:r>
                  <a:rPr lang="en-US" sz="818" b="1">
                    <a:solidFill>
                      <a:srgbClr val="313131"/>
                    </a:solidFill>
                    <a:latin typeface="Verdana"/>
                  </a:rPr>
                  <a:t>Process</a:t>
                </a:r>
                <a:endParaRPr lang="en-IN" sz="818" b="1">
                  <a:solidFill>
                    <a:srgbClr val="313131"/>
                  </a:solidFill>
                  <a:latin typeface="Verdana"/>
                </a:endParaRPr>
              </a:p>
            </p:txBody>
          </p:sp>
          <p:sp>
            <p:nvSpPr>
              <p:cNvPr id="127" name="TextBox 126">
                <a:hlinkClick r:id="" action="ppaction://noaction"/>
                <a:extLst>
                  <a:ext uri="{FF2B5EF4-FFF2-40B4-BE49-F238E27FC236}">
                    <a16:creationId xmlns:a16="http://schemas.microsoft.com/office/drawing/2014/main" id="{7FE805C3-C683-4EAA-A347-B06CF95D209B}"/>
                  </a:ext>
                </a:extLst>
              </p:cNvPr>
              <p:cNvSpPr txBox="1"/>
              <p:nvPr/>
            </p:nvSpPr>
            <p:spPr>
              <a:xfrm>
                <a:off x="383006" y="6106771"/>
                <a:ext cx="958963" cy="230256"/>
              </a:xfrm>
              <a:prstGeom prst="rect">
                <a:avLst/>
              </a:prstGeom>
              <a:noFill/>
            </p:spPr>
            <p:txBody>
              <a:bodyPr wrap="square" lIns="0" tIns="0" rIns="0" bIns="0" rtlCol="0">
                <a:spAutoFit/>
              </a:bodyPr>
              <a:lstStyle/>
              <a:p>
                <a:pPr defTabSz="623438">
                  <a:spcBef>
                    <a:spcPts val="409"/>
                  </a:spcBef>
                  <a:buSzPct val="100000"/>
                  <a:defRPr/>
                </a:pPr>
                <a:r>
                  <a:rPr lang="en-US" sz="818" b="1">
                    <a:solidFill>
                      <a:srgbClr val="313131"/>
                    </a:solidFill>
                    <a:latin typeface="Verdana"/>
                  </a:rPr>
                  <a:t>People</a:t>
                </a:r>
                <a:endParaRPr lang="en-IN" sz="818" b="1">
                  <a:solidFill>
                    <a:srgbClr val="313131"/>
                  </a:solidFill>
                  <a:latin typeface="Verdana"/>
                </a:endParaRPr>
              </a:p>
            </p:txBody>
          </p:sp>
          <p:sp>
            <p:nvSpPr>
              <p:cNvPr id="128" name="Freeform 45">
                <a:extLst>
                  <a:ext uri="{FF2B5EF4-FFF2-40B4-BE49-F238E27FC236}">
                    <a16:creationId xmlns:a16="http://schemas.microsoft.com/office/drawing/2014/main" id="{D7C15CA2-7C76-4799-BA64-68C6F4D4785C}"/>
                  </a:ext>
                </a:extLst>
              </p:cNvPr>
              <p:cNvSpPr>
                <a:spLocks noChangeAspect="1" noEditPoints="1"/>
              </p:cNvSpPr>
              <p:nvPr/>
            </p:nvSpPr>
            <p:spPr bwMode="auto">
              <a:xfrm>
                <a:off x="3713171" y="5242723"/>
                <a:ext cx="458728" cy="475285"/>
              </a:xfrm>
              <a:custGeom>
                <a:avLst/>
                <a:gdLst>
                  <a:gd name="T0" fmla="*/ 445 w 511"/>
                  <a:gd name="T1" fmla="*/ 483 h 510"/>
                  <a:gd name="T2" fmla="*/ 445 w 511"/>
                  <a:gd name="T3" fmla="*/ 483 h 510"/>
                  <a:gd name="T4" fmla="*/ 408 w 511"/>
                  <a:gd name="T5" fmla="*/ 445 h 510"/>
                  <a:gd name="T6" fmla="*/ 445 w 511"/>
                  <a:gd name="T7" fmla="*/ 408 h 510"/>
                  <a:gd name="T8" fmla="*/ 483 w 511"/>
                  <a:gd name="T9" fmla="*/ 445 h 510"/>
                  <a:gd name="T10" fmla="*/ 445 w 511"/>
                  <a:gd name="T11" fmla="*/ 483 h 510"/>
                  <a:gd name="T12" fmla="*/ 293 w 511"/>
                  <a:gd name="T13" fmla="*/ 445 h 510"/>
                  <a:gd name="T14" fmla="*/ 293 w 511"/>
                  <a:gd name="T15" fmla="*/ 445 h 510"/>
                  <a:gd name="T16" fmla="*/ 255 w 511"/>
                  <a:gd name="T17" fmla="*/ 483 h 510"/>
                  <a:gd name="T18" fmla="*/ 217 w 511"/>
                  <a:gd name="T19" fmla="*/ 445 h 510"/>
                  <a:gd name="T20" fmla="*/ 255 w 511"/>
                  <a:gd name="T21" fmla="*/ 408 h 510"/>
                  <a:gd name="T22" fmla="*/ 293 w 511"/>
                  <a:gd name="T23" fmla="*/ 445 h 510"/>
                  <a:gd name="T24" fmla="*/ 217 w 511"/>
                  <a:gd name="T25" fmla="*/ 65 h 510"/>
                  <a:gd name="T26" fmla="*/ 217 w 511"/>
                  <a:gd name="T27" fmla="*/ 65 h 510"/>
                  <a:gd name="T28" fmla="*/ 255 w 511"/>
                  <a:gd name="T29" fmla="*/ 27 h 510"/>
                  <a:gd name="T30" fmla="*/ 293 w 511"/>
                  <a:gd name="T31" fmla="*/ 65 h 510"/>
                  <a:gd name="T32" fmla="*/ 255 w 511"/>
                  <a:gd name="T33" fmla="*/ 102 h 510"/>
                  <a:gd name="T34" fmla="*/ 217 w 511"/>
                  <a:gd name="T35" fmla="*/ 65 h 510"/>
                  <a:gd name="T36" fmla="*/ 102 w 511"/>
                  <a:gd name="T37" fmla="*/ 445 h 510"/>
                  <a:gd name="T38" fmla="*/ 102 w 511"/>
                  <a:gd name="T39" fmla="*/ 445 h 510"/>
                  <a:gd name="T40" fmla="*/ 65 w 511"/>
                  <a:gd name="T41" fmla="*/ 483 h 510"/>
                  <a:gd name="T42" fmla="*/ 27 w 511"/>
                  <a:gd name="T43" fmla="*/ 445 h 510"/>
                  <a:gd name="T44" fmla="*/ 65 w 511"/>
                  <a:gd name="T45" fmla="*/ 408 h 510"/>
                  <a:gd name="T46" fmla="*/ 102 w 511"/>
                  <a:gd name="T47" fmla="*/ 445 h 510"/>
                  <a:gd name="T48" fmla="*/ 471 w 511"/>
                  <a:gd name="T49" fmla="*/ 385 h 510"/>
                  <a:gd name="T50" fmla="*/ 471 w 511"/>
                  <a:gd name="T51" fmla="*/ 385 h 510"/>
                  <a:gd name="T52" fmla="*/ 471 w 511"/>
                  <a:gd name="T53" fmla="*/ 323 h 510"/>
                  <a:gd name="T54" fmla="*/ 377 w 511"/>
                  <a:gd name="T55" fmla="*/ 229 h 510"/>
                  <a:gd name="T56" fmla="*/ 323 w 511"/>
                  <a:gd name="T57" fmla="*/ 229 h 510"/>
                  <a:gd name="T58" fmla="*/ 281 w 511"/>
                  <a:gd name="T59" fmla="*/ 201 h 510"/>
                  <a:gd name="T60" fmla="*/ 281 w 511"/>
                  <a:gd name="T61" fmla="*/ 125 h 510"/>
                  <a:gd name="T62" fmla="*/ 320 w 511"/>
                  <a:gd name="T63" fmla="*/ 65 h 510"/>
                  <a:gd name="T64" fmla="*/ 255 w 511"/>
                  <a:gd name="T65" fmla="*/ 0 h 510"/>
                  <a:gd name="T66" fmla="*/ 190 w 511"/>
                  <a:gd name="T67" fmla="*/ 65 h 510"/>
                  <a:gd name="T68" fmla="*/ 229 w 511"/>
                  <a:gd name="T69" fmla="*/ 125 h 510"/>
                  <a:gd name="T70" fmla="*/ 229 w 511"/>
                  <a:gd name="T71" fmla="*/ 201 h 510"/>
                  <a:gd name="T72" fmla="*/ 187 w 511"/>
                  <a:gd name="T73" fmla="*/ 229 h 510"/>
                  <a:gd name="T74" fmla="*/ 133 w 511"/>
                  <a:gd name="T75" fmla="*/ 229 h 510"/>
                  <a:gd name="T76" fmla="*/ 39 w 511"/>
                  <a:gd name="T77" fmla="*/ 323 h 510"/>
                  <a:gd name="T78" fmla="*/ 39 w 511"/>
                  <a:gd name="T79" fmla="*/ 385 h 510"/>
                  <a:gd name="T80" fmla="*/ 0 w 511"/>
                  <a:gd name="T81" fmla="*/ 445 h 510"/>
                  <a:gd name="T82" fmla="*/ 65 w 511"/>
                  <a:gd name="T83" fmla="*/ 510 h 510"/>
                  <a:gd name="T84" fmla="*/ 130 w 511"/>
                  <a:gd name="T85" fmla="*/ 445 h 510"/>
                  <a:gd name="T86" fmla="*/ 91 w 511"/>
                  <a:gd name="T87" fmla="*/ 385 h 510"/>
                  <a:gd name="T88" fmla="*/ 91 w 511"/>
                  <a:gd name="T89" fmla="*/ 323 h 510"/>
                  <a:gd name="T90" fmla="*/ 133 w 511"/>
                  <a:gd name="T91" fmla="*/ 281 h 510"/>
                  <a:gd name="T92" fmla="*/ 187 w 511"/>
                  <a:gd name="T93" fmla="*/ 281 h 510"/>
                  <a:gd name="T94" fmla="*/ 229 w 511"/>
                  <a:gd name="T95" fmla="*/ 274 h 510"/>
                  <a:gd name="T96" fmla="*/ 229 w 511"/>
                  <a:gd name="T97" fmla="*/ 385 h 510"/>
                  <a:gd name="T98" fmla="*/ 190 w 511"/>
                  <a:gd name="T99" fmla="*/ 445 h 510"/>
                  <a:gd name="T100" fmla="*/ 255 w 511"/>
                  <a:gd name="T101" fmla="*/ 510 h 510"/>
                  <a:gd name="T102" fmla="*/ 320 w 511"/>
                  <a:gd name="T103" fmla="*/ 445 h 510"/>
                  <a:gd name="T104" fmla="*/ 281 w 511"/>
                  <a:gd name="T105" fmla="*/ 385 h 510"/>
                  <a:gd name="T106" fmla="*/ 281 w 511"/>
                  <a:gd name="T107" fmla="*/ 274 h 510"/>
                  <a:gd name="T108" fmla="*/ 323 w 511"/>
                  <a:gd name="T109" fmla="*/ 281 h 510"/>
                  <a:gd name="T110" fmla="*/ 377 w 511"/>
                  <a:gd name="T111" fmla="*/ 281 h 510"/>
                  <a:gd name="T112" fmla="*/ 420 w 511"/>
                  <a:gd name="T113" fmla="*/ 323 h 510"/>
                  <a:gd name="T114" fmla="*/ 420 w 511"/>
                  <a:gd name="T115" fmla="*/ 385 h 510"/>
                  <a:gd name="T116" fmla="*/ 380 w 511"/>
                  <a:gd name="T117" fmla="*/ 445 h 510"/>
                  <a:gd name="T118" fmla="*/ 445 w 511"/>
                  <a:gd name="T119" fmla="*/ 510 h 510"/>
                  <a:gd name="T120" fmla="*/ 511 w 511"/>
                  <a:gd name="T121" fmla="*/ 445 h 510"/>
                  <a:gd name="T122" fmla="*/ 471 w 511"/>
                  <a:gd name="T123" fmla="*/ 385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1" h="510">
                    <a:moveTo>
                      <a:pt x="445" y="483"/>
                    </a:moveTo>
                    <a:lnTo>
                      <a:pt x="445" y="483"/>
                    </a:lnTo>
                    <a:cubicBezTo>
                      <a:pt x="425" y="483"/>
                      <a:pt x="408" y="466"/>
                      <a:pt x="408" y="445"/>
                    </a:cubicBezTo>
                    <a:cubicBezTo>
                      <a:pt x="408" y="424"/>
                      <a:pt x="425" y="408"/>
                      <a:pt x="445" y="408"/>
                    </a:cubicBezTo>
                    <a:cubicBezTo>
                      <a:pt x="466" y="408"/>
                      <a:pt x="483" y="424"/>
                      <a:pt x="483" y="445"/>
                    </a:cubicBezTo>
                    <a:cubicBezTo>
                      <a:pt x="483" y="466"/>
                      <a:pt x="466" y="483"/>
                      <a:pt x="445" y="483"/>
                    </a:cubicBezTo>
                    <a:close/>
                    <a:moveTo>
                      <a:pt x="293" y="445"/>
                    </a:moveTo>
                    <a:lnTo>
                      <a:pt x="293" y="445"/>
                    </a:lnTo>
                    <a:cubicBezTo>
                      <a:pt x="293" y="466"/>
                      <a:pt x="276" y="483"/>
                      <a:pt x="255" y="483"/>
                    </a:cubicBezTo>
                    <a:cubicBezTo>
                      <a:pt x="234" y="483"/>
                      <a:pt x="217" y="466"/>
                      <a:pt x="217" y="445"/>
                    </a:cubicBezTo>
                    <a:cubicBezTo>
                      <a:pt x="217" y="424"/>
                      <a:pt x="234" y="408"/>
                      <a:pt x="255" y="408"/>
                    </a:cubicBezTo>
                    <a:cubicBezTo>
                      <a:pt x="276" y="408"/>
                      <a:pt x="293" y="424"/>
                      <a:pt x="293" y="445"/>
                    </a:cubicBezTo>
                    <a:close/>
                    <a:moveTo>
                      <a:pt x="217" y="65"/>
                    </a:moveTo>
                    <a:lnTo>
                      <a:pt x="217" y="65"/>
                    </a:lnTo>
                    <a:cubicBezTo>
                      <a:pt x="217" y="44"/>
                      <a:pt x="234" y="27"/>
                      <a:pt x="255" y="27"/>
                    </a:cubicBezTo>
                    <a:cubicBezTo>
                      <a:pt x="276" y="27"/>
                      <a:pt x="293" y="44"/>
                      <a:pt x="293" y="65"/>
                    </a:cubicBezTo>
                    <a:cubicBezTo>
                      <a:pt x="293" y="85"/>
                      <a:pt x="276" y="102"/>
                      <a:pt x="255" y="102"/>
                    </a:cubicBezTo>
                    <a:cubicBezTo>
                      <a:pt x="234" y="102"/>
                      <a:pt x="217" y="85"/>
                      <a:pt x="217" y="65"/>
                    </a:cubicBezTo>
                    <a:close/>
                    <a:moveTo>
                      <a:pt x="102" y="445"/>
                    </a:moveTo>
                    <a:lnTo>
                      <a:pt x="102" y="445"/>
                    </a:lnTo>
                    <a:cubicBezTo>
                      <a:pt x="102" y="466"/>
                      <a:pt x="86" y="483"/>
                      <a:pt x="65" y="483"/>
                    </a:cubicBezTo>
                    <a:cubicBezTo>
                      <a:pt x="44" y="483"/>
                      <a:pt x="27" y="466"/>
                      <a:pt x="27" y="445"/>
                    </a:cubicBezTo>
                    <a:cubicBezTo>
                      <a:pt x="27" y="424"/>
                      <a:pt x="44" y="408"/>
                      <a:pt x="65" y="408"/>
                    </a:cubicBezTo>
                    <a:cubicBezTo>
                      <a:pt x="86" y="408"/>
                      <a:pt x="102" y="424"/>
                      <a:pt x="102" y="445"/>
                    </a:cubicBezTo>
                    <a:close/>
                    <a:moveTo>
                      <a:pt x="471" y="385"/>
                    </a:moveTo>
                    <a:lnTo>
                      <a:pt x="471" y="385"/>
                    </a:lnTo>
                    <a:lnTo>
                      <a:pt x="471" y="323"/>
                    </a:lnTo>
                    <a:cubicBezTo>
                      <a:pt x="471" y="285"/>
                      <a:pt x="446" y="229"/>
                      <a:pt x="377" y="229"/>
                    </a:cubicBezTo>
                    <a:lnTo>
                      <a:pt x="323" y="229"/>
                    </a:lnTo>
                    <a:cubicBezTo>
                      <a:pt x="285" y="229"/>
                      <a:pt x="281" y="210"/>
                      <a:pt x="281" y="201"/>
                    </a:cubicBezTo>
                    <a:lnTo>
                      <a:pt x="281" y="125"/>
                    </a:lnTo>
                    <a:cubicBezTo>
                      <a:pt x="304" y="114"/>
                      <a:pt x="320" y="91"/>
                      <a:pt x="320" y="65"/>
                    </a:cubicBezTo>
                    <a:cubicBezTo>
                      <a:pt x="320" y="29"/>
                      <a:pt x="291" y="0"/>
                      <a:pt x="255" y="0"/>
                    </a:cubicBezTo>
                    <a:cubicBezTo>
                      <a:pt x="219" y="0"/>
                      <a:pt x="190" y="29"/>
                      <a:pt x="190" y="65"/>
                    </a:cubicBezTo>
                    <a:cubicBezTo>
                      <a:pt x="190" y="91"/>
                      <a:pt x="206" y="114"/>
                      <a:pt x="229" y="125"/>
                    </a:cubicBezTo>
                    <a:lnTo>
                      <a:pt x="229" y="201"/>
                    </a:lnTo>
                    <a:cubicBezTo>
                      <a:pt x="229" y="208"/>
                      <a:pt x="227" y="229"/>
                      <a:pt x="187" y="229"/>
                    </a:cubicBezTo>
                    <a:lnTo>
                      <a:pt x="133" y="229"/>
                    </a:lnTo>
                    <a:cubicBezTo>
                      <a:pt x="64" y="229"/>
                      <a:pt x="39" y="285"/>
                      <a:pt x="39" y="323"/>
                    </a:cubicBezTo>
                    <a:lnTo>
                      <a:pt x="39" y="385"/>
                    </a:lnTo>
                    <a:cubicBezTo>
                      <a:pt x="16" y="395"/>
                      <a:pt x="0" y="418"/>
                      <a:pt x="0" y="445"/>
                    </a:cubicBezTo>
                    <a:cubicBezTo>
                      <a:pt x="0" y="481"/>
                      <a:pt x="29" y="510"/>
                      <a:pt x="65" y="510"/>
                    </a:cubicBezTo>
                    <a:cubicBezTo>
                      <a:pt x="101" y="510"/>
                      <a:pt x="130" y="481"/>
                      <a:pt x="130" y="445"/>
                    </a:cubicBezTo>
                    <a:cubicBezTo>
                      <a:pt x="130" y="418"/>
                      <a:pt x="114" y="395"/>
                      <a:pt x="91" y="385"/>
                    </a:cubicBezTo>
                    <a:lnTo>
                      <a:pt x="91" y="323"/>
                    </a:lnTo>
                    <a:cubicBezTo>
                      <a:pt x="91" y="316"/>
                      <a:pt x="93" y="281"/>
                      <a:pt x="133" y="281"/>
                    </a:cubicBezTo>
                    <a:lnTo>
                      <a:pt x="187" y="281"/>
                    </a:lnTo>
                    <a:cubicBezTo>
                      <a:pt x="204" y="281"/>
                      <a:pt x="218" y="278"/>
                      <a:pt x="229" y="274"/>
                    </a:cubicBezTo>
                    <a:lnTo>
                      <a:pt x="229" y="385"/>
                    </a:lnTo>
                    <a:cubicBezTo>
                      <a:pt x="206" y="395"/>
                      <a:pt x="190" y="418"/>
                      <a:pt x="190" y="445"/>
                    </a:cubicBezTo>
                    <a:cubicBezTo>
                      <a:pt x="190" y="481"/>
                      <a:pt x="219" y="510"/>
                      <a:pt x="255" y="510"/>
                    </a:cubicBezTo>
                    <a:cubicBezTo>
                      <a:pt x="291" y="510"/>
                      <a:pt x="320" y="481"/>
                      <a:pt x="320" y="445"/>
                    </a:cubicBezTo>
                    <a:cubicBezTo>
                      <a:pt x="320" y="418"/>
                      <a:pt x="304" y="395"/>
                      <a:pt x="281" y="385"/>
                    </a:cubicBezTo>
                    <a:lnTo>
                      <a:pt x="281" y="274"/>
                    </a:lnTo>
                    <a:cubicBezTo>
                      <a:pt x="293" y="278"/>
                      <a:pt x="307" y="281"/>
                      <a:pt x="323" y="281"/>
                    </a:cubicBezTo>
                    <a:lnTo>
                      <a:pt x="377" y="281"/>
                    </a:lnTo>
                    <a:cubicBezTo>
                      <a:pt x="416" y="281"/>
                      <a:pt x="419" y="313"/>
                      <a:pt x="420" y="323"/>
                    </a:cubicBezTo>
                    <a:lnTo>
                      <a:pt x="420" y="385"/>
                    </a:lnTo>
                    <a:cubicBezTo>
                      <a:pt x="396" y="395"/>
                      <a:pt x="380" y="418"/>
                      <a:pt x="380" y="445"/>
                    </a:cubicBezTo>
                    <a:cubicBezTo>
                      <a:pt x="380" y="481"/>
                      <a:pt x="409" y="510"/>
                      <a:pt x="445" y="510"/>
                    </a:cubicBezTo>
                    <a:cubicBezTo>
                      <a:pt x="481" y="510"/>
                      <a:pt x="511" y="481"/>
                      <a:pt x="511" y="445"/>
                    </a:cubicBezTo>
                    <a:cubicBezTo>
                      <a:pt x="511" y="418"/>
                      <a:pt x="494" y="395"/>
                      <a:pt x="471" y="385"/>
                    </a:cubicBezTo>
                    <a:close/>
                  </a:path>
                </a:pathLst>
              </a:custGeom>
              <a:solidFill>
                <a:schemeClr val="bg1"/>
              </a:solidFill>
              <a:ln w="0">
                <a:noFill/>
                <a:prstDash val="solid"/>
                <a:round/>
                <a:headEnd/>
                <a:tailEnd/>
              </a:ln>
            </p:spPr>
            <p:txBody>
              <a:bodyPr vert="horz" wrap="square" lIns="62345" tIns="31173" rIns="62345" bIns="31173" numCol="1" anchor="t" anchorCtr="0" compatLnSpc="1">
                <a:prstTxWarp prst="textNoShape">
                  <a:avLst/>
                </a:prstTxWarp>
              </a:bodyPr>
              <a:lstStyle/>
              <a:p>
                <a:pPr defTabSz="837848"/>
                <a:endParaRPr lang="en-US" sz="682" b="1">
                  <a:solidFill>
                    <a:prstClr val="black"/>
                  </a:solidFill>
                  <a:latin typeface="Verdana"/>
                </a:endParaRPr>
              </a:p>
            </p:txBody>
          </p:sp>
          <p:sp>
            <p:nvSpPr>
              <p:cNvPr id="129" name="Freeform 5">
                <a:extLst>
                  <a:ext uri="{FF2B5EF4-FFF2-40B4-BE49-F238E27FC236}">
                    <a16:creationId xmlns:a16="http://schemas.microsoft.com/office/drawing/2014/main" id="{746D6CBC-340D-45AC-AEB5-962EC6CCD74C}"/>
                  </a:ext>
                </a:extLst>
              </p:cNvPr>
              <p:cNvSpPr>
                <a:spLocks noChangeAspect="1"/>
              </p:cNvSpPr>
              <p:nvPr/>
            </p:nvSpPr>
            <p:spPr bwMode="auto">
              <a:xfrm>
                <a:off x="2262700" y="4609370"/>
                <a:ext cx="449891" cy="365120"/>
              </a:xfrm>
              <a:custGeom>
                <a:avLst/>
                <a:gdLst>
                  <a:gd name="T0" fmla="*/ 5373 w 5480"/>
                  <a:gd name="T1" fmla="*/ 2428 h 4448"/>
                  <a:gd name="T2" fmla="*/ 5233 w 5480"/>
                  <a:gd name="T3" fmla="*/ 2400 h 4448"/>
                  <a:gd name="T4" fmla="*/ 5354 w 5480"/>
                  <a:gd name="T5" fmla="*/ 2175 h 4448"/>
                  <a:gd name="T6" fmla="*/ 5222 w 5480"/>
                  <a:gd name="T7" fmla="*/ 2100 h 4448"/>
                  <a:gd name="T8" fmla="*/ 4962 w 5480"/>
                  <a:gd name="T9" fmla="*/ 2336 h 4448"/>
                  <a:gd name="T10" fmla="*/ 5092 w 5480"/>
                  <a:gd name="T11" fmla="*/ 1972 h 4448"/>
                  <a:gd name="T12" fmla="*/ 4793 w 5480"/>
                  <a:gd name="T13" fmla="*/ 2425 h 4448"/>
                  <a:gd name="T14" fmla="*/ 4634 w 5480"/>
                  <a:gd name="T15" fmla="*/ 2370 h 4448"/>
                  <a:gd name="T16" fmla="*/ 4245 w 5480"/>
                  <a:gd name="T17" fmla="*/ 3264 h 4448"/>
                  <a:gd name="T18" fmla="*/ 3735 w 5480"/>
                  <a:gd name="T19" fmla="*/ 2542 h 4448"/>
                  <a:gd name="T20" fmla="*/ 4198 w 5480"/>
                  <a:gd name="T21" fmla="*/ 2464 h 4448"/>
                  <a:gd name="T22" fmla="*/ 4297 w 5480"/>
                  <a:gd name="T23" fmla="*/ 2016 h 4448"/>
                  <a:gd name="T24" fmla="*/ 4684 w 5480"/>
                  <a:gd name="T25" fmla="*/ 1664 h 4448"/>
                  <a:gd name="T26" fmla="*/ 4544 w 5480"/>
                  <a:gd name="T27" fmla="*/ 1231 h 4448"/>
                  <a:gd name="T28" fmla="*/ 4913 w 5480"/>
                  <a:gd name="T29" fmla="*/ 620 h 4448"/>
                  <a:gd name="T30" fmla="*/ 4252 w 5480"/>
                  <a:gd name="T31" fmla="*/ 428 h 4448"/>
                  <a:gd name="T32" fmla="*/ 3576 w 5480"/>
                  <a:gd name="T33" fmla="*/ 1889 h 4448"/>
                  <a:gd name="T34" fmla="*/ 3269 w 5480"/>
                  <a:gd name="T35" fmla="*/ 1678 h 4448"/>
                  <a:gd name="T36" fmla="*/ 3248 w 5480"/>
                  <a:gd name="T37" fmla="*/ 1394 h 4448"/>
                  <a:gd name="T38" fmla="*/ 2494 w 5480"/>
                  <a:gd name="T39" fmla="*/ 872 h 4448"/>
                  <a:gd name="T40" fmla="*/ 2468 w 5480"/>
                  <a:gd name="T41" fmla="*/ 1143 h 4448"/>
                  <a:gd name="T42" fmla="*/ 2400 w 5480"/>
                  <a:gd name="T43" fmla="*/ 1565 h 4448"/>
                  <a:gd name="T44" fmla="*/ 1936 w 5480"/>
                  <a:gd name="T45" fmla="*/ 1242 h 4448"/>
                  <a:gd name="T46" fmla="*/ 552 w 5480"/>
                  <a:gd name="T47" fmla="*/ 403 h 4448"/>
                  <a:gd name="T48" fmla="*/ 981 w 5480"/>
                  <a:gd name="T49" fmla="*/ 1097 h 4448"/>
                  <a:gd name="T50" fmla="*/ 783 w 5480"/>
                  <a:gd name="T51" fmla="*/ 1475 h 4448"/>
                  <a:gd name="T52" fmla="*/ 1154 w 5480"/>
                  <a:gd name="T53" fmla="*/ 1893 h 4448"/>
                  <a:gd name="T54" fmla="*/ 1177 w 5480"/>
                  <a:gd name="T55" fmla="*/ 2317 h 4448"/>
                  <a:gd name="T56" fmla="*/ 1664 w 5480"/>
                  <a:gd name="T57" fmla="*/ 2497 h 4448"/>
                  <a:gd name="T58" fmla="*/ 2002 w 5480"/>
                  <a:gd name="T59" fmla="*/ 2794 h 4448"/>
                  <a:gd name="T60" fmla="*/ 1332 w 5480"/>
                  <a:gd name="T61" fmla="*/ 3302 h 4448"/>
                  <a:gd name="T62" fmla="*/ 1022 w 5480"/>
                  <a:gd name="T63" fmla="*/ 3031 h 4448"/>
                  <a:gd name="T64" fmla="*/ 825 w 5480"/>
                  <a:gd name="T65" fmla="*/ 2872 h 4448"/>
                  <a:gd name="T66" fmla="*/ 542 w 5480"/>
                  <a:gd name="T67" fmla="*/ 2638 h 4448"/>
                  <a:gd name="T68" fmla="*/ 502 w 5480"/>
                  <a:gd name="T69" fmla="*/ 2243 h 4448"/>
                  <a:gd name="T70" fmla="*/ 341 w 5480"/>
                  <a:gd name="T71" fmla="*/ 1835 h 4448"/>
                  <a:gd name="T72" fmla="*/ 157 w 5480"/>
                  <a:gd name="T73" fmla="*/ 2179 h 4448"/>
                  <a:gd name="T74" fmla="*/ 34 w 5480"/>
                  <a:gd name="T75" fmla="*/ 2549 h 4448"/>
                  <a:gd name="T76" fmla="*/ 202 w 5480"/>
                  <a:gd name="T77" fmla="*/ 3063 h 4448"/>
                  <a:gd name="T78" fmla="*/ 660 w 5480"/>
                  <a:gd name="T79" fmla="*/ 3492 h 4448"/>
                  <a:gd name="T80" fmla="*/ 960 w 5480"/>
                  <a:gd name="T81" fmla="*/ 3461 h 4448"/>
                  <a:gd name="T82" fmla="*/ 1345 w 5480"/>
                  <a:gd name="T83" fmla="*/ 3477 h 4448"/>
                  <a:gd name="T84" fmla="*/ 2421 w 5480"/>
                  <a:gd name="T85" fmla="*/ 3323 h 4448"/>
                  <a:gd name="T86" fmla="*/ 2374 w 5480"/>
                  <a:gd name="T87" fmla="*/ 4085 h 4448"/>
                  <a:gd name="T88" fmla="*/ 2790 w 5480"/>
                  <a:gd name="T89" fmla="*/ 4448 h 4448"/>
                  <a:gd name="T90" fmla="*/ 3194 w 5480"/>
                  <a:gd name="T91" fmla="*/ 4064 h 4448"/>
                  <a:gd name="T92" fmla="*/ 3151 w 5480"/>
                  <a:gd name="T93" fmla="*/ 3307 h 4448"/>
                  <a:gd name="T94" fmla="*/ 4241 w 5480"/>
                  <a:gd name="T95" fmla="*/ 3484 h 4448"/>
                  <a:gd name="T96" fmla="*/ 3751 w 5480"/>
                  <a:gd name="T97" fmla="*/ 3879 h 4448"/>
                  <a:gd name="T98" fmla="*/ 3943 w 5480"/>
                  <a:gd name="T99" fmla="*/ 4012 h 4448"/>
                  <a:gd name="T100" fmla="*/ 4123 w 5480"/>
                  <a:gd name="T101" fmla="*/ 4130 h 4448"/>
                  <a:gd name="T102" fmla="*/ 4270 w 5480"/>
                  <a:gd name="T103" fmla="*/ 4149 h 4448"/>
                  <a:gd name="T104" fmla="*/ 4595 w 5480"/>
                  <a:gd name="T105" fmla="*/ 3494 h 4448"/>
                  <a:gd name="T106" fmla="*/ 5141 w 5480"/>
                  <a:gd name="T107" fmla="*/ 2882 h 4448"/>
                  <a:gd name="T108" fmla="*/ 5272 w 5480"/>
                  <a:gd name="T109" fmla="*/ 2612 h 4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480" h="4448">
                    <a:moveTo>
                      <a:pt x="5246" y="2593"/>
                    </a:moveTo>
                    <a:lnTo>
                      <a:pt x="5246" y="2593"/>
                    </a:lnTo>
                    <a:lnTo>
                      <a:pt x="5059" y="2731"/>
                    </a:lnTo>
                    <a:lnTo>
                      <a:pt x="5373" y="2395"/>
                    </a:lnTo>
                    <a:lnTo>
                      <a:pt x="5373" y="2428"/>
                    </a:lnTo>
                    <a:lnTo>
                      <a:pt x="5480" y="2236"/>
                    </a:lnTo>
                    <a:lnTo>
                      <a:pt x="5297" y="2359"/>
                    </a:lnTo>
                    <a:lnTo>
                      <a:pt x="5321" y="2366"/>
                    </a:lnTo>
                    <a:lnTo>
                      <a:pt x="5177" y="2534"/>
                    </a:lnTo>
                    <a:lnTo>
                      <a:pt x="5233" y="2400"/>
                    </a:lnTo>
                    <a:lnTo>
                      <a:pt x="5084" y="2529"/>
                    </a:lnTo>
                    <a:lnTo>
                      <a:pt x="5104" y="2534"/>
                    </a:lnTo>
                    <a:lnTo>
                      <a:pt x="4926" y="2704"/>
                    </a:lnTo>
                    <a:lnTo>
                      <a:pt x="5337" y="2135"/>
                    </a:lnTo>
                    <a:lnTo>
                      <a:pt x="5354" y="2175"/>
                    </a:lnTo>
                    <a:lnTo>
                      <a:pt x="5416" y="1984"/>
                    </a:lnTo>
                    <a:lnTo>
                      <a:pt x="5252" y="2111"/>
                    </a:lnTo>
                    <a:lnTo>
                      <a:pt x="5293" y="2116"/>
                    </a:lnTo>
                    <a:lnTo>
                      <a:pt x="5158" y="2288"/>
                    </a:lnTo>
                    <a:lnTo>
                      <a:pt x="5222" y="2100"/>
                    </a:lnTo>
                    <a:lnTo>
                      <a:pt x="5068" y="2257"/>
                    </a:lnTo>
                    <a:lnTo>
                      <a:pt x="5102" y="2251"/>
                    </a:lnTo>
                    <a:lnTo>
                      <a:pt x="5018" y="2354"/>
                    </a:lnTo>
                    <a:lnTo>
                      <a:pt x="5033" y="2263"/>
                    </a:lnTo>
                    <a:lnTo>
                      <a:pt x="4962" y="2336"/>
                    </a:lnTo>
                    <a:lnTo>
                      <a:pt x="5136" y="1990"/>
                    </a:lnTo>
                    <a:lnTo>
                      <a:pt x="5160" y="2024"/>
                    </a:lnTo>
                    <a:lnTo>
                      <a:pt x="5183" y="1816"/>
                    </a:lnTo>
                    <a:lnTo>
                      <a:pt x="5048" y="1977"/>
                    </a:lnTo>
                    <a:lnTo>
                      <a:pt x="5092" y="1972"/>
                    </a:lnTo>
                    <a:lnTo>
                      <a:pt x="4965" y="2219"/>
                    </a:lnTo>
                    <a:lnTo>
                      <a:pt x="4988" y="2022"/>
                    </a:lnTo>
                    <a:lnTo>
                      <a:pt x="4858" y="2193"/>
                    </a:lnTo>
                    <a:lnTo>
                      <a:pt x="4892" y="2196"/>
                    </a:lnTo>
                    <a:lnTo>
                      <a:pt x="4793" y="2425"/>
                    </a:lnTo>
                    <a:lnTo>
                      <a:pt x="4788" y="2227"/>
                    </a:lnTo>
                    <a:lnTo>
                      <a:pt x="4673" y="2407"/>
                    </a:lnTo>
                    <a:lnTo>
                      <a:pt x="4713" y="2404"/>
                    </a:lnTo>
                    <a:lnTo>
                      <a:pt x="4655" y="2542"/>
                    </a:lnTo>
                    <a:lnTo>
                      <a:pt x="4634" y="2370"/>
                    </a:lnTo>
                    <a:lnTo>
                      <a:pt x="4559" y="2549"/>
                    </a:lnTo>
                    <a:lnTo>
                      <a:pt x="4590" y="2547"/>
                    </a:lnTo>
                    <a:lnTo>
                      <a:pt x="4447" y="3119"/>
                    </a:lnTo>
                    <a:cubicBezTo>
                      <a:pt x="4346" y="3056"/>
                      <a:pt x="4276" y="3075"/>
                      <a:pt x="4239" y="3124"/>
                    </a:cubicBezTo>
                    <a:cubicBezTo>
                      <a:pt x="4203" y="3173"/>
                      <a:pt x="4245" y="3264"/>
                      <a:pt x="4245" y="3264"/>
                    </a:cubicBezTo>
                    <a:lnTo>
                      <a:pt x="3974" y="3241"/>
                    </a:lnTo>
                    <a:cubicBezTo>
                      <a:pt x="3930" y="3062"/>
                      <a:pt x="3504" y="2796"/>
                      <a:pt x="3504" y="2796"/>
                    </a:cubicBezTo>
                    <a:cubicBezTo>
                      <a:pt x="3498" y="2729"/>
                      <a:pt x="3589" y="2622"/>
                      <a:pt x="3589" y="2622"/>
                    </a:cubicBezTo>
                    <a:cubicBezTo>
                      <a:pt x="3613" y="2656"/>
                      <a:pt x="3719" y="2726"/>
                      <a:pt x="3719" y="2726"/>
                    </a:cubicBezTo>
                    <a:cubicBezTo>
                      <a:pt x="3683" y="2700"/>
                      <a:pt x="3735" y="2542"/>
                      <a:pt x="3735" y="2542"/>
                    </a:cubicBezTo>
                    <a:cubicBezTo>
                      <a:pt x="3782" y="2614"/>
                      <a:pt x="3878" y="2643"/>
                      <a:pt x="3878" y="2643"/>
                    </a:cubicBezTo>
                    <a:cubicBezTo>
                      <a:pt x="3873" y="2612"/>
                      <a:pt x="3865" y="2484"/>
                      <a:pt x="3865" y="2484"/>
                    </a:cubicBezTo>
                    <a:cubicBezTo>
                      <a:pt x="3891" y="2510"/>
                      <a:pt x="4029" y="2568"/>
                      <a:pt x="4029" y="2568"/>
                    </a:cubicBezTo>
                    <a:cubicBezTo>
                      <a:pt x="4013" y="2518"/>
                      <a:pt x="4021" y="2407"/>
                      <a:pt x="4021" y="2407"/>
                    </a:cubicBezTo>
                    <a:cubicBezTo>
                      <a:pt x="4083" y="2451"/>
                      <a:pt x="4198" y="2464"/>
                      <a:pt x="4198" y="2464"/>
                    </a:cubicBezTo>
                    <a:cubicBezTo>
                      <a:pt x="4161" y="2440"/>
                      <a:pt x="4148" y="2287"/>
                      <a:pt x="4148" y="2287"/>
                    </a:cubicBezTo>
                    <a:cubicBezTo>
                      <a:pt x="4229" y="2313"/>
                      <a:pt x="4317" y="2287"/>
                      <a:pt x="4317" y="2287"/>
                    </a:cubicBezTo>
                    <a:cubicBezTo>
                      <a:pt x="4276" y="2269"/>
                      <a:pt x="4237" y="2170"/>
                      <a:pt x="4237" y="2170"/>
                    </a:cubicBezTo>
                    <a:cubicBezTo>
                      <a:pt x="4325" y="2196"/>
                      <a:pt x="4421" y="2170"/>
                      <a:pt x="4421" y="2170"/>
                    </a:cubicBezTo>
                    <a:cubicBezTo>
                      <a:pt x="4385" y="2154"/>
                      <a:pt x="4297" y="2016"/>
                      <a:pt x="4297" y="2016"/>
                    </a:cubicBezTo>
                    <a:cubicBezTo>
                      <a:pt x="4390" y="2014"/>
                      <a:pt x="4520" y="1977"/>
                      <a:pt x="4520" y="1977"/>
                    </a:cubicBezTo>
                    <a:cubicBezTo>
                      <a:pt x="4463" y="1951"/>
                      <a:pt x="4403" y="1858"/>
                      <a:pt x="4403" y="1858"/>
                    </a:cubicBezTo>
                    <a:cubicBezTo>
                      <a:pt x="4525" y="1858"/>
                      <a:pt x="4575" y="1814"/>
                      <a:pt x="4575" y="1814"/>
                    </a:cubicBezTo>
                    <a:cubicBezTo>
                      <a:pt x="4517" y="1801"/>
                      <a:pt x="4471" y="1730"/>
                      <a:pt x="4471" y="1730"/>
                    </a:cubicBezTo>
                    <a:cubicBezTo>
                      <a:pt x="4554" y="1741"/>
                      <a:pt x="4684" y="1664"/>
                      <a:pt x="4684" y="1664"/>
                    </a:cubicBezTo>
                    <a:cubicBezTo>
                      <a:pt x="4637" y="1668"/>
                      <a:pt x="4551" y="1564"/>
                      <a:pt x="4551" y="1564"/>
                    </a:cubicBezTo>
                    <a:cubicBezTo>
                      <a:pt x="4601" y="1559"/>
                      <a:pt x="4746" y="1447"/>
                      <a:pt x="4746" y="1447"/>
                    </a:cubicBezTo>
                    <a:cubicBezTo>
                      <a:pt x="4692" y="1460"/>
                      <a:pt x="4562" y="1390"/>
                      <a:pt x="4562" y="1390"/>
                    </a:cubicBezTo>
                    <a:cubicBezTo>
                      <a:pt x="4637" y="1377"/>
                      <a:pt x="4731" y="1296"/>
                      <a:pt x="4731" y="1296"/>
                    </a:cubicBezTo>
                    <a:cubicBezTo>
                      <a:pt x="4671" y="1299"/>
                      <a:pt x="4544" y="1231"/>
                      <a:pt x="4544" y="1231"/>
                    </a:cubicBezTo>
                    <a:cubicBezTo>
                      <a:pt x="4650" y="1205"/>
                      <a:pt x="4731" y="1088"/>
                      <a:pt x="4731" y="1088"/>
                    </a:cubicBezTo>
                    <a:cubicBezTo>
                      <a:pt x="4673" y="1101"/>
                      <a:pt x="4489" y="1101"/>
                      <a:pt x="4489" y="1101"/>
                    </a:cubicBezTo>
                    <a:cubicBezTo>
                      <a:pt x="4580" y="1060"/>
                      <a:pt x="4733" y="940"/>
                      <a:pt x="4733" y="940"/>
                    </a:cubicBezTo>
                    <a:cubicBezTo>
                      <a:pt x="4619" y="953"/>
                      <a:pt x="4494" y="917"/>
                      <a:pt x="4494" y="917"/>
                    </a:cubicBezTo>
                    <a:cubicBezTo>
                      <a:pt x="4726" y="839"/>
                      <a:pt x="4913" y="620"/>
                      <a:pt x="4913" y="620"/>
                    </a:cubicBezTo>
                    <a:cubicBezTo>
                      <a:pt x="4874" y="644"/>
                      <a:pt x="4694" y="620"/>
                      <a:pt x="4694" y="620"/>
                    </a:cubicBezTo>
                    <a:cubicBezTo>
                      <a:pt x="4791" y="576"/>
                      <a:pt x="4996" y="381"/>
                      <a:pt x="4996" y="381"/>
                    </a:cubicBezTo>
                    <a:cubicBezTo>
                      <a:pt x="4954" y="381"/>
                      <a:pt x="4869" y="345"/>
                      <a:pt x="4869" y="345"/>
                    </a:cubicBezTo>
                    <a:cubicBezTo>
                      <a:pt x="5038" y="290"/>
                      <a:pt x="5183" y="77"/>
                      <a:pt x="5183" y="77"/>
                    </a:cubicBezTo>
                    <a:cubicBezTo>
                      <a:pt x="4894" y="0"/>
                      <a:pt x="4481" y="277"/>
                      <a:pt x="4252" y="428"/>
                    </a:cubicBezTo>
                    <a:cubicBezTo>
                      <a:pt x="4024" y="579"/>
                      <a:pt x="3717" y="898"/>
                      <a:pt x="3714" y="948"/>
                    </a:cubicBezTo>
                    <a:cubicBezTo>
                      <a:pt x="3712" y="997"/>
                      <a:pt x="3613" y="1088"/>
                      <a:pt x="3602" y="1156"/>
                    </a:cubicBezTo>
                    <a:cubicBezTo>
                      <a:pt x="3591" y="1223"/>
                      <a:pt x="3618" y="1296"/>
                      <a:pt x="3696" y="1338"/>
                    </a:cubicBezTo>
                    <a:cubicBezTo>
                      <a:pt x="3774" y="1379"/>
                      <a:pt x="3735" y="1504"/>
                      <a:pt x="3751" y="1608"/>
                    </a:cubicBezTo>
                    <a:cubicBezTo>
                      <a:pt x="3766" y="1712"/>
                      <a:pt x="3621" y="1840"/>
                      <a:pt x="3576" y="1889"/>
                    </a:cubicBezTo>
                    <a:cubicBezTo>
                      <a:pt x="3532" y="1938"/>
                      <a:pt x="3450" y="1883"/>
                      <a:pt x="3450" y="1883"/>
                    </a:cubicBezTo>
                    <a:lnTo>
                      <a:pt x="3450" y="1784"/>
                    </a:lnTo>
                    <a:lnTo>
                      <a:pt x="3298" y="1783"/>
                    </a:lnTo>
                    <a:cubicBezTo>
                      <a:pt x="3297" y="1751"/>
                      <a:pt x="3284" y="1714"/>
                      <a:pt x="3272" y="1684"/>
                    </a:cubicBezTo>
                    <a:cubicBezTo>
                      <a:pt x="3271" y="1683"/>
                      <a:pt x="3270" y="1681"/>
                      <a:pt x="3269" y="1678"/>
                    </a:cubicBezTo>
                    <a:cubicBezTo>
                      <a:pt x="3256" y="1648"/>
                      <a:pt x="3243" y="1626"/>
                      <a:pt x="3243" y="1626"/>
                    </a:cubicBezTo>
                    <a:cubicBezTo>
                      <a:pt x="3243" y="1626"/>
                      <a:pt x="3246" y="1625"/>
                      <a:pt x="3250" y="1624"/>
                    </a:cubicBezTo>
                    <a:cubicBezTo>
                      <a:pt x="3248" y="1618"/>
                      <a:pt x="3247" y="1611"/>
                      <a:pt x="3245" y="1604"/>
                    </a:cubicBezTo>
                    <a:cubicBezTo>
                      <a:pt x="3234" y="1558"/>
                      <a:pt x="3269" y="1499"/>
                      <a:pt x="3252" y="1460"/>
                    </a:cubicBezTo>
                    <a:cubicBezTo>
                      <a:pt x="3241" y="1435"/>
                      <a:pt x="3245" y="1409"/>
                      <a:pt x="3248" y="1394"/>
                    </a:cubicBezTo>
                    <a:cubicBezTo>
                      <a:pt x="3231" y="1356"/>
                      <a:pt x="3173" y="1338"/>
                      <a:pt x="3173" y="1338"/>
                    </a:cubicBezTo>
                    <a:cubicBezTo>
                      <a:pt x="3173" y="1338"/>
                      <a:pt x="3156" y="1234"/>
                      <a:pt x="3159" y="1107"/>
                    </a:cubicBezTo>
                    <a:cubicBezTo>
                      <a:pt x="3163" y="981"/>
                      <a:pt x="3070" y="875"/>
                      <a:pt x="2895" y="839"/>
                    </a:cubicBezTo>
                    <a:cubicBezTo>
                      <a:pt x="2720" y="802"/>
                      <a:pt x="2673" y="821"/>
                      <a:pt x="2626" y="849"/>
                    </a:cubicBezTo>
                    <a:cubicBezTo>
                      <a:pt x="2591" y="869"/>
                      <a:pt x="2552" y="862"/>
                      <a:pt x="2494" y="872"/>
                    </a:cubicBezTo>
                    <a:cubicBezTo>
                      <a:pt x="2407" y="888"/>
                      <a:pt x="2345" y="904"/>
                      <a:pt x="2310" y="982"/>
                    </a:cubicBezTo>
                    <a:cubicBezTo>
                      <a:pt x="2293" y="1020"/>
                      <a:pt x="2284" y="1135"/>
                      <a:pt x="2316" y="1175"/>
                    </a:cubicBezTo>
                    <a:cubicBezTo>
                      <a:pt x="2316" y="1175"/>
                      <a:pt x="2322" y="1084"/>
                      <a:pt x="2396" y="1106"/>
                    </a:cubicBezTo>
                    <a:lnTo>
                      <a:pt x="2396" y="1106"/>
                    </a:lnTo>
                    <a:cubicBezTo>
                      <a:pt x="2419" y="1109"/>
                      <a:pt x="2447" y="1127"/>
                      <a:pt x="2468" y="1143"/>
                    </a:cubicBezTo>
                    <a:cubicBezTo>
                      <a:pt x="2468" y="1143"/>
                      <a:pt x="2618" y="1181"/>
                      <a:pt x="2660" y="1174"/>
                    </a:cubicBezTo>
                    <a:cubicBezTo>
                      <a:pt x="2660" y="1174"/>
                      <a:pt x="2662" y="1191"/>
                      <a:pt x="2641" y="1233"/>
                    </a:cubicBezTo>
                    <a:cubicBezTo>
                      <a:pt x="2621" y="1274"/>
                      <a:pt x="2573" y="1329"/>
                      <a:pt x="2553" y="1354"/>
                    </a:cubicBezTo>
                    <a:cubicBezTo>
                      <a:pt x="2514" y="1403"/>
                      <a:pt x="2430" y="1526"/>
                      <a:pt x="2414" y="1546"/>
                    </a:cubicBezTo>
                    <a:cubicBezTo>
                      <a:pt x="2403" y="1562"/>
                      <a:pt x="2400" y="1566"/>
                      <a:pt x="2400" y="1565"/>
                    </a:cubicBezTo>
                    <a:cubicBezTo>
                      <a:pt x="2341" y="1648"/>
                      <a:pt x="2292" y="1777"/>
                      <a:pt x="2292" y="1777"/>
                    </a:cubicBezTo>
                    <a:lnTo>
                      <a:pt x="2111" y="1776"/>
                    </a:lnTo>
                    <a:lnTo>
                      <a:pt x="2112" y="1905"/>
                    </a:lnTo>
                    <a:cubicBezTo>
                      <a:pt x="1920" y="1936"/>
                      <a:pt x="1782" y="1736"/>
                      <a:pt x="1774" y="1546"/>
                    </a:cubicBezTo>
                    <a:cubicBezTo>
                      <a:pt x="1767" y="1356"/>
                      <a:pt x="1904" y="1429"/>
                      <a:pt x="1936" y="1242"/>
                    </a:cubicBezTo>
                    <a:cubicBezTo>
                      <a:pt x="1967" y="1054"/>
                      <a:pt x="1655" y="740"/>
                      <a:pt x="1551" y="664"/>
                    </a:cubicBezTo>
                    <a:cubicBezTo>
                      <a:pt x="1447" y="589"/>
                      <a:pt x="937" y="243"/>
                      <a:pt x="797" y="173"/>
                    </a:cubicBezTo>
                    <a:cubicBezTo>
                      <a:pt x="656" y="103"/>
                      <a:pt x="367" y="86"/>
                      <a:pt x="367" y="86"/>
                    </a:cubicBezTo>
                    <a:cubicBezTo>
                      <a:pt x="390" y="170"/>
                      <a:pt x="670" y="384"/>
                      <a:pt x="670" y="384"/>
                    </a:cubicBezTo>
                    <a:cubicBezTo>
                      <a:pt x="639" y="391"/>
                      <a:pt x="552" y="403"/>
                      <a:pt x="552" y="403"/>
                    </a:cubicBezTo>
                    <a:cubicBezTo>
                      <a:pt x="656" y="528"/>
                      <a:pt x="826" y="660"/>
                      <a:pt x="826" y="660"/>
                    </a:cubicBezTo>
                    <a:cubicBezTo>
                      <a:pt x="764" y="698"/>
                      <a:pt x="639" y="660"/>
                      <a:pt x="639" y="660"/>
                    </a:cubicBezTo>
                    <a:cubicBezTo>
                      <a:pt x="684" y="726"/>
                      <a:pt x="1020" y="924"/>
                      <a:pt x="1020" y="924"/>
                    </a:cubicBezTo>
                    <a:cubicBezTo>
                      <a:pt x="974" y="951"/>
                      <a:pt x="769" y="932"/>
                      <a:pt x="769" y="932"/>
                    </a:cubicBezTo>
                    <a:cubicBezTo>
                      <a:pt x="785" y="996"/>
                      <a:pt x="981" y="1097"/>
                      <a:pt x="981" y="1097"/>
                    </a:cubicBezTo>
                    <a:cubicBezTo>
                      <a:pt x="960" y="1118"/>
                      <a:pt x="762" y="1126"/>
                      <a:pt x="762" y="1126"/>
                    </a:cubicBezTo>
                    <a:cubicBezTo>
                      <a:pt x="779" y="1158"/>
                      <a:pt x="962" y="1260"/>
                      <a:pt x="962" y="1260"/>
                    </a:cubicBezTo>
                    <a:cubicBezTo>
                      <a:pt x="927" y="1282"/>
                      <a:pt x="785" y="1307"/>
                      <a:pt x="785" y="1307"/>
                    </a:cubicBezTo>
                    <a:cubicBezTo>
                      <a:pt x="807" y="1339"/>
                      <a:pt x="936" y="1416"/>
                      <a:pt x="936" y="1416"/>
                    </a:cubicBezTo>
                    <a:cubicBezTo>
                      <a:pt x="887" y="1423"/>
                      <a:pt x="783" y="1475"/>
                      <a:pt x="783" y="1475"/>
                    </a:cubicBezTo>
                    <a:cubicBezTo>
                      <a:pt x="830" y="1520"/>
                      <a:pt x="977" y="1596"/>
                      <a:pt x="977" y="1596"/>
                    </a:cubicBezTo>
                    <a:cubicBezTo>
                      <a:pt x="897" y="1613"/>
                      <a:pt x="840" y="1676"/>
                      <a:pt x="840" y="1676"/>
                    </a:cubicBezTo>
                    <a:cubicBezTo>
                      <a:pt x="958" y="1740"/>
                      <a:pt x="1052" y="1747"/>
                      <a:pt x="1052" y="1747"/>
                    </a:cubicBezTo>
                    <a:cubicBezTo>
                      <a:pt x="982" y="1788"/>
                      <a:pt x="925" y="1849"/>
                      <a:pt x="925" y="1849"/>
                    </a:cubicBezTo>
                    <a:cubicBezTo>
                      <a:pt x="991" y="1893"/>
                      <a:pt x="1154" y="1893"/>
                      <a:pt x="1154" y="1893"/>
                    </a:cubicBezTo>
                    <a:cubicBezTo>
                      <a:pt x="1085" y="1922"/>
                      <a:pt x="986" y="2021"/>
                      <a:pt x="986" y="2021"/>
                    </a:cubicBezTo>
                    <a:cubicBezTo>
                      <a:pt x="1095" y="2057"/>
                      <a:pt x="1230" y="2036"/>
                      <a:pt x="1230" y="2036"/>
                    </a:cubicBezTo>
                    <a:cubicBezTo>
                      <a:pt x="1111" y="2080"/>
                      <a:pt x="1076" y="2179"/>
                      <a:pt x="1076" y="2179"/>
                    </a:cubicBezTo>
                    <a:cubicBezTo>
                      <a:pt x="1163" y="2194"/>
                      <a:pt x="1308" y="2177"/>
                      <a:pt x="1308" y="2177"/>
                    </a:cubicBezTo>
                    <a:cubicBezTo>
                      <a:pt x="1241" y="2203"/>
                      <a:pt x="1177" y="2317"/>
                      <a:pt x="1177" y="2317"/>
                    </a:cubicBezTo>
                    <a:cubicBezTo>
                      <a:pt x="1261" y="2366"/>
                      <a:pt x="1376" y="2321"/>
                      <a:pt x="1376" y="2321"/>
                    </a:cubicBezTo>
                    <a:cubicBezTo>
                      <a:pt x="1331" y="2357"/>
                      <a:pt x="1320" y="2494"/>
                      <a:pt x="1320" y="2494"/>
                    </a:cubicBezTo>
                    <a:cubicBezTo>
                      <a:pt x="1433" y="2499"/>
                      <a:pt x="1497" y="2423"/>
                      <a:pt x="1497" y="2423"/>
                    </a:cubicBezTo>
                    <a:cubicBezTo>
                      <a:pt x="1466" y="2491"/>
                      <a:pt x="1468" y="2593"/>
                      <a:pt x="1468" y="2593"/>
                    </a:cubicBezTo>
                    <a:cubicBezTo>
                      <a:pt x="1563" y="2567"/>
                      <a:pt x="1664" y="2497"/>
                      <a:pt x="1664" y="2497"/>
                    </a:cubicBezTo>
                    <a:cubicBezTo>
                      <a:pt x="1632" y="2560"/>
                      <a:pt x="1651" y="2674"/>
                      <a:pt x="1651" y="2674"/>
                    </a:cubicBezTo>
                    <a:cubicBezTo>
                      <a:pt x="1731" y="2660"/>
                      <a:pt x="1816" y="2551"/>
                      <a:pt x="1816" y="2551"/>
                    </a:cubicBezTo>
                    <a:cubicBezTo>
                      <a:pt x="1788" y="2643"/>
                      <a:pt x="1794" y="2747"/>
                      <a:pt x="1794" y="2747"/>
                    </a:cubicBezTo>
                    <a:cubicBezTo>
                      <a:pt x="1856" y="2731"/>
                      <a:pt x="1960" y="2624"/>
                      <a:pt x="1960" y="2624"/>
                    </a:cubicBezTo>
                    <a:cubicBezTo>
                      <a:pt x="1948" y="2711"/>
                      <a:pt x="2002" y="2794"/>
                      <a:pt x="2002" y="2794"/>
                    </a:cubicBezTo>
                    <a:cubicBezTo>
                      <a:pt x="2047" y="2785"/>
                      <a:pt x="2109" y="2709"/>
                      <a:pt x="2109" y="2709"/>
                    </a:cubicBezTo>
                    <a:lnTo>
                      <a:pt x="2109" y="2809"/>
                    </a:lnTo>
                    <a:cubicBezTo>
                      <a:pt x="1910" y="2827"/>
                      <a:pt x="1830" y="2995"/>
                      <a:pt x="1755" y="3050"/>
                    </a:cubicBezTo>
                    <a:cubicBezTo>
                      <a:pt x="1681" y="3106"/>
                      <a:pt x="1599" y="3272"/>
                      <a:pt x="1599" y="3272"/>
                    </a:cubicBezTo>
                    <a:lnTo>
                      <a:pt x="1332" y="3302"/>
                    </a:lnTo>
                    <a:cubicBezTo>
                      <a:pt x="1345" y="3269"/>
                      <a:pt x="1367" y="3191"/>
                      <a:pt x="1293" y="3141"/>
                    </a:cubicBezTo>
                    <a:cubicBezTo>
                      <a:pt x="1218" y="3090"/>
                      <a:pt x="1128" y="3200"/>
                      <a:pt x="1119" y="3189"/>
                    </a:cubicBezTo>
                    <a:cubicBezTo>
                      <a:pt x="1111" y="3179"/>
                      <a:pt x="1079" y="3180"/>
                      <a:pt x="1034" y="3161"/>
                    </a:cubicBezTo>
                    <a:cubicBezTo>
                      <a:pt x="989" y="3142"/>
                      <a:pt x="1029" y="3132"/>
                      <a:pt x="1029" y="3132"/>
                    </a:cubicBezTo>
                    <a:cubicBezTo>
                      <a:pt x="1069" y="3099"/>
                      <a:pt x="1022" y="3031"/>
                      <a:pt x="1022" y="3031"/>
                    </a:cubicBezTo>
                    <a:cubicBezTo>
                      <a:pt x="1119" y="2998"/>
                      <a:pt x="1228" y="2832"/>
                      <a:pt x="1235" y="2757"/>
                    </a:cubicBezTo>
                    <a:cubicBezTo>
                      <a:pt x="1242" y="2683"/>
                      <a:pt x="1305" y="2605"/>
                      <a:pt x="1305" y="2605"/>
                    </a:cubicBezTo>
                    <a:cubicBezTo>
                      <a:pt x="1196" y="2605"/>
                      <a:pt x="1045" y="2735"/>
                      <a:pt x="1045" y="2735"/>
                    </a:cubicBezTo>
                    <a:cubicBezTo>
                      <a:pt x="1064" y="2671"/>
                      <a:pt x="1026" y="2468"/>
                      <a:pt x="1026" y="2468"/>
                    </a:cubicBezTo>
                    <a:cubicBezTo>
                      <a:pt x="889" y="2572"/>
                      <a:pt x="825" y="2872"/>
                      <a:pt x="825" y="2872"/>
                    </a:cubicBezTo>
                    <a:cubicBezTo>
                      <a:pt x="809" y="2837"/>
                      <a:pt x="781" y="2851"/>
                      <a:pt x="781" y="2851"/>
                    </a:cubicBezTo>
                    <a:cubicBezTo>
                      <a:pt x="871" y="2723"/>
                      <a:pt x="812" y="2409"/>
                      <a:pt x="812" y="2409"/>
                    </a:cubicBezTo>
                    <a:cubicBezTo>
                      <a:pt x="648" y="2536"/>
                      <a:pt x="649" y="2666"/>
                      <a:pt x="649" y="2666"/>
                    </a:cubicBezTo>
                    <a:cubicBezTo>
                      <a:pt x="573" y="2679"/>
                      <a:pt x="580" y="2714"/>
                      <a:pt x="566" y="2716"/>
                    </a:cubicBezTo>
                    <a:cubicBezTo>
                      <a:pt x="552" y="2718"/>
                      <a:pt x="542" y="2638"/>
                      <a:pt x="542" y="2638"/>
                    </a:cubicBezTo>
                    <a:cubicBezTo>
                      <a:pt x="542" y="2638"/>
                      <a:pt x="625" y="2634"/>
                      <a:pt x="629" y="2553"/>
                    </a:cubicBezTo>
                    <a:cubicBezTo>
                      <a:pt x="632" y="2471"/>
                      <a:pt x="551" y="2463"/>
                      <a:pt x="551" y="2463"/>
                    </a:cubicBezTo>
                    <a:cubicBezTo>
                      <a:pt x="769" y="2362"/>
                      <a:pt x="689" y="2068"/>
                      <a:pt x="689" y="2100"/>
                    </a:cubicBezTo>
                    <a:cubicBezTo>
                      <a:pt x="689" y="2133"/>
                      <a:pt x="679" y="2135"/>
                      <a:pt x="611" y="2165"/>
                    </a:cubicBezTo>
                    <a:cubicBezTo>
                      <a:pt x="544" y="2194"/>
                      <a:pt x="502" y="2243"/>
                      <a:pt x="502" y="2243"/>
                    </a:cubicBezTo>
                    <a:cubicBezTo>
                      <a:pt x="471" y="2206"/>
                      <a:pt x="436" y="2205"/>
                      <a:pt x="436" y="2205"/>
                    </a:cubicBezTo>
                    <a:cubicBezTo>
                      <a:pt x="487" y="2166"/>
                      <a:pt x="604" y="2017"/>
                      <a:pt x="579" y="1960"/>
                    </a:cubicBezTo>
                    <a:cubicBezTo>
                      <a:pt x="552" y="1903"/>
                      <a:pt x="585" y="1783"/>
                      <a:pt x="585" y="1783"/>
                    </a:cubicBezTo>
                    <a:cubicBezTo>
                      <a:pt x="495" y="1802"/>
                      <a:pt x="419" y="1976"/>
                      <a:pt x="419" y="1976"/>
                    </a:cubicBezTo>
                    <a:cubicBezTo>
                      <a:pt x="414" y="1934"/>
                      <a:pt x="369" y="1856"/>
                      <a:pt x="341" y="1835"/>
                    </a:cubicBezTo>
                    <a:cubicBezTo>
                      <a:pt x="313" y="1815"/>
                      <a:pt x="247" y="1653"/>
                      <a:pt x="247" y="1653"/>
                    </a:cubicBezTo>
                    <a:cubicBezTo>
                      <a:pt x="244" y="1719"/>
                      <a:pt x="223" y="1884"/>
                      <a:pt x="213" y="1974"/>
                    </a:cubicBezTo>
                    <a:cubicBezTo>
                      <a:pt x="202" y="2064"/>
                      <a:pt x="253" y="2180"/>
                      <a:pt x="325" y="2212"/>
                    </a:cubicBezTo>
                    <a:cubicBezTo>
                      <a:pt x="398" y="2243"/>
                      <a:pt x="367" y="2314"/>
                      <a:pt x="367" y="2314"/>
                    </a:cubicBezTo>
                    <a:cubicBezTo>
                      <a:pt x="362" y="2281"/>
                      <a:pt x="251" y="2206"/>
                      <a:pt x="157" y="2179"/>
                    </a:cubicBezTo>
                    <a:cubicBezTo>
                      <a:pt x="64" y="2151"/>
                      <a:pt x="0" y="2088"/>
                      <a:pt x="0" y="2088"/>
                    </a:cubicBezTo>
                    <a:cubicBezTo>
                      <a:pt x="0" y="2088"/>
                      <a:pt x="8" y="2288"/>
                      <a:pt x="93" y="2366"/>
                    </a:cubicBezTo>
                    <a:cubicBezTo>
                      <a:pt x="178" y="2444"/>
                      <a:pt x="324" y="2477"/>
                      <a:pt x="324" y="2477"/>
                    </a:cubicBezTo>
                    <a:cubicBezTo>
                      <a:pt x="289" y="2491"/>
                      <a:pt x="277" y="2546"/>
                      <a:pt x="277" y="2546"/>
                    </a:cubicBezTo>
                    <a:cubicBezTo>
                      <a:pt x="190" y="2511"/>
                      <a:pt x="34" y="2549"/>
                      <a:pt x="34" y="2549"/>
                    </a:cubicBezTo>
                    <a:cubicBezTo>
                      <a:pt x="100" y="2572"/>
                      <a:pt x="178" y="2707"/>
                      <a:pt x="178" y="2707"/>
                    </a:cubicBezTo>
                    <a:cubicBezTo>
                      <a:pt x="138" y="2714"/>
                      <a:pt x="81" y="2813"/>
                      <a:pt x="81" y="2813"/>
                    </a:cubicBezTo>
                    <a:cubicBezTo>
                      <a:pt x="213" y="2761"/>
                      <a:pt x="286" y="2912"/>
                      <a:pt x="286" y="2912"/>
                    </a:cubicBezTo>
                    <a:cubicBezTo>
                      <a:pt x="254" y="2971"/>
                      <a:pt x="296" y="3012"/>
                      <a:pt x="296" y="3012"/>
                    </a:cubicBezTo>
                    <a:cubicBezTo>
                      <a:pt x="244" y="3017"/>
                      <a:pt x="202" y="3063"/>
                      <a:pt x="202" y="3063"/>
                    </a:cubicBezTo>
                    <a:cubicBezTo>
                      <a:pt x="265" y="3106"/>
                      <a:pt x="440" y="3134"/>
                      <a:pt x="440" y="3134"/>
                    </a:cubicBezTo>
                    <a:cubicBezTo>
                      <a:pt x="353" y="3172"/>
                      <a:pt x="296" y="3279"/>
                      <a:pt x="296" y="3279"/>
                    </a:cubicBezTo>
                    <a:cubicBezTo>
                      <a:pt x="481" y="3364"/>
                      <a:pt x="653" y="3231"/>
                      <a:pt x="653" y="3231"/>
                    </a:cubicBezTo>
                    <a:cubicBezTo>
                      <a:pt x="507" y="3395"/>
                      <a:pt x="518" y="3548"/>
                      <a:pt x="518" y="3548"/>
                    </a:cubicBezTo>
                    <a:cubicBezTo>
                      <a:pt x="601" y="3538"/>
                      <a:pt x="660" y="3492"/>
                      <a:pt x="660" y="3492"/>
                    </a:cubicBezTo>
                    <a:cubicBezTo>
                      <a:pt x="641" y="3586"/>
                      <a:pt x="703" y="3676"/>
                      <a:pt x="703" y="3676"/>
                    </a:cubicBezTo>
                    <a:cubicBezTo>
                      <a:pt x="871" y="3607"/>
                      <a:pt x="851" y="3352"/>
                      <a:pt x="854" y="3272"/>
                    </a:cubicBezTo>
                    <a:cubicBezTo>
                      <a:pt x="858" y="3193"/>
                      <a:pt x="944" y="3189"/>
                      <a:pt x="967" y="3212"/>
                    </a:cubicBezTo>
                    <a:cubicBezTo>
                      <a:pt x="989" y="3234"/>
                      <a:pt x="918" y="3283"/>
                      <a:pt x="901" y="3347"/>
                    </a:cubicBezTo>
                    <a:cubicBezTo>
                      <a:pt x="884" y="3411"/>
                      <a:pt x="960" y="3461"/>
                      <a:pt x="960" y="3461"/>
                    </a:cubicBezTo>
                    <a:cubicBezTo>
                      <a:pt x="941" y="3550"/>
                      <a:pt x="1073" y="3579"/>
                      <a:pt x="1073" y="3579"/>
                    </a:cubicBezTo>
                    <a:cubicBezTo>
                      <a:pt x="1157" y="3733"/>
                      <a:pt x="1313" y="3558"/>
                      <a:pt x="1313" y="3558"/>
                    </a:cubicBezTo>
                    <a:cubicBezTo>
                      <a:pt x="1440" y="3695"/>
                      <a:pt x="1428" y="3903"/>
                      <a:pt x="1459" y="3938"/>
                    </a:cubicBezTo>
                    <a:cubicBezTo>
                      <a:pt x="1490" y="3973"/>
                      <a:pt x="1546" y="3940"/>
                      <a:pt x="1546" y="3940"/>
                    </a:cubicBezTo>
                    <a:cubicBezTo>
                      <a:pt x="1586" y="3778"/>
                      <a:pt x="1345" y="3477"/>
                      <a:pt x="1345" y="3477"/>
                    </a:cubicBezTo>
                    <a:cubicBezTo>
                      <a:pt x="1345" y="3458"/>
                      <a:pt x="1326" y="3418"/>
                      <a:pt x="1326" y="3418"/>
                    </a:cubicBezTo>
                    <a:cubicBezTo>
                      <a:pt x="1326" y="3418"/>
                      <a:pt x="1468" y="3418"/>
                      <a:pt x="1593" y="3425"/>
                    </a:cubicBezTo>
                    <a:cubicBezTo>
                      <a:pt x="1717" y="3432"/>
                      <a:pt x="1707" y="3463"/>
                      <a:pt x="1877" y="3463"/>
                    </a:cubicBezTo>
                    <a:cubicBezTo>
                      <a:pt x="2047" y="3463"/>
                      <a:pt x="2277" y="3314"/>
                      <a:pt x="2277" y="3314"/>
                    </a:cubicBezTo>
                    <a:lnTo>
                      <a:pt x="2421" y="3323"/>
                    </a:lnTo>
                    <a:cubicBezTo>
                      <a:pt x="2423" y="3409"/>
                      <a:pt x="2461" y="3483"/>
                      <a:pt x="2461" y="3483"/>
                    </a:cubicBezTo>
                    <a:cubicBezTo>
                      <a:pt x="2120" y="3766"/>
                      <a:pt x="2105" y="3973"/>
                      <a:pt x="2105" y="3973"/>
                    </a:cubicBezTo>
                    <a:cubicBezTo>
                      <a:pt x="2158" y="3981"/>
                      <a:pt x="2268" y="3931"/>
                      <a:pt x="2268" y="3931"/>
                    </a:cubicBezTo>
                    <a:cubicBezTo>
                      <a:pt x="2194" y="4061"/>
                      <a:pt x="2213" y="4172"/>
                      <a:pt x="2213" y="4172"/>
                    </a:cubicBezTo>
                    <a:cubicBezTo>
                      <a:pt x="2298" y="4158"/>
                      <a:pt x="2374" y="4085"/>
                      <a:pt x="2374" y="4085"/>
                    </a:cubicBezTo>
                    <a:cubicBezTo>
                      <a:pt x="2333" y="4184"/>
                      <a:pt x="2374" y="4305"/>
                      <a:pt x="2374" y="4305"/>
                    </a:cubicBezTo>
                    <a:cubicBezTo>
                      <a:pt x="2470" y="4267"/>
                      <a:pt x="2534" y="4208"/>
                      <a:pt x="2534" y="4208"/>
                    </a:cubicBezTo>
                    <a:cubicBezTo>
                      <a:pt x="2513" y="4312"/>
                      <a:pt x="2556" y="4409"/>
                      <a:pt x="2556" y="4409"/>
                    </a:cubicBezTo>
                    <a:cubicBezTo>
                      <a:pt x="2625" y="4392"/>
                      <a:pt x="2705" y="4319"/>
                      <a:pt x="2705" y="4319"/>
                    </a:cubicBezTo>
                    <a:cubicBezTo>
                      <a:pt x="2724" y="4411"/>
                      <a:pt x="2790" y="4448"/>
                      <a:pt x="2790" y="4448"/>
                    </a:cubicBezTo>
                    <a:cubicBezTo>
                      <a:pt x="2832" y="4411"/>
                      <a:pt x="2872" y="4295"/>
                      <a:pt x="2872" y="4295"/>
                    </a:cubicBezTo>
                    <a:cubicBezTo>
                      <a:pt x="2901" y="4375"/>
                      <a:pt x="3000" y="4423"/>
                      <a:pt x="3000" y="4423"/>
                    </a:cubicBezTo>
                    <a:cubicBezTo>
                      <a:pt x="3050" y="4347"/>
                      <a:pt x="3043" y="4222"/>
                      <a:pt x="3043" y="4222"/>
                    </a:cubicBezTo>
                    <a:cubicBezTo>
                      <a:pt x="3104" y="4307"/>
                      <a:pt x="3191" y="4319"/>
                      <a:pt x="3191" y="4319"/>
                    </a:cubicBezTo>
                    <a:cubicBezTo>
                      <a:pt x="3244" y="4234"/>
                      <a:pt x="3194" y="4064"/>
                      <a:pt x="3194" y="4064"/>
                    </a:cubicBezTo>
                    <a:cubicBezTo>
                      <a:pt x="3289" y="4182"/>
                      <a:pt x="3364" y="4170"/>
                      <a:pt x="3364" y="4170"/>
                    </a:cubicBezTo>
                    <a:cubicBezTo>
                      <a:pt x="3397" y="4101"/>
                      <a:pt x="3319" y="3934"/>
                      <a:pt x="3319" y="3934"/>
                    </a:cubicBezTo>
                    <a:cubicBezTo>
                      <a:pt x="3388" y="4011"/>
                      <a:pt x="3483" y="3998"/>
                      <a:pt x="3483" y="3998"/>
                    </a:cubicBezTo>
                    <a:cubicBezTo>
                      <a:pt x="3519" y="3782"/>
                      <a:pt x="3124" y="3472"/>
                      <a:pt x="3124" y="3472"/>
                    </a:cubicBezTo>
                    <a:cubicBezTo>
                      <a:pt x="3189" y="3418"/>
                      <a:pt x="3151" y="3307"/>
                      <a:pt x="3151" y="3307"/>
                    </a:cubicBezTo>
                    <a:lnTo>
                      <a:pt x="3284" y="3309"/>
                    </a:lnTo>
                    <a:cubicBezTo>
                      <a:pt x="3310" y="3343"/>
                      <a:pt x="3490" y="3449"/>
                      <a:pt x="3681" y="3461"/>
                    </a:cubicBezTo>
                    <a:cubicBezTo>
                      <a:pt x="3872" y="3473"/>
                      <a:pt x="3997" y="3394"/>
                      <a:pt x="3997" y="3394"/>
                    </a:cubicBezTo>
                    <a:lnTo>
                      <a:pt x="4239" y="3394"/>
                    </a:lnTo>
                    <a:cubicBezTo>
                      <a:pt x="4220" y="3439"/>
                      <a:pt x="4241" y="3484"/>
                      <a:pt x="4241" y="3484"/>
                    </a:cubicBezTo>
                    <a:lnTo>
                      <a:pt x="4073" y="3616"/>
                    </a:lnTo>
                    <a:lnTo>
                      <a:pt x="3991" y="3622"/>
                    </a:lnTo>
                    <a:lnTo>
                      <a:pt x="3699" y="3831"/>
                    </a:lnTo>
                    <a:lnTo>
                      <a:pt x="3794" y="3839"/>
                    </a:lnTo>
                    <a:lnTo>
                      <a:pt x="3751" y="3879"/>
                    </a:lnTo>
                    <a:lnTo>
                      <a:pt x="3789" y="3882"/>
                    </a:lnTo>
                    <a:lnTo>
                      <a:pt x="3783" y="3979"/>
                    </a:lnTo>
                    <a:lnTo>
                      <a:pt x="3879" y="3929"/>
                    </a:lnTo>
                    <a:lnTo>
                      <a:pt x="3894" y="4049"/>
                    </a:lnTo>
                    <a:lnTo>
                      <a:pt x="3943" y="4012"/>
                    </a:lnTo>
                    <a:lnTo>
                      <a:pt x="3938" y="4063"/>
                    </a:lnTo>
                    <a:lnTo>
                      <a:pt x="4004" y="4052"/>
                    </a:lnTo>
                    <a:lnTo>
                      <a:pt x="4007" y="4116"/>
                    </a:lnTo>
                    <a:lnTo>
                      <a:pt x="4073" y="4078"/>
                    </a:lnTo>
                    <a:lnTo>
                      <a:pt x="4123" y="4130"/>
                    </a:lnTo>
                    <a:lnTo>
                      <a:pt x="4154" y="4082"/>
                    </a:lnTo>
                    <a:lnTo>
                      <a:pt x="4163" y="4179"/>
                    </a:lnTo>
                    <a:lnTo>
                      <a:pt x="4229" y="4130"/>
                    </a:lnTo>
                    <a:lnTo>
                      <a:pt x="4246" y="4179"/>
                    </a:lnTo>
                    <a:lnTo>
                      <a:pt x="4270" y="4149"/>
                    </a:lnTo>
                    <a:lnTo>
                      <a:pt x="4303" y="4220"/>
                    </a:lnTo>
                    <a:lnTo>
                      <a:pt x="4375" y="3589"/>
                    </a:lnTo>
                    <a:cubicBezTo>
                      <a:pt x="4375" y="3589"/>
                      <a:pt x="4414" y="3607"/>
                      <a:pt x="4466" y="3589"/>
                    </a:cubicBezTo>
                    <a:cubicBezTo>
                      <a:pt x="4517" y="3572"/>
                      <a:pt x="4503" y="3510"/>
                      <a:pt x="4503" y="3510"/>
                    </a:cubicBezTo>
                    <a:cubicBezTo>
                      <a:pt x="4503" y="3510"/>
                      <a:pt x="4557" y="3546"/>
                      <a:pt x="4595" y="3494"/>
                    </a:cubicBezTo>
                    <a:cubicBezTo>
                      <a:pt x="4633" y="3442"/>
                      <a:pt x="4605" y="3394"/>
                      <a:pt x="4605" y="3394"/>
                    </a:cubicBezTo>
                    <a:cubicBezTo>
                      <a:pt x="4605" y="3394"/>
                      <a:pt x="4645" y="3381"/>
                      <a:pt x="4671" y="3349"/>
                    </a:cubicBezTo>
                    <a:cubicBezTo>
                      <a:pt x="4697" y="3316"/>
                      <a:pt x="4650" y="3220"/>
                      <a:pt x="4650" y="3220"/>
                    </a:cubicBezTo>
                    <a:lnTo>
                      <a:pt x="5139" y="2848"/>
                    </a:lnTo>
                    <a:lnTo>
                      <a:pt x="5141" y="2882"/>
                    </a:lnTo>
                    <a:lnTo>
                      <a:pt x="5255" y="2735"/>
                    </a:lnTo>
                    <a:lnTo>
                      <a:pt x="5080" y="2820"/>
                    </a:lnTo>
                    <a:lnTo>
                      <a:pt x="5110" y="2823"/>
                    </a:lnTo>
                    <a:lnTo>
                      <a:pt x="4874" y="2983"/>
                    </a:lnTo>
                    <a:lnTo>
                      <a:pt x="5272" y="2612"/>
                    </a:lnTo>
                    <a:lnTo>
                      <a:pt x="5285" y="2650"/>
                    </a:lnTo>
                    <a:lnTo>
                      <a:pt x="5387" y="2477"/>
                    </a:lnTo>
                    <a:lnTo>
                      <a:pt x="5217" y="2582"/>
                    </a:lnTo>
                    <a:lnTo>
                      <a:pt x="5246" y="2593"/>
                    </a:lnTo>
                    <a:close/>
                  </a:path>
                </a:pathLst>
              </a:custGeom>
              <a:solidFill>
                <a:schemeClr val="bg1"/>
              </a:solidFill>
              <a:ln w="0">
                <a:noFill/>
                <a:prstDash val="solid"/>
                <a:round/>
                <a:headEnd/>
                <a:tailEnd/>
              </a:ln>
            </p:spPr>
            <p:txBody>
              <a:bodyPr vert="horz" wrap="square" lIns="62345" tIns="31173" rIns="62345" bIns="31173" numCol="1" anchor="t" anchorCtr="0" compatLnSpc="1">
                <a:prstTxWarp prst="textNoShape">
                  <a:avLst/>
                </a:prstTxWarp>
              </a:bodyPr>
              <a:lstStyle/>
              <a:p>
                <a:pPr defTabSz="837848"/>
                <a:endParaRPr lang="en-US" sz="1091" b="1">
                  <a:solidFill>
                    <a:prstClr val="black"/>
                  </a:solidFill>
                  <a:latin typeface="Verdana"/>
                </a:endParaRPr>
              </a:p>
            </p:txBody>
          </p:sp>
        </p:grpSp>
        <p:sp>
          <p:nvSpPr>
            <p:cNvPr id="144" name="TextBox 143">
              <a:extLst>
                <a:ext uri="{FF2B5EF4-FFF2-40B4-BE49-F238E27FC236}">
                  <a16:creationId xmlns:a16="http://schemas.microsoft.com/office/drawing/2014/main" id="{C9C7ECF9-2AE0-4F78-B39E-0B2AFD25301C}"/>
                </a:ext>
              </a:extLst>
            </p:cNvPr>
            <p:cNvSpPr txBox="1"/>
            <p:nvPr/>
          </p:nvSpPr>
          <p:spPr>
            <a:xfrm>
              <a:off x="8800052" y="1717490"/>
              <a:ext cx="2626298" cy="133005"/>
            </a:xfrm>
            <a:prstGeom prst="rect">
              <a:avLst/>
            </a:prstGeom>
            <a:noFill/>
          </p:spPr>
          <p:txBody>
            <a:bodyPr wrap="square" lIns="0" tIns="0" rIns="0" bIns="0" rtlCol="0">
              <a:spAutoFit/>
            </a:bodyPr>
            <a:lstStyle/>
            <a:p>
              <a:pPr defTabSz="837848">
                <a:spcBef>
                  <a:spcPts val="409"/>
                </a:spcBef>
                <a:buSzPct val="100000"/>
              </a:pPr>
              <a:r>
                <a:rPr lang="en-IN" sz="1000" b="1">
                  <a:solidFill>
                    <a:srgbClr val="313131"/>
                  </a:solidFill>
                  <a:latin typeface="Verdana"/>
                </a:rPr>
                <a:t>Deloitte’s  PMO Framework</a:t>
              </a:r>
            </a:p>
          </p:txBody>
        </p:sp>
      </p:grpSp>
      <p:grpSp>
        <p:nvGrpSpPr>
          <p:cNvPr id="161" name="Group 160">
            <a:extLst>
              <a:ext uri="{FF2B5EF4-FFF2-40B4-BE49-F238E27FC236}">
                <a16:creationId xmlns:a16="http://schemas.microsoft.com/office/drawing/2014/main" id="{3B5BE337-AF73-4CC3-98D8-FC667FB6604F}"/>
              </a:ext>
            </a:extLst>
          </p:cNvPr>
          <p:cNvGrpSpPr/>
          <p:nvPr/>
        </p:nvGrpSpPr>
        <p:grpSpPr>
          <a:xfrm>
            <a:off x="4996109" y="4309708"/>
            <a:ext cx="2910809" cy="1175110"/>
            <a:chOff x="3136469" y="1257368"/>
            <a:chExt cx="4758749" cy="1004080"/>
          </a:xfrm>
        </p:grpSpPr>
        <p:sp>
          <p:nvSpPr>
            <p:cNvPr id="171" name="Freeform 272">
              <a:extLst>
                <a:ext uri="{FF2B5EF4-FFF2-40B4-BE49-F238E27FC236}">
                  <a16:creationId xmlns:a16="http://schemas.microsoft.com/office/drawing/2014/main" id="{A78AC736-E240-4067-A13C-BEE47ADB5D27}"/>
                </a:ext>
              </a:extLst>
            </p:cNvPr>
            <p:cNvSpPr>
              <a:spLocks noChangeAspect="1" noEditPoints="1"/>
            </p:cNvSpPr>
            <p:nvPr/>
          </p:nvSpPr>
          <p:spPr bwMode="auto">
            <a:xfrm>
              <a:off x="3136469" y="1388958"/>
              <a:ext cx="600711" cy="463934"/>
            </a:xfrm>
            <a:custGeom>
              <a:avLst/>
              <a:gdLst>
                <a:gd name="T0" fmla="*/ 4966 w 5954"/>
                <a:gd name="T1" fmla="*/ 4258 h 5070"/>
                <a:gd name="T2" fmla="*/ 5543 w 5954"/>
                <a:gd name="T3" fmla="*/ 4093 h 5070"/>
                <a:gd name="T4" fmla="*/ 1186 w 5954"/>
                <a:gd name="T5" fmla="*/ 2719 h 5070"/>
                <a:gd name="T6" fmla="*/ 1700 w 5954"/>
                <a:gd name="T7" fmla="*/ 3382 h 5070"/>
                <a:gd name="T8" fmla="*/ 1186 w 5954"/>
                <a:gd name="T9" fmla="*/ 2719 h 5070"/>
                <a:gd name="T10" fmla="*/ 2722 w 5954"/>
                <a:gd name="T11" fmla="*/ 2308 h 5070"/>
                <a:gd name="T12" fmla="*/ 2210 w 5954"/>
                <a:gd name="T13" fmla="*/ 3382 h 5070"/>
                <a:gd name="T14" fmla="*/ 3232 w 5954"/>
                <a:gd name="T15" fmla="*/ 1539 h 5070"/>
                <a:gd name="T16" fmla="*/ 3745 w 5954"/>
                <a:gd name="T17" fmla="*/ 3382 h 5070"/>
                <a:gd name="T18" fmla="*/ 3232 w 5954"/>
                <a:gd name="T19" fmla="*/ 1539 h 5070"/>
                <a:gd name="T20" fmla="*/ 4767 w 5954"/>
                <a:gd name="T21" fmla="*/ 1118 h 5070"/>
                <a:gd name="T22" fmla="*/ 4255 w 5954"/>
                <a:gd name="T23" fmla="*/ 3382 h 5070"/>
                <a:gd name="T24" fmla="*/ 412 w 5954"/>
                <a:gd name="T25" fmla="*/ 412 h 5070"/>
                <a:gd name="T26" fmla="*/ 5541 w 5954"/>
                <a:gd name="T27" fmla="*/ 3977 h 5070"/>
                <a:gd name="T28" fmla="*/ 412 w 5954"/>
                <a:gd name="T29" fmla="*/ 412 h 5070"/>
                <a:gd name="T30" fmla="*/ 5747 w 5954"/>
                <a:gd name="T31" fmla="*/ 0 h 5070"/>
                <a:gd name="T32" fmla="*/ 5838 w 5954"/>
                <a:gd name="T33" fmla="*/ 20 h 5070"/>
                <a:gd name="T34" fmla="*/ 5908 w 5954"/>
                <a:gd name="T35" fmla="*/ 76 h 5070"/>
                <a:gd name="T36" fmla="*/ 5948 w 5954"/>
                <a:gd name="T37" fmla="*/ 159 h 5070"/>
                <a:gd name="T38" fmla="*/ 5954 w 5954"/>
                <a:gd name="T39" fmla="*/ 4184 h 5070"/>
                <a:gd name="T40" fmla="*/ 5934 w 5954"/>
                <a:gd name="T41" fmla="*/ 4274 h 5070"/>
                <a:gd name="T42" fmla="*/ 5878 w 5954"/>
                <a:gd name="T43" fmla="*/ 4345 h 5070"/>
                <a:gd name="T44" fmla="*/ 5794 w 5954"/>
                <a:gd name="T45" fmla="*/ 4384 h 5070"/>
                <a:gd name="T46" fmla="*/ 3650 w 5954"/>
                <a:gd name="T47" fmla="*/ 4390 h 5070"/>
                <a:gd name="T48" fmla="*/ 4597 w 5954"/>
                <a:gd name="T49" fmla="*/ 4779 h 5070"/>
                <a:gd name="T50" fmla="*/ 1358 w 5954"/>
                <a:gd name="T51" fmla="*/ 5070 h 5070"/>
                <a:gd name="T52" fmla="*/ 2306 w 5954"/>
                <a:gd name="T53" fmla="*/ 4779 h 5070"/>
                <a:gd name="T54" fmla="*/ 206 w 5954"/>
                <a:gd name="T55" fmla="*/ 4390 h 5070"/>
                <a:gd name="T56" fmla="*/ 116 w 5954"/>
                <a:gd name="T57" fmla="*/ 4368 h 5070"/>
                <a:gd name="T58" fmla="*/ 45 w 5954"/>
                <a:gd name="T59" fmla="*/ 4312 h 5070"/>
                <a:gd name="T60" fmla="*/ 5 w 5954"/>
                <a:gd name="T61" fmla="*/ 4231 h 5070"/>
                <a:gd name="T62" fmla="*/ 0 w 5954"/>
                <a:gd name="T63" fmla="*/ 206 h 5070"/>
                <a:gd name="T64" fmla="*/ 22 w 5954"/>
                <a:gd name="T65" fmla="*/ 116 h 5070"/>
                <a:gd name="T66" fmla="*/ 78 w 5954"/>
                <a:gd name="T67" fmla="*/ 45 h 5070"/>
                <a:gd name="T68" fmla="*/ 159 w 5954"/>
                <a:gd name="T69" fmla="*/ 5 h 50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954" h="5070">
                  <a:moveTo>
                    <a:pt x="4966" y="4093"/>
                  </a:moveTo>
                  <a:lnTo>
                    <a:pt x="4966" y="4258"/>
                  </a:lnTo>
                  <a:lnTo>
                    <a:pt x="5543" y="4258"/>
                  </a:lnTo>
                  <a:lnTo>
                    <a:pt x="5543" y="4093"/>
                  </a:lnTo>
                  <a:lnTo>
                    <a:pt x="4966" y="4093"/>
                  </a:lnTo>
                  <a:close/>
                  <a:moveTo>
                    <a:pt x="1186" y="2719"/>
                  </a:moveTo>
                  <a:lnTo>
                    <a:pt x="1700" y="2719"/>
                  </a:lnTo>
                  <a:lnTo>
                    <a:pt x="1700" y="3382"/>
                  </a:lnTo>
                  <a:lnTo>
                    <a:pt x="1186" y="3382"/>
                  </a:lnTo>
                  <a:lnTo>
                    <a:pt x="1186" y="2719"/>
                  </a:lnTo>
                  <a:close/>
                  <a:moveTo>
                    <a:pt x="2210" y="2308"/>
                  </a:moveTo>
                  <a:lnTo>
                    <a:pt x="2722" y="2308"/>
                  </a:lnTo>
                  <a:lnTo>
                    <a:pt x="2722" y="3382"/>
                  </a:lnTo>
                  <a:lnTo>
                    <a:pt x="2210" y="3382"/>
                  </a:lnTo>
                  <a:lnTo>
                    <a:pt x="2210" y="2308"/>
                  </a:lnTo>
                  <a:close/>
                  <a:moveTo>
                    <a:pt x="3232" y="1539"/>
                  </a:moveTo>
                  <a:lnTo>
                    <a:pt x="3745" y="1539"/>
                  </a:lnTo>
                  <a:lnTo>
                    <a:pt x="3745" y="3382"/>
                  </a:lnTo>
                  <a:lnTo>
                    <a:pt x="3232" y="3382"/>
                  </a:lnTo>
                  <a:lnTo>
                    <a:pt x="3232" y="1539"/>
                  </a:lnTo>
                  <a:close/>
                  <a:moveTo>
                    <a:pt x="4255" y="1118"/>
                  </a:moveTo>
                  <a:lnTo>
                    <a:pt x="4767" y="1118"/>
                  </a:lnTo>
                  <a:lnTo>
                    <a:pt x="4767" y="3382"/>
                  </a:lnTo>
                  <a:lnTo>
                    <a:pt x="4255" y="3382"/>
                  </a:lnTo>
                  <a:lnTo>
                    <a:pt x="4255" y="1118"/>
                  </a:lnTo>
                  <a:close/>
                  <a:moveTo>
                    <a:pt x="412" y="412"/>
                  </a:moveTo>
                  <a:lnTo>
                    <a:pt x="412" y="3977"/>
                  </a:lnTo>
                  <a:lnTo>
                    <a:pt x="5541" y="3977"/>
                  </a:lnTo>
                  <a:lnTo>
                    <a:pt x="5541" y="412"/>
                  </a:lnTo>
                  <a:lnTo>
                    <a:pt x="412" y="412"/>
                  </a:lnTo>
                  <a:close/>
                  <a:moveTo>
                    <a:pt x="206" y="0"/>
                  </a:moveTo>
                  <a:lnTo>
                    <a:pt x="5747" y="0"/>
                  </a:lnTo>
                  <a:lnTo>
                    <a:pt x="5794" y="5"/>
                  </a:lnTo>
                  <a:lnTo>
                    <a:pt x="5838" y="20"/>
                  </a:lnTo>
                  <a:lnTo>
                    <a:pt x="5878" y="45"/>
                  </a:lnTo>
                  <a:lnTo>
                    <a:pt x="5908" y="76"/>
                  </a:lnTo>
                  <a:lnTo>
                    <a:pt x="5934" y="116"/>
                  </a:lnTo>
                  <a:lnTo>
                    <a:pt x="5948" y="159"/>
                  </a:lnTo>
                  <a:lnTo>
                    <a:pt x="5954" y="206"/>
                  </a:lnTo>
                  <a:lnTo>
                    <a:pt x="5954" y="4184"/>
                  </a:lnTo>
                  <a:lnTo>
                    <a:pt x="5948" y="4231"/>
                  </a:lnTo>
                  <a:lnTo>
                    <a:pt x="5934" y="4274"/>
                  </a:lnTo>
                  <a:lnTo>
                    <a:pt x="5908" y="4312"/>
                  </a:lnTo>
                  <a:lnTo>
                    <a:pt x="5878" y="4345"/>
                  </a:lnTo>
                  <a:lnTo>
                    <a:pt x="5838" y="4368"/>
                  </a:lnTo>
                  <a:lnTo>
                    <a:pt x="5794" y="4384"/>
                  </a:lnTo>
                  <a:lnTo>
                    <a:pt x="5747" y="4390"/>
                  </a:lnTo>
                  <a:lnTo>
                    <a:pt x="3650" y="4390"/>
                  </a:lnTo>
                  <a:lnTo>
                    <a:pt x="3650" y="4779"/>
                  </a:lnTo>
                  <a:lnTo>
                    <a:pt x="4597" y="4779"/>
                  </a:lnTo>
                  <a:lnTo>
                    <a:pt x="4597" y="5070"/>
                  </a:lnTo>
                  <a:lnTo>
                    <a:pt x="1358" y="5070"/>
                  </a:lnTo>
                  <a:lnTo>
                    <a:pt x="1358" y="4779"/>
                  </a:lnTo>
                  <a:lnTo>
                    <a:pt x="2306" y="4779"/>
                  </a:lnTo>
                  <a:lnTo>
                    <a:pt x="2306" y="4390"/>
                  </a:lnTo>
                  <a:lnTo>
                    <a:pt x="206" y="4390"/>
                  </a:lnTo>
                  <a:lnTo>
                    <a:pt x="159" y="4384"/>
                  </a:lnTo>
                  <a:lnTo>
                    <a:pt x="116" y="4368"/>
                  </a:lnTo>
                  <a:lnTo>
                    <a:pt x="78" y="4345"/>
                  </a:lnTo>
                  <a:lnTo>
                    <a:pt x="45" y="4312"/>
                  </a:lnTo>
                  <a:lnTo>
                    <a:pt x="22" y="4274"/>
                  </a:lnTo>
                  <a:lnTo>
                    <a:pt x="5" y="4231"/>
                  </a:lnTo>
                  <a:lnTo>
                    <a:pt x="0" y="4184"/>
                  </a:lnTo>
                  <a:lnTo>
                    <a:pt x="0" y="206"/>
                  </a:lnTo>
                  <a:lnTo>
                    <a:pt x="5" y="159"/>
                  </a:lnTo>
                  <a:lnTo>
                    <a:pt x="22" y="116"/>
                  </a:lnTo>
                  <a:lnTo>
                    <a:pt x="45" y="76"/>
                  </a:lnTo>
                  <a:lnTo>
                    <a:pt x="78" y="45"/>
                  </a:lnTo>
                  <a:lnTo>
                    <a:pt x="116" y="20"/>
                  </a:lnTo>
                  <a:lnTo>
                    <a:pt x="159" y="5"/>
                  </a:lnTo>
                  <a:lnTo>
                    <a:pt x="206" y="0"/>
                  </a:lnTo>
                  <a:close/>
                </a:path>
              </a:pathLst>
            </a:custGeom>
            <a:solidFill>
              <a:srgbClr val="012169"/>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800">
                <a:solidFill>
                  <a:srgbClr val="000000"/>
                </a:solidFill>
              </a:endParaRPr>
            </a:p>
          </p:txBody>
        </p:sp>
        <p:sp>
          <p:nvSpPr>
            <p:cNvPr id="174" name="TextBox 173">
              <a:extLst>
                <a:ext uri="{FF2B5EF4-FFF2-40B4-BE49-F238E27FC236}">
                  <a16:creationId xmlns:a16="http://schemas.microsoft.com/office/drawing/2014/main" id="{20768565-56D0-45F1-85AD-2DD3A7BA0D3E}"/>
                </a:ext>
              </a:extLst>
            </p:cNvPr>
            <p:cNvSpPr txBox="1"/>
            <p:nvPr/>
          </p:nvSpPr>
          <p:spPr>
            <a:xfrm>
              <a:off x="3911624" y="1689463"/>
              <a:ext cx="3968903" cy="571985"/>
            </a:xfrm>
            <a:prstGeom prst="rect">
              <a:avLst/>
            </a:prstGeom>
            <a:noFill/>
          </p:spPr>
          <p:txBody>
            <a:bodyPr wrap="square" lIns="0" tIns="0" rIns="0" bIns="0" rtlCol="0" anchor="t">
              <a:spAutoFit/>
            </a:bodyPr>
            <a:lstStyle/>
            <a:p>
              <a:pPr marL="203200" indent="-203200">
                <a:spcBef>
                  <a:spcPts val="300"/>
                </a:spcBef>
                <a:buSzPct val="100000"/>
                <a:buFont typeface="Arial"/>
                <a:buChar char="•"/>
              </a:pPr>
              <a:r>
                <a:rPr lang="en-US" sz="900" b="1">
                  <a:solidFill>
                    <a:srgbClr val="313131"/>
                  </a:solidFill>
                </a:rPr>
                <a:t>Integrated project management</a:t>
              </a:r>
            </a:p>
            <a:p>
              <a:pPr marL="203200" indent="-203200">
                <a:spcBef>
                  <a:spcPts val="300"/>
                </a:spcBef>
                <a:buSzPct val="100000"/>
                <a:buFont typeface="Arial"/>
                <a:buChar char="•"/>
              </a:pPr>
              <a:r>
                <a:rPr lang="en-US" sz="900" b="1">
                  <a:solidFill>
                    <a:srgbClr val="313131"/>
                  </a:solidFill>
                </a:rPr>
                <a:t>Risk and Change Management</a:t>
              </a:r>
              <a:endParaRPr lang="en-US" sz="900" b="1">
                <a:solidFill>
                  <a:srgbClr val="313131"/>
                </a:solidFill>
                <a:ea typeface="Verdana"/>
              </a:endParaRPr>
            </a:p>
            <a:p>
              <a:pPr marL="203200" indent="-203200">
                <a:spcBef>
                  <a:spcPts val="300"/>
                </a:spcBef>
                <a:buSzPct val="100000"/>
                <a:buFont typeface="Arial"/>
                <a:buChar char="•"/>
              </a:pPr>
              <a:r>
                <a:rPr lang="en-US" sz="900" b="1">
                  <a:solidFill>
                    <a:srgbClr val="313131"/>
                  </a:solidFill>
                </a:rPr>
                <a:t>Schedule Analytics</a:t>
              </a:r>
            </a:p>
            <a:p>
              <a:pPr marL="203200" indent="-203200">
                <a:spcBef>
                  <a:spcPts val="300"/>
                </a:spcBef>
                <a:buSzPct val="100000"/>
                <a:buFont typeface="Arial"/>
                <a:buChar char="•"/>
              </a:pPr>
              <a:r>
                <a:rPr lang="en-US" sz="900" b="1">
                  <a:solidFill>
                    <a:srgbClr val="313131"/>
                  </a:solidFill>
                  <a:ea typeface="Verdana"/>
                </a:rPr>
                <a:t>Web Based Dashboard</a:t>
              </a:r>
            </a:p>
          </p:txBody>
        </p:sp>
        <p:sp>
          <p:nvSpPr>
            <p:cNvPr id="176" name="Rectangle 175">
              <a:extLst>
                <a:ext uri="{FF2B5EF4-FFF2-40B4-BE49-F238E27FC236}">
                  <a16:creationId xmlns:a16="http://schemas.microsoft.com/office/drawing/2014/main" id="{29FE7E3D-7626-47D1-8071-AF929110629C}"/>
                </a:ext>
              </a:extLst>
            </p:cNvPr>
            <p:cNvSpPr/>
            <p:nvPr/>
          </p:nvSpPr>
          <p:spPr>
            <a:xfrm>
              <a:off x="3963584" y="1257368"/>
              <a:ext cx="3931634" cy="315578"/>
            </a:xfrm>
            <a:prstGeom prst="rect">
              <a:avLst/>
            </a:prstGeom>
            <a:solidFill>
              <a:srgbClr val="2C5234"/>
            </a:solidFill>
          </p:spPr>
          <p:style>
            <a:lnRef idx="3">
              <a:schemeClr val="lt1"/>
            </a:lnRef>
            <a:fillRef idx="1">
              <a:schemeClr val="dk1"/>
            </a:fillRef>
            <a:effectRef idx="1">
              <a:schemeClr val="dk1"/>
            </a:effectRef>
            <a:fontRef idx="minor">
              <a:schemeClr val="lt1"/>
            </a:fontRef>
          </p:style>
          <p:txBody>
            <a:bodyPr wrap="square">
              <a:spAutoFit/>
            </a:bodyPr>
            <a:lstStyle/>
            <a:p>
              <a:r>
                <a:rPr lang="en-US" sz="900" b="1" cap="small">
                  <a:solidFill>
                    <a:schemeClr val="bg1"/>
                  </a:solidFill>
                  <a:cs typeface="Calibri Light" panose="020F0302020204030204" pitchFamily="34" charset="0"/>
                </a:rPr>
                <a:t>Integrated Project Monitoring and Control</a:t>
              </a:r>
            </a:p>
          </p:txBody>
        </p:sp>
      </p:grpSp>
      <p:grpSp>
        <p:nvGrpSpPr>
          <p:cNvPr id="189" name="Group 188">
            <a:extLst>
              <a:ext uri="{FF2B5EF4-FFF2-40B4-BE49-F238E27FC236}">
                <a16:creationId xmlns:a16="http://schemas.microsoft.com/office/drawing/2014/main" id="{0438764A-E181-405B-B030-BCA3A98AC7C0}"/>
              </a:ext>
            </a:extLst>
          </p:cNvPr>
          <p:cNvGrpSpPr/>
          <p:nvPr/>
        </p:nvGrpSpPr>
        <p:grpSpPr>
          <a:xfrm>
            <a:off x="8467667" y="4306957"/>
            <a:ext cx="2929170" cy="972782"/>
            <a:chOff x="6869286" y="3459967"/>
            <a:chExt cx="2929170" cy="972782"/>
          </a:xfrm>
        </p:grpSpPr>
        <p:grpSp>
          <p:nvGrpSpPr>
            <p:cNvPr id="190" name="Group 189">
              <a:extLst>
                <a:ext uri="{FF2B5EF4-FFF2-40B4-BE49-F238E27FC236}">
                  <a16:creationId xmlns:a16="http://schemas.microsoft.com/office/drawing/2014/main" id="{27A664E7-0A76-4025-ACD6-554592C5748B}"/>
                </a:ext>
              </a:extLst>
            </p:cNvPr>
            <p:cNvGrpSpPr/>
            <p:nvPr/>
          </p:nvGrpSpPr>
          <p:grpSpPr>
            <a:xfrm>
              <a:off x="7508030" y="3459967"/>
              <a:ext cx="2290426" cy="972782"/>
              <a:chOff x="350178" y="2039839"/>
              <a:chExt cx="3744514" cy="1059208"/>
            </a:xfrm>
          </p:grpSpPr>
          <p:sp>
            <p:nvSpPr>
              <p:cNvPr id="239" name="Rectangle 238">
                <a:extLst>
                  <a:ext uri="{FF2B5EF4-FFF2-40B4-BE49-F238E27FC236}">
                    <a16:creationId xmlns:a16="http://schemas.microsoft.com/office/drawing/2014/main" id="{7C97E01E-8076-4F9D-A77B-3B64FB18BBD5}"/>
                  </a:ext>
                </a:extLst>
              </p:cNvPr>
              <p:cNvSpPr/>
              <p:nvPr/>
            </p:nvSpPr>
            <p:spPr>
              <a:xfrm>
                <a:off x="350180" y="2039839"/>
                <a:ext cx="3744512" cy="251340"/>
              </a:xfrm>
              <a:prstGeom prst="rect">
                <a:avLst/>
              </a:prstGeom>
              <a:solidFill>
                <a:srgbClr val="2C5234"/>
              </a:solidFill>
              <a:ln>
                <a:solidFill>
                  <a:schemeClr val="bg1"/>
                </a:solidFill>
              </a:ln>
            </p:spPr>
            <p:style>
              <a:lnRef idx="3">
                <a:schemeClr val="lt1"/>
              </a:lnRef>
              <a:fillRef idx="1">
                <a:schemeClr val="dk1"/>
              </a:fillRef>
              <a:effectRef idx="1">
                <a:schemeClr val="dk1"/>
              </a:effectRef>
              <a:fontRef idx="minor">
                <a:schemeClr val="lt1"/>
              </a:fontRef>
            </p:style>
            <p:txBody>
              <a:bodyPr wrap="square" lIns="91440" tIns="45720" rIns="91440" bIns="45720" anchor="t">
                <a:spAutoFit/>
              </a:bodyPr>
              <a:lstStyle/>
              <a:p>
                <a:pPr algn="ctr"/>
                <a:r>
                  <a:rPr lang="en-US" sz="900" b="1" cap="small">
                    <a:solidFill>
                      <a:schemeClr val="bg1"/>
                    </a:solidFill>
                    <a:cs typeface="Calibri Light" panose="020F0302020204030204" pitchFamily="34" charset="0"/>
                  </a:rPr>
                  <a:t>PROJECT SCHEDULES &amp; CHARTS</a:t>
                </a:r>
              </a:p>
            </p:txBody>
          </p:sp>
          <p:sp>
            <p:nvSpPr>
              <p:cNvPr id="240" name="TextBox 239">
                <a:extLst>
                  <a:ext uri="{FF2B5EF4-FFF2-40B4-BE49-F238E27FC236}">
                    <a16:creationId xmlns:a16="http://schemas.microsoft.com/office/drawing/2014/main" id="{F701FC4E-7BE6-407A-86CE-BF0E615A1314}"/>
                  </a:ext>
                </a:extLst>
              </p:cNvPr>
              <p:cNvSpPr txBox="1"/>
              <p:nvPr/>
            </p:nvSpPr>
            <p:spPr>
              <a:xfrm>
                <a:off x="350178" y="2562853"/>
                <a:ext cx="3737669" cy="536194"/>
              </a:xfrm>
              <a:prstGeom prst="rect">
                <a:avLst/>
              </a:prstGeom>
              <a:noFill/>
            </p:spPr>
            <p:txBody>
              <a:bodyPr wrap="square" lIns="0" tIns="0" rIns="0" bIns="0" rtlCol="0" anchor="t">
                <a:spAutoFit/>
              </a:bodyPr>
              <a:lstStyle>
                <a:defPPr>
                  <a:defRPr lang="en-US"/>
                </a:defPPr>
                <a:lvl1pPr marL="203200" indent="-203200">
                  <a:spcBef>
                    <a:spcPts val="600"/>
                  </a:spcBef>
                  <a:buSzPct val="100000"/>
                  <a:buFont typeface="Arial"/>
                  <a:buChar char="•"/>
                  <a:defRPr sz="900" b="1">
                    <a:solidFill>
                      <a:srgbClr val="313131"/>
                    </a:solidFill>
                  </a:defRPr>
                </a:lvl1pPr>
              </a:lstStyle>
              <a:p>
                <a:r>
                  <a:rPr lang="en-US"/>
                  <a:t>Integrated MIS reports</a:t>
                </a:r>
                <a:endParaRPr lang="en-US">
                  <a:ea typeface="Verdana"/>
                </a:endParaRPr>
              </a:p>
              <a:p>
                <a:pPr>
                  <a:spcBef>
                    <a:spcPts val="300"/>
                  </a:spcBef>
                </a:pPr>
                <a:r>
                  <a:rPr lang="en-US"/>
                  <a:t>Maintaining timelines</a:t>
                </a:r>
                <a:endParaRPr lang="en-US" b="0">
                  <a:ea typeface="Verdana"/>
                </a:endParaRPr>
              </a:p>
              <a:p>
                <a:pPr>
                  <a:spcBef>
                    <a:spcPts val="300"/>
                  </a:spcBef>
                </a:pPr>
                <a:r>
                  <a:rPr lang="en-US"/>
                  <a:t>Coordination &amp; MIS Support</a:t>
                </a:r>
              </a:p>
            </p:txBody>
          </p:sp>
        </p:grpSp>
        <p:grpSp>
          <p:nvGrpSpPr>
            <p:cNvPr id="191" name="Group 190">
              <a:extLst>
                <a:ext uri="{FF2B5EF4-FFF2-40B4-BE49-F238E27FC236}">
                  <a16:creationId xmlns:a16="http://schemas.microsoft.com/office/drawing/2014/main" id="{5DA28071-E5DC-4405-8017-68E65EE53042}"/>
                </a:ext>
              </a:extLst>
            </p:cNvPr>
            <p:cNvGrpSpPr/>
            <p:nvPr/>
          </p:nvGrpSpPr>
          <p:grpSpPr>
            <a:xfrm>
              <a:off x="6869286" y="3475175"/>
              <a:ext cx="401899" cy="545037"/>
              <a:chOff x="4924425" y="5103813"/>
              <a:chExt cx="1905000" cy="2176463"/>
            </a:xfrm>
            <a:solidFill>
              <a:srgbClr val="005587"/>
            </a:solidFill>
          </p:grpSpPr>
          <p:sp>
            <p:nvSpPr>
              <p:cNvPr id="192" name="Freeform 12">
                <a:extLst>
                  <a:ext uri="{FF2B5EF4-FFF2-40B4-BE49-F238E27FC236}">
                    <a16:creationId xmlns:a16="http://schemas.microsoft.com/office/drawing/2014/main" id="{C0F5B74F-0C67-4748-8015-82D083AA7A62}"/>
                  </a:ext>
                </a:extLst>
              </p:cNvPr>
              <p:cNvSpPr>
                <a:spLocks noEditPoints="1"/>
              </p:cNvSpPr>
              <p:nvPr/>
            </p:nvSpPr>
            <p:spPr bwMode="auto">
              <a:xfrm>
                <a:off x="4924425" y="5103813"/>
                <a:ext cx="1541463" cy="1812925"/>
              </a:xfrm>
              <a:custGeom>
                <a:avLst/>
                <a:gdLst>
                  <a:gd name="T0" fmla="*/ 124 w 136"/>
                  <a:gd name="T1" fmla="*/ 0 h 160"/>
                  <a:gd name="T2" fmla="*/ 12 w 136"/>
                  <a:gd name="T3" fmla="*/ 0 h 160"/>
                  <a:gd name="T4" fmla="*/ 0 w 136"/>
                  <a:gd name="T5" fmla="*/ 12 h 160"/>
                  <a:gd name="T6" fmla="*/ 0 w 136"/>
                  <a:gd name="T7" fmla="*/ 148 h 160"/>
                  <a:gd name="T8" fmla="*/ 12 w 136"/>
                  <a:gd name="T9" fmla="*/ 160 h 160"/>
                  <a:gd name="T10" fmla="*/ 92 w 136"/>
                  <a:gd name="T11" fmla="*/ 160 h 160"/>
                  <a:gd name="T12" fmla="*/ 95 w 136"/>
                  <a:gd name="T13" fmla="*/ 159 h 160"/>
                  <a:gd name="T14" fmla="*/ 135 w 136"/>
                  <a:gd name="T15" fmla="*/ 119 h 160"/>
                  <a:gd name="T16" fmla="*/ 136 w 136"/>
                  <a:gd name="T17" fmla="*/ 116 h 160"/>
                  <a:gd name="T18" fmla="*/ 136 w 136"/>
                  <a:gd name="T19" fmla="*/ 12 h 160"/>
                  <a:gd name="T20" fmla="*/ 124 w 136"/>
                  <a:gd name="T21" fmla="*/ 0 h 160"/>
                  <a:gd name="T22" fmla="*/ 8 w 136"/>
                  <a:gd name="T23" fmla="*/ 148 h 160"/>
                  <a:gd name="T24" fmla="*/ 8 w 136"/>
                  <a:gd name="T25" fmla="*/ 12 h 160"/>
                  <a:gd name="T26" fmla="*/ 12 w 136"/>
                  <a:gd name="T27" fmla="*/ 8 h 160"/>
                  <a:gd name="T28" fmla="*/ 124 w 136"/>
                  <a:gd name="T29" fmla="*/ 8 h 160"/>
                  <a:gd name="T30" fmla="*/ 128 w 136"/>
                  <a:gd name="T31" fmla="*/ 12 h 160"/>
                  <a:gd name="T32" fmla="*/ 128 w 136"/>
                  <a:gd name="T33" fmla="*/ 112 h 160"/>
                  <a:gd name="T34" fmla="*/ 100 w 136"/>
                  <a:gd name="T35" fmla="*/ 112 h 160"/>
                  <a:gd name="T36" fmla="*/ 88 w 136"/>
                  <a:gd name="T37" fmla="*/ 124 h 160"/>
                  <a:gd name="T38" fmla="*/ 88 w 136"/>
                  <a:gd name="T39" fmla="*/ 152 h 160"/>
                  <a:gd name="T40" fmla="*/ 12 w 136"/>
                  <a:gd name="T41" fmla="*/ 152 h 160"/>
                  <a:gd name="T42" fmla="*/ 8 w 136"/>
                  <a:gd name="T43" fmla="*/ 14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6" h="160">
                    <a:moveTo>
                      <a:pt x="124" y="0"/>
                    </a:moveTo>
                    <a:cubicBezTo>
                      <a:pt x="12" y="0"/>
                      <a:pt x="12" y="0"/>
                      <a:pt x="12" y="0"/>
                    </a:cubicBezTo>
                    <a:cubicBezTo>
                      <a:pt x="5" y="0"/>
                      <a:pt x="0" y="5"/>
                      <a:pt x="0" y="12"/>
                    </a:cubicBezTo>
                    <a:cubicBezTo>
                      <a:pt x="0" y="148"/>
                      <a:pt x="0" y="148"/>
                      <a:pt x="0" y="148"/>
                    </a:cubicBezTo>
                    <a:cubicBezTo>
                      <a:pt x="0" y="155"/>
                      <a:pt x="5" y="160"/>
                      <a:pt x="12" y="160"/>
                    </a:cubicBezTo>
                    <a:cubicBezTo>
                      <a:pt x="92" y="160"/>
                      <a:pt x="92" y="160"/>
                      <a:pt x="92" y="160"/>
                    </a:cubicBezTo>
                    <a:cubicBezTo>
                      <a:pt x="93" y="160"/>
                      <a:pt x="94" y="160"/>
                      <a:pt x="95" y="159"/>
                    </a:cubicBezTo>
                    <a:cubicBezTo>
                      <a:pt x="135" y="119"/>
                      <a:pt x="135" y="119"/>
                      <a:pt x="135" y="119"/>
                    </a:cubicBezTo>
                    <a:cubicBezTo>
                      <a:pt x="136" y="118"/>
                      <a:pt x="136" y="117"/>
                      <a:pt x="136" y="116"/>
                    </a:cubicBezTo>
                    <a:cubicBezTo>
                      <a:pt x="136" y="12"/>
                      <a:pt x="136" y="12"/>
                      <a:pt x="136" y="12"/>
                    </a:cubicBezTo>
                    <a:cubicBezTo>
                      <a:pt x="136" y="5"/>
                      <a:pt x="131" y="0"/>
                      <a:pt x="124" y="0"/>
                    </a:cubicBezTo>
                    <a:close/>
                    <a:moveTo>
                      <a:pt x="8" y="148"/>
                    </a:moveTo>
                    <a:cubicBezTo>
                      <a:pt x="8" y="12"/>
                      <a:pt x="8" y="12"/>
                      <a:pt x="8" y="12"/>
                    </a:cubicBezTo>
                    <a:cubicBezTo>
                      <a:pt x="8" y="10"/>
                      <a:pt x="10" y="8"/>
                      <a:pt x="12" y="8"/>
                    </a:cubicBezTo>
                    <a:cubicBezTo>
                      <a:pt x="124" y="8"/>
                      <a:pt x="124" y="8"/>
                      <a:pt x="124" y="8"/>
                    </a:cubicBezTo>
                    <a:cubicBezTo>
                      <a:pt x="126" y="8"/>
                      <a:pt x="128" y="10"/>
                      <a:pt x="128" y="12"/>
                    </a:cubicBezTo>
                    <a:cubicBezTo>
                      <a:pt x="128" y="112"/>
                      <a:pt x="128" y="112"/>
                      <a:pt x="128" y="112"/>
                    </a:cubicBezTo>
                    <a:cubicBezTo>
                      <a:pt x="100" y="112"/>
                      <a:pt x="100" y="112"/>
                      <a:pt x="100" y="112"/>
                    </a:cubicBezTo>
                    <a:cubicBezTo>
                      <a:pt x="93" y="112"/>
                      <a:pt x="88" y="117"/>
                      <a:pt x="88" y="124"/>
                    </a:cubicBezTo>
                    <a:cubicBezTo>
                      <a:pt x="88" y="152"/>
                      <a:pt x="88" y="152"/>
                      <a:pt x="88" y="152"/>
                    </a:cubicBezTo>
                    <a:cubicBezTo>
                      <a:pt x="12" y="152"/>
                      <a:pt x="12" y="152"/>
                      <a:pt x="12" y="152"/>
                    </a:cubicBezTo>
                    <a:cubicBezTo>
                      <a:pt x="10" y="152"/>
                      <a:pt x="8" y="150"/>
                      <a:pt x="8" y="1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3" name="Rectangle 192">
                <a:extLst>
                  <a:ext uri="{FF2B5EF4-FFF2-40B4-BE49-F238E27FC236}">
                    <a16:creationId xmlns:a16="http://schemas.microsoft.com/office/drawing/2014/main" id="{52154C2E-52AC-4FE5-9E3D-46F8C57223BA}"/>
                  </a:ext>
                </a:extLst>
              </p:cNvPr>
              <p:cNvSpPr>
                <a:spLocks noChangeArrowheads="1"/>
              </p:cNvSpPr>
              <p:nvPr/>
            </p:nvSpPr>
            <p:spPr bwMode="auto">
              <a:xfrm>
                <a:off x="5241925" y="5602288"/>
                <a:ext cx="908050" cy="920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4" name="Rectangle 233">
                <a:extLst>
                  <a:ext uri="{FF2B5EF4-FFF2-40B4-BE49-F238E27FC236}">
                    <a16:creationId xmlns:a16="http://schemas.microsoft.com/office/drawing/2014/main" id="{08BF444F-FC47-496F-AD15-D2F20A1F0890}"/>
                  </a:ext>
                </a:extLst>
              </p:cNvPr>
              <p:cNvSpPr>
                <a:spLocks noChangeArrowheads="1"/>
              </p:cNvSpPr>
              <p:nvPr/>
            </p:nvSpPr>
            <p:spPr bwMode="auto">
              <a:xfrm>
                <a:off x="5241925" y="5829301"/>
                <a:ext cx="908050" cy="90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5" name="Rectangle 234">
                <a:extLst>
                  <a:ext uri="{FF2B5EF4-FFF2-40B4-BE49-F238E27FC236}">
                    <a16:creationId xmlns:a16="http://schemas.microsoft.com/office/drawing/2014/main" id="{53006818-804A-4A14-B469-05F4A0B4FC20}"/>
                  </a:ext>
                </a:extLst>
              </p:cNvPr>
              <p:cNvSpPr>
                <a:spLocks noChangeArrowheads="1"/>
              </p:cNvSpPr>
              <p:nvPr/>
            </p:nvSpPr>
            <p:spPr bwMode="auto">
              <a:xfrm>
                <a:off x="5241925" y="6056313"/>
                <a:ext cx="908050" cy="90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6" name="Rectangle 235">
                <a:extLst>
                  <a:ext uri="{FF2B5EF4-FFF2-40B4-BE49-F238E27FC236}">
                    <a16:creationId xmlns:a16="http://schemas.microsoft.com/office/drawing/2014/main" id="{0375B95C-04C5-427C-A41C-5862FC7266F5}"/>
                  </a:ext>
                </a:extLst>
              </p:cNvPr>
              <p:cNvSpPr>
                <a:spLocks noChangeArrowheads="1"/>
              </p:cNvSpPr>
              <p:nvPr/>
            </p:nvSpPr>
            <p:spPr bwMode="auto">
              <a:xfrm>
                <a:off x="5241925" y="6283326"/>
                <a:ext cx="590550" cy="90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7" name="Freeform 17">
                <a:extLst>
                  <a:ext uri="{FF2B5EF4-FFF2-40B4-BE49-F238E27FC236}">
                    <a16:creationId xmlns:a16="http://schemas.microsoft.com/office/drawing/2014/main" id="{7E0A776D-557E-4BC4-B580-95EAC1A87480}"/>
                  </a:ext>
                </a:extLst>
              </p:cNvPr>
              <p:cNvSpPr>
                <a:spLocks/>
              </p:cNvSpPr>
              <p:nvPr/>
            </p:nvSpPr>
            <p:spPr bwMode="auto">
              <a:xfrm>
                <a:off x="5378450" y="5557838"/>
                <a:ext cx="1450975" cy="1722438"/>
              </a:xfrm>
              <a:custGeom>
                <a:avLst/>
                <a:gdLst>
                  <a:gd name="T0" fmla="*/ 116 w 128"/>
                  <a:gd name="T1" fmla="*/ 152 h 152"/>
                  <a:gd name="T2" fmla="*/ 0 w 128"/>
                  <a:gd name="T3" fmla="*/ 152 h 152"/>
                  <a:gd name="T4" fmla="*/ 0 w 128"/>
                  <a:gd name="T5" fmla="*/ 144 h 152"/>
                  <a:gd name="T6" fmla="*/ 116 w 128"/>
                  <a:gd name="T7" fmla="*/ 144 h 152"/>
                  <a:gd name="T8" fmla="*/ 120 w 128"/>
                  <a:gd name="T9" fmla="*/ 140 h 152"/>
                  <a:gd name="T10" fmla="*/ 120 w 128"/>
                  <a:gd name="T11" fmla="*/ 0 h 152"/>
                  <a:gd name="T12" fmla="*/ 128 w 128"/>
                  <a:gd name="T13" fmla="*/ 0 h 152"/>
                  <a:gd name="T14" fmla="*/ 128 w 128"/>
                  <a:gd name="T15" fmla="*/ 140 h 152"/>
                  <a:gd name="T16" fmla="*/ 116 w 128"/>
                  <a:gd name="T17"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152">
                    <a:moveTo>
                      <a:pt x="116" y="152"/>
                    </a:moveTo>
                    <a:cubicBezTo>
                      <a:pt x="0" y="152"/>
                      <a:pt x="0" y="152"/>
                      <a:pt x="0" y="152"/>
                    </a:cubicBezTo>
                    <a:cubicBezTo>
                      <a:pt x="0" y="144"/>
                      <a:pt x="0" y="144"/>
                      <a:pt x="0" y="144"/>
                    </a:cubicBezTo>
                    <a:cubicBezTo>
                      <a:pt x="116" y="144"/>
                      <a:pt x="116" y="144"/>
                      <a:pt x="116" y="144"/>
                    </a:cubicBezTo>
                    <a:cubicBezTo>
                      <a:pt x="118" y="144"/>
                      <a:pt x="120" y="142"/>
                      <a:pt x="120" y="140"/>
                    </a:cubicBezTo>
                    <a:cubicBezTo>
                      <a:pt x="120" y="0"/>
                      <a:pt x="120" y="0"/>
                      <a:pt x="120" y="0"/>
                    </a:cubicBezTo>
                    <a:cubicBezTo>
                      <a:pt x="128" y="0"/>
                      <a:pt x="128" y="0"/>
                      <a:pt x="128" y="0"/>
                    </a:cubicBezTo>
                    <a:cubicBezTo>
                      <a:pt x="128" y="140"/>
                      <a:pt x="128" y="140"/>
                      <a:pt x="128" y="140"/>
                    </a:cubicBezTo>
                    <a:cubicBezTo>
                      <a:pt x="128" y="147"/>
                      <a:pt x="123" y="152"/>
                      <a:pt x="116"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8" name="Freeform 18">
                <a:extLst>
                  <a:ext uri="{FF2B5EF4-FFF2-40B4-BE49-F238E27FC236}">
                    <a16:creationId xmlns:a16="http://schemas.microsoft.com/office/drawing/2014/main" id="{7D7A9AA2-233B-4BF1-A9D2-91D0C0E24786}"/>
                  </a:ext>
                </a:extLst>
              </p:cNvPr>
              <p:cNvSpPr>
                <a:spLocks/>
              </p:cNvSpPr>
              <p:nvPr/>
            </p:nvSpPr>
            <p:spPr bwMode="auto">
              <a:xfrm>
                <a:off x="5197475" y="5376863"/>
                <a:ext cx="1450975" cy="1722438"/>
              </a:xfrm>
              <a:custGeom>
                <a:avLst/>
                <a:gdLst>
                  <a:gd name="T0" fmla="*/ 116 w 128"/>
                  <a:gd name="T1" fmla="*/ 152 h 152"/>
                  <a:gd name="T2" fmla="*/ 0 w 128"/>
                  <a:gd name="T3" fmla="*/ 152 h 152"/>
                  <a:gd name="T4" fmla="*/ 0 w 128"/>
                  <a:gd name="T5" fmla="*/ 144 h 152"/>
                  <a:gd name="T6" fmla="*/ 116 w 128"/>
                  <a:gd name="T7" fmla="*/ 144 h 152"/>
                  <a:gd name="T8" fmla="*/ 120 w 128"/>
                  <a:gd name="T9" fmla="*/ 140 h 152"/>
                  <a:gd name="T10" fmla="*/ 120 w 128"/>
                  <a:gd name="T11" fmla="*/ 0 h 152"/>
                  <a:gd name="T12" fmla="*/ 128 w 128"/>
                  <a:gd name="T13" fmla="*/ 0 h 152"/>
                  <a:gd name="T14" fmla="*/ 128 w 128"/>
                  <a:gd name="T15" fmla="*/ 140 h 152"/>
                  <a:gd name="T16" fmla="*/ 116 w 128"/>
                  <a:gd name="T17"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152">
                    <a:moveTo>
                      <a:pt x="116" y="152"/>
                    </a:moveTo>
                    <a:cubicBezTo>
                      <a:pt x="0" y="152"/>
                      <a:pt x="0" y="152"/>
                      <a:pt x="0" y="152"/>
                    </a:cubicBezTo>
                    <a:cubicBezTo>
                      <a:pt x="0" y="144"/>
                      <a:pt x="0" y="144"/>
                      <a:pt x="0" y="144"/>
                    </a:cubicBezTo>
                    <a:cubicBezTo>
                      <a:pt x="116" y="144"/>
                      <a:pt x="116" y="144"/>
                      <a:pt x="116" y="144"/>
                    </a:cubicBezTo>
                    <a:cubicBezTo>
                      <a:pt x="118" y="144"/>
                      <a:pt x="120" y="142"/>
                      <a:pt x="120" y="140"/>
                    </a:cubicBezTo>
                    <a:cubicBezTo>
                      <a:pt x="120" y="0"/>
                      <a:pt x="120" y="0"/>
                      <a:pt x="120" y="0"/>
                    </a:cubicBezTo>
                    <a:cubicBezTo>
                      <a:pt x="128" y="0"/>
                      <a:pt x="128" y="0"/>
                      <a:pt x="128" y="0"/>
                    </a:cubicBezTo>
                    <a:cubicBezTo>
                      <a:pt x="128" y="140"/>
                      <a:pt x="128" y="140"/>
                      <a:pt x="128" y="140"/>
                    </a:cubicBezTo>
                    <a:cubicBezTo>
                      <a:pt x="128" y="147"/>
                      <a:pt x="123" y="152"/>
                      <a:pt x="116"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3" name="Rounded Rectangle 178">
            <a:extLst>
              <a:ext uri="{FF2B5EF4-FFF2-40B4-BE49-F238E27FC236}">
                <a16:creationId xmlns:a16="http://schemas.microsoft.com/office/drawing/2014/main" id="{F1F8E0D3-40DE-900D-824F-ED3116B17DEE}"/>
              </a:ext>
            </a:extLst>
          </p:cNvPr>
          <p:cNvSpPr/>
          <p:nvPr/>
        </p:nvSpPr>
        <p:spPr bwMode="gray">
          <a:xfrm>
            <a:off x="3378365" y="5677492"/>
            <a:ext cx="8424602" cy="418952"/>
          </a:xfrm>
          <a:prstGeom prst="roundRect">
            <a:avLst/>
          </a:prstGeom>
          <a:solidFill>
            <a:schemeClr val="tx1">
              <a:lumMod val="75000"/>
              <a:lumOff val="25000"/>
            </a:schemeClr>
          </a:solidFill>
          <a:ln>
            <a:headEnd/>
            <a:tailEnd/>
          </a:ln>
        </p:spPr>
        <p:style>
          <a:lnRef idx="3">
            <a:schemeClr val="lt1"/>
          </a:lnRef>
          <a:fillRef idx="1">
            <a:schemeClr val="dk1"/>
          </a:fillRef>
          <a:effectRef idx="1">
            <a:schemeClr val="dk1"/>
          </a:effectRef>
          <a:fontRef idx="minor">
            <a:schemeClr val="lt1"/>
          </a:fontRef>
        </p:style>
        <p:txBody>
          <a:bodyPr wrap="square" lIns="60614" tIns="60614" rIns="60614" bIns="60614" rtlCol="0" anchor="ctr"/>
          <a:lstStyle/>
          <a:p>
            <a:pPr algn="ctr" defTabSz="837848">
              <a:lnSpc>
                <a:spcPct val="106000"/>
              </a:lnSpc>
            </a:pPr>
            <a:endParaRPr lang="en-IN" sz="900" b="1">
              <a:solidFill>
                <a:prstClr val="white"/>
              </a:solidFill>
              <a:latin typeface="Verdana"/>
            </a:endParaRPr>
          </a:p>
        </p:txBody>
      </p:sp>
      <p:sp>
        <p:nvSpPr>
          <p:cNvPr id="4" name="Rectangle 3">
            <a:extLst>
              <a:ext uri="{FF2B5EF4-FFF2-40B4-BE49-F238E27FC236}">
                <a16:creationId xmlns:a16="http://schemas.microsoft.com/office/drawing/2014/main" id="{18C41579-AFEC-1609-2526-76EC1F12969E}"/>
              </a:ext>
            </a:extLst>
          </p:cNvPr>
          <p:cNvSpPr/>
          <p:nvPr/>
        </p:nvSpPr>
        <p:spPr>
          <a:xfrm>
            <a:off x="3376448" y="5673628"/>
            <a:ext cx="8426519" cy="407099"/>
          </a:xfrm>
          <a:prstGeom prst="rect">
            <a:avLst/>
          </a:prstGeom>
        </p:spPr>
        <p:txBody>
          <a:bodyPr wrap="square" lIns="91440" tIns="45720" rIns="91440" bIns="45720" anchor="t">
            <a:spAutoFit/>
          </a:bodyPr>
          <a:lstStyle/>
          <a:p>
            <a:pPr algn="ctr" defTabSz="837848">
              <a:lnSpc>
                <a:spcPct val="107000"/>
              </a:lnSpc>
              <a:spcAft>
                <a:spcPts val="545"/>
              </a:spcAft>
            </a:pPr>
            <a:r>
              <a:rPr lang="en-US" sz="1000">
                <a:solidFill>
                  <a:srgbClr val="FFFFFF"/>
                </a:solidFill>
                <a:latin typeface="Verdana"/>
                <a:ea typeface="Calibri"/>
                <a:cs typeface="Times New Roman"/>
              </a:rPr>
              <a:t>The project management platform shall help WBSEDCL in monitoring Smart Meter implementation under RDSS in a very efficient manner ensuring transparency and seamless flow of data across several levels of the organization</a:t>
            </a:r>
          </a:p>
        </p:txBody>
      </p:sp>
      <p:sp>
        <p:nvSpPr>
          <p:cNvPr id="21" name="Rectangle 20">
            <a:extLst>
              <a:ext uri="{FF2B5EF4-FFF2-40B4-BE49-F238E27FC236}">
                <a16:creationId xmlns:a16="http://schemas.microsoft.com/office/drawing/2014/main" id="{5FCCF408-CEA1-9D8C-1E43-BBC1B95FC50B}"/>
              </a:ext>
            </a:extLst>
          </p:cNvPr>
          <p:cNvSpPr/>
          <p:nvPr/>
        </p:nvSpPr>
        <p:spPr>
          <a:xfrm>
            <a:off x="3375186" y="4600222"/>
            <a:ext cx="1323031" cy="230832"/>
          </a:xfrm>
          <a:prstGeom prst="rect">
            <a:avLst/>
          </a:prstGeom>
          <a:solidFill>
            <a:schemeClr val="accent4"/>
          </a:solidFill>
        </p:spPr>
        <p:style>
          <a:lnRef idx="3">
            <a:schemeClr val="lt1"/>
          </a:lnRef>
          <a:fillRef idx="1">
            <a:schemeClr val="dk1"/>
          </a:fillRef>
          <a:effectRef idx="1">
            <a:schemeClr val="dk1"/>
          </a:effectRef>
          <a:fontRef idx="minor">
            <a:schemeClr val="lt1"/>
          </a:fontRef>
        </p:style>
        <p:txBody>
          <a:bodyPr wrap="square" lIns="91440" tIns="45720" rIns="91440" bIns="45720" anchor="t">
            <a:spAutoFit/>
          </a:bodyPr>
          <a:lstStyle/>
          <a:p>
            <a:pPr algn="ctr"/>
            <a:r>
              <a:rPr lang="en-US" sz="900" b="1" cap="small">
                <a:solidFill>
                  <a:schemeClr val="bg1"/>
                </a:solidFill>
                <a:ea typeface="Verdana"/>
                <a:cs typeface="Calibri Light"/>
              </a:rPr>
              <a:t>PMO ENABLERS</a:t>
            </a:r>
            <a:endParaRPr lang="en-US" sz="900" b="1" cap="small">
              <a:solidFill>
                <a:schemeClr val="bg1"/>
              </a:solidFill>
              <a:ea typeface="Verdana"/>
              <a:cs typeface="Calibri Light" panose="020F0302020204030204" pitchFamily="34" charset="0"/>
            </a:endParaRPr>
          </a:p>
        </p:txBody>
      </p:sp>
      <p:pic>
        <p:nvPicPr>
          <p:cNvPr id="8" name="Picture 8" descr="A diagram of a company&amp;#39;s company&amp;#39;s company&amp;#39;s company&amp;#39;s company&amp;#39;s company&amp;#39;s company&amp;#39;s company&amp;#39;s company&amp;#39;s company&amp;#39;s company&amp;#39;s company&amp;#39;&#10;&#10;Description automatically generated">
            <a:extLst>
              <a:ext uri="{FF2B5EF4-FFF2-40B4-BE49-F238E27FC236}">
                <a16:creationId xmlns:a16="http://schemas.microsoft.com/office/drawing/2014/main" id="{2EF48D2B-A50F-CDE5-B633-F89663424D3D}"/>
              </a:ext>
            </a:extLst>
          </p:cNvPr>
          <p:cNvPicPr>
            <a:picLocks noChangeAspect="1"/>
          </p:cNvPicPr>
          <p:nvPr/>
        </p:nvPicPr>
        <p:blipFill>
          <a:blip r:embed="rId7"/>
          <a:stretch>
            <a:fillRect/>
          </a:stretch>
        </p:blipFill>
        <p:spPr>
          <a:xfrm>
            <a:off x="6389511" y="1530455"/>
            <a:ext cx="5000978" cy="2809312"/>
          </a:xfrm>
          <a:prstGeom prst="rect">
            <a:avLst/>
          </a:prstGeom>
        </p:spPr>
      </p:pic>
    </p:spTree>
    <p:extLst>
      <p:ext uri="{BB962C8B-B14F-4D97-AF65-F5344CB8AC3E}">
        <p14:creationId xmlns:p14="http://schemas.microsoft.com/office/powerpoint/2010/main" val="1411113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extLst>
              <p:ext uri="{D42A27DB-BD31-4B8C-83A1-F6EECF244321}">
                <p14:modId xmlns:p14="http://schemas.microsoft.com/office/powerpoint/2010/main" val="260325946"/>
              </p:ext>
            </p:extLst>
          </p:nvPr>
        </p:nvGraphicFramePr>
        <p:xfrm>
          <a:off x="1588" y="2579"/>
          <a:ext cx="1587" cy="1587"/>
        </p:xfrm>
        <a:graphic>
          <a:graphicData uri="http://schemas.openxmlformats.org/presentationml/2006/ole">
            <mc:AlternateContent xmlns:mc="http://schemas.openxmlformats.org/markup-compatibility/2006">
              <mc:Choice xmlns:v="urn:schemas-microsoft-com:vml" Requires="v">
                <p:oleObj spid="_x0000_s245761" name="think-cell Slide" r:id="rId6" imgW="530" imgH="531" progId="TCLayout.ActiveDocument.1">
                  <p:embed/>
                </p:oleObj>
              </mc:Choice>
              <mc:Fallback>
                <p:oleObj name="think-cell Slide" r:id="rId6" imgW="530" imgH="531" progId="TCLayout.ActiveDocument.1">
                  <p:embed/>
                  <p:pic>
                    <p:nvPicPr>
                      <p:cNvPr id="4" name="Object 3" hidden="1"/>
                      <p:cNvPicPr/>
                      <p:nvPr/>
                    </p:nvPicPr>
                    <p:blipFill>
                      <a:blip r:embed="rId7"/>
                      <a:stretch>
                        <a:fillRect/>
                      </a:stretch>
                    </p:blipFill>
                    <p:spPr>
                      <a:xfrm>
                        <a:off x="1588" y="2579"/>
                        <a:ext cx="1587" cy="1587"/>
                      </a:xfrm>
                      <a:prstGeom prst="rect">
                        <a:avLst/>
                      </a:prstGeom>
                    </p:spPr>
                  </p:pic>
                </p:oleObj>
              </mc:Fallback>
            </mc:AlternateContent>
          </a:graphicData>
        </a:graphic>
      </p:graphicFrame>
      <p:sp>
        <p:nvSpPr>
          <p:cNvPr id="5" name="Rectangle 4" hidden="1"/>
          <p:cNvSpPr/>
          <p:nvPr>
            <p:custDataLst>
              <p:tags r:id="rId3"/>
            </p:custDataLst>
          </p:nvPr>
        </p:nvSpPr>
        <p:spPr>
          <a:xfrm>
            <a:off x="1" y="992"/>
            <a:ext cx="158667" cy="1586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GB" sz="1765" b="1">
              <a:latin typeface="Verdana" panose="020B0604030504040204" pitchFamily="34" charset="0"/>
              <a:ea typeface="+mj-ea"/>
              <a:cs typeface="+mj-cs"/>
              <a:sym typeface="Verdana" panose="020B0604030504040204" pitchFamily="34" charset="0"/>
            </a:endParaRPr>
          </a:p>
        </p:txBody>
      </p:sp>
      <p:sp>
        <p:nvSpPr>
          <p:cNvPr id="36" name="Rectangle 35"/>
          <p:cNvSpPr/>
          <p:nvPr/>
        </p:nvSpPr>
        <p:spPr bwMode="gray">
          <a:xfrm>
            <a:off x="6616348" y="923761"/>
            <a:ext cx="2520529" cy="427986"/>
          </a:xfrm>
          <a:prstGeom prst="rect">
            <a:avLst/>
          </a:prstGeom>
          <a:noFill/>
          <a:ln w="19050" algn="ctr">
            <a:noFill/>
            <a:miter lim="800000"/>
            <a:headEnd/>
            <a:tailEnd/>
          </a:ln>
        </p:spPr>
        <p:txBody>
          <a:bodyPr wrap="square" lIns="100700" tIns="100700" rIns="100700" bIns="100700" rtlCol="0" anchor="ctr"/>
          <a:lstStyle/>
          <a:p>
            <a:pPr algn="ctr" defTabSz="1380987">
              <a:lnSpc>
                <a:spcPct val="106000"/>
              </a:lnSpc>
              <a:defRPr/>
            </a:pPr>
            <a:r>
              <a:rPr lang="en-US" sz="1412" b="1">
                <a:solidFill>
                  <a:schemeClr val="accent2"/>
                </a:solidFill>
                <a:latin typeface="Verdana"/>
              </a:rPr>
              <a:t>Activities</a:t>
            </a:r>
            <a:endParaRPr lang="en-IN" sz="1412" b="1">
              <a:solidFill>
                <a:schemeClr val="accent2"/>
              </a:solidFill>
              <a:latin typeface="Verdana"/>
            </a:endParaRPr>
          </a:p>
        </p:txBody>
      </p:sp>
      <p:sp>
        <p:nvSpPr>
          <p:cNvPr id="39" name="Rectangle 38"/>
          <p:cNvSpPr/>
          <p:nvPr/>
        </p:nvSpPr>
        <p:spPr bwMode="gray">
          <a:xfrm>
            <a:off x="1184236" y="961391"/>
            <a:ext cx="1515923" cy="359816"/>
          </a:xfrm>
          <a:prstGeom prst="rect">
            <a:avLst/>
          </a:prstGeom>
          <a:noFill/>
          <a:ln w="19050" algn="ctr">
            <a:noFill/>
            <a:miter lim="800000"/>
            <a:headEnd/>
            <a:tailEnd/>
          </a:ln>
        </p:spPr>
        <p:txBody>
          <a:bodyPr wrap="square" lIns="100700" tIns="100700" rIns="100700" bIns="100700" rtlCol="0" anchor="ctr"/>
          <a:lstStyle/>
          <a:p>
            <a:pPr algn="ctr" defTabSz="1380987">
              <a:lnSpc>
                <a:spcPct val="106000"/>
              </a:lnSpc>
              <a:defRPr/>
            </a:pPr>
            <a:r>
              <a:rPr lang="en-US" sz="1412" b="1">
                <a:solidFill>
                  <a:schemeClr val="accent2"/>
                </a:solidFill>
              </a:rPr>
              <a:t>Deliverables</a:t>
            </a:r>
            <a:endParaRPr lang="en-IN" sz="1412" b="1">
              <a:solidFill>
                <a:schemeClr val="accent2"/>
              </a:solidFill>
            </a:endParaRPr>
          </a:p>
        </p:txBody>
      </p:sp>
      <p:cxnSp>
        <p:nvCxnSpPr>
          <p:cNvPr id="38" name="Straight Connector 37"/>
          <p:cNvCxnSpPr/>
          <p:nvPr/>
        </p:nvCxnSpPr>
        <p:spPr>
          <a:xfrm flipV="1">
            <a:off x="458771" y="1438245"/>
            <a:ext cx="11184521" cy="24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Striped Right Arrow 39"/>
          <p:cNvSpPr/>
          <p:nvPr/>
        </p:nvSpPr>
        <p:spPr bwMode="gray">
          <a:xfrm>
            <a:off x="3005515" y="2950860"/>
            <a:ext cx="628032" cy="577352"/>
          </a:xfrm>
          <a:prstGeom prst="stripedRightArrow">
            <a:avLst>
              <a:gd name="adj1" fmla="val 100000"/>
              <a:gd name="adj2" fmla="val 50000"/>
            </a:avLst>
          </a:prstGeom>
          <a:solidFill>
            <a:schemeClr val="accent2"/>
          </a:solidFill>
          <a:ln>
            <a:noFill/>
          </a:ln>
        </p:spPr>
        <p:txBody>
          <a:bodyPr vert="horz" wrap="square" lIns="103578" tIns="51789" rIns="103578" bIns="51789" numCol="1" anchor="ctr" anchorCtr="0" compatLnSpc="1">
            <a:prstTxWarp prst="textNoShape">
              <a:avLst/>
            </a:prstTxWarp>
          </a:bodyPr>
          <a:lstStyle/>
          <a:p>
            <a:pPr algn="ctr" defTabSz="1380987">
              <a:defRPr/>
            </a:pPr>
            <a:endParaRPr lang="en-IN" sz="1235">
              <a:solidFill>
                <a:srgbClr val="012169">
                  <a:lumMod val="50000"/>
                </a:srgbClr>
              </a:solidFill>
              <a:latin typeface="Verdana"/>
            </a:endParaRPr>
          </a:p>
        </p:txBody>
      </p:sp>
      <p:grpSp>
        <p:nvGrpSpPr>
          <p:cNvPr id="9" name="Group 8"/>
          <p:cNvGrpSpPr/>
          <p:nvPr/>
        </p:nvGrpSpPr>
        <p:grpSpPr>
          <a:xfrm>
            <a:off x="4068566" y="3647554"/>
            <a:ext cx="2458501" cy="1645193"/>
            <a:chOff x="4574863" y="4988967"/>
            <a:chExt cx="2141794" cy="1864549"/>
          </a:xfrm>
        </p:grpSpPr>
        <p:sp>
          <p:nvSpPr>
            <p:cNvPr id="89" name="Rectangle 88"/>
            <p:cNvSpPr/>
            <p:nvPr/>
          </p:nvSpPr>
          <p:spPr bwMode="gray">
            <a:xfrm>
              <a:off x="4574863" y="4988967"/>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00" b="1">
                  <a:latin typeface="+mj-lt"/>
                </a:rPr>
                <a:t>Detailed project documentation and handholding</a:t>
              </a:r>
              <a:endParaRPr lang="en-US" sz="1200" b="1">
                <a:latin typeface="+mj-lt"/>
                <a:ea typeface="Verdana"/>
              </a:endParaRPr>
            </a:p>
          </p:txBody>
        </p:sp>
        <p:sp>
          <p:nvSpPr>
            <p:cNvPr id="6" name="TextBox 5"/>
            <p:cNvSpPr txBox="1"/>
            <p:nvPr/>
          </p:nvSpPr>
          <p:spPr>
            <a:xfrm>
              <a:off x="4574863" y="5754756"/>
              <a:ext cx="2135105" cy="1098760"/>
            </a:xfrm>
            <a:prstGeom prst="rect">
              <a:avLst/>
            </a:prstGeom>
            <a:noFill/>
          </p:spPr>
          <p:txBody>
            <a:bodyPr wrap="square" lIns="0" tIns="0" rIns="0" bIns="0" rtlCol="0" anchor="t">
              <a:spAutoFit/>
            </a:bodyPr>
            <a:lstStyle/>
            <a:p>
              <a:pPr marL="252095" indent="-252095">
                <a:spcBef>
                  <a:spcPts val="529"/>
                </a:spcBef>
                <a:buSzPct val="100000"/>
                <a:buFont typeface="Arial" panose="020B0604020202020204" pitchFamily="34" charset="0"/>
                <a:buChar char="•"/>
              </a:pPr>
              <a:r>
                <a:rPr lang="en-US" sz="1050" b="1">
                  <a:solidFill>
                    <a:srgbClr val="313131"/>
                  </a:solidFill>
                  <a:ea typeface="Verdana"/>
                </a:rPr>
                <a:t>Project documentation including bid evaluation reports, project monitoring reports and reports as required by </a:t>
              </a:r>
              <a:r>
                <a:rPr lang="en-US" sz="1050" b="1" err="1">
                  <a:solidFill>
                    <a:srgbClr val="313131"/>
                  </a:solidFill>
                  <a:ea typeface="Verdana"/>
                </a:rPr>
                <a:t>MoP</a:t>
              </a:r>
              <a:r>
                <a:rPr lang="en-US" sz="1050" b="1">
                  <a:solidFill>
                    <a:srgbClr val="313131"/>
                  </a:solidFill>
                  <a:ea typeface="Verdana"/>
                </a:rPr>
                <a:t>/other nodal agencies</a:t>
              </a:r>
              <a:endParaRPr lang="en-US" b="1"/>
            </a:p>
          </p:txBody>
        </p:sp>
      </p:grpSp>
      <p:grpSp>
        <p:nvGrpSpPr>
          <p:cNvPr id="8" name="Group 7"/>
          <p:cNvGrpSpPr/>
          <p:nvPr/>
        </p:nvGrpSpPr>
        <p:grpSpPr>
          <a:xfrm>
            <a:off x="6652502" y="3645575"/>
            <a:ext cx="2458501" cy="1485574"/>
            <a:chOff x="6790142" y="4986738"/>
            <a:chExt cx="2141794" cy="1683651"/>
          </a:xfrm>
        </p:grpSpPr>
        <p:sp>
          <p:nvSpPr>
            <p:cNvPr id="92" name="Rectangle 91"/>
            <p:cNvSpPr/>
            <p:nvPr/>
          </p:nvSpPr>
          <p:spPr bwMode="gray">
            <a:xfrm>
              <a:off x="6790142" y="4986738"/>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00" b="1">
                  <a:latin typeface="+mj-lt"/>
                </a:rPr>
                <a:t>Implementation of a cloud based project management tool</a:t>
              </a:r>
              <a:endParaRPr lang="en-US" sz="1200" b="1">
                <a:latin typeface="+mj-lt"/>
                <a:ea typeface="Verdana"/>
              </a:endParaRPr>
            </a:p>
          </p:txBody>
        </p:sp>
        <p:sp>
          <p:nvSpPr>
            <p:cNvPr id="29" name="TextBox 28"/>
            <p:cNvSpPr txBox="1"/>
            <p:nvPr/>
          </p:nvSpPr>
          <p:spPr>
            <a:xfrm>
              <a:off x="6796831" y="5754755"/>
              <a:ext cx="2135105" cy="915634"/>
            </a:xfrm>
            <a:prstGeom prst="rect">
              <a:avLst/>
            </a:prstGeom>
            <a:noFill/>
          </p:spPr>
          <p:txBody>
            <a:bodyPr wrap="square" lIns="0" tIns="0" rIns="0" bIns="0" rtlCol="0" anchor="t">
              <a:spAutoFit/>
            </a:bodyPr>
            <a:lstStyle/>
            <a:p>
              <a:pPr marL="252095" indent="-252095">
                <a:spcBef>
                  <a:spcPts val="529"/>
                </a:spcBef>
                <a:buSzPct val="100000"/>
                <a:buFont typeface="Arial" panose="020B0604020202020204" pitchFamily="34" charset="0"/>
                <a:buChar char="•"/>
              </a:pPr>
              <a:r>
                <a:rPr lang="en-US" sz="1050" b="1">
                  <a:solidFill>
                    <a:srgbClr val="313131"/>
                  </a:solidFill>
                </a:rPr>
                <a:t>Deploy a cloud based digital Project Management Tool to monitor the rollout and operational status of smart meters </a:t>
              </a:r>
              <a:r>
                <a:rPr lang="en-US" sz="1050">
                  <a:solidFill>
                    <a:srgbClr val="313131"/>
                  </a:solidFill>
                </a:rPr>
                <a:t> </a:t>
              </a:r>
              <a:endParaRPr lang="en-US" sz="1050">
                <a:solidFill>
                  <a:srgbClr val="313131"/>
                </a:solidFill>
                <a:ea typeface="Verdana"/>
              </a:endParaRPr>
            </a:p>
          </p:txBody>
        </p:sp>
      </p:grpSp>
      <p:grpSp>
        <p:nvGrpSpPr>
          <p:cNvPr id="7" name="Group 6"/>
          <p:cNvGrpSpPr/>
          <p:nvPr/>
        </p:nvGrpSpPr>
        <p:grpSpPr>
          <a:xfrm>
            <a:off x="9278019" y="3645577"/>
            <a:ext cx="2463819" cy="1320120"/>
            <a:chOff x="9041644" y="4986737"/>
            <a:chExt cx="2146427" cy="2514697"/>
          </a:xfrm>
        </p:grpSpPr>
        <p:sp>
          <p:nvSpPr>
            <p:cNvPr id="53" name="Rectangle 52"/>
            <p:cNvSpPr/>
            <p:nvPr/>
          </p:nvSpPr>
          <p:spPr bwMode="gray">
            <a:xfrm>
              <a:off x="9041644" y="4986737"/>
              <a:ext cx="2141794" cy="1125680"/>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00" b="1">
                  <a:latin typeface="+mj-lt"/>
                  <a:ea typeface="Verdana"/>
                </a:rPr>
                <a:t>System Integration Tests (SIT) and User Acceptance Testing (UAT)</a:t>
              </a:r>
              <a:endParaRPr lang="en-US"/>
            </a:p>
          </p:txBody>
        </p:sp>
        <p:sp>
          <p:nvSpPr>
            <p:cNvPr id="30" name="TextBox 29"/>
            <p:cNvSpPr txBox="1"/>
            <p:nvPr/>
          </p:nvSpPr>
          <p:spPr>
            <a:xfrm>
              <a:off x="9052966" y="6270238"/>
              <a:ext cx="2135105" cy="1231196"/>
            </a:xfrm>
            <a:prstGeom prst="rect">
              <a:avLst/>
            </a:prstGeom>
            <a:noFill/>
          </p:spPr>
          <p:txBody>
            <a:bodyPr wrap="square" lIns="0" tIns="0" rIns="0" bIns="0" rtlCol="0" anchor="t">
              <a:spAutoFit/>
            </a:bodyPr>
            <a:lstStyle/>
            <a:p>
              <a:pPr marL="252095" indent="-252095">
                <a:spcBef>
                  <a:spcPts val="529"/>
                </a:spcBef>
                <a:buSzPct val="100000"/>
                <a:buFont typeface="Arial" panose="020B0604020202020204" pitchFamily="34" charset="0"/>
                <a:buChar char="•"/>
              </a:pPr>
              <a:r>
                <a:rPr lang="en-US" sz="1050" b="1">
                  <a:solidFill>
                    <a:srgbClr val="313131"/>
                  </a:solidFill>
                </a:rPr>
                <a:t>Support WBSEDCL in System Integration Tests (SIT) and User Acceptance Testing (UAT)</a:t>
              </a:r>
              <a:endParaRPr lang="en-US" b="1">
                <a:ea typeface="Verdana"/>
              </a:endParaRPr>
            </a:p>
          </p:txBody>
        </p:sp>
      </p:grpSp>
      <p:sp>
        <p:nvSpPr>
          <p:cNvPr id="90" name="Freeform 97"/>
          <p:cNvSpPr>
            <a:spLocks noEditPoints="1"/>
          </p:cNvSpPr>
          <p:nvPr/>
        </p:nvSpPr>
        <p:spPr bwMode="auto">
          <a:xfrm>
            <a:off x="6655915" y="914353"/>
            <a:ext cx="412941" cy="447235"/>
          </a:xfrm>
          <a:custGeom>
            <a:avLst/>
            <a:gdLst>
              <a:gd name="T0" fmla="*/ 298 w 512"/>
              <a:gd name="T1" fmla="*/ 298 h 512"/>
              <a:gd name="T2" fmla="*/ 373 w 512"/>
              <a:gd name="T3" fmla="*/ 298 h 512"/>
              <a:gd name="T4" fmla="*/ 373 w 512"/>
              <a:gd name="T5" fmla="*/ 373 h 512"/>
              <a:gd name="T6" fmla="*/ 298 w 512"/>
              <a:gd name="T7" fmla="*/ 373 h 512"/>
              <a:gd name="T8" fmla="*/ 298 w 512"/>
              <a:gd name="T9" fmla="*/ 298 h 512"/>
              <a:gd name="T10" fmla="*/ 138 w 512"/>
              <a:gd name="T11" fmla="*/ 213 h 512"/>
              <a:gd name="T12" fmla="*/ 213 w 512"/>
              <a:gd name="T13" fmla="*/ 213 h 512"/>
              <a:gd name="T14" fmla="*/ 213 w 512"/>
              <a:gd name="T15" fmla="*/ 138 h 512"/>
              <a:gd name="T16" fmla="*/ 138 w 512"/>
              <a:gd name="T17" fmla="*/ 138 h 512"/>
              <a:gd name="T18" fmla="*/ 138 w 512"/>
              <a:gd name="T19" fmla="*/ 213 h 512"/>
              <a:gd name="T20" fmla="*/ 138 w 512"/>
              <a:gd name="T21" fmla="*/ 373 h 512"/>
              <a:gd name="T22" fmla="*/ 213 w 512"/>
              <a:gd name="T23" fmla="*/ 373 h 512"/>
              <a:gd name="T24" fmla="*/ 213 w 512"/>
              <a:gd name="T25" fmla="*/ 298 h 512"/>
              <a:gd name="T26" fmla="*/ 138 w 512"/>
              <a:gd name="T27" fmla="*/ 298 h 512"/>
              <a:gd name="T28" fmla="*/ 138 w 512"/>
              <a:gd name="T29" fmla="*/ 373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234 w 512"/>
              <a:gd name="T41" fmla="*/ 288 h 512"/>
              <a:gd name="T42" fmla="*/ 224 w 512"/>
              <a:gd name="T43" fmla="*/ 277 h 512"/>
              <a:gd name="T44" fmla="*/ 128 w 512"/>
              <a:gd name="T45" fmla="*/ 277 h 512"/>
              <a:gd name="T46" fmla="*/ 117 w 512"/>
              <a:gd name="T47" fmla="*/ 288 h 512"/>
              <a:gd name="T48" fmla="*/ 117 w 512"/>
              <a:gd name="T49" fmla="*/ 384 h 512"/>
              <a:gd name="T50" fmla="*/ 128 w 512"/>
              <a:gd name="T51" fmla="*/ 394 h 512"/>
              <a:gd name="T52" fmla="*/ 224 w 512"/>
              <a:gd name="T53" fmla="*/ 394 h 512"/>
              <a:gd name="T54" fmla="*/ 234 w 512"/>
              <a:gd name="T55" fmla="*/ 384 h 512"/>
              <a:gd name="T56" fmla="*/ 234 w 512"/>
              <a:gd name="T57" fmla="*/ 288 h 512"/>
              <a:gd name="T58" fmla="*/ 234 w 512"/>
              <a:gd name="T59" fmla="*/ 128 h 512"/>
              <a:gd name="T60" fmla="*/ 224 w 512"/>
              <a:gd name="T61" fmla="*/ 117 h 512"/>
              <a:gd name="T62" fmla="*/ 128 w 512"/>
              <a:gd name="T63" fmla="*/ 117 h 512"/>
              <a:gd name="T64" fmla="*/ 117 w 512"/>
              <a:gd name="T65" fmla="*/ 128 h 512"/>
              <a:gd name="T66" fmla="*/ 117 w 512"/>
              <a:gd name="T67" fmla="*/ 224 h 512"/>
              <a:gd name="T68" fmla="*/ 128 w 512"/>
              <a:gd name="T69" fmla="*/ 234 h 512"/>
              <a:gd name="T70" fmla="*/ 224 w 512"/>
              <a:gd name="T71" fmla="*/ 234 h 512"/>
              <a:gd name="T72" fmla="*/ 234 w 512"/>
              <a:gd name="T73" fmla="*/ 224 h 512"/>
              <a:gd name="T74" fmla="*/ 234 w 512"/>
              <a:gd name="T75" fmla="*/ 128 h 512"/>
              <a:gd name="T76" fmla="*/ 394 w 512"/>
              <a:gd name="T77" fmla="*/ 288 h 512"/>
              <a:gd name="T78" fmla="*/ 384 w 512"/>
              <a:gd name="T79" fmla="*/ 277 h 512"/>
              <a:gd name="T80" fmla="*/ 288 w 512"/>
              <a:gd name="T81" fmla="*/ 277 h 512"/>
              <a:gd name="T82" fmla="*/ 277 w 512"/>
              <a:gd name="T83" fmla="*/ 288 h 512"/>
              <a:gd name="T84" fmla="*/ 277 w 512"/>
              <a:gd name="T85" fmla="*/ 384 h 512"/>
              <a:gd name="T86" fmla="*/ 288 w 512"/>
              <a:gd name="T87" fmla="*/ 394 h 512"/>
              <a:gd name="T88" fmla="*/ 384 w 512"/>
              <a:gd name="T89" fmla="*/ 394 h 512"/>
              <a:gd name="T90" fmla="*/ 394 w 512"/>
              <a:gd name="T91" fmla="*/ 384 h 512"/>
              <a:gd name="T92" fmla="*/ 394 w 512"/>
              <a:gd name="T93" fmla="*/ 288 h 512"/>
              <a:gd name="T94" fmla="*/ 394 w 512"/>
              <a:gd name="T95" fmla="*/ 128 h 512"/>
              <a:gd name="T96" fmla="*/ 384 w 512"/>
              <a:gd name="T97" fmla="*/ 117 h 512"/>
              <a:gd name="T98" fmla="*/ 288 w 512"/>
              <a:gd name="T99" fmla="*/ 117 h 512"/>
              <a:gd name="T100" fmla="*/ 277 w 512"/>
              <a:gd name="T101" fmla="*/ 128 h 512"/>
              <a:gd name="T102" fmla="*/ 277 w 512"/>
              <a:gd name="T103" fmla="*/ 224 h 512"/>
              <a:gd name="T104" fmla="*/ 288 w 512"/>
              <a:gd name="T105" fmla="*/ 234 h 512"/>
              <a:gd name="T106" fmla="*/ 384 w 512"/>
              <a:gd name="T107" fmla="*/ 234 h 512"/>
              <a:gd name="T108" fmla="*/ 394 w 512"/>
              <a:gd name="T109" fmla="*/ 224 h 512"/>
              <a:gd name="T110" fmla="*/ 394 w 512"/>
              <a:gd name="T111" fmla="*/ 128 h 512"/>
              <a:gd name="T112" fmla="*/ 298 w 512"/>
              <a:gd name="T113" fmla="*/ 213 h 512"/>
              <a:gd name="T114" fmla="*/ 373 w 512"/>
              <a:gd name="T115" fmla="*/ 213 h 512"/>
              <a:gd name="T116" fmla="*/ 373 w 512"/>
              <a:gd name="T117" fmla="*/ 138 h 512"/>
              <a:gd name="T118" fmla="*/ 298 w 512"/>
              <a:gd name="T119" fmla="*/ 138 h 512"/>
              <a:gd name="T120" fmla="*/ 298 w 512"/>
              <a:gd name="T121"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298" y="298"/>
                </a:moveTo>
                <a:cubicBezTo>
                  <a:pt x="373" y="298"/>
                  <a:pt x="373" y="298"/>
                  <a:pt x="373" y="298"/>
                </a:cubicBezTo>
                <a:cubicBezTo>
                  <a:pt x="373" y="373"/>
                  <a:pt x="373" y="373"/>
                  <a:pt x="373" y="373"/>
                </a:cubicBezTo>
                <a:cubicBezTo>
                  <a:pt x="298" y="373"/>
                  <a:pt x="298" y="373"/>
                  <a:pt x="298" y="373"/>
                </a:cubicBezTo>
                <a:lnTo>
                  <a:pt x="298" y="298"/>
                </a:lnTo>
                <a:close/>
                <a:moveTo>
                  <a:pt x="138" y="213"/>
                </a:moveTo>
                <a:cubicBezTo>
                  <a:pt x="213" y="213"/>
                  <a:pt x="213" y="213"/>
                  <a:pt x="213" y="213"/>
                </a:cubicBezTo>
                <a:cubicBezTo>
                  <a:pt x="213" y="138"/>
                  <a:pt x="213" y="138"/>
                  <a:pt x="213" y="138"/>
                </a:cubicBezTo>
                <a:cubicBezTo>
                  <a:pt x="138" y="138"/>
                  <a:pt x="138" y="138"/>
                  <a:pt x="138" y="138"/>
                </a:cubicBezTo>
                <a:lnTo>
                  <a:pt x="138" y="213"/>
                </a:lnTo>
                <a:close/>
                <a:moveTo>
                  <a:pt x="138" y="373"/>
                </a:moveTo>
                <a:cubicBezTo>
                  <a:pt x="213" y="373"/>
                  <a:pt x="213" y="373"/>
                  <a:pt x="213" y="373"/>
                </a:cubicBezTo>
                <a:cubicBezTo>
                  <a:pt x="213" y="298"/>
                  <a:pt x="213" y="298"/>
                  <a:pt x="213" y="298"/>
                </a:cubicBezTo>
                <a:cubicBezTo>
                  <a:pt x="138" y="298"/>
                  <a:pt x="138" y="298"/>
                  <a:pt x="138" y="298"/>
                </a:cubicBezTo>
                <a:lnTo>
                  <a:pt x="138" y="37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34" y="288"/>
                </a:moveTo>
                <a:cubicBezTo>
                  <a:pt x="234" y="282"/>
                  <a:pt x="230" y="277"/>
                  <a:pt x="224" y="277"/>
                </a:cubicBezTo>
                <a:cubicBezTo>
                  <a:pt x="128" y="277"/>
                  <a:pt x="128" y="277"/>
                  <a:pt x="128" y="277"/>
                </a:cubicBezTo>
                <a:cubicBezTo>
                  <a:pt x="122" y="277"/>
                  <a:pt x="117" y="282"/>
                  <a:pt x="117" y="288"/>
                </a:cubicBezTo>
                <a:cubicBezTo>
                  <a:pt x="117" y="384"/>
                  <a:pt x="117" y="384"/>
                  <a:pt x="117" y="384"/>
                </a:cubicBezTo>
                <a:cubicBezTo>
                  <a:pt x="117" y="390"/>
                  <a:pt x="122" y="394"/>
                  <a:pt x="128" y="394"/>
                </a:cubicBezTo>
                <a:cubicBezTo>
                  <a:pt x="224" y="394"/>
                  <a:pt x="224" y="394"/>
                  <a:pt x="224" y="394"/>
                </a:cubicBezTo>
                <a:cubicBezTo>
                  <a:pt x="230" y="394"/>
                  <a:pt x="234" y="390"/>
                  <a:pt x="234" y="384"/>
                </a:cubicBezTo>
                <a:lnTo>
                  <a:pt x="234" y="288"/>
                </a:lnTo>
                <a:close/>
                <a:moveTo>
                  <a:pt x="234" y="128"/>
                </a:moveTo>
                <a:cubicBezTo>
                  <a:pt x="234" y="122"/>
                  <a:pt x="230" y="117"/>
                  <a:pt x="224" y="117"/>
                </a:cubicBezTo>
                <a:cubicBezTo>
                  <a:pt x="128" y="117"/>
                  <a:pt x="128" y="117"/>
                  <a:pt x="128" y="117"/>
                </a:cubicBezTo>
                <a:cubicBezTo>
                  <a:pt x="122" y="117"/>
                  <a:pt x="117" y="122"/>
                  <a:pt x="117" y="128"/>
                </a:cubicBezTo>
                <a:cubicBezTo>
                  <a:pt x="117" y="224"/>
                  <a:pt x="117" y="224"/>
                  <a:pt x="117" y="224"/>
                </a:cubicBezTo>
                <a:cubicBezTo>
                  <a:pt x="117" y="230"/>
                  <a:pt x="122" y="234"/>
                  <a:pt x="128" y="234"/>
                </a:cubicBezTo>
                <a:cubicBezTo>
                  <a:pt x="224" y="234"/>
                  <a:pt x="224" y="234"/>
                  <a:pt x="224" y="234"/>
                </a:cubicBezTo>
                <a:cubicBezTo>
                  <a:pt x="230" y="234"/>
                  <a:pt x="234" y="230"/>
                  <a:pt x="234" y="224"/>
                </a:cubicBezTo>
                <a:lnTo>
                  <a:pt x="234" y="128"/>
                </a:lnTo>
                <a:close/>
                <a:moveTo>
                  <a:pt x="394" y="288"/>
                </a:moveTo>
                <a:cubicBezTo>
                  <a:pt x="394" y="282"/>
                  <a:pt x="390" y="277"/>
                  <a:pt x="384" y="277"/>
                </a:cubicBezTo>
                <a:cubicBezTo>
                  <a:pt x="288" y="277"/>
                  <a:pt x="288" y="277"/>
                  <a:pt x="288" y="277"/>
                </a:cubicBezTo>
                <a:cubicBezTo>
                  <a:pt x="282" y="277"/>
                  <a:pt x="277" y="282"/>
                  <a:pt x="277" y="288"/>
                </a:cubicBezTo>
                <a:cubicBezTo>
                  <a:pt x="277" y="384"/>
                  <a:pt x="277" y="384"/>
                  <a:pt x="277" y="384"/>
                </a:cubicBezTo>
                <a:cubicBezTo>
                  <a:pt x="277" y="390"/>
                  <a:pt x="282" y="394"/>
                  <a:pt x="288" y="394"/>
                </a:cubicBezTo>
                <a:cubicBezTo>
                  <a:pt x="384" y="394"/>
                  <a:pt x="384" y="394"/>
                  <a:pt x="384" y="394"/>
                </a:cubicBezTo>
                <a:cubicBezTo>
                  <a:pt x="390" y="394"/>
                  <a:pt x="394" y="390"/>
                  <a:pt x="394" y="384"/>
                </a:cubicBezTo>
                <a:lnTo>
                  <a:pt x="394" y="288"/>
                </a:lnTo>
                <a:close/>
                <a:moveTo>
                  <a:pt x="394" y="128"/>
                </a:moveTo>
                <a:cubicBezTo>
                  <a:pt x="394" y="122"/>
                  <a:pt x="390" y="117"/>
                  <a:pt x="384" y="117"/>
                </a:cubicBezTo>
                <a:cubicBezTo>
                  <a:pt x="288" y="117"/>
                  <a:pt x="288" y="117"/>
                  <a:pt x="288" y="117"/>
                </a:cubicBezTo>
                <a:cubicBezTo>
                  <a:pt x="282" y="117"/>
                  <a:pt x="277" y="122"/>
                  <a:pt x="277" y="128"/>
                </a:cubicBezTo>
                <a:cubicBezTo>
                  <a:pt x="277" y="224"/>
                  <a:pt x="277" y="224"/>
                  <a:pt x="277" y="224"/>
                </a:cubicBezTo>
                <a:cubicBezTo>
                  <a:pt x="277" y="230"/>
                  <a:pt x="282" y="234"/>
                  <a:pt x="288" y="234"/>
                </a:cubicBezTo>
                <a:cubicBezTo>
                  <a:pt x="384" y="234"/>
                  <a:pt x="384" y="234"/>
                  <a:pt x="384" y="234"/>
                </a:cubicBezTo>
                <a:cubicBezTo>
                  <a:pt x="390" y="234"/>
                  <a:pt x="394" y="230"/>
                  <a:pt x="394" y="224"/>
                </a:cubicBezTo>
                <a:lnTo>
                  <a:pt x="394" y="128"/>
                </a:lnTo>
                <a:close/>
                <a:moveTo>
                  <a:pt x="298" y="213"/>
                </a:moveTo>
                <a:cubicBezTo>
                  <a:pt x="373" y="213"/>
                  <a:pt x="373" y="213"/>
                  <a:pt x="373" y="213"/>
                </a:cubicBezTo>
                <a:cubicBezTo>
                  <a:pt x="373" y="138"/>
                  <a:pt x="373" y="138"/>
                  <a:pt x="373" y="138"/>
                </a:cubicBezTo>
                <a:cubicBezTo>
                  <a:pt x="298" y="138"/>
                  <a:pt x="298" y="138"/>
                  <a:pt x="298" y="138"/>
                </a:cubicBezTo>
                <a:lnTo>
                  <a:pt x="298" y="213"/>
                </a:lnTo>
                <a:close/>
              </a:path>
            </a:pathLst>
          </a:custGeom>
          <a:solidFill>
            <a:schemeClr val="accent4"/>
          </a:solidFill>
          <a:ln>
            <a:noFill/>
          </a:ln>
        </p:spPr>
        <p:txBody>
          <a:bodyPr vert="horz" wrap="square" lIns="103578" tIns="51789" rIns="103578" bIns="51789" numCol="1" anchor="t" anchorCtr="0" compatLnSpc="1">
            <a:prstTxWarp prst="textNoShape">
              <a:avLst/>
            </a:prstTxWarp>
          </a:bodyPr>
          <a:lstStyle/>
          <a:p>
            <a:pPr defTabSz="1380987">
              <a:defRPr/>
            </a:pPr>
            <a:endParaRPr lang="en-GB" sz="2471">
              <a:solidFill>
                <a:prstClr val="black"/>
              </a:solidFill>
              <a:latin typeface="Verdana"/>
            </a:endParaRPr>
          </a:p>
        </p:txBody>
      </p:sp>
      <p:sp>
        <p:nvSpPr>
          <p:cNvPr id="91" name="Freeform 59">
            <a:extLst>
              <a:ext uri="{FF2B5EF4-FFF2-40B4-BE49-F238E27FC236}">
                <a16:creationId xmlns:a16="http://schemas.microsoft.com/office/drawing/2014/main" id="{9920DF9A-5043-4800-805F-AAA1D155489F}"/>
              </a:ext>
            </a:extLst>
          </p:cNvPr>
          <p:cNvSpPr>
            <a:spLocks noChangeAspect="1" noEditPoints="1"/>
          </p:cNvSpPr>
          <p:nvPr/>
        </p:nvSpPr>
        <p:spPr bwMode="auto">
          <a:xfrm>
            <a:off x="727327" y="914353"/>
            <a:ext cx="411731" cy="447235"/>
          </a:xfrm>
          <a:custGeom>
            <a:avLst/>
            <a:gdLst>
              <a:gd name="T0" fmla="*/ 147 w 512"/>
              <a:gd name="T1" fmla="*/ 170 h 512"/>
              <a:gd name="T2" fmla="*/ 201 w 512"/>
              <a:gd name="T3" fmla="*/ 170 h 512"/>
              <a:gd name="T4" fmla="*/ 223 w 512"/>
              <a:gd name="T5" fmla="*/ 170 h 512"/>
              <a:gd name="T6" fmla="*/ 256 w 512"/>
              <a:gd name="T7" fmla="*/ 117 h 512"/>
              <a:gd name="T8" fmla="*/ 133 w 512"/>
              <a:gd name="T9" fmla="*/ 192 h 512"/>
              <a:gd name="T10" fmla="*/ 192 w 512"/>
              <a:gd name="T11" fmla="*/ 245 h 512"/>
              <a:gd name="T12" fmla="*/ 218 w 512"/>
              <a:gd name="T13" fmla="*/ 320 h 512"/>
              <a:gd name="T14" fmla="*/ 298 w 512"/>
              <a:gd name="T15" fmla="*/ 266 h 512"/>
              <a:gd name="T16" fmla="*/ 218 w 512"/>
              <a:gd name="T17" fmla="*/ 320 h 512"/>
              <a:gd name="T18" fmla="*/ 292 w 512"/>
              <a:gd name="T19" fmla="*/ 122 h 512"/>
              <a:gd name="T20" fmla="*/ 365 w 512"/>
              <a:gd name="T21" fmla="*/ 170 h 512"/>
              <a:gd name="T22" fmla="*/ 218 w 512"/>
              <a:gd name="T23" fmla="*/ 192 h 512"/>
              <a:gd name="T24" fmla="*/ 298 w 512"/>
              <a:gd name="T25" fmla="*/ 245 h 512"/>
              <a:gd name="T26" fmla="*/ 192 w 512"/>
              <a:gd name="T27" fmla="*/ 266 h 512"/>
              <a:gd name="T28" fmla="*/ 133 w 512"/>
              <a:gd name="T29" fmla="*/ 320 h 512"/>
              <a:gd name="T30" fmla="*/ 192 w 512"/>
              <a:gd name="T31" fmla="*/ 266 h 512"/>
              <a:gd name="T32" fmla="*/ 394 w 512"/>
              <a:gd name="T33" fmla="*/ 245 h 512"/>
              <a:gd name="T34" fmla="*/ 314 w 512"/>
              <a:gd name="T35" fmla="*/ 192 h 512"/>
              <a:gd name="T36" fmla="*/ 512 w 512"/>
              <a:gd name="T37" fmla="*/ 256 h 512"/>
              <a:gd name="T38" fmla="*/ 0 w 512"/>
              <a:gd name="T39" fmla="*/ 256 h 512"/>
              <a:gd name="T40" fmla="*/ 512 w 512"/>
              <a:gd name="T41" fmla="*/ 256 h 512"/>
              <a:gd name="T42" fmla="*/ 256 w 512"/>
              <a:gd name="T43" fmla="*/ 96 h 512"/>
              <a:gd name="T44" fmla="*/ 256 w 512"/>
              <a:gd name="T45" fmla="*/ 416 h 512"/>
              <a:gd name="T46" fmla="*/ 314 w 512"/>
              <a:gd name="T47" fmla="*/ 320 h 512"/>
              <a:gd name="T48" fmla="*/ 394 w 512"/>
              <a:gd name="T49" fmla="*/ 266 h 512"/>
              <a:gd name="T50" fmla="*/ 314 w 512"/>
              <a:gd name="T51" fmla="*/ 320 h 512"/>
              <a:gd name="T52" fmla="*/ 220 w 512"/>
              <a:gd name="T53" fmla="*/ 389 h 512"/>
              <a:gd name="T54" fmla="*/ 147 w 512"/>
              <a:gd name="T55" fmla="*/ 341 h 512"/>
              <a:gd name="T56" fmla="*/ 365 w 512"/>
              <a:gd name="T57" fmla="*/ 341 h 512"/>
              <a:gd name="T58" fmla="*/ 292 w 512"/>
              <a:gd name="T59" fmla="*/ 389 h 512"/>
              <a:gd name="T60" fmla="*/ 288 w 512"/>
              <a:gd name="T61" fmla="*/ 341 h 512"/>
              <a:gd name="T62" fmla="*/ 256 w 512"/>
              <a:gd name="T63" fmla="*/ 39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12" h="512">
                <a:moveTo>
                  <a:pt x="201" y="170"/>
                </a:moveTo>
                <a:cubicBezTo>
                  <a:pt x="147" y="170"/>
                  <a:pt x="147" y="170"/>
                  <a:pt x="147" y="170"/>
                </a:cubicBezTo>
                <a:cubicBezTo>
                  <a:pt x="165" y="147"/>
                  <a:pt x="190" y="130"/>
                  <a:pt x="220" y="122"/>
                </a:cubicBezTo>
                <a:cubicBezTo>
                  <a:pt x="212" y="135"/>
                  <a:pt x="206" y="151"/>
                  <a:pt x="201" y="170"/>
                </a:cubicBezTo>
                <a:close/>
                <a:moveTo>
                  <a:pt x="256" y="117"/>
                </a:moveTo>
                <a:cubicBezTo>
                  <a:pt x="245" y="117"/>
                  <a:pt x="232" y="137"/>
                  <a:pt x="223" y="170"/>
                </a:cubicBezTo>
                <a:cubicBezTo>
                  <a:pt x="288" y="170"/>
                  <a:pt x="288" y="170"/>
                  <a:pt x="288" y="170"/>
                </a:cubicBezTo>
                <a:cubicBezTo>
                  <a:pt x="279" y="137"/>
                  <a:pt x="266" y="117"/>
                  <a:pt x="256" y="117"/>
                </a:cubicBezTo>
                <a:close/>
                <a:moveTo>
                  <a:pt x="197" y="192"/>
                </a:moveTo>
                <a:cubicBezTo>
                  <a:pt x="133" y="192"/>
                  <a:pt x="133" y="192"/>
                  <a:pt x="133" y="192"/>
                </a:cubicBezTo>
                <a:cubicBezTo>
                  <a:pt x="124" y="208"/>
                  <a:pt x="119" y="226"/>
                  <a:pt x="118" y="245"/>
                </a:cubicBezTo>
                <a:cubicBezTo>
                  <a:pt x="192" y="245"/>
                  <a:pt x="192" y="245"/>
                  <a:pt x="192" y="245"/>
                </a:cubicBezTo>
                <a:cubicBezTo>
                  <a:pt x="192" y="227"/>
                  <a:pt x="194" y="209"/>
                  <a:pt x="197" y="192"/>
                </a:cubicBezTo>
                <a:close/>
                <a:moveTo>
                  <a:pt x="218" y="320"/>
                </a:moveTo>
                <a:cubicBezTo>
                  <a:pt x="293" y="320"/>
                  <a:pt x="293" y="320"/>
                  <a:pt x="293" y="320"/>
                </a:cubicBezTo>
                <a:cubicBezTo>
                  <a:pt x="296" y="304"/>
                  <a:pt x="298" y="286"/>
                  <a:pt x="298" y="266"/>
                </a:cubicBezTo>
                <a:cubicBezTo>
                  <a:pt x="213" y="266"/>
                  <a:pt x="213" y="266"/>
                  <a:pt x="213" y="266"/>
                </a:cubicBezTo>
                <a:cubicBezTo>
                  <a:pt x="214" y="286"/>
                  <a:pt x="216" y="304"/>
                  <a:pt x="218" y="320"/>
                </a:cubicBezTo>
                <a:close/>
                <a:moveTo>
                  <a:pt x="365" y="170"/>
                </a:moveTo>
                <a:cubicBezTo>
                  <a:pt x="347" y="147"/>
                  <a:pt x="321" y="130"/>
                  <a:pt x="292" y="122"/>
                </a:cubicBezTo>
                <a:cubicBezTo>
                  <a:pt x="299" y="135"/>
                  <a:pt x="306" y="151"/>
                  <a:pt x="310" y="170"/>
                </a:cubicBezTo>
                <a:lnTo>
                  <a:pt x="365" y="170"/>
                </a:lnTo>
                <a:close/>
                <a:moveTo>
                  <a:pt x="293" y="192"/>
                </a:moveTo>
                <a:cubicBezTo>
                  <a:pt x="218" y="192"/>
                  <a:pt x="218" y="192"/>
                  <a:pt x="218" y="192"/>
                </a:cubicBezTo>
                <a:cubicBezTo>
                  <a:pt x="216" y="207"/>
                  <a:pt x="214" y="225"/>
                  <a:pt x="213" y="245"/>
                </a:cubicBezTo>
                <a:cubicBezTo>
                  <a:pt x="298" y="245"/>
                  <a:pt x="298" y="245"/>
                  <a:pt x="298" y="245"/>
                </a:cubicBezTo>
                <a:cubicBezTo>
                  <a:pt x="298" y="225"/>
                  <a:pt x="296" y="207"/>
                  <a:pt x="293" y="192"/>
                </a:cubicBezTo>
                <a:close/>
                <a:moveTo>
                  <a:pt x="192" y="266"/>
                </a:moveTo>
                <a:cubicBezTo>
                  <a:pt x="118" y="266"/>
                  <a:pt x="118" y="266"/>
                  <a:pt x="118" y="266"/>
                </a:cubicBezTo>
                <a:cubicBezTo>
                  <a:pt x="119" y="285"/>
                  <a:pt x="124" y="303"/>
                  <a:pt x="133" y="320"/>
                </a:cubicBezTo>
                <a:cubicBezTo>
                  <a:pt x="197" y="320"/>
                  <a:pt x="197" y="320"/>
                  <a:pt x="197" y="320"/>
                </a:cubicBezTo>
                <a:cubicBezTo>
                  <a:pt x="194" y="303"/>
                  <a:pt x="192" y="284"/>
                  <a:pt x="192" y="266"/>
                </a:cubicBezTo>
                <a:close/>
                <a:moveTo>
                  <a:pt x="319" y="245"/>
                </a:moveTo>
                <a:cubicBezTo>
                  <a:pt x="394" y="245"/>
                  <a:pt x="394" y="245"/>
                  <a:pt x="394" y="245"/>
                </a:cubicBezTo>
                <a:cubicBezTo>
                  <a:pt x="392" y="226"/>
                  <a:pt x="387" y="208"/>
                  <a:pt x="379" y="192"/>
                </a:cubicBezTo>
                <a:cubicBezTo>
                  <a:pt x="314" y="192"/>
                  <a:pt x="314" y="192"/>
                  <a:pt x="314" y="192"/>
                </a:cubicBezTo>
                <a:cubicBezTo>
                  <a:pt x="317" y="209"/>
                  <a:pt x="319" y="227"/>
                  <a:pt x="319" y="245"/>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256"/>
                </a:moveTo>
                <a:cubicBezTo>
                  <a:pt x="416" y="167"/>
                  <a:pt x="344" y="96"/>
                  <a:pt x="256" y="96"/>
                </a:cubicBezTo>
                <a:cubicBezTo>
                  <a:pt x="167" y="96"/>
                  <a:pt x="96" y="167"/>
                  <a:pt x="96" y="256"/>
                </a:cubicBezTo>
                <a:cubicBezTo>
                  <a:pt x="96" y="344"/>
                  <a:pt x="167" y="416"/>
                  <a:pt x="256" y="416"/>
                </a:cubicBezTo>
                <a:cubicBezTo>
                  <a:pt x="344" y="416"/>
                  <a:pt x="416" y="344"/>
                  <a:pt x="416" y="256"/>
                </a:cubicBezTo>
                <a:close/>
                <a:moveTo>
                  <a:pt x="314" y="320"/>
                </a:moveTo>
                <a:cubicBezTo>
                  <a:pt x="379" y="320"/>
                  <a:pt x="379" y="320"/>
                  <a:pt x="379" y="320"/>
                </a:cubicBezTo>
                <a:cubicBezTo>
                  <a:pt x="387" y="303"/>
                  <a:pt x="392" y="285"/>
                  <a:pt x="394" y="266"/>
                </a:cubicBezTo>
                <a:cubicBezTo>
                  <a:pt x="319" y="266"/>
                  <a:pt x="319" y="266"/>
                  <a:pt x="319" y="266"/>
                </a:cubicBezTo>
                <a:cubicBezTo>
                  <a:pt x="319" y="284"/>
                  <a:pt x="317" y="303"/>
                  <a:pt x="314" y="320"/>
                </a:cubicBezTo>
                <a:close/>
                <a:moveTo>
                  <a:pt x="147" y="341"/>
                </a:moveTo>
                <a:cubicBezTo>
                  <a:pt x="165" y="364"/>
                  <a:pt x="190" y="381"/>
                  <a:pt x="220" y="389"/>
                </a:cubicBezTo>
                <a:cubicBezTo>
                  <a:pt x="212" y="377"/>
                  <a:pt x="206" y="360"/>
                  <a:pt x="201" y="341"/>
                </a:cubicBezTo>
                <a:lnTo>
                  <a:pt x="147" y="341"/>
                </a:lnTo>
                <a:close/>
                <a:moveTo>
                  <a:pt x="292" y="389"/>
                </a:moveTo>
                <a:cubicBezTo>
                  <a:pt x="321" y="381"/>
                  <a:pt x="347" y="364"/>
                  <a:pt x="365" y="341"/>
                </a:cubicBezTo>
                <a:cubicBezTo>
                  <a:pt x="310" y="341"/>
                  <a:pt x="310" y="341"/>
                  <a:pt x="310" y="341"/>
                </a:cubicBezTo>
                <a:cubicBezTo>
                  <a:pt x="306" y="360"/>
                  <a:pt x="299" y="377"/>
                  <a:pt x="292" y="389"/>
                </a:cubicBezTo>
                <a:close/>
                <a:moveTo>
                  <a:pt x="256" y="394"/>
                </a:moveTo>
                <a:cubicBezTo>
                  <a:pt x="266" y="394"/>
                  <a:pt x="279" y="375"/>
                  <a:pt x="288" y="341"/>
                </a:cubicBezTo>
                <a:cubicBezTo>
                  <a:pt x="223" y="341"/>
                  <a:pt x="223" y="341"/>
                  <a:pt x="223" y="341"/>
                </a:cubicBezTo>
                <a:cubicBezTo>
                  <a:pt x="232" y="375"/>
                  <a:pt x="245" y="394"/>
                  <a:pt x="256" y="394"/>
                </a:cubicBezTo>
                <a:close/>
              </a:path>
            </a:pathLst>
          </a:custGeom>
          <a:solidFill>
            <a:schemeClr val="accent4"/>
          </a:solidFill>
          <a:ln>
            <a:noFill/>
          </a:ln>
        </p:spPr>
        <p:txBody>
          <a:bodyPr vert="horz" wrap="square" lIns="80682" tIns="40341" rIns="80682" bIns="40341" numCol="1" anchor="t" anchorCtr="0" compatLnSpc="1">
            <a:prstTxWarp prst="textNoShape">
              <a:avLst/>
            </a:prstTxWarp>
          </a:bodyPr>
          <a:lstStyle/>
          <a:p>
            <a:endParaRPr lang="en-GB" sz="1765"/>
          </a:p>
        </p:txBody>
      </p:sp>
      <p:grpSp>
        <p:nvGrpSpPr>
          <p:cNvPr id="61" name="Group 60">
            <a:extLst>
              <a:ext uri="{FF2B5EF4-FFF2-40B4-BE49-F238E27FC236}">
                <a16:creationId xmlns:a16="http://schemas.microsoft.com/office/drawing/2014/main" id="{783C2A1D-B5EC-4A4F-8E9F-BB607BEAF6BC}"/>
              </a:ext>
            </a:extLst>
          </p:cNvPr>
          <p:cNvGrpSpPr/>
          <p:nvPr/>
        </p:nvGrpSpPr>
        <p:grpSpPr>
          <a:xfrm>
            <a:off x="4070134" y="1584652"/>
            <a:ext cx="2458501" cy="1322028"/>
            <a:chOff x="4574863" y="4988967"/>
            <a:chExt cx="2141794" cy="1498296"/>
          </a:xfrm>
        </p:grpSpPr>
        <p:sp>
          <p:nvSpPr>
            <p:cNvPr id="62" name="Rectangle 61">
              <a:extLst>
                <a:ext uri="{FF2B5EF4-FFF2-40B4-BE49-F238E27FC236}">
                  <a16:creationId xmlns:a16="http://schemas.microsoft.com/office/drawing/2014/main" id="{7DB3D57D-9865-4D89-81DD-94DC4F997E00}"/>
                </a:ext>
              </a:extLst>
            </p:cNvPr>
            <p:cNvSpPr/>
            <p:nvPr/>
          </p:nvSpPr>
          <p:spPr bwMode="gray">
            <a:xfrm>
              <a:off x="4574863" y="4988967"/>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00" b="1">
                  <a:latin typeface="+mj-lt"/>
                </a:rPr>
                <a:t>Quality Assurance</a:t>
              </a:r>
              <a:endParaRPr lang="en-US" sz="1200" b="1">
                <a:latin typeface="+mj-lt"/>
                <a:ea typeface="Verdana"/>
              </a:endParaRPr>
            </a:p>
          </p:txBody>
        </p:sp>
        <p:sp>
          <p:nvSpPr>
            <p:cNvPr id="63" name="TextBox 62">
              <a:extLst>
                <a:ext uri="{FF2B5EF4-FFF2-40B4-BE49-F238E27FC236}">
                  <a16:creationId xmlns:a16="http://schemas.microsoft.com/office/drawing/2014/main" id="{08567972-DA6F-437A-B80F-7AE5BA54BA95}"/>
                </a:ext>
              </a:extLst>
            </p:cNvPr>
            <p:cNvSpPr txBox="1"/>
            <p:nvPr/>
          </p:nvSpPr>
          <p:spPr>
            <a:xfrm>
              <a:off x="4574863" y="5754756"/>
              <a:ext cx="2135105" cy="732507"/>
            </a:xfrm>
            <a:prstGeom prst="rect">
              <a:avLst/>
            </a:prstGeom>
            <a:noFill/>
          </p:spPr>
          <p:txBody>
            <a:bodyPr wrap="square" lIns="0" tIns="0" rIns="0" bIns="0" rtlCol="0" anchor="t">
              <a:spAutoFit/>
            </a:bodyPr>
            <a:lstStyle/>
            <a:p>
              <a:pPr marL="252095" indent="-252095">
                <a:spcBef>
                  <a:spcPts val="529"/>
                </a:spcBef>
                <a:buSzPct val="100000"/>
                <a:buFont typeface="Arial" panose="020B0604020202020204" pitchFamily="34" charset="0"/>
                <a:buChar char="•"/>
              </a:pPr>
              <a:r>
                <a:rPr lang="en-US" sz="1050" b="1">
                  <a:solidFill>
                    <a:srgbClr val="313131"/>
                  </a:solidFill>
                  <a:latin typeface="Verdana"/>
                  <a:ea typeface="Verdana"/>
                </a:rPr>
                <a:t>Conduct site supervision to ensure adherence to specifications as per RFP and flagging any deviations</a:t>
              </a:r>
              <a:endParaRPr lang="en-US" b="1">
                <a:latin typeface="Verdana"/>
              </a:endParaRPr>
            </a:p>
          </p:txBody>
        </p:sp>
      </p:grpSp>
      <p:grpSp>
        <p:nvGrpSpPr>
          <p:cNvPr id="64" name="Group 63">
            <a:extLst>
              <a:ext uri="{FF2B5EF4-FFF2-40B4-BE49-F238E27FC236}">
                <a16:creationId xmlns:a16="http://schemas.microsoft.com/office/drawing/2014/main" id="{CB50E966-0702-4461-9DD9-742DEC036D16}"/>
              </a:ext>
            </a:extLst>
          </p:cNvPr>
          <p:cNvGrpSpPr/>
          <p:nvPr/>
        </p:nvGrpSpPr>
        <p:grpSpPr>
          <a:xfrm>
            <a:off x="6654070" y="1582682"/>
            <a:ext cx="2458501" cy="1485580"/>
            <a:chOff x="6790142" y="4986738"/>
            <a:chExt cx="2141794" cy="1683655"/>
          </a:xfrm>
        </p:grpSpPr>
        <p:sp>
          <p:nvSpPr>
            <p:cNvPr id="65" name="Rectangle 64">
              <a:extLst>
                <a:ext uri="{FF2B5EF4-FFF2-40B4-BE49-F238E27FC236}">
                  <a16:creationId xmlns:a16="http://schemas.microsoft.com/office/drawing/2014/main" id="{23B46B47-DE20-4C12-B9A7-B976FD4BBC2F}"/>
                </a:ext>
              </a:extLst>
            </p:cNvPr>
            <p:cNvSpPr/>
            <p:nvPr/>
          </p:nvSpPr>
          <p:spPr bwMode="gray">
            <a:xfrm>
              <a:off x="6790142" y="4986738"/>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00" b="1">
                  <a:latin typeface="+mj-lt"/>
                </a:rPr>
                <a:t>Coordination</a:t>
              </a:r>
              <a:endParaRPr lang="en-US" sz="1200" b="1">
                <a:latin typeface="+mj-lt"/>
                <a:ea typeface="Verdana"/>
              </a:endParaRPr>
            </a:p>
          </p:txBody>
        </p:sp>
        <p:sp>
          <p:nvSpPr>
            <p:cNvPr id="66" name="TextBox 65">
              <a:extLst>
                <a:ext uri="{FF2B5EF4-FFF2-40B4-BE49-F238E27FC236}">
                  <a16:creationId xmlns:a16="http://schemas.microsoft.com/office/drawing/2014/main" id="{4F123907-4FFF-40DB-BB7D-B00D1F8ADC1E}"/>
                </a:ext>
              </a:extLst>
            </p:cNvPr>
            <p:cNvSpPr txBox="1"/>
            <p:nvPr/>
          </p:nvSpPr>
          <p:spPr>
            <a:xfrm>
              <a:off x="6796831" y="5754760"/>
              <a:ext cx="2135105" cy="915633"/>
            </a:xfrm>
            <a:prstGeom prst="rect">
              <a:avLst/>
            </a:prstGeom>
            <a:noFill/>
          </p:spPr>
          <p:txBody>
            <a:bodyPr wrap="square" lIns="0" tIns="0" rIns="0" bIns="0" rtlCol="0" anchor="t">
              <a:spAutoFit/>
            </a:bodyPr>
            <a:lstStyle/>
            <a:p>
              <a:pPr marL="252095" indent="-252095">
                <a:spcBef>
                  <a:spcPts val="529"/>
                </a:spcBef>
                <a:buSzPct val="100000"/>
                <a:buFont typeface="Arial" panose="020B0604020202020204" pitchFamily="34" charset="0"/>
                <a:buChar char="•"/>
              </a:pPr>
              <a:r>
                <a:rPr lang="en-US" sz="1050" b="1">
                  <a:solidFill>
                    <a:srgbClr val="313131"/>
                  </a:solidFill>
                  <a:ea typeface="Verdana"/>
                </a:rPr>
                <a:t>Coordinate between WBSEDCL field officials, personnel from AMISP and WBSEDCL top management for execution of the project</a:t>
              </a:r>
              <a:endParaRPr lang="en-US" b="1"/>
            </a:p>
          </p:txBody>
        </p:sp>
      </p:grpSp>
      <p:grpSp>
        <p:nvGrpSpPr>
          <p:cNvPr id="67" name="Group 66">
            <a:extLst>
              <a:ext uri="{FF2B5EF4-FFF2-40B4-BE49-F238E27FC236}">
                <a16:creationId xmlns:a16="http://schemas.microsoft.com/office/drawing/2014/main" id="{B497CE6F-1786-426E-BE8E-C2831872FF2C}"/>
              </a:ext>
            </a:extLst>
          </p:cNvPr>
          <p:cNvGrpSpPr/>
          <p:nvPr/>
        </p:nvGrpSpPr>
        <p:grpSpPr>
          <a:xfrm>
            <a:off x="9279587" y="1582679"/>
            <a:ext cx="2463819" cy="1481702"/>
            <a:chOff x="9041644" y="4986737"/>
            <a:chExt cx="2146427" cy="2822491"/>
          </a:xfrm>
        </p:grpSpPr>
        <p:sp>
          <p:nvSpPr>
            <p:cNvPr id="68" name="Rectangle 67">
              <a:extLst>
                <a:ext uri="{FF2B5EF4-FFF2-40B4-BE49-F238E27FC236}">
                  <a16:creationId xmlns:a16="http://schemas.microsoft.com/office/drawing/2014/main" id="{25DC1DA1-F9FA-4A6D-8038-F564DF407DF2}"/>
                </a:ext>
              </a:extLst>
            </p:cNvPr>
            <p:cNvSpPr/>
            <p:nvPr/>
          </p:nvSpPr>
          <p:spPr bwMode="gray">
            <a:xfrm>
              <a:off x="9041644" y="4986737"/>
              <a:ext cx="2141794" cy="1125680"/>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00" b="1">
                  <a:latin typeface="+mj-lt"/>
                  <a:ea typeface="Verdana"/>
                </a:rPr>
                <a:t>Maintaining MIS</a:t>
              </a:r>
            </a:p>
          </p:txBody>
        </p:sp>
        <p:sp>
          <p:nvSpPr>
            <p:cNvPr id="69" name="TextBox 68">
              <a:extLst>
                <a:ext uri="{FF2B5EF4-FFF2-40B4-BE49-F238E27FC236}">
                  <a16:creationId xmlns:a16="http://schemas.microsoft.com/office/drawing/2014/main" id="{BD1779DB-6D73-4CBB-9341-9E4CD28B4025}"/>
                </a:ext>
              </a:extLst>
            </p:cNvPr>
            <p:cNvSpPr txBox="1"/>
            <p:nvPr/>
          </p:nvSpPr>
          <p:spPr>
            <a:xfrm>
              <a:off x="9052966" y="6270236"/>
              <a:ext cx="2135105" cy="1538992"/>
            </a:xfrm>
            <a:prstGeom prst="rect">
              <a:avLst/>
            </a:prstGeom>
            <a:noFill/>
          </p:spPr>
          <p:txBody>
            <a:bodyPr wrap="square" lIns="0" tIns="0" rIns="0" bIns="0" rtlCol="0" anchor="t">
              <a:spAutoFit/>
            </a:bodyPr>
            <a:lstStyle/>
            <a:p>
              <a:pPr marL="252095" indent="-252095">
                <a:spcBef>
                  <a:spcPts val="529"/>
                </a:spcBef>
                <a:buSzPct val="100000"/>
                <a:buFont typeface="Arial" panose="020B0604020202020204" pitchFamily="34" charset="0"/>
                <a:buChar char="•"/>
              </a:pPr>
              <a:r>
                <a:rPr lang="en-US" sz="1050" b="1">
                  <a:solidFill>
                    <a:srgbClr val="313131"/>
                  </a:solidFill>
                </a:rPr>
                <a:t>Develop and maintain MIS reports shall help in timely assessment of bottlenecks and identification of remedial measures</a:t>
              </a:r>
              <a:endParaRPr lang="en-US" sz="1050" b="1">
                <a:solidFill>
                  <a:srgbClr val="313131"/>
                </a:solidFill>
                <a:ea typeface="Verdana"/>
              </a:endParaRPr>
            </a:p>
          </p:txBody>
        </p:sp>
      </p:grpSp>
      <p:sp>
        <p:nvSpPr>
          <p:cNvPr id="96" name="Rectangle 95">
            <a:hlinkClick r:id="" action="ppaction://noaction"/>
            <a:extLst>
              <a:ext uri="{FF2B5EF4-FFF2-40B4-BE49-F238E27FC236}">
                <a16:creationId xmlns:a16="http://schemas.microsoft.com/office/drawing/2014/main" id="{595DC675-922B-4430-92F5-F16D30AA31E4}"/>
              </a:ext>
            </a:extLst>
          </p:cNvPr>
          <p:cNvSpPr/>
          <p:nvPr/>
        </p:nvSpPr>
        <p:spPr bwMode="gray">
          <a:xfrm>
            <a:off x="593310" y="2604313"/>
            <a:ext cx="2107861" cy="1271130"/>
          </a:xfrm>
          <a:prstGeom prst="rect">
            <a:avLst/>
          </a:prstGeom>
          <a:solidFill>
            <a:srgbClr val="2C5234"/>
          </a:solidFill>
          <a:ln>
            <a:solidFill>
              <a:srgbClr val="155513"/>
            </a:solidFill>
          </a:ln>
        </p:spPr>
        <p:style>
          <a:lnRef idx="2">
            <a:schemeClr val="accent5"/>
          </a:lnRef>
          <a:fillRef idx="1">
            <a:schemeClr val="lt1"/>
          </a:fillRef>
          <a:effectRef idx="0">
            <a:schemeClr val="accent5"/>
          </a:effectRef>
          <a:fontRef idx="minor">
            <a:schemeClr val="dk1"/>
          </a:fontRef>
        </p:style>
        <p:txBody>
          <a:bodyPr vert="horz" wrap="square" lIns="103578" tIns="51789" rIns="103578" bIns="51789" numCol="1" anchor="ctr" anchorCtr="0" compatLnSpc="1">
            <a:prstTxWarp prst="textNoShape">
              <a:avLst/>
            </a:prstTxWarp>
          </a:bodyPr>
          <a:lstStyle/>
          <a:p>
            <a:pPr algn="ctr"/>
            <a:r>
              <a:rPr lang="en-US" sz="1200" b="1">
                <a:solidFill>
                  <a:schemeClr val="bg1"/>
                </a:solidFill>
                <a:latin typeface="+mj-lt"/>
                <a:ea typeface="Verdana"/>
              </a:rPr>
              <a:t>Project Management of rollout of smart meters under RDSS Scheme and integration with HES and MDMS</a:t>
            </a:r>
          </a:p>
        </p:txBody>
      </p:sp>
      <p:sp>
        <p:nvSpPr>
          <p:cNvPr id="12" name="Title 2">
            <a:extLst>
              <a:ext uri="{FF2B5EF4-FFF2-40B4-BE49-F238E27FC236}">
                <a16:creationId xmlns:a16="http://schemas.microsoft.com/office/drawing/2014/main" id="{5832BB9B-7670-D1E6-A596-D90200B1D397}"/>
              </a:ext>
            </a:extLst>
          </p:cNvPr>
          <p:cNvSpPr txBox="1">
            <a:spLocks/>
          </p:cNvSpPr>
          <p:nvPr/>
        </p:nvSpPr>
        <p:spPr bwMode="gray">
          <a:xfrm>
            <a:off x="469902" y="402587"/>
            <a:ext cx="11252200" cy="334102"/>
          </a:xfrm>
          <a:prstGeom prst="rect">
            <a:avLst/>
          </a:prstGeom>
        </p:spPr>
        <p:txBody>
          <a:bodyPr vert="horz" lIns="0" tIns="0" rIns="0" bIns="0" rtlCol="0" anchor="t" anchorCtr="0">
            <a:noAutofit/>
          </a:bodyPr>
          <a:lstStyle>
            <a:lvl1pPr algn="l" defTabSz="862686" rtl="0" eaLnBrk="1" latinLnBrk="0" hangingPunct="1">
              <a:lnSpc>
                <a:spcPct val="100000"/>
              </a:lnSpc>
              <a:spcBef>
                <a:spcPct val="0"/>
              </a:spcBef>
              <a:buNone/>
              <a:defRPr sz="1799" b="1" kern="1200" cap="none" baseline="0">
                <a:solidFill>
                  <a:schemeClr val="accent2"/>
                </a:solidFill>
                <a:latin typeface="+mj-lt"/>
                <a:ea typeface="+mj-ea"/>
                <a:cs typeface="+mj-cs"/>
              </a:defRPr>
            </a:lvl1pPr>
          </a:lstStyle>
          <a:p>
            <a:r>
              <a:rPr lang="en-US" sz="2000">
                <a:solidFill>
                  <a:schemeClr val="tx1"/>
                </a:solidFill>
              </a:rPr>
              <a:t>Task 2: Project Management (2/2)</a:t>
            </a:r>
            <a:endParaRPr lang="en-GB" sz="2000">
              <a:solidFill>
                <a:schemeClr val="tx1"/>
              </a:solidFill>
            </a:endParaRPr>
          </a:p>
        </p:txBody>
      </p:sp>
      <p:grpSp>
        <p:nvGrpSpPr>
          <p:cNvPr id="3" name="Group 2">
            <a:extLst>
              <a:ext uri="{FF2B5EF4-FFF2-40B4-BE49-F238E27FC236}">
                <a16:creationId xmlns:a16="http://schemas.microsoft.com/office/drawing/2014/main" id="{A4A6ED52-5794-06E5-0893-28A51A06EF7A}"/>
              </a:ext>
            </a:extLst>
          </p:cNvPr>
          <p:cNvGrpSpPr/>
          <p:nvPr/>
        </p:nvGrpSpPr>
        <p:grpSpPr>
          <a:xfrm>
            <a:off x="593310" y="5491499"/>
            <a:ext cx="11107677" cy="620203"/>
            <a:chOff x="1774616" y="4917845"/>
            <a:chExt cx="9412580" cy="620203"/>
          </a:xfrm>
        </p:grpSpPr>
        <p:sp>
          <p:nvSpPr>
            <p:cNvPr id="10" name="AutoShape 3">
              <a:extLst>
                <a:ext uri="{FF2B5EF4-FFF2-40B4-BE49-F238E27FC236}">
                  <a16:creationId xmlns:a16="http://schemas.microsoft.com/office/drawing/2014/main" id="{32B7F1C4-D2A0-AD3C-3C7B-744CE7950BCA}"/>
                </a:ext>
              </a:extLst>
            </p:cNvPr>
            <p:cNvSpPr>
              <a:spLocks noChangeArrowheads="1"/>
            </p:cNvSpPr>
            <p:nvPr/>
          </p:nvSpPr>
          <p:spPr bwMode="gray">
            <a:xfrm>
              <a:off x="1774616" y="4917845"/>
              <a:ext cx="1980000" cy="612000"/>
            </a:xfrm>
            <a:prstGeom prst="chevron">
              <a:avLst>
                <a:gd name="adj" fmla="val 34952"/>
              </a:avLst>
            </a:prstGeom>
            <a:solidFill>
              <a:schemeClr val="accent1">
                <a:lumMod val="60000"/>
                <a:lumOff val="40000"/>
              </a:schemeClr>
            </a:solidFill>
            <a:ln w="12700" cap="rnd" algn="ctr">
              <a:noFill/>
              <a:miter lim="800000"/>
              <a:headEnd/>
              <a:tailEnd/>
            </a:ln>
          </p:spPr>
          <p:txBody>
            <a:bodyPr lIns="88900" tIns="88900" rIns="88900" bIns="88900" anchor="ctr" anchorCtr="0"/>
            <a:lstStyle/>
            <a:p>
              <a:pPr algn="ctr">
                <a:lnSpc>
                  <a:spcPct val="106000"/>
                </a:lnSpc>
                <a:defRPr/>
              </a:pPr>
              <a:r>
                <a:rPr lang="en-US" sz="1100" b="1">
                  <a:latin typeface="Verdana" panose="020B0604030504040204" pitchFamily="34" charset="0"/>
                  <a:ea typeface="Verdana" panose="020B0604030504040204" pitchFamily="34" charset="0"/>
                </a:rPr>
                <a:t>Setting up of AMI-PMA Cell</a:t>
              </a:r>
            </a:p>
          </p:txBody>
        </p:sp>
        <p:sp>
          <p:nvSpPr>
            <p:cNvPr id="11" name="AutoShape 4">
              <a:extLst>
                <a:ext uri="{FF2B5EF4-FFF2-40B4-BE49-F238E27FC236}">
                  <a16:creationId xmlns:a16="http://schemas.microsoft.com/office/drawing/2014/main" id="{56D871FB-0F93-E2B8-713A-473C7F2D5E1D}"/>
                </a:ext>
              </a:extLst>
            </p:cNvPr>
            <p:cNvSpPr>
              <a:spLocks noChangeArrowheads="1"/>
            </p:cNvSpPr>
            <p:nvPr/>
          </p:nvSpPr>
          <p:spPr bwMode="gray">
            <a:xfrm>
              <a:off x="3632030" y="4923959"/>
              <a:ext cx="1980000" cy="612000"/>
            </a:xfrm>
            <a:prstGeom prst="chevron">
              <a:avLst>
                <a:gd name="adj" fmla="val 34975"/>
              </a:avLst>
            </a:prstGeom>
            <a:solidFill>
              <a:schemeClr val="accent2"/>
            </a:solidFill>
            <a:ln w="12700" cap="rnd" algn="ctr">
              <a:noFill/>
              <a:miter lim="800000"/>
              <a:headEnd/>
              <a:tailEnd/>
            </a:ln>
          </p:spPr>
          <p:txBody>
            <a:bodyPr lIns="88900" tIns="88900" rIns="88900" bIns="88900" anchor="ctr" anchorCtr="0"/>
            <a:lstStyle/>
            <a:p>
              <a:pPr algn="ctr">
                <a:lnSpc>
                  <a:spcPct val="106000"/>
                </a:lnSpc>
                <a:defRPr/>
              </a:pPr>
              <a:r>
                <a:rPr lang="en-US" sz="1100" b="1">
                  <a:solidFill>
                    <a:schemeClr val="bg1"/>
                  </a:solidFill>
                  <a:latin typeface="Verdana" panose="020B0604030504040204" pitchFamily="34" charset="0"/>
                  <a:ea typeface="Verdana" panose="020B0604030504040204" pitchFamily="34" charset="0"/>
                </a:rPr>
                <a:t>Finalizing data &amp; information collection plan</a:t>
              </a:r>
            </a:p>
          </p:txBody>
        </p:sp>
        <p:sp>
          <p:nvSpPr>
            <p:cNvPr id="13" name="AutoShape 5">
              <a:extLst>
                <a:ext uri="{FF2B5EF4-FFF2-40B4-BE49-F238E27FC236}">
                  <a16:creationId xmlns:a16="http://schemas.microsoft.com/office/drawing/2014/main" id="{806FC4C6-AC95-17B9-72C7-4714AB593E9C}"/>
                </a:ext>
              </a:extLst>
            </p:cNvPr>
            <p:cNvSpPr>
              <a:spLocks noChangeArrowheads="1"/>
            </p:cNvSpPr>
            <p:nvPr/>
          </p:nvSpPr>
          <p:spPr bwMode="gray">
            <a:xfrm>
              <a:off x="5482362" y="4926048"/>
              <a:ext cx="1980000" cy="612000"/>
            </a:xfrm>
            <a:prstGeom prst="chevron">
              <a:avLst>
                <a:gd name="adj" fmla="val 34975"/>
              </a:avLst>
            </a:prstGeom>
            <a:solidFill>
              <a:schemeClr val="accent3"/>
            </a:solidFill>
            <a:ln w="12700" cap="rnd" algn="ctr">
              <a:noFill/>
              <a:miter lim="800000"/>
              <a:headEnd/>
              <a:tailEnd/>
            </a:ln>
          </p:spPr>
          <p:txBody>
            <a:bodyPr lIns="88900" tIns="88900" rIns="88900" bIns="88900" anchor="ctr" anchorCtr="0"/>
            <a:lstStyle/>
            <a:p>
              <a:pPr algn="ctr">
                <a:lnSpc>
                  <a:spcPct val="106000"/>
                </a:lnSpc>
                <a:defRPr/>
              </a:pPr>
              <a:r>
                <a:rPr lang="en-US" sz="1100" b="1">
                  <a:solidFill>
                    <a:schemeClr val="bg1"/>
                  </a:solidFill>
                  <a:latin typeface="Verdana" panose="020B0604030504040204" pitchFamily="34" charset="0"/>
                  <a:ea typeface="Verdana" panose="020B0604030504040204" pitchFamily="34" charset="0"/>
                </a:rPr>
                <a:t>Setting up Review &amp; Monitoring Mechanism</a:t>
              </a:r>
            </a:p>
          </p:txBody>
        </p:sp>
        <p:sp>
          <p:nvSpPr>
            <p:cNvPr id="14" name="AutoShape 6">
              <a:extLst>
                <a:ext uri="{FF2B5EF4-FFF2-40B4-BE49-F238E27FC236}">
                  <a16:creationId xmlns:a16="http://schemas.microsoft.com/office/drawing/2014/main" id="{39B59C65-16EB-306A-1440-CDCB88BF5ACB}"/>
                </a:ext>
              </a:extLst>
            </p:cNvPr>
            <p:cNvSpPr>
              <a:spLocks noChangeArrowheads="1"/>
            </p:cNvSpPr>
            <p:nvPr/>
          </p:nvSpPr>
          <p:spPr bwMode="gray">
            <a:xfrm>
              <a:off x="7339975" y="4925452"/>
              <a:ext cx="1980000" cy="612000"/>
            </a:xfrm>
            <a:prstGeom prst="chevron">
              <a:avLst>
                <a:gd name="adj" fmla="val 34975"/>
              </a:avLst>
            </a:prstGeom>
            <a:solidFill>
              <a:schemeClr val="accent3">
                <a:lumMod val="75000"/>
              </a:schemeClr>
            </a:solidFill>
            <a:ln w="12700" cap="rnd" algn="ctr">
              <a:noFill/>
              <a:miter lim="800000"/>
              <a:headEnd/>
              <a:tailEnd/>
            </a:ln>
          </p:spPr>
          <p:txBody>
            <a:bodyPr lIns="88900" tIns="88900" rIns="88900" bIns="88900" anchor="ctr" anchorCtr="0"/>
            <a:lstStyle/>
            <a:p>
              <a:pPr algn="ctr">
                <a:lnSpc>
                  <a:spcPct val="106000"/>
                </a:lnSpc>
                <a:defRPr/>
              </a:pPr>
              <a:r>
                <a:rPr lang="en-US" sz="1100" b="1">
                  <a:solidFill>
                    <a:schemeClr val="bg1"/>
                  </a:solidFill>
                  <a:latin typeface="Verdana" panose="020B0604030504040204" pitchFamily="34" charset="0"/>
                  <a:ea typeface="Verdana" panose="020B0604030504040204" pitchFamily="34" charset="0"/>
                </a:rPr>
                <a:t>Identification and mitigation of risks</a:t>
              </a:r>
            </a:p>
          </p:txBody>
        </p:sp>
        <p:sp>
          <p:nvSpPr>
            <p:cNvPr id="15" name="AutoShape 6">
              <a:extLst>
                <a:ext uri="{FF2B5EF4-FFF2-40B4-BE49-F238E27FC236}">
                  <a16:creationId xmlns:a16="http://schemas.microsoft.com/office/drawing/2014/main" id="{CEB2AA6B-C09A-7C9C-A6EE-BB3FE76C9B33}"/>
                </a:ext>
              </a:extLst>
            </p:cNvPr>
            <p:cNvSpPr>
              <a:spLocks noChangeArrowheads="1"/>
            </p:cNvSpPr>
            <p:nvPr/>
          </p:nvSpPr>
          <p:spPr bwMode="gray">
            <a:xfrm>
              <a:off x="9207196" y="4925452"/>
              <a:ext cx="1980000" cy="612000"/>
            </a:xfrm>
            <a:prstGeom prst="chevron">
              <a:avLst>
                <a:gd name="adj" fmla="val 34975"/>
              </a:avLst>
            </a:prstGeom>
            <a:solidFill>
              <a:schemeClr val="accent3">
                <a:lumMod val="50000"/>
              </a:schemeClr>
            </a:solidFill>
            <a:ln w="12700" cap="rnd" algn="ctr">
              <a:noFill/>
              <a:miter lim="800000"/>
              <a:headEnd/>
              <a:tailEnd/>
            </a:ln>
          </p:spPr>
          <p:txBody>
            <a:bodyPr lIns="88900" tIns="88900" rIns="88900" bIns="88900" anchor="ctr" anchorCtr="0"/>
            <a:lstStyle/>
            <a:p>
              <a:pPr algn="ctr">
                <a:lnSpc>
                  <a:spcPct val="106000"/>
                </a:lnSpc>
                <a:defRPr/>
              </a:pPr>
              <a:r>
                <a:rPr lang="en-US" sz="1100" b="1">
                  <a:solidFill>
                    <a:schemeClr val="bg1"/>
                  </a:solidFill>
                  <a:latin typeface="Verdana" panose="020B0604030504040204" pitchFamily="34" charset="0"/>
                  <a:ea typeface="Verdana" panose="020B0604030504040204" pitchFamily="34" charset="0"/>
                </a:rPr>
                <a:t>Deployment of Project Management Tool</a:t>
              </a:r>
            </a:p>
          </p:txBody>
        </p:sp>
      </p:grpSp>
    </p:spTree>
    <p:extLst>
      <p:ext uri="{BB962C8B-B14F-4D97-AF65-F5344CB8AC3E}">
        <p14:creationId xmlns:p14="http://schemas.microsoft.com/office/powerpoint/2010/main" val="29526233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DB63B2-238D-4B76-AAF8-404000511533}"/>
              </a:ext>
            </a:extLst>
          </p:cNvPr>
          <p:cNvSpPr>
            <a:spLocks noGrp="1"/>
          </p:cNvSpPr>
          <p:nvPr>
            <p:ph type="body" idx="1"/>
          </p:nvPr>
        </p:nvSpPr>
        <p:spPr/>
        <p:txBody>
          <a:bodyPr/>
          <a:lstStyle/>
          <a:p>
            <a:r>
              <a:rPr lang="en-US"/>
              <a:t>PMC Tool</a:t>
            </a:r>
          </a:p>
        </p:txBody>
      </p:sp>
    </p:spTree>
    <p:extLst>
      <p:ext uri="{BB962C8B-B14F-4D97-AF65-F5344CB8AC3E}">
        <p14:creationId xmlns:p14="http://schemas.microsoft.com/office/powerpoint/2010/main" val="410626069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7" name="Object 136" hidden="1">
            <a:extLst>
              <a:ext uri="{FF2B5EF4-FFF2-40B4-BE49-F238E27FC236}">
                <a16:creationId xmlns:a16="http://schemas.microsoft.com/office/drawing/2014/main" id="{8BCBB1E7-CC17-4D60-A74B-3914B20D75A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48833" name="think-cell Slide" r:id="rId6" imgW="499" imgH="499" progId="TCLayout.ActiveDocument.1">
                  <p:embed/>
                </p:oleObj>
              </mc:Choice>
              <mc:Fallback>
                <p:oleObj name="think-cell Slide" r:id="rId6" imgW="499" imgH="499" progId="TCLayout.ActiveDocument.1">
                  <p:embed/>
                  <p:pic>
                    <p:nvPicPr>
                      <p:cNvPr id="137" name="Object 136" hidden="1">
                        <a:extLst>
                          <a:ext uri="{FF2B5EF4-FFF2-40B4-BE49-F238E27FC236}">
                            <a16:creationId xmlns:a16="http://schemas.microsoft.com/office/drawing/2014/main" id="{8BCBB1E7-CC17-4D60-A74B-3914B20D75AC}"/>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A81733A-AF34-41AD-991F-A143D016BE36}"/>
              </a:ext>
            </a:extLst>
          </p:cNvPr>
          <p:cNvSpPr/>
          <p:nvPr>
            <p:custDataLst>
              <p:tags r:id="rId3"/>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IN" sz="726" b="1"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sym typeface="Calibri" panose="020F0502020204030204" pitchFamily="34" charset="0"/>
            </a:endParaRPr>
          </a:p>
        </p:txBody>
      </p:sp>
      <p:pic>
        <p:nvPicPr>
          <p:cNvPr id="6" name="Picture 5">
            <a:extLst>
              <a:ext uri="{FF2B5EF4-FFF2-40B4-BE49-F238E27FC236}">
                <a16:creationId xmlns:a16="http://schemas.microsoft.com/office/drawing/2014/main" id="{14729B1C-A48D-42FB-993A-AE926764F34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639076" y="1183656"/>
            <a:ext cx="4657181" cy="23875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892CABC3-A72F-4FAA-8E84-E930777961FD}"/>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t="10543" b="6667"/>
          <a:stretch/>
        </p:blipFill>
        <p:spPr>
          <a:xfrm>
            <a:off x="537154" y="1218382"/>
            <a:ext cx="4501879" cy="238755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345F60BD-2F22-4CCD-9145-B4D2DCC7219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651565" y="1183656"/>
            <a:ext cx="1577520" cy="23875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228A9F47-AB73-4232-9EDB-FDAE3F956F5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533955" y="1183656"/>
            <a:ext cx="1551304" cy="23875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Picture 9">
            <a:extLst>
              <a:ext uri="{FF2B5EF4-FFF2-40B4-BE49-F238E27FC236}">
                <a16:creationId xmlns:a16="http://schemas.microsoft.com/office/drawing/2014/main" id="{EDC70004-F8B1-419A-A540-507A018E891E}"/>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176181" y="3714123"/>
            <a:ext cx="5759102" cy="2411930"/>
          </a:xfrm>
          <a:prstGeom prst="rect">
            <a:avLst/>
          </a:prstGeom>
        </p:spPr>
      </p:pic>
      <p:pic>
        <p:nvPicPr>
          <p:cNvPr id="13" name="Picture 12">
            <a:extLst>
              <a:ext uri="{FF2B5EF4-FFF2-40B4-BE49-F238E27FC236}">
                <a16:creationId xmlns:a16="http://schemas.microsoft.com/office/drawing/2014/main" id="{7C5C2F4A-B6AA-4579-B4DC-2A3A19F5DDD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385126" y="1176978"/>
            <a:ext cx="1357313" cy="23942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4" name="Rectangle 13">
            <a:extLst>
              <a:ext uri="{FF2B5EF4-FFF2-40B4-BE49-F238E27FC236}">
                <a16:creationId xmlns:a16="http://schemas.microsoft.com/office/drawing/2014/main" id="{71861A09-F6F0-4C19-802D-DE6518AD58BF}"/>
              </a:ext>
            </a:extLst>
          </p:cNvPr>
          <p:cNvSpPr/>
          <p:nvPr/>
        </p:nvSpPr>
        <p:spPr bwMode="gray">
          <a:xfrm>
            <a:off x="2433383" y="3188658"/>
            <a:ext cx="3480319" cy="317240"/>
          </a:xfrm>
          <a:prstGeom prst="rect">
            <a:avLst/>
          </a:prstGeom>
          <a:ln>
            <a:headEnd/>
            <a:tailEnd/>
          </a:ln>
        </p:spPr>
        <p:style>
          <a:lnRef idx="3">
            <a:schemeClr val="lt1"/>
          </a:lnRef>
          <a:fillRef idx="1">
            <a:schemeClr val="dk1"/>
          </a:fillRef>
          <a:effectRef idx="1">
            <a:schemeClr val="dk1"/>
          </a:effectRef>
          <a:fontRef idx="minor">
            <a:schemeClr val="lt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a:ln>
                  <a:noFill/>
                </a:ln>
                <a:solidFill>
                  <a:prstClr val="white"/>
                </a:solidFill>
                <a:effectLst/>
                <a:uLnTx/>
                <a:uFillTx/>
                <a:latin typeface="Verdana"/>
                <a:ea typeface="+mn-ea"/>
                <a:cs typeface="+mn-cs"/>
              </a:rPr>
              <a:t>Web based monitoring platform</a:t>
            </a:r>
            <a:endParaRPr kumimoji="0" lang="en-IN" sz="1400" b="1" i="0" u="none" strike="noStrike" kern="1200" cap="none" spc="0" normalizeH="0" baseline="0" noProof="0">
              <a:ln>
                <a:noFill/>
              </a:ln>
              <a:solidFill>
                <a:prstClr val="white"/>
              </a:solidFill>
              <a:effectLst/>
              <a:uLnTx/>
              <a:uFillTx/>
              <a:latin typeface="Verdana"/>
              <a:ea typeface="+mn-ea"/>
              <a:cs typeface="+mn-cs"/>
            </a:endParaRPr>
          </a:p>
        </p:txBody>
      </p:sp>
      <p:sp>
        <p:nvSpPr>
          <p:cNvPr id="15" name="Rectangle 14">
            <a:extLst>
              <a:ext uri="{FF2B5EF4-FFF2-40B4-BE49-F238E27FC236}">
                <a16:creationId xmlns:a16="http://schemas.microsoft.com/office/drawing/2014/main" id="{02CECE55-F9F3-442D-8242-8736A2F09409}"/>
              </a:ext>
            </a:extLst>
          </p:cNvPr>
          <p:cNvSpPr/>
          <p:nvPr/>
        </p:nvSpPr>
        <p:spPr bwMode="gray">
          <a:xfrm>
            <a:off x="7331955" y="3196361"/>
            <a:ext cx="3709290" cy="317240"/>
          </a:xfrm>
          <a:prstGeom prst="rect">
            <a:avLst/>
          </a:prstGeom>
          <a:ln>
            <a:headEnd/>
            <a:tailEnd/>
          </a:ln>
        </p:spPr>
        <p:style>
          <a:lnRef idx="3">
            <a:schemeClr val="lt1"/>
          </a:lnRef>
          <a:fillRef idx="1">
            <a:schemeClr val="dk1"/>
          </a:fillRef>
          <a:effectRef idx="1">
            <a:schemeClr val="dk1"/>
          </a:effectRef>
          <a:fontRef idx="minor">
            <a:schemeClr val="lt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a:ln>
                  <a:noFill/>
                </a:ln>
                <a:solidFill>
                  <a:prstClr val="white"/>
                </a:solidFill>
                <a:effectLst/>
                <a:uLnTx/>
                <a:uFillTx/>
                <a:latin typeface="Verdana"/>
                <a:ea typeface="+mn-ea"/>
                <a:cs typeface="+mn-cs"/>
              </a:rPr>
              <a:t>Mobile based monitoring platform</a:t>
            </a:r>
            <a:endParaRPr kumimoji="0" lang="en-IN" sz="1400" b="1" i="0" u="none" strike="noStrike" kern="1200" cap="none" spc="0" normalizeH="0" baseline="0" noProof="0">
              <a:ln>
                <a:noFill/>
              </a:ln>
              <a:solidFill>
                <a:prstClr val="white"/>
              </a:solidFill>
              <a:effectLst/>
              <a:uLnTx/>
              <a:uFillTx/>
              <a:latin typeface="Verdana"/>
              <a:ea typeface="+mn-ea"/>
              <a:cs typeface="+mn-cs"/>
            </a:endParaRPr>
          </a:p>
        </p:txBody>
      </p:sp>
      <p:sp>
        <p:nvSpPr>
          <p:cNvPr id="16" name="Rectangle 15">
            <a:extLst>
              <a:ext uri="{FF2B5EF4-FFF2-40B4-BE49-F238E27FC236}">
                <a16:creationId xmlns:a16="http://schemas.microsoft.com/office/drawing/2014/main" id="{342A4E7A-A5F0-4D02-84BD-53E86171F16D}"/>
              </a:ext>
            </a:extLst>
          </p:cNvPr>
          <p:cNvSpPr/>
          <p:nvPr/>
        </p:nvSpPr>
        <p:spPr bwMode="gray">
          <a:xfrm>
            <a:off x="5910103" y="5706284"/>
            <a:ext cx="1767956" cy="317240"/>
          </a:xfrm>
          <a:prstGeom prst="rect">
            <a:avLst/>
          </a:prstGeom>
          <a:ln>
            <a:headEnd/>
            <a:tailEnd/>
          </a:ln>
        </p:spPr>
        <p:style>
          <a:lnRef idx="3">
            <a:schemeClr val="lt1"/>
          </a:lnRef>
          <a:fillRef idx="1">
            <a:schemeClr val="dk1"/>
          </a:fillRef>
          <a:effectRef idx="1">
            <a:schemeClr val="dk1"/>
          </a:effectRef>
          <a:fontRef idx="minor">
            <a:schemeClr val="lt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a:ln>
                  <a:noFill/>
                </a:ln>
                <a:solidFill>
                  <a:prstClr val="white"/>
                </a:solidFill>
                <a:effectLst/>
                <a:uLnTx/>
                <a:uFillTx/>
                <a:latin typeface="Verdana"/>
                <a:ea typeface="+mn-ea"/>
                <a:cs typeface="+mn-cs"/>
              </a:rPr>
              <a:t>BI Platform</a:t>
            </a:r>
            <a:endParaRPr kumimoji="0" lang="en-IN" sz="1400" b="1" i="0" u="none" strike="noStrike" kern="1200" cap="none" spc="0" normalizeH="0" baseline="0" noProof="0">
              <a:ln>
                <a:noFill/>
              </a:ln>
              <a:solidFill>
                <a:prstClr val="white"/>
              </a:solidFill>
              <a:effectLst/>
              <a:uLnTx/>
              <a:uFillTx/>
              <a:latin typeface="Verdana"/>
              <a:ea typeface="+mn-ea"/>
              <a:cs typeface="+mn-cs"/>
            </a:endParaRPr>
          </a:p>
        </p:txBody>
      </p:sp>
      <p:sp>
        <p:nvSpPr>
          <p:cNvPr id="24" name="Title 2">
            <a:extLst>
              <a:ext uri="{FF2B5EF4-FFF2-40B4-BE49-F238E27FC236}">
                <a16:creationId xmlns:a16="http://schemas.microsoft.com/office/drawing/2014/main" id="{82DEC17D-3607-4D5F-8EBD-3DBE78D792EA}"/>
              </a:ext>
            </a:extLst>
          </p:cNvPr>
          <p:cNvSpPr txBox="1">
            <a:spLocks/>
          </p:cNvSpPr>
          <p:nvPr/>
        </p:nvSpPr>
        <p:spPr>
          <a:xfrm>
            <a:off x="427376" y="263736"/>
            <a:ext cx="11764624" cy="395858"/>
          </a:xfrm>
          <a:prstGeom prst="rect">
            <a:avLst/>
          </a:prstGeom>
        </p:spPr>
        <p:txBody>
          <a:bodyPr lIns="91440" tIns="45720" rIns="91440" bIns="45720" anchor="t"/>
          <a:lstStyle>
            <a:lvl1pPr algn="l" defTabSz="1219170" rtl="0" eaLnBrk="1" latinLnBrk="0" hangingPunct="1">
              <a:spcBef>
                <a:spcPct val="0"/>
              </a:spcBef>
              <a:buNone/>
              <a:defRPr sz="2600" kern="1200">
                <a:solidFill>
                  <a:schemeClr val="tx1"/>
                </a:solidFill>
                <a:latin typeface="+mj-lt"/>
                <a:ea typeface="+mj-ea"/>
                <a:cs typeface="+mj-cs"/>
              </a:defRPr>
            </a:lvl1pPr>
          </a:lstStyle>
          <a:p>
            <a:pPr defTabSz="914400">
              <a:defRPr/>
            </a:pPr>
            <a:r>
              <a:rPr lang="en-US" sz="2000" b="1"/>
              <a:t>Glimpses</a:t>
            </a:r>
            <a:r>
              <a:rPr lang="en-US" sz="2000" b="1" baseline="30000"/>
              <a:t>*</a:t>
            </a:r>
            <a:r>
              <a:rPr lang="en-US" sz="2000" b="1"/>
              <a:t>: Project Management Tool....1/5  </a:t>
            </a:r>
          </a:p>
        </p:txBody>
      </p:sp>
      <p:sp>
        <p:nvSpPr>
          <p:cNvPr id="3" name="TextBox 2">
            <a:extLst>
              <a:ext uri="{FF2B5EF4-FFF2-40B4-BE49-F238E27FC236}">
                <a16:creationId xmlns:a16="http://schemas.microsoft.com/office/drawing/2014/main" id="{6D61EC64-D34C-655C-BE24-B02D116EEC1F}"/>
              </a:ext>
            </a:extLst>
          </p:cNvPr>
          <p:cNvSpPr txBox="1"/>
          <p:nvPr/>
        </p:nvSpPr>
        <p:spPr>
          <a:xfrm>
            <a:off x="3988735" y="6626988"/>
            <a:ext cx="10213400" cy="123111"/>
          </a:xfrm>
          <a:prstGeom prst="rect">
            <a:avLst/>
          </a:prstGeom>
          <a:noFill/>
        </p:spPr>
        <p:txBody>
          <a:bodyPr wrap="square" lIns="0" tIns="0" rIns="0" bIns="0" rtlCol="0">
            <a:spAutoFit/>
          </a:bodyPr>
          <a:lstStyle/>
          <a:p>
            <a:pPr>
              <a:spcBef>
                <a:spcPts val="600"/>
              </a:spcBef>
              <a:buSzPct val="100000"/>
            </a:pPr>
            <a:r>
              <a:rPr lang="en-US" sz="800" i="1">
                <a:solidFill>
                  <a:srgbClr val="313131"/>
                </a:solidFill>
              </a:rPr>
              <a:t>*User interface is indicative and will be customized to WBSEDCL preferences based on requirement gathered in first month of Project </a:t>
            </a:r>
          </a:p>
        </p:txBody>
      </p:sp>
      <p:sp>
        <p:nvSpPr>
          <p:cNvPr id="4" name="Rectangle 3">
            <a:extLst>
              <a:ext uri="{FF2B5EF4-FFF2-40B4-BE49-F238E27FC236}">
                <a16:creationId xmlns:a16="http://schemas.microsoft.com/office/drawing/2014/main" id="{533C9099-19D1-CE2D-C3B7-3E702EC4F411}"/>
              </a:ext>
            </a:extLst>
          </p:cNvPr>
          <p:cNvSpPr/>
          <p:nvPr/>
        </p:nvSpPr>
        <p:spPr bwMode="gray">
          <a:xfrm rot="19979678">
            <a:off x="2998700" y="3347277"/>
            <a:ext cx="5669280" cy="317240"/>
          </a:xfrm>
          <a:prstGeom prst="rect">
            <a:avLst/>
          </a:prstGeom>
          <a:solidFill>
            <a:srgbClr val="155513">
              <a:alpha val="36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a:solidFill>
                  <a:schemeClr val="accent2">
                    <a:lumMod val="50000"/>
                  </a:schemeClr>
                </a:solidFill>
              </a:rPr>
              <a:t>ILLUSTRATIVE</a:t>
            </a:r>
          </a:p>
        </p:txBody>
      </p:sp>
    </p:spTree>
    <p:extLst>
      <p:ext uri="{BB962C8B-B14F-4D97-AF65-F5344CB8AC3E}">
        <p14:creationId xmlns:p14="http://schemas.microsoft.com/office/powerpoint/2010/main" val="94039863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C9F3FE1B-6A8A-4453-8150-E16E03E9FD0B}"/>
              </a:ext>
            </a:extLst>
          </p:cNvPr>
          <p:cNvSpPr txBox="1">
            <a:spLocks/>
          </p:cNvSpPr>
          <p:nvPr/>
        </p:nvSpPr>
        <p:spPr>
          <a:xfrm>
            <a:off x="427376" y="263736"/>
            <a:ext cx="11764624" cy="395858"/>
          </a:xfrm>
          <a:prstGeom prst="rect">
            <a:avLst/>
          </a:prstGeom>
        </p:spPr>
        <p:txBody>
          <a:bodyPr lIns="91440" tIns="45720" rIns="91440" bIns="45720" anchor="t"/>
          <a:lstStyle>
            <a:lvl1pPr algn="l" defTabSz="1219170" rtl="0" eaLnBrk="1" latinLnBrk="0" hangingPunct="1">
              <a:spcBef>
                <a:spcPct val="0"/>
              </a:spcBef>
              <a:buNone/>
              <a:defRPr sz="2600" kern="1200">
                <a:solidFill>
                  <a:schemeClr val="tx1"/>
                </a:solidFill>
                <a:latin typeface="+mj-lt"/>
                <a:ea typeface="+mj-ea"/>
                <a:cs typeface="+mj-cs"/>
              </a:defRPr>
            </a:lvl1pPr>
          </a:lstStyle>
          <a:p>
            <a:pPr defTabSz="914400">
              <a:defRPr/>
            </a:pPr>
            <a:r>
              <a:rPr lang="en-US" sz="2000" b="1"/>
              <a:t>Glimpses</a:t>
            </a:r>
            <a:r>
              <a:rPr lang="en-US" sz="2000" b="1" baseline="30000"/>
              <a:t>*</a:t>
            </a:r>
            <a:r>
              <a:rPr lang="en-US" sz="2000" b="1"/>
              <a:t>: Project Management Tool....2/5 </a:t>
            </a:r>
          </a:p>
        </p:txBody>
      </p:sp>
      <p:pic>
        <p:nvPicPr>
          <p:cNvPr id="5" name="Picture 8" descr="A screenshot of a computer&#10;&#10;Description automatically generated">
            <a:extLst>
              <a:ext uri="{FF2B5EF4-FFF2-40B4-BE49-F238E27FC236}">
                <a16:creationId xmlns:a16="http://schemas.microsoft.com/office/drawing/2014/main" id="{1609428D-DDCB-276C-FBF8-0818401A3B13}"/>
              </a:ext>
            </a:extLst>
          </p:cNvPr>
          <p:cNvPicPr>
            <a:picLocks noChangeAspect="1"/>
          </p:cNvPicPr>
          <p:nvPr/>
        </p:nvPicPr>
        <p:blipFill>
          <a:blip r:embed="rId2"/>
          <a:stretch>
            <a:fillRect/>
          </a:stretch>
        </p:blipFill>
        <p:spPr>
          <a:xfrm>
            <a:off x="848548" y="1033880"/>
            <a:ext cx="10391421" cy="5222980"/>
          </a:xfrm>
          <a:prstGeom prst="rect">
            <a:avLst/>
          </a:prstGeom>
        </p:spPr>
      </p:pic>
      <p:sp>
        <p:nvSpPr>
          <p:cNvPr id="2" name="TextBox 1">
            <a:extLst>
              <a:ext uri="{FF2B5EF4-FFF2-40B4-BE49-F238E27FC236}">
                <a16:creationId xmlns:a16="http://schemas.microsoft.com/office/drawing/2014/main" id="{42A3768D-3557-9E7D-CA33-894D1FC00258}"/>
              </a:ext>
            </a:extLst>
          </p:cNvPr>
          <p:cNvSpPr txBox="1"/>
          <p:nvPr/>
        </p:nvSpPr>
        <p:spPr>
          <a:xfrm>
            <a:off x="3988735" y="6626988"/>
            <a:ext cx="10213400" cy="123111"/>
          </a:xfrm>
          <a:prstGeom prst="rect">
            <a:avLst/>
          </a:prstGeom>
          <a:noFill/>
        </p:spPr>
        <p:txBody>
          <a:bodyPr wrap="square" lIns="0" tIns="0" rIns="0" bIns="0" rtlCol="0">
            <a:spAutoFit/>
          </a:bodyPr>
          <a:lstStyle/>
          <a:p>
            <a:pPr>
              <a:spcBef>
                <a:spcPts val="600"/>
              </a:spcBef>
              <a:buSzPct val="100000"/>
            </a:pPr>
            <a:r>
              <a:rPr lang="en-US" sz="800" i="1">
                <a:solidFill>
                  <a:srgbClr val="313131"/>
                </a:solidFill>
              </a:rPr>
              <a:t>*User interface is indicative and will be customized to WBSEDCL preferences based on requirement gathered in first month of Project </a:t>
            </a:r>
          </a:p>
        </p:txBody>
      </p:sp>
      <p:sp>
        <p:nvSpPr>
          <p:cNvPr id="4" name="Rectangle 3">
            <a:extLst>
              <a:ext uri="{FF2B5EF4-FFF2-40B4-BE49-F238E27FC236}">
                <a16:creationId xmlns:a16="http://schemas.microsoft.com/office/drawing/2014/main" id="{F3FEC35B-48A3-0B00-B682-9E17B87AC0B9}"/>
              </a:ext>
            </a:extLst>
          </p:cNvPr>
          <p:cNvSpPr/>
          <p:nvPr/>
        </p:nvSpPr>
        <p:spPr bwMode="gray">
          <a:xfrm rot="19979678">
            <a:off x="2998700" y="3347277"/>
            <a:ext cx="5669280" cy="317240"/>
          </a:xfrm>
          <a:prstGeom prst="rect">
            <a:avLst/>
          </a:prstGeom>
          <a:solidFill>
            <a:srgbClr val="155513">
              <a:alpha val="36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a:solidFill>
                  <a:schemeClr val="accent2">
                    <a:lumMod val="50000"/>
                  </a:schemeClr>
                </a:solidFill>
              </a:rPr>
              <a:t>ILLUSTRATIVE</a:t>
            </a:r>
          </a:p>
        </p:txBody>
      </p:sp>
    </p:spTree>
    <p:extLst>
      <p:ext uri="{BB962C8B-B14F-4D97-AF65-F5344CB8AC3E}">
        <p14:creationId xmlns:p14="http://schemas.microsoft.com/office/powerpoint/2010/main" val="791165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C9F3FE1B-6A8A-4453-8150-E16E03E9FD0B}"/>
              </a:ext>
            </a:extLst>
          </p:cNvPr>
          <p:cNvSpPr txBox="1">
            <a:spLocks/>
          </p:cNvSpPr>
          <p:nvPr/>
        </p:nvSpPr>
        <p:spPr>
          <a:xfrm>
            <a:off x="427376" y="263736"/>
            <a:ext cx="11764624" cy="395858"/>
          </a:xfrm>
          <a:prstGeom prst="rect">
            <a:avLst/>
          </a:prstGeom>
        </p:spPr>
        <p:txBody>
          <a:bodyPr lIns="91440" tIns="45720" rIns="91440" bIns="45720" anchor="t"/>
          <a:lstStyle>
            <a:lvl1pPr algn="l" defTabSz="1219170" rtl="0" eaLnBrk="1" latinLnBrk="0" hangingPunct="1">
              <a:spcBef>
                <a:spcPct val="0"/>
              </a:spcBef>
              <a:buNone/>
              <a:defRPr sz="2600" kern="1200">
                <a:solidFill>
                  <a:schemeClr val="tx1"/>
                </a:solidFill>
                <a:latin typeface="+mj-lt"/>
                <a:ea typeface="+mj-ea"/>
                <a:cs typeface="+mj-cs"/>
              </a:defRPr>
            </a:lvl1pPr>
          </a:lstStyle>
          <a:p>
            <a:pPr defTabSz="914400">
              <a:defRPr/>
            </a:pPr>
            <a:r>
              <a:rPr lang="en-US" sz="2000" b="1"/>
              <a:t>Glimpses</a:t>
            </a:r>
            <a:r>
              <a:rPr lang="en-US" sz="2000" b="1" baseline="30000"/>
              <a:t>*</a:t>
            </a:r>
            <a:r>
              <a:rPr lang="en-US" sz="2000" b="1"/>
              <a:t>: Project Management Tool....3/5 </a:t>
            </a:r>
          </a:p>
        </p:txBody>
      </p:sp>
      <p:pic>
        <p:nvPicPr>
          <p:cNvPr id="2" name="Picture 2" descr="A screenshot of a computer&#10;&#10;Description automatically generated">
            <a:extLst>
              <a:ext uri="{FF2B5EF4-FFF2-40B4-BE49-F238E27FC236}">
                <a16:creationId xmlns:a16="http://schemas.microsoft.com/office/drawing/2014/main" id="{75C725B7-7313-26A4-37AB-993F711D50B2}"/>
              </a:ext>
            </a:extLst>
          </p:cNvPr>
          <p:cNvPicPr>
            <a:picLocks noChangeAspect="1"/>
          </p:cNvPicPr>
          <p:nvPr/>
        </p:nvPicPr>
        <p:blipFill>
          <a:blip r:embed="rId2"/>
          <a:stretch>
            <a:fillRect/>
          </a:stretch>
        </p:blipFill>
        <p:spPr>
          <a:xfrm>
            <a:off x="961437" y="946002"/>
            <a:ext cx="10128013" cy="5473995"/>
          </a:xfrm>
          <a:prstGeom prst="rect">
            <a:avLst/>
          </a:prstGeom>
        </p:spPr>
      </p:pic>
      <p:sp>
        <p:nvSpPr>
          <p:cNvPr id="3" name="TextBox 2">
            <a:extLst>
              <a:ext uri="{FF2B5EF4-FFF2-40B4-BE49-F238E27FC236}">
                <a16:creationId xmlns:a16="http://schemas.microsoft.com/office/drawing/2014/main" id="{C9798F3D-4D5A-4B14-50D5-ACED413FDFE0}"/>
              </a:ext>
            </a:extLst>
          </p:cNvPr>
          <p:cNvSpPr txBox="1"/>
          <p:nvPr/>
        </p:nvSpPr>
        <p:spPr>
          <a:xfrm>
            <a:off x="3988735" y="6626988"/>
            <a:ext cx="10213400" cy="123111"/>
          </a:xfrm>
          <a:prstGeom prst="rect">
            <a:avLst/>
          </a:prstGeom>
          <a:noFill/>
        </p:spPr>
        <p:txBody>
          <a:bodyPr wrap="square" lIns="0" tIns="0" rIns="0" bIns="0" rtlCol="0">
            <a:spAutoFit/>
          </a:bodyPr>
          <a:lstStyle/>
          <a:p>
            <a:pPr>
              <a:spcBef>
                <a:spcPts val="600"/>
              </a:spcBef>
              <a:buSzPct val="100000"/>
            </a:pPr>
            <a:r>
              <a:rPr lang="en-US" sz="800" i="1">
                <a:solidFill>
                  <a:srgbClr val="313131"/>
                </a:solidFill>
              </a:rPr>
              <a:t>*User interface is indicative and will be customized to WBSEDCL preferences based on requirement gathered in first month of Project </a:t>
            </a:r>
          </a:p>
        </p:txBody>
      </p:sp>
      <p:sp>
        <p:nvSpPr>
          <p:cNvPr id="5" name="Rectangle 4">
            <a:extLst>
              <a:ext uri="{FF2B5EF4-FFF2-40B4-BE49-F238E27FC236}">
                <a16:creationId xmlns:a16="http://schemas.microsoft.com/office/drawing/2014/main" id="{4FDAD1A0-FAD9-0837-6725-E6CC22759C32}"/>
              </a:ext>
            </a:extLst>
          </p:cNvPr>
          <p:cNvSpPr/>
          <p:nvPr/>
        </p:nvSpPr>
        <p:spPr bwMode="gray">
          <a:xfrm rot="19979678">
            <a:off x="2998700" y="3347277"/>
            <a:ext cx="5669280" cy="317240"/>
          </a:xfrm>
          <a:prstGeom prst="rect">
            <a:avLst/>
          </a:prstGeom>
          <a:solidFill>
            <a:srgbClr val="155513">
              <a:alpha val="36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a:solidFill>
                  <a:schemeClr val="accent2">
                    <a:lumMod val="50000"/>
                  </a:schemeClr>
                </a:solidFill>
              </a:rPr>
              <a:t>ILLUSTRATIVE</a:t>
            </a:r>
          </a:p>
        </p:txBody>
      </p:sp>
    </p:spTree>
    <p:extLst>
      <p:ext uri="{BB962C8B-B14F-4D97-AF65-F5344CB8AC3E}">
        <p14:creationId xmlns:p14="http://schemas.microsoft.com/office/powerpoint/2010/main" val="3122577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C9F3FE1B-6A8A-4453-8150-E16E03E9FD0B}"/>
              </a:ext>
            </a:extLst>
          </p:cNvPr>
          <p:cNvSpPr txBox="1">
            <a:spLocks/>
          </p:cNvSpPr>
          <p:nvPr/>
        </p:nvSpPr>
        <p:spPr>
          <a:xfrm>
            <a:off x="427376" y="263736"/>
            <a:ext cx="11764624" cy="395858"/>
          </a:xfrm>
          <a:prstGeom prst="rect">
            <a:avLst/>
          </a:prstGeom>
        </p:spPr>
        <p:txBody>
          <a:bodyPr/>
          <a:lstStyle>
            <a:lvl1pPr algn="l" defTabSz="1219170" rtl="0" eaLnBrk="1" latinLnBrk="0" hangingPunct="1">
              <a:spcBef>
                <a:spcPct val="0"/>
              </a:spcBef>
              <a:buNone/>
              <a:defRPr sz="2600" kern="1200">
                <a:solidFill>
                  <a:schemeClr val="tx1"/>
                </a:solidFill>
                <a:latin typeface="+mj-lt"/>
                <a:ea typeface="+mj-ea"/>
                <a:cs typeface="+mj-cs"/>
              </a:defRPr>
            </a:lvl1pPr>
          </a:lstStyle>
          <a:p>
            <a:pPr marR="0" lvl="0" indent="0" defTabSz="914400" fontAlgn="auto">
              <a:lnSpc>
                <a:spcPct val="100000"/>
              </a:lnSpc>
              <a:spcAft>
                <a:spcPts val="0"/>
              </a:spcAft>
              <a:buClrTx/>
              <a:buSzTx/>
              <a:tabLst/>
              <a:defRPr/>
            </a:pPr>
            <a:r>
              <a:rPr lang="en-US" sz="2000" b="1"/>
              <a:t>Glimpses</a:t>
            </a:r>
            <a:r>
              <a:rPr lang="en-US" sz="2000" b="1" baseline="30000"/>
              <a:t>*</a:t>
            </a:r>
            <a:r>
              <a:rPr lang="en-US" sz="2000" b="1"/>
              <a:t>: Project Management Tool....4/5 </a:t>
            </a:r>
          </a:p>
        </p:txBody>
      </p:sp>
      <p:pic>
        <p:nvPicPr>
          <p:cNvPr id="13" name="Picture 12">
            <a:extLst>
              <a:ext uri="{FF2B5EF4-FFF2-40B4-BE49-F238E27FC236}">
                <a16:creationId xmlns:a16="http://schemas.microsoft.com/office/drawing/2014/main" id="{F0E601EC-29DB-3FAE-8F49-1BE82AD1846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8000"/>
                    </a14:imgEffect>
                    <a14:imgEffect>
                      <a14:saturation sat="0"/>
                    </a14:imgEffect>
                    <a14:imgEffect>
                      <a14:brightnessContrast bright="22000" contrast="1000"/>
                    </a14:imgEffect>
                  </a14:imgLayer>
                </a14:imgProps>
              </a:ext>
            </a:extLst>
          </a:blip>
          <a:stretch>
            <a:fillRect/>
          </a:stretch>
        </p:blipFill>
        <p:spPr>
          <a:xfrm>
            <a:off x="902825" y="821803"/>
            <a:ext cx="10012102" cy="54562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4" name="Rectangle 13">
            <a:extLst>
              <a:ext uri="{FF2B5EF4-FFF2-40B4-BE49-F238E27FC236}">
                <a16:creationId xmlns:a16="http://schemas.microsoft.com/office/drawing/2014/main" id="{3329215D-F806-9A70-28E3-2C44B3D66135}"/>
              </a:ext>
            </a:extLst>
          </p:cNvPr>
          <p:cNvSpPr/>
          <p:nvPr/>
        </p:nvSpPr>
        <p:spPr bwMode="gray">
          <a:xfrm>
            <a:off x="4201067" y="6120275"/>
            <a:ext cx="3480319" cy="317240"/>
          </a:xfrm>
          <a:prstGeom prst="rect">
            <a:avLst/>
          </a:prstGeom>
          <a:solidFill>
            <a:schemeClr val="accent1">
              <a:lumMod val="75000"/>
            </a:schemeClr>
          </a:solidFill>
          <a:ln>
            <a:headEnd/>
            <a:tailEnd/>
          </a:ln>
        </p:spPr>
        <p:style>
          <a:lnRef idx="3">
            <a:schemeClr val="lt1"/>
          </a:lnRef>
          <a:fillRef idx="1">
            <a:schemeClr val="dk1"/>
          </a:fillRef>
          <a:effectRef idx="1">
            <a:schemeClr val="dk1"/>
          </a:effectRef>
          <a:fontRef idx="minor">
            <a:schemeClr val="lt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IN" sz="1400" b="1" i="0" u="none" strike="noStrike" kern="1200" cap="none" spc="0" normalizeH="0" baseline="0" noProof="0">
                <a:ln>
                  <a:noFill/>
                </a:ln>
                <a:solidFill>
                  <a:prstClr val="white"/>
                </a:solidFill>
                <a:effectLst/>
                <a:uLnTx/>
                <a:uFillTx/>
                <a:latin typeface="Verdana"/>
                <a:ea typeface="+mn-ea"/>
                <a:cs typeface="+mn-cs"/>
              </a:rPr>
              <a:t>Contractor Master</a:t>
            </a:r>
          </a:p>
        </p:txBody>
      </p:sp>
      <p:sp>
        <p:nvSpPr>
          <p:cNvPr id="3" name="TextBox 2">
            <a:extLst>
              <a:ext uri="{FF2B5EF4-FFF2-40B4-BE49-F238E27FC236}">
                <a16:creationId xmlns:a16="http://schemas.microsoft.com/office/drawing/2014/main" id="{18DD655C-BD7E-5A5F-5222-CAE0312B65B6}"/>
              </a:ext>
            </a:extLst>
          </p:cNvPr>
          <p:cNvSpPr txBox="1"/>
          <p:nvPr/>
        </p:nvSpPr>
        <p:spPr>
          <a:xfrm>
            <a:off x="3988735" y="6626988"/>
            <a:ext cx="10213400" cy="123111"/>
          </a:xfrm>
          <a:prstGeom prst="rect">
            <a:avLst/>
          </a:prstGeom>
          <a:noFill/>
        </p:spPr>
        <p:txBody>
          <a:bodyPr wrap="square" lIns="0" tIns="0" rIns="0" bIns="0" rtlCol="0">
            <a:spAutoFit/>
          </a:bodyPr>
          <a:lstStyle/>
          <a:p>
            <a:pPr>
              <a:spcBef>
                <a:spcPts val="600"/>
              </a:spcBef>
              <a:buSzPct val="100000"/>
            </a:pPr>
            <a:r>
              <a:rPr lang="en-US" sz="800" i="1">
                <a:solidFill>
                  <a:srgbClr val="313131"/>
                </a:solidFill>
              </a:rPr>
              <a:t>*User interface is indicative and will be customized to WBSEDCL preferences based on requirement gathered in first month of Project </a:t>
            </a:r>
          </a:p>
        </p:txBody>
      </p:sp>
      <p:sp>
        <p:nvSpPr>
          <p:cNvPr id="4" name="Rectangle 3">
            <a:extLst>
              <a:ext uri="{FF2B5EF4-FFF2-40B4-BE49-F238E27FC236}">
                <a16:creationId xmlns:a16="http://schemas.microsoft.com/office/drawing/2014/main" id="{2244CDE7-3446-C7FB-4143-3817BCE59BB7}"/>
              </a:ext>
            </a:extLst>
          </p:cNvPr>
          <p:cNvSpPr/>
          <p:nvPr/>
        </p:nvSpPr>
        <p:spPr bwMode="gray">
          <a:xfrm rot="19979678">
            <a:off x="2998700" y="3347277"/>
            <a:ext cx="5669280" cy="317240"/>
          </a:xfrm>
          <a:prstGeom prst="rect">
            <a:avLst/>
          </a:prstGeom>
          <a:solidFill>
            <a:srgbClr val="155513">
              <a:alpha val="36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a:solidFill>
                  <a:schemeClr val="accent2">
                    <a:lumMod val="50000"/>
                  </a:schemeClr>
                </a:solidFill>
              </a:rPr>
              <a:t>ILLUSTRATIVE</a:t>
            </a:r>
          </a:p>
        </p:txBody>
      </p:sp>
    </p:spTree>
    <p:extLst>
      <p:ext uri="{BB962C8B-B14F-4D97-AF65-F5344CB8AC3E}">
        <p14:creationId xmlns:p14="http://schemas.microsoft.com/office/powerpoint/2010/main" val="3225141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C9F3FE1B-6A8A-4453-8150-E16E03E9FD0B}"/>
              </a:ext>
            </a:extLst>
          </p:cNvPr>
          <p:cNvSpPr txBox="1">
            <a:spLocks/>
          </p:cNvSpPr>
          <p:nvPr/>
        </p:nvSpPr>
        <p:spPr>
          <a:xfrm>
            <a:off x="213688" y="275310"/>
            <a:ext cx="11764624" cy="395858"/>
          </a:xfrm>
          <a:prstGeom prst="rect">
            <a:avLst/>
          </a:prstGeom>
        </p:spPr>
        <p:txBody>
          <a:bodyPr/>
          <a:lstStyle>
            <a:lvl1pPr algn="l" defTabSz="1219170" rtl="0" eaLnBrk="1" latinLnBrk="0" hangingPunct="1">
              <a:spcBef>
                <a:spcPct val="0"/>
              </a:spcBef>
              <a:buNone/>
              <a:defRPr sz="2600" kern="1200">
                <a:solidFill>
                  <a:schemeClr val="tx1"/>
                </a:solidFill>
                <a:latin typeface="+mj-lt"/>
                <a:ea typeface="+mj-ea"/>
                <a:cs typeface="+mj-cs"/>
              </a:defRPr>
            </a:lvl1pPr>
          </a:lstStyle>
          <a:p>
            <a:pPr marR="0" lvl="0" indent="0" defTabSz="914400" fontAlgn="auto">
              <a:lnSpc>
                <a:spcPct val="100000"/>
              </a:lnSpc>
              <a:spcAft>
                <a:spcPts val="0"/>
              </a:spcAft>
              <a:buClrTx/>
              <a:buSzTx/>
              <a:tabLst/>
              <a:defRPr/>
            </a:pPr>
            <a:r>
              <a:rPr lang="en-US" sz="2000" b="1"/>
              <a:t>Glimpses</a:t>
            </a:r>
            <a:r>
              <a:rPr lang="en-US" sz="2000" b="1" baseline="30000"/>
              <a:t>*</a:t>
            </a:r>
            <a:r>
              <a:rPr lang="en-US" sz="2000" b="1"/>
              <a:t>: Project Management Tool....5/5 </a:t>
            </a:r>
          </a:p>
        </p:txBody>
      </p:sp>
      <p:pic>
        <p:nvPicPr>
          <p:cNvPr id="18" name="Graphic 17" descr="Double Tap Gesture outline">
            <a:extLst>
              <a:ext uri="{FF2B5EF4-FFF2-40B4-BE49-F238E27FC236}">
                <a16:creationId xmlns:a16="http://schemas.microsoft.com/office/drawing/2014/main" id="{890BD000-1BFF-7A30-8278-3BC325D2F44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3650" y="2092124"/>
            <a:ext cx="914400" cy="914400"/>
          </a:xfrm>
          <a:prstGeom prst="rect">
            <a:avLst/>
          </a:prstGeom>
        </p:spPr>
      </p:pic>
      <p:pic>
        <p:nvPicPr>
          <p:cNvPr id="20" name="Picture 19">
            <a:extLst>
              <a:ext uri="{FF2B5EF4-FFF2-40B4-BE49-F238E27FC236}">
                <a16:creationId xmlns:a16="http://schemas.microsoft.com/office/drawing/2014/main" id="{87B5BBBA-7FE1-E5ED-2923-EB416486497A}"/>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8000"/>
                    </a14:imgEffect>
                    <a14:imgEffect>
                      <a14:brightnessContrast bright="19000" contrast="1000"/>
                    </a14:imgEffect>
                  </a14:imgLayer>
                </a14:imgProps>
              </a:ext>
            </a:extLst>
          </a:blip>
          <a:stretch>
            <a:fillRect/>
          </a:stretch>
        </p:blipFill>
        <p:spPr>
          <a:xfrm>
            <a:off x="821803" y="756428"/>
            <a:ext cx="10326547" cy="529713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3" name="Rectangle 22">
            <a:extLst>
              <a:ext uri="{FF2B5EF4-FFF2-40B4-BE49-F238E27FC236}">
                <a16:creationId xmlns:a16="http://schemas.microsoft.com/office/drawing/2014/main" id="{C9713507-8081-9154-D858-CE44786D9DA0}"/>
              </a:ext>
            </a:extLst>
          </p:cNvPr>
          <p:cNvSpPr/>
          <p:nvPr/>
        </p:nvSpPr>
        <p:spPr bwMode="gray">
          <a:xfrm>
            <a:off x="4440721" y="5848761"/>
            <a:ext cx="3480319" cy="317240"/>
          </a:xfrm>
          <a:prstGeom prst="rect">
            <a:avLst/>
          </a:prstGeom>
          <a:solidFill>
            <a:schemeClr val="accent1">
              <a:lumMod val="75000"/>
            </a:schemeClr>
          </a:solidFill>
          <a:ln>
            <a:headEnd/>
            <a:tailEnd/>
          </a:ln>
        </p:spPr>
        <p:style>
          <a:lnRef idx="3">
            <a:schemeClr val="lt1"/>
          </a:lnRef>
          <a:fillRef idx="1">
            <a:schemeClr val="dk1"/>
          </a:fillRef>
          <a:effectRef idx="1">
            <a:schemeClr val="dk1"/>
          </a:effectRef>
          <a:fontRef idx="minor">
            <a:schemeClr val="lt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IN" sz="1400" b="1">
                <a:solidFill>
                  <a:prstClr val="white"/>
                </a:solidFill>
                <a:latin typeface="Verdana"/>
              </a:rPr>
              <a:t>Project</a:t>
            </a:r>
            <a:r>
              <a:rPr kumimoji="0" lang="en-IN" sz="1400" b="1" i="0" u="none" strike="noStrike" kern="1200" cap="none" spc="0" normalizeH="0" baseline="0" noProof="0">
                <a:ln>
                  <a:noFill/>
                </a:ln>
                <a:solidFill>
                  <a:prstClr val="white"/>
                </a:solidFill>
                <a:effectLst/>
                <a:uLnTx/>
                <a:uFillTx/>
                <a:latin typeface="Verdana"/>
                <a:ea typeface="+mn-ea"/>
                <a:cs typeface="+mn-cs"/>
              </a:rPr>
              <a:t> Master</a:t>
            </a:r>
          </a:p>
        </p:txBody>
      </p:sp>
      <p:sp>
        <p:nvSpPr>
          <p:cNvPr id="2" name="TextBox 1">
            <a:extLst>
              <a:ext uri="{FF2B5EF4-FFF2-40B4-BE49-F238E27FC236}">
                <a16:creationId xmlns:a16="http://schemas.microsoft.com/office/drawing/2014/main" id="{8B75B836-1456-31B8-717E-38224A98E7F7}"/>
              </a:ext>
            </a:extLst>
          </p:cNvPr>
          <p:cNvSpPr txBox="1"/>
          <p:nvPr/>
        </p:nvSpPr>
        <p:spPr>
          <a:xfrm>
            <a:off x="3988735" y="6626988"/>
            <a:ext cx="10213400" cy="123111"/>
          </a:xfrm>
          <a:prstGeom prst="rect">
            <a:avLst/>
          </a:prstGeom>
          <a:noFill/>
        </p:spPr>
        <p:txBody>
          <a:bodyPr wrap="square" lIns="0" tIns="0" rIns="0" bIns="0" rtlCol="0">
            <a:spAutoFit/>
          </a:bodyPr>
          <a:lstStyle/>
          <a:p>
            <a:pPr>
              <a:spcBef>
                <a:spcPts val="600"/>
              </a:spcBef>
              <a:buSzPct val="100000"/>
            </a:pPr>
            <a:r>
              <a:rPr lang="en-US" sz="800" i="1">
                <a:solidFill>
                  <a:srgbClr val="313131"/>
                </a:solidFill>
              </a:rPr>
              <a:t>*User interface is indicative and will be customized to WBSEDCL preferences based on requirement gathered in first month of Project </a:t>
            </a:r>
          </a:p>
        </p:txBody>
      </p:sp>
      <p:sp>
        <p:nvSpPr>
          <p:cNvPr id="4" name="Rectangle 3">
            <a:extLst>
              <a:ext uri="{FF2B5EF4-FFF2-40B4-BE49-F238E27FC236}">
                <a16:creationId xmlns:a16="http://schemas.microsoft.com/office/drawing/2014/main" id="{6CB3A510-6A7D-C2B5-FF5D-6EC5907D1673}"/>
              </a:ext>
            </a:extLst>
          </p:cNvPr>
          <p:cNvSpPr/>
          <p:nvPr/>
        </p:nvSpPr>
        <p:spPr bwMode="gray">
          <a:xfrm rot="19979678">
            <a:off x="2998700" y="3347277"/>
            <a:ext cx="5669280" cy="317240"/>
          </a:xfrm>
          <a:prstGeom prst="rect">
            <a:avLst/>
          </a:prstGeom>
          <a:solidFill>
            <a:srgbClr val="155513">
              <a:alpha val="36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a:solidFill>
                  <a:schemeClr val="accent2">
                    <a:lumMod val="50000"/>
                  </a:schemeClr>
                </a:solidFill>
              </a:rPr>
              <a:t>ILLUSTRATIVE</a:t>
            </a:r>
          </a:p>
        </p:txBody>
      </p:sp>
    </p:spTree>
    <p:extLst>
      <p:ext uri="{BB962C8B-B14F-4D97-AF65-F5344CB8AC3E}">
        <p14:creationId xmlns:p14="http://schemas.microsoft.com/office/powerpoint/2010/main" val="2626695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DB63B2-238D-4B76-AAF8-404000511533}"/>
              </a:ext>
            </a:extLst>
          </p:cNvPr>
          <p:cNvSpPr>
            <a:spLocks noGrp="1"/>
          </p:cNvSpPr>
          <p:nvPr>
            <p:ph type="body" idx="1"/>
          </p:nvPr>
        </p:nvSpPr>
        <p:spPr/>
        <p:txBody>
          <a:bodyPr/>
          <a:lstStyle/>
          <a:p>
            <a:r>
              <a:rPr lang="en-US"/>
              <a:t>Project Plan &amp; Governance Structure</a:t>
            </a:r>
          </a:p>
        </p:txBody>
      </p:sp>
    </p:spTree>
    <p:extLst>
      <p:ext uri="{BB962C8B-B14F-4D97-AF65-F5344CB8AC3E}">
        <p14:creationId xmlns:p14="http://schemas.microsoft.com/office/powerpoint/2010/main" val="403854913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2"/>
            </p:custDataLst>
            <p:extLst>
              <p:ext uri="{D42A27DB-BD31-4B8C-83A1-F6EECF244321}">
                <p14:modId xmlns:p14="http://schemas.microsoft.com/office/powerpoint/2010/main" val="4119430838"/>
              </p:ext>
            </p:extLst>
          </p:nvPr>
        </p:nvGraphicFramePr>
        <p:xfrm>
          <a:off x="1401" y="1401"/>
          <a:ext cx="1401" cy="1401"/>
        </p:xfrm>
        <a:graphic>
          <a:graphicData uri="http://schemas.openxmlformats.org/presentationml/2006/ole">
            <mc:AlternateContent xmlns:mc="http://schemas.openxmlformats.org/markup-compatibility/2006">
              <mc:Choice xmlns:v="urn:schemas-microsoft-com:vml" Requires="v">
                <p:oleObj spid="_x0000_s257025" name="think-cell Slide" r:id="rId7" imgW="470" imgH="469" progId="TCLayout.ActiveDocument.1">
                  <p:embed/>
                </p:oleObj>
              </mc:Choice>
              <mc:Fallback>
                <p:oleObj name="think-cell Slide" r:id="rId7" imgW="470" imgH="469" progId="TCLayout.ActiveDocument.1">
                  <p:embed/>
                  <p:pic>
                    <p:nvPicPr>
                      <p:cNvPr id="12" name="Object 11" hidden="1"/>
                      <p:cNvPicPr/>
                      <p:nvPr/>
                    </p:nvPicPr>
                    <p:blipFill>
                      <a:blip r:embed="rId8"/>
                      <a:stretch>
                        <a:fillRect/>
                      </a:stretch>
                    </p:blipFill>
                    <p:spPr>
                      <a:xfrm>
                        <a:off x="1401" y="1401"/>
                        <a:ext cx="1401" cy="1401"/>
                      </a:xfrm>
                      <a:prstGeom prst="rect">
                        <a:avLst/>
                      </a:prstGeom>
                    </p:spPr>
                  </p:pic>
                </p:oleObj>
              </mc:Fallback>
            </mc:AlternateContent>
          </a:graphicData>
        </a:graphic>
      </p:graphicFrame>
      <p:sp>
        <p:nvSpPr>
          <p:cNvPr id="13" name="Rectangle 12" hidden="1"/>
          <p:cNvSpPr/>
          <p:nvPr>
            <p:custDataLst>
              <p:tags r:id="rId3"/>
            </p:custDataLst>
          </p:nvPr>
        </p:nvSpPr>
        <p:spPr bwMode="gray">
          <a:xfrm>
            <a:off x="0" y="0"/>
            <a:ext cx="140074" cy="140074"/>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a:spcBef>
                <a:spcPct val="0"/>
              </a:spcBef>
              <a:spcAft>
                <a:spcPct val="0"/>
              </a:spcAft>
              <a:buFont typeface="Wingdings 2" pitchFamily="18" charset="2"/>
              <a:buNone/>
            </a:pPr>
            <a:endParaRPr lang="en-US" sz="1941" b="1">
              <a:solidFill>
                <a:schemeClr val="bg1"/>
              </a:solidFill>
              <a:latin typeface="Verdana" panose="020B0604030504040204" pitchFamily="34" charset="0"/>
              <a:ea typeface="+mj-ea"/>
              <a:cs typeface="+mj-cs"/>
              <a:sym typeface="Verdana" panose="020B0604030504040204" pitchFamily="34" charset="0"/>
            </a:endParaRPr>
          </a:p>
        </p:txBody>
      </p:sp>
      <p:graphicFrame>
        <p:nvGraphicFramePr>
          <p:cNvPr id="15" name="Table 14"/>
          <p:cNvGraphicFramePr>
            <a:graphicFrameLocks noGrp="1"/>
          </p:cNvGraphicFramePr>
          <p:nvPr>
            <p:extLst>
              <p:ext uri="{D42A27DB-BD31-4B8C-83A1-F6EECF244321}">
                <p14:modId xmlns:p14="http://schemas.microsoft.com/office/powerpoint/2010/main" val="2691319947"/>
              </p:ext>
            </p:extLst>
          </p:nvPr>
        </p:nvGraphicFramePr>
        <p:xfrm>
          <a:off x="228601" y="904923"/>
          <a:ext cx="11658614" cy="5339820"/>
        </p:xfrm>
        <a:graphic>
          <a:graphicData uri="http://schemas.openxmlformats.org/drawingml/2006/table">
            <a:tbl>
              <a:tblPr firstRow="1" bandRow="1"/>
              <a:tblGrid>
                <a:gridCol w="2588666">
                  <a:extLst>
                    <a:ext uri="{9D8B030D-6E8A-4147-A177-3AD203B41FA5}">
                      <a16:colId xmlns:a16="http://schemas.microsoft.com/office/drawing/2014/main" val="20000"/>
                    </a:ext>
                  </a:extLst>
                </a:gridCol>
                <a:gridCol w="251943">
                  <a:extLst>
                    <a:ext uri="{9D8B030D-6E8A-4147-A177-3AD203B41FA5}">
                      <a16:colId xmlns:a16="http://schemas.microsoft.com/office/drawing/2014/main" val="20001"/>
                    </a:ext>
                  </a:extLst>
                </a:gridCol>
                <a:gridCol w="251943">
                  <a:extLst>
                    <a:ext uri="{9D8B030D-6E8A-4147-A177-3AD203B41FA5}">
                      <a16:colId xmlns:a16="http://schemas.microsoft.com/office/drawing/2014/main" val="3598322878"/>
                    </a:ext>
                  </a:extLst>
                </a:gridCol>
                <a:gridCol w="251943">
                  <a:extLst>
                    <a:ext uri="{9D8B030D-6E8A-4147-A177-3AD203B41FA5}">
                      <a16:colId xmlns:a16="http://schemas.microsoft.com/office/drawing/2014/main" val="20002"/>
                    </a:ext>
                  </a:extLst>
                </a:gridCol>
                <a:gridCol w="251943">
                  <a:extLst>
                    <a:ext uri="{9D8B030D-6E8A-4147-A177-3AD203B41FA5}">
                      <a16:colId xmlns:a16="http://schemas.microsoft.com/office/drawing/2014/main" val="371804474"/>
                    </a:ext>
                  </a:extLst>
                </a:gridCol>
                <a:gridCol w="251943">
                  <a:extLst>
                    <a:ext uri="{9D8B030D-6E8A-4147-A177-3AD203B41FA5}">
                      <a16:colId xmlns:a16="http://schemas.microsoft.com/office/drawing/2014/main" val="20003"/>
                    </a:ext>
                  </a:extLst>
                </a:gridCol>
                <a:gridCol w="251943">
                  <a:extLst>
                    <a:ext uri="{9D8B030D-6E8A-4147-A177-3AD203B41FA5}">
                      <a16:colId xmlns:a16="http://schemas.microsoft.com/office/drawing/2014/main" val="1394301132"/>
                    </a:ext>
                  </a:extLst>
                </a:gridCol>
                <a:gridCol w="251943">
                  <a:extLst>
                    <a:ext uri="{9D8B030D-6E8A-4147-A177-3AD203B41FA5}">
                      <a16:colId xmlns:a16="http://schemas.microsoft.com/office/drawing/2014/main" val="20004"/>
                    </a:ext>
                  </a:extLst>
                </a:gridCol>
                <a:gridCol w="251943">
                  <a:extLst>
                    <a:ext uri="{9D8B030D-6E8A-4147-A177-3AD203B41FA5}">
                      <a16:colId xmlns:a16="http://schemas.microsoft.com/office/drawing/2014/main" val="1980651256"/>
                    </a:ext>
                  </a:extLst>
                </a:gridCol>
                <a:gridCol w="251943">
                  <a:extLst>
                    <a:ext uri="{9D8B030D-6E8A-4147-A177-3AD203B41FA5}">
                      <a16:colId xmlns:a16="http://schemas.microsoft.com/office/drawing/2014/main" val="20005"/>
                    </a:ext>
                  </a:extLst>
                </a:gridCol>
                <a:gridCol w="251943">
                  <a:extLst>
                    <a:ext uri="{9D8B030D-6E8A-4147-A177-3AD203B41FA5}">
                      <a16:colId xmlns:a16="http://schemas.microsoft.com/office/drawing/2014/main" val="45242240"/>
                    </a:ext>
                  </a:extLst>
                </a:gridCol>
                <a:gridCol w="251943">
                  <a:extLst>
                    <a:ext uri="{9D8B030D-6E8A-4147-A177-3AD203B41FA5}">
                      <a16:colId xmlns:a16="http://schemas.microsoft.com/office/drawing/2014/main" val="20006"/>
                    </a:ext>
                  </a:extLst>
                </a:gridCol>
                <a:gridCol w="251943">
                  <a:extLst>
                    <a:ext uri="{9D8B030D-6E8A-4147-A177-3AD203B41FA5}">
                      <a16:colId xmlns:a16="http://schemas.microsoft.com/office/drawing/2014/main" val="1398934351"/>
                    </a:ext>
                  </a:extLst>
                </a:gridCol>
                <a:gridCol w="251943">
                  <a:extLst>
                    <a:ext uri="{9D8B030D-6E8A-4147-A177-3AD203B41FA5}">
                      <a16:colId xmlns:a16="http://schemas.microsoft.com/office/drawing/2014/main" val="365314693"/>
                    </a:ext>
                  </a:extLst>
                </a:gridCol>
                <a:gridCol w="251943">
                  <a:extLst>
                    <a:ext uri="{9D8B030D-6E8A-4147-A177-3AD203B41FA5}">
                      <a16:colId xmlns:a16="http://schemas.microsoft.com/office/drawing/2014/main" val="116872383"/>
                    </a:ext>
                  </a:extLst>
                </a:gridCol>
                <a:gridCol w="251943">
                  <a:extLst>
                    <a:ext uri="{9D8B030D-6E8A-4147-A177-3AD203B41FA5}">
                      <a16:colId xmlns:a16="http://schemas.microsoft.com/office/drawing/2014/main" val="4196402603"/>
                    </a:ext>
                  </a:extLst>
                </a:gridCol>
                <a:gridCol w="251943">
                  <a:extLst>
                    <a:ext uri="{9D8B030D-6E8A-4147-A177-3AD203B41FA5}">
                      <a16:colId xmlns:a16="http://schemas.microsoft.com/office/drawing/2014/main" val="3956207144"/>
                    </a:ext>
                  </a:extLst>
                </a:gridCol>
                <a:gridCol w="251943">
                  <a:extLst>
                    <a:ext uri="{9D8B030D-6E8A-4147-A177-3AD203B41FA5}">
                      <a16:colId xmlns:a16="http://schemas.microsoft.com/office/drawing/2014/main" val="1925233625"/>
                    </a:ext>
                  </a:extLst>
                </a:gridCol>
                <a:gridCol w="251943">
                  <a:extLst>
                    <a:ext uri="{9D8B030D-6E8A-4147-A177-3AD203B41FA5}">
                      <a16:colId xmlns:a16="http://schemas.microsoft.com/office/drawing/2014/main" val="4088326900"/>
                    </a:ext>
                  </a:extLst>
                </a:gridCol>
                <a:gridCol w="251943">
                  <a:extLst>
                    <a:ext uri="{9D8B030D-6E8A-4147-A177-3AD203B41FA5}">
                      <a16:colId xmlns:a16="http://schemas.microsoft.com/office/drawing/2014/main" val="1076340142"/>
                    </a:ext>
                  </a:extLst>
                </a:gridCol>
                <a:gridCol w="251943">
                  <a:extLst>
                    <a:ext uri="{9D8B030D-6E8A-4147-A177-3AD203B41FA5}">
                      <a16:colId xmlns:a16="http://schemas.microsoft.com/office/drawing/2014/main" val="2986012652"/>
                    </a:ext>
                  </a:extLst>
                </a:gridCol>
                <a:gridCol w="251943">
                  <a:extLst>
                    <a:ext uri="{9D8B030D-6E8A-4147-A177-3AD203B41FA5}">
                      <a16:colId xmlns:a16="http://schemas.microsoft.com/office/drawing/2014/main" val="2899484590"/>
                    </a:ext>
                  </a:extLst>
                </a:gridCol>
                <a:gridCol w="251943">
                  <a:extLst>
                    <a:ext uri="{9D8B030D-6E8A-4147-A177-3AD203B41FA5}">
                      <a16:colId xmlns:a16="http://schemas.microsoft.com/office/drawing/2014/main" val="664130805"/>
                    </a:ext>
                  </a:extLst>
                </a:gridCol>
                <a:gridCol w="251943">
                  <a:extLst>
                    <a:ext uri="{9D8B030D-6E8A-4147-A177-3AD203B41FA5}">
                      <a16:colId xmlns:a16="http://schemas.microsoft.com/office/drawing/2014/main" val="662911080"/>
                    </a:ext>
                  </a:extLst>
                </a:gridCol>
                <a:gridCol w="251943">
                  <a:extLst>
                    <a:ext uri="{9D8B030D-6E8A-4147-A177-3AD203B41FA5}">
                      <a16:colId xmlns:a16="http://schemas.microsoft.com/office/drawing/2014/main" val="1591194165"/>
                    </a:ext>
                  </a:extLst>
                </a:gridCol>
                <a:gridCol w="251943">
                  <a:extLst>
                    <a:ext uri="{9D8B030D-6E8A-4147-A177-3AD203B41FA5}">
                      <a16:colId xmlns:a16="http://schemas.microsoft.com/office/drawing/2014/main" val="809148855"/>
                    </a:ext>
                  </a:extLst>
                </a:gridCol>
                <a:gridCol w="251943">
                  <a:extLst>
                    <a:ext uri="{9D8B030D-6E8A-4147-A177-3AD203B41FA5}">
                      <a16:colId xmlns:a16="http://schemas.microsoft.com/office/drawing/2014/main" val="2989345252"/>
                    </a:ext>
                  </a:extLst>
                </a:gridCol>
                <a:gridCol w="251943">
                  <a:extLst>
                    <a:ext uri="{9D8B030D-6E8A-4147-A177-3AD203B41FA5}">
                      <a16:colId xmlns:a16="http://schemas.microsoft.com/office/drawing/2014/main" val="4226121706"/>
                    </a:ext>
                  </a:extLst>
                </a:gridCol>
                <a:gridCol w="251943">
                  <a:extLst>
                    <a:ext uri="{9D8B030D-6E8A-4147-A177-3AD203B41FA5}">
                      <a16:colId xmlns:a16="http://schemas.microsoft.com/office/drawing/2014/main" val="3677418776"/>
                    </a:ext>
                  </a:extLst>
                </a:gridCol>
                <a:gridCol w="251943">
                  <a:extLst>
                    <a:ext uri="{9D8B030D-6E8A-4147-A177-3AD203B41FA5}">
                      <a16:colId xmlns:a16="http://schemas.microsoft.com/office/drawing/2014/main" val="275718339"/>
                    </a:ext>
                  </a:extLst>
                </a:gridCol>
                <a:gridCol w="251943">
                  <a:extLst>
                    <a:ext uri="{9D8B030D-6E8A-4147-A177-3AD203B41FA5}">
                      <a16:colId xmlns:a16="http://schemas.microsoft.com/office/drawing/2014/main" val="508264178"/>
                    </a:ext>
                  </a:extLst>
                </a:gridCol>
                <a:gridCol w="251943">
                  <a:extLst>
                    <a:ext uri="{9D8B030D-6E8A-4147-A177-3AD203B41FA5}">
                      <a16:colId xmlns:a16="http://schemas.microsoft.com/office/drawing/2014/main" val="3491050977"/>
                    </a:ext>
                  </a:extLst>
                </a:gridCol>
                <a:gridCol w="251943">
                  <a:extLst>
                    <a:ext uri="{9D8B030D-6E8A-4147-A177-3AD203B41FA5}">
                      <a16:colId xmlns:a16="http://schemas.microsoft.com/office/drawing/2014/main" val="3989035967"/>
                    </a:ext>
                  </a:extLst>
                </a:gridCol>
                <a:gridCol w="251943">
                  <a:extLst>
                    <a:ext uri="{9D8B030D-6E8A-4147-A177-3AD203B41FA5}">
                      <a16:colId xmlns:a16="http://schemas.microsoft.com/office/drawing/2014/main" val="314443751"/>
                    </a:ext>
                  </a:extLst>
                </a:gridCol>
                <a:gridCol w="251943">
                  <a:extLst>
                    <a:ext uri="{9D8B030D-6E8A-4147-A177-3AD203B41FA5}">
                      <a16:colId xmlns:a16="http://schemas.microsoft.com/office/drawing/2014/main" val="3441035730"/>
                    </a:ext>
                  </a:extLst>
                </a:gridCol>
                <a:gridCol w="251943">
                  <a:extLst>
                    <a:ext uri="{9D8B030D-6E8A-4147-A177-3AD203B41FA5}">
                      <a16:colId xmlns:a16="http://schemas.microsoft.com/office/drawing/2014/main" val="2700541871"/>
                    </a:ext>
                  </a:extLst>
                </a:gridCol>
                <a:gridCol w="251943">
                  <a:extLst>
                    <a:ext uri="{9D8B030D-6E8A-4147-A177-3AD203B41FA5}">
                      <a16:colId xmlns:a16="http://schemas.microsoft.com/office/drawing/2014/main" val="2227329863"/>
                    </a:ext>
                  </a:extLst>
                </a:gridCol>
              </a:tblGrid>
              <a:tr h="122755">
                <a:tc>
                  <a:txBody>
                    <a:bodyPr/>
                    <a:lstStyle/>
                    <a:p>
                      <a:r>
                        <a:rPr lang="en-US" sz="1050" b="1">
                          <a:solidFill>
                            <a:schemeClr val="bg1"/>
                          </a:solidFill>
                          <a:latin typeface="+mj-lt"/>
                        </a:rPr>
                        <a:t>Key Activities</a:t>
                      </a:r>
                      <a:endParaRPr lang="en-US" sz="1100" b="1">
                        <a:solidFill>
                          <a:schemeClr val="bg1"/>
                        </a:solidFill>
                        <a:latin typeface="+mj-lt"/>
                      </a:endParaRPr>
                    </a:p>
                  </a:txBody>
                  <a:tcPr marL="80682" marR="80682" marT="40341" marB="40341" anchor="ctr">
                    <a:lnL w="12700" cap="flat" cmpd="sng" algn="ctr">
                      <a:solidFill>
                        <a:schemeClr val="tx1"/>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algn="ctr"/>
                      <a:r>
                        <a:rPr lang="en-US" sz="430" b="1">
                          <a:solidFill>
                            <a:schemeClr val="bg1"/>
                          </a:solidFill>
                          <a:latin typeface="+mj-lt"/>
                        </a:rPr>
                        <a:t>1</a:t>
                      </a:r>
                    </a:p>
                  </a:txBody>
                  <a:tcPr marL="80682" marR="80682" marT="40341" marB="40341" anchor="ctr">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algn="ctr"/>
                      <a:r>
                        <a:rPr lang="en-US" sz="430" b="1">
                          <a:solidFill>
                            <a:schemeClr val="bg1"/>
                          </a:solidFill>
                          <a:latin typeface="+mj-lt"/>
                        </a:rPr>
                        <a:t>2</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3</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4</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5</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6</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7</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8</a:t>
                      </a:r>
                    </a:p>
                  </a:txBody>
                  <a:tcPr marL="80682" marR="80682" marT="40341" marB="40341"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9</a:t>
                      </a:r>
                    </a:p>
                  </a:txBody>
                  <a:tcPr marL="80682" marR="80682" marT="40341" marB="40341" anchor="ctr">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10</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11</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12</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13</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14</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15</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16</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17</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18</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19</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20</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21</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22</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23</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24</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25</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26</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27</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28</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29</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30</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31</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32</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33</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34</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35</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430" b="1" kern="1200">
                          <a:solidFill>
                            <a:schemeClr val="bg1"/>
                          </a:solidFill>
                          <a:latin typeface="+mj-lt"/>
                          <a:ea typeface="+mn-ea"/>
                          <a:cs typeface="+mn-cs"/>
                        </a:rPr>
                        <a:t>36</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extLst>
                  <a:ext uri="{0D108BD9-81ED-4DB2-BD59-A6C34878D82A}">
                    <a16:rowId xmlns:a16="http://schemas.microsoft.com/office/drawing/2014/main" val="303121744"/>
                  </a:ext>
                </a:extLst>
              </a:tr>
              <a:tr h="111097">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r>
                        <a:rPr lang="en-US" sz="900" b="1">
                          <a:solidFill>
                            <a:schemeClr val="bg1"/>
                          </a:solidFill>
                          <a:latin typeface="+mj-lt"/>
                        </a:rPr>
                        <a:t>Kick off and Bid Evaluation Support</a:t>
                      </a:r>
                    </a:p>
                  </a:txBody>
                  <a:tcPr marL="80682" marR="80682" marT="40341" marB="40341">
                    <a:lnL w="12700" cap="flat" cmpd="sng" algn="ctr">
                      <a:solidFill>
                        <a:schemeClr val="tx1"/>
                      </a:solidFill>
                      <a:prstDash val="solid"/>
                      <a:round/>
                      <a:headEnd type="none" w="med" len="med"/>
                      <a:tailEnd type="none" w="med" len="med"/>
                    </a:lnL>
                    <a:lnR w="12700" cap="flat" cmpd="sng" algn="ctr">
                      <a:solidFill>
                        <a:srgbClr val="313131"/>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C8A2E"/>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3">
                        <a:lumMod val="5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81047">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r>
                        <a:rPr lang="en-US" sz="900">
                          <a:latin typeface="+mj-lt"/>
                        </a:rPr>
                        <a:t>Kickoff</a:t>
                      </a:r>
                      <a:r>
                        <a:rPr lang="en-US" sz="900" baseline="0">
                          <a:latin typeface="+mj-lt"/>
                        </a:rPr>
                        <a:t> meeting and stakeholder alignment</a:t>
                      </a:r>
                      <a:endParaRPr lang="en-US" sz="900">
                        <a:latin typeface="+mj-lt"/>
                      </a:endParaRPr>
                    </a:p>
                  </a:txBody>
                  <a:tcPr marL="80682" marR="80682" marT="40341" marB="40341" anchor="ctr">
                    <a:lnL w="12700" cap="flat" cmpd="sng" algn="ctr">
                      <a:solidFill>
                        <a:schemeClr val="tx1"/>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11097">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marR="0" indent="0" algn="l" defTabSz="935830" rtl="0" eaLnBrk="1" fontAlgn="auto" latinLnBrk="0" hangingPunct="1">
                        <a:lnSpc>
                          <a:spcPct val="100000"/>
                        </a:lnSpc>
                        <a:spcBef>
                          <a:spcPts val="0"/>
                        </a:spcBef>
                        <a:spcAft>
                          <a:spcPts val="0"/>
                        </a:spcAft>
                        <a:buClrTx/>
                        <a:buSzTx/>
                        <a:buFontTx/>
                        <a:buNone/>
                        <a:tabLst/>
                        <a:defRPr/>
                      </a:pPr>
                      <a:r>
                        <a:rPr lang="en-US" sz="900">
                          <a:latin typeface="+mj-lt"/>
                        </a:rPr>
                        <a:t>AMISP Technical Bid Evaluation Support</a:t>
                      </a:r>
                    </a:p>
                  </a:txBody>
                  <a:tcPr marL="80682" marR="80682" marT="40341" marB="40341" anchor="ctr">
                    <a:lnL w="12700" cap="flat" cmpd="sng" algn="ctr">
                      <a:solidFill>
                        <a:schemeClr val="tx1"/>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11097">
                <a:tc>
                  <a:txBody>
                    <a:bodyPr/>
                    <a:lstStyle/>
                    <a:p>
                      <a:pPr marL="0" marR="0" indent="0" algn="l" defTabSz="935830" rtl="0" eaLnBrk="1" fontAlgn="auto" latinLnBrk="0" hangingPunct="1">
                        <a:lnSpc>
                          <a:spcPct val="100000"/>
                        </a:lnSpc>
                        <a:spcBef>
                          <a:spcPts val="0"/>
                        </a:spcBef>
                        <a:spcAft>
                          <a:spcPts val="0"/>
                        </a:spcAft>
                        <a:buClrTx/>
                        <a:buSzTx/>
                        <a:buFontTx/>
                        <a:buNone/>
                        <a:tabLst/>
                        <a:defRPr/>
                      </a:pPr>
                      <a:r>
                        <a:rPr lang="en-US" sz="900">
                          <a:latin typeface="+mj-lt"/>
                        </a:rPr>
                        <a:t>AMISP Financial Bid Evaluation Support</a:t>
                      </a:r>
                    </a:p>
                  </a:txBody>
                  <a:tcPr marL="80682" marR="80682" marT="40341" marB="40341" anchor="ctr">
                    <a:lnL w="12700" cap="flat" cmpd="sng" algn="ctr">
                      <a:solidFill>
                        <a:schemeClr val="tx1"/>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7105431"/>
                  </a:ext>
                </a:extLst>
              </a:tr>
              <a:tr h="129565">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j-lt"/>
                          <a:ea typeface="+mn-ea"/>
                          <a:cs typeface="+mn-cs"/>
                        </a:rPr>
                        <a:t>Submission of Final Bid Evaluation Report</a:t>
                      </a:r>
                    </a:p>
                  </a:txBody>
                  <a:tcPr marL="80682" marR="80682" marT="40341" marB="40341" anchor="ctr">
                    <a:lnL w="12700" cap="flat" cmpd="sng" algn="ctr">
                      <a:solidFill>
                        <a:schemeClr val="tx1"/>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9312088"/>
                  </a:ext>
                </a:extLst>
              </a:tr>
              <a:tr h="111097">
                <a:tc>
                  <a:txBody>
                    <a:bodyPr/>
                    <a:lstStyle/>
                    <a:p>
                      <a:r>
                        <a:rPr lang="en-US" sz="900" b="1" kern="1200">
                          <a:solidFill>
                            <a:schemeClr val="bg1"/>
                          </a:solidFill>
                          <a:latin typeface="+mn-lt"/>
                          <a:ea typeface="+mn-ea"/>
                          <a:cs typeface="+mn-cs"/>
                        </a:rPr>
                        <a:t>Project Management</a:t>
                      </a:r>
                      <a:endParaRPr lang="en-US" sz="900" b="1">
                        <a:solidFill>
                          <a:schemeClr val="bg1"/>
                        </a:solidFill>
                        <a:latin typeface="+mj-lt"/>
                      </a:endParaRPr>
                    </a:p>
                  </a:txBody>
                  <a:tcPr marL="80682" marR="80682" marT="40341" marB="40341">
                    <a:lnL w="12700" cap="flat" cmpd="sng" algn="ctr">
                      <a:solidFill>
                        <a:schemeClr val="tx1"/>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C8A2E"/>
                    </a:solidFill>
                  </a:tcPr>
                </a:tc>
                <a:tc>
                  <a:txBody>
                    <a:bodyPr/>
                    <a:lstStyle/>
                    <a:p>
                      <a:endParaRPr lang="en-US" sz="85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4401285"/>
                  </a:ext>
                </a:extLst>
              </a:tr>
              <a:tr h="11109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j-lt"/>
                          <a:ea typeface="+mn-ea"/>
                          <a:cs typeface="+mn-cs"/>
                        </a:rPr>
                        <a:t>Tech specification finalization (If reqd.)</a:t>
                      </a:r>
                    </a:p>
                  </a:txBody>
                  <a:tcPr marL="80682" marR="80682" marT="40341" marB="40341">
                    <a:lnL w="12700" cap="flat" cmpd="sng" algn="ctr">
                      <a:solidFill>
                        <a:schemeClr val="tx1"/>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2616281"/>
                  </a:ext>
                </a:extLst>
              </a:tr>
              <a:tr h="11109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j-lt"/>
                          <a:ea typeface="+mn-ea"/>
                          <a:cs typeface="+mn-cs"/>
                        </a:rPr>
                        <a:t>Quality Assurance assessment</a:t>
                      </a:r>
                    </a:p>
                  </a:txBody>
                  <a:tcPr marL="80682" marR="80682" marT="40341" marB="40341">
                    <a:lnL w="12700" cap="flat" cmpd="sng" algn="ctr">
                      <a:solidFill>
                        <a:schemeClr val="tx1"/>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2550470"/>
                  </a:ext>
                </a:extLst>
              </a:tr>
              <a:tr h="181047">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Coordination with stakeholders for Supply Chain monitoring</a:t>
                      </a:r>
                    </a:p>
                  </a:txBody>
                  <a:tcPr marL="80682" marR="80682" marT="40341" marB="40341">
                    <a:lnL w="12700" cap="flat" cmpd="sng" algn="ctr">
                      <a:solidFill>
                        <a:schemeClr val="tx1"/>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extLst>
                  <a:ext uri="{0D108BD9-81ED-4DB2-BD59-A6C34878D82A}">
                    <a16:rowId xmlns:a16="http://schemas.microsoft.com/office/drawing/2014/main" val="1358878893"/>
                  </a:ext>
                </a:extLst>
              </a:tr>
              <a:tr h="111097">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r>
                        <a:rPr kumimoji="0" lang="en-US" sz="900" b="0" i="0" u="none" strike="noStrike" kern="1200" cap="none" spc="0" normalizeH="0" baseline="0" noProof="0">
                          <a:ln>
                            <a:noFill/>
                          </a:ln>
                          <a:solidFill>
                            <a:prstClr val="black"/>
                          </a:solidFill>
                          <a:effectLst/>
                          <a:uLnTx/>
                          <a:uFillTx/>
                          <a:latin typeface="+mj-lt"/>
                          <a:ea typeface="+mn-ea"/>
                          <a:cs typeface="+mn-cs"/>
                        </a:rPr>
                        <a:t>Identification of possible Bottlenecks</a:t>
                      </a:r>
                    </a:p>
                  </a:txBody>
                  <a:tcPr marL="80682" marR="80682" marT="40341" marB="40341">
                    <a:lnL w="12700" cap="flat" cmpd="sng" algn="ctr">
                      <a:solidFill>
                        <a:schemeClr val="tx1"/>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5">
                        <a:lumMod val="60000"/>
                        <a:lumOff val="40000"/>
                      </a:schemeClr>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5">
                        <a:lumMod val="60000"/>
                        <a:lumOff val="40000"/>
                      </a:schemeClr>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0009"/>
                  </a:ext>
                </a:extLst>
              </a:tr>
              <a:tr h="111097">
                <a:tc>
                  <a:txBody>
                    <a:bodyPr/>
                    <a:lstStyle/>
                    <a:p>
                      <a:r>
                        <a:rPr kumimoji="0" lang="en-US" sz="900" b="0" i="0" u="none" strike="noStrike" kern="1200" cap="none" spc="0" normalizeH="0" baseline="0" noProof="0">
                          <a:ln>
                            <a:noFill/>
                          </a:ln>
                          <a:solidFill>
                            <a:prstClr val="black"/>
                          </a:solidFill>
                          <a:effectLst/>
                          <a:uLnTx/>
                          <a:uFillTx/>
                          <a:latin typeface="+mj-lt"/>
                          <a:ea typeface="+mn-ea"/>
                          <a:cs typeface="+mn-cs"/>
                        </a:rPr>
                        <a:t>Preparation of Remedial Action Plan</a:t>
                      </a:r>
                    </a:p>
                  </a:txBody>
                  <a:tcPr marL="80682" marR="80682" marT="40341" marB="40341">
                    <a:lnL w="12700" cap="flat" cmpd="sng" algn="ctr">
                      <a:solidFill>
                        <a:schemeClr val="tx1"/>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5">
                        <a:lumMod val="60000"/>
                        <a:lumOff val="40000"/>
                      </a:schemeClr>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5">
                        <a:lumMod val="60000"/>
                        <a:lumOff val="40000"/>
                      </a:schemeClr>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4093288397"/>
                  </a:ext>
                </a:extLst>
              </a:tr>
              <a:tr h="181047">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r>
                        <a:rPr lang="en-US" sz="900">
                          <a:latin typeface="+mj-lt"/>
                        </a:rPr>
                        <a:t>Coordination and reporting to various stakeholders</a:t>
                      </a:r>
                    </a:p>
                  </a:txBody>
                  <a:tcPr marL="80682" marR="80682" marT="40341" marB="40341">
                    <a:lnL w="12700" cap="flat" cmpd="sng" algn="ctr">
                      <a:solidFill>
                        <a:schemeClr val="tx1"/>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extLst>
                  <a:ext uri="{0D108BD9-81ED-4DB2-BD59-A6C34878D82A}">
                    <a16:rowId xmlns:a16="http://schemas.microsoft.com/office/drawing/2014/main" val="10011"/>
                  </a:ext>
                </a:extLst>
              </a:tr>
              <a:tr h="111097">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marR="0" lvl="1" indent="0" algn="l" defTabSz="859512" rtl="0" eaLnBrk="1" fontAlgn="auto" latinLnBrk="0" hangingPunct="1">
                        <a:lnSpc>
                          <a:spcPct val="100000"/>
                        </a:lnSpc>
                        <a:spcBef>
                          <a:spcPts val="400"/>
                        </a:spcBef>
                        <a:spcAft>
                          <a:spcPts val="0"/>
                        </a:spcAft>
                        <a:buClrTx/>
                        <a:buSzPct val="65000"/>
                        <a:buFont typeface="Wingdings"/>
                        <a:buNone/>
                        <a:tabLst/>
                        <a:defRPr/>
                      </a:pPr>
                      <a:r>
                        <a:rPr lang="en-US" sz="900" kern="1200">
                          <a:solidFill>
                            <a:schemeClr val="dk1"/>
                          </a:solidFill>
                          <a:latin typeface="+mj-lt"/>
                          <a:ea typeface="+mn-ea"/>
                          <a:cs typeface="+mn-cs"/>
                        </a:rPr>
                        <a:t>Fund flow management support</a:t>
                      </a:r>
                    </a:p>
                  </a:txBody>
                  <a:tcPr marL="80682" marR="80682" marT="40341" marB="40341">
                    <a:lnL w="12700" cap="flat" cmpd="sng" algn="ctr">
                      <a:solidFill>
                        <a:schemeClr val="tx1"/>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extLst>
                  <a:ext uri="{0D108BD9-81ED-4DB2-BD59-A6C34878D82A}">
                    <a16:rowId xmlns:a16="http://schemas.microsoft.com/office/drawing/2014/main" val="10013"/>
                  </a:ext>
                </a:extLst>
              </a:tr>
              <a:tr h="181047">
                <a:tc>
                  <a:txBody>
                    <a:bodyPr/>
                    <a:lstStyle/>
                    <a:p>
                      <a:pPr marL="0" marR="0" lvl="1" indent="0" algn="l" defTabSz="859512" rtl="0" eaLnBrk="1" fontAlgn="auto" latinLnBrk="0" hangingPunct="1">
                        <a:lnSpc>
                          <a:spcPct val="100000"/>
                        </a:lnSpc>
                        <a:spcBef>
                          <a:spcPts val="400"/>
                        </a:spcBef>
                        <a:spcAft>
                          <a:spcPts val="0"/>
                        </a:spcAft>
                        <a:buClrTx/>
                        <a:buSzPct val="65000"/>
                        <a:buFont typeface="Wingdings"/>
                        <a:buNone/>
                        <a:tabLst/>
                        <a:defRPr/>
                      </a:pPr>
                      <a:r>
                        <a:rPr lang="en-US" sz="900" kern="1200">
                          <a:solidFill>
                            <a:schemeClr val="dk1"/>
                          </a:solidFill>
                          <a:latin typeface="+mj-lt"/>
                          <a:ea typeface="+mn-ea"/>
                          <a:cs typeface="+mn-cs"/>
                        </a:rPr>
                        <a:t>Implementation of cloud-based monitoring tool for SM monitoring</a:t>
                      </a:r>
                    </a:p>
                  </a:txBody>
                  <a:tcPr marL="80682" marR="80682" marT="40341" marB="40341">
                    <a:lnL w="12700" cap="flat" cmpd="sng" algn="ctr">
                      <a:solidFill>
                        <a:schemeClr val="tx1"/>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extLst>
                  <a:ext uri="{0D108BD9-81ED-4DB2-BD59-A6C34878D82A}">
                    <a16:rowId xmlns:a16="http://schemas.microsoft.com/office/drawing/2014/main" val="323014430"/>
                  </a:ext>
                </a:extLst>
              </a:tr>
              <a:tr h="111097">
                <a:tc>
                  <a:txBody>
                    <a:bodyPr/>
                    <a:lstStyle/>
                    <a:p>
                      <a:pPr marL="0" marR="0" lvl="1" indent="0" algn="l" defTabSz="859512" rtl="0" eaLnBrk="1" fontAlgn="auto" latinLnBrk="0" hangingPunct="1">
                        <a:lnSpc>
                          <a:spcPct val="100000"/>
                        </a:lnSpc>
                        <a:spcBef>
                          <a:spcPts val="400"/>
                        </a:spcBef>
                        <a:spcAft>
                          <a:spcPts val="0"/>
                        </a:spcAft>
                        <a:buClrTx/>
                        <a:buSzPct val="65000"/>
                        <a:buFont typeface="Wingdings"/>
                        <a:buNone/>
                        <a:tabLst/>
                        <a:defRPr/>
                      </a:pPr>
                      <a:r>
                        <a:rPr lang="en-US" sz="900" kern="1200">
                          <a:solidFill>
                            <a:schemeClr val="dk1"/>
                          </a:solidFill>
                          <a:latin typeface="+mj-lt"/>
                          <a:ea typeface="+mn-ea"/>
                          <a:cs typeface="+mn-cs"/>
                        </a:rPr>
                        <a:t>Project Supervision functions</a:t>
                      </a:r>
                    </a:p>
                  </a:txBody>
                  <a:tcPr marL="80682" marR="80682" marT="40341" marB="40341">
                    <a:lnL w="12700" cap="flat" cmpd="sng" algn="ctr">
                      <a:solidFill>
                        <a:schemeClr val="tx1"/>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extLst>
                  <a:ext uri="{0D108BD9-81ED-4DB2-BD59-A6C34878D82A}">
                    <a16:rowId xmlns:a16="http://schemas.microsoft.com/office/drawing/2014/main" val="1456735702"/>
                  </a:ext>
                </a:extLst>
              </a:tr>
              <a:tr h="181047">
                <a:tc>
                  <a:txBody>
                    <a:bodyPr/>
                    <a:lstStyle/>
                    <a:p>
                      <a:pPr marL="0" marR="0" lvl="1" indent="0" algn="l" defTabSz="859512" rtl="0" eaLnBrk="1" fontAlgn="auto" latinLnBrk="0" hangingPunct="1">
                        <a:lnSpc>
                          <a:spcPct val="100000"/>
                        </a:lnSpc>
                        <a:spcBef>
                          <a:spcPts val="400"/>
                        </a:spcBef>
                        <a:spcAft>
                          <a:spcPts val="0"/>
                        </a:spcAft>
                        <a:buClrTx/>
                        <a:buSzPct val="65000"/>
                        <a:buFont typeface="Wingdings"/>
                        <a:buNone/>
                        <a:tabLst/>
                        <a:defRPr/>
                      </a:pPr>
                      <a:r>
                        <a:rPr lang="en-US" sz="900" kern="1200">
                          <a:solidFill>
                            <a:schemeClr val="dk1"/>
                          </a:solidFill>
                          <a:latin typeface="+mj-lt"/>
                          <a:ea typeface="+mn-ea"/>
                          <a:cs typeface="+mn-cs"/>
                        </a:rPr>
                        <a:t>Support in System Integration Tests (SIT) and User Acceptance Testing (UAT) </a:t>
                      </a:r>
                    </a:p>
                  </a:txBody>
                  <a:tcPr marL="80682" marR="80682" marT="40341" marB="40341">
                    <a:lnL w="12700" cap="flat" cmpd="sng" algn="ctr">
                      <a:solidFill>
                        <a:schemeClr val="tx1"/>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9950391"/>
                  </a:ext>
                </a:extLst>
              </a:tr>
              <a:tr h="181047">
                <a:tc>
                  <a:txBody>
                    <a:bodyPr/>
                    <a:lstStyle/>
                    <a:p>
                      <a:pPr marL="0" marR="0" lvl="1" indent="0" algn="l" defTabSz="859512" rtl="0" eaLnBrk="1" fontAlgn="auto" latinLnBrk="0" hangingPunct="1">
                        <a:lnSpc>
                          <a:spcPct val="100000"/>
                        </a:lnSpc>
                        <a:spcBef>
                          <a:spcPts val="400"/>
                        </a:spcBef>
                        <a:spcAft>
                          <a:spcPts val="0"/>
                        </a:spcAft>
                        <a:buClrTx/>
                        <a:buSzPct val="65000"/>
                        <a:buFont typeface="Wingdings"/>
                        <a:buNone/>
                        <a:tabLst/>
                        <a:defRPr/>
                      </a:pPr>
                      <a:r>
                        <a:rPr lang="en-US" sz="900" kern="1200">
                          <a:solidFill>
                            <a:schemeClr val="dk1"/>
                          </a:solidFill>
                          <a:latin typeface="+mj-lt"/>
                          <a:ea typeface="+mn-ea"/>
                          <a:cs typeface="+mn-cs"/>
                        </a:rPr>
                        <a:t>Preparation and follow-up of deficiency lists for contractors</a:t>
                      </a:r>
                    </a:p>
                  </a:txBody>
                  <a:tcPr marL="80682" marR="80682" marT="40341" marB="40341">
                    <a:lnL w="12700" cap="flat" cmpd="sng" algn="ctr">
                      <a:solidFill>
                        <a:schemeClr val="tx1"/>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extLst>
                  <a:ext uri="{0D108BD9-81ED-4DB2-BD59-A6C34878D82A}">
                    <a16:rowId xmlns:a16="http://schemas.microsoft.com/office/drawing/2014/main" val="4197746781"/>
                  </a:ext>
                </a:extLst>
              </a:tr>
              <a:tr h="181047">
                <a:tc>
                  <a:txBody>
                    <a:bodyPr/>
                    <a:lstStyle/>
                    <a:p>
                      <a:pPr marL="0" marR="0" lvl="1" indent="0" algn="l" defTabSz="859512" rtl="0" eaLnBrk="1" fontAlgn="auto" latinLnBrk="0" hangingPunct="1">
                        <a:lnSpc>
                          <a:spcPct val="100000"/>
                        </a:lnSpc>
                        <a:spcBef>
                          <a:spcPts val="400"/>
                        </a:spcBef>
                        <a:spcAft>
                          <a:spcPts val="0"/>
                        </a:spcAft>
                        <a:buClrTx/>
                        <a:buSzPct val="65000"/>
                        <a:buFont typeface="Wingdings"/>
                        <a:buNone/>
                        <a:tabLst/>
                        <a:defRPr/>
                      </a:pPr>
                      <a:r>
                        <a:rPr lang="en-US" sz="900" kern="1200">
                          <a:solidFill>
                            <a:schemeClr val="dk1"/>
                          </a:solidFill>
                          <a:latin typeface="+mj-lt"/>
                          <a:ea typeface="+mn-ea"/>
                          <a:cs typeface="+mn-cs"/>
                        </a:rPr>
                        <a:t>Conducting site supervision to countercheck project quality</a:t>
                      </a:r>
                    </a:p>
                  </a:txBody>
                  <a:tcPr marL="80682" marR="80682" marT="40341" marB="40341">
                    <a:lnL w="12700" cap="flat" cmpd="sng" algn="ctr">
                      <a:solidFill>
                        <a:schemeClr val="tx1"/>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extLst>
                  <a:ext uri="{0D108BD9-81ED-4DB2-BD59-A6C34878D82A}">
                    <a16:rowId xmlns:a16="http://schemas.microsoft.com/office/drawing/2014/main" val="2238660871"/>
                  </a:ext>
                </a:extLst>
              </a:tr>
              <a:tr h="159071">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r>
                        <a:rPr kumimoji="0" lang="en-US" sz="900" b="0" i="0" u="none" strike="noStrike" kern="1200" cap="none" spc="0" normalizeH="0" baseline="0" noProof="0">
                          <a:ln>
                            <a:noFill/>
                          </a:ln>
                          <a:solidFill>
                            <a:prstClr val="black"/>
                          </a:solidFill>
                          <a:effectLst/>
                          <a:uLnTx/>
                          <a:uFillTx/>
                          <a:latin typeface="+mj-lt"/>
                          <a:ea typeface="+mn-ea"/>
                          <a:cs typeface="+mn-cs"/>
                        </a:rPr>
                        <a:t>MIS, Progress Reports</a:t>
                      </a:r>
                    </a:p>
                  </a:txBody>
                  <a:tcPr marL="80682" marR="80682" marT="40341" marB="40341" anchor="ctr">
                    <a:lnL w="12700" cap="flat" cmpd="sng" algn="ctr">
                      <a:solidFill>
                        <a:schemeClr val="tx1"/>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nchor="ctr">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nchor="ctr">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a:solidFill>
                          <a:schemeClr val="dk1"/>
                        </a:solidFill>
                        <a:latin typeface="+mj-lt"/>
                        <a:ea typeface="+mn-ea"/>
                        <a:cs typeface="+mn-cs"/>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a:latin typeface="+mj-lt"/>
                      </a:endParaRP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E1F5"/>
                    </a:solidFill>
                  </a:tcPr>
                </a:tc>
                <a:extLst>
                  <a:ext uri="{0D108BD9-81ED-4DB2-BD59-A6C34878D82A}">
                    <a16:rowId xmlns:a16="http://schemas.microsoft.com/office/drawing/2014/main" val="853362707"/>
                  </a:ext>
                </a:extLst>
              </a:tr>
            </a:tbl>
          </a:graphicData>
        </a:graphic>
      </p:graphicFrame>
      <p:sp>
        <p:nvSpPr>
          <p:cNvPr id="2" name="Title 1"/>
          <p:cNvSpPr>
            <a:spLocks noGrp="1"/>
          </p:cNvSpPr>
          <p:nvPr>
            <p:ph type="title"/>
          </p:nvPr>
        </p:nvSpPr>
        <p:spPr/>
        <p:txBody>
          <a:bodyPr vert="horz"/>
          <a:lstStyle/>
          <a:p>
            <a:r>
              <a:rPr lang="en-US"/>
              <a:t>Project Work plan</a:t>
            </a:r>
            <a:endParaRPr lang="en-IN"/>
          </a:p>
        </p:txBody>
      </p:sp>
      <p:sp>
        <p:nvSpPr>
          <p:cNvPr id="6" name="Text Box 6">
            <a:extLst>
              <a:ext uri="{FF2B5EF4-FFF2-40B4-BE49-F238E27FC236}">
                <a16:creationId xmlns:a16="http://schemas.microsoft.com/office/drawing/2014/main" id="{465A2E5F-74FF-7C52-785A-8302B4669B11}"/>
              </a:ext>
            </a:extLst>
          </p:cNvPr>
          <p:cNvSpPr txBox="1">
            <a:spLocks noChangeArrowheads="1"/>
          </p:cNvSpPr>
          <p:nvPr>
            <p:custDataLst>
              <p:tags r:id="rId4"/>
            </p:custDataLst>
          </p:nvPr>
        </p:nvSpPr>
        <p:spPr bwMode="auto">
          <a:xfrm>
            <a:off x="2422376" y="596399"/>
            <a:ext cx="808235" cy="338554"/>
          </a:xfrm>
          <a:prstGeom prst="rect">
            <a:avLst/>
          </a:prstGeom>
          <a:noFill/>
          <a:ln w="12700" cap="rnd">
            <a:noFill/>
            <a:prstDash val="sysDot"/>
            <a:miter lim="800000"/>
            <a:headEnd/>
            <a:tailEnd/>
          </a:ln>
          <a:effectLst/>
        </p:spPr>
        <p:txBody>
          <a:bodyPr wrap="none">
            <a:spAutoFit/>
          </a:bodyPr>
          <a:lstStyle/>
          <a:p>
            <a:pPr algn="ctr" defTabSz="806867" fontAlgn="base">
              <a:spcBef>
                <a:spcPct val="0"/>
              </a:spcBef>
              <a:spcAft>
                <a:spcPct val="0"/>
              </a:spcAft>
              <a:defRPr/>
            </a:pPr>
            <a:r>
              <a:rPr lang="en-US" sz="800" b="1" kern="0">
                <a:solidFill>
                  <a:srgbClr val="CC0000"/>
                </a:solidFill>
              </a:rPr>
              <a:t>We are </a:t>
            </a:r>
          </a:p>
          <a:p>
            <a:pPr algn="ctr" defTabSz="806867" fontAlgn="base">
              <a:spcBef>
                <a:spcPct val="0"/>
              </a:spcBef>
              <a:spcAft>
                <a:spcPct val="0"/>
              </a:spcAft>
              <a:defRPr/>
            </a:pPr>
            <a:r>
              <a:rPr lang="en-US" sz="800" b="1" kern="0">
                <a:solidFill>
                  <a:srgbClr val="CC0000"/>
                </a:solidFill>
              </a:rPr>
              <a:t>here today</a:t>
            </a:r>
            <a:endParaRPr lang="fr-FR" sz="800" b="1" kern="0">
              <a:solidFill>
                <a:srgbClr val="CC0000"/>
              </a:solidFill>
            </a:endParaRPr>
          </a:p>
        </p:txBody>
      </p:sp>
      <p:cxnSp>
        <p:nvCxnSpPr>
          <p:cNvPr id="8" name="Straight Connector 7">
            <a:extLst>
              <a:ext uri="{FF2B5EF4-FFF2-40B4-BE49-F238E27FC236}">
                <a16:creationId xmlns:a16="http://schemas.microsoft.com/office/drawing/2014/main" id="{3E7BCD1D-3BC2-75E0-476A-6C65530AAB40}"/>
              </a:ext>
            </a:extLst>
          </p:cNvPr>
          <p:cNvCxnSpPr>
            <a:cxnSpLocks/>
          </p:cNvCxnSpPr>
          <p:nvPr/>
        </p:nvCxnSpPr>
        <p:spPr bwMode="auto">
          <a:xfrm>
            <a:off x="2826494" y="884930"/>
            <a:ext cx="0" cy="147627"/>
          </a:xfrm>
          <a:prstGeom prst="line">
            <a:avLst/>
          </a:prstGeom>
          <a:solidFill>
            <a:schemeClr val="accent2"/>
          </a:solidFill>
          <a:ln w="25400" cap="flat" cmpd="sng" algn="ctr">
            <a:solidFill>
              <a:srgbClr val="C00000"/>
            </a:solidFill>
            <a:prstDash val="solid"/>
            <a:round/>
            <a:headEnd type="none" w="med" len="med"/>
            <a:tailEnd type="oval"/>
          </a:ln>
          <a:effectLst/>
        </p:spPr>
      </p:cxnSp>
      <p:sp>
        <p:nvSpPr>
          <p:cNvPr id="10" name="TextBox 9">
            <a:extLst>
              <a:ext uri="{FF2B5EF4-FFF2-40B4-BE49-F238E27FC236}">
                <a16:creationId xmlns:a16="http://schemas.microsoft.com/office/drawing/2014/main" id="{F82CA721-30C0-878C-A8ED-144880EAD0F4}"/>
              </a:ext>
            </a:extLst>
          </p:cNvPr>
          <p:cNvSpPr txBox="1"/>
          <p:nvPr/>
        </p:nvSpPr>
        <p:spPr>
          <a:xfrm>
            <a:off x="10996519" y="650487"/>
            <a:ext cx="667482" cy="235001"/>
          </a:xfrm>
          <a:prstGeom prst="rect">
            <a:avLst/>
          </a:prstGeom>
          <a:noFill/>
        </p:spPr>
        <p:txBody>
          <a:bodyPr wrap="square" rtlCol="0">
            <a:spAutoFit/>
          </a:bodyPr>
          <a:lstStyle/>
          <a:p>
            <a:pPr algn="ctr" defTabSz="825776">
              <a:defRPr/>
            </a:pPr>
            <a:r>
              <a:rPr lang="en-US" sz="927" b="1">
                <a:solidFill>
                  <a:prstClr val="black"/>
                </a:solidFill>
                <a:latin typeface="+mj-lt"/>
                <a:cs typeface="Arial" charset="0"/>
              </a:rPr>
              <a:t>Months</a:t>
            </a:r>
          </a:p>
        </p:txBody>
      </p:sp>
      <p:grpSp>
        <p:nvGrpSpPr>
          <p:cNvPr id="93" name="Group 92">
            <a:extLst>
              <a:ext uri="{FF2B5EF4-FFF2-40B4-BE49-F238E27FC236}">
                <a16:creationId xmlns:a16="http://schemas.microsoft.com/office/drawing/2014/main" id="{09A0159D-A24E-0801-25E6-31CEF9ABB8F6}"/>
              </a:ext>
            </a:extLst>
          </p:cNvPr>
          <p:cNvGrpSpPr/>
          <p:nvPr/>
        </p:nvGrpSpPr>
        <p:grpSpPr>
          <a:xfrm>
            <a:off x="2856950" y="1465737"/>
            <a:ext cx="144000" cy="216000"/>
            <a:chOff x="7703820" y="6212177"/>
            <a:chExt cx="220980" cy="341023"/>
          </a:xfrm>
        </p:grpSpPr>
        <p:cxnSp>
          <p:nvCxnSpPr>
            <p:cNvPr id="94" name="Straight Connector 93">
              <a:extLst>
                <a:ext uri="{FF2B5EF4-FFF2-40B4-BE49-F238E27FC236}">
                  <a16:creationId xmlns:a16="http://schemas.microsoft.com/office/drawing/2014/main" id="{1DF32785-6AF6-8D6D-5879-56265D027124}"/>
                </a:ext>
              </a:extLst>
            </p:cNvPr>
            <p:cNvCxnSpPr/>
            <p:nvPr/>
          </p:nvCxnSpPr>
          <p:spPr>
            <a:xfrm>
              <a:off x="7734300" y="6212177"/>
              <a:ext cx="0" cy="341023"/>
            </a:xfrm>
            <a:prstGeom prst="line">
              <a:avLst/>
            </a:prstGeom>
            <a:ln>
              <a:solidFill>
                <a:srgbClr val="86BC25"/>
              </a:solidFill>
            </a:ln>
          </p:spPr>
          <p:style>
            <a:lnRef idx="1">
              <a:schemeClr val="accent1"/>
            </a:lnRef>
            <a:fillRef idx="0">
              <a:schemeClr val="accent1"/>
            </a:fillRef>
            <a:effectRef idx="0">
              <a:schemeClr val="accent1"/>
            </a:effectRef>
            <a:fontRef idx="minor">
              <a:schemeClr val="tx1"/>
            </a:fontRef>
          </p:style>
        </p:cxnSp>
        <p:sp>
          <p:nvSpPr>
            <p:cNvPr id="95" name="Flowchart: Punched Tape 94">
              <a:extLst>
                <a:ext uri="{FF2B5EF4-FFF2-40B4-BE49-F238E27FC236}">
                  <a16:creationId xmlns:a16="http://schemas.microsoft.com/office/drawing/2014/main" id="{AEFFD133-A8BE-0EF5-924B-D18032C0DC7A}"/>
                </a:ext>
              </a:extLst>
            </p:cNvPr>
            <p:cNvSpPr/>
            <p:nvPr/>
          </p:nvSpPr>
          <p:spPr bwMode="gray">
            <a:xfrm>
              <a:off x="7703820" y="6233693"/>
              <a:ext cx="220980" cy="180000"/>
            </a:xfrm>
            <a:prstGeom prst="flowChartPunchedTape">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grpSp>
      <p:sp>
        <p:nvSpPr>
          <p:cNvPr id="104" name="TextBox 103">
            <a:extLst>
              <a:ext uri="{FF2B5EF4-FFF2-40B4-BE49-F238E27FC236}">
                <a16:creationId xmlns:a16="http://schemas.microsoft.com/office/drawing/2014/main" id="{52AFD1CD-B441-71C6-E6D2-692E4FB765AE}"/>
              </a:ext>
            </a:extLst>
          </p:cNvPr>
          <p:cNvSpPr txBox="1"/>
          <p:nvPr/>
        </p:nvSpPr>
        <p:spPr>
          <a:xfrm>
            <a:off x="218657" y="6286185"/>
            <a:ext cx="11658614" cy="384721"/>
          </a:xfrm>
          <a:prstGeom prst="rect">
            <a:avLst/>
          </a:prstGeom>
          <a:noFill/>
        </p:spPr>
        <p:txBody>
          <a:bodyPr wrap="square" lIns="0" tIns="0" rIns="0" bIns="0" rtlCol="0">
            <a:spAutoFit/>
          </a:bodyPr>
          <a:lstStyle/>
          <a:p>
            <a:pPr>
              <a:spcBef>
                <a:spcPts val="0"/>
              </a:spcBef>
              <a:buSzPct val="100000"/>
            </a:pPr>
            <a:r>
              <a:rPr lang="en-US" sz="900" b="1" i="1" noProof="0">
                <a:solidFill>
                  <a:schemeClr val="tx1"/>
                </a:solidFill>
              </a:rPr>
              <a:t>Note:</a:t>
            </a:r>
            <a:r>
              <a:rPr lang="en-US" sz="900" i="1" noProof="0">
                <a:solidFill>
                  <a:schemeClr val="tx1"/>
                </a:solidFill>
              </a:rPr>
              <a:t> </a:t>
            </a:r>
            <a:r>
              <a:rPr lang="en-US" sz="800" i="1" noProof="0">
                <a:solidFill>
                  <a:schemeClr val="tx1"/>
                </a:solidFill>
              </a:rPr>
              <a:t>Further scope for furnishing Quarterly reports or any others report as per the scheme Guidelines and instructions that may be issued by the Ministry of Power/Nodal Agency from time to time and based on the data/inputs to be provided by the DISCOM</a:t>
            </a:r>
          </a:p>
          <a:p>
            <a:pPr>
              <a:spcBef>
                <a:spcPts val="0"/>
              </a:spcBef>
              <a:buSzPct val="100000"/>
            </a:pPr>
            <a:r>
              <a:rPr lang="en-US" sz="800" i="1"/>
              <a:t>The above time line is dependent on </a:t>
            </a:r>
            <a:r>
              <a:rPr lang="en-US" sz="800" i="1" err="1"/>
              <a:t>suceesful</a:t>
            </a:r>
            <a:r>
              <a:rPr lang="en-US" sz="800" i="1"/>
              <a:t> award and onboarding of AMISP</a:t>
            </a:r>
            <a:endParaRPr lang="en-US" sz="900" i="1" noProof="0">
              <a:solidFill>
                <a:schemeClr val="tx1"/>
              </a:solidFill>
            </a:endParaRPr>
          </a:p>
        </p:txBody>
      </p:sp>
      <p:sp>
        <p:nvSpPr>
          <p:cNvPr id="9" name="TextBox 8">
            <a:extLst>
              <a:ext uri="{FF2B5EF4-FFF2-40B4-BE49-F238E27FC236}">
                <a16:creationId xmlns:a16="http://schemas.microsoft.com/office/drawing/2014/main" id="{610B7466-6B06-C84B-406C-9CEC7E46D572}"/>
              </a:ext>
            </a:extLst>
          </p:cNvPr>
          <p:cNvSpPr txBox="1"/>
          <p:nvPr/>
        </p:nvSpPr>
        <p:spPr>
          <a:xfrm>
            <a:off x="3329508" y="2000892"/>
            <a:ext cx="107779" cy="219456"/>
          </a:xfrm>
          <a:prstGeom prst="rect">
            <a:avLst/>
          </a:prstGeom>
          <a:solidFill>
            <a:srgbClr val="C0E1F5"/>
          </a:solidFill>
          <a:ln>
            <a:no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34000" indent="-234000" algn="l">
              <a:spcBef>
                <a:spcPts val="0"/>
              </a:spcBef>
              <a:spcAft>
                <a:spcPts val="1333"/>
              </a:spcAft>
              <a:buSzPct val="100000"/>
              <a:buFont typeface="Arial"/>
              <a:buChar char="•"/>
            </a:pPr>
            <a:endParaRPr lang="en-US" sz="1200" noProof="0">
              <a:solidFill>
                <a:schemeClr val="tx1"/>
              </a:solidFill>
            </a:endParaRPr>
          </a:p>
        </p:txBody>
      </p:sp>
      <p:cxnSp>
        <p:nvCxnSpPr>
          <p:cNvPr id="19" name="Straight Connector 18">
            <a:extLst>
              <a:ext uri="{FF2B5EF4-FFF2-40B4-BE49-F238E27FC236}">
                <a16:creationId xmlns:a16="http://schemas.microsoft.com/office/drawing/2014/main" id="{D45C1CB9-67E8-823C-DBB6-C949817DFEAD}"/>
              </a:ext>
            </a:extLst>
          </p:cNvPr>
          <p:cNvCxnSpPr>
            <a:cxnSpLocks/>
          </p:cNvCxnSpPr>
          <p:nvPr/>
        </p:nvCxnSpPr>
        <p:spPr bwMode="auto">
          <a:xfrm>
            <a:off x="3575282" y="884930"/>
            <a:ext cx="0" cy="147627"/>
          </a:xfrm>
          <a:prstGeom prst="line">
            <a:avLst/>
          </a:prstGeom>
          <a:solidFill>
            <a:schemeClr val="accent2"/>
          </a:solidFill>
          <a:ln w="25400" cap="flat" cmpd="sng" algn="ctr">
            <a:solidFill>
              <a:schemeClr val="accent2"/>
            </a:solidFill>
            <a:prstDash val="solid"/>
            <a:round/>
            <a:headEnd type="none" w="med" len="med"/>
            <a:tailEnd type="oval"/>
          </a:ln>
          <a:effectLst/>
        </p:spPr>
      </p:cxnSp>
      <p:sp>
        <p:nvSpPr>
          <p:cNvPr id="25" name="Text Box 6">
            <a:extLst>
              <a:ext uri="{FF2B5EF4-FFF2-40B4-BE49-F238E27FC236}">
                <a16:creationId xmlns:a16="http://schemas.microsoft.com/office/drawing/2014/main" id="{6966CAA2-BB21-15E5-B565-12170E7FFFA2}"/>
              </a:ext>
            </a:extLst>
          </p:cNvPr>
          <p:cNvSpPr txBox="1">
            <a:spLocks noChangeArrowheads="1"/>
          </p:cNvSpPr>
          <p:nvPr>
            <p:custDataLst>
              <p:tags r:id="rId5"/>
            </p:custDataLst>
          </p:nvPr>
        </p:nvSpPr>
        <p:spPr bwMode="auto">
          <a:xfrm>
            <a:off x="2993273" y="597908"/>
            <a:ext cx="1170847" cy="338554"/>
          </a:xfrm>
          <a:prstGeom prst="rect">
            <a:avLst/>
          </a:prstGeom>
          <a:noFill/>
          <a:ln w="12700" cap="rnd">
            <a:noFill/>
            <a:prstDash val="sysDot"/>
            <a:miter lim="800000"/>
            <a:headEnd/>
            <a:tailEnd/>
          </a:ln>
          <a:effectLst/>
        </p:spPr>
        <p:txBody>
          <a:bodyPr wrap="square">
            <a:spAutoFit/>
          </a:bodyPr>
          <a:lstStyle/>
          <a:p>
            <a:pPr algn="ctr" defTabSz="806867" fontAlgn="base">
              <a:spcBef>
                <a:spcPct val="0"/>
              </a:spcBef>
              <a:spcAft>
                <a:spcPct val="0"/>
              </a:spcAft>
              <a:defRPr/>
            </a:pPr>
            <a:r>
              <a:rPr lang="en-US" sz="800" b="1" kern="0">
                <a:solidFill>
                  <a:srgbClr val="046A38"/>
                </a:solidFill>
              </a:rPr>
              <a:t>AMISP Contract </a:t>
            </a:r>
          </a:p>
          <a:p>
            <a:pPr algn="ctr" defTabSz="806867" fontAlgn="base">
              <a:spcBef>
                <a:spcPct val="0"/>
              </a:spcBef>
              <a:spcAft>
                <a:spcPct val="0"/>
              </a:spcAft>
              <a:defRPr/>
            </a:pPr>
            <a:r>
              <a:rPr lang="en-US" sz="800" b="1" kern="0">
                <a:solidFill>
                  <a:srgbClr val="046A38"/>
                </a:solidFill>
              </a:rPr>
              <a:t>Award</a:t>
            </a:r>
            <a:endParaRPr lang="fr-FR" sz="800" b="1" kern="0">
              <a:solidFill>
                <a:srgbClr val="046A38"/>
              </a:solidFill>
            </a:endParaRPr>
          </a:p>
        </p:txBody>
      </p:sp>
      <p:cxnSp>
        <p:nvCxnSpPr>
          <p:cNvPr id="35" name="Straight Connector 34">
            <a:extLst>
              <a:ext uri="{FF2B5EF4-FFF2-40B4-BE49-F238E27FC236}">
                <a16:creationId xmlns:a16="http://schemas.microsoft.com/office/drawing/2014/main" id="{A7AB793E-10D3-67B5-EE11-3F45F426A806}"/>
              </a:ext>
            </a:extLst>
          </p:cNvPr>
          <p:cNvCxnSpPr>
            <a:cxnSpLocks/>
          </p:cNvCxnSpPr>
          <p:nvPr/>
        </p:nvCxnSpPr>
        <p:spPr>
          <a:xfrm>
            <a:off x="3575282" y="1046185"/>
            <a:ext cx="0" cy="5223697"/>
          </a:xfrm>
          <a:prstGeom prst="line">
            <a:avLst/>
          </a:prstGeom>
          <a:ln w="28575">
            <a:solidFill>
              <a:srgbClr val="44546A"/>
            </a:solidFill>
            <a:prstDash val="lgDash"/>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2677FF23-360C-24A8-B2A9-F4CCE42A28CB}"/>
              </a:ext>
            </a:extLst>
          </p:cNvPr>
          <p:cNvSpPr/>
          <p:nvPr/>
        </p:nvSpPr>
        <p:spPr bwMode="gray">
          <a:xfrm>
            <a:off x="3414965" y="2271950"/>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128" name="Oval 127">
            <a:extLst>
              <a:ext uri="{FF2B5EF4-FFF2-40B4-BE49-F238E27FC236}">
                <a16:creationId xmlns:a16="http://schemas.microsoft.com/office/drawing/2014/main" id="{71D91C19-9915-781B-024F-B7EF39D908F5}"/>
              </a:ext>
            </a:extLst>
          </p:cNvPr>
          <p:cNvSpPr/>
          <p:nvPr/>
        </p:nvSpPr>
        <p:spPr bwMode="gray">
          <a:xfrm>
            <a:off x="10394795" y="6663725"/>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129" name="TextBox 128">
            <a:extLst>
              <a:ext uri="{FF2B5EF4-FFF2-40B4-BE49-F238E27FC236}">
                <a16:creationId xmlns:a16="http://schemas.microsoft.com/office/drawing/2014/main" id="{C6DC94DD-949F-1509-9C8B-962407D3A11B}"/>
              </a:ext>
            </a:extLst>
          </p:cNvPr>
          <p:cNvSpPr txBox="1"/>
          <p:nvPr/>
        </p:nvSpPr>
        <p:spPr>
          <a:xfrm>
            <a:off x="10534811" y="6634304"/>
            <a:ext cx="1129190" cy="123111"/>
          </a:xfrm>
          <a:prstGeom prst="rect">
            <a:avLst/>
          </a:prstGeom>
          <a:noFill/>
        </p:spPr>
        <p:txBody>
          <a:bodyPr wrap="square" lIns="0" tIns="0" rIns="0" bIns="0" rtlCol="0">
            <a:spAutoFit/>
          </a:bodyPr>
          <a:lstStyle/>
          <a:p>
            <a:pPr>
              <a:spcBef>
                <a:spcPts val="0"/>
              </a:spcBef>
              <a:spcAft>
                <a:spcPts val="1333"/>
              </a:spcAft>
              <a:buSzPct val="100000"/>
            </a:pPr>
            <a:r>
              <a:rPr lang="en-US" sz="800" b="1" noProof="0">
                <a:solidFill>
                  <a:schemeClr val="tx1"/>
                </a:solidFill>
              </a:rPr>
              <a:t>Deliverable</a:t>
            </a:r>
          </a:p>
        </p:txBody>
      </p:sp>
      <p:sp>
        <p:nvSpPr>
          <p:cNvPr id="4" name="TextBox 3">
            <a:extLst>
              <a:ext uri="{FF2B5EF4-FFF2-40B4-BE49-F238E27FC236}">
                <a16:creationId xmlns:a16="http://schemas.microsoft.com/office/drawing/2014/main" id="{C89A4EC9-0EC4-136B-2121-EE5DC01D5581}"/>
              </a:ext>
            </a:extLst>
          </p:cNvPr>
          <p:cNvSpPr txBox="1"/>
          <p:nvPr/>
        </p:nvSpPr>
        <p:spPr>
          <a:xfrm>
            <a:off x="4917257" y="6637848"/>
            <a:ext cx="2040567" cy="123111"/>
          </a:xfrm>
          <a:prstGeom prst="rect">
            <a:avLst/>
          </a:prstGeom>
          <a:solidFill>
            <a:schemeClr val="bg1"/>
          </a:solidFill>
        </p:spPr>
        <p:txBody>
          <a:bodyPr wrap="square" lIns="0" tIns="0" rIns="0" bIns="0" rtlCol="0">
            <a:spAutoFit/>
          </a:bodyPr>
          <a:lstStyle/>
          <a:p>
            <a:pPr algn="ctr">
              <a:spcBef>
                <a:spcPts val="0"/>
              </a:spcBef>
              <a:spcAft>
                <a:spcPts val="1333"/>
              </a:spcAft>
              <a:buSzPct val="100000"/>
            </a:pPr>
            <a:r>
              <a:rPr lang="en-US" sz="800" b="1" noProof="0">
                <a:solidFill>
                  <a:schemeClr val="tx1"/>
                </a:solidFill>
              </a:rPr>
              <a:t>Activity performed on Need Basis</a:t>
            </a:r>
          </a:p>
        </p:txBody>
      </p:sp>
      <p:sp>
        <p:nvSpPr>
          <p:cNvPr id="5" name="Rectangle 4">
            <a:extLst>
              <a:ext uri="{FF2B5EF4-FFF2-40B4-BE49-F238E27FC236}">
                <a16:creationId xmlns:a16="http://schemas.microsoft.com/office/drawing/2014/main" id="{BD5FB7FB-96D1-1BFF-9FE0-2A7FF4C3FC77}"/>
              </a:ext>
            </a:extLst>
          </p:cNvPr>
          <p:cNvSpPr/>
          <p:nvPr/>
        </p:nvSpPr>
        <p:spPr bwMode="gray">
          <a:xfrm>
            <a:off x="4373522" y="6634304"/>
            <a:ext cx="482009" cy="123111"/>
          </a:xfrm>
          <a:prstGeom prst="rect">
            <a:avLst/>
          </a:prstGeom>
          <a:solidFill>
            <a:schemeClr val="accent5">
              <a:lumMod val="60000"/>
              <a:lumOff val="40000"/>
            </a:schemeClr>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7" name="TextBox 6">
            <a:extLst>
              <a:ext uri="{FF2B5EF4-FFF2-40B4-BE49-F238E27FC236}">
                <a16:creationId xmlns:a16="http://schemas.microsoft.com/office/drawing/2014/main" id="{59C905D3-28B2-27E5-3F66-57711311D5E2}"/>
              </a:ext>
            </a:extLst>
          </p:cNvPr>
          <p:cNvSpPr txBox="1"/>
          <p:nvPr/>
        </p:nvSpPr>
        <p:spPr>
          <a:xfrm>
            <a:off x="7575087" y="6634304"/>
            <a:ext cx="2040567" cy="123111"/>
          </a:xfrm>
          <a:prstGeom prst="rect">
            <a:avLst/>
          </a:prstGeom>
          <a:solidFill>
            <a:schemeClr val="bg1"/>
          </a:solidFill>
        </p:spPr>
        <p:txBody>
          <a:bodyPr wrap="square" lIns="0" tIns="0" rIns="0" bIns="0" rtlCol="0">
            <a:spAutoFit/>
          </a:bodyPr>
          <a:lstStyle/>
          <a:p>
            <a:pPr algn="ctr">
              <a:spcBef>
                <a:spcPts val="0"/>
              </a:spcBef>
              <a:spcAft>
                <a:spcPts val="1333"/>
              </a:spcAft>
              <a:buSzPct val="100000"/>
            </a:pPr>
            <a:r>
              <a:rPr lang="en-US" sz="800" b="1"/>
              <a:t>Daily Activity</a:t>
            </a:r>
            <a:endParaRPr lang="en-US" sz="800" b="1" noProof="0">
              <a:solidFill>
                <a:schemeClr val="tx1"/>
              </a:solidFill>
            </a:endParaRPr>
          </a:p>
        </p:txBody>
      </p:sp>
      <p:sp>
        <p:nvSpPr>
          <p:cNvPr id="11" name="Rectangle 10">
            <a:extLst>
              <a:ext uri="{FF2B5EF4-FFF2-40B4-BE49-F238E27FC236}">
                <a16:creationId xmlns:a16="http://schemas.microsoft.com/office/drawing/2014/main" id="{A4EB3473-C6F3-C384-EE61-60B9ADB2C9EE}"/>
              </a:ext>
            </a:extLst>
          </p:cNvPr>
          <p:cNvSpPr/>
          <p:nvPr/>
        </p:nvSpPr>
        <p:spPr bwMode="gray">
          <a:xfrm>
            <a:off x="7655129" y="6630760"/>
            <a:ext cx="482009" cy="123111"/>
          </a:xfrm>
          <a:prstGeom prst="rect">
            <a:avLst/>
          </a:prstGeom>
          <a:solidFill>
            <a:srgbClr val="A0DCFF"/>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grpSp>
        <p:nvGrpSpPr>
          <p:cNvPr id="49" name="Group 48">
            <a:extLst>
              <a:ext uri="{FF2B5EF4-FFF2-40B4-BE49-F238E27FC236}">
                <a16:creationId xmlns:a16="http://schemas.microsoft.com/office/drawing/2014/main" id="{4C2AA398-8E4E-1FAD-73F2-0EBFD11B2AE3}"/>
              </a:ext>
            </a:extLst>
          </p:cNvPr>
          <p:cNvGrpSpPr/>
          <p:nvPr/>
        </p:nvGrpSpPr>
        <p:grpSpPr>
          <a:xfrm>
            <a:off x="2901953" y="6079245"/>
            <a:ext cx="8893942" cy="101285"/>
            <a:chOff x="2901953" y="6155597"/>
            <a:chExt cx="8893942" cy="101285"/>
          </a:xfrm>
        </p:grpSpPr>
        <p:sp>
          <p:nvSpPr>
            <p:cNvPr id="122" name="Oval 121">
              <a:extLst>
                <a:ext uri="{FF2B5EF4-FFF2-40B4-BE49-F238E27FC236}">
                  <a16:creationId xmlns:a16="http://schemas.microsoft.com/office/drawing/2014/main" id="{30C9F0A6-86D0-2288-72F0-1DB0221B9A13}"/>
                </a:ext>
              </a:extLst>
            </p:cNvPr>
            <p:cNvSpPr/>
            <p:nvPr/>
          </p:nvSpPr>
          <p:spPr bwMode="gray">
            <a:xfrm>
              <a:off x="10469566" y="6155597"/>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123" name="Oval 122">
              <a:extLst>
                <a:ext uri="{FF2B5EF4-FFF2-40B4-BE49-F238E27FC236}">
                  <a16:creationId xmlns:a16="http://schemas.microsoft.com/office/drawing/2014/main" id="{CF032FE5-CA10-DFF8-90FE-520D8337B160}"/>
                </a:ext>
              </a:extLst>
            </p:cNvPr>
            <p:cNvSpPr/>
            <p:nvPr/>
          </p:nvSpPr>
          <p:spPr bwMode="gray">
            <a:xfrm>
              <a:off x="10715350" y="6155597"/>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124" name="Oval 123">
              <a:extLst>
                <a:ext uri="{FF2B5EF4-FFF2-40B4-BE49-F238E27FC236}">
                  <a16:creationId xmlns:a16="http://schemas.microsoft.com/office/drawing/2014/main" id="{5C5F7E0A-53ED-14A6-D361-E4FC6437DBA2}"/>
                </a:ext>
              </a:extLst>
            </p:cNvPr>
            <p:cNvSpPr/>
            <p:nvPr/>
          </p:nvSpPr>
          <p:spPr bwMode="gray">
            <a:xfrm>
              <a:off x="10950859" y="6155597"/>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125" name="Oval 124">
              <a:extLst>
                <a:ext uri="{FF2B5EF4-FFF2-40B4-BE49-F238E27FC236}">
                  <a16:creationId xmlns:a16="http://schemas.microsoft.com/office/drawing/2014/main" id="{041169FA-309D-2253-DA38-0CDEBE64AD9D}"/>
                </a:ext>
              </a:extLst>
            </p:cNvPr>
            <p:cNvSpPr/>
            <p:nvPr/>
          </p:nvSpPr>
          <p:spPr bwMode="gray">
            <a:xfrm>
              <a:off x="11223282" y="6155597"/>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126" name="Oval 125">
              <a:extLst>
                <a:ext uri="{FF2B5EF4-FFF2-40B4-BE49-F238E27FC236}">
                  <a16:creationId xmlns:a16="http://schemas.microsoft.com/office/drawing/2014/main" id="{E4C4B653-634F-5FF3-550B-A4C8F2364F66}"/>
                </a:ext>
              </a:extLst>
            </p:cNvPr>
            <p:cNvSpPr/>
            <p:nvPr/>
          </p:nvSpPr>
          <p:spPr bwMode="gray">
            <a:xfrm>
              <a:off x="11469066" y="6155597"/>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127" name="Oval 126">
              <a:extLst>
                <a:ext uri="{FF2B5EF4-FFF2-40B4-BE49-F238E27FC236}">
                  <a16:creationId xmlns:a16="http://schemas.microsoft.com/office/drawing/2014/main" id="{2EC9B142-A009-5DB9-DC93-FD60E4E7CEAB}"/>
                </a:ext>
              </a:extLst>
            </p:cNvPr>
            <p:cNvSpPr/>
            <p:nvPr/>
          </p:nvSpPr>
          <p:spPr bwMode="gray">
            <a:xfrm>
              <a:off x="11704575" y="6155597"/>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14" name="Oval 13">
              <a:extLst>
                <a:ext uri="{FF2B5EF4-FFF2-40B4-BE49-F238E27FC236}">
                  <a16:creationId xmlns:a16="http://schemas.microsoft.com/office/drawing/2014/main" id="{175EBD52-98AC-28A6-507C-41778AFA1FA8}"/>
                </a:ext>
              </a:extLst>
            </p:cNvPr>
            <p:cNvSpPr/>
            <p:nvPr/>
          </p:nvSpPr>
          <p:spPr bwMode="gray">
            <a:xfrm>
              <a:off x="2901953"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16" name="Oval 15">
              <a:extLst>
                <a:ext uri="{FF2B5EF4-FFF2-40B4-BE49-F238E27FC236}">
                  <a16:creationId xmlns:a16="http://schemas.microsoft.com/office/drawing/2014/main" id="{FF7D1CB2-AFD9-1E23-B6E7-B63B1C57BD85}"/>
                </a:ext>
              </a:extLst>
            </p:cNvPr>
            <p:cNvSpPr/>
            <p:nvPr/>
          </p:nvSpPr>
          <p:spPr bwMode="gray">
            <a:xfrm>
              <a:off x="3167330"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17" name="Oval 16">
              <a:extLst>
                <a:ext uri="{FF2B5EF4-FFF2-40B4-BE49-F238E27FC236}">
                  <a16:creationId xmlns:a16="http://schemas.microsoft.com/office/drawing/2014/main" id="{F3242B3C-7527-CC2B-B2D2-14A751786BE3}"/>
                </a:ext>
              </a:extLst>
            </p:cNvPr>
            <p:cNvSpPr/>
            <p:nvPr/>
          </p:nvSpPr>
          <p:spPr bwMode="gray">
            <a:xfrm>
              <a:off x="3415901"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18" name="Oval 17">
              <a:extLst>
                <a:ext uri="{FF2B5EF4-FFF2-40B4-BE49-F238E27FC236}">
                  <a16:creationId xmlns:a16="http://schemas.microsoft.com/office/drawing/2014/main" id="{C502F388-B2CC-425D-BF0B-37D3B4BB6AF6}"/>
                </a:ext>
              </a:extLst>
            </p:cNvPr>
            <p:cNvSpPr/>
            <p:nvPr/>
          </p:nvSpPr>
          <p:spPr bwMode="gray">
            <a:xfrm>
              <a:off x="3681278"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20" name="Oval 19">
              <a:extLst>
                <a:ext uri="{FF2B5EF4-FFF2-40B4-BE49-F238E27FC236}">
                  <a16:creationId xmlns:a16="http://schemas.microsoft.com/office/drawing/2014/main" id="{381AFC92-522E-9891-42C4-4DF833578FC2}"/>
                </a:ext>
              </a:extLst>
            </p:cNvPr>
            <p:cNvSpPr/>
            <p:nvPr/>
          </p:nvSpPr>
          <p:spPr bwMode="gray">
            <a:xfrm>
              <a:off x="3928639"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21" name="Oval 20">
              <a:extLst>
                <a:ext uri="{FF2B5EF4-FFF2-40B4-BE49-F238E27FC236}">
                  <a16:creationId xmlns:a16="http://schemas.microsoft.com/office/drawing/2014/main" id="{2E275C2B-A5FA-F6BB-3F50-EC22D8FDE6DF}"/>
                </a:ext>
              </a:extLst>
            </p:cNvPr>
            <p:cNvSpPr/>
            <p:nvPr/>
          </p:nvSpPr>
          <p:spPr bwMode="gray">
            <a:xfrm>
              <a:off x="4194016"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22" name="Oval 21">
              <a:extLst>
                <a:ext uri="{FF2B5EF4-FFF2-40B4-BE49-F238E27FC236}">
                  <a16:creationId xmlns:a16="http://schemas.microsoft.com/office/drawing/2014/main" id="{4D5183E3-3197-F420-ED23-D0E12414905D}"/>
                </a:ext>
              </a:extLst>
            </p:cNvPr>
            <p:cNvSpPr/>
            <p:nvPr/>
          </p:nvSpPr>
          <p:spPr bwMode="gray">
            <a:xfrm>
              <a:off x="4442587"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23" name="Oval 22">
              <a:extLst>
                <a:ext uri="{FF2B5EF4-FFF2-40B4-BE49-F238E27FC236}">
                  <a16:creationId xmlns:a16="http://schemas.microsoft.com/office/drawing/2014/main" id="{54C454A6-0B8B-5289-8CDD-5BAC005401B7}"/>
                </a:ext>
              </a:extLst>
            </p:cNvPr>
            <p:cNvSpPr/>
            <p:nvPr/>
          </p:nvSpPr>
          <p:spPr bwMode="gray">
            <a:xfrm>
              <a:off x="4707964"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24" name="Oval 23">
              <a:extLst>
                <a:ext uri="{FF2B5EF4-FFF2-40B4-BE49-F238E27FC236}">
                  <a16:creationId xmlns:a16="http://schemas.microsoft.com/office/drawing/2014/main" id="{3CDB6556-8673-B01C-DF8D-EA5A4FFDB7C4}"/>
                </a:ext>
              </a:extLst>
            </p:cNvPr>
            <p:cNvSpPr/>
            <p:nvPr/>
          </p:nvSpPr>
          <p:spPr bwMode="gray">
            <a:xfrm>
              <a:off x="4949274"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26" name="Oval 25">
              <a:extLst>
                <a:ext uri="{FF2B5EF4-FFF2-40B4-BE49-F238E27FC236}">
                  <a16:creationId xmlns:a16="http://schemas.microsoft.com/office/drawing/2014/main" id="{A562386B-09FC-53FE-D134-D11AE1F7C8D2}"/>
                </a:ext>
              </a:extLst>
            </p:cNvPr>
            <p:cNvSpPr/>
            <p:nvPr/>
          </p:nvSpPr>
          <p:spPr bwMode="gray">
            <a:xfrm>
              <a:off x="5214651"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27" name="Oval 26">
              <a:extLst>
                <a:ext uri="{FF2B5EF4-FFF2-40B4-BE49-F238E27FC236}">
                  <a16:creationId xmlns:a16="http://schemas.microsoft.com/office/drawing/2014/main" id="{46A0C937-4CEB-43EE-9588-5AB92B466143}"/>
                </a:ext>
              </a:extLst>
            </p:cNvPr>
            <p:cNvSpPr/>
            <p:nvPr/>
          </p:nvSpPr>
          <p:spPr bwMode="gray">
            <a:xfrm>
              <a:off x="5463222"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28" name="Oval 27">
              <a:extLst>
                <a:ext uri="{FF2B5EF4-FFF2-40B4-BE49-F238E27FC236}">
                  <a16:creationId xmlns:a16="http://schemas.microsoft.com/office/drawing/2014/main" id="{A0948D3B-0276-1CA6-4689-FE1E55A8762B}"/>
                </a:ext>
              </a:extLst>
            </p:cNvPr>
            <p:cNvSpPr/>
            <p:nvPr/>
          </p:nvSpPr>
          <p:spPr bwMode="gray">
            <a:xfrm>
              <a:off x="5728599"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29" name="Oval 28">
              <a:extLst>
                <a:ext uri="{FF2B5EF4-FFF2-40B4-BE49-F238E27FC236}">
                  <a16:creationId xmlns:a16="http://schemas.microsoft.com/office/drawing/2014/main" id="{89E5BD8A-CB92-4D6B-14B2-7FFB7AA7B9DE}"/>
                </a:ext>
              </a:extLst>
            </p:cNvPr>
            <p:cNvSpPr/>
            <p:nvPr/>
          </p:nvSpPr>
          <p:spPr bwMode="gray">
            <a:xfrm>
              <a:off x="5948316"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30" name="Oval 29">
              <a:extLst>
                <a:ext uri="{FF2B5EF4-FFF2-40B4-BE49-F238E27FC236}">
                  <a16:creationId xmlns:a16="http://schemas.microsoft.com/office/drawing/2014/main" id="{A34FDD86-E353-DDA3-E637-B062F133F37B}"/>
                </a:ext>
              </a:extLst>
            </p:cNvPr>
            <p:cNvSpPr/>
            <p:nvPr/>
          </p:nvSpPr>
          <p:spPr bwMode="gray">
            <a:xfrm>
              <a:off x="6182288"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31" name="Oval 30">
              <a:extLst>
                <a:ext uri="{FF2B5EF4-FFF2-40B4-BE49-F238E27FC236}">
                  <a16:creationId xmlns:a16="http://schemas.microsoft.com/office/drawing/2014/main" id="{E8CF16E2-0D49-1362-31F9-F3CB3D0C1C32}"/>
                </a:ext>
              </a:extLst>
            </p:cNvPr>
            <p:cNvSpPr/>
            <p:nvPr/>
          </p:nvSpPr>
          <p:spPr bwMode="gray">
            <a:xfrm>
              <a:off x="6444248"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32" name="Oval 31">
              <a:extLst>
                <a:ext uri="{FF2B5EF4-FFF2-40B4-BE49-F238E27FC236}">
                  <a16:creationId xmlns:a16="http://schemas.microsoft.com/office/drawing/2014/main" id="{73178A01-E7BD-E023-8CF0-3377E42DFEDD}"/>
                </a:ext>
              </a:extLst>
            </p:cNvPr>
            <p:cNvSpPr/>
            <p:nvPr/>
          </p:nvSpPr>
          <p:spPr bwMode="gray">
            <a:xfrm>
              <a:off x="6691609"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33" name="Oval 32">
              <a:extLst>
                <a:ext uri="{FF2B5EF4-FFF2-40B4-BE49-F238E27FC236}">
                  <a16:creationId xmlns:a16="http://schemas.microsoft.com/office/drawing/2014/main" id="{A18A3238-BB3F-E2F2-421A-CCC8141ACCB2}"/>
                </a:ext>
              </a:extLst>
            </p:cNvPr>
            <p:cNvSpPr/>
            <p:nvPr/>
          </p:nvSpPr>
          <p:spPr bwMode="gray">
            <a:xfrm>
              <a:off x="6934238"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34" name="Oval 33">
              <a:extLst>
                <a:ext uri="{FF2B5EF4-FFF2-40B4-BE49-F238E27FC236}">
                  <a16:creationId xmlns:a16="http://schemas.microsoft.com/office/drawing/2014/main" id="{279A1B4C-240C-25E5-DDC1-9596A443C5A9}"/>
                </a:ext>
              </a:extLst>
            </p:cNvPr>
            <p:cNvSpPr/>
            <p:nvPr/>
          </p:nvSpPr>
          <p:spPr bwMode="gray">
            <a:xfrm>
              <a:off x="7199615"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36" name="Oval 35">
              <a:extLst>
                <a:ext uri="{FF2B5EF4-FFF2-40B4-BE49-F238E27FC236}">
                  <a16:creationId xmlns:a16="http://schemas.microsoft.com/office/drawing/2014/main" id="{2F77575E-E23C-5BA7-256B-C9AFCD1FA1AD}"/>
                </a:ext>
              </a:extLst>
            </p:cNvPr>
            <p:cNvSpPr/>
            <p:nvPr/>
          </p:nvSpPr>
          <p:spPr bwMode="gray">
            <a:xfrm>
              <a:off x="7448186"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38" name="Oval 37">
              <a:extLst>
                <a:ext uri="{FF2B5EF4-FFF2-40B4-BE49-F238E27FC236}">
                  <a16:creationId xmlns:a16="http://schemas.microsoft.com/office/drawing/2014/main" id="{085186B2-706E-E20E-9E98-33CAEB133EEC}"/>
                </a:ext>
              </a:extLst>
            </p:cNvPr>
            <p:cNvSpPr/>
            <p:nvPr/>
          </p:nvSpPr>
          <p:spPr bwMode="gray">
            <a:xfrm>
              <a:off x="7713563"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39" name="Oval 38">
              <a:extLst>
                <a:ext uri="{FF2B5EF4-FFF2-40B4-BE49-F238E27FC236}">
                  <a16:creationId xmlns:a16="http://schemas.microsoft.com/office/drawing/2014/main" id="{E9F05557-99DC-0562-9BC1-E1DFE24F4DB6}"/>
                </a:ext>
              </a:extLst>
            </p:cNvPr>
            <p:cNvSpPr/>
            <p:nvPr/>
          </p:nvSpPr>
          <p:spPr bwMode="gray">
            <a:xfrm>
              <a:off x="7960924"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40" name="Oval 39">
              <a:extLst>
                <a:ext uri="{FF2B5EF4-FFF2-40B4-BE49-F238E27FC236}">
                  <a16:creationId xmlns:a16="http://schemas.microsoft.com/office/drawing/2014/main" id="{02FFD5A8-31A6-B1C6-755D-E539F93DC3F0}"/>
                </a:ext>
              </a:extLst>
            </p:cNvPr>
            <p:cNvSpPr/>
            <p:nvPr/>
          </p:nvSpPr>
          <p:spPr bwMode="gray">
            <a:xfrm>
              <a:off x="8226301"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41" name="Oval 40">
              <a:extLst>
                <a:ext uri="{FF2B5EF4-FFF2-40B4-BE49-F238E27FC236}">
                  <a16:creationId xmlns:a16="http://schemas.microsoft.com/office/drawing/2014/main" id="{950D88D7-04FD-3439-F1C4-9A00DF520CE7}"/>
                </a:ext>
              </a:extLst>
            </p:cNvPr>
            <p:cNvSpPr/>
            <p:nvPr/>
          </p:nvSpPr>
          <p:spPr bwMode="gray">
            <a:xfrm>
              <a:off x="8474872"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42" name="Oval 41">
              <a:extLst>
                <a:ext uri="{FF2B5EF4-FFF2-40B4-BE49-F238E27FC236}">
                  <a16:creationId xmlns:a16="http://schemas.microsoft.com/office/drawing/2014/main" id="{FEEAED60-959A-4189-2682-70121F49E863}"/>
                </a:ext>
              </a:extLst>
            </p:cNvPr>
            <p:cNvSpPr/>
            <p:nvPr/>
          </p:nvSpPr>
          <p:spPr bwMode="gray">
            <a:xfrm>
              <a:off x="8740249"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43" name="Oval 42">
              <a:extLst>
                <a:ext uri="{FF2B5EF4-FFF2-40B4-BE49-F238E27FC236}">
                  <a16:creationId xmlns:a16="http://schemas.microsoft.com/office/drawing/2014/main" id="{A307A454-986F-F8DB-624B-55441A504E53}"/>
                </a:ext>
              </a:extLst>
            </p:cNvPr>
            <p:cNvSpPr/>
            <p:nvPr/>
          </p:nvSpPr>
          <p:spPr bwMode="gray">
            <a:xfrm>
              <a:off x="8981559"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44" name="Oval 43">
              <a:extLst>
                <a:ext uri="{FF2B5EF4-FFF2-40B4-BE49-F238E27FC236}">
                  <a16:creationId xmlns:a16="http://schemas.microsoft.com/office/drawing/2014/main" id="{094E0A9A-91B0-EBF6-3E3B-353F2E7B0BFC}"/>
                </a:ext>
              </a:extLst>
            </p:cNvPr>
            <p:cNvSpPr/>
            <p:nvPr/>
          </p:nvSpPr>
          <p:spPr bwMode="gray">
            <a:xfrm>
              <a:off x="9246936"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45" name="Oval 44">
              <a:extLst>
                <a:ext uri="{FF2B5EF4-FFF2-40B4-BE49-F238E27FC236}">
                  <a16:creationId xmlns:a16="http://schemas.microsoft.com/office/drawing/2014/main" id="{16FD10AA-73E6-AF60-6697-37C3C741AF61}"/>
                </a:ext>
              </a:extLst>
            </p:cNvPr>
            <p:cNvSpPr/>
            <p:nvPr/>
          </p:nvSpPr>
          <p:spPr bwMode="gray">
            <a:xfrm>
              <a:off x="9462852"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46" name="Oval 45">
              <a:extLst>
                <a:ext uri="{FF2B5EF4-FFF2-40B4-BE49-F238E27FC236}">
                  <a16:creationId xmlns:a16="http://schemas.microsoft.com/office/drawing/2014/main" id="{988236E0-90DA-CCE6-7210-2CDC614EF30B}"/>
                </a:ext>
              </a:extLst>
            </p:cNvPr>
            <p:cNvSpPr/>
            <p:nvPr/>
          </p:nvSpPr>
          <p:spPr bwMode="gray">
            <a:xfrm>
              <a:off x="9732670"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47" name="Oval 46">
              <a:extLst>
                <a:ext uri="{FF2B5EF4-FFF2-40B4-BE49-F238E27FC236}">
                  <a16:creationId xmlns:a16="http://schemas.microsoft.com/office/drawing/2014/main" id="{9562C6D6-5FB5-A256-22C2-9F5DF8AEEF17}"/>
                </a:ext>
              </a:extLst>
            </p:cNvPr>
            <p:cNvSpPr/>
            <p:nvPr/>
          </p:nvSpPr>
          <p:spPr bwMode="gray">
            <a:xfrm>
              <a:off x="9981241"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sp>
          <p:nvSpPr>
            <p:cNvPr id="48" name="Oval 47">
              <a:extLst>
                <a:ext uri="{FF2B5EF4-FFF2-40B4-BE49-F238E27FC236}">
                  <a16:creationId xmlns:a16="http://schemas.microsoft.com/office/drawing/2014/main" id="{5DECCDA4-B1CE-34D8-E777-69A7E43DEFD1}"/>
                </a:ext>
              </a:extLst>
            </p:cNvPr>
            <p:cNvSpPr/>
            <p:nvPr/>
          </p:nvSpPr>
          <p:spPr bwMode="gray">
            <a:xfrm>
              <a:off x="10246618" y="6162359"/>
              <a:ext cx="91320" cy="94523"/>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err="1">
                <a:solidFill>
                  <a:schemeClr val="bg1"/>
                </a:solidFill>
              </a:endParaRPr>
            </a:p>
          </p:txBody>
        </p:sp>
      </p:grpSp>
    </p:spTree>
    <p:extLst>
      <p:ext uri="{BB962C8B-B14F-4D97-AF65-F5344CB8AC3E}">
        <p14:creationId xmlns:p14="http://schemas.microsoft.com/office/powerpoint/2010/main" val="261806454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58049" name="think-cell Slide" r:id="rId6" imgW="442" imgH="442" progId="TCLayout.ActiveDocument.1">
                  <p:embed/>
                </p:oleObj>
              </mc:Choice>
              <mc:Fallback>
                <p:oleObj name="think-cell Slide" r:id="rId6" imgW="442" imgH="442" progId="TCLayout.ActiveDocument.1">
                  <p:embed/>
                  <p:pic>
                    <p:nvPicPr>
                      <p:cNvPr id="8" name="Object 7"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9" name="Rectangle 8" hidden="1"/>
          <p:cNvSpPr/>
          <p:nvPr>
            <p:custDataLst>
              <p:tags r:id="rId3"/>
            </p:custDataLst>
          </p:nvPr>
        </p:nvSpPr>
        <p:spPr bwMode="gray">
          <a:xfrm>
            <a:off x="0" y="0"/>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a:spcBef>
                <a:spcPct val="0"/>
              </a:spcBef>
              <a:spcAft>
                <a:spcPct val="0"/>
              </a:spcAft>
              <a:buFont typeface="Wingdings 2" pitchFamily="18" charset="2"/>
              <a:buNone/>
            </a:pPr>
            <a:endParaRPr lang="en-IN" sz="2000" b="1">
              <a:solidFill>
                <a:schemeClr val="bg1"/>
              </a:solidFill>
              <a:latin typeface="Verdana" panose="020B0604030504040204" pitchFamily="34" charset="0"/>
              <a:ea typeface="+mj-ea"/>
              <a:cs typeface="+mj-cs"/>
              <a:sym typeface="Verdana" panose="020B0604030504040204" pitchFamily="34" charset="0"/>
            </a:endParaRPr>
          </a:p>
        </p:txBody>
      </p:sp>
      <p:sp>
        <p:nvSpPr>
          <p:cNvPr id="58" name="Title 2"/>
          <p:cNvSpPr txBox="1">
            <a:spLocks/>
          </p:cNvSpPr>
          <p:nvPr/>
        </p:nvSpPr>
        <p:spPr bwMode="gray">
          <a:xfrm>
            <a:off x="469900" y="403915"/>
            <a:ext cx="11220452" cy="334100"/>
          </a:xfrm>
          <a:prstGeom prst="rect">
            <a:avLst/>
          </a:prstGeom>
        </p:spPr>
        <p:txBody>
          <a:bodyPr vert="horz" lIns="0" tIns="0" rIns="0" bIns="0" rtlCol="0" anchor="t" anchorCtr="0">
            <a:noAutofit/>
          </a:bodyPr>
          <a:lstStyle>
            <a:lvl1pPr algn="l" defTabSz="990570" rtl="0" eaLnBrk="1" latinLnBrk="0" hangingPunct="1">
              <a:spcBef>
                <a:spcPct val="0"/>
              </a:spcBef>
              <a:buNone/>
              <a:defRPr sz="2000" kern="1200">
                <a:solidFill>
                  <a:schemeClr val="tx1"/>
                </a:solidFill>
                <a:latin typeface="+mj-lt"/>
                <a:ea typeface="+mj-ea"/>
                <a:cs typeface="+mj-cs"/>
              </a:defRPr>
            </a:lvl1pPr>
          </a:lstStyle>
          <a:p>
            <a:r>
              <a:rPr lang="en-US">
                <a:solidFill>
                  <a:prstClr val="black"/>
                </a:solidFill>
              </a:rPr>
              <a:t>Project Governance Structure</a:t>
            </a:r>
            <a:endParaRPr lang="en-US"/>
          </a:p>
        </p:txBody>
      </p:sp>
      <p:sp>
        <p:nvSpPr>
          <p:cNvPr id="24" name="Rectangle 23"/>
          <p:cNvSpPr>
            <a:spLocks noChangeArrowheads="1"/>
          </p:cNvSpPr>
          <p:nvPr/>
        </p:nvSpPr>
        <p:spPr bwMode="auto">
          <a:xfrm>
            <a:off x="3793607" y="3872606"/>
            <a:ext cx="7599899" cy="196662"/>
          </a:xfrm>
          <a:prstGeom prst="rect">
            <a:avLst/>
          </a:prstGeom>
          <a:solidFill>
            <a:schemeClr val="accent1"/>
          </a:solidFill>
          <a:ln w="12700" algn="ctr">
            <a:solidFill>
              <a:schemeClr val="accent1"/>
            </a:solidFill>
            <a:miter lim="800000"/>
            <a:headEnd/>
            <a:tailEnd/>
          </a:ln>
        </p:spPr>
        <p:txBody>
          <a:bodyPr lIns="36000" tIns="36000" rIns="36000" bIns="36000" anchor="b" anchorCtr="1">
            <a:noAutofit/>
          </a:bodyPr>
          <a:lstStyle/>
          <a:p>
            <a:pPr algn="ctr" defTabSz="1106488">
              <a:spcBef>
                <a:spcPct val="50000"/>
              </a:spcBef>
              <a:buClr>
                <a:schemeClr val="tx1"/>
              </a:buClr>
              <a:tabLst>
                <a:tab pos="6911975" algn="l"/>
              </a:tabLst>
            </a:pPr>
            <a:r>
              <a:rPr lang="en-US" sz="900" b="1">
                <a:solidFill>
                  <a:schemeClr val="bg1"/>
                </a:solidFill>
              </a:rPr>
              <a:t>Project Management and operating team</a:t>
            </a:r>
          </a:p>
        </p:txBody>
      </p:sp>
      <p:sp>
        <p:nvSpPr>
          <p:cNvPr id="25" name="Rectangle 24"/>
          <p:cNvSpPr>
            <a:spLocks noChangeArrowheads="1"/>
          </p:cNvSpPr>
          <p:nvPr/>
        </p:nvSpPr>
        <p:spPr bwMode="auto">
          <a:xfrm>
            <a:off x="3801320" y="4064356"/>
            <a:ext cx="7590660" cy="2116109"/>
          </a:xfrm>
          <a:prstGeom prst="rect">
            <a:avLst/>
          </a:prstGeom>
          <a:noFill/>
          <a:ln w="12700" algn="ctr">
            <a:solidFill>
              <a:schemeClr val="accent1"/>
            </a:solidFill>
            <a:miter lim="800000"/>
            <a:headEnd/>
            <a:tailEnd/>
          </a:ln>
        </p:spPr>
        <p:txBody>
          <a:bodyPr lIns="36000" tIns="36000" rIns="36000" bIns="36000" anchor="t">
            <a:noAutofit/>
          </a:bodyPr>
          <a:lstStyle/>
          <a:p>
            <a:pPr marL="714375" indent="-177800">
              <a:defRPr/>
            </a:pPr>
            <a:endParaRPr lang="en-GB" sz="800">
              <a:cs typeface="Arial" charset="0"/>
            </a:endParaRPr>
          </a:p>
        </p:txBody>
      </p:sp>
      <p:sp>
        <p:nvSpPr>
          <p:cNvPr id="26" name="Rectangle 153"/>
          <p:cNvSpPr>
            <a:spLocks noChangeArrowheads="1"/>
          </p:cNvSpPr>
          <p:nvPr/>
        </p:nvSpPr>
        <p:spPr bwMode="auto">
          <a:xfrm>
            <a:off x="828201" y="929261"/>
            <a:ext cx="2289487" cy="219307"/>
          </a:xfrm>
          <a:prstGeom prst="rect">
            <a:avLst/>
          </a:prstGeom>
          <a:solidFill>
            <a:srgbClr val="18A1B1"/>
          </a:solidFill>
          <a:ln w="12700" algn="ctr">
            <a:solidFill>
              <a:srgbClr val="18A1B1"/>
            </a:solidFill>
            <a:miter lim="800000"/>
            <a:headEnd/>
            <a:tailEnd/>
          </a:ln>
        </p:spPr>
        <p:txBody>
          <a:bodyPr lIns="36000" tIns="36000" rIns="36000" bIns="36000" anchor="b" anchorCtr="1">
            <a:noAutofit/>
          </a:bodyPr>
          <a:lstStyle/>
          <a:p>
            <a:pPr algn="ctr" defTabSz="1106488">
              <a:spcBef>
                <a:spcPct val="50000"/>
              </a:spcBef>
              <a:buClr>
                <a:schemeClr val="tx1"/>
              </a:buClr>
              <a:tabLst>
                <a:tab pos="6911975" algn="l"/>
              </a:tabLst>
            </a:pPr>
            <a:r>
              <a:rPr lang="en-US" sz="900" b="1">
                <a:solidFill>
                  <a:schemeClr val="bg1"/>
                </a:solidFill>
              </a:rPr>
              <a:t>WBSEDCL management personnel</a:t>
            </a:r>
          </a:p>
        </p:txBody>
      </p:sp>
      <p:sp>
        <p:nvSpPr>
          <p:cNvPr id="27" name="Rectangle 154"/>
          <p:cNvSpPr>
            <a:spLocks noChangeArrowheads="1"/>
          </p:cNvSpPr>
          <p:nvPr/>
        </p:nvSpPr>
        <p:spPr bwMode="auto">
          <a:xfrm>
            <a:off x="828201" y="1152723"/>
            <a:ext cx="2289487" cy="1186820"/>
          </a:xfrm>
          <a:prstGeom prst="rect">
            <a:avLst/>
          </a:prstGeom>
          <a:noFill/>
          <a:ln w="12700" algn="ctr">
            <a:solidFill>
              <a:srgbClr val="18A1B1"/>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oAutofit/>
          </a:bodyPr>
          <a:lstStyle/>
          <a:p>
            <a:pPr marL="450850"/>
            <a:endParaRPr lang="en-GB" sz="800">
              <a:solidFill>
                <a:sysClr val="windowText" lastClr="000000"/>
              </a:solidFill>
            </a:endParaRPr>
          </a:p>
        </p:txBody>
      </p:sp>
      <p:sp>
        <p:nvSpPr>
          <p:cNvPr id="37" name="Rectangle 36"/>
          <p:cNvSpPr/>
          <p:nvPr/>
        </p:nvSpPr>
        <p:spPr>
          <a:xfrm>
            <a:off x="1330529" y="1850602"/>
            <a:ext cx="1413193" cy="338554"/>
          </a:xfrm>
          <a:prstGeom prst="rect">
            <a:avLst/>
          </a:prstGeom>
        </p:spPr>
        <p:txBody>
          <a:bodyPr wrap="square">
            <a:spAutoFit/>
          </a:bodyPr>
          <a:lstStyle/>
          <a:p>
            <a:pPr marL="1588" algn="ctr"/>
            <a:r>
              <a:rPr lang="en-US" sz="800" b="1">
                <a:solidFill>
                  <a:srgbClr val="0097A9"/>
                </a:solidFill>
              </a:rPr>
              <a:t>To be Defined</a:t>
            </a:r>
          </a:p>
          <a:p>
            <a:pPr marL="1588" algn="ctr"/>
            <a:r>
              <a:rPr lang="en-US" sz="800">
                <a:solidFill>
                  <a:srgbClr val="0097A9"/>
                </a:solidFill>
              </a:rPr>
              <a:t>WBSEDCL</a:t>
            </a:r>
            <a:endParaRPr lang="ru-RU" sz="800">
              <a:solidFill>
                <a:srgbClr val="0097A9"/>
              </a:solidFill>
            </a:endParaRPr>
          </a:p>
        </p:txBody>
      </p:sp>
      <p:grpSp>
        <p:nvGrpSpPr>
          <p:cNvPr id="38" name="Group 37"/>
          <p:cNvGrpSpPr/>
          <p:nvPr/>
        </p:nvGrpSpPr>
        <p:grpSpPr>
          <a:xfrm>
            <a:off x="1767184" y="1391934"/>
            <a:ext cx="421369" cy="450361"/>
            <a:chOff x="2578160" y="2096861"/>
            <a:chExt cx="395956" cy="519714"/>
          </a:xfrm>
        </p:grpSpPr>
        <p:sp>
          <p:nvSpPr>
            <p:cNvPr id="39" name="Rectangle 38"/>
            <p:cNvSpPr/>
            <p:nvPr/>
          </p:nvSpPr>
          <p:spPr>
            <a:xfrm>
              <a:off x="2578160" y="2096861"/>
              <a:ext cx="395956" cy="519714"/>
            </a:xfrm>
            <a:prstGeom prst="rect">
              <a:avLst/>
            </a:prstGeom>
            <a:solidFill>
              <a:schemeClr val="bg1"/>
            </a:solidFill>
            <a:ln w="12700" algn="ctr">
              <a:solidFill>
                <a:schemeClr val="bg1">
                  <a:lumMod val="50000"/>
                </a:schemeClr>
              </a:solidFill>
              <a:miter lim="800000"/>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40" name="Picture 39"/>
            <p:cNvPicPr>
              <a:picLocks noChangeAspect="1"/>
            </p:cNvPicPr>
            <p:nvPr/>
          </p:nvPicPr>
          <p:blipFill rotWithShape="1">
            <a:blip r:embed="rId8" cstate="print">
              <a:extLst>
                <a:ext uri="{28A0092B-C50C-407E-A947-70E740481C1C}">
                  <a14:useLocalDpi xmlns:a14="http://schemas.microsoft.com/office/drawing/2010/main"/>
                </a:ext>
              </a:extLst>
            </a:blip>
            <a:srcRect/>
            <a:stretch/>
          </p:blipFill>
          <p:spPr>
            <a:xfrm>
              <a:off x="2658527" y="2223109"/>
              <a:ext cx="253247" cy="248365"/>
            </a:xfrm>
            <a:prstGeom prst="rect">
              <a:avLst/>
            </a:prstGeom>
          </p:spPr>
        </p:pic>
      </p:grpSp>
      <p:sp>
        <p:nvSpPr>
          <p:cNvPr id="43" name="Rectangle 153"/>
          <p:cNvSpPr>
            <a:spLocks noChangeArrowheads="1"/>
          </p:cNvSpPr>
          <p:nvPr/>
        </p:nvSpPr>
        <p:spPr bwMode="auto">
          <a:xfrm>
            <a:off x="828201" y="2807465"/>
            <a:ext cx="2289487" cy="207744"/>
          </a:xfrm>
          <a:prstGeom prst="rect">
            <a:avLst/>
          </a:prstGeom>
          <a:solidFill>
            <a:srgbClr val="18A1B1"/>
          </a:solidFill>
          <a:ln w="12700" algn="ctr">
            <a:solidFill>
              <a:srgbClr val="18A1B1"/>
            </a:solidFill>
            <a:miter lim="800000"/>
            <a:headEnd/>
            <a:tailEnd/>
          </a:ln>
        </p:spPr>
        <p:txBody>
          <a:bodyPr lIns="36000" tIns="36000" rIns="36000" bIns="36000" anchor="b" anchorCtr="1">
            <a:noAutofit/>
          </a:bodyPr>
          <a:lstStyle/>
          <a:p>
            <a:pPr algn="ctr" defTabSz="1106488">
              <a:spcBef>
                <a:spcPct val="50000"/>
              </a:spcBef>
              <a:buClr>
                <a:schemeClr val="tx1"/>
              </a:buClr>
              <a:tabLst>
                <a:tab pos="6911975" algn="l"/>
              </a:tabLst>
            </a:pPr>
            <a:r>
              <a:rPr lang="en-US" sz="900" b="1">
                <a:solidFill>
                  <a:schemeClr val="bg1"/>
                </a:solidFill>
              </a:rPr>
              <a:t>WBSEDCL Project Manager</a:t>
            </a:r>
          </a:p>
        </p:txBody>
      </p:sp>
      <p:sp>
        <p:nvSpPr>
          <p:cNvPr id="44" name="Rectangle 154"/>
          <p:cNvSpPr>
            <a:spLocks noChangeArrowheads="1"/>
          </p:cNvSpPr>
          <p:nvPr/>
        </p:nvSpPr>
        <p:spPr bwMode="auto">
          <a:xfrm>
            <a:off x="828201" y="3030928"/>
            <a:ext cx="2289487" cy="1162800"/>
          </a:xfrm>
          <a:prstGeom prst="rect">
            <a:avLst/>
          </a:prstGeom>
          <a:noFill/>
          <a:ln w="12700" algn="ctr">
            <a:solidFill>
              <a:srgbClr val="18A1B1"/>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oAutofit/>
          </a:bodyPr>
          <a:lstStyle/>
          <a:p>
            <a:pPr marL="450850"/>
            <a:endParaRPr lang="en-GB" sz="800">
              <a:solidFill>
                <a:sysClr val="windowText" lastClr="000000"/>
              </a:solidFill>
            </a:endParaRPr>
          </a:p>
        </p:txBody>
      </p:sp>
      <p:sp>
        <p:nvSpPr>
          <p:cNvPr id="45" name="Rectangle 44"/>
          <p:cNvSpPr/>
          <p:nvPr/>
        </p:nvSpPr>
        <p:spPr>
          <a:xfrm>
            <a:off x="824654" y="4870925"/>
            <a:ext cx="2304923" cy="215444"/>
          </a:xfrm>
          <a:prstGeom prst="rect">
            <a:avLst/>
          </a:prstGeom>
        </p:spPr>
        <p:txBody>
          <a:bodyPr wrap="square">
            <a:spAutoFit/>
          </a:bodyPr>
          <a:lstStyle/>
          <a:p>
            <a:pPr marL="1587" lvl="1" algn="ctr" defTabSz="925513">
              <a:spcAft>
                <a:spcPct val="10000"/>
              </a:spcAft>
              <a:buSzPct val="100000"/>
              <a:defRPr/>
            </a:pPr>
            <a:r>
              <a:rPr lang="en-US" sz="800" b="1">
                <a:solidFill>
                  <a:srgbClr val="0097A9"/>
                </a:solidFill>
              </a:rPr>
              <a:t>Representatives from WBSEDCL</a:t>
            </a:r>
          </a:p>
        </p:txBody>
      </p:sp>
      <p:sp>
        <p:nvSpPr>
          <p:cNvPr id="47" name="Rectangle 5"/>
          <p:cNvSpPr>
            <a:spLocks noChangeArrowheads="1"/>
          </p:cNvSpPr>
          <p:nvPr/>
        </p:nvSpPr>
        <p:spPr bwMode="auto">
          <a:xfrm>
            <a:off x="377029" y="6100532"/>
            <a:ext cx="3352505" cy="443067"/>
          </a:xfrm>
          <a:prstGeom prst="rect">
            <a:avLst/>
          </a:prstGeom>
          <a:noFill/>
          <a:ln w="12700" algn="ctr">
            <a:noFill/>
            <a:miter lim="800000"/>
            <a:headEnd type="none" w="sm" len="sm"/>
            <a:tailEnd type="none" w="sm" len="sm"/>
          </a:ln>
          <a:effectLst/>
        </p:spPr>
        <p:txBody>
          <a:bodyPr lIns="64598" tIns="36000" rIns="64598" bIns="64598" anchor="ctr"/>
          <a:lstStyle/>
          <a:p>
            <a:pPr marL="1587" lvl="1" defTabSz="925513">
              <a:spcAft>
                <a:spcPct val="10000"/>
              </a:spcAft>
              <a:buSzPct val="100000"/>
              <a:defRPr/>
            </a:pPr>
            <a:r>
              <a:rPr lang="en-US" sz="800" i="1"/>
              <a:t>Provide inputs as well as coordinates leadership interactions as needed to understand constraints, capabilities &amp; capacities</a:t>
            </a:r>
          </a:p>
        </p:txBody>
      </p:sp>
      <p:sp>
        <p:nvSpPr>
          <p:cNvPr id="52" name="Rectangle 51"/>
          <p:cNvSpPr/>
          <p:nvPr/>
        </p:nvSpPr>
        <p:spPr bwMode="gray">
          <a:xfrm>
            <a:off x="926790" y="5070105"/>
            <a:ext cx="990061" cy="311960"/>
          </a:xfrm>
          <a:prstGeom prst="rect">
            <a:avLst/>
          </a:prstGeom>
          <a:noFill/>
          <a:ln w="9525" algn="ctr">
            <a:solidFill>
              <a:schemeClr val="accent3"/>
            </a:solidFill>
            <a:miter lim="800000"/>
            <a:headEnd/>
            <a:tailEnd/>
          </a:ln>
        </p:spPr>
        <p:txBody>
          <a:bodyPr wrap="square" lIns="88900" tIns="88900" rIns="88900" bIns="88900" rtlCol="0" anchor="ctr"/>
          <a:lstStyle/>
          <a:p>
            <a:pPr algn="ctr">
              <a:lnSpc>
                <a:spcPct val="106000"/>
              </a:lnSpc>
            </a:pPr>
            <a:r>
              <a:rPr lang="en-IN" sz="800"/>
              <a:t>Communication</a:t>
            </a:r>
            <a:endParaRPr lang="en-IN" sz="800">
              <a:ea typeface="Verdana"/>
            </a:endParaRPr>
          </a:p>
        </p:txBody>
      </p:sp>
      <p:sp>
        <p:nvSpPr>
          <p:cNvPr id="53" name="Rectangle 52"/>
          <p:cNvSpPr/>
          <p:nvPr/>
        </p:nvSpPr>
        <p:spPr bwMode="gray">
          <a:xfrm>
            <a:off x="2015568" y="5070105"/>
            <a:ext cx="990061" cy="311960"/>
          </a:xfrm>
          <a:prstGeom prst="rect">
            <a:avLst/>
          </a:prstGeom>
          <a:noFill/>
          <a:ln w="9525" algn="ctr">
            <a:solidFill>
              <a:schemeClr val="accent3"/>
            </a:solidFill>
            <a:miter lim="800000"/>
            <a:headEnd/>
            <a:tailEnd/>
          </a:ln>
        </p:spPr>
        <p:txBody>
          <a:bodyPr wrap="square" lIns="88900" tIns="88900" rIns="88900" bIns="88900" rtlCol="0" anchor="ctr"/>
          <a:lstStyle/>
          <a:p>
            <a:pPr algn="ctr">
              <a:lnSpc>
                <a:spcPct val="106000"/>
              </a:lnSpc>
            </a:pPr>
            <a:r>
              <a:rPr lang="en-IN" sz="800">
                <a:ea typeface="Verdana"/>
              </a:rPr>
              <a:t>IT</a:t>
            </a:r>
          </a:p>
        </p:txBody>
      </p:sp>
      <p:sp>
        <p:nvSpPr>
          <p:cNvPr id="54" name="Rectangle 53"/>
          <p:cNvSpPr/>
          <p:nvPr/>
        </p:nvSpPr>
        <p:spPr bwMode="gray">
          <a:xfrm>
            <a:off x="925156" y="5451606"/>
            <a:ext cx="990061" cy="311960"/>
          </a:xfrm>
          <a:prstGeom prst="rect">
            <a:avLst/>
          </a:prstGeom>
          <a:noFill/>
          <a:ln w="9525" algn="ctr">
            <a:solidFill>
              <a:schemeClr val="accent3"/>
            </a:solidFill>
            <a:miter lim="800000"/>
            <a:headEnd/>
            <a:tailEnd/>
          </a:ln>
        </p:spPr>
        <p:txBody>
          <a:bodyPr wrap="square" lIns="88900" tIns="88900" rIns="88900" bIns="88900" rtlCol="0" anchor="ctr"/>
          <a:lstStyle/>
          <a:p>
            <a:pPr algn="ctr">
              <a:lnSpc>
                <a:spcPct val="106000"/>
              </a:lnSpc>
            </a:pPr>
            <a:r>
              <a:rPr lang="en-IN" sz="800"/>
              <a:t>Commercial</a:t>
            </a:r>
          </a:p>
        </p:txBody>
      </p:sp>
      <p:sp>
        <p:nvSpPr>
          <p:cNvPr id="55" name="Rectangle 54"/>
          <p:cNvSpPr/>
          <p:nvPr/>
        </p:nvSpPr>
        <p:spPr bwMode="gray">
          <a:xfrm>
            <a:off x="2002690" y="5451606"/>
            <a:ext cx="990061" cy="311960"/>
          </a:xfrm>
          <a:prstGeom prst="rect">
            <a:avLst/>
          </a:prstGeom>
          <a:noFill/>
          <a:ln w="9525" algn="ctr">
            <a:solidFill>
              <a:schemeClr val="accent3"/>
            </a:solidFill>
            <a:miter lim="800000"/>
            <a:headEnd/>
            <a:tailEnd/>
          </a:ln>
        </p:spPr>
        <p:txBody>
          <a:bodyPr wrap="square" lIns="88900" tIns="88900" rIns="88900" bIns="88900" rtlCol="0" anchor="ctr"/>
          <a:lstStyle/>
          <a:p>
            <a:pPr algn="ctr">
              <a:lnSpc>
                <a:spcPct val="106000"/>
              </a:lnSpc>
              <a:buFont typeface="Wingdings 2" pitchFamily="18" charset="2"/>
              <a:buNone/>
            </a:pPr>
            <a:r>
              <a:rPr lang="en-IN" sz="800"/>
              <a:t>Finance/Admin </a:t>
            </a:r>
          </a:p>
        </p:txBody>
      </p:sp>
      <p:sp>
        <p:nvSpPr>
          <p:cNvPr id="56" name="Rectangle 153"/>
          <p:cNvSpPr>
            <a:spLocks noChangeArrowheads="1"/>
          </p:cNvSpPr>
          <p:nvPr/>
        </p:nvSpPr>
        <p:spPr bwMode="auto">
          <a:xfrm>
            <a:off x="6024496" y="831576"/>
            <a:ext cx="2988000" cy="215155"/>
          </a:xfrm>
          <a:prstGeom prst="rect">
            <a:avLst/>
          </a:prstGeom>
          <a:solidFill>
            <a:schemeClr val="accent1"/>
          </a:solidFill>
          <a:ln w="12700" algn="ctr">
            <a:solidFill>
              <a:schemeClr val="accent1"/>
            </a:solidFill>
            <a:miter lim="800000"/>
            <a:headEnd/>
            <a:tailEnd/>
          </a:ln>
        </p:spPr>
        <p:txBody>
          <a:bodyPr lIns="36000" tIns="36000" rIns="36000" bIns="36000" anchor="b" anchorCtr="1">
            <a:noAutofit/>
          </a:bodyPr>
          <a:lstStyle/>
          <a:p>
            <a:pPr algn="ctr" defTabSz="1106488">
              <a:spcBef>
                <a:spcPct val="50000"/>
              </a:spcBef>
              <a:buClr>
                <a:schemeClr val="tx1"/>
              </a:buClr>
              <a:tabLst>
                <a:tab pos="6911975" algn="l"/>
              </a:tabLst>
            </a:pPr>
            <a:r>
              <a:rPr lang="en-US" sz="900" b="1">
                <a:solidFill>
                  <a:schemeClr val="bg1"/>
                </a:solidFill>
              </a:rPr>
              <a:t>Steering committee</a:t>
            </a:r>
          </a:p>
        </p:txBody>
      </p:sp>
      <p:sp>
        <p:nvSpPr>
          <p:cNvPr id="57" name="Rectangle 154"/>
          <p:cNvSpPr>
            <a:spLocks noChangeArrowheads="1"/>
          </p:cNvSpPr>
          <p:nvPr/>
        </p:nvSpPr>
        <p:spPr bwMode="auto">
          <a:xfrm>
            <a:off x="6024497" y="1055038"/>
            <a:ext cx="2982600" cy="1164019"/>
          </a:xfrm>
          <a:prstGeom prst="rect">
            <a:avLst/>
          </a:prstGeom>
          <a:noFill/>
          <a:ln w="12700"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oAutofit/>
          </a:bodyPr>
          <a:lstStyle/>
          <a:p>
            <a:pPr marL="450850"/>
            <a:endParaRPr lang="en-GB" sz="800"/>
          </a:p>
        </p:txBody>
      </p:sp>
      <p:grpSp>
        <p:nvGrpSpPr>
          <p:cNvPr id="61" name="Group 60"/>
          <p:cNvGrpSpPr/>
          <p:nvPr/>
        </p:nvGrpSpPr>
        <p:grpSpPr>
          <a:xfrm>
            <a:off x="1747829" y="3163723"/>
            <a:ext cx="421369" cy="450361"/>
            <a:chOff x="2578160" y="2096861"/>
            <a:chExt cx="395956" cy="519714"/>
          </a:xfrm>
        </p:grpSpPr>
        <p:sp>
          <p:nvSpPr>
            <p:cNvPr id="62" name="Rectangle 61"/>
            <p:cNvSpPr/>
            <p:nvPr/>
          </p:nvSpPr>
          <p:spPr>
            <a:xfrm>
              <a:off x="2578160" y="2096861"/>
              <a:ext cx="395956" cy="519714"/>
            </a:xfrm>
            <a:prstGeom prst="rect">
              <a:avLst/>
            </a:prstGeom>
            <a:solidFill>
              <a:schemeClr val="bg1"/>
            </a:solidFill>
            <a:ln w="12700" algn="ctr">
              <a:solidFill>
                <a:schemeClr val="bg1">
                  <a:lumMod val="50000"/>
                </a:schemeClr>
              </a:solidFill>
              <a:miter lim="800000"/>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63" name="Picture 62"/>
            <p:cNvPicPr>
              <a:picLocks noChangeAspect="1"/>
            </p:cNvPicPr>
            <p:nvPr/>
          </p:nvPicPr>
          <p:blipFill rotWithShape="1">
            <a:blip r:embed="rId8" cstate="print">
              <a:extLst>
                <a:ext uri="{28A0092B-C50C-407E-A947-70E740481C1C}">
                  <a14:useLocalDpi xmlns:a14="http://schemas.microsoft.com/office/drawing/2010/main"/>
                </a:ext>
              </a:extLst>
            </a:blip>
            <a:srcRect/>
            <a:stretch/>
          </p:blipFill>
          <p:spPr>
            <a:xfrm>
              <a:off x="2658527" y="2223109"/>
              <a:ext cx="253247" cy="248365"/>
            </a:xfrm>
            <a:prstGeom prst="rect">
              <a:avLst/>
            </a:prstGeom>
          </p:spPr>
        </p:pic>
      </p:grpSp>
      <p:sp>
        <p:nvSpPr>
          <p:cNvPr id="64" name="Rectangle 63"/>
          <p:cNvSpPr/>
          <p:nvPr/>
        </p:nvSpPr>
        <p:spPr>
          <a:xfrm>
            <a:off x="1296093" y="3704482"/>
            <a:ext cx="1413193" cy="338554"/>
          </a:xfrm>
          <a:prstGeom prst="rect">
            <a:avLst/>
          </a:prstGeom>
        </p:spPr>
        <p:txBody>
          <a:bodyPr wrap="square">
            <a:spAutoFit/>
          </a:bodyPr>
          <a:lstStyle/>
          <a:p>
            <a:pPr marL="1588" algn="ctr"/>
            <a:r>
              <a:rPr lang="en-US" sz="800" b="1">
                <a:solidFill>
                  <a:srgbClr val="0097A9"/>
                </a:solidFill>
              </a:rPr>
              <a:t>To be Defined</a:t>
            </a:r>
          </a:p>
          <a:p>
            <a:pPr marL="1588" algn="ctr"/>
            <a:r>
              <a:rPr lang="en-US" sz="800">
                <a:solidFill>
                  <a:srgbClr val="0097A9"/>
                </a:solidFill>
              </a:rPr>
              <a:t>WBSEDCL</a:t>
            </a:r>
          </a:p>
        </p:txBody>
      </p:sp>
      <p:sp>
        <p:nvSpPr>
          <p:cNvPr id="65" name="Rectangle 154"/>
          <p:cNvSpPr>
            <a:spLocks noChangeArrowheads="1"/>
          </p:cNvSpPr>
          <p:nvPr/>
        </p:nvSpPr>
        <p:spPr bwMode="auto">
          <a:xfrm>
            <a:off x="828201" y="4874740"/>
            <a:ext cx="2289487" cy="995758"/>
          </a:xfrm>
          <a:prstGeom prst="rect">
            <a:avLst/>
          </a:prstGeom>
          <a:noFill/>
          <a:ln w="12700" algn="ctr">
            <a:solidFill>
              <a:srgbClr val="18A1B1"/>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oAutofit/>
          </a:bodyPr>
          <a:lstStyle/>
          <a:p>
            <a:pPr marL="450850"/>
            <a:endParaRPr lang="en-GB" sz="800">
              <a:solidFill>
                <a:sysClr val="windowText" lastClr="000000"/>
              </a:solidFill>
            </a:endParaRPr>
          </a:p>
        </p:txBody>
      </p:sp>
      <p:sp>
        <p:nvSpPr>
          <p:cNvPr id="69" name="Rectangle 153"/>
          <p:cNvSpPr>
            <a:spLocks noChangeArrowheads="1"/>
          </p:cNvSpPr>
          <p:nvPr/>
        </p:nvSpPr>
        <p:spPr bwMode="auto">
          <a:xfrm>
            <a:off x="828201" y="4661803"/>
            <a:ext cx="2289487" cy="219307"/>
          </a:xfrm>
          <a:prstGeom prst="rect">
            <a:avLst/>
          </a:prstGeom>
          <a:solidFill>
            <a:srgbClr val="18A1B1"/>
          </a:solidFill>
          <a:ln w="12700" algn="ctr">
            <a:solidFill>
              <a:srgbClr val="18A1B1"/>
            </a:solidFill>
            <a:miter lim="800000"/>
            <a:headEnd/>
            <a:tailEnd/>
          </a:ln>
        </p:spPr>
        <p:txBody>
          <a:bodyPr lIns="36000" tIns="36000" rIns="36000" bIns="36000" anchor="b" anchorCtr="1">
            <a:noAutofit/>
          </a:bodyPr>
          <a:lstStyle/>
          <a:p>
            <a:pPr algn="ctr" defTabSz="1106488">
              <a:spcBef>
                <a:spcPct val="50000"/>
              </a:spcBef>
              <a:buClr>
                <a:schemeClr val="tx1"/>
              </a:buClr>
              <a:tabLst>
                <a:tab pos="6911975" algn="l"/>
              </a:tabLst>
            </a:pPr>
            <a:r>
              <a:rPr lang="en-US" sz="900" b="1">
                <a:solidFill>
                  <a:schemeClr val="bg1"/>
                </a:solidFill>
              </a:rPr>
              <a:t>WBSEDCL professionals</a:t>
            </a:r>
          </a:p>
        </p:txBody>
      </p:sp>
      <p:sp>
        <p:nvSpPr>
          <p:cNvPr id="77" name="Rectangle 153"/>
          <p:cNvSpPr>
            <a:spLocks noChangeArrowheads="1"/>
          </p:cNvSpPr>
          <p:nvPr/>
        </p:nvSpPr>
        <p:spPr bwMode="auto">
          <a:xfrm>
            <a:off x="6240677" y="2417035"/>
            <a:ext cx="2553368" cy="215155"/>
          </a:xfrm>
          <a:prstGeom prst="rect">
            <a:avLst/>
          </a:prstGeom>
          <a:solidFill>
            <a:schemeClr val="accent1"/>
          </a:solidFill>
          <a:ln w="12700" algn="ctr">
            <a:solidFill>
              <a:schemeClr val="accent1"/>
            </a:solidFill>
            <a:miter lim="800000"/>
            <a:headEnd/>
            <a:tailEnd/>
          </a:ln>
        </p:spPr>
        <p:txBody>
          <a:bodyPr lIns="36000" tIns="36000" rIns="36000" bIns="36000" anchor="b" anchorCtr="1">
            <a:noAutofit/>
          </a:bodyPr>
          <a:lstStyle/>
          <a:p>
            <a:pPr algn="ctr" defTabSz="1106488">
              <a:spcBef>
                <a:spcPct val="50000"/>
              </a:spcBef>
              <a:buClr>
                <a:schemeClr val="tx1"/>
              </a:buClr>
              <a:tabLst>
                <a:tab pos="6911975" algn="l"/>
              </a:tabLst>
            </a:pPr>
            <a:r>
              <a:rPr lang="en-US" sz="900" b="1">
                <a:solidFill>
                  <a:schemeClr val="bg1"/>
                </a:solidFill>
              </a:rPr>
              <a:t>Project Management</a:t>
            </a:r>
          </a:p>
        </p:txBody>
      </p:sp>
      <p:sp>
        <p:nvSpPr>
          <p:cNvPr id="78" name="Rectangle 154"/>
          <p:cNvSpPr>
            <a:spLocks noChangeArrowheads="1"/>
          </p:cNvSpPr>
          <p:nvPr/>
        </p:nvSpPr>
        <p:spPr bwMode="auto">
          <a:xfrm>
            <a:off x="6240675" y="2607838"/>
            <a:ext cx="2553368" cy="1162800"/>
          </a:xfrm>
          <a:prstGeom prst="rect">
            <a:avLst/>
          </a:prstGeom>
          <a:noFill/>
          <a:ln w="12700"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oAutofit/>
          </a:bodyPr>
          <a:lstStyle/>
          <a:p>
            <a:pPr marL="450850"/>
            <a:endParaRPr lang="en-GB" sz="800"/>
          </a:p>
        </p:txBody>
      </p:sp>
      <p:sp>
        <p:nvSpPr>
          <p:cNvPr id="81" name="Rectangle 80"/>
          <p:cNvSpPr/>
          <p:nvPr/>
        </p:nvSpPr>
        <p:spPr>
          <a:xfrm>
            <a:off x="6959128" y="3385658"/>
            <a:ext cx="1327965" cy="338554"/>
          </a:xfrm>
          <a:prstGeom prst="rect">
            <a:avLst/>
          </a:prstGeom>
        </p:spPr>
        <p:txBody>
          <a:bodyPr wrap="square">
            <a:spAutoFit/>
          </a:bodyPr>
          <a:lstStyle/>
          <a:p>
            <a:pPr marL="1588" algn="ctr"/>
            <a:r>
              <a:rPr lang="en-US" sz="800" b="1"/>
              <a:t>Sayan Mitra</a:t>
            </a:r>
          </a:p>
          <a:p>
            <a:pPr marL="1588" algn="ctr"/>
            <a:r>
              <a:rPr lang="en-US" sz="800"/>
              <a:t>Team Leader</a:t>
            </a:r>
          </a:p>
        </p:txBody>
      </p:sp>
      <p:cxnSp>
        <p:nvCxnSpPr>
          <p:cNvPr id="88" name="Elbow Connector 87"/>
          <p:cNvCxnSpPr>
            <a:stCxn id="77" idx="0"/>
            <a:endCxn id="57" idx="2"/>
          </p:cNvCxnSpPr>
          <p:nvPr/>
        </p:nvCxnSpPr>
        <p:spPr>
          <a:xfrm rot="16200000" flipV="1">
            <a:off x="7417590" y="2317264"/>
            <a:ext cx="197978" cy="1564"/>
          </a:xfrm>
          <a:prstGeom prst="bentConnector3">
            <a:avLst>
              <a:gd name="adj1" fmla="val 50000"/>
            </a:avLst>
          </a:prstGeom>
          <a:ln>
            <a:solidFill>
              <a:srgbClr val="004F59"/>
            </a:solidFill>
          </a:ln>
        </p:spPr>
        <p:style>
          <a:lnRef idx="1">
            <a:schemeClr val="accent1"/>
          </a:lnRef>
          <a:fillRef idx="0">
            <a:schemeClr val="accent1"/>
          </a:fillRef>
          <a:effectRef idx="0">
            <a:schemeClr val="accent1"/>
          </a:effectRef>
          <a:fontRef idx="minor">
            <a:schemeClr val="tx1"/>
          </a:fontRef>
        </p:style>
      </p:cxnSp>
      <p:sp>
        <p:nvSpPr>
          <p:cNvPr id="94" name="Rectangle 93"/>
          <p:cNvSpPr/>
          <p:nvPr/>
        </p:nvSpPr>
        <p:spPr>
          <a:xfrm>
            <a:off x="6033122" y="1736020"/>
            <a:ext cx="1194479" cy="461665"/>
          </a:xfrm>
          <a:prstGeom prst="rect">
            <a:avLst/>
          </a:prstGeom>
        </p:spPr>
        <p:txBody>
          <a:bodyPr wrap="square">
            <a:spAutoFit/>
          </a:bodyPr>
          <a:lstStyle/>
          <a:p>
            <a:pPr marL="1588" algn="ctr"/>
            <a:r>
              <a:rPr lang="en-US" sz="800" b="1"/>
              <a:t>Anujesh Dwivedi</a:t>
            </a:r>
          </a:p>
          <a:p>
            <a:pPr marL="1588" algn="ctr"/>
            <a:r>
              <a:rPr lang="en-US" sz="800"/>
              <a:t>Engagement Partner</a:t>
            </a:r>
          </a:p>
        </p:txBody>
      </p:sp>
      <p:grpSp>
        <p:nvGrpSpPr>
          <p:cNvPr id="103" name="Group 102"/>
          <p:cNvGrpSpPr/>
          <p:nvPr/>
        </p:nvGrpSpPr>
        <p:grpSpPr>
          <a:xfrm>
            <a:off x="10280678" y="4514253"/>
            <a:ext cx="443441" cy="511726"/>
            <a:chOff x="2578160" y="2096861"/>
            <a:chExt cx="395956" cy="519714"/>
          </a:xfrm>
        </p:grpSpPr>
        <p:sp>
          <p:nvSpPr>
            <p:cNvPr id="104" name="Rectangle 103"/>
            <p:cNvSpPr/>
            <p:nvPr/>
          </p:nvSpPr>
          <p:spPr>
            <a:xfrm>
              <a:off x="2578160" y="2096861"/>
              <a:ext cx="395956" cy="519714"/>
            </a:xfrm>
            <a:prstGeom prst="rect">
              <a:avLst/>
            </a:prstGeom>
            <a:solidFill>
              <a:schemeClr val="bg1"/>
            </a:solidFill>
            <a:ln w="12700" algn="ctr">
              <a:solidFill>
                <a:schemeClr val="bg1">
                  <a:lumMod val="50000"/>
                </a:schemeClr>
              </a:solidFill>
              <a:miter lim="800000"/>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105" name="Picture 104"/>
            <p:cNvPicPr>
              <a:picLocks noChangeAspect="1"/>
            </p:cNvPicPr>
            <p:nvPr/>
          </p:nvPicPr>
          <p:blipFill rotWithShape="1">
            <a:blip r:embed="rId8" cstate="print">
              <a:extLst>
                <a:ext uri="{28A0092B-C50C-407E-A947-70E740481C1C}">
                  <a14:useLocalDpi xmlns:a14="http://schemas.microsoft.com/office/drawing/2010/main"/>
                </a:ext>
              </a:extLst>
            </a:blip>
            <a:srcRect/>
            <a:stretch/>
          </p:blipFill>
          <p:spPr>
            <a:xfrm>
              <a:off x="2658527" y="2223109"/>
              <a:ext cx="253247" cy="248365"/>
            </a:xfrm>
            <a:prstGeom prst="rect">
              <a:avLst/>
            </a:prstGeom>
          </p:spPr>
        </p:pic>
      </p:grpSp>
      <p:sp>
        <p:nvSpPr>
          <p:cNvPr id="106" name="Rectangle 105"/>
          <p:cNvSpPr/>
          <p:nvPr/>
        </p:nvSpPr>
        <p:spPr>
          <a:xfrm>
            <a:off x="9658703" y="5040840"/>
            <a:ext cx="1723291" cy="338554"/>
          </a:xfrm>
          <a:prstGeom prst="rect">
            <a:avLst/>
          </a:prstGeom>
        </p:spPr>
        <p:txBody>
          <a:bodyPr wrap="square">
            <a:spAutoFit/>
          </a:bodyPr>
          <a:lstStyle/>
          <a:p>
            <a:pPr marL="1588" algn="ctr"/>
            <a:r>
              <a:rPr lang="en-US" sz="800" b="1"/>
              <a:t>Access to pool of consultants (need basis)</a:t>
            </a:r>
            <a:endParaRPr lang="ru-RU" sz="800"/>
          </a:p>
        </p:txBody>
      </p:sp>
      <p:sp>
        <p:nvSpPr>
          <p:cNvPr id="113" name="Rectangle 112"/>
          <p:cNvSpPr/>
          <p:nvPr/>
        </p:nvSpPr>
        <p:spPr>
          <a:xfrm>
            <a:off x="7622408" y="1732528"/>
            <a:ext cx="1355270" cy="338554"/>
          </a:xfrm>
          <a:prstGeom prst="rect">
            <a:avLst/>
          </a:prstGeom>
        </p:spPr>
        <p:txBody>
          <a:bodyPr wrap="square">
            <a:spAutoFit/>
          </a:bodyPr>
          <a:lstStyle/>
          <a:p>
            <a:pPr marL="1588" algn="ctr"/>
            <a:r>
              <a:rPr lang="en-US" sz="800" b="1"/>
              <a:t>Samrat Roy</a:t>
            </a:r>
          </a:p>
          <a:p>
            <a:pPr marL="1588" algn="ctr"/>
            <a:r>
              <a:rPr lang="en-US" sz="800"/>
              <a:t>Director</a:t>
            </a:r>
          </a:p>
        </p:txBody>
      </p:sp>
      <p:pic>
        <p:nvPicPr>
          <p:cNvPr id="2" name="Picture 1">
            <a:extLst>
              <a:ext uri="{FF2B5EF4-FFF2-40B4-BE49-F238E27FC236}">
                <a16:creationId xmlns:a16="http://schemas.microsoft.com/office/drawing/2014/main" id="{474B11CB-7C18-E959-D11E-309A1DA848BB}"/>
              </a:ext>
            </a:extLst>
          </p:cNvPr>
          <p:cNvPicPr>
            <a:picLocks/>
          </p:cNvPicPr>
          <p:nvPr/>
        </p:nvPicPr>
        <p:blipFill>
          <a:blip r:embed="rId9">
            <a:extLst>
              <a:ext uri="{28A0092B-C50C-407E-A947-70E740481C1C}">
                <a14:useLocalDpi xmlns:a14="http://schemas.microsoft.com/office/drawing/2010/main" val="0"/>
              </a:ext>
            </a:extLst>
          </a:blip>
          <a:srcRect/>
          <a:stretch>
            <a:fillRect/>
          </a:stretch>
        </p:blipFill>
        <p:spPr bwMode="auto">
          <a:xfrm>
            <a:off x="7348791" y="2805950"/>
            <a:ext cx="548640" cy="548640"/>
          </a:xfrm>
          <a:prstGeom prst="rect">
            <a:avLst/>
          </a:prstGeom>
          <a:noFill/>
          <a:ln w="9525">
            <a:solidFill>
              <a:srgbClr val="0070C0"/>
            </a:solidFill>
            <a:miter lim="800000"/>
            <a:headEnd/>
            <a:tailEnd/>
          </a:ln>
        </p:spPr>
      </p:pic>
      <p:pic>
        <p:nvPicPr>
          <p:cNvPr id="4" name="Picture 3">
            <a:extLst>
              <a:ext uri="{FF2B5EF4-FFF2-40B4-BE49-F238E27FC236}">
                <a16:creationId xmlns:a16="http://schemas.microsoft.com/office/drawing/2014/main" id="{962A0CF1-7C37-0DF3-2DCA-FB862B40EF0A}"/>
              </a:ext>
            </a:extLst>
          </p:cNvPr>
          <p:cNvPicPr>
            <a:picLocks noChangeAspect="1"/>
          </p:cNvPicPr>
          <p:nvPr/>
        </p:nvPicPr>
        <p:blipFill>
          <a:blip r:embed="rId10"/>
          <a:stretch>
            <a:fillRect/>
          </a:stretch>
        </p:blipFill>
        <p:spPr>
          <a:xfrm>
            <a:off x="8074029" y="1167508"/>
            <a:ext cx="548640" cy="548640"/>
          </a:xfrm>
          <a:prstGeom prst="rect">
            <a:avLst/>
          </a:prstGeom>
        </p:spPr>
      </p:pic>
      <p:pic>
        <p:nvPicPr>
          <p:cNvPr id="7" name="Picture 6">
            <a:extLst>
              <a:ext uri="{FF2B5EF4-FFF2-40B4-BE49-F238E27FC236}">
                <a16:creationId xmlns:a16="http://schemas.microsoft.com/office/drawing/2014/main" id="{AF347317-2C9C-C02C-0BB4-0241EC894C52}"/>
              </a:ext>
            </a:extLst>
          </p:cNvPr>
          <p:cNvPicPr>
            <a:picLocks/>
          </p:cNvPicPr>
          <p:nvPr/>
        </p:nvPicPr>
        <p:blipFill>
          <a:blip r:embed="rId11"/>
          <a:stretch>
            <a:fillRect/>
          </a:stretch>
        </p:blipFill>
        <p:spPr>
          <a:xfrm>
            <a:off x="6356041" y="1167508"/>
            <a:ext cx="548640" cy="548640"/>
          </a:xfrm>
          <a:prstGeom prst="rect">
            <a:avLst/>
          </a:prstGeom>
        </p:spPr>
      </p:pic>
      <p:pic>
        <p:nvPicPr>
          <p:cNvPr id="10" name="Picture 9">
            <a:extLst>
              <a:ext uri="{FF2B5EF4-FFF2-40B4-BE49-F238E27FC236}">
                <a16:creationId xmlns:a16="http://schemas.microsoft.com/office/drawing/2014/main" id="{853DB497-CE40-24E5-E52F-94C37E7612E5}"/>
              </a:ext>
            </a:extLst>
          </p:cNvPr>
          <p:cNvPicPr>
            <a:picLocks/>
          </p:cNvPicPr>
          <p:nvPr/>
        </p:nvPicPr>
        <p:blipFill>
          <a:blip r:embed="rId12" cstate="print">
            <a:extLst>
              <a:ext uri="{28A0092B-C50C-407E-A947-70E740481C1C}">
                <a14:useLocalDpi xmlns:a14="http://schemas.microsoft.com/office/drawing/2010/main" val="0"/>
              </a:ext>
            </a:extLst>
          </a:blip>
          <a:stretch>
            <a:fillRect/>
          </a:stretch>
        </p:blipFill>
        <p:spPr>
          <a:xfrm>
            <a:off x="4456745" y="4123804"/>
            <a:ext cx="548640" cy="548640"/>
          </a:xfrm>
          <a:prstGeom prst="rect">
            <a:avLst/>
          </a:prstGeom>
          <a:ln>
            <a:solidFill>
              <a:srgbClr val="0070C0"/>
            </a:solidFill>
          </a:ln>
        </p:spPr>
      </p:pic>
      <p:sp>
        <p:nvSpPr>
          <p:cNvPr id="11" name="Rectangle 10">
            <a:extLst>
              <a:ext uri="{FF2B5EF4-FFF2-40B4-BE49-F238E27FC236}">
                <a16:creationId xmlns:a16="http://schemas.microsoft.com/office/drawing/2014/main" id="{DD72066D-5BB1-6DAA-A067-848BF431E522}"/>
              </a:ext>
            </a:extLst>
          </p:cNvPr>
          <p:cNvSpPr/>
          <p:nvPr/>
        </p:nvSpPr>
        <p:spPr>
          <a:xfrm>
            <a:off x="3813209" y="4699050"/>
            <a:ext cx="1723291" cy="338554"/>
          </a:xfrm>
          <a:prstGeom prst="rect">
            <a:avLst/>
          </a:prstGeom>
        </p:spPr>
        <p:txBody>
          <a:bodyPr wrap="square">
            <a:spAutoFit/>
          </a:bodyPr>
          <a:lstStyle/>
          <a:p>
            <a:pPr marL="1588" algn="ctr"/>
            <a:r>
              <a:rPr lang="en-US" sz="800" b="1"/>
              <a:t>Varun Singhal</a:t>
            </a:r>
            <a:endParaRPr lang="en-US" sz="800"/>
          </a:p>
          <a:p>
            <a:pPr marL="1588" algn="ctr"/>
            <a:r>
              <a:rPr lang="en-US" sz="800"/>
              <a:t>Smart Meter Expert</a:t>
            </a:r>
            <a:endParaRPr lang="ru-RU" sz="800"/>
          </a:p>
        </p:txBody>
      </p:sp>
      <p:sp>
        <p:nvSpPr>
          <p:cNvPr id="12" name="Rectangle 11">
            <a:extLst>
              <a:ext uri="{FF2B5EF4-FFF2-40B4-BE49-F238E27FC236}">
                <a16:creationId xmlns:a16="http://schemas.microsoft.com/office/drawing/2014/main" id="{7EB351D7-C103-BE59-A63B-00668D4A8C7F}"/>
              </a:ext>
            </a:extLst>
          </p:cNvPr>
          <p:cNvSpPr/>
          <p:nvPr/>
        </p:nvSpPr>
        <p:spPr>
          <a:xfrm>
            <a:off x="5272112" y="4716067"/>
            <a:ext cx="1723291" cy="338554"/>
          </a:xfrm>
          <a:prstGeom prst="rect">
            <a:avLst/>
          </a:prstGeom>
        </p:spPr>
        <p:txBody>
          <a:bodyPr wrap="square">
            <a:spAutoFit/>
          </a:bodyPr>
          <a:lstStyle/>
          <a:p>
            <a:pPr marL="1588" algn="ctr"/>
            <a:r>
              <a:rPr lang="en-US" sz="800" b="1"/>
              <a:t>Aritra Roy</a:t>
            </a:r>
            <a:endParaRPr lang="en-US" sz="800"/>
          </a:p>
          <a:p>
            <a:pPr marL="1588" algn="ctr"/>
            <a:r>
              <a:rPr lang="en-US" sz="800"/>
              <a:t>System Integration Expert</a:t>
            </a:r>
            <a:endParaRPr lang="ru-RU" sz="800"/>
          </a:p>
        </p:txBody>
      </p:sp>
      <p:pic>
        <p:nvPicPr>
          <p:cNvPr id="13" name="Picture 12">
            <a:extLst>
              <a:ext uri="{FF2B5EF4-FFF2-40B4-BE49-F238E27FC236}">
                <a16:creationId xmlns:a16="http://schemas.microsoft.com/office/drawing/2014/main" id="{19DA785F-D636-721E-40F3-478760E317F4}"/>
              </a:ext>
            </a:extLst>
          </p:cNvPr>
          <p:cNvPicPr>
            <a:picLocks/>
          </p:cNvPicPr>
          <p:nvPr/>
        </p:nvPicPr>
        <p:blipFill>
          <a:blip r:embed="rId13" cstate="print">
            <a:extLst>
              <a:ext uri="{28A0092B-C50C-407E-A947-70E740481C1C}">
                <a14:useLocalDpi xmlns:a14="http://schemas.microsoft.com/office/drawing/2010/main" val="0"/>
              </a:ext>
            </a:extLst>
          </a:blip>
          <a:stretch>
            <a:fillRect/>
          </a:stretch>
        </p:blipFill>
        <p:spPr>
          <a:xfrm>
            <a:off x="5896912" y="4143117"/>
            <a:ext cx="548640" cy="548640"/>
          </a:xfrm>
          <a:prstGeom prst="rect">
            <a:avLst/>
          </a:prstGeom>
          <a:ln>
            <a:solidFill>
              <a:srgbClr val="0070C0"/>
            </a:solidFill>
          </a:ln>
        </p:spPr>
      </p:pic>
      <p:pic>
        <p:nvPicPr>
          <p:cNvPr id="14" name="Picture 13">
            <a:extLst>
              <a:ext uri="{FF2B5EF4-FFF2-40B4-BE49-F238E27FC236}">
                <a16:creationId xmlns:a16="http://schemas.microsoft.com/office/drawing/2014/main" id="{73F016D0-B8FF-859A-DF71-BEC748FE0DE3}"/>
              </a:ext>
            </a:extLst>
          </p:cNvPr>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7337079" y="4159419"/>
            <a:ext cx="548640" cy="548640"/>
          </a:xfrm>
          <a:prstGeom prst="rect">
            <a:avLst/>
          </a:prstGeom>
          <a:ln>
            <a:solidFill>
              <a:srgbClr val="0070C0"/>
            </a:solidFill>
          </a:ln>
        </p:spPr>
      </p:pic>
      <p:sp>
        <p:nvSpPr>
          <p:cNvPr id="15" name="Rectangle 14">
            <a:extLst>
              <a:ext uri="{FF2B5EF4-FFF2-40B4-BE49-F238E27FC236}">
                <a16:creationId xmlns:a16="http://schemas.microsoft.com/office/drawing/2014/main" id="{7DD70969-ABE0-E5F2-1640-E18AD1CC8910}"/>
              </a:ext>
            </a:extLst>
          </p:cNvPr>
          <p:cNvSpPr/>
          <p:nvPr/>
        </p:nvSpPr>
        <p:spPr>
          <a:xfrm>
            <a:off x="6731015" y="4708059"/>
            <a:ext cx="1723291" cy="338554"/>
          </a:xfrm>
          <a:prstGeom prst="rect">
            <a:avLst/>
          </a:prstGeom>
        </p:spPr>
        <p:txBody>
          <a:bodyPr wrap="square">
            <a:spAutoFit/>
          </a:bodyPr>
          <a:lstStyle/>
          <a:p>
            <a:pPr marL="1588" algn="ctr"/>
            <a:r>
              <a:rPr lang="en-US" sz="800" b="1"/>
              <a:t>Vijay Kumar K</a:t>
            </a:r>
            <a:endParaRPr lang="en-US" sz="800"/>
          </a:p>
          <a:p>
            <a:pPr marL="1588" algn="ctr"/>
            <a:r>
              <a:rPr lang="en-US" sz="800"/>
              <a:t>MDMS Expert</a:t>
            </a:r>
            <a:endParaRPr lang="ru-RU" sz="800"/>
          </a:p>
        </p:txBody>
      </p:sp>
      <p:pic>
        <p:nvPicPr>
          <p:cNvPr id="16" name="Picture 15">
            <a:extLst>
              <a:ext uri="{FF2B5EF4-FFF2-40B4-BE49-F238E27FC236}">
                <a16:creationId xmlns:a16="http://schemas.microsoft.com/office/drawing/2014/main" id="{CFF92EF9-FB4D-23CB-F332-B6D708C8B774}"/>
              </a:ext>
            </a:extLst>
          </p:cNvPr>
          <p:cNvPicPr>
            <a:picLocks/>
          </p:cNvPicPr>
          <p:nvPr/>
        </p:nvPicPr>
        <p:blipFill>
          <a:blip r:embed="rId15" cstate="print">
            <a:extLst>
              <a:ext uri="{28A0092B-C50C-407E-A947-70E740481C1C}">
                <a14:useLocalDpi xmlns:a14="http://schemas.microsoft.com/office/drawing/2010/main" val="0"/>
              </a:ext>
            </a:extLst>
          </a:blip>
          <a:stretch>
            <a:fillRect/>
          </a:stretch>
        </p:blipFill>
        <p:spPr>
          <a:xfrm>
            <a:off x="8777245" y="4167427"/>
            <a:ext cx="548640" cy="548640"/>
          </a:xfrm>
          <a:prstGeom prst="rect">
            <a:avLst/>
          </a:prstGeom>
          <a:ln>
            <a:solidFill>
              <a:srgbClr val="0070C0"/>
            </a:solidFill>
          </a:ln>
        </p:spPr>
      </p:pic>
      <p:sp>
        <p:nvSpPr>
          <p:cNvPr id="17" name="Rectangle 16">
            <a:extLst>
              <a:ext uri="{FF2B5EF4-FFF2-40B4-BE49-F238E27FC236}">
                <a16:creationId xmlns:a16="http://schemas.microsoft.com/office/drawing/2014/main" id="{A8781998-ACC9-BCD0-155B-0E9488D1CB88}"/>
              </a:ext>
            </a:extLst>
          </p:cNvPr>
          <p:cNvSpPr/>
          <p:nvPr/>
        </p:nvSpPr>
        <p:spPr>
          <a:xfrm>
            <a:off x="8189919" y="4683794"/>
            <a:ext cx="1723291" cy="338554"/>
          </a:xfrm>
          <a:prstGeom prst="rect">
            <a:avLst/>
          </a:prstGeom>
        </p:spPr>
        <p:txBody>
          <a:bodyPr wrap="square">
            <a:spAutoFit/>
          </a:bodyPr>
          <a:lstStyle/>
          <a:p>
            <a:pPr marL="1588" algn="ctr"/>
            <a:r>
              <a:rPr lang="en-US" sz="800" b="1"/>
              <a:t>Vinay Choudhary</a:t>
            </a:r>
            <a:endParaRPr lang="en-US" sz="800"/>
          </a:p>
          <a:p>
            <a:pPr marL="1588" algn="ctr"/>
            <a:r>
              <a:rPr lang="en-US" sz="800"/>
              <a:t>HES Expert</a:t>
            </a:r>
            <a:endParaRPr lang="ru-RU" sz="800"/>
          </a:p>
        </p:txBody>
      </p:sp>
      <p:sp>
        <p:nvSpPr>
          <p:cNvPr id="20" name="Rectangle 19">
            <a:extLst>
              <a:ext uri="{FF2B5EF4-FFF2-40B4-BE49-F238E27FC236}">
                <a16:creationId xmlns:a16="http://schemas.microsoft.com/office/drawing/2014/main" id="{D15D0192-9711-0663-8536-61A254BC0150}"/>
              </a:ext>
            </a:extLst>
          </p:cNvPr>
          <p:cNvSpPr/>
          <p:nvPr/>
        </p:nvSpPr>
        <p:spPr>
          <a:xfrm>
            <a:off x="3814690" y="5774734"/>
            <a:ext cx="1723291" cy="338554"/>
          </a:xfrm>
          <a:prstGeom prst="rect">
            <a:avLst/>
          </a:prstGeom>
        </p:spPr>
        <p:txBody>
          <a:bodyPr wrap="square">
            <a:spAutoFit/>
          </a:bodyPr>
          <a:lstStyle/>
          <a:p>
            <a:pPr marL="1588" algn="ctr"/>
            <a:r>
              <a:rPr lang="en-US" sz="800" b="1"/>
              <a:t>Saurabh Bhushan</a:t>
            </a:r>
            <a:endParaRPr lang="en-US" sz="800"/>
          </a:p>
          <a:p>
            <a:pPr marL="1588" algn="ctr"/>
            <a:r>
              <a:rPr lang="en-US" sz="800"/>
              <a:t>Cloud Infrastructure Expert</a:t>
            </a:r>
            <a:endParaRPr lang="ru-RU" sz="800"/>
          </a:p>
        </p:txBody>
      </p:sp>
      <p:sp>
        <p:nvSpPr>
          <p:cNvPr id="21" name="Rectangle 20">
            <a:extLst>
              <a:ext uri="{FF2B5EF4-FFF2-40B4-BE49-F238E27FC236}">
                <a16:creationId xmlns:a16="http://schemas.microsoft.com/office/drawing/2014/main" id="{16D6B327-A510-ED2B-A720-CA8B535FE01B}"/>
              </a:ext>
            </a:extLst>
          </p:cNvPr>
          <p:cNvSpPr/>
          <p:nvPr/>
        </p:nvSpPr>
        <p:spPr>
          <a:xfrm>
            <a:off x="5273593" y="5791751"/>
            <a:ext cx="1723291" cy="338554"/>
          </a:xfrm>
          <a:prstGeom prst="rect">
            <a:avLst/>
          </a:prstGeom>
        </p:spPr>
        <p:txBody>
          <a:bodyPr wrap="square">
            <a:spAutoFit/>
          </a:bodyPr>
          <a:lstStyle/>
          <a:p>
            <a:pPr marL="1588" algn="ctr"/>
            <a:r>
              <a:rPr lang="en-US" sz="800" b="1"/>
              <a:t>Harshita Malhotra</a:t>
            </a:r>
            <a:endParaRPr lang="en-US" sz="800"/>
          </a:p>
          <a:p>
            <a:pPr marL="1588" algn="ctr"/>
            <a:r>
              <a:rPr lang="en-US" sz="800"/>
              <a:t>Cyber Security Expert</a:t>
            </a:r>
            <a:endParaRPr lang="ru-RU" sz="800"/>
          </a:p>
        </p:txBody>
      </p:sp>
      <p:sp>
        <p:nvSpPr>
          <p:cNvPr id="28" name="Rectangle 27">
            <a:extLst>
              <a:ext uri="{FF2B5EF4-FFF2-40B4-BE49-F238E27FC236}">
                <a16:creationId xmlns:a16="http://schemas.microsoft.com/office/drawing/2014/main" id="{A0333459-A599-B1FA-DD61-DF1C7FFD6560}"/>
              </a:ext>
            </a:extLst>
          </p:cNvPr>
          <p:cNvSpPr/>
          <p:nvPr/>
        </p:nvSpPr>
        <p:spPr>
          <a:xfrm>
            <a:off x="6732496" y="5783743"/>
            <a:ext cx="1723291" cy="338554"/>
          </a:xfrm>
          <a:prstGeom prst="rect">
            <a:avLst/>
          </a:prstGeom>
        </p:spPr>
        <p:txBody>
          <a:bodyPr wrap="square">
            <a:spAutoFit/>
          </a:bodyPr>
          <a:lstStyle/>
          <a:p>
            <a:pPr marL="1588" algn="ctr"/>
            <a:r>
              <a:rPr lang="en-US" sz="800" b="1"/>
              <a:t>Sujoy Das</a:t>
            </a:r>
            <a:endParaRPr lang="en-US" sz="800"/>
          </a:p>
          <a:p>
            <a:pPr marL="1588" algn="ctr"/>
            <a:r>
              <a:rPr lang="en-US" sz="800"/>
              <a:t>Field Engineer</a:t>
            </a:r>
            <a:endParaRPr lang="ru-RU" sz="800"/>
          </a:p>
        </p:txBody>
      </p:sp>
      <p:sp>
        <p:nvSpPr>
          <p:cNvPr id="30" name="Rectangle 29">
            <a:extLst>
              <a:ext uri="{FF2B5EF4-FFF2-40B4-BE49-F238E27FC236}">
                <a16:creationId xmlns:a16="http://schemas.microsoft.com/office/drawing/2014/main" id="{438570D0-AB69-466D-A261-6139157CEBAE}"/>
              </a:ext>
            </a:extLst>
          </p:cNvPr>
          <p:cNvSpPr/>
          <p:nvPr/>
        </p:nvSpPr>
        <p:spPr>
          <a:xfrm>
            <a:off x="8191400" y="5759478"/>
            <a:ext cx="1723291" cy="338554"/>
          </a:xfrm>
          <a:prstGeom prst="rect">
            <a:avLst/>
          </a:prstGeom>
        </p:spPr>
        <p:txBody>
          <a:bodyPr wrap="square">
            <a:spAutoFit/>
          </a:bodyPr>
          <a:lstStyle/>
          <a:p>
            <a:pPr marL="1588" algn="ctr"/>
            <a:r>
              <a:rPr lang="en-US" sz="800" b="1"/>
              <a:t>Piyush Sharma</a:t>
            </a:r>
            <a:endParaRPr lang="en-US" sz="800"/>
          </a:p>
          <a:p>
            <a:pPr marL="1588" algn="ctr"/>
            <a:r>
              <a:rPr lang="en-US" sz="800"/>
              <a:t>Field Supervisor</a:t>
            </a:r>
            <a:endParaRPr lang="ru-RU" sz="800"/>
          </a:p>
        </p:txBody>
      </p:sp>
      <p:pic>
        <p:nvPicPr>
          <p:cNvPr id="31" name="Picture 30">
            <a:extLst>
              <a:ext uri="{FF2B5EF4-FFF2-40B4-BE49-F238E27FC236}">
                <a16:creationId xmlns:a16="http://schemas.microsoft.com/office/drawing/2014/main" id="{17BDE0CF-5C47-69C2-A6EA-B26A7439FE5C}"/>
              </a:ext>
            </a:extLst>
          </p:cNvPr>
          <p:cNvPicPr>
            <a:picLocks/>
          </p:cNvPicPr>
          <p:nvPr/>
        </p:nvPicPr>
        <p:blipFill>
          <a:blip r:embed="rId16" cstate="print">
            <a:extLst>
              <a:ext uri="{28A0092B-C50C-407E-A947-70E740481C1C}">
                <a14:useLocalDpi xmlns:a14="http://schemas.microsoft.com/office/drawing/2010/main" val="0"/>
              </a:ext>
            </a:extLst>
          </a:blip>
          <a:stretch>
            <a:fillRect/>
          </a:stretch>
        </p:blipFill>
        <p:spPr>
          <a:xfrm>
            <a:off x="4456745" y="5185215"/>
            <a:ext cx="548640" cy="548640"/>
          </a:xfrm>
          <a:prstGeom prst="rect">
            <a:avLst/>
          </a:prstGeom>
          <a:ln>
            <a:solidFill>
              <a:srgbClr val="0070C0"/>
            </a:solidFill>
          </a:ln>
        </p:spPr>
      </p:pic>
      <p:pic>
        <p:nvPicPr>
          <p:cNvPr id="32" name="Picture 31">
            <a:extLst>
              <a:ext uri="{FF2B5EF4-FFF2-40B4-BE49-F238E27FC236}">
                <a16:creationId xmlns:a16="http://schemas.microsoft.com/office/drawing/2014/main" id="{BEEF8CC4-D6AE-E1A0-4C2E-5045911E58F8}"/>
              </a:ext>
            </a:extLst>
          </p:cNvPr>
          <p:cNvPicPr>
            <a:picLocks/>
          </p:cNvPicPr>
          <p:nvPr/>
        </p:nvPicPr>
        <p:blipFill>
          <a:blip r:embed="rId17">
            <a:extLst>
              <a:ext uri="{28A0092B-C50C-407E-A947-70E740481C1C}">
                <a14:useLocalDpi xmlns:a14="http://schemas.microsoft.com/office/drawing/2010/main" val="0"/>
              </a:ext>
            </a:extLst>
          </a:blip>
          <a:stretch>
            <a:fillRect/>
          </a:stretch>
        </p:blipFill>
        <p:spPr>
          <a:xfrm>
            <a:off x="5859437" y="5185215"/>
            <a:ext cx="548640" cy="548640"/>
          </a:xfrm>
          <a:prstGeom prst="rect">
            <a:avLst/>
          </a:prstGeom>
          <a:ln>
            <a:solidFill>
              <a:srgbClr val="0070C0"/>
            </a:solidFill>
          </a:ln>
        </p:spPr>
      </p:pic>
      <p:pic>
        <p:nvPicPr>
          <p:cNvPr id="33" name="Picture 32">
            <a:extLst>
              <a:ext uri="{FF2B5EF4-FFF2-40B4-BE49-F238E27FC236}">
                <a16:creationId xmlns:a16="http://schemas.microsoft.com/office/drawing/2014/main" id="{282DD448-7FA8-ABB1-AE39-017F633B18AA}"/>
              </a:ext>
            </a:extLst>
          </p:cNvPr>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7318340" y="5185215"/>
            <a:ext cx="548640" cy="548640"/>
          </a:xfrm>
          <a:prstGeom prst="rect">
            <a:avLst/>
          </a:prstGeom>
          <a:ln>
            <a:solidFill>
              <a:srgbClr val="0070C0"/>
            </a:solidFill>
          </a:ln>
        </p:spPr>
      </p:pic>
      <p:pic>
        <p:nvPicPr>
          <p:cNvPr id="34" name="Picture 33">
            <a:extLst>
              <a:ext uri="{FF2B5EF4-FFF2-40B4-BE49-F238E27FC236}">
                <a16:creationId xmlns:a16="http://schemas.microsoft.com/office/drawing/2014/main" id="{A0DE7832-7801-A272-C32C-4153E7069943}"/>
              </a:ext>
            </a:extLst>
          </p:cNvPr>
          <p:cNvPicPr>
            <a:picLocks/>
          </p:cNvPicPr>
          <p:nvPr/>
        </p:nvPicPr>
        <p:blipFill>
          <a:blip r:embed="rId19" cstate="print">
            <a:extLst>
              <a:ext uri="{28A0092B-C50C-407E-A947-70E740481C1C}">
                <a14:useLocalDpi xmlns:a14="http://schemas.microsoft.com/office/drawing/2010/main" val="0"/>
              </a:ext>
            </a:extLst>
          </a:blip>
          <a:stretch>
            <a:fillRect/>
          </a:stretch>
        </p:blipFill>
        <p:spPr>
          <a:xfrm>
            <a:off x="8777243" y="5185215"/>
            <a:ext cx="548640" cy="548640"/>
          </a:xfrm>
          <a:prstGeom prst="rect">
            <a:avLst/>
          </a:prstGeom>
          <a:ln>
            <a:solidFill>
              <a:srgbClr val="0070C0"/>
            </a:solidFill>
          </a:ln>
        </p:spPr>
      </p:pic>
    </p:spTree>
    <p:extLst>
      <p:ext uri="{BB962C8B-B14F-4D97-AF65-F5344CB8AC3E}">
        <p14:creationId xmlns:p14="http://schemas.microsoft.com/office/powerpoint/2010/main" val="173021719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86D8711-56C8-3440-B5E5-88377A32740E}"/>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60097" name="think-cell Slide" r:id="rId5" imgW="415" imgH="416" progId="TCLayout.ActiveDocument.1">
                  <p:embed/>
                </p:oleObj>
              </mc:Choice>
              <mc:Fallback>
                <p:oleObj name="think-cell Slide" r:id="rId5" imgW="415" imgH="416" progId="TCLayout.ActiveDocument.1">
                  <p:embed/>
                  <p:pic>
                    <p:nvPicPr>
                      <p:cNvPr id="4" name="Object 3" hidden="1">
                        <a:extLst>
                          <a:ext uri="{FF2B5EF4-FFF2-40B4-BE49-F238E27FC236}">
                            <a16:creationId xmlns:a16="http://schemas.microsoft.com/office/drawing/2014/main" id="{E86D8711-56C8-3440-B5E5-88377A32740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p:txBody>
          <a:bodyPr vert="horz"/>
          <a:lstStyle/>
          <a:p>
            <a:r>
              <a:rPr lang="en-US" sz="3600" b="1"/>
              <a:t>Assistance we require from BPDB</a:t>
            </a:r>
            <a:endParaRPr lang="en-IN" sz="3600" b="1"/>
          </a:p>
        </p:txBody>
      </p:sp>
      <p:sp>
        <p:nvSpPr>
          <p:cNvPr id="29" name="TextBox 28"/>
          <p:cNvSpPr txBox="1"/>
          <p:nvPr/>
        </p:nvSpPr>
        <p:spPr>
          <a:xfrm>
            <a:off x="501649" y="1300398"/>
            <a:ext cx="11058979" cy="5139893"/>
          </a:xfrm>
          <a:prstGeom prst="rect">
            <a:avLst/>
          </a:prstGeom>
          <a:noFill/>
          <a:ln>
            <a:noFill/>
          </a:ln>
        </p:spPr>
        <p:txBody>
          <a:bodyPr wrap="square" lIns="65290" tIns="65290" rIns="65290" bIns="65290" rtlCol="0">
            <a:spAutoFit/>
          </a:bodyPr>
          <a:lstStyle/>
          <a:p>
            <a:pPr marL="310942" indent="-310942" algn="just">
              <a:lnSpc>
                <a:spcPct val="150000"/>
              </a:lnSpc>
              <a:spcBef>
                <a:spcPts val="544"/>
              </a:spcBef>
              <a:buSzPct val="100000"/>
              <a:buFont typeface="Arial" panose="020B0604020202020204" pitchFamily="34" charset="0"/>
              <a:buChar char="•"/>
            </a:pPr>
            <a:r>
              <a:rPr lang="en-US" sz="1600">
                <a:solidFill>
                  <a:srgbClr val="313131"/>
                </a:solidFill>
              </a:rPr>
              <a:t>WBSEDCL is requested to appoint a single point of contact (SPOC) for the engagement. This SPOC will be responsible for coordination activities including setting up discussion sessions with WBSEDCL Leadership team on need basis</a:t>
            </a:r>
          </a:p>
          <a:p>
            <a:pPr marL="310942" indent="-310942" algn="just">
              <a:lnSpc>
                <a:spcPct val="150000"/>
              </a:lnSpc>
              <a:spcBef>
                <a:spcPts val="544"/>
              </a:spcBef>
              <a:buSzPct val="100000"/>
              <a:buFont typeface="Arial" panose="020B0604020202020204" pitchFamily="34" charset="0"/>
              <a:buChar char="•"/>
            </a:pPr>
            <a:r>
              <a:rPr lang="en-US" sz="1600">
                <a:solidFill>
                  <a:srgbClr val="313131"/>
                </a:solidFill>
              </a:rPr>
              <a:t>WBSEDCL is requested to share information requested by Deloitte team will be provided within 48 hours and will be of sufficient standard of quality, accuracy and completeness. </a:t>
            </a:r>
          </a:p>
          <a:p>
            <a:pPr marL="310942" indent="-310942" algn="just">
              <a:lnSpc>
                <a:spcPct val="150000"/>
              </a:lnSpc>
              <a:spcBef>
                <a:spcPts val="544"/>
              </a:spcBef>
              <a:buSzPct val="100000"/>
              <a:buFont typeface="Arial" panose="020B0604020202020204" pitchFamily="34" charset="0"/>
              <a:buChar char="•"/>
            </a:pPr>
            <a:r>
              <a:rPr lang="en-US" sz="1600">
                <a:solidFill>
                  <a:srgbClr val="313131"/>
                </a:solidFill>
              </a:rPr>
              <a:t>Facilitate meetings with WBSEDCL Leadership and external stakeholders as and when requested by Deloitte Team</a:t>
            </a:r>
          </a:p>
          <a:p>
            <a:pPr marL="310942" indent="-310942" algn="just">
              <a:lnSpc>
                <a:spcPct val="150000"/>
              </a:lnSpc>
              <a:spcBef>
                <a:spcPts val="544"/>
              </a:spcBef>
              <a:buSzPct val="100000"/>
              <a:buFont typeface="Arial" panose="020B0604020202020204" pitchFamily="34" charset="0"/>
              <a:buChar char="•"/>
            </a:pPr>
            <a:r>
              <a:rPr lang="en-US" sz="1600">
                <a:solidFill>
                  <a:srgbClr val="313131"/>
                </a:solidFill>
              </a:rPr>
              <a:t>Stakeholder availability to attend workshops, providing relevant inputs, approvals and sign-offs at key milestones is a critical dependency to overall project delivery.  Lack of availability or lack of decision making by key mandated stakeholders may impact the overall engagement delivery, timelines and costs. These impacts will be proactively highlighted and managed as part of the project management activities</a:t>
            </a:r>
          </a:p>
          <a:p>
            <a:pPr marL="310942" indent="-310942" algn="just">
              <a:lnSpc>
                <a:spcPct val="150000"/>
              </a:lnSpc>
              <a:spcBef>
                <a:spcPts val="544"/>
              </a:spcBef>
              <a:buSzPct val="100000"/>
              <a:buFont typeface="Arial" panose="020B0604020202020204" pitchFamily="34" charset="0"/>
              <a:buChar char="•"/>
            </a:pPr>
            <a:r>
              <a:rPr lang="en-US" sz="1600">
                <a:solidFill>
                  <a:srgbClr val="313131"/>
                </a:solidFill>
              </a:rPr>
              <a:t>Deloitte will not take any management decision on behalf of WBSEDCL</a:t>
            </a:r>
          </a:p>
        </p:txBody>
      </p:sp>
    </p:spTree>
    <p:extLst>
      <p:ext uri="{BB962C8B-B14F-4D97-AF65-F5344CB8AC3E}">
        <p14:creationId xmlns:p14="http://schemas.microsoft.com/office/powerpoint/2010/main" val="412215794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6C1B41-02FD-584A-AC63-60E3A80FD66B}"/>
              </a:ext>
            </a:extLst>
          </p:cNvPr>
          <p:cNvSpPr>
            <a:spLocks noGrp="1"/>
          </p:cNvSpPr>
          <p:nvPr>
            <p:ph type="body" sz="quarter" idx="13"/>
          </p:nvPr>
        </p:nvSpPr>
        <p:spPr/>
        <p:txBody>
          <a:bodyPr/>
          <a:lstStyle/>
          <a:p>
            <a:r>
              <a:rPr lang="en-GB" sz="1050"/>
              <a:t> </a:t>
            </a:r>
          </a:p>
          <a:p>
            <a:r>
              <a:rPr lang="en-GB" sz="1050"/>
              <a:t>Deloitte refers to one or more of Deloitte </a:t>
            </a:r>
            <a:r>
              <a:rPr lang="en-GB" sz="1050" err="1"/>
              <a:t>Touche</a:t>
            </a:r>
            <a:r>
              <a:rPr lang="en-GB" sz="1050"/>
              <a:t> Tohmatsu Limited (“DTTL”), its global network of member firms, and their related entities (collectively, the “Deloitte organization”). DTTL (also referred to as “Deloitte Global”) and each of its member firms and related entities are legally separate and independent entities, which cannot obligate or bind each other in respect of third parties. DTTL and each DTTL member firm and related entity is liable only for its own acts and omissions, and not those of each other. DTTL does not provide services to clients. Please see </a:t>
            </a:r>
            <a:r>
              <a:rPr lang="en-GB" sz="1050">
                <a:hlinkClick r:id="rId2"/>
              </a:rPr>
              <a:t>www.deloitte.com/about</a:t>
            </a:r>
            <a:r>
              <a:rPr lang="en-GB" sz="1050"/>
              <a:t> to learn more.</a:t>
            </a:r>
          </a:p>
          <a:p>
            <a:endParaRPr lang="en-GB" sz="1050"/>
          </a:p>
          <a:p>
            <a:r>
              <a:rPr lang="en-GB" sz="1050"/>
              <a:t>© 2023. For information, contact Deloitte </a:t>
            </a:r>
            <a:r>
              <a:rPr lang="en-GB" sz="1050" err="1"/>
              <a:t>Touche</a:t>
            </a:r>
            <a:r>
              <a:rPr lang="en-GB" sz="1050"/>
              <a:t> Tohmatsu Limited.</a:t>
            </a:r>
          </a:p>
        </p:txBody>
      </p:sp>
      <p:sp>
        <p:nvSpPr>
          <p:cNvPr id="3" name="Picture Placeholder 2">
            <a:extLst>
              <a:ext uri="{FF2B5EF4-FFF2-40B4-BE49-F238E27FC236}">
                <a16:creationId xmlns:a16="http://schemas.microsoft.com/office/drawing/2014/main" id="{D802DC0D-1B96-EE45-B05F-41E7E53F007A}"/>
              </a:ext>
            </a:extLst>
          </p:cNvPr>
          <p:cNvSpPr>
            <a:spLocks noGrp="1"/>
          </p:cNvSpPr>
          <p:nvPr>
            <p:ph type="pic" sz="quarter" idx="14"/>
          </p:nvPr>
        </p:nvSpPr>
        <p:spPr/>
      </p:sp>
      <p:sp>
        <p:nvSpPr>
          <p:cNvPr id="4" name="Text Placeholder 3">
            <a:extLst>
              <a:ext uri="{FF2B5EF4-FFF2-40B4-BE49-F238E27FC236}">
                <a16:creationId xmlns:a16="http://schemas.microsoft.com/office/drawing/2014/main" id="{F27D9DDA-126F-3B49-9994-8C0D2F29211B}"/>
              </a:ext>
            </a:extLst>
          </p:cNvPr>
          <p:cNvSpPr>
            <a:spLocks noGrp="1"/>
          </p:cNvSpPr>
          <p:nvPr>
            <p:ph type="body" sz="quarter" idx="15"/>
          </p:nvPr>
        </p:nvSpPr>
        <p:spPr/>
        <p:txBody>
          <a:bodyPr/>
          <a:lstStyle/>
          <a:p>
            <a:endParaRPr lang="en-ES"/>
          </a:p>
        </p:txBody>
      </p:sp>
    </p:spTree>
    <p:extLst>
      <p:ext uri="{BB962C8B-B14F-4D97-AF65-F5344CB8AC3E}">
        <p14:creationId xmlns:p14="http://schemas.microsoft.com/office/powerpoint/2010/main" val="2239265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6003AB-AEA1-4B1C-8C21-D4000341C37D}"/>
              </a:ext>
            </a:extLst>
          </p:cNvPr>
          <p:cNvSpPr>
            <a:spLocks noGrp="1"/>
          </p:cNvSpPr>
          <p:nvPr>
            <p:ph type="body" idx="1"/>
          </p:nvPr>
        </p:nvSpPr>
        <p:spPr/>
        <p:txBody>
          <a:bodyPr/>
          <a:lstStyle/>
          <a:p>
            <a:r>
              <a:rPr lang="en-US"/>
              <a:t>Appendix</a:t>
            </a:r>
          </a:p>
        </p:txBody>
      </p:sp>
    </p:spTree>
    <p:extLst>
      <p:ext uri="{BB962C8B-B14F-4D97-AF65-F5344CB8AC3E}">
        <p14:creationId xmlns:p14="http://schemas.microsoft.com/office/powerpoint/2010/main" val="201318994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Rectangle 141">
            <a:extLst>
              <a:ext uri="{FF2B5EF4-FFF2-40B4-BE49-F238E27FC236}">
                <a16:creationId xmlns:a16="http://schemas.microsoft.com/office/drawing/2014/main" id="{FA64C57B-E2B5-4DE3-B58C-FC49A9AC6F07}"/>
              </a:ext>
            </a:extLst>
          </p:cNvPr>
          <p:cNvSpPr/>
          <p:nvPr/>
        </p:nvSpPr>
        <p:spPr bwMode="gray">
          <a:xfrm>
            <a:off x="1623582" y="782101"/>
            <a:ext cx="4046420" cy="5303520"/>
          </a:xfrm>
          <a:prstGeom prst="rect">
            <a:avLst/>
          </a:prstGeom>
          <a:solidFill>
            <a:srgbClr val="43B02A">
              <a:alpha val="15000"/>
            </a:srgbClr>
          </a:solidFill>
          <a:ln w="3175"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3" name="object 57">
            <a:extLst>
              <a:ext uri="{FF2B5EF4-FFF2-40B4-BE49-F238E27FC236}">
                <a16:creationId xmlns:a16="http://schemas.microsoft.com/office/drawing/2014/main" id="{F836A6CA-CED4-45FC-AA3D-1624A4D404AA}"/>
              </a:ext>
            </a:extLst>
          </p:cNvPr>
          <p:cNvSpPr txBox="1"/>
          <p:nvPr/>
        </p:nvSpPr>
        <p:spPr>
          <a:xfrm>
            <a:off x="7638928" y="2342342"/>
            <a:ext cx="360585" cy="135935"/>
          </a:xfrm>
          <a:prstGeom prst="rect">
            <a:avLst/>
          </a:prstGeom>
        </p:spPr>
        <p:txBody>
          <a:bodyPr vert="horz" wrap="square" lIns="0" tIns="12700" rIns="0" bIns="0" rtlCol="0">
            <a:spAutoFit/>
          </a:bodyPr>
          <a:lstStyle/>
          <a:p>
            <a:pPr marL="12700" marR="5080" indent="73025">
              <a:lnSpc>
                <a:spcPct val="100000"/>
              </a:lnSpc>
              <a:spcBef>
                <a:spcPts val="100"/>
              </a:spcBef>
            </a:pPr>
            <a:r>
              <a:rPr lang="en-US" sz="800">
                <a:latin typeface="Verdana"/>
                <a:cs typeface="Verdana"/>
              </a:rPr>
              <a:t>API</a:t>
            </a:r>
            <a:endParaRPr sz="800">
              <a:latin typeface="Verdana"/>
              <a:cs typeface="Verdana"/>
            </a:endParaRPr>
          </a:p>
        </p:txBody>
      </p:sp>
      <p:sp>
        <p:nvSpPr>
          <p:cNvPr id="38" name="Rectangle 37">
            <a:extLst>
              <a:ext uri="{FF2B5EF4-FFF2-40B4-BE49-F238E27FC236}">
                <a16:creationId xmlns:a16="http://schemas.microsoft.com/office/drawing/2014/main" id="{315A52BA-C83C-458F-9AE2-46A29025C769}"/>
              </a:ext>
            </a:extLst>
          </p:cNvPr>
          <p:cNvSpPr/>
          <p:nvPr/>
        </p:nvSpPr>
        <p:spPr bwMode="gray">
          <a:xfrm>
            <a:off x="217230" y="806256"/>
            <a:ext cx="2174626" cy="5303520"/>
          </a:xfrm>
          <a:prstGeom prst="rect">
            <a:avLst/>
          </a:prstGeom>
          <a:solidFill>
            <a:schemeClr val="accent2">
              <a:lumMod val="20000"/>
              <a:lumOff val="80000"/>
              <a:alpha val="15000"/>
            </a:schemeClr>
          </a:solidFill>
          <a:ln w="3175"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41" name="Rectangle 140">
            <a:extLst>
              <a:ext uri="{FF2B5EF4-FFF2-40B4-BE49-F238E27FC236}">
                <a16:creationId xmlns:a16="http://schemas.microsoft.com/office/drawing/2014/main" id="{2EAF09D8-0EAC-437B-996B-953DE5382767}"/>
              </a:ext>
            </a:extLst>
          </p:cNvPr>
          <p:cNvSpPr/>
          <p:nvPr/>
        </p:nvSpPr>
        <p:spPr bwMode="gray">
          <a:xfrm>
            <a:off x="5627597" y="782101"/>
            <a:ext cx="3012362" cy="5303520"/>
          </a:xfrm>
          <a:prstGeom prst="rect">
            <a:avLst/>
          </a:prstGeom>
          <a:solidFill>
            <a:schemeClr val="accent2">
              <a:lumMod val="40000"/>
              <a:lumOff val="60000"/>
              <a:alpha val="15000"/>
            </a:schemeClr>
          </a:solidFill>
          <a:ln w="3175"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44" name="Rectangle 143">
            <a:extLst>
              <a:ext uri="{FF2B5EF4-FFF2-40B4-BE49-F238E27FC236}">
                <a16:creationId xmlns:a16="http://schemas.microsoft.com/office/drawing/2014/main" id="{6817F780-C8DB-4F66-88F7-EC4F5EDF7133}"/>
              </a:ext>
            </a:extLst>
          </p:cNvPr>
          <p:cNvSpPr/>
          <p:nvPr/>
        </p:nvSpPr>
        <p:spPr bwMode="gray">
          <a:xfrm>
            <a:off x="8639959" y="716914"/>
            <a:ext cx="1843369" cy="5303520"/>
          </a:xfrm>
          <a:prstGeom prst="rect">
            <a:avLst/>
          </a:prstGeom>
          <a:solidFill>
            <a:srgbClr val="009A44">
              <a:alpha val="15000"/>
            </a:srgbClr>
          </a:solidFill>
          <a:ln w="3175"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45" name="Rectangle 144">
            <a:extLst>
              <a:ext uri="{FF2B5EF4-FFF2-40B4-BE49-F238E27FC236}">
                <a16:creationId xmlns:a16="http://schemas.microsoft.com/office/drawing/2014/main" id="{00E9348D-B9F6-48F8-8943-3686F2E5C5E8}"/>
              </a:ext>
            </a:extLst>
          </p:cNvPr>
          <p:cNvSpPr/>
          <p:nvPr/>
        </p:nvSpPr>
        <p:spPr bwMode="gray">
          <a:xfrm>
            <a:off x="10482588" y="716914"/>
            <a:ext cx="1423316" cy="5368707"/>
          </a:xfrm>
          <a:prstGeom prst="rect">
            <a:avLst/>
          </a:prstGeom>
          <a:solidFill>
            <a:srgbClr val="2C5234">
              <a:alpha val="15000"/>
            </a:srgbClr>
          </a:solidFill>
          <a:ln w="3175"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5" name="object 5"/>
          <p:cNvSpPr txBox="1"/>
          <p:nvPr/>
        </p:nvSpPr>
        <p:spPr>
          <a:xfrm>
            <a:off x="457301" y="259878"/>
            <a:ext cx="10997565" cy="392415"/>
          </a:xfrm>
          <a:prstGeom prst="rect">
            <a:avLst/>
          </a:prstGeom>
        </p:spPr>
        <p:txBody>
          <a:bodyPr vert="horz" wrap="square" lIns="0" tIns="83820" rIns="0" bIns="0" rtlCol="0">
            <a:spAutoFit/>
          </a:bodyPr>
          <a:lstStyle/>
          <a:p>
            <a:pPr marL="12700">
              <a:lnSpc>
                <a:spcPct val="100000"/>
              </a:lnSpc>
              <a:spcBef>
                <a:spcPts val="660"/>
              </a:spcBef>
            </a:pPr>
            <a:endParaRPr sz="2000">
              <a:solidFill>
                <a:schemeClr val="tx1"/>
              </a:solidFill>
              <a:latin typeface="Verdana"/>
              <a:cs typeface="Verdana"/>
            </a:endParaRPr>
          </a:p>
        </p:txBody>
      </p:sp>
      <p:grpSp>
        <p:nvGrpSpPr>
          <p:cNvPr id="101" name="Group 100">
            <a:extLst>
              <a:ext uri="{FF2B5EF4-FFF2-40B4-BE49-F238E27FC236}">
                <a16:creationId xmlns:a16="http://schemas.microsoft.com/office/drawing/2014/main" id="{2E350391-F3D5-45D4-AE87-3C0DEE6C4365}"/>
              </a:ext>
            </a:extLst>
          </p:cNvPr>
          <p:cNvGrpSpPr/>
          <p:nvPr/>
        </p:nvGrpSpPr>
        <p:grpSpPr>
          <a:xfrm>
            <a:off x="301069" y="1880028"/>
            <a:ext cx="11554424" cy="1910508"/>
            <a:chOff x="457301" y="1112363"/>
            <a:chExt cx="13543656" cy="2234152"/>
          </a:xfrm>
        </p:grpSpPr>
        <p:sp>
          <p:nvSpPr>
            <p:cNvPr id="71" name="Oval 70">
              <a:extLst>
                <a:ext uri="{FF2B5EF4-FFF2-40B4-BE49-F238E27FC236}">
                  <a16:creationId xmlns:a16="http://schemas.microsoft.com/office/drawing/2014/main" id="{AC0B2BAD-3227-4811-9795-0424FDD8EFBB}"/>
                </a:ext>
              </a:extLst>
            </p:cNvPr>
            <p:cNvSpPr/>
            <p:nvPr/>
          </p:nvSpPr>
          <p:spPr bwMode="gray">
            <a:xfrm>
              <a:off x="457301" y="1112363"/>
              <a:ext cx="1827937" cy="2234152"/>
            </a:xfrm>
            <a:prstGeom prst="ellipse">
              <a:avLst/>
            </a:prstGeom>
            <a:noFill/>
            <a:ln w="19050" algn="ctr">
              <a:solidFill>
                <a:schemeClr val="bg2">
                  <a:lumMod val="9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a:solidFill>
                    <a:schemeClr val="bg1"/>
                  </a:solidFill>
                </a:rPr>
                <a:t>Pictures</a:t>
              </a:r>
            </a:p>
          </p:txBody>
        </p:sp>
        <p:pic>
          <p:nvPicPr>
            <p:cNvPr id="73" name="Picture 72">
              <a:extLst>
                <a:ext uri="{FF2B5EF4-FFF2-40B4-BE49-F238E27FC236}">
                  <a16:creationId xmlns:a16="http://schemas.microsoft.com/office/drawing/2014/main" id="{DB0E5328-D2DB-4AF3-95FC-B40931AB35E9}"/>
                </a:ext>
              </a:extLst>
            </p:cNvPr>
            <p:cNvPicPr>
              <a:picLocks noChangeAspect="1"/>
            </p:cNvPicPr>
            <p:nvPr/>
          </p:nvPicPr>
          <p:blipFill>
            <a:blip r:embed="rId3"/>
            <a:stretch>
              <a:fillRect/>
            </a:stretch>
          </p:blipFill>
          <p:spPr>
            <a:xfrm>
              <a:off x="675772" y="1580361"/>
              <a:ext cx="544227" cy="544227"/>
            </a:xfrm>
            <a:prstGeom prst="rect">
              <a:avLst/>
            </a:prstGeom>
          </p:spPr>
        </p:pic>
        <p:pic>
          <p:nvPicPr>
            <p:cNvPr id="74" name="Picture 73">
              <a:extLst>
                <a:ext uri="{FF2B5EF4-FFF2-40B4-BE49-F238E27FC236}">
                  <a16:creationId xmlns:a16="http://schemas.microsoft.com/office/drawing/2014/main" id="{57F7B9DC-10FE-4476-8E61-72353A90CD0D}"/>
                </a:ext>
              </a:extLst>
            </p:cNvPr>
            <p:cNvPicPr>
              <a:picLocks noChangeAspect="1"/>
            </p:cNvPicPr>
            <p:nvPr/>
          </p:nvPicPr>
          <p:blipFill>
            <a:blip r:embed="rId3"/>
            <a:stretch>
              <a:fillRect/>
            </a:stretch>
          </p:blipFill>
          <p:spPr>
            <a:xfrm>
              <a:off x="1267628" y="1442844"/>
              <a:ext cx="484475" cy="484475"/>
            </a:xfrm>
            <a:prstGeom prst="rect">
              <a:avLst/>
            </a:prstGeom>
          </p:spPr>
        </p:pic>
        <p:pic>
          <p:nvPicPr>
            <p:cNvPr id="75" name="Picture 74">
              <a:extLst>
                <a:ext uri="{FF2B5EF4-FFF2-40B4-BE49-F238E27FC236}">
                  <a16:creationId xmlns:a16="http://schemas.microsoft.com/office/drawing/2014/main" id="{B0341001-276E-4A61-BF96-C740C3C23763}"/>
                </a:ext>
              </a:extLst>
            </p:cNvPr>
            <p:cNvPicPr>
              <a:picLocks noChangeAspect="1"/>
            </p:cNvPicPr>
            <p:nvPr/>
          </p:nvPicPr>
          <p:blipFill>
            <a:blip r:embed="rId3"/>
            <a:stretch>
              <a:fillRect/>
            </a:stretch>
          </p:blipFill>
          <p:spPr>
            <a:xfrm>
              <a:off x="761886" y="2169904"/>
              <a:ext cx="544227" cy="544227"/>
            </a:xfrm>
            <a:prstGeom prst="rect">
              <a:avLst/>
            </a:prstGeom>
          </p:spPr>
        </p:pic>
        <p:pic>
          <p:nvPicPr>
            <p:cNvPr id="76" name="Picture 75">
              <a:extLst>
                <a:ext uri="{FF2B5EF4-FFF2-40B4-BE49-F238E27FC236}">
                  <a16:creationId xmlns:a16="http://schemas.microsoft.com/office/drawing/2014/main" id="{72A366E0-EF8E-4B0C-AFDD-B387C1ACDDFD}"/>
                </a:ext>
              </a:extLst>
            </p:cNvPr>
            <p:cNvPicPr>
              <a:picLocks noChangeAspect="1"/>
            </p:cNvPicPr>
            <p:nvPr/>
          </p:nvPicPr>
          <p:blipFill>
            <a:blip r:embed="rId3"/>
            <a:stretch>
              <a:fillRect/>
            </a:stretch>
          </p:blipFill>
          <p:spPr>
            <a:xfrm>
              <a:off x="1450409" y="2048389"/>
              <a:ext cx="484475" cy="484475"/>
            </a:xfrm>
            <a:prstGeom prst="rect">
              <a:avLst/>
            </a:prstGeom>
          </p:spPr>
        </p:pic>
        <p:grpSp>
          <p:nvGrpSpPr>
            <p:cNvPr id="100" name="Group 99">
              <a:extLst>
                <a:ext uri="{FF2B5EF4-FFF2-40B4-BE49-F238E27FC236}">
                  <a16:creationId xmlns:a16="http://schemas.microsoft.com/office/drawing/2014/main" id="{DE048D09-9E0E-441B-B4C0-A40313CE32E0}"/>
                </a:ext>
              </a:extLst>
            </p:cNvPr>
            <p:cNvGrpSpPr/>
            <p:nvPr/>
          </p:nvGrpSpPr>
          <p:grpSpPr>
            <a:xfrm>
              <a:off x="1743859" y="1121266"/>
              <a:ext cx="12257098" cy="1577599"/>
              <a:chOff x="1743859" y="1121266"/>
              <a:chExt cx="12257098" cy="1577599"/>
            </a:xfrm>
          </p:grpSpPr>
          <p:sp>
            <p:nvSpPr>
              <p:cNvPr id="50" name="object 50"/>
              <p:cNvSpPr txBox="1"/>
              <p:nvPr/>
            </p:nvSpPr>
            <p:spPr>
              <a:xfrm>
                <a:off x="1743859" y="1387557"/>
                <a:ext cx="2255452" cy="530873"/>
              </a:xfrm>
              <a:prstGeom prst="rect">
                <a:avLst/>
              </a:prstGeom>
            </p:spPr>
            <p:txBody>
              <a:bodyPr vert="horz" wrap="square" lIns="0" tIns="12700" rIns="0" bIns="0" rtlCol="0">
                <a:spAutoFit/>
              </a:bodyPr>
              <a:lstStyle/>
              <a:p>
                <a:pPr marL="816610" indent="-171450">
                  <a:lnSpc>
                    <a:spcPct val="100000"/>
                  </a:lnSpc>
                  <a:spcBef>
                    <a:spcPts val="100"/>
                  </a:spcBef>
                  <a:buFont typeface="Arial" panose="020B0604020202020204" pitchFamily="34" charset="0"/>
                  <a:buChar char="•"/>
                </a:pPr>
                <a:r>
                  <a:rPr lang="en-US" sz="900" spc="-25">
                    <a:solidFill>
                      <a:schemeClr val="accent2">
                        <a:lumMod val="50000"/>
                      </a:schemeClr>
                    </a:solidFill>
                    <a:latin typeface="Verdana"/>
                    <a:cs typeface="Verdana"/>
                  </a:rPr>
                  <a:t>GPRS Connectivity</a:t>
                </a:r>
              </a:p>
              <a:p>
                <a:pPr marL="816610" indent="-171450">
                  <a:lnSpc>
                    <a:spcPct val="100000"/>
                  </a:lnSpc>
                  <a:spcBef>
                    <a:spcPts val="100"/>
                  </a:spcBef>
                  <a:buFont typeface="Arial" panose="020B0604020202020204" pitchFamily="34" charset="0"/>
                  <a:buChar char="•"/>
                </a:pPr>
                <a:r>
                  <a:rPr lang="en-US" sz="900" spc="-25">
                    <a:solidFill>
                      <a:schemeClr val="accent2">
                        <a:lumMod val="50000"/>
                      </a:schemeClr>
                    </a:solidFill>
                    <a:latin typeface="Verdana"/>
                    <a:cs typeface="Verdana"/>
                  </a:rPr>
                  <a:t>RF Mesh</a:t>
                </a:r>
              </a:p>
              <a:p>
                <a:pPr marL="816610" indent="-171450">
                  <a:lnSpc>
                    <a:spcPct val="100000"/>
                  </a:lnSpc>
                  <a:spcBef>
                    <a:spcPts val="100"/>
                  </a:spcBef>
                  <a:buFont typeface="Arial" panose="020B0604020202020204" pitchFamily="34" charset="0"/>
                  <a:buChar char="•"/>
                </a:pPr>
                <a:r>
                  <a:rPr lang="en-US" sz="900" spc="-25">
                    <a:solidFill>
                      <a:schemeClr val="accent2">
                        <a:lumMod val="50000"/>
                      </a:schemeClr>
                    </a:solidFill>
                    <a:latin typeface="Verdana"/>
                    <a:cs typeface="Verdana"/>
                  </a:rPr>
                  <a:t>PLC</a:t>
                </a:r>
                <a:endParaRPr sz="900">
                  <a:solidFill>
                    <a:schemeClr val="accent2">
                      <a:lumMod val="50000"/>
                    </a:schemeClr>
                  </a:solidFill>
                  <a:latin typeface="Verdana"/>
                  <a:cs typeface="Verdana"/>
                </a:endParaRPr>
              </a:p>
            </p:txBody>
          </p:sp>
          <p:grpSp>
            <p:nvGrpSpPr>
              <p:cNvPr id="99" name="Group 98">
                <a:extLst>
                  <a:ext uri="{FF2B5EF4-FFF2-40B4-BE49-F238E27FC236}">
                    <a16:creationId xmlns:a16="http://schemas.microsoft.com/office/drawing/2014/main" id="{E9F5BF29-9AAC-4932-ACE0-F7286D5E25B7}"/>
                  </a:ext>
                </a:extLst>
              </p:cNvPr>
              <p:cNvGrpSpPr/>
              <p:nvPr/>
            </p:nvGrpSpPr>
            <p:grpSpPr>
              <a:xfrm>
                <a:off x="2335639" y="1121266"/>
                <a:ext cx="11665318" cy="1577599"/>
                <a:chOff x="2278785" y="1003780"/>
                <a:chExt cx="11665318" cy="1577599"/>
              </a:xfrm>
            </p:grpSpPr>
            <p:sp>
              <p:nvSpPr>
                <p:cNvPr id="47" name="object 47"/>
                <p:cNvSpPr/>
                <p:nvPr/>
              </p:nvSpPr>
              <p:spPr>
                <a:xfrm>
                  <a:off x="3468952" y="1723693"/>
                  <a:ext cx="433070" cy="584200"/>
                </a:xfrm>
                <a:custGeom>
                  <a:avLst/>
                  <a:gdLst/>
                  <a:ahLst/>
                  <a:cxnLst/>
                  <a:rect l="l" t="t" r="r" b="b"/>
                  <a:pathLst>
                    <a:path w="433070" h="584200">
                      <a:moveTo>
                        <a:pt x="432816" y="184531"/>
                      </a:moveTo>
                      <a:lnTo>
                        <a:pt x="430276" y="181356"/>
                      </a:lnTo>
                      <a:lnTo>
                        <a:pt x="424307" y="181356"/>
                      </a:lnTo>
                      <a:lnTo>
                        <a:pt x="422148" y="184531"/>
                      </a:lnTo>
                      <a:lnTo>
                        <a:pt x="422148" y="217932"/>
                      </a:lnTo>
                      <a:lnTo>
                        <a:pt x="390779" y="217932"/>
                      </a:lnTo>
                      <a:lnTo>
                        <a:pt x="390779" y="231648"/>
                      </a:lnTo>
                      <a:lnTo>
                        <a:pt x="327444" y="257340"/>
                      </a:lnTo>
                      <a:lnTo>
                        <a:pt x="321081" y="231648"/>
                      </a:lnTo>
                      <a:lnTo>
                        <a:pt x="390779" y="231648"/>
                      </a:lnTo>
                      <a:lnTo>
                        <a:pt x="390779" y="217932"/>
                      </a:lnTo>
                      <a:lnTo>
                        <a:pt x="318617" y="217932"/>
                      </a:lnTo>
                      <a:lnTo>
                        <a:pt x="318617" y="260921"/>
                      </a:lnTo>
                      <a:lnTo>
                        <a:pt x="264248" y="282981"/>
                      </a:lnTo>
                      <a:lnTo>
                        <a:pt x="264248" y="373494"/>
                      </a:lnTo>
                      <a:lnTo>
                        <a:pt x="220980" y="393712"/>
                      </a:lnTo>
                      <a:lnTo>
                        <a:pt x="220980" y="315468"/>
                      </a:lnTo>
                      <a:lnTo>
                        <a:pt x="253377" y="302387"/>
                      </a:lnTo>
                      <a:lnTo>
                        <a:pt x="253669" y="302272"/>
                      </a:lnTo>
                      <a:lnTo>
                        <a:pt x="264248" y="373494"/>
                      </a:lnTo>
                      <a:lnTo>
                        <a:pt x="264248" y="282981"/>
                      </a:lnTo>
                      <a:lnTo>
                        <a:pt x="262572" y="283654"/>
                      </a:lnTo>
                      <a:lnTo>
                        <a:pt x="254838" y="231648"/>
                      </a:lnTo>
                      <a:lnTo>
                        <a:pt x="311683" y="231648"/>
                      </a:lnTo>
                      <a:lnTo>
                        <a:pt x="318617" y="260921"/>
                      </a:lnTo>
                      <a:lnTo>
                        <a:pt x="318617" y="217932"/>
                      </a:lnTo>
                      <a:lnTo>
                        <a:pt x="252793" y="217932"/>
                      </a:lnTo>
                      <a:lnTo>
                        <a:pt x="251574" y="209740"/>
                      </a:lnTo>
                      <a:lnTo>
                        <a:pt x="251574" y="288124"/>
                      </a:lnTo>
                      <a:lnTo>
                        <a:pt x="220980" y="300532"/>
                      </a:lnTo>
                      <a:lnTo>
                        <a:pt x="220980" y="231648"/>
                      </a:lnTo>
                      <a:lnTo>
                        <a:pt x="243179" y="231648"/>
                      </a:lnTo>
                      <a:lnTo>
                        <a:pt x="251574" y="288124"/>
                      </a:lnTo>
                      <a:lnTo>
                        <a:pt x="251574" y="209740"/>
                      </a:lnTo>
                      <a:lnTo>
                        <a:pt x="243713" y="156921"/>
                      </a:lnTo>
                      <a:lnTo>
                        <a:pt x="252450" y="153416"/>
                      </a:lnTo>
                      <a:lnTo>
                        <a:pt x="360362" y="110236"/>
                      </a:lnTo>
                      <a:lnTo>
                        <a:pt x="361315" y="109855"/>
                      </a:lnTo>
                      <a:lnTo>
                        <a:pt x="361569" y="109728"/>
                      </a:lnTo>
                      <a:lnTo>
                        <a:pt x="361696" y="109728"/>
                      </a:lnTo>
                      <a:lnTo>
                        <a:pt x="364109" y="108458"/>
                      </a:lnTo>
                      <a:lnTo>
                        <a:pt x="365760" y="105410"/>
                      </a:lnTo>
                      <a:lnTo>
                        <a:pt x="365379" y="101854"/>
                      </a:lnTo>
                      <a:lnTo>
                        <a:pt x="364490" y="98298"/>
                      </a:lnTo>
                      <a:lnTo>
                        <a:pt x="364236" y="98069"/>
                      </a:lnTo>
                      <a:lnTo>
                        <a:pt x="364236" y="71628"/>
                      </a:lnTo>
                      <a:lnTo>
                        <a:pt x="361696" y="68580"/>
                      </a:lnTo>
                      <a:lnTo>
                        <a:pt x="356108" y="68580"/>
                      </a:lnTo>
                      <a:lnTo>
                        <a:pt x="353568" y="71628"/>
                      </a:lnTo>
                      <a:lnTo>
                        <a:pt x="353568" y="96012"/>
                      </a:lnTo>
                      <a:lnTo>
                        <a:pt x="323469" y="96012"/>
                      </a:lnTo>
                      <a:lnTo>
                        <a:pt x="323469" y="110236"/>
                      </a:lnTo>
                      <a:lnTo>
                        <a:pt x="273316" y="130416"/>
                      </a:lnTo>
                      <a:lnTo>
                        <a:pt x="266750" y="110236"/>
                      </a:lnTo>
                      <a:lnTo>
                        <a:pt x="323469" y="110236"/>
                      </a:lnTo>
                      <a:lnTo>
                        <a:pt x="323469" y="96012"/>
                      </a:lnTo>
                      <a:lnTo>
                        <a:pt x="264998" y="96012"/>
                      </a:lnTo>
                      <a:lnTo>
                        <a:pt x="264998" y="133769"/>
                      </a:lnTo>
                      <a:lnTo>
                        <a:pt x="241655" y="143154"/>
                      </a:lnTo>
                      <a:lnTo>
                        <a:pt x="241134" y="139661"/>
                      </a:lnTo>
                      <a:lnTo>
                        <a:pt x="241134" y="217932"/>
                      </a:lnTo>
                      <a:lnTo>
                        <a:pt x="220980" y="217932"/>
                      </a:lnTo>
                      <a:lnTo>
                        <a:pt x="220980" y="166014"/>
                      </a:lnTo>
                      <a:lnTo>
                        <a:pt x="232727" y="161315"/>
                      </a:lnTo>
                      <a:lnTo>
                        <a:pt x="241134" y="217932"/>
                      </a:lnTo>
                      <a:lnTo>
                        <a:pt x="241134" y="139661"/>
                      </a:lnTo>
                      <a:lnTo>
                        <a:pt x="236753" y="110236"/>
                      </a:lnTo>
                      <a:lnTo>
                        <a:pt x="257340" y="110236"/>
                      </a:lnTo>
                      <a:lnTo>
                        <a:pt x="264998" y="133769"/>
                      </a:lnTo>
                      <a:lnTo>
                        <a:pt x="264998" y="96012"/>
                      </a:lnTo>
                      <a:lnTo>
                        <a:pt x="234645" y="96012"/>
                      </a:lnTo>
                      <a:lnTo>
                        <a:pt x="230682" y="69392"/>
                      </a:lnTo>
                      <a:lnTo>
                        <a:pt x="230682" y="147574"/>
                      </a:lnTo>
                      <a:lnTo>
                        <a:pt x="220980" y="151485"/>
                      </a:lnTo>
                      <a:lnTo>
                        <a:pt x="220980" y="110236"/>
                      </a:lnTo>
                      <a:lnTo>
                        <a:pt x="225132" y="110236"/>
                      </a:lnTo>
                      <a:lnTo>
                        <a:pt x="230682" y="147574"/>
                      </a:lnTo>
                      <a:lnTo>
                        <a:pt x="230682" y="69392"/>
                      </a:lnTo>
                      <a:lnTo>
                        <a:pt x="227253" y="46355"/>
                      </a:lnTo>
                      <a:lnTo>
                        <a:pt x="223024" y="17894"/>
                      </a:lnTo>
                      <a:lnTo>
                        <a:pt x="223024" y="96012"/>
                      </a:lnTo>
                      <a:lnTo>
                        <a:pt x="220980" y="96012"/>
                      </a:lnTo>
                      <a:lnTo>
                        <a:pt x="220980" y="82257"/>
                      </a:lnTo>
                      <a:lnTo>
                        <a:pt x="223024" y="96012"/>
                      </a:lnTo>
                      <a:lnTo>
                        <a:pt x="223024" y="17894"/>
                      </a:lnTo>
                      <a:lnTo>
                        <a:pt x="221234" y="5842"/>
                      </a:lnTo>
                      <a:lnTo>
                        <a:pt x="220853" y="2667"/>
                      </a:lnTo>
                      <a:lnTo>
                        <a:pt x="218440" y="0"/>
                      </a:lnTo>
                      <a:lnTo>
                        <a:pt x="212852" y="0"/>
                      </a:lnTo>
                      <a:lnTo>
                        <a:pt x="211836" y="1130"/>
                      </a:lnTo>
                      <a:lnTo>
                        <a:pt x="211836" y="71958"/>
                      </a:lnTo>
                      <a:lnTo>
                        <a:pt x="211836" y="96012"/>
                      </a:lnTo>
                      <a:lnTo>
                        <a:pt x="211836" y="422021"/>
                      </a:lnTo>
                      <a:lnTo>
                        <a:pt x="210820" y="424053"/>
                      </a:lnTo>
                      <a:lnTo>
                        <a:pt x="141478" y="545338"/>
                      </a:lnTo>
                      <a:lnTo>
                        <a:pt x="165442" y="384073"/>
                      </a:lnTo>
                      <a:lnTo>
                        <a:pt x="211836" y="405422"/>
                      </a:lnTo>
                      <a:lnTo>
                        <a:pt x="211836" y="393890"/>
                      </a:lnTo>
                      <a:lnTo>
                        <a:pt x="167081" y="373037"/>
                      </a:lnTo>
                      <a:lnTo>
                        <a:pt x="177711" y="301548"/>
                      </a:lnTo>
                      <a:lnTo>
                        <a:pt x="211836" y="315315"/>
                      </a:lnTo>
                      <a:lnTo>
                        <a:pt x="211836" y="300545"/>
                      </a:lnTo>
                      <a:lnTo>
                        <a:pt x="179793" y="287540"/>
                      </a:lnTo>
                      <a:lnTo>
                        <a:pt x="188099" y="231648"/>
                      </a:lnTo>
                      <a:lnTo>
                        <a:pt x="211836" y="231648"/>
                      </a:lnTo>
                      <a:lnTo>
                        <a:pt x="211836" y="217932"/>
                      </a:lnTo>
                      <a:lnTo>
                        <a:pt x="190131" y="217932"/>
                      </a:lnTo>
                      <a:lnTo>
                        <a:pt x="198640" y="160756"/>
                      </a:lnTo>
                      <a:lnTo>
                        <a:pt x="211836" y="166027"/>
                      </a:lnTo>
                      <a:lnTo>
                        <a:pt x="211836" y="151676"/>
                      </a:lnTo>
                      <a:lnTo>
                        <a:pt x="200660" y="147154"/>
                      </a:lnTo>
                      <a:lnTo>
                        <a:pt x="206146" y="110236"/>
                      </a:lnTo>
                      <a:lnTo>
                        <a:pt x="211836" y="110236"/>
                      </a:lnTo>
                      <a:lnTo>
                        <a:pt x="211836" y="96012"/>
                      </a:lnTo>
                      <a:lnTo>
                        <a:pt x="208254" y="96012"/>
                      </a:lnTo>
                      <a:lnTo>
                        <a:pt x="211836" y="71958"/>
                      </a:lnTo>
                      <a:lnTo>
                        <a:pt x="211836" y="1130"/>
                      </a:lnTo>
                      <a:lnTo>
                        <a:pt x="210439" y="2667"/>
                      </a:lnTo>
                      <a:lnTo>
                        <a:pt x="210058" y="5842"/>
                      </a:lnTo>
                      <a:lnTo>
                        <a:pt x="196684" y="96012"/>
                      </a:lnTo>
                      <a:lnTo>
                        <a:pt x="194576" y="96012"/>
                      </a:lnTo>
                      <a:lnTo>
                        <a:pt x="194576" y="110236"/>
                      </a:lnTo>
                      <a:lnTo>
                        <a:pt x="189763" y="142760"/>
                      </a:lnTo>
                      <a:lnTo>
                        <a:pt x="161277" y="131254"/>
                      </a:lnTo>
                      <a:lnTo>
                        <a:pt x="168211" y="110236"/>
                      </a:lnTo>
                      <a:lnTo>
                        <a:pt x="194576" y="110236"/>
                      </a:lnTo>
                      <a:lnTo>
                        <a:pt x="194576" y="96012"/>
                      </a:lnTo>
                      <a:lnTo>
                        <a:pt x="158623" y="96012"/>
                      </a:lnTo>
                      <a:lnTo>
                        <a:pt x="158623" y="110236"/>
                      </a:lnTo>
                      <a:lnTo>
                        <a:pt x="152768" y="127800"/>
                      </a:lnTo>
                      <a:lnTo>
                        <a:pt x="109347" y="110236"/>
                      </a:lnTo>
                      <a:lnTo>
                        <a:pt x="158623" y="110236"/>
                      </a:lnTo>
                      <a:lnTo>
                        <a:pt x="158623" y="96012"/>
                      </a:lnTo>
                      <a:lnTo>
                        <a:pt x="77724" y="96012"/>
                      </a:lnTo>
                      <a:lnTo>
                        <a:pt x="77724" y="71628"/>
                      </a:lnTo>
                      <a:lnTo>
                        <a:pt x="75565" y="68580"/>
                      </a:lnTo>
                      <a:lnTo>
                        <a:pt x="69596" y="68580"/>
                      </a:lnTo>
                      <a:lnTo>
                        <a:pt x="67056" y="71628"/>
                      </a:lnTo>
                      <a:lnTo>
                        <a:pt x="67056" y="105410"/>
                      </a:lnTo>
                      <a:lnTo>
                        <a:pt x="67056" y="106299"/>
                      </a:lnTo>
                      <a:lnTo>
                        <a:pt x="69596" y="109728"/>
                      </a:lnTo>
                      <a:lnTo>
                        <a:pt x="70891" y="109728"/>
                      </a:lnTo>
                      <a:lnTo>
                        <a:pt x="71120" y="109855"/>
                      </a:lnTo>
                      <a:lnTo>
                        <a:pt x="187731" y="156413"/>
                      </a:lnTo>
                      <a:lnTo>
                        <a:pt x="178612" y="217932"/>
                      </a:lnTo>
                      <a:lnTo>
                        <a:pt x="176580" y="217932"/>
                      </a:lnTo>
                      <a:lnTo>
                        <a:pt x="176580" y="231648"/>
                      </a:lnTo>
                      <a:lnTo>
                        <a:pt x="168948" y="283146"/>
                      </a:lnTo>
                      <a:lnTo>
                        <a:pt x="117944" y="262458"/>
                      </a:lnTo>
                      <a:lnTo>
                        <a:pt x="126161" y="231648"/>
                      </a:lnTo>
                      <a:lnTo>
                        <a:pt x="176580" y="231648"/>
                      </a:lnTo>
                      <a:lnTo>
                        <a:pt x="176580" y="217932"/>
                      </a:lnTo>
                      <a:lnTo>
                        <a:pt x="116979" y="217932"/>
                      </a:lnTo>
                      <a:lnTo>
                        <a:pt x="116979" y="231648"/>
                      </a:lnTo>
                      <a:lnTo>
                        <a:pt x="109753" y="259130"/>
                      </a:lnTo>
                      <a:lnTo>
                        <a:pt x="42037" y="231648"/>
                      </a:lnTo>
                      <a:lnTo>
                        <a:pt x="116979" y="231648"/>
                      </a:lnTo>
                      <a:lnTo>
                        <a:pt x="116979" y="217932"/>
                      </a:lnTo>
                      <a:lnTo>
                        <a:pt x="10668" y="217932"/>
                      </a:lnTo>
                      <a:lnTo>
                        <a:pt x="10668" y="184531"/>
                      </a:lnTo>
                      <a:lnTo>
                        <a:pt x="8128" y="181356"/>
                      </a:lnTo>
                      <a:lnTo>
                        <a:pt x="2540" y="181356"/>
                      </a:lnTo>
                      <a:lnTo>
                        <a:pt x="0" y="184531"/>
                      </a:lnTo>
                      <a:lnTo>
                        <a:pt x="0" y="227203"/>
                      </a:lnTo>
                      <a:lnTo>
                        <a:pt x="0" y="229997"/>
                      </a:lnTo>
                      <a:lnTo>
                        <a:pt x="2540" y="233172"/>
                      </a:lnTo>
                      <a:lnTo>
                        <a:pt x="5334" y="233172"/>
                      </a:lnTo>
                      <a:lnTo>
                        <a:pt x="8128" y="233172"/>
                      </a:lnTo>
                      <a:lnTo>
                        <a:pt x="166865" y="297180"/>
                      </a:lnTo>
                      <a:lnTo>
                        <a:pt x="125730" y="574802"/>
                      </a:lnTo>
                      <a:lnTo>
                        <a:pt x="124968" y="577850"/>
                      </a:lnTo>
                      <a:lnTo>
                        <a:pt x="126619" y="581406"/>
                      </a:lnTo>
                      <a:lnTo>
                        <a:pt x="129032" y="582295"/>
                      </a:lnTo>
                      <a:lnTo>
                        <a:pt x="131445" y="583692"/>
                      </a:lnTo>
                      <a:lnTo>
                        <a:pt x="134239" y="582803"/>
                      </a:lnTo>
                      <a:lnTo>
                        <a:pt x="135890" y="580136"/>
                      </a:lnTo>
                      <a:lnTo>
                        <a:pt x="155702" y="545338"/>
                      </a:lnTo>
                      <a:lnTo>
                        <a:pt x="215646" y="440055"/>
                      </a:lnTo>
                      <a:lnTo>
                        <a:pt x="295402" y="580136"/>
                      </a:lnTo>
                      <a:lnTo>
                        <a:pt x="296672" y="581914"/>
                      </a:lnTo>
                      <a:lnTo>
                        <a:pt x="298323" y="583184"/>
                      </a:lnTo>
                      <a:lnTo>
                        <a:pt x="301117" y="583184"/>
                      </a:lnTo>
                      <a:lnTo>
                        <a:pt x="301498" y="582803"/>
                      </a:lnTo>
                      <a:lnTo>
                        <a:pt x="302260" y="582295"/>
                      </a:lnTo>
                      <a:lnTo>
                        <a:pt x="304673" y="581406"/>
                      </a:lnTo>
                      <a:lnTo>
                        <a:pt x="306324" y="577850"/>
                      </a:lnTo>
                      <a:lnTo>
                        <a:pt x="305943" y="574802"/>
                      </a:lnTo>
                      <a:lnTo>
                        <a:pt x="301548" y="545338"/>
                      </a:lnTo>
                      <a:lnTo>
                        <a:pt x="289814" y="466534"/>
                      </a:lnTo>
                      <a:lnTo>
                        <a:pt x="289814" y="545338"/>
                      </a:lnTo>
                      <a:lnTo>
                        <a:pt x="229616" y="440055"/>
                      </a:lnTo>
                      <a:lnTo>
                        <a:pt x="220980" y="424942"/>
                      </a:lnTo>
                      <a:lnTo>
                        <a:pt x="220980" y="405244"/>
                      </a:lnTo>
                      <a:lnTo>
                        <a:pt x="265899" y="384581"/>
                      </a:lnTo>
                      <a:lnTo>
                        <a:pt x="289814" y="545338"/>
                      </a:lnTo>
                      <a:lnTo>
                        <a:pt x="289814" y="466534"/>
                      </a:lnTo>
                      <a:lnTo>
                        <a:pt x="264693" y="297827"/>
                      </a:lnTo>
                      <a:lnTo>
                        <a:pt x="424967" y="233172"/>
                      </a:lnTo>
                      <a:lnTo>
                        <a:pt x="427355" y="233172"/>
                      </a:lnTo>
                      <a:lnTo>
                        <a:pt x="430276" y="233172"/>
                      </a:lnTo>
                      <a:lnTo>
                        <a:pt x="432816" y="229997"/>
                      </a:lnTo>
                      <a:lnTo>
                        <a:pt x="432816" y="227203"/>
                      </a:lnTo>
                      <a:lnTo>
                        <a:pt x="432816" y="184531"/>
                      </a:lnTo>
                      <a:close/>
                    </a:path>
                  </a:pathLst>
                </a:custGeom>
                <a:solidFill>
                  <a:srgbClr val="52555A"/>
                </a:solidFill>
              </p:spPr>
              <p:txBody>
                <a:bodyPr wrap="square" lIns="0" tIns="0" rIns="0" bIns="0" rtlCol="0"/>
                <a:lstStyle/>
                <a:p>
                  <a:endParaRPr/>
                </a:p>
              </p:txBody>
            </p:sp>
            <p:sp>
              <p:nvSpPr>
                <p:cNvPr id="48" name="object 48"/>
                <p:cNvSpPr/>
                <p:nvPr/>
              </p:nvSpPr>
              <p:spPr>
                <a:xfrm>
                  <a:off x="12709162" y="1574084"/>
                  <a:ext cx="382431" cy="260232"/>
                </a:xfrm>
                <a:custGeom>
                  <a:avLst/>
                  <a:gdLst/>
                  <a:ahLst/>
                  <a:cxnLst/>
                  <a:rect l="l" t="t" r="r" b="b"/>
                  <a:pathLst>
                    <a:path w="504825" h="455929">
                      <a:moveTo>
                        <a:pt x="443484" y="285877"/>
                      </a:moveTo>
                      <a:lnTo>
                        <a:pt x="65150" y="285877"/>
                      </a:lnTo>
                      <a:lnTo>
                        <a:pt x="65150" y="455676"/>
                      </a:lnTo>
                      <a:lnTo>
                        <a:pt x="272542" y="455676"/>
                      </a:lnTo>
                      <a:lnTo>
                        <a:pt x="272542" y="402082"/>
                      </a:lnTo>
                      <a:lnTo>
                        <a:pt x="134239" y="402082"/>
                      </a:lnTo>
                      <a:lnTo>
                        <a:pt x="134239" y="317246"/>
                      </a:lnTo>
                      <a:lnTo>
                        <a:pt x="443484" y="317246"/>
                      </a:lnTo>
                      <a:lnTo>
                        <a:pt x="443484" y="285877"/>
                      </a:lnTo>
                      <a:close/>
                    </a:path>
                    <a:path w="504825" h="455929">
                      <a:moveTo>
                        <a:pt x="443484" y="317246"/>
                      </a:moveTo>
                      <a:lnTo>
                        <a:pt x="366141" y="317246"/>
                      </a:lnTo>
                      <a:lnTo>
                        <a:pt x="366141" y="455676"/>
                      </a:lnTo>
                      <a:lnTo>
                        <a:pt x="443484" y="455676"/>
                      </a:lnTo>
                      <a:lnTo>
                        <a:pt x="443484" y="317246"/>
                      </a:lnTo>
                      <a:close/>
                    </a:path>
                    <a:path w="504825" h="455929">
                      <a:moveTo>
                        <a:pt x="272542" y="317246"/>
                      </a:moveTo>
                      <a:lnTo>
                        <a:pt x="195325" y="317246"/>
                      </a:lnTo>
                      <a:lnTo>
                        <a:pt x="195325" y="402082"/>
                      </a:lnTo>
                      <a:lnTo>
                        <a:pt x="272542" y="402082"/>
                      </a:lnTo>
                      <a:lnTo>
                        <a:pt x="272542" y="317246"/>
                      </a:lnTo>
                      <a:close/>
                    </a:path>
                    <a:path w="504825" h="455929">
                      <a:moveTo>
                        <a:pt x="252222" y="0"/>
                      </a:moveTo>
                      <a:lnTo>
                        <a:pt x="126111" y="138430"/>
                      </a:lnTo>
                      <a:lnTo>
                        <a:pt x="0" y="285877"/>
                      </a:lnTo>
                      <a:lnTo>
                        <a:pt x="504444" y="285877"/>
                      </a:lnTo>
                      <a:lnTo>
                        <a:pt x="432838" y="201041"/>
                      </a:lnTo>
                      <a:lnTo>
                        <a:pt x="252222" y="201041"/>
                      </a:lnTo>
                      <a:lnTo>
                        <a:pt x="240029" y="196596"/>
                      </a:lnTo>
                      <a:lnTo>
                        <a:pt x="227838" y="187579"/>
                      </a:lnTo>
                      <a:lnTo>
                        <a:pt x="223774" y="178689"/>
                      </a:lnTo>
                      <a:lnTo>
                        <a:pt x="223774" y="151892"/>
                      </a:lnTo>
                      <a:lnTo>
                        <a:pt x="227838" y="147447"/>
                      </a:lnTo>
                      <a:lnTo>
                        <a:pt x="240029" y="138430"/>
                      </a:lnTo>
                      <a:lnTo>
                        <a:pt x="252222" y="133985"/>
                      </a:lnTo>
                      <a:lnTo>
                        <a:pt x="402717" y="133985"/>
                      </a:lnTo>
                      <a:lnTo>
                        <a:pt x="402717" y="111633"/>
                      </a:lnTo>
                      <a:lnTo>
                        <a:pt x="349885" y="111633"/>
                      </a:lnTo>
                      <a:lnTo>
                        <a:pt x="252222" y="0"/>
                      </a:lnTo>
                      <a:close/>
                    </a:path>
                    <a:path w="504825" h="455929">
                      <a:moveTo>
                        <a:pt x="402717" y="133985"/>
                      </a:moveTo>
                      <a:lnTo>
                        <a:pt x="252222" y="133985"/>
                      </a:lnTo>
                      <a:lnTo>
                        <a:pt x="260350" y="138430"/>
                      </a:lnTo>
                      <a:lnTo>
                        <a:pt x="272542" y="147447"/>
                      </a:lnTo>
                      <a:lnTo>
                        <a:pt x="276605" y="151892"/>
                      </a:lnTo>
                      <a:lnTo>
                        <a:pt x="276605" y="178689"/>
                      </a:lnTo>
                      <a:lnTo>
                        <a:pt x="272542" y="187579"/>
                      </a:lnTo>
                      <a:lnTo>
                        <a:pt x="260350" y="196596"/>
                      </a:lnTo>
                      <a:lnTo>
                        <a:pt x="252222" y="201041"/>
                      </a:lnTo>
                      <a:lnTo>
                        <a:pt x="432838" y="201041"/>
                      </a:lnTo>
                      <a:lnTo>
                        <a:pt x="402717" y="165354"/>
                      </a:lnTo>
                      <a:lnTo>
                        <a:pt x="402717" y="133985"/>
                      </a:lnTo>
                      <a:close/>
                    </a:path>
                    <a:path w="504825" h="455929">
                      <a:moveTo>
                        <a:pt x="402717" y="84836"/>
                      </a:moveTo>
                      <a:lnTo>
                        <a:pt x="349885" y="84836"/>
                      </a:lnTo>
                      <a:lnTo>
                        <a:pt x="349885" y="111633"/>
                      </a:lnTo>
                      <a:lnTo>
                        <a:pt x="402717" y="111633"/>
                      </a:lnTo>
                      <a:lnTo>
                        <a:pt x="402717" y="84836"/>
                      </a:lnTo>
                      <a:close/>
                    </a:path>
                    <a:path w="504825" h="455929">
                      <a:moveTo>
                        <a:pt x="410845" y="62484"/>
                      </a:moveTo>
                      <a:lnTo>
                        <a:pt x="341756" y="62484"/>
                      </a:lnTo>
                      <a:lnTo>
                        <a:pt x="341756" y="84836"/>
                      </a:lnTo>
                      <a:lnTo>
                        <a:pt x="410845" y="84836"/>
                      </a:lnTo>
                      <a:lnTo>
                        <a:pt x="410845" y="62484"/>
                      </a:lnTo>
                      <a:close/>
                    </a:path>
                  </a:pathLst>
                </a:custGeom>
                <a:solidFill>
                  <a:srgbClr val="52555A"/>
                </a:solidFill>
              </p:spPr>
              <p:txBody>
                <a:bodyPr wrap="square" lIns="0" tIns="0" rIns="0" bIns="0" rtlCol="0"/>
                <a:lstStyle/>
                <a:p>
                  <a:endParaRPr/>
                </a:p>
              </p:txBody>
            </p:sp>
            <p:sp>
              <p:nvSpPr>
                <p:cNvPr id="68" name="object 64">
                  <a:extLst>
                    <a:ext uri="{FF2B5EF4-FFF2-40B4-BE49-F238E27FC236}">
                      <a16:creationId xmlns:a16="http://schemas.microsoft.com/office/drawing/2014/main" id="{1DC763F8-677C-4123-919B-BAB19037195F}"/>
                    </a:ext>
                  </a:extLst>
                </p:cNvPr>
                <p:cNvSpPr/>
                <p:nvPr/>
              </p:nvSpPr>
              <p:spPr>
                <a:xfrm rot="584281">
                  <a:off x="2321726" y="1894926"/>
                  <a:ext cx="1166188" cy="59879"/>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a:p>
              </p:txBody>
            </p:sp>
            <p:sp>
              <p:nvSpPr>
                <p:cNvPr id="69" name="object 64">
                  <a:extLst>
                    <a:ext uri="{FF2B5EF4-FFF2-40B4-BE49-F238E27FC236}">
                      <a16:creationId xmlns:a16="http://schemas.microsoft.com/office/drawing/2014/main" id="{B98554CD-BEFC-4F10-B993-507556FB0DF6}"/>
                    </a:ext>
                  </a:extLst>
                </p:cNvPr>
                <p:cNvSpPr/>
                <p:nvPr/>
              </p:nvSpPr>
              <p:spPr>
                <a:xfrm>
                  <a:off x="2278785" y="2052416"/>
                  <a:ext cx="1209683" cy="72172"/>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a:p>
              </p:txBody>
            </p:sp>
            <p:sp>
              <p:nvSpPr>
                <p:cNvPr id="70" name="object 64">
                  <a:extLst>
                    <a:ext uri="{FF2B5EF4-FFF2-40B4-BE49-F238E27FC236}">
                      <a16:creationId xmlns:a16="http://schemas.microsoft.com/office/drawing/2014/main" id="{7FCF341A-C62C-41AA-B5E2-0561A2E0FFBB}"/>
                    </a:ext>
                  </a:extLst>
                </p:cNvPr>
                <p:cNvSpPr/>
                <p:nvPr/>
              </p:nvSpPr>
              <p:spPr>
                <a:xfrm rot="10045611">
                  <a:off x="2295222" y="2284356"/>
                  <a:ext cx="1199583" cy="63596"/>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a:p>
              </p:txBody>
            </p:sp>
            <p:sp>
              <p:nvSpPr>
                <p:cNvPr id="77" name="Oval 76">
                  <a:extLst>
                    <a:ext uri="{FF2B5EF4-FFF2-40B4-BE49-F238E27FC236}">
                      <a16:creationId xmlns:a16="http://schemas.microsoft.com/office/drawing/2014/main" id="{B562151E-6DE2-42FB-840E-B8157A09CFCC}"/>
                    </a:ext>
                  </a:extLst>
                </p:cNvPr>
                <p:cNvSpPr/>
                <p:nvPr/>
              </p:nvSpPr>
              <p:spPr bwMode="gray">
                <a:xfrm>
                  <a:off x="12348038" y="1003780"/>
                  <a:ext cx="1596065" cy="1577599"/>
                </a:xfrm>
                <a:prstGeom prst="ellipse">
                  <a:avLst/>
                </a:prstGeom>
                <a:noFill/>
                <a:ln w="19050" algn="ctr">
                  <a:solidFill>
                    <a:schemeClr val="tx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78" name="object 48">
                  <a:extLst>
                    <a:ext uri="{FF2B5EF4-FFF2-40B4-BE49-F238E27FC236}">
                      <a16:creationId xmlns:a16="http://schemas.microsoft.com/office/drawing/2014/main" id="{C9AF741A-5744-4008-8CE3-85CDCCD762B2}"/>
                    </a:ext>
                  </a:extLst>
                </p:cNvPr>
                <p:cNvSpPr/>
                <p:nvPr/>
              </p:nvSpPr>
              <p:spPr>
                <a:xfrm>
                  <a:off x="13016361" y="1230534"/>
                  <a:ext cx="363589" cy="330481"/>
                </a:xfrm>
                <a:custGeom>
                  <a:avLst/>
                  <a:gdLst/>
                  <a:ahLst/>
                  <a:cxnLst/>
                  <a:rect l="l" t="t" r="r" b="b"/>
                  <a:pathLst>
                    <a:path w="504825" h="455929">
                      <a:moveTo>
                        <a:pt x="443484" y="285877"/>
                      </a:moveTo>
                      <a:lnTo>
                        <a:pt x="65150" y="285877"/>
                      </a:lnTo>
                      <a:lnTo>
                        <a:pt x="65150" y="455676"/>
                      </a:lnTo>
                      <a:lnTo>
                        <a:pt x="272542" y="455676"/>
                      </a:lnTo>
                      <a:lnTo>
                        <a:pt x="272542" y="402082"/>
                      </a:lnTo>
                      <a:lnTo>
                        <a:pt x="134239" y="402082"/>
                      </a:lnTo>
                      <a:lnTo>
                        <a:pt x="134239" y="317246"/>
                      </a:lnTo>
                      <a:lnTo>
                        <a:pt x="443484" y="317246"/>
                      </a:lnTo>
                      <a:lnTo>
                        <a:pt x="443484" y="285877"/>
                      </a:lnTo>
                      <a:close/>
                    </a:path>
                    <a:path w="504825" h="455929">
                      <a:moveTo>
                        <a:pt x="443484" y="317246"/>
                      </a:moveTo>
                      <a:lnTo>
                        <a:pt x="366141" y="317246"/>
                      </a:lnTo>
                      <a:lnTo>
                        <a:pt x="366141" y="455676"/>
                      </a:lnTo>
                      <a:lnTo>
                        <a:pt x="443484" y="455676"/>
                      </a:lnTo>
                      <a:lnTo>
                        <a:pt x="443484" y="317246"/>
                      </a:lnTo>
                      <a:close/>
                    </a:path>
                    <a:path w="504825" h="455929">
                      <a:moveTo>
                        <a:pt x="272542" y="317246"/>
                      </a:moveTo>
                      <a:lnTo>
                        <a:pt x="195325" y="317246"/>
                      </a:lnTo>
                      <a:lnTo>
                        <a:pt x="195325" y="402082"/>
                      </a:lnTo>
                      <a:lnTo>
                        <a:pt x="272542" y="402082"/>
                      </a:lnTo>
                      <a:lnTo>
                        <a:pt x="272542" y="317246"/>
                      </a:lnTo>
                      <a:close/>
                    </a:path>
                    <a:path w="504825" h="455929">
                      <a:moveTo>
                        <a:pt x="252222" y="0"/>
                      </a:moveTo>
                      <a:lnTo>
                        <a:pt x="126111" y="138430"/>
                      </a:lnTo>
                      <a:lnTo>
                        <a:pt x="0" y="285877"/>
                      </a:lnTo>
                      <a:lnTo>
                        <a:pt x="504444" y="285877"/>
                      </a:lnTo>
                      <a:lnTo>
                        <a:pt x="432838" y="201041"/>
                      </a:lnTo>
                      <a:lnTo>
                        <a:pt x="252222" y="201041"/>
                      </a:lnTo>
                      <a:lnTo>
                        <a:pt x="240029" y="196596"/>
                      </a:lnTo>
                      <a:lnTo>
                        <a:pt x="227838" y="187579"/>
                      </a:lnTo>
                      <a:lnTo>
                        <a:pt x="223774" y="178689"/>
                      </a:lnTo>
                      <a:lnTo>
                        <a:pt x="223774" y="151892"/>
                      </a:lnTo>
                      <a:lnTo>
                        <a:pt x="227838" y="147447"/>
                      </a:lnTo>
                      <a:lnTo>
                        <a:pt x="240029" y="138430"/>
                      </a:lnTo>
                      <a:lnTo>
                        <a:pt x="252222" y="133985"/>
                      </a:lnTo>
                      <a:lnTo>
                        <a:pt x="402717" y="133985"/>
                      </a:lnTo>
                      <a:lnTo>
                        <a:pt x="402717" y="111633"/>
                      </a:lnTo>
                      <a:lnTo>
                        <a:pt x="349885" y="111633"/>
                      </a:lnTo>
                      <a:lnTo>
                        <a:pt x="252222" y="0"/>
                      </a:lnTo>
                      <a:close/>
                    </a:path>
                    <a:path w="504825" h="455929">
                      <a:moveTo>
                        <a:pt x="402717" y="133985"/>
                      </a:moveTo>
                      <a:lnTo>
                        <a:pt x="252222" y="133985"/>
                      </a:lnTo>
                      <a:lnTo>
                        <a:pt x="260350" y="138430"/>
                      </a:lnTo>
                      <a:lnTo>
                        <a:pt x="272542" y="147447"/>
                      </a:lnTo>
                      <a:lnTo>
                        <a:pt x="276605" y="151892"/>
                      </a:lnTo>
                      <a:lnTo>
                        <a:pt x="276605" y="178689"/>
                      </a:lnTo>
                      <a:lnTo>
                        <a:pt x="272542" y="187579"/>
                      </a:lnTo>
                      <a:lnTo>
                        <a:pt x="260350" y="196596"/>
                      </a:lnTo>
                      <a:lnTo>
                        <a:pt x="252222" y="201041"/>
                      </a:lnTo>
                      <a:lnTo>
                        <a:pt x="432838" y="201041"/>
                      </a:lnTo>
                      <a:lnTo>
                        <a:pt x="402717" y="165354"/>
                      </a:lnTo>
                      <a:lnTo>
                        <a:pt x="402717" y="133985"/>
                      </a:lnTo>
                      <a:close/>
                    </a:path>
                    <a:path w="504825" h="455929">
                      <a:moveTo>
                        <a:pt x="402717" y="84836"/>
                      </a:moveTo>
                      <a:lnTo>
                        <a:pt x="349885" y="84836"/>
                      </a:lnTo>
                      <a:lnTo>
                        <a:pt x="349885" y="111633"/>
                      </a:lnTo>
                      <a:lnTo>
                        <a:pt x="402717" y="111633"/>
                      </a:lnTo>
                      <a:lnTo>
                        <a:pt x="402717" y="84836"/>
                      </a:lnTo>
                      <a:close/>
                    </a:path>
                    <a:path w="504825" h="455929">
                      <a:moveTo>
                        <a:pt x="410845" y="62484"/>
                      </a:moveTo>
                      <a:lnTo>
                        <a:pt x="341756" y="62484"/>
                      </a:lnTo>
                      <a:lnTo>
                        <a:pt x="341756" y="84836"/>
                      </a:lnTo>
                      <a:lnTo>
                        <a:pt x="410845" y="84836"/>
                      </a:lnTo>
                      <a:lnTo>
                        <a:pt x="410845" y="62484"/>
                      </a:lnTo>
                      <a:close/>
                    </a:path>
                  </a:pathLst>
                </a:custGeom>
                <a:solidFill>
                  <a:srgbClr val="52555A"/>
                </a:solidFill>
              </p:spPr>
              <p:txBody>
                <a:bodyPr wrap="square" lIns="0" tIns="0" rIns="0" bIns="0" rtlCol="0"/>
                <a:lstStyle/>
                <a:p>
                  <a:endParaRPr/>
                </a:p>
              </p:txBody>
            </p:sp>
            <p:sp>
              <p:nvSpPr>
                <p:cNvPr id="79" name="object 48">
                  <a:extLst>
                    <a:ext uri="{FF2B5EF4-FFF2-40B4-BE49-F238E27FC236}">
                      <a16:creationId xmlns:a16="http://schemas.microsoft.com/office/drawing/2014/main" id="{00FA3924-AA1F-4F7D-A463-6C5725D38BB8}"/>
                    </a:ext>
                  </a:extLst>
                </p:cNvPr>
                <p:cNvSpPr/>
                <p:nvPr/>
              </p:nvSpPr>
              <p:spPr>
                <a:xfrm>
                  <a:off x="12730187" y="1939325"/>
                  <a:ext cx="363589" cy="330481"/>
                </a:xfrm>
                <a:custGeom>
                  <a:avLst/>
                  <a:gdLst/>
                  <a:ahLst/>
                  <a:cxnLst/>
                  <a:rect l="l" t="t" r="r" b="b"/>
                  <a:pathLst>
                    <a:path w="504825" h="455929">
                      <a:moveTo>
                        <a:pt x="443484" y="285877"/>
                      </a:moveTo>
                      <a:lnTo>
                        <a:pt x="65150" y="285877"/>
                      </a:lnTo>
                      <a:lnTo>
                        <a:pt x="65150" y="455676"/>
                      </a:lnTo>
                      <a:lnTo>
                        <a:pt x="272542" y="455676"/>
                      </a:lnTo>
                      <a:lnTo>
                        <a:pt x="272542" y="402082"/>
                      </a:lnTo>
                      <a:lnTo>
                        <a:pt x="134239" y="402082"/>
                      </a:lnTo>
                      <a:lnTo>
                        <a:pt x="134239" y="317246"/>
                      </a:lnTo>
                      <a:lnTo>
                        <a:pt x="443484" y="317246"/>
                      </a:lnTo>
                      <a:lnTo>
                        <a:pt x="443484" y="285877"/>
                      </a:lnTo>
                      <a:close/>
                    </a:path>
                    <a:path w="504825" h="455929">
                      <a:moveTo>
                        <a:pt x="443484" y="317246"/>
                      </a:moveTo>
                      <a:lnTo>
                        <a:pt x="366141" y="317246"/>
                      </a:lnTo>
                      <a:lnTo>
                        <a:pt x="366141" y="455676"/>
                      </a:lnTo>
                      <a:lnTo>
                        <a:pt x="443484" y="455676"/>
                      </a:lnTo>
                      <a:lnTo>
                        <a:pt x="443484" y="317246"/>
                      </a:lnTo>
                      <a:close/>
                    </a:path>
                    <a:path w="504825" h="455929">
                      <a:moveTo>
                        <a:pt x="272542" y="317246"/>
                      </a:moveTo>
                      <a:lnTo>
                        <a:pt x="195325" y="317246"/>
                      </a:lnTo>
                      <a:lnTo>
                        <a:pt x="195325" y="402082"/>
                      </a:lnTo>
                      <a:lnTo>
                        <a:pt x="272542" y="402082"/>
                      </a:lnTo>
                      <a:lnTo>
                        <a:pt x="272542" y="317246"/>
                      </a:lnTo>
                      <a:close/>
                    </a:path>
                    <a:path w="504825" h="455929">
                      <a:moveTo>
                        <a:pt x="252222" y="0"/>
                      </a:moveTo>
                      <a:lnTo>
                        <a:pt x="126111" y="138430"/>
                      </a:lnTo>
                      <a:lnTo>
                        <a:pt x="0" y="285877"/>
                      </a:lnTo>
                      <a:lnTo>
                        <a:pt x="504444" y="285877"/>
                      </a:lnTo>
                      <a:lnTo>
                        <a:pt x="432838" y="201041"/>
                      </a:lnTo>
                      <a:lnTo>
                        <a:pt x="252222" y="201041"/>
                      </a:lnTo>
                      <a:lnTo>
                        <a:pt x="240029" y="196596"/>
                      </a:lnTo>
                      <a:lnTo>
                        <a:pt x="227838" y="187579"/>
                      </a:lnTo>
                      <a:lnTo>
                        <a:pt x="223774" y="178689"/>
                      </a:lnTo>
                      <a:lnTo>
                        <a:pt x="223774" y="151892"/>
                      </a:lnTo>
                      <a:lnTo>
                        <a:pt x="227838" y="147447"/>
                      </a:lnTo>
                      <a:lnTo>
                        <a:pt x="240029" y="138430"/>
                      </a:lnTo>
                      <a:lnTo>
                        <a:pt x="252222" y="133985"/>
                      </a:lnTo>
                      <a:lnTo>
                        <a:pt x="402717" y="133985"/>
                      </a:lnTo>
                      <a:lnTo>
                        <a:pt x="402717" y="111633"/>
                      </a:lnTo>
                      <a:lnTo>
                        <a:pt x="349885" y="111633"/>
                      </a:lnTo>
                      <a:lnTo>
                        <a:pt x="252222" y="0"/>
                      </a:lnTo>
                      <a:close/>
                    </a:path>
                    <a:path w="504825" h="455929">
                      <a:moveTo>
                        <a:pt x="402717" y="133985"/>
                      </a:moveTo>
                      <a:lnTo>
                        <a:pt x="252222" y="133985"/>
                      </a:lnTo>
                      <a:lnTo>
                        <a:pt x="260350" y="138430"/>
                      </a:lnTo>
                      <a:lnTo>
                        <a:pt x="272542" y="147447"/>
                      </a:lnTo>
                      <a:lnTo>
                        <a:pt x="276605" y="151892"/>
                      </a:lnTo>
                      <a:lnTo>
                        <a:pt x="276605" y="178689"/>
                      </a:lnTo>
                      <a:lnTo>
                        <a:pt x="272542" y="187579"/>
                      </a:lnTo>
                      <a:lnTo>
                        <a:pt x="260350" y="196596"/>
                      </a:lnTo>
                      <a:lnTo>
                        <a:pt x="252222" y="201041"/>
                      </a:lnTo>
                      <a:lnTo>
                        <a:pt x="432838" y="201041"/>
                      </a:lnTo>
                      <a:lnTo>
                        <a:pt x="402717" y="165354"/>
                      </a:lnTo>
                      <a:lnTo>
                        <a:pt x="402717" y="133985"/>
                      </a:lnTo>
                      <a:close/>
                    </a:path>
                    <a:path w="504825" h="455929">
                      <a:moveTo>
                        <a:pt x="402717" y="84836"/>
                      </a:moveTo>
                      <a:lnTo>
                        <a:pt x="349885" y="84836"/>
                      </a:lnTo>
                      <a:lnTo>
                        <a:pt x="349885" y="111633"/>
                      </a:lnTo>
                      <a:lnTo>
                        <a:pt x="402717" y="111633"/>
                      </a:lnTo>
                      <a:lnTo>
                        <a:pt x="402717" y="84836"/>
                      </a:lnTo>
                      <a:close/>
                    </a:path>
                    <a:path w="504825" h="455929">
                      <a:moveTo>
                        <a:pt x="410845" y="62484"/>
                      </a:moveTo>
                      <a:lnTo>
                        <a:pt x="341756" y="62484"/>
                      </a:lnTo>
                      <a:lnTo>
                        <a:pt x="341756" y="84836"/>
                      </a:lnTo>
                      <a:lnTo>
                        <a:pt x="410845" y="84836"/>
                      </a:lnTo>
                      <a:lnTo>
                        <a:pt x="410845" y="62484"/>
                      </a:lnTo>
                      <a:close/>
                    </a:path>
                  </a:pathLst>
                </a:custGeom>
                <a:solidFill>
                  <a:srgbClr val="52555A"/>
                </a:solidFill>
              </p:spPr>
              <p:txBody>
                <a:bodyPr wrap="square" lIns="0" tIns="0" rIns="0" bIns="0" rtlCol="0"/>
                <a:lstStyle/>
                <a:p>
                  <a:endParaRPr/>
                </a:p>
              </p:txBody>
            </p:sp>
            <p:sp>
              <p:nvSpPr>
                <p:cNvPr id="80" name="object 48">
                  <a:extLst>
                    <a:ext uri="{FF2B5EF4-FFF2-40B4-BE49-F238E27FC236}">
                      <a16:creationId xmlns:a16="http://schemas.microsoft.com/office/drawing/2014/main" id="{AC402AE0-F09C-403D-A457-D51BA9DD87D9}"/>
                    </a:ext>
                  </a:extLst>
                </p:cNvPr>
                <p:cNvSpPr/>
                <p:nvPr/>
              </p:nvSpPr>
              <p:spPr>
                <a:xfrm>
                  <a:off x="13051888" y="1589454"/>
                  <a:ext cx="363589" cy="330481"/>
                </a:xfrm>
                <a:custGeom>
                  <a:avLst/>
                  <a:gdLst/>
                  <a:ahLst/>
                  <a:cxnLst/>
                  <a:rect l="l" t="t" r="r" b="b"/>
                  <a:pathLst>
                    <a:path w="504825" h="455929">
                      <a:moveTo>
                        <a:pt x="443484" y="285877"/>
                      </a:moveTo>
                      <a:lnTo>
                        <a:pt x="65150" y="285877"/>
                      </a:lnTo>
                      <a:lnTo>
                        <a:pt x="65150" y="455676"/>
                      </a:lnTo>
                      <a:lnTo>
                        <a:pt x="272542" y="455676"/>
                      </a:lnTo>
                      <a:lnTo>
                        <a:pt x="272542" y="402082"/>
                      </a:lnTo>
                      <a:lnTo>
                        <a:pt x="134239" y="402082"/>
                      </a:lnTo>
                      <a:lnTo>
                        <a:pt x="134239" y="317246"/>
                      </a:lnTo>
                      <a:lnTo>
                        <a:pt x="443484" y="317246"/>
                      </a:lnTo>
                      <a:lnTo>
                        <a:pt x="443484" y="285877"/>
                      </a:lnTo>
                      <a:close/>
                    </a:path>
                    <a:path w="504825" h="455929">
                      <a:moveTo>
                        <a:pt x="443484" y="317246"/>
                      </a:moveTo>
                      <a:lnTo>
                        <a:pt x="366141" y="317246"/>
                      </a:lnTo>
                      <a:lnTo>
                        <a:pt x="366141" y="455676"/>
                      </a:lnTo>
                      <a:lnTo>
                        <a:pt x="443484" y="455676"/>
                      </a:lnTo>
                      <a:lnTo>
                        <a:pt x="443484" y="317246"/>
                      </a:lnTo>
                      <a:close/>
                    </a:path>
                    <a:path w="504825" h="455929">
                      <a:moveTo>
                        <a:pt x="272542" y="317246"/>
                      </a:moveTo>
                      <a:lnTo>
                        <a:pt x="195325" y="317246"/>
                      </a:lnTo>
                      <a:lnTo>
                        <a:pt x="195325" y="402082"/>
                      </a:lnTo>
                      <a:lnTo>
                        <a:pt x="272542" y="402082"/>
                      </a:lnTo>
                      <a:lnTo>
                        <a:pt x="272542" y="317246"/>
                      </a:lnTo>
                      <a:close/>
                    </a:path>
                    <a:path w="504825" h="455929">
                      <a:moveTo>
                        <a:pt x="252222" y="0"/>
                      </a:moveTo>
                      <a:lnTo>
                        <a:pt x="126111" y="138430"/>
                      </a:lnTo>
                      <a:lnTo>
                        <a:pt x="0" y="285877"/>
                      </a:lnTo>
                      <a:lnTo>
                        <a:pt x="504444" y="285877"/>
                      </a:lnTo>
                      <a:lnTo>
                        <a:pt x="432838" y="201041"/>
                      </a:lnTo>
                      <a:lnTo>
                        <a:pt x="252222" y="201041"/>
                      </a:lnTo>
                      <a:lnTo>
                        <a:pt x="240029" y="196596"/>
                      </a:lnTo>
                      <a:lnTo>
                        <a:pt x="227838" y="187579"/>
                      </a:lnTo>
                      <a:lnTo>
                        <a:pt x="223774" y="178689"/>
                      </a:lnTo>
                      <a:lnTo>
                        <a:pt x="223774" y="151892"/>
                      </a:lnTo>
                      <a:lnTo>
                        <a:pt x="227838" y="147447"/>
                      </a:lnTo>
                      <a:lnTo>
                        <a:pt x="240029" y="138430"/>
                      </a:lnTo>
                      <a:lnTo>
                        <a:pt x="252222" y="133985"/>
                      </a:lnTo>
                      <a:lnTo>
                        <a:pt x="402717" y="133985"/>
                      </a:lnTo>
                      <a:lnTo>
                        <a:pt x="402717" y="111633"/>
                      </a:lnTo>
                      <a:lnTo>
                        <a:pt x="349885" y="111633"/>
                      </a:lnTo>
                      <a:lnTo>
                        <a:pt x="252222" y="0"/>
                      </a:lnTo>
                      <a:close/>
                    </a:path>
                    <a:path w="504825" h="455929">
                      <a:moveTo>
                        <a:pt x="402717" y="133985"/>
                      </a:moveTo>
                      <a:lnTo>
                        <a:pt x="252222" y="133985"/>
                      </a:lnTo>
                      <a:lnTo>
                        <a:pt x="260350" y="138430"/>
                      </a:lnTo>
                      <a:lnTo>
                        <a:pt x="272542" y="147447"/>
                      </a:lnTo>
                      <a:lnTo>
                        <a:pt x="276605" y="151892"/>
                      </a:lnTo>
                      <a:lnTo>
                        <a:pt x="276605" y="178689"/>
                      </a:lnTo>
                      <a:lnTo>
                        <a:pt x="272542" y="187579"/>
                      </a:lnTo>
                      <a:lnTo>
                        <a:pt x="260350" y="196596"/>
                      </a:lnTo>
                      <a:lnTo>
                        <a:pt x="252222" y="201041"/>
                      </a:lnTo>
                      <a:lnTo>
                        <a:pt x="432838" y="201041"/>
                      </a:lnTo>
                      <a:lnTo>
                        <a:pt x="402717" y="165354"/>
                      </a:lnTo>
                      <a:lnTo>
                        <a:pt x="402717" y="133985"/>
                      </a:lnTo>
                      <a:close/>
                    </a:path>
                    <a:path w="504825" h="455929">
                      <a:moveTo>
                        <a:pt x="402717" y="84836"/>
                      </a:moveTo>
                      <a:lnTo>
                        <a:pt x="349885" y="84836"/>
                      </a:lnTo>
                      <a:lnTo>
                        <a:pt x="349885" y="111633"/>
                      </a:lnTo>
                      <a:lnTo>
                        <a:pt x="402717" y="111633"/>
                      </a:lnTo>
                      <a:lnTo>
                        <a:pt x="402717" y="84836"/>
                      </a:lnTo>
                      <a:close/>
                    </a:path>
                    <a:path w="504825" h="455929">
                      <a:moveTo>
                        <a:pt x="410845" y="62484"/>
                      </a:moveTo>
                      <a:lnTo>
                        <a:pt x="341756" y="62484"/>
                      </a:lnTo>
                      <a:lnTo>
                        <a:pt x="341756" y="84836"/>
                      </a:lnTo>
                      <a:lnTo>
                        <a:pt x="410845" y="84836"/>
                      </a:lnTo>
                      <a:lnTo>
                        <a:pt x="410845" y="62484"/>
                      </a:lnTo>
                      <a:close/>
                    </a:path>
                  </a:pathLst>
                </a:custGeom>
                <a:solidFill>
                  <a:srgbClr val="52555A"/>
                </a:solidFill>
              </p:spPr>
              <p:txBody>
                <a:bodyPr wrap="square" lIns="0" tIns="0" rIns="0" bIns="0" rtlCol="0"/>
                <a:lstStyle/>
                <a:p>
                  <a:endParaRPr/>
                </a:p>
              </p:txBody>
            </p:sp>
            <p:sp>
              <p:nvSpPr>
                <p:cNvPr id="81" name="object 48">
                  <a:extLst>
                    <a:ext uri="{FF2B5EF4-FFF2-40B4-BE49-F238E27FC236}">
                      <a16:creationId xmlns:a16="http://schemas.microsoft.com/office/drawing/2014/main" id="{895EDD79-6AC9-4AB2-A2DA-2190504C92CD}"/>
                    </a:ext>
                  </a:extLst>
                </p:cNvPr>
                <p:cNvSpPr/>
                <p:nvPr/>
              </p:nvSpPr>
              <p:spPr>
                <a:xfrm>
                  <a:off x="12676032" y="1193290"/>
                  <a:ext cx="363589" cy="330481"/>
                </a:xfrm>
                <a:custGeom>
                  <a:avLst/>
                  <a:gdLst/>
                  <a:ahLst/>
                  <a:cxnLst/>
                  <a:rect l="l" t="t" r="r" b="b"/>
                  <a:pathLst>
                    <a:path w="504825" h="455929">
                      <a:moveTo>
                        <a:pt x="443484" y="285877"/>
                      </a:moveTo>
                      <a:lnTo>
                        <a:pt x="65150" y="285877"/>
                      </a:lnTo>
                      <a:lnTo>
                        <a:pt x="65150" y="455676"/>
                      </a:lnTo>
                      <a:lnTo>
                        <a:pt x="272542" y="455676"/>
                      </a:lnTo>
                      <a:lnTo>
                        <a:pt x="272542" y="402082"/>
                      </a:lnTo>
                      <a:lnTo>
                        <a:pt x="134239" y="402082"/>
                      </a:lnTo>
                      <a:lnTo>
                        <a:pt x="134239" y="317246"/>
                      </a:lnTo>
                      <a:lnTo>
                        <a:pt x="443484" y="317246"/>
                      </a:lnTo>
                      <a:lnTo>
                        <a:pt x="443484" y="285877"/>
                      </a:lnTo>
                      <a:close/>
                    </a:path>
                    <a:path w="504825" h="455929">
                      <a:moveTo>
                        <a:pt x="443484" y="317246"/>
                      </a:moveTo>
                      <a:lnTo>
                        <a:pt x="366141" y="317246"/>
                      </a:lnTo>
                      <a:lnTo>
                        <a:pt x="366141" y="455676"/>
                      </a:lnTo>
                      <a:lnTo>
                        <a:pt x="443484" y="455676"/>
                      </a:lnTo>
                      <a:lnTo>
                        <a:pt x="443484" y="317246"/>
                      </a:lnTo>
                      <a:close/>
                    </a:path>
                    <a:path w="504825" h="455929">
                      <a:moveTo>
                        <a:pt x="272542" y="317246"/>
                      </a:moveTo>
                      <a:lnTo>
                        <a:pt x="195325" y="317246"/>
                      </a:lnTo>
                      <a:lnTo>
                        <a:pt x="195325" y="402082"/>
                      </a:lnTo>
                      <a:lnTo>
                        <a:pt x="272542" y="402082"/>
                      </a:lnTo>
                      <a:lnTo>
                        <a:pt x="272542" y="317246"/>
                      </a:lnTo>
                      <a:close/>
                    </a:path>
                    <a:path w="504825" h="455929">
                      <a:moveTo>
                        <a:pt x="252222" y="0"/>
                      </a:moveTo>
                      <a:lnTo>
                        <a:pt x="126111" y="138430"/>
                      </a:lnTo>
                      <a:lnTo>
                        <a:pt x="0" y="285877"/>
                      </a:lnTo>
                      <a:lnTo>
                        <a:pt x="504444" y="285877"/>
                      </a:lnTo>
                      <a:lnTo>
                        <a:pt x="432838" y="201041"/>
                      </a:lnTo>
                      <a:lnTo>
                        <a:pt x="252222" y="201041"/>
                      </a:lnTo>
                      <a:lnTo>
                        <a:pt x="240029" y="196596"/>
                      </a:lnTo>
                      <a:lnTo>
                        <a:pt x="227838" y="187579"/>
                      </a:lnTo>
                      <a:lnTo>
                        <a:pt x="223774" y="178689"/>
                      </a:lnTo>
                      <a:lnTo>
                        <a:pt x="223774" y="151892"/>
                      </a:lnTo>
                      <a:lnTo>
                        <a:pt x="227838" y="147447"/>
                      </a:lnTo>
                      <a:lnTo>
                        <a:pt x="240029" y="138430"/>
                      </a:lnTo>
                      <a:lnTo>
                        <a:pt x="252222" y="133985"/>
                      </a:lnTo>
                      <a:lnTo>
                        <a:pt x="402717" y="133985"/>
                      </a:lnTo>
                      <a:lnTo>
                        <a:pt x="402717" y="111633"/>
                      </a:lnTo>
                      <a:lnTo>
                        <a:pt x="349885" y="111633"/>
                      </a:lnTo>
                      <a:lnTo>
                        <a:pt x="252222" y="0"/>
                      </a:lnTo>
                      <a:close/>
                    </a:path>
                    <a:path w="504825" h="455929">
                      <a:moveTo>
                        <a:pt x="402717" y="133985"/>
                      </a:moveTo>
                      <a:lnTo>
                        <a:pt x="252222" y="133985"/>
                      </a:lnTo>
                      <a:lnTo>
                        <a:pt x="260350" y="138430"/>
                      </a:lnTo>
                      <a:lnTo>
                        <a:pt x="272542" y="147447"/>
                      </a:lnTo>
                      <a:lnTo>
                        <a:pt x="276605" y="151892"/>
                      </a:lnTo>
                      <a:lnTo>
                        <a:pt x="276605" y="178689"/>
                      </a:lnTo>
                      <a:lnTo>
                        <a:pt x="272542" y="187579"/>
                      </a:lnTo>
                      <a:lnTo>
                        <a:pt x="260350" y="196596"/>
                      </a:lnTo>
                      <a:lnTo>
                        <a:pt x="252222" y="201041"/>
                      </a:lnTo>
                      <a:lnTo>
                        <a:pt x="432838" y="201041"/>
                      </a:lnTo>
                      <a:lnTo>
                        <a:pt x="402717" y="165354"/>
                      </a:lnTo>
                      <a:lnTo>
                        <a:pt x="402717" y="133985"/>
                      </a:lnTo>
                      <a:close/>
                    </a:path>
                    <a:path w="504825" h="455929">
                      <a:moveTo>
                        <a:pt x="402717" y="84836"/>
                      </a:moveTo>
                      <a:lnTo>
                        <a:pt x="349885" y="84836"/>
                      </a:lnTo>
                      <a:lnTo>
                        <a:pt x="349885" y="111633"/>
                      </a:lnTo>
                      <a:lnTo>
                        <a:pt x="402717" y="111633"/>
                      </a:lnTo>
                      <a:lnTo>
                        <a:pt x="402717" y="84836"/>
                      </a:lnTo>
                      <a:close/>
                    </a:path>
                    <a:path w="504825" h="455929">
                      <a:moveTo>
                        <a:pt x="410845" y="62484"/>
                      </a:moveTo>
                      <a:lnTo>
                        <a:pt x="341756" y="62484"/>
                      </a:lnTo>
                      <a:lnTo>
                        <a:pt x="341756" y="84836"/>
                      </a:lnTo>
                      <a:lnTo>
                        <a:pt x="410845" y="84836"/>
                      </a:lnTo>
                      <a:lnTo>
                        <a:pt x="410845" y="62484"/>
                      </a:lnTo>
                      <a:close/>
                    </a:path>
                  </a:pathLst>
                </a:custGeom>
                <a:solidFill>
                  <a:srgbClr val="52555A"/>
                </a:solidFill>
              </p:spPr>
              <p:txBody>
                <a:bodyPr wrap="square" lIns="0" tIns="0" rIns="0" bIns="0" rtlCol="0"/>
                <a:lstStyle/>
                <a:p>
                  <a:endParaRPr/>
                </a:p>
              </p:txBody>
            </p:sp>
          </p:grpSp>
        </p:grpSp>
      </p:grpSp>
      <p:sp>
        <p:nvSpPr>
          <p:cNvPr id="89" name="object 50">
            <a:extLst>
              <a:ext uri="{FF2B5EF4-FFF2-40B4-BE49-F238E27FC236}">
                <a16:creationId xmlns:a16="http://schemas.microsoft.com/office/drawing/2014/main" id="{EBA0E097-5FA7-4DD7-806A-FAD04CD71B11}"/>
              </a:ext>
            </a:extLst>
          </p:cNvPr>
          <p:cNvSpPr txBox="1"/>
          <p:nvPr/>
        </p:nvSpPr>
        <p:spPr>
          <a:xfrm>
            <a:off x="2989614" y="2388473"/>
            <a:ext cx="1378794" cy="302647"/>
          </a:xfrm>
          <a:prstGeom prst="rect">
            <a:avLst/>
          </a:prstGeom>
        </p:spPr>
        <p:txBody>
          <a:bodyPr vert="horz" wrap="square" lIns="0" tIns="12700" rIns="0" bIns="0" rtlCol="0">
            <a:spAutoFit/>
          </a:bodyPr>
          <a:lstStyle/>
          <a:p>
            <a:pPr marL="645160">
              <a:lnSpc>
                <a:spcPct val="100000"/>
              </a:lnSpc>
              <a:spcBef>
                <a:spcPts val="100"/>
              </a:spcBef>
            </a:pPr>
            <a:endParaRPr lang="en-US" sz="900" spc="-25">
              <a:solidFill>
                <a:srgbClr val="85BB24"/>
              </a:solidFill>
              <a:latin typeface="Verdana"/>
              <a:cs typeface="Verdana"/>
            </a:endParaRPr>
          </a:p>
          <a:p>
            <a:pPr marL="645160">
              <a:lnSpc>
                <a:spcPct val="100000"/>
              </a:lnSpc>
              <a:spcBef>
                <a:spcPts val="100"/>
              </a:spcBef>
            </a:pPr>
            <a:r>
              <a:rPr lang="en-US" sz="900" spc="-25">
                <a:solidFill>
                  <a:schemeClr val="accent2">
                    <a:lumMod val="50000"/>
                  </a:schemeClr>
                </a:solidFill>
                <a:latin typeface="Verdana"/>
                <a:cs typeface="Verdana"/>
              </a:rPr>
              <a:t>Connectivity</a:t>
            </a:r>
            <a:endParaRPr lang="en-US" sz="900">
              <a:solidFill>
                <a:schemeClr val="accent2">
                  <a:lumMod val="50000"/>
                </a:schemeClr>
              </a:solidFill>
              <a:latin typeface="Verdana"/>
              <a:cs typeface="Verdana"/>
            </a:endParaRPr>
          </a:p>
        </p:txBody>
      </p:sp>
      <p:sp>
        <p:nvSpPr>
          <p:cNvPr id="85" name="object 64">
            <a:extLst>
              <a:ext uri="{FF2B5EF4-FFF2-40B4-BE49-F238E27FC236}">
                <a16:creationId xmlns:a16="http://schemas.microsoft.com/office/drawing/2014/main" id="{F1AA0215-3406-4101-B674-032873502D65}"/>
              </a:ext>
            </a:extLst>
          </p:cNvPr>
          <p:cNvSpPr/>
          <p:nvPr/>
        </p:nvSpPr>
        <p:spPr>
          <a:xfrm flipV="1">
            <a:off x="5642824" y="2786414"/>
            <a:ext cx="418265" cy="45719"/>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a:p>
        </p:txBody>
      </p:sp>
      <p:sp>
        <p:nvSpPr>
          <p:cNvPr id="86" name="Rectangle 85">
            <a:extLst>
              <a:ext uri="{FF2B5EF4-FFF2-40B4-BE49-F238E27FC236}">
                <a16:creationId xmlns:a16="http://schemas.microsoft.com/office/drawing/2014/main" id="{4E17EB8B-DE07-46BF-AE5A-32EF68EFB803}"/>
              </a:ext>
            </a:extLst>
          </p:cNvPr>
          <p:cNvSpPr/>
          <p:nvPr/>
        </p:nvSpPr>
        <p:spPr bwMode="gray">
          <a:xfrm>
            <a:off x="5055000" y="1875611"/>
            <a:ext cx="534555" cy="1778704"/>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a:t>Head end system  </a:t>
            </a:r>
          </a:p>
        </p:txBody>
      </p:sp>
      <p:sp>
        <p:nvSpPr>
          <p:cNvPr id="96" name="object 64">
            <a:extLst>
              <a:ext uri="{FF2B5EF4-FFF2-40B4-BE49-F238E27FC236}">
                <a16:creationId xmlns:a16="http://schemas.microsoft.com/office/drawing/2014/main" id="{80DDB83D-71AC-403B-9602-158A746996C5}"/>
              </a:ext>
            </a:extLst>
          </p:cNvPr>
          <p:cNvSpPr/>
          <p:nvPr/>
        </p:nvSpPr>
        <p:spPr>
          <a:xfrm>
            <a:off x="3376719" y="2762616"/>
            <a:ext cx="1645920" cy="83471"/>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a:p>
        </p:txBody>
      </p:sp>
      <p:sp>
        <p:nvSpPr>
          <p:cNvPr id="97" name="object 64">
            <a:extLst>
              <a:ext uri="{FF2B5EF4-FFF2-40B4-BE49-F238E27FC236}">
                <a16:creationId xmlns:a16="http://schemas.microsoft.com/office/drawing/2014/main" id="{71D5838A-D488-4211-AADF-650A32DF193F}"/>
              </a:ext>
            </a:extLst>
          </p:cNvPr>
          <p:cNvSpPr/>
          <p:nvPr/>
        </p:nvSpPr>
        <p:spPr>
          <a:xfrm flipV="1">
            <a:off x="7644760" y="2786414"/>
            <a:ext cx="457200" cy="45719"/>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a:p>
        </p:txBody>
      </p:sp>
      <p:cxnSp>
        <p:nvCxnSpPr>
          <p:cNvPr id="128" name="Straight Connector 127">
            <a:extLst>
              <a:ext uri="{FF2B5EF4-FFF2-40B4-BE49-F238E27FC236}">
                <a16:creationId xmlns:a16="http://schemas.microsoft.com/office/drawing/2014/main" id="{DB41B344-25B8-448A-82B0-D6F4FBAD94D1}"/>
              </a:ext>
            </a:extLst>
          </p:cNvPr>
          <p:cNvCxnSpPr>
            <a:cxnSpLocks/>
          </p:cNvCxnSpPr>
          <p:nvPr/>
        </p:nvCxnSpPr>
        <p:spPr>
          <a:xfrm flipH="1">
            <a:off x="5625690" y="2981689"/>
            <a:ext cx="377530" cy="2455"/>
          </a:xfrm>
          <a:prstGeom prst="line">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F44809DC-5F62-4F28-BC74-A574CB487AA6}"/>
              </a:ext>
            </a:extLst>
          </p:cNvPr>
          <p:cNvCxnSpPr>
            <a:cxnSpLocks/>
          </p:cNvCxnSpPr>
          <p:nvPr/>
        </p:nvCxnSpPr>
        <p:spPr>
          <a:xfrm flipH="1">
            <a:off x="7657311" y="2971975"/>
            <a:ext cx="322956" cy="0"/>
          </a:xfrm>
          <a:prstGeom prst="line">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34" name="object 57">
            <a:extLst>
              <a:ext uri="{FF2B5EF4-FFF2-40B4-BE49-F238E27FC236}">
                <a16:creationId xmlns:a16="http://schemas.microsoft.com/office/drawing/2014/main" id="{57A25268-317A-4B9C-B5F5-B776016F8D88}"/>
              </a:ext>
            </a:extLst>
          </p:cNvPr>
          <p:cNvSpPr txBox="1"/>
          <p:nvPr/>
        </p:nvSpPr>
        <p:spPr>
          <a:xfrm>
            <a:off x="5589277" y="3149804"/>
            <a:ext cx="498821" cy="259045"/>
          </a:xfrm>
          <a:prstGeom prst="rect">
            <a:avLst/>
          </a:prstGeom>
        </p:spPr>
        <p:txBody>
          <a:bodyPr vert="horz" wrap="square" lIns="0" tIns="12700" rIns="0" bIns="0" rtlCol="0">
            <a:spAutoFit/>
          </a:bodyPr>
          <a:lstStyle/>
          <a:p>
            <a:pPr marL="12700" marR="5080" indent="73025">
              <a:lnSpc>
                <a:spcPct val="100000"/>
              </a:lnSpc>
              <a:spcBef>
                <a:spcPts val="100"/>
              </a:spcBef>
            </a:pPr>
            <a:r>
              <a:rPr lang="en-US" sz="800">
                <a:latin typeface="Verdana"/>
                <a:cs typeface="Verdana"/>
              </a:rPr>
              <a:t>Web services</a:t>
            </a:r>
            <a:endParaRPr sz="800">
              <a:latin typeface="Verdana"/>
              <a:cs typeface="Verdana"/>
            </a:endParaRPr>
          </a:p>
        </p:txBody>
      </p:sp>
      <p:sp>
        <p:nvSpPr>
          <p:cNvPr id="153" name="object 50">
            <a:extLst>
              <a:ext uri="{FF2B5EF4-FFF2-40B4-BE49-F238E27FC236}">
                <a16:creationId xmlns:a16="http://schemas.microsoft.com/office/drawing/2014/main" id="{9D678472-DB6D-4879-A35A-1418A5D5854A}"/>
              </a:ext>
            </a:extLst>
          </p:cNvPr>
          <p:cNvSpPr txBox="1"/>
          <p:nvPr/>
        </p:nvSpPr>
        <p:spPr>
          <a:xfrm>
            <a:off x="636149" y="1668009"/>
            <a:ext cx="3424176" cy="151323"/>
          </a:xfrm>
          <a:prstGeom prst="rect">
            <a:avLst/>
          </a:prstGeom>
        </p:spPr>
        <p:txBody>
          <a:bodyPr vert="horz" wrap="square" lIns="0" tIns="12700" rIns="0" bIns="0" rtlCol="0">
            <a:spAutoFit/>
          </a:bodyPr>
          <a:lstStyle/>
          <a:p>
            <a:pPr marL="645160">
              <a:lnSpc>
                <a:spcPct val="100000"/>
              </a:lnSpc>
              <a:spcBef>
                <a:spcPts val="100"/>
              </a:spcBef>
            </a:pPr>
            <a:r>
              <a:rPr lang="en-US" sz="900">
                <a:solidFill>
                  <a:srgbClr val="012169"/>
                </a:solidFill>
                <a:latin typeface="Verdana"/>
                <a:cs typeface="Verdana"/>
              </a:rPr>
              <a:t>Smart Meter Network</a:t>
            </a:r>
            <a:endParaRPr sz="900">
              <a:solidFill>
                <a:srgbClr val="012169"/>
              </a:solidFill>
              <a:latin typeface="Verdana"/>
              <a:cs typeface="Verdana"/>
            </a:endParaRPr>
          </a:p>
        </p:txBody>
      </p:sp>
      <p:sp>
        <p:nvSpPr>
          <p:cNvPr id="91" name="object 57">
            <a:extLst>
              <a:ext uri="{FF2B5EF4-FFF2-40B4-BE49-F238E27FC236}">
                <a16:creationId xmlns:a16="http://schemas.microsoft.com/office/drawing/2014/main" id="{CCC080C4-6907-4EAE-8E40-4410B7B70A85}"/>
              </a:ext>
            </a:extLst>
          </p:cNvPr>
          <p:cNvSpPr txBox="1"/>
          <p:nvPr/>
        </p:nvSpPr>
        <p:spPr>
          <a:xfrm>
            <a:off x="5619566" y="2321866"/>
            <a:ext cx="360585" cy="135935"/>
          </a:xfrm>
          <a:prstGeom prst="rect">
            <a:avLst/>
          </a:prstGeom>
        </p:spPr>
        <p:txBody>
          <a:bodyPr vert="horz" wrap="square" lIns="0" tIns="12700" rIns="0" bIns="0" rtlCol="0">
            <a:spAutoFit/>
          </a:bodyPr>
          <a:lstStyle/>
          <a:p>
            <a:pPr marL="12700" marR="5080" indent="73025">
              <a:lnSpc>
                <a:spcPct val="100000"/>
              </a:lnSpc>
              <a:spcBef>
                <a:spcPts val="100"/>
              </a:spcBef>
            </a:pPr>
            <a:r>
              <a:rPr lang="en-US" sz="800">
                <a:latin typeface="Verdana"/>
                <a:cs typeface="Verdana"/>
              </a:rPr>
              <a:t>API</a:t>
            </a:r>
            <a:endParaRPr sz="800">
              <a:latin typeface="Verdana"/>
              <a:cs typeface="Verdana"/>
            </a:endParaRPr>
          </a:p>
        </p:txBody>
      </p:sp>
      <p:sp>
        <p:nvSpPr>
          <p:cNvPr id="92" name="object 57">
            <a:extLst>
              <a:ext uri="{FF2B5EF4-FFF2-40B4-BE49-F238E27FC236}">
                <a16:creationId xmlns:a16="http://schemas.microsoft.com/office/drawing/2014/main" id="{E25EA4B8-40E6-4DEB-8549-4B3D9F890842}"/>
              </a:ext>
            </a:extLst>
          </p:cNvPr>
          <p:cNvSpPr txBox="1"/>
          <p:nvPr/>
        </p:nvSpPr>
        <p:spPr>
          <a:xfrm>
            <a:off x="7618863" y="3116617"/>
            <a:ext cx="451324" cy="259045"/>
          </a:xfrm>
          <a:prstGeom prst="rect">
            <a:avLst/>
          </a:prstGeom>
        </p:spPr>
        <p:txBody>
          <a:bodyPr vert="horz" wrap="square" lIns="0" tIns="12700" rIns="0" bIns="0" rtlCol="0">
            <a:spAutoFit/>
          </a:bodyPr>
          <a:lstStyle/>
          <a:p>
            <a:pPr marL="12700" marR="5080" indent="73025">
              <a:lnSpc>
                <a:spcPct val="100000"/>
              </a:lnSpc>
              <a:spcBef>
                <a:spcPts val="100"/>
              </a:spcBef>
            </a:pPr>
            <a:r>
              <a:rPr lang="en-US" sz="800">
                <a:latin typeface="Verdana"/>
                <a:cs typeface="Verdana"/>
              </a:rPr>
              <a:t>Web services</a:t>
            </a:r>
            <a:endParaRPr sz="800">
              <a:latin typeface="Verdana"/>
              <a:cs typeface="Verdana"/>
            </a:endParaRPr>
          </a:p>
        </p:txBody>
      </p:sp>
      <p:grpSp>
        <p:nvGrpSpPr>
          <p:cNvPr id="7" name="Group 6">
            <a:extLst>
              <a:ext uri="{FF2B5EF4-FFF2-40B4-BE49-F238E27FC236}">
                <a16:creationId xmlns:a16="http://schemas.microsoft.com/office/drawing/2014/main" id="{C2A923DD-7767-4CFB-9F1C-A525AFFEC4BA}"/>
              </a:ext>
            </a:extLst>
          </p:cNvPr>
          <p:cNvGrpSpPr/>
          <p:nvPr/>
        </p:nvGrpSpPr>
        <p:grpSpPr>
          <a:xfrm>
            <a:off x="8555326" y="1976479"/>
            <a:ext cx="2056165" cy="1133911"/>
            <a:chOff x="8361591" y="2202592"/>
            <a:chExt cx="2056165" cy="1133911"/>
          </a:xfrm>
        </p:grpSpPr>
        <p:grpSp>
          <p:nvGrpSpPr>
            <p:cNvPr id="15" name="Group 14">
              <a:extLst>
                <a:ext uri="{FF2B5EF4-FFF2-40B4-BE49-F238E27FC236}">
                  <a16:creationId xmlns:a16="http://schemas.microsoft.com/office/drawing/2014/main" id="{99A5DDAF-8E55-40EC-9073-37E2E4DD1B70}"/>
                </a:ext>
              </a:extLst>
            </p:cNvPr>
            <p:cNvGrpSpPr/>
            <p:nvPr/>
          </p:nvGrpSpPr>
          <p:grpSpPr>
            <a:xfrm>
              <a:off x="8361591" y="2202592"/>
              <a:ext cx="2056165" cy="1133911"/>
              <a:chOff x="8460201" y="2202592"/>
              <a:chExt cx="2056165" cy="1133911"/>
            </a:xfrm>
          </p:grpSpPr>
          <p:cxnSp>
            <p:nvCxnSpPr>
              <p:cNvPr id="157" name="Straight Connector 156">
                <a:extLst>
                  <a:ext uri="{FF2B5EF4-FFF2-40B4-BE49-F238E27FC236}">
                    <a16:creationId xmlns:a16="http://schemas.microsoft.com/office/drawing/2014/main" id="{6D6DA952-3018-4AAE-9DD3-EE58B667448F}"/>
                  </a:ext>
                </a:extLst>
              </p:cNvPr>
              <p:cNvCxnSpPr>
                <a:cxnSpLocks/>
              </p:cNvCxnSpPr>
              <p:nvPr/>
            </p:nvCxnSpPr>
            <p:spPr>
              <a:xfrm flipV="1">
                <a:off x="8655956" y="2589493"/>
                <a:ext cx="474500" cy="270561"/>
              </a:xfrm>
              <a:prstGeom prst="line">
                <a:avLst/>
              </a:prstGeom>
              <a:ln w="12700">
                <a:headEnd type="arrow"/>
                <a:tailEnd type="arrow"/>
              </a:ln>
            </p:spPr>
            <p:style>
              <a:lnRef idx="2">
                <a:schemeClr val="accent1"/>
              </a:lnRef>
              <a:fillRef idx="0">
                <a:schemeClr val="accent1"/>
              </a:fillRef>
              <a:effectRef idx="1">
                <a:schemeClr val="accent1"/>
              </a:effectRef>
              <a:fontRef idx="minor">
                <a:schemeClr val="tx1"/>
              </a:fontRef>
            </p:style>
          </p:cxnSp>
          <p:grpSp>
            <p:nvGrpSpPr>
              <p:cNvPr id="9" name="Group 8">
                <a:extLst>
                  <a:ext uri="{FF2B5EF4-FFF2-40B4-BE49-F238E27FC236}">
                    <a16:creationId xmlns:a16="http://schemas.microsoft.com/office/drawing/2014/main" id="{D31C677B-4737-446A-B83C-E1B7EBF293D2}"/>
                  </a:ext>
                </a:extLst>
              </p:cNvPr>
              <p:cNvGrpSpPr/>
              <p:nvPr/>
            </p:nvGrpSpPr>
            <p:grpSpPr>
              <a:xfrm>
                <a:off x="8460201" y="2202592"/>
                <a:ext cx="2056165" cy="1133911"/>
                <a:chOff x="9487574" y="2253659"/>
                <a:chExt cx="2056165" cy="1133911"/>
              </a:xfrm>
            </p:grpSpPr>
            <p:cxnSp>
              <p:nvCxnSpPr>
                <p:cNvPr id="156" name="Straight Connector 155">
                  <a:extLst>
                    <a:ext uri="{FF2B5EF4-FFF2-40B4-BE49-F238E27FC236}">
                      <a16:creationId xmlns:a16="http://schemas.microsoft.com/office/drawing/2014/main" id="{AD2095F0-64A3-42F4-BF6A-97C3D5A3B109}"/>
                    </a:ext>
                  </a:extLst>
                </p:cNvPr>
                <p:cNvCxnSpPr>
                  <a:cxnSpLocks/>
                </p:cNvCxnSpPr>
                <p:nvPr/>
              </p:nvCxnSpPr>
              <p:spPr>
                <a:xfrm flipV="1">
                  <a:off x="9711872" y="2422188"/>
                  <a:ext cx="324415" cy="251961"/>
                </a:xfrm>
                <a:prstGeom prst="line">
                  <a:avLst/>
                </a:prstGeom>
                <a:ln w="12700">
                  <a:headEnd type="arrow"/>
                  <a:tailEnd type="arrow"/>
                </a:ln>
              </p:spPr>
              <p:style>
                <a:lnRef idx="2">
                  <a:schemeClr val="accent1"/>
                </a:lnRef>
                <a:fillRef idx="0">
                  <a:schemeClr val="accent1"/>
                </a:fillRef>
                <a:effectRef idx="1">
                  <a:schemeClr val="accent1"/>
                </a:effectRef>
                <a:fontRef idx="minor">
                  <a:schemeClr val="tx1"/>
                </a:fontRef>
              </p:style>
            </p:cxnSp>
            <p:cxnSp>
              <p:nvCxnSpPr>
                <p:cNvPr id="159" name="Straight Connector 158">
                  <a:extLst>
                    <a:ext uri="{FF2B5EF4-FFF2-40B4-BE49-F238E27FC236}">
                      <a16:creationId xmlns:a16="http://schemas.microsoft.com/office/drawing/2014/main" id="{09C160E0-2482-42A0-AD95-7B6DD0DF1E1E}"/>
                    </a:ext>
                  </a:extLst>
                </p:cNvPr>
                <p:cNvCxnSpPr>
                  <a:cxnSpLocks/>
                </p:cNvCxnSpPr>
                <p:nvPr/>
              </p:nvCxnSpPr>
              <p:spPr>
                <a:xfrm>
                  <a:off x="9690311" y="3009338"/>
                  <a:ext cx="515051" cy="0"/>
                </a:xfrm>
                <a:prstGeom prst="line">
                  <a:avLst/>
                </a:prstGeom>
                <a:ln w="12700">
                  <a:headEnd type="arrow"/>
                  <a:tailEnd type="arrow"/>
                </a:ln>
              </p:spPr>
              <p:style>
                <a:lnRef idx="2">
                  <a:schemeClr val="accent1"/>
                </a:lnRef>
                <a:fillRef idx="0">
                  <a:schemeClr val="accent1"/>
                </a:fillRef>
                <a:effectRef idx="1">
                  <a:schemeClr val="accent1"/>
                </a:effectRef>
                <a:fontRef idx="minor">
                  <a:schemeClr val="tx1"/>
                </a:fontRef>
              </p:style>
            </p:cxnSp>
            <p:sp>
              <p:nvSpPr>
                <p:cNvPr id="163" name="object 50">
                  <a:extLst>
                    <a:ext uri="{FF2B5EF4-FFF2-40B4-BE49-F238E27FC236}">
                      <a16:creationId xmlns:a16="http://schemas.microsoft.com/office/drawing/2014/main" id="{E82DE63C-9297-4C37-9B7A-38CFEFDF2F57}"/>
                    </a:ext>
                  </a:extLst>
                </p:cNvPr>
                <p:cNvSpPr txBox="1"/>
                <p:nvPr/>
              </p:nvSpPr>
              <p:spPr>
                <a:xfrm>
                  <a:off x="10030781" y="2253659"/>
                  <a:ext cx="1378794" cy="135935"/>
                </a:xfrm>
                <a:prstGeom prst="rect">
                  <a:avLst/>
                </a:prstGeom>
              </p:spPr>
              <p:txBody>
                <a:bodyPr vert="horz" wrap="square" lIns="0" tIns="12700" rIns="0" bIns="0" rtlCol="0">
                  <a:spAutoFit/>
                </a:bodyPr>
                <a:lstStyle/>
                <a:p>
                  <a:pPr marL="61913">
                    <a:lnSpc>
                      <a:spcPct val="100000"/>
                    </a:lnSpc>
                    <a:spcBef>
                      <a:spcPts val="100"/>
                    </a:spcBef>
                  </a:pPr>
                  <a:r>
                    <a:rPr lang="en-US" sz="800" spc="-25">
                      <a:latin typeface="Verdana"/>
                      <a:cs typeface="Verdana"/>
                    </a:rPr>
                    <a:t>Billing systems</a:t>
                  </a:r>
                  <a:endParaRPr sz="800">
                    <a:latin typeface="Verdana"/>
                    <a:cs typeface="Verdana"/>
                  </a:endParaRPr>
                </a:p>
              </p:txBody>
            </p:sp>
            <p:sp>
              <p:nvSpPr>
                <p:cNvPr id="164" name="object 50">
                  <a:extLst>
                    <a:ext uri="{FF2B5EF4-FFF2-40B4-BE49-F238E27FC236}">
                      <a16:creationId xmlns:a16="http://schemas.microsoft.com/office/drawing/2014/main" id="{4D4F6222-F724-45C4-BBC4-CE42C17B2A9F}"/>
                    </a:ext>
                  </a:extLst>
                </p:cNvPr>
                <p:cNvSpPr txBox="1"/>
                <p:nvPr/>
              </p:nvSpPr>
              <p:spPr>
                <a:xfrm>
                  <a:off x="9626319" y="2715332"/>
                  <a:ext cx="1917420" cy="259045"/>
                </a:xfrm>
                <a:prstGeom prst="rect">
                  <a:avLst/>
                </a:prstGeom>
              </p:spPr>
              <p:txBody>
                <a:bodyPr vert="horz" wrap="square" lIns="0" tIns="12700" rIns="0" bIns="0" rtlCol="0">
                  <a:spAutoFit/>
                </a:bodyPr>
                <a:lstStyle/>
                <a:p>
                  <a:pPr marL="645160">
                    <a:lnSpc>
                      <a:spcPct val="100000"/>
                    </a:lnSpc>
                    <a:spcBef>
                      <a:spcPts val="100"/>
                    </a:spcBef>
                  </a:pPr>
                  <a:r>
                    <a:rPr lang="en-US" sz="800">
                      <a:latin typeface="Verdana"/>
                    </a:rPr>
                    <a:t>Web Self service (consumer portal)</a:t>
                  </a:r>
                  <a:endParaRPr sz="800">
                    <a:latin typeface="Verdana"/>
                  </a:endParaRPr>
                </a:p>
              </p:txBody>
            </p:sp>
            <p:sp>
              <p:nvSpPr>
                <p:cNvPr id="165" name="object 50">
                  <a:extLst>
                    <a:ext uri="{FF2B5EF4-FFF2-40B4-BE49-F238E27FC236}">
                      <a16:creationId xmlns:a16="http://schemas.microsoft.com/office/drawing/2014/main" id="{6A3EB5BE-7261-4808-A874-C8F7FD9AD2C9}"/>
                    </a:ext>
                  </a:extLst>
                </p:cNvPr>
                <p:cNvSpPr txBox="1"/>
                <p:nvPr/>
              </p:nvSpPr>
              <p:spPr>
                <a:xfrm>
                  <a:off x="9712067" y="2467239"/>
                  <a:ext cx="1620263" cy="135935"/>
                </a:xfrm>
                <a:prstGeom prst="rect">
                  <a:avLst/>
                </a:prstGeom>
              </p:spPr>
              <p:txBody>
                <a:bodyPr vert="horz" wrap="square" lIns="0" tIns="12700" rIns="0" bIns="0" rtlCol="0">
                  <a:spAutoFit/>
                </a:bodyPr>
                <a:lstStyle/>
                <a:p>
                  <a:pPr marL="461963">
                    <a:lnSpc>
                      <a:spcPct val="100000"/>
                    </a:lnSpc>
                    <a:spcBef>
                      <a:spcPts val="100"/>
                    </a:spcBef>
                  </a:pPr>
                  <a:r>
                    <a:rPr lang="en-US" sz="800">
                      <a:latin typeface="Verdana"/>
                      <a:cs typeface="Verdana"/>
                    </a:rPr>
                    <a:t> Mobile applications</a:t>
                  </a:r>
                  <a:endParaRPr sz="800">
                    <a:latin typeface="Verdana"/>
                    <a:cs typeface="Verdana"/>
                  </a:endParaRPr>
                </a:p>
              </p:txBody>
            </p:sp>
            <p:sp>
              <p:nvSpPr>
                <p:cNvPr id="166" name="object 50">
                  <a:extLst>
                    <a:ext uri="{FF2B5EF4-FFF2-40B4-BE49-F238E27FC236}">
                      <a16:creationId xmlns:a16="http://schemas.microsoft.com/office/drawing/2014/main" id="{2431601A-3885-401E-802A-6E1898365BA7}"/>
                    </a:ext>
                  </a:extLst>
                </p:cNvPr>
                <p:cNvSpPr txBox="1"/>
                <p:nvPr/>
              </p:nvSpPr>
              <p:spPr>
                <a:xfrm>
                  <a:off x="9487574" y="3128525"/>
                  <a:ext cx="1844756" cy="259045"/>
                </a:xfrm>
                <a:prstGeom prst="rect">
                  <a:avLst/>
                </a:prstGeom>
              </p:spPr>
              <p:txBody>
                <a:bodyPr vert="horz" wrap="square" lIns="0" tIns="12700" rIns="0" bIns="0" rtlCol="0">
                  <a:spAutoFit/>
                </a:bodyPr>
                <a:lstStyle/>
                <a:p>
                  <a:pPr marL="645160">
                    <a:lnSpc>
                      <a:spcPct val="100000"/>
                    </a:lnSpc>
                    <a:spcBef>
                      <a:spcPts val="100"/>
                    </a:spcBef>
                  </a:pPr>
                  <a:r>
                    <a:rPr lang="en-US" sz="800">
                      <a:latin typeface="Verdana"/>
                      <a:cs typeface="Verdana"/>
                    </a:rPr>
                    <a:t>CRM and meter data syncs</a:t>
                  </a:r>
                  <a:endParaRPr sz="800">
                    <a:latin typeface="Verdana"/>
                    <a:cs typeface="Verdana"/>
                  </a:endParaRPr>
                </a:p>
              </p:txBody>
            </p:sp>
            <p:cxnSp>
              <p:nvCxnSpPr>
                <p:cNvPr id="56" name="Straight Connector 55">
                  <a:extLst>
                    <a:ext uri="{FF2B5EF4-FFF2-40B4-BE49-F238E27FC236}">
                      <a16:creationId xmlns:a16="http://schemas.microsoft.com/office/drawing/2014/main" id="{91A55A23-64A7-495E-8D95-48A6065334CC}"/>
                    </a:ext>
                  </a:extLst>
                </p:cNvPr>
                <p:cNvCxnSpPr>
                  <a:cxnSpLocks/>
                </p:cNvCxnSpPr>
                <p:nvPr/>
              </p:nvCxnSpPr>
              <p:spPr>
                <a:xfrm>
                  <a:off x="9668553" y="3126242"/>
                  <a:ext cx="441653" cy="119350"/>
                </a:xfrm>
                <a:prstGeom prst="line">
                  <a:avLst/>
                </a:prstGeom>
                <a:ln w="12700">
                  <a:headEnd type="arrow"/>
                  <a:tailEnd type="arrow"/>
                </a:ln>
              </p:spPr>
              <p:style>
                <a:lnRef idx="2">
                  <a:schemeClr val="accent1"/>
                </a:lnRef>
                <a:fillRef idx="0">
                  <a:schemeClr val="accent1"/>
                </a:fillRef>
                <a:effectRef idx="1">
                  <a:schemeClr val="accent1"/>
                </a:effectRef>
                <a:fontRef idx="minor">
                  <a:schemeClr val="tx1"/>
                </a:fontRef>
              </p:style>
            </p:cxnSp>
          </p:grpSp>
        </p:grpSp>
        <p:cxnSp>
          <p:nvCxnSpPr>
            <p:cNvPr id="10" name="Straight Arrow Connector 9">
              <a:extLst>
                <a:ext uri="{FF2B5EF4-FFF2-40B4-BE49-F238E27FC236}">
                  <a16:creationId xmlns:a16="http://schemas.microsoft.com/office/drawing/2014/main" id="{EF1FAC74-3416-4360-899B-E511D87BC57F}"/>
                </a:ext>
              </a:extLst>
            </p:cNvPr>
            <p:cNvCxnSpPr>
              <a:cxnSpLocks/>
            </p:cNvCxnSpPr>
            <p:nvPr/>
          </p:nvCxnSpPr>
          <p:spPr>
            <a:xfrm flipV="1">
              <a:off x="9594195" y="3243178"/>
              <a:ext cx="795955" cy="1"/>
            </a:xfrm>
            <a:prstGeom prst="straightConnector1">
              <a:avLst/>
            </a:prstGeom>
            <a:ln w="190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162" name="Rectangle: Rounded Corners 161">
            <a:extLst>
              <a:ext uri="{FF2B5EF4-FFF2-40B4-BE49-F238E27FC236}">
                <a16:creationId xmlns:a16="http://schemas.microsoft.com/office/drawing/2014/main" id="{891FEE83-B7E5-4D42-8F6F-E22DF5EA64D5}"/>
              </a:ext>
            </a:extLst>
          </p:cNvPr>
          <p:cNvSpPr/>
          <p:nvPr/>
        </p:nvSpPr>
        <p:spPr bwMode="gray">
          <a:xfrm>
            <a:off x="408032" y="5599413"/>
            <a:ext cx="1836770" cy="388971"/>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a:solidFill>
                  <a:schemeClr val="tx1"/>
                </a:solidFill>
              </a:rPr>
              <a:t>Sensors and Actuators</a:t>
            </a:r>
          </a:p>
        </p:txBody>
      </p:sp>
      <p:sp>
        <p:nvSpPr>
          <p:cNvPr id="173" name="Rectangle: Rounded Corners 172">
            <a:extLst>
              <a:ext uri="{FF2B5EF4-FFF2-40B4-BE49-F238E27FC236}">
                <a16:creationId xmlns:a16="http://schemas.microsoft.com/office/drawing/2014/main" id="{F1BF98ED-9B27-470E-846D-E8CD2BB1779F}"/>
              </a:ext>
            </a:extLst>
          </p:cNvPr>
          <p:cNvSpPr/>
          <p:nvPr/>
        </p:nvSpPr>
        <p:spPr bwMode="gray">
          <a:xfrm>
            <a:off x="2437874" y="5611018"/>
            <a:ext cx="2103120" cy="393192"/>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a:solidFill>
                  <a:schemeClr val="tx1"/>
                </a:solidFill>
              </a:rPr>
              <a:t>IP Communication</a:t>
            </a:r>
          </a:p>
        </p:txBody>
      </p:sp>
      <p:sp>
        <p:nvSpPr>
          <p:cNvPr id="174" name="Rectangle: Rounded Corners 173">
            <a:extLst>
              <a:ext uri="{FF2B5EF4-FFF2-40B4-BE49-F238E27FC236}">
                <a16:creationId xmlns:a16="http://schemas.microsoft.com/office/drawing/2014/main" id="{008FBF54-0C6C-4799-A6BB-DED9E7B7A516}"/>
              </a:ext>
            </a:extLst>
          </p:cNvPr>
          <p:cNvSpPr/>
          <p:nvPr/>
        </p:nvSpPr>
        <p:spPr bwMode="gray">
          <a:xfrm>
            <a:off x="4760116" y="5607994"/>
            <a:ext cx="3879843" cy="412440"/>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a:solidFill>
                  <a:schemeClr val="tx1"/>
                </a:solidFill>
              </a:rPr>
              <a:t>Supervisory and control systems</a:t>
            </a:r>
          </a:p>
        </p:txBody>
      </p:sp>
      <p:sp>
        <p:nvSpPr>
          <p:cNvPr id="175" name="Rectangle: Rounded Corners 174">
            <a:extLst>
              <a:ext uri="{FF2B5EF4-FFF2-40B4-BE49-F238E27FC236}">
                <a16:creationId xmlns:a16="http://schemas.microsoft.com/office/drawing/2014/main" id="{8756B67D-1389-4EF1-B4B1-7AA6A0F8926F}"/>
              </a:ext>
            </a:extLst>
          </p:cNvPr>
          <p:cNvSpPr/>
          <p:nvPr/>
        </p:nvSpPr>
        <p:spPr bwMode="gray">
          <a:xfrm>
            <a:off x="8728544" y="5611017"/>
            <a:ext cx="1747916" cy="393192"/>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a:solidFill>
                  <a:schemeClr val="tx1"/>
                </a:solidFill>
              </a:rPr>
              <a:t>Operations Management</a:t>
            </a:r>
          </a:p>
        </p:txBody>
      </p:sp>
      <p:sp>
        <p:nvSpPr>
          <p:cNvPr id="176" name="Rectangle: Rounded Corners 175">
            <a:extLst>
              <a:ext uri="{FF2B5EF4-FFF2-40B4-BE49-F238E27FC236}">
                <a16:creationId xmlns:a16="http://schemas.microsoft.com/office/drawing/2014/main" id="{5E23F964-A701-4B6A-B3FA-B28A6BC1436B}"/>
              </a:ext>
            </a:extLst>
          </p:cNvPr>
          <p:cNvSpPr/>
          <p:nvPr/>
        </p:nvSpPr>
        <p:spPr bwMode="gray">
          <a:xfrm>
            <a:off x="10576193" y="5611018"/>
            <a:ext cx="1250515" cy="390168"/>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a:solidFill>
                  <a:schemeClr val="tx1"/>
                </a:solidFill>
              </a:rPr>
              <a:t>CRM</a:t>
            </a:r>
          </a:p>
        </p:txBody>
      </p:sp>
      <p:pic>
        <p:nvPicPr>
          <p:cNvPr id="27" name="Picture 26">
            <a:extLst>
              <a:ext uri="{FF2B5EF4-FFF2-40B4-BE49-F238E27FC236}">
                <a16:creationId xmlns:a16="http://schemas.microsoft.com/office/drawing/2014/main" id="{F174419C-CF89-457D-8A22-30F97B4B4BF7}"/>
              </a:ext>
            </a:extLst>
          </p:cNvPr>
          <p:cNvPicPr>
            <a:picLocks noChangeAspect="1"/>
          </p:cNvPicPr>
          <p:nvPr/>
        </p:nvPicPr>
        <p:blipFill>
          <a:blip r:embed="rId4"/>
          <a:stretch>
            <a:fillRect/>
          </a:stretch>
        </p:blipFill>
        <p:spPr>
          <a:xfrm>
            <a:off x="2313295" y="2568984"/>
            <a:ext cx="426059" cy="556643"/>
          </a:xfrm>
          <a:prstGeom prst="rect">
            <a:avLst/>
          </a:prstGeom>
        </p:spPr>
      </p:pic>
      <p:sp>
        <p:nvSpPr>
          <p:cNvPr id="158" name="Scroll: Horizontal 157">
            <a:extLst>
              <a:ext uri="{FF2B5EF4-FFF2-40B4-BE49-F238E27FC236}">
                <a16:creationId xmlns:a16="http://schemas.microsoft.com/office/drawing/2014/main" id="{AFC99699-835A-458B-9ACB-A5212518E169}"/>
              </a:ext>
            </a:extLst>
          </p:cNvPr>
          <p:cNvSpPr/>
          <p:nvPr/>
        </p:nvSpPr>
        <p:spPr bwMode="gray">
          <a:xfrm>
            <a:off x="5153774" y="3030691"/>
            <a:ext cx="250253" cy="325180"/>
          </a:xfrm>
          <a:prstGeom prst="horizontalScroll">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60" name="Scroll: Horizontal 159">
            <a:extLst>
              <a:ext uri="{FF2B5EF4-FFF2-40B4-BE49-F238E27FC236}">
                <a16:creationId xmlns:a16="http://schemas.microsoft.com/office/drawing/2014/main" id="{D1925ED6-ACA6-42F6-B7D0-7B0B4386FD93}"/>
              </a:ext>
            </a:extLst>
          </p:cNvPr>
          <p:cNvSpPr/>
          <p:nvPr/>
        </p:nvSpPr>
        <p:spPr bwMode="gray">
          <a:xfrm>
            <a:off x="5277423" y="3070310"/>
            <a:ext cx="250253" cy="325180"/>
          </a:xfrm>
          <a:prstGeom prst="horizontalScroll">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nvGrpSpPr>
          <p:cNvPr id="14" name="Group 13">
            <a:extLst>
              <a:ext uri="{FF2B5EF4-FFF2-40B4-BE49-F238E27FC236}">
                <a16:creationId xmlns:a16="http://schemas.microsoft.com/office/drawing/2014/main" id="{9BB9AA3B-85CB-442C-8BE5-3683BA39AB46}"/>
              </a:ext>
            </a:extLst>
          </p:cNvPr>
          <p:cNvGrpSpPr/>
          <p:nvPr/>
        </p:nvGrpSpPr>
        <p:grpSpPr>
          <a:xfrm>
            <a:off x="6924198" y="1875611"/>
            <a:ext cx="795433" cy="1778704"/>
            <a:chOff x="7504284" y="1901678"/>
            <a:chExt cx="1104171" cy="1778704"/>
          </a:xfrm>
        </p:grpSpPr>
        <p:sp>
          <p:nvSpPr>
            <p:cNvPr id="88" name="Rectangle 87">
              <a:extLst>
                <a:ext uri="{FF2B5EF4-FFF2-40B4-BE49-F238E27FC236}">
                  <a16:creationId xmlns:a16="http://schemas.microsoft.com/office/drawing/2014/main" id="{18CEA230-1D97-4699-9F67-6682BE3E92C7}"/>
                </a:ext>
              </a:extLst>
            </p:cNvPr>
            <p:cNvSpPr/>
            <p:nvPr/>
          </p:nvSpPr>
          <p:spPr bwMode="gray">
            <a:xfrm>
              <a:off x="7620280" y="1901678"/>
              <a:ext cx="863262" cy="1778704"/>
            </a:xfrm>
            <a:prstGeom prst="rect">
              <a:avLst/>
            </a:prstGeom>
            <a:noFill/>
            <a:ln w="28575" algn="ctr">
              <a:solidFill>
                <a:schemeClr val="accent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5" name="TextBox 94">
              <a:extLst>
                <a:ext uri="{FF2B5EF4-FFF2-40B4-BE49-F238E27FC236}">
                  <a16:creationId xmlns:a16="http://schemas.microsoft.com/office/drawing/2014/main" id="{2F6E2D16-1011-4031-AB37-8DBD88605CD5}"/>
                </a:ext>
              </a:extLst>
            </p:cNvPr>
            <p:cNvSpPr txBox="1"/>
            <p:nvPr/>
          </p:nvSpPr>
          <p:spPr>
            <a:xfrm>
              <a:off x="7504284" y="2503052"/>
              <a:ext cx="1104171" cy="211533"/>
            </a:xfrm>
            <a:prstGeom prst="rect">
              <a:avLst/>
            </a:prstGeom>
            <a:noFill/>
          </p:spPr>
          <p:txBody>
            <a:bodyPr wrap="square">
              <a:spAutoFit/>
            </a:bodyPr>
            <a:lstStyle/>
            <a:p>
              <a:pPr algn="ctr">
                <a:lnSpc>
                  <a:spcPct val="106000"/>
                </a:lnSpc>
                <a:buFont typeface="Wingdings 2" pitchFamily="18" charset="2"/>
                <a:buNone/>
              </a:pPr>
              <a:r>
                <a:rPr lang="en-US" sz="800"/>
                <a:t>MDM</a:t>
              </a:r>
            </a:p>
          </p:txBody>
        </p:sp>
        <p:sp>
          <p:nvSpPr>
            <p:cNvPr id="30" name="Cylinder 29">
              <a:extLst>
                <a:ext uri="{FF2B5EF4-FFF2-40B4-BE49-F238E27FC236}">
                  <a16:creationId xmlns:a16="http://schemas.microsoft.com/office/drawing/2014/main" id="{FEF14E0B-0D88-4BF0-A705-2F4DDACE31DC}"/>
                </a:ext>
              </a:extLst>
            </p:cNvPr>
            <p:cNvSpPr/>
            <p:nvPr/>
          </p:nvSpPr>
          <p:spPr bwMode="gray">
            <a:xfrm>
              <a:off x="7971144" y="3119893"/>
              <a:ext cx="209019" cy="307640"/>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72" name="Scroll: Horizontal 171">
              <a:extLst>
                <a:ext uri="{FF2B5EF4-FFF2-40B4-BE49-F238E27FC236}">
                  <a16:creationId xmlns:a16="http://schemas.microsoft.com/office/drawing/2014/main" id="{FABE3FBC-97FC-4E51-94DE-0416E512992C}"/>
                </a:ext>
              </a:extLst>
            </p:cNvPr>
            <p:cNvSpPr/>
            <p:nvPr/>
          </p:nvSpPr>
          <p:spPr bwMode="gray">
            <a:xfrm>
              <a:off x="8016088" y="1995601"/>
              <a:ext cx="250253" cy="325180"/>
            </a:xfrm>
            <a:prstGeom prst="horizontalScroll">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77" name="Scroll: Horizontal 176">
              <a:extLst>
                <a:ext uri="{FF2B5EF4-FFF2-40B4-BE49-F238E27FC236}">
                  <a16:creationId xmlns:a16="http://schemas.microsoft.com/office/drawing/2014/main" id="{443F8476-1950-434D-BF1A-774D0DF4B655}"/>
                </a:ext>
              </a:extLst>
            </p:cNvPr>
            <p:cNvSpPr/>
            <p:nvPr/>
          </p:nvSpPr>
          <p:spPr bwMode="gray">
            <a:xfrm>
              <a:off x="7921277" y="2057415"/>
              <a:ext cx="250253" cy="325180"/>
            </a:xfrm>
            <a:prstGeom prst="horizontalScroll">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grpSp>
        <p:nvGrpSpPr>
          <p:cNvPr id="12" name="Group 11">
            <a:extLst>
              <a:ext uri="{FF2B5EF4-FFF2-40B4-BE49-F238E27FC236}">
                <a16:creationId xmlns:a16="http://schemas.microsoft.com/office/drawing/2014/main" id="{3B34D321-8B79-4168-B815-54673ADCFC01}"/>
              </a:ext>
            </a:extLst>
          </p:cNvPr>
          <p:cNvGrpSpPr/>
          <p:nvPr/>
        </p:nvGrpSpPr>
        <p:grpSpPr>
          <a:xfrm>
            <a:off x="7954502" y="1878841"/>
            <a:ext cx="817361" cy="1778704"/>
            <a:chOff x="6271830" y="1880028"/>
            <a:chExt cx="1104171" cy="1778704"/>
          </a:xfrm>
        </p:grpSpPr>
        <p:sp>
          <p:nvSpPr>
            <p:cNvPr id="87" name="Rectangle 86">
              <a:extLst>
                <a:ext uri="{FF2B5EF4-FFF2-40B4-BE49-F238E27FC236}">
                  <a16:creationId xmlns:a16="http://schemas.microsoft.com/office/drawing/2014/main" id="{3E61B018-F99C-448C-8BED-A9E236CB9C3B}"/>
                </a:ext>
              </a:extLst>
            </p:cNvPr>
            <p:cNvSpPr/>
            <p:nvPr/>
          </p:nvSpPr>
          <p:spPr bwMode="gray">
            <a:xfrm>
              <a:off x="6406697" y="1880028"/>
              <a:ext cx="813179" cy="1778704"/>
            </a:xfrm>
            <a:prstGeom prst="rect">
              <a:avLst/>
            </a:prstGeom>
            <a:ln>
              <a:solidFill>
                <a:schemeClr val="tx2"/>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800"/>
            </a:p>
          </p:txBody>
        </p:sp>
        <p:sp>
          <p:nvSpPr>
            <p:cNvPr id="94" name="TextBox 93">
              <a:extLst>
                <a:ext uri="{FF2B5EF4-FFF2-40B4-BE49-F238E27FC236}">
                  <a16:creationId xmlns:a16="http://schemas.microsoft.com/office/drawing/2014/main" id="{B4F66A03-DC96-4938-A6FF-75B01D1E6066}"/>
                </a:ext>
              </a:extLst>
            </p:cNvPr>
            <p:cNvSpPr txBox="1"/>
            <p:nvPr/>
          </p:nvSpPr>
          <p:spPr>
            <a:xfrm>
              <a:off x="6271830" y="2518502"/>
              <a:ext cx="1104171" cy="211533"/>
            </a:xfrm>
            <a:prstGeom prst="rect">
              <a:avLst/>
            </a:prstGeom>
            <a:noFill/>
          </p:spPr>
          <p:txBody>
            <a:bodyPr wrap="square">
              <a:spAutoFit/>
            </a:bodyPr>
            <a:lstStyle/>
            <a:p>
              <a:pPr algn="ctr">
                <a:lnSpc>
                  <a:spcPct val="106000"/>
                </a:lnSpc>
                <a:buFont typeface="Wingdings 2" pitchFamily="18" charset="2"/>
                <a:buNone/>
              </a:pPr>
              <a:r>
                <a:rPr lang="en-US" sz="800"/>
                <a:t>Middleware</a:t>
              </a:r>
            </a:p>
          </p:txBody>
        </p:sp>
        <p:grpSp>
          <p:nvGrpSpPr>
            <p:cNvPr id="42" name="Group 41">
              <a:extLst>
                <a:ext uri="{FF2B5EF4-FFF2-40B4-BE49-F238E27FC236}">
                  <a16:creationId xmlns:a16="http://schemas.microsoft.com/office/drawing/2014/main" id="{B3D455EB-A9F3-4D35-B572-8B6DF2AEB371}"/>
                </a:ext>
              </a:extLst>
            </p:cNvPr>
            <p:cNvGrpSpPr/>
            <p:nvPr/>
          </p:nvGrpSpPr>
          <p:grpSpPr>
            <a:xfrm>
              <a:off x="6585186" y="3135802"/>
              <a:ext cx="389711" cy="169629"/>
              <a:chOff x="6740165" y="3030691"/>
              <a:chExt cx="575001" cy="251154"/>
            </a:xfrm>
          </p:grpSpPr>
          <p:sp>
            <p:nvSpPr>
              <p:cNvPr id="34" name="Flowchart: Process 33">
                <a:extLst>
                  <a:ext uri="{FF2B5EF4-FFF2-40B4-BE49-F238E27FC236}">
                    <a16:creationId xmlns:a16="http://schemas.microsoft.com/office/drawing/2014/main" id="{B875F635-D7C1-4719-9655-921D7B06C508}"/>
                  </a:ext>
                </a:extLst>
              </p:cNvPr>
              <p:cNvSpPr/>
              <p:nvPr/>
            </p:nvSpPr>
            <p:spPr bwMode="gray">
              <a:xfrm>
                <a:off x="6740165" y="3030691"/>
                <a:ext cx="575001" cy="251154"/>
              </a:xfrm>
              <a:prstGeom prst="flowChartProcess">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cxnSp>
            <p:nvCxnSpPr>
              <p:cNvPr id="36" name="Straight Connector 35">
                <a:extLst>
                  <a:ext uri="{FF2B5EF4-FFF2-40B4-BE49-F238E27FC236}">
                    <a16:creationId xmlns:a16="http://schemas.microsoft.com/office/drawing/2014/main" id="{79C3F2E5-3CBC-4D38-A73B-2464CF8F7F78}"/>
                  </a:ext>
                </a:extLst>
              </p:cNvPr>
              <p:cNvCxnSpPr>
                <a:cxnSpLocks/>
                <a:stCxn id="34" idx="2"/>
              </p:cNvCxnSpPr>
              <p:nvPr/>
            </p:nvCxnSpPr>
            <p:spPr>
              <a:xfrm flipH="1" flipV="1">
                <a:off x="6740165" y="3055236"/>
                <a:ext cx="287501" cy="22660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E12AFA0-771C-4A4E-9C3C-DA45500F2F7F}"/>
                  </a:ext>
                </a:extLst>
              </p:cNvPr>
              <p:cNvCxnSpPr>
                <a:stCxn id="34" idx="2"/>
              </p:cNvCxnSpPr>
              <p:nvPr/>
            </p:nvCxnSpPr>
            <p:spPr>
              <a:xfrm flipV="1">
                <a:off x="7027666" y="3035662"/>
                <a:ext cx="287500" cy="2461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sp>
        <p:nvSpPr>
          <p:cNvPr id="3" name="Rectangle 2">
            <a:extLst>
              <a:ext uri="{FF2B5EF4-FFF2-40B4-BE49-F238E27FC236}">
                <a16:creationId xmlns:a16="http://schemas.microsoft.com/office/drawing/2014/main" id="{30688C3C-B5CE-40DD-BE6A-3148EAA334DB}"/>
              </a:ext>
            </a:extLst>
          </p:cNvPr>
          <p:cNvSpPr/>
          <p:nvPr/>
        </p:nvSpPr>
        <p:spPr bwMode="gray">
          <a:xfrm>
            <a:off x="4582749" y="1004510"/>
            <a:ext cx="4204690" cy="4238170"/>
          </a:xfrm>
          <a:prstGeom prst="rect">
            <a:avLst/>
          </a:prstGeom>
          <a:noFill/>
          <a:ln w="19050">
            <a:solidFill>
              <a:srgbClr val="43B02A"/>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pic>
        <p:nvPicPr>
          <p:cNvPr id="111" name="Picture 110">
            <a:extLst>
              <a:ext uri="{FF2B5EF4-FFF2-40B4-BE49-F238E27FC236}">
                <a16:creationId xmlns:a16="http://schemas.microsoft.com/office/drawing/2014/main" id="{1074E2CF-81C4-415B-B806-8226EA8DB6F7}"/>
              </a:ext>
            </a:extLst>
          </p:cNvPr>
          <p:cNvPicPr>
            <a:picLocks noChangeAspect="1"/>
          </p:cNvPicPr>
          <p:nvPr/>
        </p:nvPicPr>
        <p:blipFill>
          <a:blip r:embed="rId4"/>
          <a:stretch>
            <a:fillRect/>
          </a:stretch>
        </p:blipFill>
        <p:spPr>
          <a:xfrm>
            <a:off x="4398946" y="2546974"/>
            <a:ext cx="426059" cy="556643"/>
          </a:xfrm>
          <a:prstGeom prst="rect">
            <a:avLst/>
          </a:prstGeom>
        </p:spPr>
      </p:pic>
      <p:pic>
        <p:nvPicPr>
          <p:cNvPr id="6" name="Picture 5">
            <a:extLst>
              <a:ext uri="{FF2B5EF4-FFF2-40B4-BE49-F238E27FC236}">
                <a16:creationId xmlns:a16="http://schemas.microsoft.com/office/drawing/2014/main" id="{039CA7D3-4FE8-4465-AD8B-7EE5F42E3E28}"/>
              </a:ext>
            </a:extLst>
          </p:cNvPr>
          <p:cNvPicPr>
            <a:picLocks noChangeAspect="1"/>
          </p:cNvPicPr>
          <p:nvPr/>
        </p:nvPicPr>
        <p:blipFill>
          <a:blip r:embed="rId5"/>
          <a:stretch>
            <a:fillRect/>
          </a:stretch>
        </p:blipFill>
        <p:spPr>
          <a:xfrm>
            <a:off x="4514818" y="898023"/>
            <a:ext cx="358815" cy="413549"/>
          </a:xfrm>
          <a:prstGeom prst="rect">
            <a:avLst/>
          </a:prstGeom>
        </p:spPr>
      </p:pic>
      <p:sp>
        <p:nvSpPr>
          <p:cNvPr id="22" name="Title 21">
            <a:extLst>
              <a:ext uri="{FF2B5EF4-FFF2-40B4-BE49-F238E27FC236}">
                <a16:creationId xmlns:a16="http://schemas.microsoft.com/office/drawing/2014/main" id="{57726576-B782-4B0D-B009-C52A4AE82A82}"/>
              </a:ext>
            </a:extLst>
          </p:cNvPr>
          <p:cNvSpPr>
            <a:spLocks noGrp="1"/>
          </p:cNvSpPr>
          <p:nvPr>
            <p:ph type="title"/>
          </p:nvPr>
        </p:nvSpPr>
        <p:spPr>
          <a:xfrm>
            <a:off x="346966" y="238941"/>
            <a:ext cx="11252200" cy="698501"/>
          </a:xfrm>
        </p:spPr>
        <p:txBody>
          <a:bodyPr/>
          <a:lstStyle/>
          <a:p>
            <a:r>
              <a:rPr lang="en-US" b="1"/>
              <a:t>Reference Smart Meter Architecture</a:t>
            </a:r>
          </a:p>
        </p:txBody>
      </p:sp>
      <p:sp>
        <p:nvSpPr>
          <p:cNvPr id="130" name="object 50">
            <a:extLst>
              <a:ext uri="{FF2B5EF4-FFF2-40B4-BE49-F238E27FC236}">
                <a16:creationId xmlns:a16="http://schemas.microsoft.com/office/drawing/2014/main" id="{C50B3B66-1DF3-41B0-A6CC-C979042946DE}"/>
              </a:ext>
            </a:extLst>
          </p:cNvPr>
          <p:cNvSpPr txBox="1"/>
          <p:nvPr/>
        </p:nvSpPr>
        <p:spPr>
          <a:xfrm>
            <a:off x="8666815" y="3206858"/>
            <a:ext cx="1488880" cy="135935"/>
          </a:xfrm>
          <a:prstGeom prst="rect">
            <a:avLst/>
          </a:prstGeom>
        </p:spPr>
        <p:txBody>
          <a:bodyPr vert="horz" wrap="square" lIns="0" tIns="12700" rIns="0" bIns="0" rtlCol="0">
            <a:spAutoFit/>
          </a:bodyPr>
          <a:lstStyle/>
          <a:p>
            <a:pPr marL="645160">
              <a:lnSpc>
                <a:spcPct val="100000"/>
              </a:lnSpc>
              <a:spcBef>
                <a:spcPts val="100"/>
              </a:spcBef>
            </a:pPr>
            <a:r>
              <a:rPr lang="en-US" sz="800">
                <a:latin typeface="Verdana"/>
              </a:rPr>
              <a:t>ERP</a:t>
            </a:r>
          </a:p>
        </p:txBody>
      </p:sp>
      <p:cxnSp>
        <p:nvCxnSpPr>
          <p:cNvPr id="132" name="Straight Connector 131">
            <a:extLst>
              <a:ext uri="{FF2B5EF4-FFF2-40B4-BE49-F238E27FC236}">
                <a16:creationId xmlns:a16="http://schemas.microsoft.com/office/drawing/2014/main" id="{904987A2-CE27-4C0A-9FF1-DA2E3DA42ADE}"/>
              </a:ext>
            </a:extLst>
          </p:cNvPr>
          <p:cNvCxnSpPr>
            <a:cxnSpLocks/>
          </p:cNvCxnSpPr>
          <p:nvPr/>
        </p:nvCxnSpPr>
        <p:spPr>
          <a:xfrm>
            <a:off x="8735465" y="2951257"/>
            <a:ext cx="474266" cy="261648"/>
          </a:xfrm>
          <a:prstGeom prst="line">
            <a:avLst/>
          </a:prstGeom>
          <a:ln w="12700">
            <a:headEnd type="arrow"/>
            <a:tailEnd type="arrow"/>
          </a:ln>
        </p:spPr>
        <p:style>
          <a:lnRef idx="2">
            <a:schemeClr val="accent1"/>
          </a:lnRef>
          <a:fillRef idx="0">
            <a:schemeClr val="accent1"/>
          </a:fillRef>
          <a:effectRef idx="1">
            <a:schemeClr val="accent1"/>
          </a:effectRef>
          <a:fontRef idx="minor">
            <a:schemeClr val="tx1"/>
          </a:fontRef>
        </p:style>
      </p:cxnSp>
      <p:grpSp>
        <p:nvGrpSpPr>
          <p:cNvPr id="82" name="Group 81">
            <a:extLst>
              <a:ext uri="{FF2B5EF4-FFF2-40B4-BE49-F238E27FC236}">
                <a16:creationId xmlns:a16="http://schemas.microsoft.com/office/drawing/2014/main" id="{521A38BD-5B14-4772-95BF-4F3AAEDFD8AD}"/>
              </a:ext>
            </a:extLst>
          </p:cNvPr>
          <p:cNvGrpSpPr/>
          <p:nvPr/>
        </p:nvGrpSpPr>
        <p:grpSpPr>
          <a:xfrm>
            <a:off x="5885051" y="1846992"/>
            <a:ext cx="835653" cy="1815191"/>
            <a:chOff x="6271830" y="1843541"/>
            <a:chExt cx="1104171" cy="1815191"/>
          </a:xfrm>
        </p:grpSpPr>
        <p:sp>
          <p:nvSpPr>
            <p:cNvPr id="83" name="Rectangle 82">
              <a:extLst>
                <a:ext uri="{FF2B5EF4-FFF2-40B4-BE49-F238E27FC236}">
                  <a16:creationId xmlns:a16="http://schemas.microsoft.com/office/drawing/2014/main" id="{E4C5D76B-D6FB-45F1-84D0-287ACE05672E}"/>
                </a:ext>
              </a:extLst>
            </p:cNvPr>
            <p:cNvSpPr/>
            <p:nvPr/>
          </p:nvSpPr>
          <p:spPr bwMode="gray">
            <a:xfrm>
              <a:off x="6375815" y="1843541"/>
              <a:ext cx="887940" cy="1815191"/>
            </a:xfrm>
            <a:prstGeom prst="rect">
              <a:avLst/>
            </a:prstGeom>
            <a:ln>
              <a:solidFill>
                <a:schemeClr val="tx2"/>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800"/>
            </a:p>
          </p:txBody>
        </p:sp>
        <p:sp>
          <p:nvSpPr>
            <p:cNvPr id="90" name="TextBox 89">
              <a:extLst>
                <a:ext uri="{FF2B5EF4-FFF2-40B4-BE49-F238E27FC236}">
                  <a16:creationId xmlns:a16="http://schemas.microsoft.com/office/drawing/2014/main" id="{1F9DED80-EDC6-4F7C-B5DB-93EE063A3506}"/>
                </a:ext>
              </a:extLst>
            </p:cNvPr>
            <p:cNvSpPr txBox="1"/>
            <p:nvPr/>
          </p:nvSpPr>
          <p:spPr>
            <a:xfrm>
              <a:off x="6271830" y="2518502"/>
              <a:ext cx="1104171" cy="211533"/>
            </a:xfrm>
            <a:prstGeom prst="rect">
              <a:avLst/>
            </a:prstGeom>
            <a:noFill/>
          </p:spPr>
          <p:txBody>
            <a:bodyPr wrap="square">
              <a:spAutoFit/>
            </a:bodyPr>
            <a:lstStyle/>
            <a:p>
              <a:pPr algn="ctr">
                <a:lnSpc>
                  <a:spcPct val="106000"/>
                </a:lnSpc>
                <a:buFont typeface="Wingdings 2" pitchFamily="18" charset="2"/>
                <a:buNone/>
              </a:pPr>
              <a:r>
                <a:rPr lang="en-US" sz="800"/>
                <a:t>Middleware</a:t>
              </a:r>
            </a:p>
          </p:txBody>
        </p:sp>
        <p:grpSp>
          <p:nvGrpSpPr>
            <p:cNvPr id="98" name="Group 97">
              <a:extLst>
                <a:ext uri="{FF2B5EF4-FFF2-40B4-BE49-F238E27FC236}">
                  <a16:creationId xmlns:a16="http://schemas.microsoft.com/office/drawing/2014/main" id="{44086B12-63E8-4D84-A74E-6F633403C207}"/>
                </a:ext>
              </a:extLst>
            </p:cNvPr>
            <p:cNvGrpSpPr/>
            <p:nvPr/>
          </p:nvGrpSpPr>
          <p:grpSpPr>
            <a:xfrm>
              <a:off x="6585186" y="3135802"/>
              <a:ext cx="389711" cy="169629"/>
              <a:chOff x="6740165" y="3030691"/>
              <a:chExt cx="575001" cy="251154"/>
            </a:xfrm>
          </p:grpSpPr>
          <p:sp>
            <p:nvSpPr>
              <p:cNvPr id="102" name="Flowchart: Process 101">
                <a:extLst>
                  <a:ext uri="{FF2B5EF4-FFF2-40B4-BE49-F238E27FC236}">
                    <a16:creationId xmlns:a16="http://schemas.microsoft.com/office/drawing/2014/main" id="{54B32395-5290-4B9F-874F-A1D24C2859E4}"/>
                  </a:ext>
                </a:extLst>
              </p:cNvPr>
              <p:cNvSpPr/>
              <p:nvPr/>
            </p:nvSpPr>
            <p:spPr bwMode="gray">
              <a:xfrm>
                <a:off x="6740165" y="3030691"/>
                <a:ext cx="575001" cy="251154"/>
              </a:xfrm>
              <a:prstGeom prst="flowChartProcess">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cxnSp>
            <p:nvCxnSpPr>
              <p:cNvPr id="103" name="Straight Connector 102">
                <a:extLst>
                  <a:ext uri="{FF2B5EF4-FFF2-40B4-BE49-F238E27FC236}">
                    <a16:creationId xmlns:a16="http://schemas.microsoft.com/office/drawing/2014/main" id="{A52D8604-D7A7-40B6-8B97-E227290942FD}"/>
                  </a:ext>
                </a:extLst>
              </p:cNvPr>
              <p:cNvCxnSpPr>
                <a:cxnSpLocks/>
                <a:stCxn id="102" idx="2"/>
              </p:cNvCxnSpPr>
              <p:nvPr/>
            </p:nvCxnSpPr>
            <p:spPr>
              <a:xfrm flipH="1" flipV="1">
                <a:off x="6740165" y="3055236"/>
                <a:ext cx="287501" cy="22660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BA183776-D2EB-4151-A161-ABC818BB1A28}"/>
                  </a:ext>
                </a:extLst>
              </p:cNvPr>
              <p:cNvCxnSpPr>
                <a:stCxn id="102" idx="2"/>
              </p:cNvCxnSpPr>
              <p:nvPr/>
            </p:nvCxnSpPr>
            <p:spPr>
              <a:xfrm flipV="1">
                <a:off x="7027666" y="3035662"/>
                <a:ext cx="287500" cy="2461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cxnSp>
        <p:nvCxnSpPr>
          <p:cNvPr id="105" name="Straight Connector 104">
            <a:extLst>
              <a:ext uri="{FF2B5EF4-FFF2-40B4-BE49-F238E27FC236}">
                <a16:creationId xmlns:a16="http://schemas.microsoft.com/office/drawing/2014/main" id="{60064622-E234-41A8-813B-81C00AACB395}"/>
              </a:ext>
            </a:extLst>
          </p:cNvPr>
          <p:cNvCxnSpPr>
            <a:cxnSpLocks/>
          </p:cNvCxnSpPr>
          <p:nvPr/>
        </p:nvCxnSpPr>
        <p:spPr>
          <a:xfrm flipH="1">
            <a:off x="6634857" y="2967185"/>
            <a:ext cx="377530" cy="2455"/>
          </a:xfrm>
          <a:prstGeom prst="line">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06" name="object 57">
            <a:extLst>
              <a:ext uri="{FF2B5EF4-FFF2-40B4-BE49-F238E27FC236}">
                <a16:creationId xmlns:a16="http://schemas.microsoft.com/office/drawing/2014/main" id="{ACAD4660-E815-41A5-8CA5-AA23064C785E}"/>
              </a:ext>
            </a:extLst>
          </p:cNvPr>
          <p:cNvSpPr txBox="1"/>
          <p:nvPr/>
        </p:nvSpPr>
        <p:spPr>
          <a:xfrm>
            <a:off x="6598444" y="3135300"/>
            <a:ext cx="498821" cy="259045"/>
          </a:xfrm>
          <a:prstGeom prst="rect">
            <a:avLst/>
          </a:prstGeom>
        </p:spPr>
        <p:txBody>
          <a:bodyPr vert="horz" wrap="square" lIns="0" tIns="12700" rIns="0" bIns="0" rtlCol="0">
            <a:spAutoFit/>
          </a:bodyPr>
          <a:lstStyle/>
          <a:p>
            <a:pPr marL="12700" marR="5080" indent="73025">
              <a:lnSpc>
                <a:spcPct val="100000"/>
              </a:lnSpc>
              <a:spcBef>
                <a:spcPts val="100"/>
              </a:spcBef>
            </a:pPr>
            <a:r>
              <a:rPr lang="en-US" sz="800">
                <a:latin typeface="Verdana"/>
                <a:cs typeface="Verdana"/>
              </a:rPr>
              <a:t>Web services</a:t>
            </a:r>
            <a:endParaRPr sz="800">
              <a:latin typeface="Verdana"/>
              <a:cs typeface="Verdana"/>
            </a:endParaRPr>
          </a:p>
        </p:txBody>
      </p:sp>
      <p:sp>
        <p:nvSpPr>
          <p:cNvPr id="107" name="object 57">
            <a:extLst>
              <a:ext uri="{FF2B5EF4-FFF2-40B4-BE49-F238E27FC236}">
                <a16:creationId xmlns:a16="http://schemas.microsoft.com/office/drawing/2014/main" id="{2AC95DD7-B765-497E-A5EA-F44CC71E0F40}"/>
              </a:ext>
            </a:extLst>
          </p:cNvPr>
          <p:cNvSpPr txBox="1"/>
          <p:nvPr/>
        </p:nvSpPr>
        <p:spPr>
          <a:xfrm>
            <a:off x="6645511" y="2307362"/>
            <a:ext cx="360585" cy="135935"/>
          </a:xfrm>
          <a:prstGeom prst="rect">
            <a:avLst/>
          </a:prstGeom>
        </p:spPr>
        <p:txBody>
          <a:bodyPr vert="horz" wrap="square" lIns="0" tIns="12700" rIns="0" bIns="0" rtlCol="0">
            <a:spAutoFit/>
          </a:bodyPr>
          <a:lstStyle/>
          <a:p>
            <a:pPr marL="12700" marR="5080" indent="73025">
              <a:lnSpc>
                <a:spcPct val="100000"/>
              </a:lnSpc>
              <a:spcBef>
                <a:spcPts val="100"/>
              </a:spcBef>
            </a:pPr>
            <a:r>
              <a:rPr lang="en-US" sz="800">
                <a:latin typeface="Verdana"/>
                <a:cs typeface="Verdana"/>
              </a:rPr>
              <a:t>API</a:t>
            </a:r>
            <a:endParaRPr sz="800">
              <a:latin typeface="Verdana"/>
              <a:cs typeface="Verdana"/>
            </a:endParaRPr>
          </a:p>
        </p:txBody>
      </p:sp>
      <p:sp>
        <p:nvSpPr>
          <p:cNvPr id="108" name="object 64">
            <a:extLst>
              <a:ext uri="{FF2B5EF4-FFF2-40B4-BE49-F238E27FC236}">
                <a16:creationId xmlns:a16="http://schemas.microsoft.com/office/drawing/2014/main" id="{C1F541F5-7804-40FB-8E6B-1FBFB1DFE653}"/>
              </a:ext>
            </a:extLst>
          </p:cNvPr>
          <p:cNvSpPr/>
          <p:nvPr/>
        </p:nvSpPr>
        <p:spPr>
          <a:xfrm flipV="1">
            <a:off x="6678939" y="2786414"/>
            <a:ext cx="365760" cy="45719"/>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a:p>
        </p:txBody>
      </p:sp>
      <p:sp>
        <p:nvSpPr>
          <p:cNvPr id="2" name="Rectangle 1">
            <a:extLst>
              <a:ext uri="{FF2B5EF4-FFF2-40B4-BE49-F238E27FC236}">
                <a16:creationId xmlns:a16="http://schemas.microsoft.com/office/drawing/2014/main" id="{D228B4AA-1B2A-4218-BE9D-B8F9DA8C3DB3}"/>
              </a:ext>
            </a:extLst>
          </p:cNvPr>
          <p:cNvSpPr/>
          <p:nvPr/>
        </p:nvSpPr>
        <p:spPr bwMode="gray">
          <a:xfrm>
            <a:off x="396920" y="4025865"/>
            <a:ext cx="1801494" cy="1452156"/>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58738">
              <a:lnSpc>
                <a:spcPct val="106000"/>
              </a:lnSpc>
              <a:buFont typeface="Arial" panose="020B0604020202020204" pitchFamily="34" charset="0"/>
              <a:buChar char="•"/>
            </a:pPr>
            <a:r>
              <a:rPr lang="en-US" sz="800">
                <a:solidFill>
                  <a:srgbClr val="012169"/>
                </a:solidFill>
                <a:latin typeface="Verdana"/>
                <a:cs typeface="Verdana"/>
              </a:rPr>
              <a:t>Unauthorized meter authentications</a:t>
            </a:r>
          </a:p>
          <a:p>
            <a:pPr marL="171450" indent="-58738">
              <a:lnSpc>
                <a:spcPct val="106000"/>
              </a:lnSpc>
              <a:buFont typeface="Arial" panose="020B0604020202020204" pitchFamily="34" charset="0"/>
              <a:buChar char="•"/>
            </a:pPr>
            <a:r>
              <a:rPr lang="en-US" sz="800">
                <a:solidFill>
                  <a:srgbClr val="012169"/>
                </a:solidFill>
                <a:latin typeface="Verdana"/>
                <a:cs typeface="Verdana"/>
              </a:rPr>
              <a:t>Malicious Firmware Update</a:t>
            </a:r>
          </a:p>
          <a:p>
            <a:pPr marL="171450" indent="-58738">
              <a:lnSpc>
                <a:spcPct val="106000"/>
              </a:lnSpc>
              <a:buFont typeface="Arial" panose="020B0604020202020204" pitchFamily="34" charset="0"/>
              <a:buChar char="•"/>
            </a:pPr>
            <a:r>
              <a:rPr lang="en-US" sz="800">
                <a:solidFill>
                  <a:srgbClr val="012169"/>
                </a:solidFill>
                <a:latin typeface="Verdana"/>
                <a:cs typeface="Verdana"/>
              </a:rPr>
              <a:t>Insecure Firmware update transfers</a:t>
            </a:r>
          </a:p>
          <a:p>
            <a:pPr marL="171450" indent="-58738">
              <a:lnSpc>
                <a:spcPct val="106000"/>
              </a:lnSpc>
              <a:buFont typeface="Arial" panose="020B0604020202020204" pitchFamily="34" charset="0"/>
              <a:buChar char="•"/>
            </a:pPr>
            <a:r>
              <a:rPr lang="en-US" sz="800">
                <a:solidFill>
                  <a:srgbClr val="012169"/>
                </a:solidFill>
                <a:latin typeface="Verdana"/>
                <a:cs typeface="Verdana"/>
              </a:rPr>
              <a:t>No integrity checks on firmware files</a:t>
            </a:r>
          </a:p>
          <a:p>
            <a:pPr algn="ctr">
              <a:lnSpc>
                <a:spcPct val="106000"/>
              </a:lnSpc>
              <a:buFont typeface="Wingdings 2" pitchFamily="18" charset="2"/>
              <a:buNone/>
            </a:pPr>
            <a:endParaRPr lang="en-US" sz="700" b="1">
              <a:solidFill>
                <a:schemeClr val="bg1"/>
              </a:solidFill>
            </a:endParaRPr>
          </a:p>
        </p:txBody>
      </p:sp>
      <p:sp>
        <p:nvSpPr>
          <p:cNvPr id="109" name="Rectangle 108">
            <a:extLst>
              <a:ext uri="{FF2B5EF4-FFF2-40B4-BE49-F238E27FC236}">
                <a16:creationId xmlns:a16="http://schemas.microsoft.com/office/drawing/2014/main" id="{C1DDEBA6-7C8C-4142-9CDC-B939147EA49E}"/>
              </a:ext>
            </a:extLst>
          </p:cNvPr>
          <p:cNvSpPr/>
          <p:nvPr/>
        </p:nvSpPr>
        <p:spPr bwMode="gray">
          <a:xfrm>
            <a:off x="2597452" y="4023546"/>
            <a:ext cx="1801494" cy="1438587"/>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109220">
              <a:lnSpc>
                <a:spcPct val="106000"/>
              </a:lnSpc>
              <a:buFont typeface="Arial" panose="020B0604020202020204" pitchFamily="34" charset="0"/>
              <a:buChar char="•"/>
            </a:pPr>
            <a:r>
              <a:rPr lang="en-US" sz="800">
                <a:solidFill>
                  <a:srgbClr val="012169"/>
                </a:solidFill>
                <a:ea typeface="Verdana"/>
              </a:rPr>
              <a:t>Meter tampering and cyber physical attacks</a:t>
            </a:r>
          </a:p>
          <a:p>
            <a:pPr marL="171450" indent="-109220">
              <a:lnSpc>
                <a:spcPct val="106000"/>
              </a:lnSpc>
              <a:buFont typeface="Arial" panose="020B0604020202020204" pitchFamily="34" charset="0"/>
              <a:buChar char="•"/>
            </a:pPr>
            <a:r>
              <a:rPr lang="en-US" sz="800">
                <a:solidFill>
                  <a:srgbClr val="012169"/>
                </a:solidFill>
                <a:latin typeface="Verdana"/>
                <a:ea typeface="Verdana"/>
                <a:cs typeface="Verdana"/>
              </a:rPr>
              <a:t>Meter memory DDOS attacks</a:t>
            </a:r>
            <a:endParaRPr lang="en-US" sz="800">
              <a:solidFill>
                <a:srgbClr val="012169"/>
              </a:solidFill>
              <a:latin typeface="Verdana"/>
              <a:cs typeface="Verdana"/>
            </a:endParaRPr>
          </a:p>
          <a:p>
            <a:pPr marL="171450" indent="-109220">
              <a:lnSpc>
                <a:spcPct val="106000"/>
              </a:lnSpc>
              <a:buFont typeface="Arial" panose="020B0604020202020204" pitchFamily="34" charset="0"/>
              <a:buChar char="•"/>
            </a:pPr>
            <a:r>
              <a:rPr lang="en-US" sz="800">
                <a:solidFill>
                  <a:srgbClr val="012169"/>
                </a:solidFill>
                <a:latin typeface="Verdana"/>
                <a:cs typeface="Verdana"/>
              </a:rPr>
              <a:t>Connectivity issues</a:t>
            </a:r>
          </a:p>
          <a:p>
            <a:pPr marL="171450" indent="-109220">
              <a:lnSpc>
                <a:spcPct val="106000"/>
              </a:lnSpc>
              <a:buFont typeface="Arial" panose="020B0604020202020204" pitchFamily="34" charset="0"/>
              <a:buChar char="•"/>
            </a:pPr>
            <a:r>
              <a:rPr lang="en-US" sz="800">
                <a:solidFill>
                  <a:srgbClr val="012169"/>
                </a:solidFill>
                <a:latin typeface="Verdana"/>
                <a:ea typeface="Verdana"/>
                <a:cs typeface="Verdana"/>
              </a:rPr>
              <a:t>Meter Coning</a:t>
            </a:r>
          </a:p>
          <a:p>
            <a:pPr marL="171450" indent="-109220">
              <a:lnSpc>
                <a:spcPct val="106000"/>
              </a:lnSpc>
              <a:buFont typeface="Arial" panose="020B0604020202020204" pitchFamily="34" charset="0"/>
              <a:buChar char="•"/>
            </a:pPr>
            <a:r>
              <a:rPr lang="en-US" sz="800">
                <a:solidFill>
                  <a:srgbClr val="012169"/>
                </a:solidFill>
                <a:latin typeface="Verdana"/>
                <a:ea typeface="Verdana"/>
                <a:cs typeface="Verdana"/>
              </a:rPr>
              <a:t>SIM Cloning</a:t>
            </a:r>
          </a:p>
          <a:p>
            <a:pPr marL="171450" indent="111125">
              <a:lnSpc>
                <a:spcPct val="106000"/>
              </a:lnSpc>
              <a:buFont typeface="Arial" panose="020B0604020202020204" pitchFamily="34" charset="0"/>
              <a:buChar char="•"/>
            </a:pPr>
            <a:endParaRPr lang="en-US" sz="800">
              <a:solidFill>
                <a:srgbClr val="012169"/>
              </a:solidFill>
              <a:latin typeface="Verdana"/>
              <a:cs typeface="Verdana"/>
            </a:endParaRPr>
          </a:p>
          <a:p>
            <a:pPr algn="ctr">
              <a:lnSpc>
                <a:spcPct val="106000"/>
              </a:lnSpc>
              <a:buFont typeface="Wingdings 2" pitchFamily="18" charset="2"/>
              <a:buNone/>
            </a:pPr>
            <a:endParaRPr lang="en-US" sz="700" b="1">
              <a:solidFill>
                <a:schemeClr val="bg1"/>
              </a:solidFill>
            </a:endParaRPr>
          </a:p>
        </p:txBody>
      </p:sp>
      <p:sp>
        <p:nvSpPr>
          <p:cNvPr id="110" name="Rectangle 109">
            <a:extLst>
              <a:ext uri="{FF2B5EF4-FFF2-40B4-BE49-F238E27FC236}">
                <a16:creationId xmlns:a16="http://schemas.microsoft.com/office/drawing/2014/main" id="{5084ABCE-5896-4DDA-92EE-6F55788EA4F7}"/>
              </a:ext>
            </a:extLst>
          </p:cNvPr>
          <p:cNvSpPr/>
          <p:nvPr/>
        </p:nvSpPr>
        <p:spPr bwMode="gray">
          <a:xfrm>
            <a:off x="4734584" y="4040786"/>
            <a:ext cx="1607255" cy="14594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58738">
              <a:lnSpc>
                <a:spcPct val="106000"/>
              </a:lnSpc>
              <a:buFont typeface="Arial" panose="020B0604020202020204" pitchFamily="34" charset="0"/>
              <a:buChar char="•"/>
            </a:pPr>
            <a:r>
              <a:rPr lang="en-US" sz="800">
                <a:solidFill>
                  <a:srgbClr val="012169"/>
                </a:solidFill>
                <a:latin typeface="Verdana"/>
                <a:cs typeface="Verdana"/>
              </a:rPr>
              <a:t>Remote Connectivity</a:t>
            </a:r>
          </a:p>
          <a:p>
            <a:pPr marL="171450" indent="-58738">
              <a:lnSpc>
                <a:spcPct val="106000"/>
              </a:lnSpc>
              <a:buFont typeface="Arial" panose="020B0604020202020204" pitchFamily="34" charset="0"/>
              <a:buChar char="•"/>
            </a:pPr>
            <a:r>
              <a:rPr lang="en-US" sz="800">
                <a:solidFill>
                  <a:srgbClr val="012169"/>
                </a:solidFill>
                <a:latin typeface="Verdana"/>
                <a:cs typeface="Verdana"/>
              </a:rPr>
              <a:t>Unauthorized Bulk Commands, remote connect and disconnect </a:t>
            </a:r>
          </a:p>
          <a:p>
            <a:pPr marL="171450" indent="-58738">
              <a:lnSpc>
                <a:spcPct val="106000"/>
              </a:lnSpc>
              <a:buFont typeface="Arial" panose="020B0604020202020204" pitchFamily="34" charset="0"/>
              <a:buChar char="•"/>
            </a:pPr>
            <a:r>
              <a:rPr lang="en-US" sz="800">
                <a:solidFill>
                  <a:srgbClr val="012169"/>
                </a:solidFill>
                <a:latin typeface="Verdana"/>
                <a:cs typeface="Verdana"/>
              </a:rPr>
              <a:t>No MPLS Firewall</a:t>
            </a:r>
          </a:p>
          <a:p>
            <a:pPr marL="171450" indent="111125">
              <a:lnSpc>
                <a:spcPct val="106000"/>
              </a:lnSpc>
              <a:buFont typeface="Arial" panose="020B0604020202020204" pitchFamily="34" charset="0"/>
              <a:buChar char="•"/>
            </a:pPr>
            <a:endParaRPr lang="en-US" sz="800">
              <a:solidFill>
                <a:srgbClr val="012169"/>
              </a:solidFill>
              <a:latin typeface="Verdana"/>
              <a:cs typeface="Verdana"/>
            </a:endParaRPr>
          </a:p>
          <a:p>
            <a:pPr algn="ctr">
              <a:lnSpc>
                <a:spcPct val="106000"/>
              </a:lnSpc>
              <a:buFont typeface="Wingdings 2" pitchFamily="18" charset="2"/>
              <a:buNone/>
            </a:pPr>
            <a:endParaRPr lang="en-US" sz="700" b="1">
              <a:solidFill>
                <a:schemeClr val="bg1"/>
              </a:solidFill>
            </a:endParaRPr>
          </a:p>
        </p:txBody>
      </p:sp>
      <p:sp>
        <p:nvSpPr>
          <p:cNvPr id="112" name="Rectangle 111">
            <a:extLst>
              <a:ext uri="{FF2B5EF4-FFF2-40B4-BE49-F238E27FC236}">
                <a16:creationId xmlns:a16="http://schemas.microsoft.com/office/drawing/2014/main" id="{2871C0D4-1DAE-4F53-9616-4BAAC046F114}"/>
              </a:ext>
            </a:extLst>
          </p:cNvPr>
          <p:cNvSpPr/>
          <p:nvPr/>
        </p:nvSpPr>
        <p:spPr bwMode="gray">
          <a:xfrm>
            <a:off x="8779313" y="4040785"/>
            <a:ext cx="1592451" cy="1414773"/>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109538">
              <a:lnSpc>
                <a:spcPct val="106000"/>
              </a:lnSpc>
              <a:buFont typeface="Arial" panose="020B0604020202020204" pitchFamily="34" charset="0"/>
              <a:buChar char="•"/>
            </a:pPr>
            <a:r>
              <a:rPr lang="en-US" sz="800">
                <a:solidFill>
                  <a:srgbClr val="012169"/>
                </a:solidFill>
                <a:latin typeface="Verdana"/>
                <a:cs typeface="Verdana"/>
              </a:rPr>
              <a:t>Privacy threats for consumer sensitive data</a:t>
            </a:r>
          </a:p>
          <a:p>
            <a:pPr marL="171450" indent="-109538">
              <a:lnSpc>
                <a:spcPct val="106000"/>
              </a:lnSpc>
              <a:buFont typeface="Arial" panose="020B0604020202020204" pitchFamily="34" charset="0"/>
              <a:buChar char="•"/>
            </a:pPr>
            <a:r>
              <a:rPr lang="en-US" sz="800">
                <a:solidFill>
                  <a:srgbClr val="012169"/>
                </a:solidFill>
                <a:latin typeface="Verdana"/>
                <a:cs typeface="Verdana"/>
              </a:rPr>
              <a:t>Unauthorized consumer energy consumption pattern analysis.</a:t>
            </a:r>
          </a:p>
          <a:p>
            <a:pPr marL="171450" indent="-109538">
              <a:lnSpc>
                <a:spcPct val="106000"/>
              </a:lnSpc>
              <a:buFont typeface="Arial" panose="020B0604020202020204" pitchFamily="34" charset="0"/>
              <a:buChar char="•"/>
            </a:pPr>
            <a:r>
              <a:rPr lang="en-US" sz="800">
                <a:solidFill>
                  <a:srgbClr val="012169"/>
                </a:solidFill>
                <a:latin typeface="Verdana"/>
                <a:cs typeface="Verdana"/>
              </a:rPr>
              <a:t>Unencrypted network</a:t>
            </a:r>
          </a:p>
        </p:txBody>
      </p:sp>
      <p:sp>
        <p:nvSpPr>
          <p:cNvPr id="113" name="Rectangle 112">
            <a:extLst>
              <a:ext uri="{FF2B5EF4-FFF2-40B4-BE49-F238E27FC236}">
                <a16:creationId xmlns:a16="http://schemas.microsoft.com/office/drawing/2014/main" id="{655E9A60-F16E-4D0F-BC76-2538743B09C5}"/>
              </a:ext>
            </a:extLst>
          </p:cNvPr>
          <p:cNvSpPr/>
          <p:nvPr/>
        </p:nvSpPr>
        <p:spPr bwMode="gray">
          <a:xfrm>
            <a:off x="10512897" y="4023546"/>
            <a:ext cx="1393007" cy="141304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171450">
              <a:lnSpc>
                <a:spcPct val="106000"/>
              </a:lnSpc>
              <a:buFont typeface="Arial" panose="020B0604020202020204" pitchFamily="34" charset="0"/>
              <a:buChar char="•"/>
            </a:pPr>
            <a:r>
              <a:rPr lang="en-US" sz="800">
                <a:solidFill>
                  <a:srgbClr val="012169"/>
                </a:solidFill>
                <a:latin typeface="Verdana"/>
                <a:cs typeface="Verdana"/>
              </a:rPr>
              <a:t>Dependencies on Discoms for CRM data.</a:t>
            </a:r>
          </a:p>
          <a:p>
            <a:pPr marL="171450" indent="-171450">
              <a:lnSpc>
                <a:spcPct val="106000"/>
              </a:lnSpc>
              <a:buFont typeface="Arial" panose="020B0604020202020204" pitchFamily="34" charset="0"/>
              <a:buChar char="•"/>
            </a:pPr>
            <a:r>
              <a:rPr lang="en-US" sz="800">
                <a:solidFill>
                  <a:srgbClr val="012169"/>
                </a:solidFill>
                <a:latin typeface="Verdana"/>
                <a:cs typeface="Verdana"/>
              </a:rPr>
              <a:t>APT threats from mobile system.</a:t>
            </a:r>
          </a:p>
          <a:p>
            <a:pPr marL="171450" indent="-171450">
              <a:lnSpc>
                <a:spcPct val="106000"/>
              </a:lnSpc>
              <a:buFont typeface="Arial" panose="020B0604020202020204" pitchFamily="34" charset="0"/>
              <a:buChar char="•"/>
            </a:pPr>
            <a:r>
              <a:rPr lang="en-US" sz="800">
                <a:solidFill>
                  <a:srgbClr val="012169"/>
                </a:solidFill>
                <a:latin typeface="Verdana"/>
                <a:cs typeface="Verdana"/>
              </a:rPr>
              <a:t>Modifications in billing process data. </a:t>
            </a:r>
            <a:endParaRPr lang="en-US" sz="700" b="1">
              <a:solidFill>
                <a:schemeClr val="bg1"/>
              </a:solidFill>
            </a:endParaRPr>
          </a:p>
        </p:txBody>
      </p:sp>
      <p:sp>
        <p:nvSpPr>
          <p:cNvPr id="114" name="Rectangle 113">
            <a:extLst>
              <a:ext uri="{FF2B5EF4-FFF2-40B4-BE49-F238E27FC236}">
                <a16:creationId xmlns:a16="http://schemas.microsoft.com/office/drawing/2014/main" id="{41C0E3E3-38A8-4578-B09E-1F8DFEF3B3B3}"/>
              </a:ext>
            </a:extLst>
          </p:cNvPr>
          <p:cNvSpPr/>
          <p:nvPr/>
        </p:nvSpPr>
        <p:spPr bwMode="gray">
          <a:xfrm>
            <a:off x="6726845" y="4030514"/>
            <a:ext cx="1603860" cy="144586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114300">
              <a:lnSpc>
                <a:spcPct val="106000"/>
              </a:lnSpc>
              <a:buFont typeface="Arial" panose="020B0604020202020204" pitchFamily="34" charset="0"/>
              <a:buChar char="•"/>
            </a:pPr>
            <a:r>
              <a:rPr lang="en-US" sz="800">
                <a:solidFill>
                  <a:srgbClr val="012169"/>
                </a:solidFill>
                <a:latin typeface="Verdana"/>
                <a:cs typeface="Verdana"/>
              </a:rPr>
              <a:t>Errors in manual batch processing of smart meter files </a:t>
            </a:r>
          </a:p>
          <a:p>
            <a:pPr marL="171450" indent="-114300">
              <a:lnSpc>
                <a:spcPct val="106000"/>
              </a:lnSpc>
              <a:buFont typeface="Arial" panose="020B0604020202020204" pitchFamily="34" charset="0"/>
              <a:buChar char="•"/>
            </a:pPr>
            <a:r>
              <a:rPr lang="en-US" sz="800">
                <a:solidFill>
                  <a:srgbClr val="012169"/>
                </a:solidFill>
                <a:latin typeface="Verdana"/>
                <a:cs typeface="Verdana"/>
              </a:rPr>
              <a:t>Insecure API’s</a:t>
            </a:r>
          </a:p>
          <a:p>
            <a:pPr marL="171450" indent="-114300">
              <a:lnSpc>
                <a:spcPct val="106000"/>
              </a:lnSpc>
              <a:buFont typeface="Arial" panose="020B0604020202020204" pitchFamily="34" charset="0"/>
              <a:buChar char="•"/>
            </a:pPr>
            <a:r>
              <a:rPr lang="en-US" sz="800">
                <a:solidFill>
                  <a:srgbClr val="012169"/>
                </a:solidFill>
                <a:latin typeface="Verdana"/>
                <a:cs typeface="Verdana"/>
              </a:rPr>
              <a:t>No integrity checks on meter data files </a:t>
            </a:r>
          </a:p>
          <a:p>
            <a:pPr marL="171450" indent="-114300">
              <a:lnSpc>
                <a:spcPct val="106000"/>
              </a:lnSpc>
              <a:buFont typeface="Arial" panose="020B0604020202020204" pitchFamily="34" charset="0"/>
              <a:buChar char="•"/>
            </a:pPr>
            <a:r>
              <a:rPr lang="en-US" sz="800">
                <a:solidFill>
                  <a:srgbClr val="012169"/>
                </a:solidFill>
                <a:latin typeface="Verdana"/>
                <a:cs typeface="Verdana"/>
              </a:rPr>
              <a:t>Insecure smart meter gateways and integrations </a:t>
            </a:r>
            <a:endParaRPr lang="en-US" sz="700" b="1">
              <a:solidFill>
                <a:schemeClr val="bg1"/>
              </a:solidFill>
            </a:endParaRPr>
          </a:p>
        </p:txBody>
      </p:sp>
      <p:sp>
        <p:nvSpPr>
          <p:cNvPr id="115" name="object 50">
            <a:extLst>
              <a:ext uri="{FF2B5EF4-FFF2-40B4-BE49-F238E27FC236}">
                <a16:creationId xmlns:a16="http://schemas.microsoft.com/office/drawing/2014/main" id="{8AB6E4B3-93FA-48B1-BEC6-C2BC76D34950}"/>
              </a:ext>
            </a:extLst>
          </p:cNvPr>
          <p:cNvSpPr txBox="1"/>
          <p:nvPr/>
        </p:nvSpPr>
        <p:spPr>
          <a:xfrm>
            <a:off x="10561915" y="1508811"/>
            <a:ext cx="1488880" cy="259045"/>
          </a:xfrm>
          <a:prstGeom prst="rect">
            <a:avLst/>
          </a:prstGeom>
        </p:spPr>
        <p:txBody>
          <a:bodyPr vert="horz" wrap="square" lIns="0" tIns="12700" rIns="0" bIns="0" rtlCol="0">
            <a:spAutoFit/>
          </a:bodyPr>
          <a:lstStyle/>
          <a:p>
            <a:pPr marL="61913">
              <a:lnSpc>
                <a:spcPct val="100000"/>
              </a:lnSpc>
              <a:spcBef>
                <a:spcPts val="100"/>
              </a:spcBef>
            </a:pPr>
            <a:r>
              <a:rPr lang="en-US" sz="800">
                <a:solidFill>
                  <a:srgbClr val="012169"/>
                </a:solidFill>
                <a:latin typeface="Verdana"/>
              </a:rPr>
              <a:t>Dis-comm and Legacy systems</a:t>
            </a:r>
          </a:p>
        </p:txBody>
      </p:sp>
      <p:cxnSp>
        <p:nvCxnSpPr>
          <p:cNvPr id="116" name="Straight Arrow Connector 115">
            <a:extLst>
              <a:ext uri="{FF2B5EF4-FFF2-40B4-BE49-F238E27FC236}">
                <a16:creationId xmlns:a16="http://schemas.microsoft.com/office/drawing/2014/main" id="{CFE9DED3-4667-4C12-90F2-6AD27F8CB174}"/>
              </a:ext>
            </a:extLst>
          </p:cNvPr>
          <p:cNvCxnSpPr>
            <a:cxnSpLocks/>
          </p:cNvCxnSpPr>
          <p:nvPr/>
        </p:nvCxnSpPr>
        <p:spPr>
          <a:xfrm flipV="1">
            <a:off x="9988703" y="2044446"/>
            <a:ext cx="622788" cy="6585"/>
          </a:xfrm>
          <a:prstGeom prst="straightConnector1">
            <a:avLst/>
          </a:prstGeom>
          <a:ln w="190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7" name="Rectangle: Rounded Corners 116">
            <a:extLst>
              <a:ext uri="{FF2B5EF4-FFF2-40B4-BE49-F238E27FC236}">
                <a16:creationId xmlns:a16="http://schemas.microsoft.com/office/drawing/2014/main" id="{ED381ACA-D9F4-497A-B73D-79C24C945B56}"/>
              </a:ext>
            </a:extLst>
          </p:cNvPr>
          <p:cNvSpPr/>
          <p:nvPr/>
        </p:nvSpPr>
        <p:spPr bwMode="gray">
          <a:xfrm>
            <a:off x="346966" y="720282"/>
            <a:ext cx="1759584" cy="180847"/>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000" b="1">
                <a:solidFill>
                  <a:schemeClr val="tx1"/>
                </a:solidFill>
              </a:rPr>
              <a:t>Zone 1</a:t>
            </a:r>
          </a:p>
        </p:txBody>
      </p:sp>
      <p:sp>
        <p:nvSpPr>
          <p:cNvPr id="118" name="Rectangle: Rounded Corners 117">
            <a:extLst>
              <a:ext uri="{FF2B5EF4-FFF2-40B4-BE49-F238E27FC236}">
                <a16:creationId xmlns:a16="http://schemas.microsoft.com/office/drawing/2014/main" id="{758C4323-DF07-4AD7-9065-518C0A04254F}"/>
              </a:ext>
            </a:extLst>
          </p:cNvPr>
          <p:cNvSpPr/>
          <p:nvPr/>
        </p:nvSpPr>
        <p:spPr bwMode="gray">
          <a:xfrm>
            <a:off x="2448908" y="723789"/>
            <a:ext cx="1811303" cy="165722"/>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a:solidFill>
                  <a:schemeClr val="tx1"/>
                </a:solidFill>
              </a:rPr>
              <a:t>Zone 2</a:t>
            </a:r>
          </a:p>
        </p:txBody>
      </p:sp>
      <p:sp>
        <p:nvSpPr>
          <p:cNvPr id="121" name="Rectangle: Rounded Corners 120">
            <a:extLst>
              <a:ext uri="{FF2B5EF4-FFF2-40B4-BE49-F238E27FC236}">
                <a16:creationId xmlns:a16="http://schemas.microsoft.com/office/drawing/2014/main" id="{3E66D337-09B9-42DF-AE02-3C6435865C69}"/>
              </a:ext>
            </a:extLst>
          </p:cNvPr>
          <p:cNvSpPr/>
          <p:nvPr/>
        </p:nvSpPr>
        <p:spPr bwMode="gray">
          <a:xfrm>
            <a:off x="8652558" y="677774"/>
            <a:ext cx="1740229" cy="170255"/>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000" b="1">
                <a:solidFill>
                  <a:schemeClr val="tx1"/>
                </a:solidFill>
              </a:rPr>
              <a:t>Zone 4</a:t>
            </a:r>
          </a:p>
        </p:txBody>
      </p:sp>
      <p:sp>
        <p:nvSpPr>
          <p:cNvPr id="122" name="Rectangle: Rounded Corners 121">
            <a:extLst>
              <a:ext uri="{FF2B5EF4-FFF2-40B4-BE49-F238E27FC236}">
                <a16:creationId xmlns:a16="http://schemas.microsoft.com/office/drawing/2014/main" id="{D25ED00E-1532-4E76-B083-8A113846685B}"/>
              </a:ext>
            </a:extLst>
          </p:cNvPr>
          <p:cNvSpPr/>
          <p:nvPr/>
        </p:nvSpPr>
        <p:spPr bwMode="gray">
          <a:xfrm>
            <a:off x="10567789" y="673707"/>
            <a:ext cx="1244938" cy="178387"/>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000" b="1">
                <a:solidFill>
                  <a:schemeClr val="tx1"/>
                </a:solidFill>
              </a:rPr>
              <a:t>Zone 5</a:t>
            </a:r>
          </a:p>
        </p:txBody>
      </p:sp>
      <p:sp>
        <p:nvSpPr>
          <p:cNvPr id="123" name="Rectangle: Rounded Corners 122">
            <a:extLst>
              <a:ext uri="{FF2B5EF4-FFF2-40B4-BE49-F238E27FC236}">
                <a16:creationId xmlns:a16="http://schemas.microsoft.com/office/drawing/2014/main" id="{92EB7260-C9B3-4940-A40E-0D3475D67605}"/>
              </a:ext>
            </a:extLst>
          </p:cNvPr>
          <p:cNvSpPr/>
          <p:nvPr/>
        </p:nvSpPr>
        <p:spPr bwMode="gray">
          <a:xfrm>
            <a:off x="5518314" y="723334"/>
            <a:ext cx="1811303" cy="165722"/>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a:solidFill>
                  <a:schemeClr val="tx1"/>
                </a:solidFill>
              </a:rPr>
              <a:t>Zone 3</a:t>
            </a:r>
          </a:p>
        </p:txBody>
      </p:sp>
      <p:sp>
        <p:nvSpPr>
          <p:cNvPr id="119" name="Rectangle: Rounded Corners 118">
            <a:extLst>
              <a:ext uri="{FF2B5EF4-FFF2-40B4-BE49-F238E27FC236}">
                <a16:creationId xmlns:a16="http://schemas.microsoft.com/office/drawing/2014/main" id="{E48FEED8-0461-4BB8-8017-296C28D8E09A}"/>
              </a:ext>
            </a:extLst>
          </p:cNvPr>
          <p:cNvSpPr/>
          <p:nvPr/>
        </p:nvSpPr>
        <p:spPr bwMode="gray">
          <a:xfrm>
            <a:off x="2449474" y="724240"/>
            <a:ext cx="1811303" cy="165722"/>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000" b="1">
                <a:solidFill>
                  <a:schemeClr val="tx1"/>
                </a:solidFill>
              </a:rPr>
              <a:t>Zone 2</a:t>
            </a:r>
          </a:p>
        </p:txBody>
      </p:sp>
      <p:sp>
        <p:nvSpPr>
          <p:cNvPr id="120" name="Rectangle: Rounded Corners 119">
            <a:extLst>
              <a:ext uri="{FF2B5EF4-FFF2-40B4-BE49-F238E27FC236}">
                <a16:creationId xmlns:a16="http://schemas.microsoft.com/office/drawing/2014/main" id="{725E381C-D7D2-4017-B073-E077903FC4B9}"/>
              </a:ext>
            </a:extLst>
          </p:cNvPr>
          <p:cNvSpPr/>
          <p:nvPr/>
        </p:nvSpPr>
        <p:spPr bwMode="gray">
          <a:xfrm>
            <a:off x="5518880" y="723785"/>
            <a:ext cx="1811303" cy="165722"/>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000" b="1">
                <a:solidFill>
                  <a:schemeClr val="tx1"/>
                </a:solidFill>
              </a:rPr>
              <a:t>Zone 3</a:t>
            </a:r>
          </a:p>
        </p:txBody>
      </p:sp>
    </p:spTree>
    <p:extLst>
      <p:ext uri="{BB962C8B-B14F-4D97-AF65-F5344CB8AC3E}">
        <p14:creationId xmlns:p14="http://schemas.microsoft.com/office/powerpoint/2010/main" val="551029900"/>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5121&quot;/&gt;&lt;CPresentation id=&quot;1&quot;&gt;&lt;m_precDefaultNumber&gt;&lt;m_bNumberIsYear val=&quot;1&quot;/&gt;&lt;m_chMinusSymbol&gt;-&lt;/m_chMinusSymbol&gt;&lt;m_chDecimalSymbol17909&gt;.&lt;/m_chDecimalSymbol17909&gt;&lt;m_nGroupingDigits17909 val=&quot;2147483647&quot;/&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2147483647&quot;/&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nBHYOSW7YVBazB.jQaYD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MIlQBAgKQuusBEK7jSft7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wjeyUdmhQZKdxS9lcHuRv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BV6pwSqKSzi4e0Ni7A.IS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wjeyUdmhQZKdxS9lcHuRv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S8j8yyZJS6KC.ojEw_tYE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TssNI4u0lT4decIc891v9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5lsM0isgVHEJUhpDs_QwE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S8j8yyZJS6KC.ojEw_tYE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My8Tz36iJECAfYrXE1EXm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My8Tz36iJECAfYrXE1EXm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nmwaXFOoQfukUyjtTomhF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Deloitte 16_9 onscree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2.xml><?xml version="1.0" encoding="utf-8"?>
<a:theme xmlns:a="http://schemas.openxmlformats.org/drawingml/2006/main" name="Deloitte_US_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bodyPr lIns="0" rIns="0" anchor="b" anchorCtr="0">
        <a:normAutofit fontScale="92500"/>
      </a:bodyPr>
      <a:lstStyle>
        <a:defPPr>
          <a:lnSpc>
            <a:spcPts val="900"/>
          </a:lnSpc>
          <a:defRPr sz="1300" b="1" dirty="0">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B250B804-2FDB-4928-98F0-F76F4A35E307}" vid="{34B986A3-8F99-4F88-AF27-8B60A5DA0FDB}"/>
    </a:ext>
  </a:extLst>
</a:theme>
</file>

<file path=ppt/theme/theme3.xml><?xml version="1.0" encoding="utf-8"?>
<a:theme xmlns:a="http://schemas.openxmlformats.org/drawingml/2006/main" name="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4.xml><?xml version="1.0" encoding="utf-8"?>
<a:theme xmlns:a="http://schemas.openxmlformats.org/drawingml/2006/main" name="Deloitte_US_Letter_Print Theme">
  <a:themeElements>
    <a:clrScheme name="Deloitte colour theme">
      <a:dk1>
        <a:sysClr val="windowText" lastClr="000000"/>
      </a:dk1>
      <a:lt1>
        <a:sysClr val="window" lastClr="FFFFFF"/>
      </a:lt1>
      <a:dk2>
        <a:srgbClr val="44546A"/>
      </a:dk2>
      <a:lt2>
        <a:srgbClr val="E7E6E6"/>
      </a:lt2>
      <a:accent1>
        <a:srgbClr val="86BC25"/>
      </a:accent1>
      <a:accent2>
        <a:srgbClr val="2C5234"/>
      </a:accent2>
      <a:accent3>
        <a:srgbClr val="00A3E0"/>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US_Letter_Print Theme" id="{5B1C474F-3B6E-4C4C-B8B8-04058258F10F}" vid="{EE8175AA-1F22-47D3-9D7F-F1884DC9EC3E}"/>
    </a:ext>
  </a:extLst>
</a:theme>
</file>

<file path=ppt/theme/theme5.xml><?xml version="1.0" encoding="utf-8"?>
<a:theme xmlns:a="http://schemas.openxmlformats.org/drawingml/2006/main" name="1_Deloitte_UK_Onscreen">
  <a:themeElements>
    <a:clrScheme name="Deloitte colors">
      <a:dk1>
        <a:srgbClr val="000000"/>
      </a:dk1>
      <a:lt1>
        <a:srgbClr val="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solidFill>
            <a:schemeClr val="accent3"/>
          </a:solidFill>
          <a:miter lim="800000"/>
          <a:headEnd/>
          <a:tailEnd/>
        </a:ln>
      </a:spPr>
      <a:bodyPr wrap="square" lIns="88900" tIns="88900" rIns="88900" bIns="88900" rtlCol="0" anchor="ctr"/>
      <a:lstStyle>
        <a:defPPr algn="ctr">
          <a:lnSpc>
            <a:spcPct val="106000"/>
          </a:lnSpc>
          <a:buFont typeface="Wingdings 2" pitchFamily="18" charset="2"/>
          <a:buNone/>
          <a:defRPr sz="1600" b="1" noProof="0" dirty="0" err="1">
            <a:solidFill>
              <a:schemeClr val="bg1"/>
            </a:solidFill>
          </a:defRPr>
        </a:defPPr>
      </a:lstStyle>
    </a:spDef>
    <a:lnDef>
      <a:spPr>
        <a:ln>
          <a:solidFill>
            <a:srgbClr val="44546A"/>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34000" indent="-234000">
          <a:spcBef>
            <a:spcPts val="0"/>
          </a:spcBef>
          <a:spcAft>
            <a:spcPts val="1333"/>
          </a:spcAft>
          <a:buSzPct val="100000"/>
          <a:buFont typeface="Arial"/>
          <a:buChar char="•"/>
          <a:defRPr sz="1200" noProof="0" dirty="0" err="1">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 widescreen (16-9).potx" id="{D15CC715-B911-44C1-9E94-DDBA3AD356C4}" vid="{6A3836AB-5DCF-4D2F-8285-FE1EF7A83340}"/>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54D36E-9EF4-45FB-A110-F5062C6023D7}">
  <ds:schemaRefs>
    <ds:schemaRef ds:uri="dc078bd3-5b64-400b-8677-89ec237857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124D7DF5-2DEA-4939-A487-A40714D422A9}">
  <ds:schemaRefs>
    <ds:schemaRef ds:uri="http://schemas.microsoft.com/sharepoint/v3/contenttype/forms"/>
  </ds:schemaRefs>
</ds:datastoreItem>
</file>

<file path=customXml/itemProps3.xml><?xml version="1.0" encoding="utf-8"?>
<ds:datastoreItem xmlns:ds="http://schemas.openxmlformats.org/officeDocument/2006/customXml" ds:itemID="{590CCE88-832D-4432-B77D-A3C799CD4E63}"/>
</file>

<file path=docProps/app.xml><?xml version="1.0" encoding="utf-8"?>
<Properties xmlns="http://schemas.openxmlformats.org/officeDocument/2006/extended-properties" xmlns:vt="http://schemas.openxmlformats.org/officeDocument/2006/docPropsVTypes">
  <Template>4_3 Deloitte Consulting PPT Template</Template>
  <Application>Microsoft Office PowerPoint</Application>
  <PresentationFormat>Widescreen</PresentationFormat>
  <Slides>22</Slides>
  <Notes>10</Notes>
  <HiddenSlides>0</HiddenSlides>
  <ScaleCrop>false</ScaleCrop>
  <HeadingPairs>
    <vt:vector size="4" baseType="variant">
      <vt:variant>
        <vt:lpstr>Theme</vt:lpstr>
      </vt:variant>
      <vt:variant>
        <vt:i4>5</vt:i4>
      </vt:variant>
      <vt:variant>
        <vt:lpstr>Slide Titles</vt:lpstr>
      </vt:variant>
      <vt:variant>
        <vt:i4>22</vt:i4>
      </vt:variant>
    </vt:vector>
  </HeadingPairs>
  <TitlesOfParts>
    <vt:vector size="27" baseType="lpstr">
      <vt:lpstr>1_Deloitte 16_9 onscreen</vt:lpstr>
      <vt:lpstr>Deloitte_US_Onscreen</vt:lpstr>
      <vt:lpstr>Deloitte 16_9 onscreen</vt:lpstr>
      <vt:lpstr>Deloitte_US_Letter_Print Theme</vt:lpstr>
      <vt:lpstr>1_Deloitte_UK_Onscreen</vt:lpstr>
      <vt:lpstr>Consultancy Services for assisting and supporting in Project Management to WBSEDCL for Smart Metering Implementation works under “Revamped Reforms-Linked Results-Based Distribution Sector Scheme”  Kick Off Meeting  E-Tender No. CE/Comm/Tender/RDSS/Smart Meter/PMA/1397    DTD. 04.04.2023 August’2023</vt:lpstr>
      <vt:lpstr>Contents</vt:lpstr>
      <vt:lpstr>PowerPoint Presentation</vt:lpstr>
      <vt:lpstr>Deloitte brings “best-in-class” capabilities across all aspects of strategy, innovation and market assessment coupled with experience of partnering with some of leading clients across the world</vt:lpstr>
      <vt:lpstr>Our Association with WBSEDCL</vt:lpstr>
      <vt:lpstr>PowerPoint Presentation</vt:lpstr>
      <vt:lpstr>Task 1: Bid Process Management</vt:lpstr>
      <vt:lpstr>Task 2: Project Management (1/2)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Work plan</vt:lpstr>
      <vt:lpstr>PowerPoint Presentation</vt:lpstr>
      <vt:lpstr>Assistance we require from BPDB</vt:lpstr>
      <vt:lpstr>PowerPoint Presentation</vt:lpstr>
      <vt:lpstr>PowerPoint Presentation</vt:lpstr>
      <vt:lpstr>Reference Smart Meter Architecture</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subject/>
  <dc:creator>Chirag Kadam</dc:creator>
  <cp:keywords/>
  <cp:revision>1</cp:revision>
  <cp:lastPrinted>2014-06-25T02:16:22Z</cp:lastPrinted>
  <dcterms:created xsi:type="dcterms:W3CDTF">2016-11-09T03:29:25Z</dcterms:created>
  <dcterms:modified xsi:type="dcterms:W3CDTF">2023-08-09T04:14:29Z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Local Content Type">
    <vt:lpwstr/>
  </property>
  <property fmtid="{D5CDD505-2E9C-101B-9397-08002B2CF9AE}" pid="4" name="TaxKeyword">
    <vt:lpwstr/>
  </property>
  <property fmtid="{D5CDD505-2E9C-101B-9397-08002B2CF9AE}" pid="5" name="Global Client Services">
    <vt:lpwstr/>
  </property>
  <property fmtid="{D5CDD505-2E9C-101B-9397-08002B2CF9AE}" pid="6" name="Geography">
    <vt:lpwstr>19;#Global (2542)|163e196f-7511-4639-90b6-ed85c9d9c37c</vt:lpwstr>
  </property>
  <property fmtid="{D5CDD505-2E9C-101B-9397-08002B2CF9AE}" pid="7" name="Local Industry">
    <vt:lpwstr/>
  </property>
  <property fmtid="{D5CDD505-2E9C-101B-9397-08002B2CF9AE}" pid="8" name="Global Industry">
    <vt:lpwstr/>
  </property>
  <property fmtid="{D5CDD505-2E9C-101B-9397-08002B2CF9AE}" pid="9" name="Global Content Type">
    <vt:lpwstr/>
  </property>
  <property fmtid="{D5CDD505-2E9C-101B-9397-08002B2CF9AE}" pid="10" name="LanguageB">
    <vt:lpwstr>2;#English|b169a262-1aaa-4ccb-9acf-78a36c1d9bab</vt:lpwstr>
  </property>
  <property fmtid="{D5CDD505-2E9C-101B-9397-08002B2CF9AE}" pid="11" name="Local Client Services">
    <vt:lpwstr/>
  </property>
  <property fmtid="{D5CDD505-2E9C-101B-9397-08002B2CF9AE}" pid="12" name="MSIP_Label_ea60d57e-af5b-4752-ac57-3e4f28ca11dc_Enabled">
    <vt:lpwstr>true</vt:lpwstr>
  </property>
  <property fmtid="{D5CDD505-2E9C-101B-9397-08002B2CF9AE}" pid="13" name="MSIP_Label_ea60d57e-af5b-4752-ac57-3e4f28ca11dc_SetDate">
    <vt:lpwstr>2021-09-20T06:35:08Z</vt:lpwstr>
  </property>
  <property fmtid="{D5CDD505-2E9C-101B-9397-08002B2CF9AE}" pid="14" name="MSIP_Label_ea60d57e-af5b-4752-ac57-3e4f28ca11dc_Method">
    <vt:lpwstr>Standard</vt:lpwstr>
  </property>
  <property fmtid="{D5CDD505-2E9C-101B-9397-08002B2CF9AE}" pid="15" name="MSIP_Label_ea60d57e-af5b-4752-ac57-3e4f28ca11dc_Name">
    <vt:lpwstr>ea60d57e-af5b-4752-ac57-3e4f28ca11dc</vt:lpwstr>
  </property>
  <property fmtid="{D5CDD505-2E9C-101B-9397-08002B2CF9AE}" pid="16" name="MSIP_Label_ea60d57e-af5b-4752-ac57-3e4f28ca11dc_SiteId">
    <vt:lpwstr>36da45f1-dd2c-4d1f-af13-5abe46b99921</vt:lpwstr>
  </property>
  <property fmtid="{D5CDD505-2E9C-101B-9397-08002B2CF9AE}" pid="17" name="MSIP_Label_ea60d57e-af5b-4752-ac57-3e4f28ca11dc_ActionId">
    <vt:lpwstr>5720a868-5efd-4ec3-aaf1-a573081570eb</vt:lpwstr>
  </property>
  <property fmtid="{D5CDD505-2E9C-101B-9397-08002B2CF9AE}" pid="18" name="MSIP_Label_ea60d57e-af5b-4752-ac57-3e4f28ca11dc_ContentBits">
    <vt:lpwstr>0</vt:lpwstr>
  </property>
  <property fmtid="{D5CDD505-2E9C-101B-9397-08002B2CF9AE}" pid="19" name="MediaServiceImageTags">
    <vt:lpwstr/>
  </property>
</Properties>
</file>