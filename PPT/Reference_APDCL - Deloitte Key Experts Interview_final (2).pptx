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5.xml" ContentType="application/vnd.openxmlformats-officedocument.presentationml.notesSlide+xml"/>
  <Override PartName="/ppt/tags/tag29.xml" ContentType="application/vnd.openxmlformats-officedocument.presentationml.tags+xml"/>
  <Override PartName="/ppt/notesSlides/notesSlide6.xml" ContentType="application/vnd.openxmlformats-officedocument.presentationml.notesSlide+xml"/>
  <Override PartName="/ppt/tags/tag30.xml" ContentType="application/vnd.openxmlformats-officedocument.presentationml.tags+xml"/>
  <Override PartName="/ppt/notesSlides/notesSlide7.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071" r:id="rId5"/>
  </p:sldMasterIdLst>
  <p:notesMasterIdLst>
    <p:notesMasterId r:id="rId46"/>
  </p:notesMasterIdLst>
  <p:handoutMasterIdLst>
    <p:handoutMasterId r:id="rId47"/>
  </p:handoutMasterIdLst>
  <p:sldIdLst>
    <p:sldId id="954" r:id="rId6"/>
    <p:sldId id="3969" r:id="rId7"/>
    <p:sldId id="6238" r:id="rId8"/>
    <p:sldId id="6208" r:id="rId9"/>
    <p:sldId id="3884" r:id="rId10"/>
    <p:sldId id="6242" r:id="rId11"/>
    <p:sldId id="6240" r:id="rId12"/>
    <p:sldId id="6241" r:id="rId13"/>
    <p:sldId id="3994" r:id="rId14"/>
    <p:sldId id="6198" r:id="rId15"/>
    <p:sldId id="6231" r:id="rId16"/>
    <p:sldId id="4004" r:id="rId17"/>
    <p:sldId id="6193" r:id="rId18"/>
    <p:sldId id="6195" r:id="rId19"/>
    <p:sldId id="1258" r:id="rId20"/>
    <p:sldId id="4003" r:id="rId21"/>
    <p:sldId id="6202" r:id="rId22"/>
    <p:sldId id="6187" r:id="rId23"/>
    <p:sldId id="6232" r:id="rId24"/>
    <p:sldId id="6233" r:id="rId25"/>
    <p:sldId id="6211" r:id="rId26"/>
    <p:sldId id="6190" r:id="rId27"/>
    <p:sldId id="6226" r:id="rId28"/>
    <p:sldId id="6192" r:id="rId29"/>
    <p:sldId id="4037" r:id="rId30"/>
    <p:sldId id="6224" r:id="rId31"/>
    <p:sldId id="6223" r:id="rId32"/>
    <p:sldId id="4039" r:id="rId33"/>
    <p:sldId id="6214" r:id="rId34"/>
    <p:sldId id="3973" r:id="rId35"/>
    <p:sldId id="6201" r:id="rId36"/>
    <p:sldId id="6215" r:id="rId37"/>
    <p:sldId id="4009" r:id="rId38"/>
    <p:sldId id="6196" r:id="rId39"/>
    <p:sldId id="6225" r:id="rId40"/>
    <p:sldId id="4006" r:id="rId41"/>
    <p:sldId id="6189" r:id="rId42"/>
    <p:sldId id="6221" r:id="rId43"/>
    <p:sldId id="6234" r:id="rId44"/>
    <p:sldId id="6236" r:id="rId45"/>
  </p:sldIdLst>
  <p:sldSz cx="12192000" cy="6858000"/>
  <p:notesSz cx="7315200" cy="9601200"/>
  <p:custDataLst>
    <p:tags r:id="rId48"/>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Mitra, Sayan" initials="MS" lastIdx="2" clrIdx="6">
    <p:extLst>
      <p:ext uri="{19B8F6BF-5375-455C-9EA6-DF929625EA0E}">
        <p15:presenceInfo xmlns:p15="http://schemas.microsoft.com/office/powerpoint/2012/main" userId="S::smitra2@deloitte.com::5f9b069e-390c-41f3-af3f-6bd4b0fb9710" providerId="AD"/>
      </p:ext>
    </p:extLst>
  </p:cmAuthor>
  <p:cmAuthor id="1" name="Salunkhe, Nikhil" initials="SN" lastIdx="1" clrIdx="0">
    <p:extLst>
      <p:ext uri="{19B8F6BF-5375-455C-9EA6-DF929625EA0E}">
        <p15:presenceInfo xmlns:p15="http://schemas.microsoft.com/office/powerpoint/2012/main" userId="S-1-5-21-776561741-1482476501-682003330-1288395"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1"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EFF4F7"/>
    <a:srgbClr val="F4FCEA"/>
    <a:srgbClr val="EFFBE1"/>
    <a:srgbClr val="E3F8CC"/>
    <a:srgbClr val="B4B4B4"/>
    <a:srgbClr val="B2B2B2"/>
    <a:srgbClr val="C7C7C7"/>
    <a:srgbClr val="D1D1D1"/>
    <a:srgbClr val="C5C5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72C572-CF53-488D-9889-EE4D3FC92FB4}" v="2" dt="2023-08-08T09:59:43.5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3" y="67"/>
      </p:cViewPr>
      <p:guideLst>
        <p:guide/>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gs" Target="tags/tag1.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ra, Sayan" userId="5f9b069e-390c-41f3-af3f-6bd4b0fb9710" providerId="ADAL" clId="{247990A0-5FB5-454A-A678-7CD2BB4D3666}"/>
    <pc:docChg chg="undo custSel addSld delSld modSld sldOrd modMainMaster">
      <pc:chgData name="Mitra, Sayan" userId="5f9b069e-390c-41f3-af3f-6bd4b0fb9710" providerId="ADAL" clId="{247990A0-5FB5-454A-A678-7CD2BB4D3666}" dt="2022-07-06T05:47:54.312" v="1559" actId="20577"/>
      <pc:docMkLst>
        <pc:docMk/>
      </pc:docMkLst>
      <pc:sldChg chg="del">
        <pc:chgData name="Mitra, Sayan" userId="5f9b069e-390c-41f3-af3f-6bd4b0fb9710" providerId="ADAL" clId="{247990A0-5FB5-454A-A678-7CD2BB4D3666}" dt="2022-07-05T23:56:39.968" v="1488" actId="47"/>
        <pc:sldMkLst>
          <pc:docMk/>
          <pc:sldMk cId="4276926512" sldId="1257"/>
        </pc:sldMkLst>
      </pc:sldChg>
      <pc:sldChg chg="add del">
        <pc:chgData name="Mitra, Sayan" userId="5f9b069e-390c-41f3-af3f-6bd4b0fb9710" providerId="ADAL" clId="{247990A0-5FB5-454A-A678-7CD2BB4D3666}" dt="2022-07-05T17:59:06.436" v="821" actId="47"/>
        <pc:sldMkLst>
          <pc:docMk/>
          <pc:sldMk cId="2239265673" sldId="1258"/>
        </pc:sldMkLst>
      </pc:sldChg>
      <pc:sldChg chg="del">
        <pc:chgData name="Mitra, Sayan" userId="5f9b069e-390c-41f3-af3f-6bd4b0fb9710" providerId="ADAL" clId="{247990A0-5FB5-454A-A678-7CD2BB4D3666}" dt="2022-07-05T13:40:53.866" v="232" actId="47"/>
        <pc:sldMkLst>
          <pc:docMk/>
          <pc:sldMk cId="3779880356" sldId="3718"/>
        </pc:sldMkLst>
      </pc:sldChg>
      <pc:sldChg chg="modSp mod">
        <pc:chgData name="Mitra, Sayan" userId="5f9b069e-390c-41f3-af3f-6bd4b0fb9710" providerId="ADAL" clId="{247990A0-5FB5-454A-A678-7CD2BB4D3666}" dt="2022-07-05T23:28:47.587" v="1244" actId="20577"/>
        <pc:sldMkLst>
          <pc:docMk/>
          <pc:sldMk cId="1663662808" sldId="3884"/>
        </pc:sldMkLst>
        <pc:spChg chg="mod">
          <ac:chgData name="Mitra, Sayan" userId="5f9b069e-390c-41f3-af3f-6bd4b0fb9710" providerId="ADAL" clId="{247990A0-5FB5-454A-A678-7CD2BB4D3666}" dt="2022-07-05T23:28:47.587" v="1244" actId="20577"/>
          <ac:spMkLst>
            <pc:docMk/>
            <pc:sldMk cId="1663662808" sldId="3884"/>
            <ac:spMk id="170" creationId="{DAC9575C-2558-45CE-B61B-DC048B2255E0}"/>
          </ac:spMkLst>
        </pc:spChg>
      </pc:sldChg>
      <pc:sldChg chg="modSp mod">
        <pc:chgData name="Mitra, Sayan" userId="5f9b069e-390c-41f3-af3f-6bd4b0fb9710" providerId="ADAL" clId="{247990A0-5FB5-454A-A678-7CD2BB4D3666}" dt="2022-07-05T06:07:11.477" v="111" actId="122"/>
        <pc:sldMkLst>
          <pc:docMk/>
          <pc:sldMk cId="2609729079" sldId="3973"/>
        </pc:sldMkLst>
        <pc:spChg chg="mod">
          <ac:chgData name="Mitra, Sayan" userId="5f9b069e-390c-41f3-af3f-6bd4b0fb9710" providerId="ADAL" clId="{247990A0-5FB5-454A-A678-7CD2BB4D3666}" dt="2022-07-05T06:07:11.477" v="111" actId="122"/>
          <ac:spMkLst>
            <pc:docMk/>
            <pc:sldMk cId="2609729079" sldId="3973"/>
            <ac:spMk id="2" creationId="{E292EFBE-B496-44A6-A122-0C95C05E453E}"/>
          </ac:spMkLst>
        </pc:spChg>
      </pc:sldChg>
      <pc:sldChg chg="del">
        <pc:chgData name="Mitra, Sayan" userId="5f9b069e-390c-41f3-af3f-6bd4b0fb9710" providerId="ADAL" clId="{247990A0-5FB5-454A-A678-7CD2BB4D3666}" dt="2022-07-05T06:04:08.945" v="79" actId="47"/>
        <pc:sldMkLst>
          <pc:docMk/>
          <pc:sldMk cId="2836539942" sldId="4036"/>
        </pc:sldMkLst>
      </pc:sldChg>
      <pc:sldChg chg="del">
        <pc:chgData name="Mitra, Sayan" userId="5f9b069e-390c-41f3-af3f-6bd4b0fb9710" providerId="ADAL" clId="{247990A0-5FB5-454A-A678-7CD2BB4D3666}" dt="2022-07-05T06:04:13.156" v="80" actId="47"/>
        <pc:sldMkLst>
          <pc:docMk/>
          <pc:sldMk cId="2437914700" sldId="4047"/>
        </pc:sldMkLst>
      </pc:sldChg>
      <pc:sldChg chg="addSp delSp modSp ord">
        <pc:chgData name="Mitra, Sayan" userId="5f9b069e-390c-41f3-af3f-6bd4b0fb9710" providerId="ADAL" clId="{247990A0-5FB5-454A-A678-7CD2BB4D3666}" dt="2022-07-06T03:38:52.225" v="1539"/>
        <pc:sldMkLst>
          <pc:docMk/>
          <pc:sldMk cId="296474347" sldId="6193"/>
        </pc:sldMkLst>
        <pc:picChg chg="add del mod">
          <ac:chgData name="Mitra, Sayan" userId="5f9b069e-390c-41f3-af3f-6bd4b0fb9710" providerId="ADAL" clId="{247990A0-5FB5-454A-A678-7CD2BB4D3666}" dt="2022-07-05T23:42:11.691" v="1372" actId="21"/>
          <ac:picMkLst>
            <pc:docMk/>
            <pc:sldMk cId="296474347" sldId="6193"/>
            <ac:picMk id="31" creationId="{CF44B8E7-02A7-4F5B-A1FD-64204DD71FB7}"/>
          </ac:picMkLst>
        </pc:picChg>
      </pc:sldChg>
      <pc:sldChg chg="addSp delSp modSp add del mod">
        <pc:chgData name="Mitra, Sayan" userId="5f9b069e-390c-41f3-af3f-6bd4b0fb9710" providerId="ADAL" clId="{247990A0-5FB5-454A-A678-7CD2BB4D3666}" dt="2022-07-06T03:38:43.528" v="1537" actId="20577"/>
        <pc:sldMkLst>
          <pc:docMk/>
          <pc:sldMk cId="616035977" sldId="6195"/>
        </pc:sldMkLst>
        <pc:spChg chg="mod">
          <ac:chgData name="Mitra, Sayan" userId="5f9b069e-390c-41f3-af3f-6bd4b0fb9710" providerId="ADAL" clId="{247990A0-5FB5-454A-A678-7CD2BB4D3666}" dt="2022-07-05T18:02:19.708" v="878" actId="1076"/>
          <ac:spMkLst>
            <pc:docMk/>
            <pc:sldMk cId="616035977" sldId="6195"/>
            <ac:spMk id="43" creationId="{00000000-0000-0000-0000-000000000000}"/>
          </ac:spMkLst>
        </pc:spChg>
        <pc:graphicFrameChg chg="modGraphic">
          <ac:chgData name="Mitra, Sayan" userId="5f9b069e-390c-41f3-af3f-6bd4b0fb9710" providerId="ADAL" clId="{247990A0-5FB5-454A-A678-7CD2BB4D3666}" dt="2022-07-05T23:51:55.581" v="1442" actId="2"/>
          <ac:graphicFrameMkLst>
            <pc:docMk/>
            <pc:sldMk cId="616035977" sldId="6195"/>
            <ac:graphicFrameMk id="33" creationId="{76B8DA39-C6E7-4811-BC03-A35DE91307C1}"/>
          </ac:graphicFrameMkLst>
        </pc:graphicFrameChg>
        <pc:graphicFrameChg chg="modGraphic">
          <ac:chgData name="Mitra, Sayan" userId="5f9b069e-390c-41f3-af3f-6bd4b0fb9710" providerId="ADAL" clId="{247990A0-5FB5-454A-A678-7CD2BB4D3666}" dt="2022-07-05T23:52:04.876" v="1443" actId="313"/>
          <ac:graphicFrameMkLst>
            <pc:docMk/>
            <pc:sldMk cId="616035977" sldId="6195"/>
            <ac:graphicFrameMk id="44" creationId="{EA1BD4C7-6066-4202-91C1-99F94F4EFBF1}"/>
          </ac:graphicFrameMkLst>
        </pc:graphicFrameChg>
        <pc:graphicFrameChg chg="modGraphic">
          <ac:chgData name="Mitra, Sayan" userId="5f9b069e-390c-41f3-af3f-6bd4b0fb9710" providerId="ADAL" clId="{247990A0-5FB5-454A-A678-7CD2BB4D3666}" dt="2022-07-06T03:38:43.528" v="1537" actId="20577"/>
          <ac:graphicFrameMkLst>
            <pc:docMk/>
            <pc:sldMk cId="616035977" sldId="6195"/>
            <ac:graphicFrameMk id="66" creationId="{429ED90D-CD75-4E83-89A5-50CE66F1F333}"/>
          </ac:graphicFrameMkLst>
        </pc:graphicFrameChg>
        <pc:picChg chg="del">
          <ac:chgData name="Mitra, Sayan" userId="5f9b069e-390c-41f3-af3f-6bd4b0fb9710" providerId="ADAL" clId="{247990A0-5FB5-454A-A678-7CD2BB4D3666}" dt="2022-07-05T23:42:14.675" v="1373" actId="478"/>
          <ac:picMkLst>
            <pc:docMk/>
            <pc:sldMk cId="616035977" sldId="6195"/>
            <ac:picMk id="10" creationId="{64205FDB-151E-435E-8569-C1401906D38E}"/>
          </ac:picMkLst>
        </pc:picChg>
        <pc:picChg chg="mod">
          <ac:chgData name="Mitra, Sayan" userId="5f9b069e-390c-41f3-af3f-6bd4b0fb9710" providerId="ADAL" clId="{247990A0-5FB5-454A-A678-7CD2BB4D3666}" dt="2022-07-05T23:42:29.908" v="1378" actId="14100"/>
          <ac:picMkLst>
            <pc:docMk/>
            <pc:sldMk cId="616035977" sldId="6195"/>
            <ac:picMk id="38" creationId="{172E31E9-EF82-4B11-9959-BCE8C5921A5C}"/>
          </ac:picMkLst>
        </pc:picChg>
        <pc:picChg chg="add mod">
          <ac:chgData name="Mitra, Sayan" userId="5f9b069e-390c-41f3-af3f-6bd4b0fb9710" providerId="ADAL" clId="{247990A0-5FB5-454A-A678-7CD2BB4D3666}" dt="2022-07-05T23:42:46.346" v="1383" actId="14100"/>
          <ac:picMkLst>
            <pc:docMk/>
            <pc:sldMk cId="616035977" sldId="6195"/>
            <ac:picMk id="39" creationId="{C2876EB5-430D-4BF1-A0DB-7EA3EE117C7A}"/>
          </ac:picMkLst>
        </pc:picChg>
        <pc:picChg chg="mod">
          <ac:chgData name="Mitra, Sayan" userId="5f9b069e-390c-41f3-af3f-6bd4b0fb9710" providerId="ADAL" clId="{247990A0-5FB5-454A-A678-7CD2BB4D3666}" dt="2022-07-05T00:53:26.692" v="10" actId="14100"/>
          <ac:picMkLst>
            <pc:docMk/>
            <pc:sldMk cId="616035977" sldId="6195"/>
            <ac:picMk id="47" creationId="{B3916295-7B2A-4A48-9FE3-C3522A3C0143}"/>
          </ac:picMkLst>
        </pc:picChg>
        <pc:picChg chg="del">
          <ac:chgData name="Mitra, Sayan" userId="5f9b069e-390c-41f3-af3f-6bd4b0fb9710" providerId="ADAL" clId="{247990A0-5FB5-454A-A678-7CD2BB4D3666}" dt="2022-07-05T00:52:43.720" v="6" actId="478"/>
          <ac:picMkLst>
            <pc:docMk/>
            <pc:sldMk cId="616035977" sldId="6195"/>
            <ac:picMk id="5138" creationId="{3DC3E315-339F-4037-9102-F7FDB4C4ABF9}"/>
          </ac:picMkLst>
        </pc:picChg>
        <pc:picChg chg="mod">
          <ac:chgData name="Mitra, Sayan" userId="5f9b069e-390c-41f3-af3f-6bd4b0fb9710" providerId="ADAL" clId="{247990A0-5FB5-454A-A678-7CD2BB4D3666}" dt="2022-07-05T00:53:20.843" v="9" actId="14100"/>
          <ac:picMkLst>
            <pc:docMk/>
            <pc:sldMk cId="616035977" sldId="6195"/>
            <ac:picMk id="5140" creationId="{C9E5924F-31F2-4215-A13A-016C24DB6931}"/>
          </ac:picMkLst>
        </pc:picChg>
        <pc:picChg chg="add mod">
          <ac:chgData name="Mitra, Sayan" userId="5f9b069e-390c-41f3-af3f-6bd4b0fb9710" providerId="ADAL" clId="{247990A0-5FB5-454A-A678-7CD2BB4D3666}" dt="2022-07-05T01:00:17.154" v="15" actId="14100"/>
          <ac:picMkLst>
            <pc:docMk/>
            <pc:sldMk cId="616035977" sldId="6195"/>
            <ac:picMk id="125955" creationId="{2A9B2800-8DC5-47FC-AF1B-ED30C3AEE7DA}"/>
          </ac:picMkLst>
        </pc:picChg>
      </pc:sldChg>
      <pc:sldChg chg="modSp mod">
        <pc:chgData name="Mitra, Sayan" userId="5f9b069e-390c-41f3-af3f-6bd4b0fb9710" providerId="ADAL" clId="{247990A0-5FB5-454A-A678-7CD2BB4D3666}" dt="2022-07-06T00:03:18.096" v="1510" actId="20577"/>
        <pc:sldMkLst>
          <pc:docMk/>
          <pc:sldMk cId="2843776525" sldId="6198"/>
        </pc:sldMkLst>
        <pc:spChg chg="mod">
          <ac:chgData name="Mitra, Sayan" userId="5f9b069e-390c-41f3-af3f-6bd4b0fb9710" providerId="ADAL" clId="{247990A0-5FB5-454A-A678-7CD2BB4D3666}" dt="2022-07-05T23:51:53.005" v="1441" actId="2"/>
          <ac:spMkLst>
            <pc:docMk/>
            <pc:sldMk cId="2843776525" sldId="6198"/>
            <ac:spMk id="66" creationId="{842E14E8-DCF0-4845-9EA2-73ACA719299E}"/>
          </ac:spMkLst>
        </pc:spChg>
        <pc:spChg chg="mod">
          <ac:chgData name="Mitra, Sayan" userId="5f9b069e-390c-41f3-af3f-6bd4b0fb9710" providerId="ADAL" clId="{247990A0-5FB5-454A-A678-7CD2BB4D3666}" dt="2022-07-06T00:03:18.096" v="1510" actId="20577"/>
          <ac:spMkLst>
            <pc:docMk/>
            <pc:sldMk cId="2843776525" sldId="6198"/>
            <ac:spMk id="76" creationId="{9654A25B-2A00-4FC1-96A3-03B88F688FF3}"/>
          </ac:spMkLst>
        </pc:spChg>
      </pc:sldChg>
      <pc:sldChg chg="modSp mod">
        <pc:chgData name="Mitra, Sayan" userId="5f9b069e-390c-41f3-af3f-6bd4b0fb9710" providerId="ADAL" clId="{247990A0-5FB5-454A-A678-7CD2BB4D3666}" dt="2022-07-05T06:07:53.950" v="151" actId="20577"/>
        <pc:sldMkLst>
          <pc:docMk/>
          <pc:sldMk cId="166138906" sldId="6201"/>
        </pc:sldMkLst>
        <pc:spChg chg="mod">
          <ac:chgData name="Mitra, Sayan" userId="5f9b069e-390c-41f3-af3f-6bd4b0fb9710" providerId="ADAL" clId="{247990A0-5FB5-454A-A678-7CD2BB4D3666}" dt="2022-07-05T06:07:53.950" v="151" actId="20577"/>
          <ac:spMkLst>
            <pc:docMk/>
            <pc:sldMk cId="166138906" sldId="6201"/>
            <ac:spMk id="2" creationId="{40DEA8BD-8A64-43E8-ABA4-688AE1E16EA0}"/>
          </ac:spMkLst>
        </pc:spChg>
      </pc:sldChg>
      <pc:sldChg chg="modSp mod">
        <pc:chgData name="Mitra, Sayan" userId="5f9b069e-390c-41f3-af3f-6bd4b0fb9710" providerId="ADAL" clId="{247990A0-5FB5-454A-A678-7CD2BB4D3666}" dt="2022-07-05T15:16:15.328" v="429" actId="20577"/>
        <pc:sldMkLst>
          <pc:docMk/>
          <pc:sldMk cId="551029900" sldId="6211"/>
        </pc:sldMkLst>
        <pc:spChg chg="mod">
          <ac:chgData name="Mitra, Sayan" userId="5f9b069e-390c-41f3-af3f-6bd4b0fb9710" providerId="ADAL" clId="{247990A0-5FB5-454A-A678-7CD2BB4D3666}" dt="2022-07-05T13:46:16.445" v="330" actId="6549"/>
          <ac:spMkLst>
            <pc:docMk/>
            <pc:sldMk cId="551029900" sldId="6211"/>
            <ac:spMk id="2" creationId="{D228B4AA-1B2A-4218-BE9D-B8F9DA8C3DB3}"/>
          </ac:spMkLst>
        </pc:spChg>
        <pc:spChg chg="mod">
          <ac:chgData name="Mitra, Sayan" userId="5f9b069e-390c-41f3-af3f-6bd4b0fb9710" providerId="ADAL" clId="{247990A0-5FB5-454A-A678-7CD2BB4D3666}" dt="2022-07-05T15:16:15.328" v="429" actId="20577"/>
          <ac:spMkLst>
            <pc:docMk/>
            <pc:sldMk cId="551029900" sldId="6211"/>
            <ac:spMk id="22" creationId="{57726576-B782-4B0D-B009-C52A4AE82A82}"/>
          </ac:spMkLst>
        </pc:spChg>
        <pc:spChg chg="mod">
          <ac:chgData name="Mitra, Sayan" userId="5f9b069e-390c-41f3-af3f-6bd4b0fb9710" providerId="ADAL" clId="{247990A0-5FB5-454A-A678-7CD2BB4D3666}" dt="2022-07-05T13:46:37.281" v="331" actId="6549"/>
          <ac:spMkLst>
            <pc:docMk/>
            <pc:sldMk cId="551029900" sldId="6211"/>
            <ac:spMk id="109" creationId="{C1DDEBA6-7C8C-4142-9CDC-B939147EA49E}"/>
          </ac:spMkLst>
        </pc:spChg>
        <pc:spChg chg="mod">
          <ac:chgData name="Mitra, Sayan" userId="5f9b069e-390c-41f3-af3f-6bd4b0fb9710" providerId="ADAL" clId="{247990A0-5FB5-454A-A678-7CD2BB4D3666}" dt="2022-07-05T13:46:50.642" v="333" actId="6549"/>
          <ac:spMkLst>
            <pc:docMk/>
            <pc:sldMk cId="551029900" sldId="6211"/>
            <ac:spMk id="110" creationId="{5084ABCE-5896-4DDA-92EE-6F55788EA4F7}"/>
          </ac:spMkLst>
        </pc:spChg>
        <pc:spChg chg="mod">
          <ac:chgData name="Mitra, Sayan" userId="5f9b069e-390c-41f3-af3f-6bd4b0fb9710" providerId="ADAL" clId="{247990A0-5FB5-454A-A678-7CD2BB4D3666}" dt="2022-07-05T13:48:05.979" v="344" actId="6549"/>
          <ac:spMkLst>
            <pc:docMk/>
            <pc:sldMk cId="551029900" sldId="6211"/>
            <ac:spMk id="112" creationId="{2871C0D4-1DAE-4F53-9616-4BAAC046F114}"/>
          </ac:spMkLst>
        </pc:spChg>
        <pc:spChg chg="mod">
          <ac:chgData name="Mitra, Sayan" userId="5f9b069e-390c-41f3-af3f-6bd4b0fb9710" providerId="ADAL" clId="{247990A0-5FB5-454A-A678-7CD2BB4D3666}" dt="2022-07-05T13:48:54.168" v="347" actId="6549"/>
          <ac:spMkLst>
            <pc:docMk/>
            <pc:sldMk cId="551029900" sldId="6211"/>
            <ac:spMk id="113" creationId="{655E9A60-F16E-4D0F-BC76-2538743B09C5}"/>
          </ac:spMkLst>
        </pc:spChg>
        <pc:spChg chg="mod">
          <ac:chgData name="Mitra, Sayan" userId="5f9b069e-390c-41f3-af3f-6bd4b0fb9710" providerId="ADAL" clId="{247990A0-5FB5-454A-A678-7CD2BB4D3666}" dt="2022-07-05T13:47:37.807" v="334" actId="6549"/>
          <ac:spMkLst>
            <pc:docMk/>
            <pc:sldMk cId="551029900" sldId="6211"/>
            <ac:spMk id="114" creationId="{41C0E3E3-38A8-4578-B09E-1F8DFEF3B3B3}"/>
          </ac:spMkLst>
        </pc:spChg>
        <pc:spChg chg="mod">
          <ac:chgData name="Mitra, Sayan" userId="5f9b069e-390c-41f3-af3f-6bd4b0fb9710" providerId="ADAL" clId="{247990A0-5FB5-454A-A678-7CD2BB4D3666}" dt="2022-07-05T13:47:46.307" v="342" actId="1038"/>
          <ac:spMkLst>
            <pc:docMk/>
            <pc:sldMk cId="551029900" sldId="6211"/>
            <ac:spMk id="158" creationId="{AFC99699-835A-458B-9ACB-A5212518E169}"/>
          </ac:spMkLst>
        </pc:spChg>
        <pc:spChg chg="mod">
          <ac:chgData name="Mitra, Sayan" userId="5f9b069e-390c-41f3-af3f-6bd4b0fb9710" providerId="ADAL" clId="{247990A0-5FB5-454A-A678-7CD2BB4D3666}" dt="2022-07-05T13:47:46.307" v="342" actId="1038"/>
          <ac:spMkLst>
            <pc:docMk/>
            <pc:sldMk cId="551029900" sldId="6211"/>
            <ac:spMk id="160" creationId="{D1925ED6-ACA6-42F6-B7D0-7B0B4386FD93}"/>
          </ac:spMkLst>
        </pc:spChg>
      </pc:sldChg>
      <pc:sldChg chg="delSp modSp mod delAnim modAnim">
        <pc:chgData name="Mitra, Sayan" userId="5f9b069e-390c-41f3-af3f-6bd4b0fb9710" providerId="ADAL" clId="{247990A0-5FB5-454A-A678-7CD2BB4D3666}" dt="2022-07-05T00:51:37.279" v="5" actId="1076"/>
        <pc:sldMkLst>
          <pc:docMk/>
          <pc:sldMk cId="484351821" sldId="6215"/>
        </pc:sldMkLst>
        <pc:spChg chg="del">
          <ac:chgData name="Mitra, Sayan" userId="5f9b069e-390c-41f3-af3f-6bd4b0fb9710" providerId="ADAL" clId="{247990A0-5FB5-454A-A678-7CD2BB4D3666}" dt="2022-07-05T00:50:22.873" v="0" actId="478"/>
          <ac:spMkLst>
            <pc:docMk/>
            <pc:sldMk cId="484351821" sldId="6215"/>
            <ac:spMk id="46" creationId="{54F548C3-F423-47FD-AF1E-638A5B5A0688}"/>
          </ac:spMkLst>
        </pc:spChg>
        <pc:spChg chg="mod">
          <ac:chgData name="Mitra, Sayan" userId="5f9b069e-390c-41f3-af3f-6bd4b0fb9710" providerId="ADAL" clId="{247990A0-5FB5-454A-A678-7CD2BB4D3666}" dt="2022-07-05T00:51:37.279" v="5" actId="1076"/>
          <ac:spMkLst>
            <pc:docMk/>
            <pc:sldMk cId="484351821" sldId="6215"/>
            <ac:spMk id="49" creationId="{A5D26F93-D003-4D79-8A4E-A6FA474CBD95}"/>
          </ac:spMkLst>
        </pc:spChg>
        <pc:spChg chg="del">
          <ac:chgData name="Mitra, Sayan" userId="5f9b069e-390c-41f3-af3f-6bd4b0fb9710" providerId="ADAL" clId="{247990A0-5FB5-454A-A678-7CD2BB4D3666}" dt="2022-07-05T00:50:22.873" v="0" actId="478"/>
          <ac:spMkLst>
            <pc:docMk/>
            <pc:sldMk cId="484351821" sldId="6215"/>
            <ac:spMk id="58" creationId="{41DBE52E-F20F-488A-A4D5-DF4A6A460F57}"/>
          </ac:spMkLst>
        </pc:spChg>
        <pc:grpChg chg="del">
          <ac:chgData name="Mitra, Sayan" userId="5f9b069e-390c-41f3-af3f-6bd4b0fb9710" providerId="ADAL" clId="{247990A0-5FB5-454A-A678-7CD2BB4D3666}" dt="2022-07-05T00:50:30.081" v="2" actId="478"/>
          <ac:grpSpMkLst>
            <pc:docMk/>
            <pc:sldMk cId="484351821" sldId="6215"/>
            <ac:grpSpMk id="51" creationId="{95B29BF0-EADE-4B54-B86E-0D226D9BEA0C}"/>
          </ac:grpSpMkLst>
        </pc:grpChg>
        <pc:grpChg chg="del">
          <ac:chgData name="Mitra, Sayan" userId="5f9b069e-390c-41f3-af3f-6bd4b0fb9710" providerId="ADAL" clId="{247990A0-5FB5-454A-A678-7CD2BB4D3666}" dt="2022-07-05T00:50:27.418" v="1" actId="478"/>
          <ac:grpSpMkLst>
            <pc:docMk/>
            <pc:sldMk cId="484351821" sldId="6215"/>
            <ac:grpSpMk id="54" creationId="{16352CEF-2F22-4F6C-B3AA-32D65A4B02D2}"/>
          </ac:grpSpMkLst>
        </pc:grpChg>
      </pc:sldChg>
      <pc:sldChg chg="addSp delSp modSp del mod">
        <pc:chgData name="Mitra, Sayan" userId="5f9b069e-390c-41f3-af3f-6bd4b0fb9710" providerId="ADAL" clId="{247990A0-5FB5-454A-A678-7CD2BB4D3666}" dt="2022-07-05T23:57:11.858" v="1491" actId="47"/>
        <pc:sldMkLst>
          <pc:docMk/>
          <pc:sldMk cId="4092330692" sldId="6217"/>
        </pc:sldMkLst>
        <pc:spChg chg="mod">
          <ac:chgData name="Mitra, Sayan" userId="5f9b069e-390c-41f3-af3f-6bd4b0fb9710" providerId="ADAL" clId="{247990A0-5FB5-454A-A678-7CD2BB4D3666}" dt="2022-07-05T17:30:28.220" v="445" actId="20577"/>
          <ac:spMkLst>
            <pc:docMk/>
            <pc:sldMk cId="4092330692" sldId="6217"/>
            <ac:spMk id="6" creationId="{00000000-0000-0000-0000-000000000000}"/>
          </ac:spMkLst>
        </pc:spChg>
        <pc:spChg chg="add del mod">
          <ac:chgData name="Mitra, Sayan" userId="5f9b069e-390c-41f3-af3f-6bd4b0fb9710" providerId="ADAL" clId="{247990A0-5FB5-454A-A678-7CD2BB4D3666}" dt="2022-07-05T23:37:41.429" v="1268" actId="14100"/>
          <ac:spMkLst>
            <pc:docMk/>
            <pc:sldMk cId="4092330692" sldId="6217"/>
            <ac:spMk id="11" creationId="{00000000-0000-0000-0000-000000000000}"/>
          </ac:spMkLst>
        </pc:spChg>
        <pc:spChg chg="mod">
          <ac:chgData name="Mitra, Sayan" userId="5f9b069e-390c-41f3-af3f-6bd4b0fb9710" providerId="ADAL" clId="{247990A0-5FB5-454A-A678-7CD2BB4D3666}" dt="2022-07-05T05:42:04.012" v="66" actId="113"/>
          <ac:spMkLst>
            <pc:docMk/>
            <pc:sldMk cId="4092330692" sldId="6217"/>
            <ac:spMk id="37" creationId="{00000000-0000-0000-0000-000000000000}"/>
          </ac:spMkLst>
        </pc:spChg>
        <pc:spChg chg="mod">
          <ac:chgData name="Mitra, Sayan" userId="5f9b069e-390c-41f3-af3f-6bd4b0fb9710" providerId="ADAL" clId="{247990A0-5FB5-454A-A678-7CD2BB4D3666}" dt="2022-07-05T18:42:08.465" v="1018" actId="120"/>
          <ac:spMkLst>
            <pc:docMk/>
            <pc:sldMk cId="4092330692" sldId="6217"/>
            <ac:spMk id="69" creationId="{E28E9FC8-4737-4C4E-843F-A12B6ED84270}"/>
          </ac:spMkLst>
        </pc:spChg>
        <pc:spChg chg="del">
          <ac:chgData name="Mitra, Sayan" userId="5f9b069e-390c-41f3-af3f-6bd4b0fb9710" providerId="ADAL" clId="{247990A0-5FB5-454A-A678-7CD2BB4D3666}" dt="2022-07-05T17:30:31.974" v="446" actId="478"/>
          <ac:spMkLst>
            <pc:docMk/>
            <pc:sldMk cId="4092330692" sldId="6217"/>
            <ac:spMk id="74" creationId="{00000000-0000-0000-0000-000000000000}"/>
          </ac:spMkLst>
        </pc:spChg>
        <pc:spChg chg="mod">
          <ac:chgData name="Mitra, Sayan" userId="5f9b069e-390c-41f3-af3f-6bd4b0fb9710" providerId="ADAL" clId="{247990A0-5FB5-454A-A678-7CD2BB4D3666}" dt="2022-07-05T23:33:23.108" v="1247" actId="6549"/>
          <ac:spMkLst>
            <pc:docMk/>
            <pc:sldMk cId="4092330692" sldId="6217"/>
            <ac:spMk id="76" creationId="{00000000-0000-0000-0000-000000000000}"/>
          </ac:spMkLst>
        </pc:spChg>
        <pc:spChg chg="mod">
          <ac:chgData name="Mitra, Sayan" userId="5f9b069e-390c-41f3-af3f-6bd4b0fb9710" providerId="ADAL" clId="{247990A0-5FB5-454A-A678-7CD2BB4D3666}" dt="2022-07-05T23:37:43.462" v="1269" actId="14100"/>
          <ac:spMkLst>
            <pc:docMk/>
            <pc:sldMk cId="4092330692" sldId="6217"/>
            <ac:spMk id="78" creationId="{00000000-0000-0000-0000-000000000000}"/>
          </ac:spMkLst>
        </pc:spChg>
        <pc:spChg chg="mod">
          <ac:chgData name="Mitra, Sayan" userId="5f9b069e-390c-41f3-af3f-6bd4b0fb9710" providerId="ADAL" clId="{247990A0-5FB5-454A-A678-7CD2BB4D3666}" dt="2022-07-05T23:34:08.938" v="1263" actId="20577"/>
          <ac:spMkLst>
            <pc:docMk/>
            <pc:sldMk cId="4092330692" sldId="6217"/>
            <ac:spMk id="79" creationId="{00000000-0000-0000-0000-000000000000}"/>
          </ac:spMkLst>
        </pc:spChg>
        <pc:picChg chg="del mod">
          <ac:chgData name="Mitra, Sayan" userId="5f9b069e-390c-41f3-af3f-6bd4b0fb9710" providerId="ADAL" clId="{247990A0-5FB5-454A-A678-7CD2BB4D3666}" dt="2022-07-05T23:33:25.225" v="1248" actId="478"/>
          <ac:picMkLst>
            <pc:docMk/>
            <pc:sldMk cId="4092330692" sldId="6217"/>
            <ac:picMk id="5" creationId="{40A9EF88-E692-446F-B46A-D8AE5853FF6E}"/>
          </ac:picMkLst>
        </pc:picChg>
        <pc:picChg chg="mod">
          <ac:chgData name="Mitra, Sayan" userId="5f9b069e-390c-41f3-af3f-6bd4b0fb9710" providerId="ADAL" clId="{247990A0-5FB5-454A-A678-7CD2BB4D3666}" dt="2022-07-05T23:33:30.322" v="1261" actId="1035"/>
          <ac:picMkLst>
            <pc:docMk/>
            <pc:sldMk cId="4092330692" sldId="6217"/>
            <ac:picMk id="7" creationId="{95A4E12C-C5CC-40CC-9033-00BA8EC156A2}"/>
          </ac:picMkLst>
        </pc:picChg>
        <pc:picChg chg="mod">
          <ac:chgData name="Mitra, Sayan" userId="5f9b069e-390c-41f3-af3f-6bd4b0fb9710" providerId="ADAL" clId="{247990A0-5FB5-454A-A678-7CD2BB4D3666}" dt="2022-07-05T18:41:29.941" v="1016" actId="1036"/>
          <ac:picMkLst>
            <pc:docMk/>
            <pc:sldMk cId="4092330692" sldId="6217"/>
            <ac:picMk id="60" creationId="{3CD874FB-0546-4B33-A18F-8C6D57D90BBC}"/>
          </ac:picMkLst>
        </pc:picChg>
        <pc:picChg chg="mod">
          <ac:chgData name="Mitra, Sayan" userId="5f9b069e-390c-41f3-af3f-6bd4b0fb9710" providerId="ADAL" clId="{247990A0-5FB5-454A-A678-7CD2BB4D3666}" dt="2022-07-05T18:41:36.805" v="1017" actId="14100"/>
          <ac:picMkLst>
            <pc:docMk/>
            <pc:sldMk cId="4092330692" sldId="6217"/>
            <ac:picMk id="61" creationId="{3F759D33-C788-4273-9A3C-F7BEC8A605CD}"/>
          </ac:picMkLst>
        </pc:picChg>
      </pc:sldChg>
      <pc:sldChg chg="modSp mod">
        <pc:chgData name="Mitra, Sayan" userId="5f9b069e-390c-41f3-af3f-6bd4b0fb9710" providerId="ADAL" clId="{247990A0-5FB5-454A-A678-7CD2BB4D3666}" dt="2022-07-05T15:37:26.591" v="442" actId="20577"/>
        <pc:sldMkLst>
          <pc:docMk/>
          <pc:sldMk cId="3176385444" sldId="6223"/>
        </pc:sldMkLst>
        <pc:spChg chg="mod">
          <ac:chgData name="Mitra, Sayan" userId="5f9b069e-390c-41f3-af3f-6bd4b0fb9710" providerId="ADAL" clId="{247990A0-5FB5-454A-A678-7CD2BB4D3666}" dt="2022-07-05T15:37:26.591" v="442" actId="20577"/>
          <ac:spMkLst>
            <pc:docMk/>
            <pc:sldMk cId="3176385444" sldId="6223"/>
            <ac:spMk id="3" creationId="{56ABD41D-4A61-4F6C-B72A-14E2F1FDC4C2}"/>
          </ac:spMkLst>
        </pc:spChg>
        <pc:graphicFrameChg chg="modGraphic">
          <ac:chgData name="Mitra, Sayan" userId="5f9b069e-390c-41f3-af3f-6bd4b0fb9710" providerId="ADAL" clId="{247990A0-5FB5-454A-A678-7CD2BB4D3666}" dt="2022-07-05T15:37:16.925" v="431" actId="14100"/>
          <ac:graphicFrameMkLst>
            <pc:docMk/>
            <pc:sldMk cId="3176385444" sldId="6223"/>
            <ac:graphicFrameMk id="5" creationId="{479A05EA-D033-4B78-A48A-AAB6B2315622}"/>
          </ac:graphicFrameMkLst>
        </pc:graphicFrameChg>
      </pc:sldChg>
      <pc:sldChg chg="modSp mod">
        <pc:chgData name="Mitra, Sayan" userId="5f9b069e-390c-41f3-af3f-6bd4b0fb9710" providerId="ADAL" clId="{247990A0-5FB5-454A-A678-7CD2BB4D3666}" dt="2022-07-05T23:52:36.095" v="1444" actId="313"/>
        <pc:sldMkLst>
          <pc:docMk/>
          <pc:sldMk cId="4088684023" sldId="6225"/>
        </pc:sldMkLst>
        <pc:spChg chg="mod">
          <ac:chgData name="Mitra, Sayan" userId="5f9b069e-390c-41f3-af3f-6bd4b0fb9710" providerId="ADAL" clId="{247990A0-5FB5-454A-A678-7CD2BB4D3666}" dt="2022-07-05T23:52:36.095" v="1444" actId="313"/>
          <ac:spMkLst>
            <pc:docMk/>
            <pc:sldMk cId="4088684023" sldId="6225"/>
            <ac:spMk id="2" creationId="{188B5FD8-DE7F-4FEB-9F3A-5D07FE22260C}"/>
          </ac:spMkLst>
        </pc:spChg>
      </pc:sldChg>
      <pc:sldChg chg="modSp mod">
        <pc:chgData name="Mitra, Sayan" userId="5f9b069e-390c-41f3-af3f-6bd4b0fb9710" providerId="ADAL" clId="{247990A0-5FB5-454A-A678-7CD2BB4D3666}" dt="2022-07-05T17:55:43.257" v="818" actId="20577"/>
        <pc:sldMkLst>
          <pc:docMk/>
          <pc:sldMk cId="1141558077" sldId="6227"/>
        </pc:sldMkLst>
        <pc:graphicFrameChg chg="mod modGraphic">
          <ac:chgData name="Mitra, Sayan" userId="5f9b069e-390c-41f3-af3f-6bd4b0fb9710" providerId="ADAL" clId="{247990A0-5FB5-454A-A678-7CD2BB4D3666}" dt="2022-07-05T17:55:43.257" v="818" actId="20577"/>
          <ac:graphicFrameMkLst>
            <pc:docMk/>
            <pc:sldMk cId="1141558077" sldId="6227"/>
            <ac:graphicFrameMk id="70" creationId="{A5607D2C-9A90-403F-9D7B-D5A60DFC328A}"/>
          </ac:graphicFrameMkLst>
        </pc:graphicFrameChg>
      </pc:sldChg>
      <pc:sldChg chg="modSp del mod">
        <pc:chgData name="Mitra, Sayan" userId="5f9b069e-390c-41f3-af3f-6bd4b0fb9710" providerId="ADAL" clId="{247990A0-5FB5-454A-A678-7CD2BB4D3666}" dt="2022-07-05T23:49:08.886" v="1438" actId="47"/>
        <pc:sldMkLst>
          <pc:docMk/>
          <pc:sldMk cId="4143385506" sldId="6227"/>
        </pc:sldMkLst>
        <pc:graphicFrameChg chg="mod modGraphic">
          <ac:chgData name="Mitra, Sayan" userId="5f9b069e-390c-41f3-af3f-6bd4b0fb9710" providerId="ADAL" clId="{247990A0-5FB5-454A-A678-7CD2BB4D3666}" dt="2022-07-05T18:47:49.258" v="1240" actId="20577"/>
          <ac:graphicFrameMkLst>
            <pc:docMk/>
            <pc:sldMk cId="4143385506" sldId="6227"/>
            <ac:graphicFrameMk id="70" creationId="{A5607D2C-9A90-403F-9D7B-D5A60DFC328A}"/>
          </ac:graphicFrameMkLst>
        </pc:graphicFrameChg>
      </pc:sldChg>
      <pc:sldChg chg="modSp del mod">
        <pc:chgData name="Mitra, Sayan" userId="5f9b069e-390c-41f3-af3f-6bd4b0fb9710" providerId="ADAL" clId="{247990A0-5FB5-454A-A678-7CD2BB4D3666}" dt="2022-07-05T23:49:09.472" v="1439" actId="47"/>
        <pc:sldMkLst>
          <pc:docMk/>
          <pc:sldMk cId="83819754" sldId="6229"/>
        </pc:sldMkLst>
        <pc:graphicFrameChg chg="mod modGraphic">
          <ac:chgData name="Mitra, Sayan" userId="5f9b069e-390c-41f3-af3f-6bd4b0fb9710" providerId="ADAL" clId="{247990A0-5FB5-454A-A678-7CD2BB4D3666}" dt="2022-07-05T18:34:23.301" v="990" actId="113"/>
          <ac:graphicFrameMkLst>
            <pc:docMk/>
            <pc:sldMk cId="83819754" sldId="6229"/>
            <ac:graphicFrameMk id="6" creationId="{F2997122-C0B1-4816-9C29-107D78612FB5}"/>
          </ac:graphicFrameMkLst>
        </pc:graphicFrameChg>
      </pc:sldChg>
      <pc:sldChg chg="modSp mod">
        <pc:chgData name="Mitra, Sayan" userId="5f9b069e-390c-41f3-af3f-6bd4b0fb9710" providerId="ADAL" clId="{247990A0-5FB5-454A-A678-7CD2BB4D3666}" dt="2022-07-05T17:42:58.597" v="786" actId="20577"/>
        <pc:sldMkLst>
          <pc:docMk/>
          <pc:sldMk cId="4043254352" sldId="6229"/>
        </pc:sldMkLst>
        <pc:graphicFrameChg chg="mod modGraphic">
          <ac:chgData name="Mitra, Sayan" userId="5f9b069e-390c-41f3-af3f-6bd4b0fb9710" providerId="ADAL" clId="{247990A0-5FB5-454A-A678-7CD2BB4D3666}" dt="2022-07-05T17:42:58.597" v="786" actId="20577"/>
          <ac:graphicFrameMkLst>
            <pc:docMk/>
            <pc:sldMk cId="4043254352" sldId="6229"/>
            <ac:graphicFrameMk id="6" creationId="{F2997122-C0B1-4816-9C29-107D78612FB5}"/>
          </ac:graphicFrameMkLst>
        </pc:graphicFrameChg>
      </pc:sldChg>
      <pc:sldChg chg="del">
        <pc:chgData name="Mitra, Sayan" userId="5f9b069e-390c-41f3-af3f-6bd4b0fb9710" providerId="ADAL" clId="{247990A0-5FB5-454A-A678-7CD2BB4D3666}" dt="2022-07-05T14:58:22.859" v="391" actId="47"/>
        <pc:sldMkLst>
          <pc:docMk/>
          <pc:sldMk cId="1059635595" sldId="6230"/>
        </pc:sldMkLst>
      </pc:sldChg>
      <pc:sldChg chg="addSp delSp modSp mod">
        <pc:chgData name="Mitra, Sayan" userId="5f9b069e-390c-41f3-af3f-6bd4b0fb9710" providerId="ADAL" clId="{247990A0-5FB5-454A-A678-7CD2BB4D3666}" dt="2022-07-05T18:32:25.444" v="980" actId="1037"/>
        <pc:sldMkLst>
          <pc:docMk/>
          <pc:sldMk cId="3887181450" sldId="6231"/>
        </pc:sldMkLst>
        <pc:spChg chg="mod">
          <ac:chgData name="Mitra, Sayan" userId="5f9b069e-390c-41f3-af3f-6bd4b0fb9710" providerId="ADAL" clId="{247990A0-5FB5-454A-A678-7CD2BB4D3666}" dt="2022-07-05T04:03:06.049" v="16" actId="14100"/>
          <ac:spMkLst>
            <pc:docMk/>
            <pc:sldMk cId="3887181450" sldId="6231"/>
            <ac:spMk id="126" creationId="{F32661FD-A489-44E8-B3D2-16D20863D1C6}"/>
          </ac:spMkLst>
        </pc:spChg>
        <pc:spChg chg="mod">
          <ac:chgData name="Mitra, Sayan" userId="5f9b069e-390c-41f3-af3f-6bd4b0fb9710" providerId="ADAL" clId="{247990A0-5FB5-454A-A678-7CD2BB4D3666}" dt="2022-07-05T04:03:57.355" v="33" actId="1038"/>
          <ac:spMkLst>
            <pc:docMk/>
            <pc:sldMk cId="3887181450" sldId="6231"/>
            <ac:spMk id="155" creationId="{DDAA4C94-4B64-4D4F-BE77-B75FDEC1B1C4}"/>
          </ac:spMkLst>
        </pc:spChg>
        <pc:spChg chg="mod">
          <ac:chgData name="Mitra, Sayan" userId="5f9b069e-390c-41f3-af3f-6bd4b0fb9710" providerId="ADAL" clId="{247990A0-5FB5-454A-A678-7CD2BB4D3666}" dt="2022-07-05T18:32:25.444" v="980" actId="1037"/>
          <ac:spMkLst>
            <pc:docMk/>
            <pc:sldMk cId="3887181450" sldId="6231"/>
            <ac:spMk id="159" creationId="{5E8FD718-6CEA-4E67-8ACB-77114F7DE95B}"/>
          </ac:spMkLst>
        </pc:spChg>
        <pc:spChg chg="mod">
          <ac:chgData name="Mitra, Sayan" userId="5f9b069e-390c-41f3-af3f-6bd4b0fb9710" providerId="ADAL" clId="{247990A0-5FB5-454A-A678-7CD2BB4D3666}" dt="2022-07-05T18:32:25.444" v="980" actId="1037"/>
          <ac:spMkLst>
            <pc:docMk/>
            <pc:sldMk cId="3887181450" sldId="6231"/>
            <ac:spMk id="163" creationId="{7F28C062-5AE9-476D-9F51-51DC8D89C429}"/>
          </ac:spMkLst>
        </pc:spChg>
        <pc:spChg chg="mod">
          <ac:chgData name="Mitra, Sayan" userId="5f9b069e-390c-41f3-af3f-6bd4b0fb9710" providerId="ADAL" clId="{247990A0-5FB5-454A-A678-7CD2BB4D3666}" dt="2022-07-05T18:31:36.603" v="969" actId="14100"/>
          <ac:spMkLst>
            <pc:docMk/>
            <pc:sldMk cId="3887181450" sldId="6231"/>
            <ac:spMk id="244" creationId="{7A00F606-2092-441A-91F5-FABF005828C5}"/>
          </ac:spMkLst>
        </pc:spChg>
        <pc:spChg chg="mod">
          <ac:chgData name="Mitra, Sayan" userId="5f9b069e-390c-41f3-af3f-6bd4b0fb9710" providerId="ADAL" clId="{247990A0-5FB5-454A-A678-7CD2BB4D3666}" dt="2022-07-05T18:32:25.444" v="980" actId="1037"/>
          <ac:spMkLst>
            <pc:docMk/>
            <pc:sldMk cId="3887181450" sldId="6231"/>
            <ac:spMk id="247" creationId="{568EEEE1-619E-4D17-9A6E-19A8B8FC4EC3}"/>
          </ac:spMkLst>
        </pc:spChg>
        <pc:spChg chg="mod">
          <ac:chgData name="Mitra, Sayan" userId="5f9b069e-390c-41f3-af3f-6bd4b0fb9710" providerId="ADAL" clId="{247990A0-5FB5-454A-A678-7CD2BB4D3666}" dt="2022-07-05T18:31:42.032" v="970" actId="14100"/>
          <ac:spMkLst>
            <pc:docMk/>
            <pc:sldMk cId="3887181450" sldId="6231"/>
            <ac:spMk id="253" creationId="{D698B611-C25C-4A98-9A0B-E5EB481F8DF7}"/>
          </ac:spMkLst>
        </pc:spChg>
        <pc:grpChg chg="mod">
          <ac:chgData name="Mitra, Sayan" userId="5f9b069e-390c-41f3-af3f-6bd4b0fb9710" providerId="ADAL" clId="{247990A0-5FB5-454A-A678-7CD2BB4D3666}" dt="2022-07-05T04:03:40.425" v="26" actId="14100"/>
          <ac:grpSpMkLst>
            <pc:docMk/>
            <pc:sldMk cId="3887181450" sldId="6231"/>
            <ac:grpSpMk id="145" creationId="{A2C5E4FB-AE81-4A53-BCFC-220AF0D8A58A}"/>
          </ac:grpSpMkLst>
        </pc:grpChg>
        <pc:grpChg chg="add mod">
          <ac:chgData name="Mitra, Sayan" userId="5f9b069e-390c-41f3-af3f-6bd4b0fb9710" providerId="ADAL" clId="{247990A0-5FB5-454A-A678-7CD2BB4D3666}" dt="2022-07-05T18:32:25.444" v="980" actId="1037"/>
          <ac:grpSpMkLst>
            <pc:docMk/>
            <pc:sldMk cId="3887181450" sldId="6231"/>
            <ac:grpSpMk id="157" creationId="{A619BAC4-BD68-493C-877A-F2F9DB7FF34A}"/>
          </ac:grpSpMkLst>
        </pc:grpChg>
        <pc:grpChg chg="add mod">
          <ac:chgData name="Mitra, Sayan" userId="5f9b069e-390c-41f3-af3f-6bd4b0fb9710" providerId="ADAL" clId="{247990A0-5FB5-454A-A678-7CD2BB4D3666}" dt="2022-07-05T18:32:25.444" v="980" actId="1037"/>
          <ac:grpSpMkLst>
            <pc:docMk/>
            <pc:sldMk cId="3887181450" sldId="6231"/>
            <ac:grpSpMk id="162" creationId="{EDF1E59F-EF36-4C8B-AEB7-7B9B5D53FA7A}"/>
          </ac:grpSpMkLst>
        </pc:grpChg>
        <pc:grpChg chg="mod">
          <ac:chgData name="Mitra, Sayan" userId="5f9b069e-390c-41f3-af3f-6bd4b0fb9710" providerId="ADAL" clId="{247990A0-5FB5-454A-A678-7CD2BB4D3666}" dt="2022-07-05T04:03:39.380" v="24" actId="14100"/>
          <ac:grpSpMkLst>
            <pc:docMk/>
            <pc:sldMk cId="3887181450" sldId="6231"/>
            <ac:grpSpMk id="178" creationId="{E895CABC-9B9B-43C0-A75A-CEB1B14B634C}"/>
          </ac:grpSpMkLst>
        </pc:grpChg>
        <pc:grpChg chg="mod">
          <ac:chgData name="Mitra, Sayan" userId="5f9b069e-390c-41f3-af3f-6bd4b0fb9710" providerId="ADAL" clId="{247990A0-5FB5-454A-A678-7CD2BB4D3666}" dt="2022-07-05T18:30:06.174" v="886" actId="465"/>
          <ac:grpSpMkLst>
            <pc:docMk/>
            <pc:sldMk cId="3887181450" sldId="6231"/>
            <ac:grpSpMk id="243" creationId="{BC7B1A54-65EA-4DA3-BB19-BEAF74930DE4}"/>
          </ac:grpSpMkLst>
        </pc:grpChg>
        <pc:grpChg chg="mod">
          <ac:chgData name="Mitra, Sayan" userId="5f9b069e-390c-41f3-af3f-6bd4b0fb9710" providerId="ADAL" clId="{247990A0-5FB5-454A-A678-7CD2BB4D3666}" dt="2022-07-05T18:32:25.444" v="980" actId="1037"/>
          <ac:grpSpMkLst>
            <pc:docMk/>
            <pc:sldMk cId="3887181450" sldId="6231"/>
            <ac:grpSpMk id="246" creationId="{F80F4932-AA2A-42EC-A0D9-8A53564C8185}"/>
          </ac:grpSpMkLst>
        </pc:grpChg>
        <pc:grpChg chg="del">
          <ac:chgData name="Mitra, Sayan" userId="5f9b069e-390c-41f3-af3f-6bd4b0fb9710" providerId="ADAL" clId="{247990A0-5FB5-454A-A678-7CD2BB4D3666}" dt="2022-07-05T18:29:27.290" v="879" actId="478"/>
          <ac:grpSpMkLst>
            <pc:docMk/>
            <pc:sldMk cId="3887181450" sldId="6231"/>
            <ac:grpSpMk id="249" creationId="{1634C393-6A02-432E-91CE-2682B1DE22E2}"/>
          </ac:grpSpMkLst>
        </pc:grpChg>
        <pc:grpChg chg="mod">
          <ac:chgData name="Mitra, Sayan" userId="5f9b069e-390c-41f3-af3f-6bd4b0fb9710" providerId="ADAL" clId="{247990A0-5FB5-454A-A678-7CD2BB4D3666}" dt="2022-07-05T18:31:12.946" v="967" actId="1035"/>
          <ac:grpSpMkLst>
            <pc:docMk/>
            <pc:sldMk cId="3887181450" sldId="6231"/>
            <ac:grpSpMk id="252" creationId="{20BB14FA-0E7C-42EE-A82F-30763CA7C3F5}"/>
          </ac:grpSpMkLst>
        </pc:grpChg>
        <pc:picChg chg="mod">
          <ac:chgData name="Mitra, Sayan" userId="5f9b069e-390c-41f3-af3f-6bd4b0fb9710" providerId="ADAL" clId="{247990A0-5FB5-454A-A678-7CD2BB4D3666}" dt="2022-07-05T18:32:25.444" v="980" actId="1037"/>
          <ac:picMkLst>
            <pc:docMk/>
            <pc:sldMk cId="3887181450" sldId="6231"/>
            <ac:picMk id="160" creationId="{C1DC0813-2D09-490C-8376-CB15D53028B7}"/>
          </ac:picMkLst>
        </pc:picChg>
        <pc:picChg chg="mod">
          <ac:chgData name="Mitra, Sayan" userId="5f9b069e-390c-41f3-af3f-6bd4b0fb9710" providerId="ADAL" clId="{247990A0-5FB5-454A-A678-7CD2BB4D3666}" dt="2022-07-05T18:32:25.444" v="980" actId="1037"/>
          <ac:picMkLst>
            <pc:docMk/>
            <pc:sldMk cId="3887181450" sldId="6231"/>
            <ac:picMk id="164" creationId="{4E10FF98-8F2F-4F09-A352-11205105D6EE}"/>
          </ac:picMkLst>
        </pc:picChg>
        <pc:picChg chg="mod">
          <ac:chgData name="Mitra, Sayan" userId="5f9b069e-390c-41f3-af3f-6bd4b0fb9710" providerId="ADAL" clId="{247990A0-5FB5-454A-A678-7CD2BB4D3666}" dt="2022-07-05T04:07:49.343" v="36" actId="14100"/>
          <ac:picMkLst>
            <pc:docMk/>
            <pc:sldMk cId="3887181450" sldId="6231"/>
            <ac:picMk id="179" creationId="{FEC67B5E-11A7-48AD-9609-1BF8C9B88F7D}"/>
          </ac:picMkLst>
        </pc:picChg>
        <pc:picChg chg="mod">
          <ac:chgData name="Mitra, Sayan" userId="5f9b069e-390c-41f3-af3f-6bd4b0fb9710" providerId="ADAL" clId="{247990A0-5FB5-454A-A678-7CD2BB4D3666}" dt="2022-07-05T18:30:02.951" v="885" actId="12788"/>
          <ac:picMkLst>
            <pc:docMk/>
            <pc:sldMk cId="3887181450" sldId="6231"/>
            <ac:picMk id="245" creationId="{F0273769-BEC2-43C9-AF44-FCE6ECCE41DC}"/>
          </ac:picMkLst>
        </pc:picChg>
        <pc:picChg chg="mod">
          <ac:chgData name="Mitra, Sayan" userId="5f9b069e-390c-41f3-af3f-6bd4b0fb9710" providerId="ADAL" clId="{247990A0-5FB5-454A-A678-7CD2BB4D3666}" dt="2022-07-05T18:32:25.444" v="980" actId="1037"/>
          <ac:picMkLst>
            <pc:docMk/>
            <pc:sldMk cId="3887181450" sldId="6231"/>
            <ac:picMk id="248" creationId="{5E3AC728-F2DC-459C-8C5C-E911FD55668D}"/>
          </ac:picMkLst>
        </pc:picChg>
        <pc:picChg chg="mod">
          <ac:chgData name="Mitra, Sayan" userId="5f9b069e-390c-41f3-af3f-6bd4b0fb9710" providerId="ADAL" clId="{247990A0-5FB5-454A-A678-7CD2BB4D3666}" dt="2022-07-05T18:31:12.946" v="967" actId="1035"/>
          <ac:picMkLst>
            <pc:docMk/>
            <pc:sldMk cId="3887181450" sldId="6231"/>
            <ac:picMk id="254" creationId="{522ADD94-7651-478A-831C-084D1709ED0B}"/>
          </ac:picMkLst>
        </pc:picChg>
        <pc:cxnChg chg="mod">
          <ac:chgData name="Mitra, Sayan" userId="5f9b069e-390c-41f3-af3f-6bd4b0fb9710" providerId="ADAL" clId="{247990A0-5FB5-454A-A678-7CD2BB4D3666}" dt="2022-07-05T04:03:57.355" v="33" actId="1038"/>
          <ac:cxnSpMkLst>
            <pc:docMk/>
            <pc:sldMk cId="3887181450" sldId="6231"/>
            <ac:cxnSpMk id="156" creationId="{A603A399-3E24-400C-92B3-5D675D987533}"/>
          </ac:cxnSpMkLst>
        </pc:cxnChg>
      </pc:sldChg>
      <pc:sldChg chg="addSp delSp modSp mod">
        <pc:chgData name="Mitra, Sayan" userId="5f9b069e-390c-41f3-af3f-6bd4b0fb9710" providerId="ADAL" clId="{247990A0-5FB5-454A-A678-7CD2BB4D3666}" dt="2022-07-05T23:54:03.706" v="1476" actId="1035"/>
        <pc:sldMkLst>
          <pc:docMk/>
          <pc:sldMk cId="851322213" sldId="6232"/>
        </pc:sldMkLst>
        <pc:spChg chg="mod">
          <ac:chgData name="Mitra, Sayan" userId="5f9b069e-390c-41f3-af3f-6bd4b0fb9710" providerId="ADAL" clId="{247990A0-5FB5-454A-A678-7CD2BB4D3666}" dt="2022-07-05T15:08:54.955" v="406" actId="6549"/>
          <ac:spMkLst>
            <pc:docMk/>
            <pc:sldMk cId="851322213" sldId="6232"/>
            <ac:spMk id="70" creationId="{1B6D19CB-BA09-40D6-A717-441F2CB7319D}"/>
          </ac:spMkLst>
        </pc:spChg>
        <pc:spChg chg="mod">
          <ac:chgData name="Mitra, Sayan" userId="5f9b069e-390c-41f3-af3f-6bd4b0fb9710" providerId="ADAL" clId="{247990A0-5FB5-454A-A678-7CD2BB4D3666}" dt="2022-07-05T23:54:03.706" v="1476" actId="1035"/>
          <ac:spMkLst>
            <pc:docMk/>
            <pc:sldMk cId="851322213" sldId="6232"/>
            <ac:spMk id="137" creationId="{9BD5639C-7F65-4FA3-AA07-B9AFCCE112E8}"/>
          </ac:spMkLst>
        </pc:spChg>
        <pc:spChg chg="del">
          <ac:chgData name="Mitra, Sayan" userId="5f9b069e-390c-41f3-af3f-6bd4b0fb9710" providerId="ADAL" clId="{247990A0-5FB5-454A-A678-7CD2BB4D3666}" dt="2022-07-05T23:53:48.782" v="1446" actId="478"/>
          <ac:spMkLst>
            <pc:docMk/>
            <pc:sldMk cId="851322213" sldId="6232"/>
            <ac:spMk id="144" creationId="{EB546FE7-1481-4732-A19E-73011C2A01AE}"/>
          </ac:spMkLst>
        </pc:spChg>
        <pc:spChg chg="mod">
          <ac:chgData name="Mitra, Sayan" userId="5f9b069e-390c-41f3-af3f-6bd4b0fb9710" providerId="ADAL" clId="{247990A0-5FB5-454A-A678-7CD2BB4D3666}" dt="2022-07-05T23:54:03.706" v="1476" actId="1035"/>
          <ac:spMkLst>
            <pc:docMk/>
            <pc:sldMk cId="851322213" sldId="6232"/>
            <ac:spMk id="146" creationId="{0B1E54CB-04F0-4CA0-991A-5BB2116DC7E8}"/>
          </ac:spMkLst>
        </pc:spChg>
        <pc:grpChg chg="mod">
          <ac:chgData name="Mitra, Sayan" userId="5f9b069e-390c-41f3-af3f-6bd4b0fb9710" providerId="ADAL" clId="{247990A0-5FB5-454A-A678-7CD2BB4D3666}" dt="2022-07-05T23:54:03.706" v="1476" actId="1035"/>
          <ac:grpSpMkLst>
            <pc:docMk/>
            <pc:sldMk cId="851322213" sldId="6232"/>
            <ac:grpSpMk id="74" creationId="{EAD57067-E8C2-40BD-A651-3963BB74E3B2}"/>
          </ac:grpSpMkLst>
        </pc:grpChg>
        <pc:grpChg chg="add del">
          <ac:chgData name="Mitra, Sayan" userId="5f9b069e-390c-41f3-af3f-6bd4b0fb9710" providerId="ADAL" clId="{247990A0-5FB5-454A-A678-7CD2BB4D3666}" dt="2022-07-05T23:53:48.782" v="1446" actId="478"/>
          <ac:grpSpMkLst>
            <pc:docMk/>
            <pc:sldMk cId="851322213" sldId="6232"/>
            <ac:grpSpMk id="138" creationId="{19AF41CB-40CF-48B2-8D4A-38635EFD7168}"/>
          </ac:grpSpMkLst>
        </pc:grpChg>
        <pc:cxnChg chg="del">
          <ac:chgData name="Mitra, Sayan" userId="5f9b069e-390c-41f3-af3f-6bd4b0fb9710" providerId="ADAL" clId="{247990A0-5FB5-454A-A678-7CD2BB4D3666}" dt="2022-07-05T23:53:48.782" v="1446" actId="478"/>
          <ac:cxnSpMkLst>
            <pc:docMk/>
            <pc:sldMk cId="851322213" sldId="6232"/>
            <ac:cxnSpMk id="143" creationId="{37F20620-95C8-4235-BA62-F59F48A78169}"/>
          </ac:cxnSpMkLst>
        </pc:cxnChg>
        <pc:cxnChg chg="mod">
          <ac:chgData name="Mitra, Sayan" userId="5f9b069e-390c-41f3-af3f-6bd4b0fb9710" providerId="ADAL" clId="{247990A0-5FB5-454A-A678-7CD2BB4D3666}" dt="2022-07-05T23:54:03.706" v="1476" actId="1035"/>
          <ac:cxnSpMkLst>
            <pc:docMk/>
            <pc:sldMk cId="851322213" sldId="6232"/>
            <ac:cxnSpMk id="145" creationId="{FA58D644-A3D8-4371-9779-14A6079D9122}"/>
          </ac:cxnSpMkLst>
        </pc:cxnChg>
      </pc:sldChg>
      <pc:sldChg chg="add del">
        <pc:chgData name="Mitra, Sayan" userId="5f9b069e-390c-41f3-af3f-6bd4b0fb9710" providerId="ADAL" clId="{247990A0-5FB5-454A-A678-7CD2BB4D3666}" dt="2022-07-06T01:11:08.260" v="1511"/>
        <pc:sldMkLst>
          <pc:docMk/>
          <pc:sldMk cId="2707760952" sldId="6234"/>
        </pc:sldMkLst>
      </pc:sldChg>
      <pc:sldChg chg="modSp add del mod">
        <pc:chgData name="Mitra, Sayan" userId="5f9b069e-390c-41f3-af3f-6bd4b0fb9710" providerId="ADAL" clId="{247990A0-5FB5-454A-A678-7CD2BB4D3666}" dt="2022-07-06T01:11:08.260" v="1511"/>
        <pc:sldMkLst>
          <pc:docMk/>
          <pc:sldMk cId="978093527" sldId="6236"/>
        </pc:sldMkLst>
        <pc:spChg chg="mod">
          <ac:chgData name="Mitra, Sayan" userId="5f9b069e-390c-41f3-af3f-6bd4b0fb9710" providerId="ADAL" clId="{247990A0-5FB5-454A-A678-7CD2BB4D3666}" dt="2022-07-05T23:53:04.719" v="1445" actId="313"/>
          <ac:spMkLst>
            <pc:docMk/>
            <pc:sldMk cId="978093527" sldId="6236"/>
            <ac:spMk id="6" creationId="{7B436ACD-942B-4C57-BF8E-4F303DD8C115}"/>
          </ac:spMkLst>
        </pc:spChg>
      </pc:sldChg>
      <pc:sldChg chg="addSp modSp add del mod">
        <pc:chgData name="Mitra, Sayan" userId="5f9b069e-390c-41f3-af3f-6bd4b0fb9710" providerId="ADAL" clId="{247990A0-5FB5-454A-A678-7CD2BB4D3666}" dt="2022-07-05T13:40:15.233" v="231" actId="47"/>
        <pc:sldMkLst>
          <pc:docMk/>
          <pc:sldMk cId="191395887" sldId="6237"/>
        </pc:sldMkLst>
        <pc:spChg chg="mod">
          <ac:chgData name="Mitra, Sayan" userId="5f9b069e-390c-41f3-af3f-6bd4b0fb9710" providerId="ADAL" clId="{247990A0-5FB5-454A-A678-7CD2BB4D3666}" dt="2022-07-05T13:37:02.268" v="179" actId="1038"/>
          <ac:spMkLst>
            <pc:docMk/>
            <pc:sldMk cId="191395887" sldId="6237"/>
            <ac:spMk id="17" creationId="{00000000-0000-0000-0000-000000000000}"/>
          </ac:spMkLst>
        </pc:spChg>
        <pc:spChg chg="mod">
          <ac:chgData name="Mitra, Sayan" userId="5f9b069e-390c-41f3-af3f-6bd4b0fb9710" providerId="ADAL" clId="{247990A0-5FB5-454A-A678-7CD2BB4D3666}" dt="2022-07-05T13:37:02.268" v="179" actId="1038"/>
          <ac:spMkLst>
            <pc:docMk/>
            <pc:sldMk cId="191395887" sldId="6237"/>
            <ac:spMk id="18" creationId="{00000000-0000-0000-0000-000000000000}"/>
          </ac:spMkLst>
        </pc:spChg>
        <pc:spChg chg="mod">
          <ac:chgData name="Mitra, Sayan" userId="5f9b069e-390c-41f3-af3f-6bd4b0fb9710" providerId="ADAL" clId="{247990A0-5FB5-454A-A678-7CD2BB4D3666}" dt="2022-07-05T13:36:10.245" v="162" actId="1076"/>
          <ac:spMkLst>
            <pc:docMk/>
            <pc:sldMk cId="191395887" sldId="6237"/>
            <ac:spMk id="21" creationId="{00000000-0000-0000-0000-000000000000}"/>
          </ac:spMkLst>
        </pc:spChg>
        <pc:spChg chg="mod">
          <ac:chgData name="Mitra, Sayan" userId="5f9b069e-390c-41f3-af3f-6bd4b0fb9710" providerId="ADAL" clId="{247990A0-5FB5-454A-A678-7CD2BB4D3666}" dt="2022-07-05T13:36:10.245" v="162" actId="1076"/>
          <ac:spMkLst>
            <pc:docMk/>
            <pc:sldMk cId="191395887" sldId="6237"/>
            <ac:spMk id="22" creationId="{00000000-0000-0000-0000-000000000000}"/>
          </ac:spMkLst>
        </pc:spChg>
        <pc:spChg chg="mod">
          <ac:chgData name="Mitra, Sayan" userId="5f9b069e-390c-41f3-af3f-6bd4b0fb9710" providerId="ADAL" clId="{247990A0-5FB5-454A-A678-7CD2BB4D3666}" dt="2022-07-05T13:38:08.465" v="213" actId="1038"/>
          <ac:spMkLst>
            <pc:docMk/>
            <pc:sldMk cId="191395887" sldId="6237"/>
            <ac:spMk id="26" creationId="{00000000-0000-0000-0000-000000000000}"/>
          </ac:spMkLst>
        </pc:spChg>
        <pc:spChg chg="mod">
          <ac:chgData name="Mitra, Sayan" userId="5f9b069e-390c-41f3-af3f-6bd4b0fb9710" providerId="ADAL" clId="{247990A0-5FB5-454A-A678-7CD2BB4D3666}" dt="2022-07-05T13:38:08.465" v="213" actId="1038"/>
          <ac:spMkLst>
            <pc:docMk/>
            <pc:sldMk cId="191395887" sldId="6237"/>
            <ac:spMk id="27" creationId="{00000000-0000-0000-0000-000000000000}"/>
          </ac:spMkLst>
        </pc:spChg>
        <pc:spChg chg="mod">
          <ac:chgData name="Mitra, Sayan" userId="5f9b069e-390c-41f3-af3f-6bd4b0fb9710" providerId="ADAL" clId="{247990A0-5FB5-454A-A678-7CD2BB4D3666}" dt="2022-07-05T13:37:19.742" v="197" actId="1076"/>
          <ac:spMkLst>
            <pc:docMk/>
            <pc:sldMk cId="191395887" sldId="6237"/>
            <ac:spMk id="62" creationId="{00000000-0000-0000-0000-000000000000}"/>
          </ac:spMkLst>
        </pc:spChg>
        <pc:spChg chg="mod">
          <ac:chgData name="Mitra, Sayan" userId="5f9b069e-390c-41f3-af3f-6bd4b0fb9710" providerId="ADAL" clId="{247990A0-5FB5-454A-A678-7CD2BB4D3666}" dt="2022-07-05T13:37:19.742" v="197" actId="1076"/>
          <ac:spMkLst>
            <pc:docMk/>
            <pc:sldMk cId="191395887" sldId="6237"/>
            <ac:spMk id="63" creationId="{00000000-0000-0000-0000-000000000000}"/>
          </ac:spMkLst>
        </pc:spChg>
        <pc:grpChg chg="add mod">
          <ac:chgData name="Mitra, Sayan" userId="5f9b069e-390c-41f3-af3f-6bd4b0fb9710" providerId="ADAL" clId="{247990A0-5FB5-454A-A678-7CD2BB4D3666}" dt="2022-07-05T13:36:00.879" v="161" actId="1076"/>
          <ac:grpSpMkLst>
            <pc:docMk/>
            <pc:sldMk cId="191395887" sldId="6237"/>
            <ac:grpSpMk id="2" creationId="{B9CDBC95-EE52-4DEE-8A75-DFA7AB60401B}"/>
          </ac:grpSpMkLst>
        </pc:grpChg>
        <pc:grpChg chg="mod">
          <ac:chgData name="Mitra, Sayan" userId="5f9b069e-390c-41f3-af3f-6bd4b0fb9710" providerId="ADAL" clId="{247990A0-5FB5-454A-A678-7CD2BB4D3666}" dt="2022-07-05T13:34:54.377" v="153" actId="164"/>
          <ac:grpSpMkLst>
            <pc:docMk/>
            <pc:sldMk cId="191395887" sldId="6237"/>
            <ac:grpSpMk id="4" creationId="{00000000-0000-0000-0000-000000000000}"/>
          </ac:grpSpMkLst>
        </pc:grpChg>
        <pc:grpChg chg="mod">
          <ac:chgData name="Mitra, Sayan" userId="5f9b069e-390c-41f3-af3f-6bd4b0fb9710" providerId="ADAL" clId="{247990A0-5FB5-454A-A678-7CD2BB4D3666}" dt="2022-07-05T13:36:10.245" v="162" actId="1076"/>
          <ac:grpSpMkLst>
            <pc:docMk/>
            <pc:sldMk cId="191395887" sldId="6237"/>
            <ac:grpSpMk id="5" creationId="{00000000-0000-0000-0000-000000000000}"/>
          </ac:grpSpMkLst>
        </pc:grpChg>
        <pc:grpChg chg="mod">
          <ac:chgData name="Mitra, Sayan" userId="5f9b069e-390c-41f3-af3f-6bd4b0fb9710" providerId="ADAL" clId="{247990A0-5FB5-454A-A678-7CD2BB4D3666}" dt="2022-07-05T13:38:08.465" v="213" actId="1038"/>
          <ac:grpSpMkLst>
            <pc:docMk/>
            <pc:sldMk cId="191395887" sldId="6237"/>
            <ac:grpSpMk id="8" creationId="{00000000-0000-0000-0000-000000000000}"/>
          </ac:grpSpMkLst>
        </pc:grpChg>
        <pc:grpChg chg="mod">
          <ac:chgData name="Mitra, Sayan" userId="5f9b069e-390c-41f3-af3f-6bd4b0fb9710" providerId="ADAL" clId="{247990A0-5FB5-454A-A678-7CD2BB4D3666}" dt="2022-07-05T13:37:02.268" v="179" actId="1038"/>
          <ac:grpSpMkLst>
            <pc:docMk/>
            <pc:sldMk cId="191395887" sldId="6237"/>
            <ac:grpSpMk id="9" creationId="{00000000-0000-0000-0000-000000000000}"/>
          </ac:grpSpMkLst>
        </pc:grpChg>
        <pc:grpChg chg="mod">
          <ac:chgData name="Mitra, Sayan" userId="5f9b069e-390c-41f3-af3f-6bd4b0fb9710" providerId="ADAL" clId="{247990A0-5FB5-454A-A678-7CD2BB4D3666}" dt="2022-07-05T13:37:19.742" v="197" actId="1076"/>
          <ac:grpSpMkLst>
            <pc:docMk/>
            <pc:sldMk cId="191395887" sldId="6237"/>
            <ac:grpSpMk id="10" creationId="{00000000-0000-0000-0000-000000000000}"/>
          </ac:grpSpMkLst>
        </pc:grpChg>
        <pc:grpChg chg="mod">
          <ac:chgData name="Mitra, Sayan" userId="5f9b069e-390c-41f3-af3f-6bd4b0fb9710" providerId="ADAL" clId="{247990A0-5FB5-454A-A678-7CD2BB4D3666}" dt="2022-07-05T13:35:35.769" v="159" actId="164"/>
          <ac:grpSpMkLst>
            <pc:docMk/>
            <pc:sldMk cId="191395887" sldId="6237"/>
            <ac:grpSpMk id="11" creationId="{00000000-0000-0000-0000-000000000000}"/>
          </ac:grpSpMkLst>
        </pc:grpChg>
        <pc:grpChg chg="mod">
          <ac:chgData name="Mitra, Sayan" userId="5f9b069e-390c-41f3-af3f-6bd4b0fb9710" providerId="ADAL" clId="{247990A0-5FB5-454A-A678-7CD2BB4D3666}" dt="2022-07-05T13:35:29.613" v="158" actId="164"/>
          <ac:grpSpMkLst>
            <pc:docMk/>
            <pc:sldMk cId="191395887" sldId="6237"/>
            <ac:grpSpMk id="12" creationId="{00000000-0000-0000-0000-000000000000}"/>
          </ac:grpSpMkLst>
        </pc:grpChg>
        <pc:grpChg chg="add mod">
          <ac:chgData name="Mitra, Sayan" userId="5f9b069e-390c-41f3-af3f-6bd4b0fb9710" providerId="ADAL" clId="{247990A0-5FB5-454A-A678-7CD2BB4D3666}" dt="2022-07-05T13:37:02.268" v="179" actId="1038"/>
          <ac:grpSpMkLst>
            <pc:docMk/>
            <pc:sldMk cId="191395887" sldId="6237"/>
            <ac:grpSpMk id="19" creationId="{13391E1F-827F-41B9-8728-1F953720CD76}"/>
          </ac:grpSpMkLst>
        </pc:grpChg>
        <pc:grpChg chg="add mod">
          <ac:chgData name="Mitra, Sayan" userId="5f9b069e-390c-41f3-af3f-6bd4b0fb9710" providerId="ADAL" clId="{247990A0-5FB5-454A-A678-7CD2BB4D3666}" dt="2022-07-05T13:37:19.742" v="197" actId="1076"/>
          <ac:grpSpMkLst>
            <pc:docMk/>
            <pc:sldMk cId="191395887" sldId="6237"/>
            <ac:grpSpMk id="20" creationId="{5CA605C2-5B3F-4C5B-AE6A-5127CA373BB2}"/>
          </ac:grpSpMkLst>
        </pc:grpChg>
        <pc:grpChg chg="add mod">
          <ac:chgData name="Mitra, Sayan" userId="5f9b069e-390c-41f3-af3f-6bd4b0fb9710" providerId="ADAL" clId="{247990A0-5FB5-454A-A678-7CD2BB4D3666}" dt="2022-07-05T13:38:08.465" v="213" actId="1038"/>
          <ac:grpSpMkLst>
            <pc:docMk/>
            <pc:sldMk cId="191395887" sldId="6237"/>
            <ac:grpSpMk id="23" creationId="{0FF60E07-EBBF-48D4-8B8D-DB4AFC5380FA}"/>
          </ac:grpSpMkLst>
        </pc:grpChg>
        <pc:grpChg chg="add mod">
          <ac:chgData name="Mitra, Sayan" userId="5f9b069e-390c-41f3-af3f-6bd4b0fb9710" providerId="ADAL" clId="{247990A0-5FB5-454A-A678-7CD2BB4D3666}" dt="2022-07-05T13:36:10.245" v="162" actId="1076"/>
          <ac:grpSpMkLst>
            <pc:docMk/>
            <pc:sldMk cId="191395887" sldId="6237"/>
            <ac:grpSpMk id="28" creationId="{381CE61C-1C79-4A48-8167-DDA72E0B9EB3}"/>
          </ac:grpSpMkLst>
        </pc:grpChg>
        <pc:grpChg chg="add mod">
          <ac:chgData name="Mitra, Sayan" userId="5f9b069e-390c-41f3-af3f-6bd4b0fb9710" providerId="ADAL" clId="{247990A0-5FB5-454A-A678-7CD2BB4D3666}" dt="2022-07-05T13:35:29.613" v="158" actId="164"/>
          <ac:grpSpMkLst>
            <pc:docMk/>
            <pc:sldMk cId="191395887" sldId="6237"/>
            <ac:grpSpMk id="29" creationId="{BF76E6A4-9B26-4505-9CA0-7FC33BADD7E8}"/>
          </ac:grpSpMkLst>
        </pc:grpChg>
        <pc:grpChg chg="add mod">
          <ac:chgData name="Mitra, Sayan" userId="5f9b069e-390c-41f3-af3f-6bd4b0fb9710" providerId="ADAL" clId="{247990A0-5FB5-454A-A678-7CD2BB4D3666}" dt="2022-07-05T13:35:35.769" v="159" actId="164"/>
          <ac:grpSpMkLst>
            <pc:docMk/>
            <pc:sldMk cId="191395887" sldId="6237"/>
            <ac:grpSpMk id="30" creationId="{AF6F39DE-9084-4A8F-A3FD-258AD77C9C91}"/>
          </ac:grpSpMkLst>
        </pc:grpChg>
        <pc:grpChg chg="add mod">
          <ac:chgData name="Mitra, Sayan" userId="5f9b069e-390c-41f3-af3f-6bd4b0fb9710" providerId="ADAL" clId="{247990A0-5FB5-454A-A678-7CD2BB4D3666}" dt="2022-07-05T13:35:47.759" v="160" actId="164"/>
          <ac:grpSpMkLst>
            <pc:docMk/>
            <pc:sldMk cId="191395887" sldId="6237"/>
            <ac:grpSpMk id="31" creationId="{209EC2D9-EE0B-46A8-B235-E6B2EEEAA245}"/>
          </ac:grpSpMkLst>
        </pc:grpChg>
        <pc:grpChg chg="mod">
          <ac:chgData name="Mitra, Sayan" userId="5f9b069e-390c-41f3-af3f-6bd4b0fb9710" providerId="ADAL" clId="{247990A0-5FB5-454A-A678-7CD2BB4D3666}" dt="2022-07-05T13:35:47.759" v="160" actId="164"/>
          <ac:grpSpMkLst>
            <pc:docMk/>
            <pc:sldMk cId="191395887" sldId="6237"/>
            <ac:grpSpMk id="33" creationId="{DA6B47CC-279F-4AD7-8B4C-C5743F06AE3E}"/>
          </ac:grpSpMkLst>
        </pc:grpChg>
        <pc:picChg chg="mod">
          <ac:chgData name="Mitra, Sayan" userId="5f9b069e-390c-41f3-af3f-6bd4b0fb9710" providerId="ADAL" clId="{247990A0-5FB5-454A-A678-7CD2BB4D3666}" dt="2022-07-05T13:37:02.268" v="179" actId="1038"/>
          <ac:picMkLst>
            <pc:docMk/>
            <pc:sldMk cId="191395887" sldId="6237"/>
            <ac:picMk id="13" creationId="{7B5E8804-FDEC-2B9C-95DA-46C847E98A26}"/>
          </ac:picMkLst>
        </pc:picChg>
        <pc:picChg chg="mod">
          <ac:chgData name="Mitra, Sayan" userId="5f9b069e-390c-41f3-af3f-6bd4b0fb9710" providerId="ADAL" clId="{247990A0-5FB5-454A-A678-7CD2BB4D3666}" dt="2022-07-05T13:35:29.613" v="158" actId="164"/>
          <ac:picMkLst>
            <pc:docMk/>
            <pc:sldMk cId="191395887" sldId="6237"/>
            <ac:picMk id="16" creationId="{4C7FFE5B-9091-4CD5-9D22-B0DD4D5E184A}"/>
          </ac:picMkLst>
        </pc:picChg>
        <pc:picChg chg="mod">
          <ac:chgData name="Mitra, Sayan" userId="5f9b069e-390c-41f3-af3f-6bd4b0fb9710" providerId="ADAL" clId="{247990A0-5FB5-454A-A678-7CD2BB4D3666}" dt="2022-07-05T13:37:19.742" v="197" actId="1076"/>
          <ac:picMkLst>
            <pc:docMk/>
            <pc:sldMk cId="191395887" sldId="6237"/>
            <ac:picMk id="34" creationId="{CAF450C8-6D7B-40C9-B704-56BF7AA0BA83}"/>
          </ac:picMkLst>
        </pc:picChg>
        <pc:picChg chg="mod">
          <ac:chgData name="Mitra, Sayan" userId="5f9b069e-390c-41f3-af3f-6bd4b0fb9710" providerId="ADAL" clId="{247990A0-5FB5-454A-A678-7CD2BB4D3666}" dt="2022-07-05T13:35:35.769" v="159" actId="164"/>
          <ac:picMkLst>
            <pc:docMk/>
            <pc:sldMk cId="191395887" sldId="6237"/>
            <ac:picMk id="35" creationId="{052C810A-B2DF-41DE-9409-E7B81B1D2CD6}"/>
          </ac:picMkLst>
        </pc:picChg>
        <pc:picChg chg="mod">
          <ac:chgData name="Mitra, Sayan" userId="5f9b069e-390c-41f3-af3f-6bd4b0fb9710" providerId="ADAL" clId="{247990A0-5FB5-454A-A678-7CD2BB4D3666}" dt="2022-07-05T13:36:10.245" v="162" actId="1076"/>
          <ac:picMkLst>
            <pc:docMk/>
            <pc:sldMk cId="191395887" sldId="6237"/>
            <ac:picMk id="37" creationId="{26B73C00-C2A9-4E1D-86C1-9427316ED17F}"/>
          </ac:picMkLst>
        </pc:picChg>
        <pc:picChg chg="mod">
          <ac:chgData name="Mitra, Sayan" userId="5f9b069e-390c-41f3-af3f-6bd4b0fb9710" providerId="ADAL" clId="{247990A0-5FB5-454A-A678-7CD2BB4D3666}" dt="2022-07-05T13:38:08.465" v="213" actId="1038"/>
          <ac:picMkLst>
            <pc:docMk/>
            <pc:sldMk cId="191395887" sldId="6237"/>
            <ac:picMk id="39" creationId="{A2B24A8C-4228-4479-AC7A-CD8CD6C442BC}"/>
          </ac:picMkLst>
        </pc:picChg>
        <pc:picChg chg="mod">
          <ac:chgData name="Mitra, Sayan" userId="5f9b069e-390c-41f3-af3f-6bd4b0fb9710" providerId="ADAL" clId="{247990A0-5FB5-454A-A678-7CD2BB4D3666}" dt="2022-07-05T13:34:54.377" v="153" actId="164"/>
          <ac:picMkLst>
            <pc:docMk/>
            <pc:sldMk cId="191395887" sldId="6237"/>
            <ac:picMk id="41" creationId="{3436487B-B473-4839-8259-D2329A94BA6A}"/>
          </ac:picMkLst>
        </pc:picChg>
        <pc:picChg chg="mod">
          <ac:chgData name="Mitra, Sayan" userId="5f9b069e-390c-41f3-af3f-6bd4b0fb9710" providerId="ADAL" clId="{247990A0-5FB5-454A-A678-7CD2BB4D3666}" dt="2022-07-05T13:35:47.759" v="160" actId="164"/>
          <ac:picMkLst>
            <pc:docMk/>
            <pc:sldMk cId="191395887" sldId="6237"/>
            <ac:picMk id="1026" creationId="{DB65D9E8-42CF-470D-89DE-4C414AE713D4}"/>
          </ac:picMkLst>
        </pc:picChg>
        <pc:cxnChg chg="add mod">
          <ac:chgData name="Mitra, Sayan" userId="5f9b069e-390c-41f3-af3f-6bd4b0fb9710" providerId="ADAL" clId="{247990A0-5FB5-454A-A678-7CD2BB4D3666}" dt="2022-07-05T13:38:13.349" v="214" actId="14100"/>
          <ac:cxnSpMkLst>
            <pc:docMk/>
            <pc:sldMk cId="191395887" sldId="6237"/>
            <ac:cxnSpMk id="38" creationId="{B6975CDE-1AF3-46EC-BD53-166F939D310E}"/>
          </ac:cxnSpMkLst>
        </pc:cxnChg>
        <pc:cxnChg chg="add">
          <ac:chgData name="Mitra, Sayan" userId="5f9b069e-390c-41f3-af3f-6bd4b0fb9710" providerId="ADAL" clId="{247990A0-5FB5-454A-A678-7CD2BB4D3666}" dt="2022-07-05T13:37:48.944" v="199" actId="11529"/>
          <ac:cxnSpMkLst>
            <pc:docMk/>
            <pc:sldMk cId="191395887" sldId="6237"/>
            <ac:cxnSpMk id="45" creationId="{D10D818A-B0E1-45DC-8EAF-60E4C4B515DA}"/>
          </ac:cxnSpMkLst>
        </pc:cxnChg>
        <pc:cxnChg chg="add">
          <ac:chgData name="Mitra, Sayan" userId="5f9b069e-390c-41f3-af3f-6bd4b0fb9710" providerId="ADAL" clId="{247990A0-5FB5-454A-A678-7CD2BB4D3666}" dt="2022-07-05T13:38:03.298" v="200" actId="11529"/>
          <ac:cxnSpMkLst>
            <pc:docMk/>
            <pc:sldMk cId="191395887" sldId="6237"/>
            <ac:cxnSpMk id="47" creationId="{85DE82F5-1C45-4ABA-94CD-3B2C8ABB43C7}"/>
          </ac:cxnSpMkLst>
        </pc:cxnChg>
        <pc:cxnChg chg="add">
          <ac:chgData name="Mitra, Sayan" userId="5f9b069e-390c-41f3-af3f-6bd4b0fb9710" providerId="ADAL" clId="{247990A0-5FB5-454A-A678-7CD2BB4D3666}" dt="2022-07-05T13:38:28.443" v="215" actId="11529"/>
          <ac:cxnSpMkLst>
            <pc:docMk/>
            <pc:sldMk cId="191395887" sldId="6237"/>
            <ac:cxnSpMk id="50" creationId="{B40CA32F-E7C3-4213-90FA-713CD5D2FA8C}"/>
          </ac:cxnSpMkLst>
        </pc:cxnChg>
        <pc:cxnChg chg="add">
          <ac:chgData name="Mitra, Sayan" userId="5f9b069e-390c-41f3-af3f-6bd4b0fb9710" providerId="ADAL" clId="{247990A0-5FB5-454A-A678-7CD2BB4D3666}" dt="2022-07-05T13:38:39.687" v="216" actId="11529"/>
          <ac:cxnSpMkLst>
            <pc:docMk/>
            <pc:sldMk cId="191395887" sldId="6237"/>
            <ac:cxnSpMk id="52" creationId="{CE09433F-AC35-4297-8C7F-863032EF1D13}"/>
          </ac:cxnSpMkLst>
        </pc:cxnChg>
      </pc:sldChg>
      <pc:sldChg chg="addSp delSp modSp add mod addCm delCm">
        <pc:chgData name="Mitra, Sayan" userId="5f9b069e-390c-41f3-af3f-6bd4b0fb9710" providerId="ADAL" clId="{247990A0-5FB5-454A-A678-7CD2BB4D3666}" dt="2022-07-05T23:55:35.093" v="1487" actId="692"/>
        <pc:sldMkLst>
          <pc:docMk/>
          <pc:sldMk cId="2460166273" sldId="6238"/>
        </pc:sldMkLst>
        <pc:spChg chg="add mod">
          <ac:chgData name="Mitra, Sayan" userId="5f9b069e-390c-41f3-af3f-6bd4b0fb9710" providerId="ADAL" clId="{247990A0-5FB5-454A-A678-7CD2BB4D3666}" dt="2022-07-05T23:55:35.093" v="1487" actId="692"/>
          <ac:spMkLst>
            <pc:docMk/>
            <pc:sldMk cId="2460166273" sldId="6238"/>
            <ac:spMk id="20" creationId="{47DC49C3-ACA2-4949-9833-997E911D2B49}"/>
          </ac:spMkLst>
        </pc:spChg>
        <pc:spChg chg="mod">
          <ac:chgData name="Mitra, Sayan" userId="5f9b069e-390c-41f3-af3f-6bd4b0fb9710" providerId="ADAL" clId="{247990A0-5FB5-454A-A678-7CD2BB4D3666}" dt="2022-07-05T13:40:06.775" v="230" actId="1038"/>
          <ac:spMkLst>
            <pc:docMk/>
            <pc:sldMk cId="2460166273" sldId="6238"/>
            <ac:spMk id="26" creationId="{00000000-0000-0000-0000-000000000000}"/>
          </ac:spMkLst>
        </pc:spChg>
        <pc:spChg chg="mod">
          <ac:chgData name="Mitra, Sayan" userId="5f9b069e-390c-41f3-af3f-6bd4b0fb9710" providerId="ADAL" clId="{247990A0-5FB5-454A-A678-7CD2BB4D3666}" dt="2022-07-05T13:40:06.775" v="230" actId="1038"/>
          <ac:spMkLst>
            <pc:docMk/>
            <pc:sldMk cId="2460166273" sldId="6238"/>
            <ac:spMk id="27" creationId="{00000000-0000-0000-0000-000000000000}"/>
          </ac:spMkLst>
        </pc:spChg>
        <pc:spChg chg="add del mod topLvl">
          <ac:chgData name="Mitra, Sayan" userId="5f9b069e-390c-41f3-af3f-6bd4b0fb9710" providerId="ADAL" clId="{247990A0-5FB5-454A-A678-7CD2BB4D3666}" dt="2022-07-05T23:54:41.589" v="1479" actId="478"/>
          <ac:spMkLst>
            <pc:docMk/>
            <pc:sldMk cId="2460166273" sldId="6238"/>
            <ac:spMk id="36" creationId="{E880922B-2571-4272-970E-ED010AA8C03A}"/>
          </ac:spMkLst>
        </pc:spChg>
        <pc:spChg chg="mod topLvl">
          <ac:chgData name="Mitra, Sayan" userId="5f9b069e-390c-41f3-af3f-6bd4b0fb9710" providerId="ADAL" clId="{247990A0-5FB5-454A-A678-7CD2BB4D3666}" dt="2022-07-05T23:54:46.560" v="1480" actId="14100"/>
          <ac:spMkLst>
            <pc:docMk/>
            <pc:sldMk cId="2460166273" sldId="6238"/>
            <ac:spMk id="40" creationId="{8A7FD379-AE0F-4B68-9756-B86604DC0B46}"/>
          </ac:spMkLst>
        </pc:spChg>
        <pc:grpChg chg="add mod">
          <ac:chgData name="Mitra, Sayan" userId="5f9b069e-390c-41f3-af3f-6bd4b0fb9710" providerId="ADAL" clId="{247990A0-5FB5-454A-A678-7CD2BB4D3666}" dt="2022-07-05T13:39:54.709" v="224" actId="1076"/>
          <ac:grpSpMkLst>
            <pc:docMk/>
            <pc:sldMk cId="2460166273" sldId="6238"/>
            <ac:grpSpMk id="2" creationId="{67F0BD0C-9FBE-4CAB-B705-FB51E242835D}"/>
          </ac:grpSpMkLst>
        </pc:grpChg>
        <pc:grpChg chg="mod">
          <ac:chgData name="Mitra, Sayan" userId="5f9b069e-390c-41f3-af3f-6bd4b0fb9710" providerId="ADAL" clId="{247990A0-5FB5-454A-A678-7CD2BB4D3666}" dt="2022-07-05T13:39:23.327" v="220" actId="164"/>
          <ac:grpSpMkLst>
            <pc:docMk/>
            <pc:sldMk cId="2460166273" sldId="6238"/>
            <ac:grpSpMk id="4" creationId="{00000000-0000-0000-0000-000000000000}"/>
          </ac:grpSpMkLst>
        </pc:grpChg>
        <pc:grpChg chg="mod">
          <ac:chgData name="Mitra, Sayan" userId="5f9b069e-390c-41f3-af3f-6bd4b0fb9710" providerId="ADAL" clId="{247990A0-5FB5-454A-A678-7CD2BB4D3666}" dt="2022-07-05T13:40:06.775" v="230" actId="1038"/>
          <ac:grpSpMkLst>
            <pc:docMk/>
            <pc:sldMk cId="2460166273" sldId="6238"/>
            <ac:grpSpMk id="8" creationId="{00000000-0000-0000-0000-000000000000}"/>
          </ac:grpSpMkLst>
        </pc:grpChg>
        <pc:grpChg chg="add mod">
          <ac:chgData name="Mitra, Sayan" userId="5f9b069e-390c-41f3-af3f-6bd4b0fb9710" providerId="ADAL" clId="{247990A0-5FB5-454A-A678-7CD2BB4D3666}" dt="2022-07-05T13:40:06.775" v="230" actId="1038"/>
          <ac:grpSpMkLst>
            <pc:docMk/>
            <pc:sldMk cId="2460166273" sldId="6238"/>
            <ac:grpSpMk id="19" creationId="{29B7136F-A342-4E96-B86A-F635D3C9F646}"/>
          </ac:grpSpMkLst>
        </pc:grpChg>
        <pc:grpChg chg="add del">
          <ac:chgData name="Mitra, Sayan" userId="5f9b069e-390c-41f3-af3f-6bd4b0fb9710" providerId="ADAL" clId="{247990A0-5FB5-454A-A678-7CD2BB4D3666}" dt="2022-07-05T23:54:41.589" v="1479" actId="478"/>
          <ac:grpSpMkLst>
            <pc:docMk/>
            <pc:sldMk cId="2460166273" sldId="6238"/>
            <ac:grpSpMk id="33" creationId="{DA6B47CC-279F-4AD7-8B4C-C5743F06AE3E}"/>
          </ac:grpSpMkLst>
        </pc:grpChg>
        <pc:picChg chg="mod">
          <ac:chgData name="Mitra, Sayan" userId="5f9b069e-390c-41f3-af3f-6bd4b0fb9710" providerId="ADAL" clId="{247990A0-5FB5-454A-A678-7CD2BB4D3666}" dt="2022-07-05T13:40:06.775" v="230" actId="1038"/>
          <ac:picMkLst>
            <pc:docMk/>
            <pc:sldMk cId="2460166273" sldId="6238"/>
            <ac:picMk id="39" creationId="{A2B24A8C-4228-4479-AC7A-CD8CD6C442BC}"/>
          </ac:picMkLst>
        </pc:picChg>
        <pc:picChg chg="mod">
          <ac:chgData name="Mitra, Sayan" userId="5f9b069e-390c-41f3-af3f-6bd4b0fb9710" providerId="ADAL" clId="{247990A0-5FB5-454A-A678-7CD2BB4D3666}" dt="2022-07-05T13:39:23.327" v="220" actId="164"/>
          <ac:picMkLst>
            <pc:docMk/>
            <pc:sldMk cId="2460166273" sldId="6238"/>
            <ac:picMk id="41" creationId="{3436487B-B473-4839-8259-D2329A94BA6A}"/>
          </ac:picMkLst>
        </pc:picChg>
      </pc:sldChg>
      <pc:sldChg chg="ord">
        <pc:chgData name="Mitra, Sayan" userId="5f9b069e-390c-41f3-af3f-6bd4b0fb9710" providerId="ADAL" clId="{247990A0-5FB5-454A-A678-7CD2BB4D3666}" dt="2022-07-05T17:39:29.331" v="730"/>
        <pc:sldMkLst>
          <pc:docMk/>
          <pc:sldMk cId="2577780975" sldId="6239"/>
        </pc:sldMkLst>
      </pc:sldChg>
      <pc:sldChg chg="modSp mod">
        <pc:chgData name="Mitra, Sayan" userId="5f9b069e-390c-41f3-af3f-6bd4b0fb9710" providerId="ADAL" clId="{247990A0-5FB5-454A-A678-7CD2BB4D3666}" dt="2022-07-05T18:47:00.880" v="1227" actId="20577"/>
        <pc:sldMkLst>
          <pc:docMk/>
          <pc:sldMk cId="587108178" sldId="6240"/>
        </pc:sldMkLst>
        <pc:graphicFrameChg chg="modGraphic">
          <ac:chgData name="Mitra, Sayan" userId="5f9b069e-390c-41f3-af3f-6bd4b0fb9710" providerId="ADAL" clId="{247990A0-5FB5-454A-A678-7CD2BB4D3666}" dt="2022-07-05T18:47:00.880" v="1227" actId="20577"/>
          <ac:graphicFrameMkLst>
            <pc:docMk/>
            <pc:sldMk cId="587108178" sldId="6240"/>
            <ac:graphicFrameMk id="70" creationId="{A5607D2C-9A90-403F-9D7B-D5A60DFC328A}"/>
          </ac:graphicFrameMkLst>
        </pc:graphicFrameChg>
      </pc:sldChg>
      <pc:sldChg chg="modSp mod">
        <pc:chgData name="Mitra, Sayan" userId="5f9b069e-390c-41f3-af3f-6bd4b0fb9710" providerId="ADAL" clId="{247990A0-5FB5-454A-A678-7CD2BB4D3666}" dt="2022-07-06T03:39:21.696" v="1544" actId="6549"/>
        <pc:sldMkLst>
          <pc:docMk/>
          <pc:sldMk cId="3415673890" sldId="6241"/>
        </pc:sldMkLst>
        <pc:graphicFrameChg chg="mod modGraphic">
          <ac:chgData name="Mitra, Sayan" userId="5f9b069e-390c-41f3-af3f-6bd4b0fb9710" providerId="ADAL" clId="{247990A0-5FB5-454A-A678-7CD2BB4D3666}" dt="2022-07-06T03:39:21.696" v="1544" actId="6549"/>
          <ac:graphicFrameMkLst>
            <pc:docMk/>
            <pc:sldMk cId="3415673890" sldId="6241"/>
            <ac:graphicFrameMk id="6" creationId="{F2997122-C0B1-4816-9C29-107D78612FB5}"/>
          </ac:graphicFrameMkLst>
        </pc:graphicFrameChg>
      </pc:sldChg>
      <pc:sldChg chg="addSp delSp modSp add mod">
        <pc:chgData name="Mitra, Sayan" userId="5f9b069e-390c-41f3-af3f-6bd4b0fb9710" providerId="ADAL" clId="{247990A0-5FB5-454A-A678-7CD2BB4D3666}" dt="2022-07-06T05:47:54.312" v="1559" actId="20577"/>
        <pc:sldMkLst>
          <pc:docMk/>
          <pc:sldMk cId="1121876199" sldId="6242"/>
        </pc:sldMkLst>
        <pc:spChg chg="add del">
          <ac:chgData name="Mitra, Sayan" userId="5f9b069e-390c-41f3-af3f-6bd4b0fb9710" providerId="ADAL" clId="{247990A0-5FB5-454A-A678-7CD2BB4D3666}" dt="2022-07-06T05:47:33.999" v="1546"/>
          <ac:spMkLst>
            <pc:docMk/>
            <pc:sldMk cId="1121876199" sldId="6242"/>
            <ac:spMk id="9" creationId="{C3044412-9596-4CD9-9DDA-21C920452CC8}"/>
          </ac:spMkLst>
        </pc:spChg>
        <pc:spChg chg="add del">
          <ac:chgData name="Mitra, Sayan" userId="5f9b069e-390c-41f3-af3f-6bd4b0fb9710" providerId="ADAL" clId="{247990A0-5FB5-454A-A678-7CD2BB4D3666}" dt="2022-07-06T05:47:37.511" v="1549"/>
          <ac:spMkLst>
            <pc:docMk/>
            <pc:sldMk cId="1121876199" sldId="6242"/>
            <ac:spMk id="10" creationId="{31AB1B49-2F1F-44DF-93A2-AD5F59A9E020}"/>
          </ac:spMkLst>
        </pc:spChg>
        <pc:spChg chg="add del mod">
          <ac:chgData name="Mitra, Sayan" userId="5f9b069e-390c-41f3-af3f-6bd4b0fb9710" providerId="ADAL" clId="{247990A0-5FB5-454A-A678-7CD2BB4D3666}" dt="2022-07-05T23:38:26.561" v="1313" actId="1036"/>
          <ac:spMkLst>
            <pc:docMk/>
            <pc:sldMk cId="1121876199" sldId="6242"/>
            <ac:spMk id="11" creationId="{00000000-0000-0000-0000-000000000000}"/>
          </ac:spMkLst>
        </pc:spChg>
        <pc:spChg chg="add del">
          <ac:chgData name="Mitra, Sayan" userId="5f9b069e-390c-41f3-af3f-6bd4b0fb9710" providerId="ADAL" clId="{247990A0-5FB5-454A-A678-7CD2BB4D3666}" dt="2022-07-06T05:47:40.513" v="1551"/>
          <ac:spMkLst>
            <pc:docMk/>
            <pc:sldMk cId="1121876199" sldId="6242"/>
            <ac:spMk id="12" creationId="{B843CF55-3CEB-4FB4-85DE-0991433494D1}"/>
          </ac:spMkLst>
        </pc:spChg>
        <pc:spChg chg="add del">
          <ac:chgData name="Mitra, Sayan" userId="5f9b069e-390c-41f3-af3f-6bd4b0fb9710" providerId="ADAL" clId="{247990A0-5FB5-454A-A678-7CD2BB4D3666}" dt="2022-07-06T05:47:43.959" v="1553"/>
          <ac:spMkLst>
            <pc:docMk/>
            <pc:sldMk cId="1121876199" sldId="6242"/>
            <ac:spMk id="14" creationId="{B47B9F5E-EAA6-43CF-BC8D-8572506599C3}"/>
          </ac:spMkLst>
        </pc:spChg>
        <pc:spChg chg="mod">
          <ac:chgData name="Mitra, Sayan" userId="5f9b069e-390c-41f3-af3f-6bd4b0fb9710" providerId="ADAL" clId="{247990A0-5FB5-454A-A678-7CD2BB4D3666}" dt="2022-07-06T05:47:54.312" v="1559" actId="20577"/>
          <ac:spMkLst>
            <pc:docMk/>
            <pc:sldMk cId="1121876199" sldId="6242"/>
            <ac:spMk id="37" creationId="{00000000-0000-0000-0000-000000000000}"/>
          </ac:spMkLst>
        </pc:spChg>
        <pc:spChg chg="add mod">
          <ac:chgData name="Mitra, Sayan" userId="5f9b069e-390c-41f3-af3f-6bd4b0fb9710" providerId="ADAL" clId="{247990A0-5FB5-454A-A678-7CD2BB4D3666}" dt="2022-07-05T23:40:20.394" v="1366"/>
          <ac:spMkLst>
            <pc:docMk/>
            <pc:sldMk cId="1121876199" sldId="6242"/>
            <ac:spMk id="70" creationId="{F0D32E40-1E14-452F-B02E-0FF28AD9BFA8}"/>
          </ac:spMkLst>
        </pc:spChg>
        <pc:spChg chg="add del">
          <ac:chgData name="Mitra, Sayan" userId="5f9b069e-390c-41f3-af3f-6bd4b0fb9710" providerId="ADAL" clId="{247990A0-5FB5-454A-A678-7CD2BB4D3666}" dt="2022-07-05T23:40:11.300" v="1363" actId="22"/>
          <ac:spMkLst>
            <pc:docMk/>
            <pc:sldMk cId="1121876199" sldId="6242"/>
            <ac:spMk id="72" creationId="{6BA645DE-F862-4A11-AC41-E5561C874C96}"/>
          </ac:spMkLst>
        </pc:spChg>
        <pc:spChg chg="mod">
          <ac:chgData name="Mitra, Sayan" userId="5f9b069e-390c-41f3-af3f-6bd4b0fb9710" providerId="ADAL" clId="{247990A0-5FB5-454A-A678-7CD2BB4D3666}" dt="2022-07-05T23:47:09.083" v="1437" actId="465"/>
          <ac:spMkLst>
            <pc:docMk/>
            <pc:sldMk cId="1121876199" sldId="6242"/>
            <ac:spMk id="76" creationId="{00000000-0000-0000-0000-000000000000}"/>
          </ac:spMkLst>
        </pc:spChg>
        <pc:spChg chg="mod">
          <ac:chgData name="Mitra, Sayan" userId="5f9b069e-390c-41f3-af3f-6bd4b0fb9710" providerId="ADAL" clId="{247990A0-5FB5-454A-A678-7CD2BB4D3666}" dt="2022-07-05T23:47:09.083" v="1437" actId="465"/>
          <ac:spMkLst>
            <pc:docMk/>
            <pc:sldMk cId="1121876199" sldId="6242"/>
            <ac:spMk id="78" creationId="{00000000-0000-0000-0000-000000000000}"/>
          </ac:spMkLst>
        </pc:spChg>
        <pc:spChg chg="mod">
          <ac:chgData name="Mitra, Sayan" userId="5f9b069e-390c-41f3-af3f-6bd4b0fb9710" providerId="ADAL" clId="{247990A0-5FB5-454A-A678-7CD2BB4D3666}" dt="2022-07-05T23:47:09.083" v="1437" actId="465"/>
          <ac:spMkLst>
            <pc:docMk/>
            <pc:sldMk cId="1121876199" sldId="6242"/>
            <ac:spMk id="79" creationId="{00000000-0000-0000-0000-000000000000}"/>
          </ac:spMkLst>
        </pc:spChg>
        <pc:picChg chg="del mod">
          <ac:chgData name="Mitra, Sayan" userId="5f9b069e-390c-41f3-af3f-6bd4b0fb9710" providerId="ADAL" clId="{247990A0-5FB5-454A-A678-7CD2BB4D3666}" dt="2022-07-05T23:40:33.393" v="1367" actId="478"/>
          <ac:picMkLst>
            <pc:docMk/>
            <pc:sldMk cId="1121876199" sldId="6242"/>
            <ac:picMk id="7" creationId="{95A4E12C-C5CC-40CC-9033-00BA8EC156A2}"/>
          </ac:picMkLst>
        </pc:picChg>
        <pc:picChg chg="add mod">
          <ac:chgData name="Mitra, Sayan" userId="5f9b069e-390c-41f3-af3f-6bd4b0fb9710" providerId="ADAL" clId="{247990A0-5FB5-454A-A678-7CD2BB4D3666}" dt="2022-07-05T23:46:53.103" v="1436" actId="465"/>
          <ac:picMkLst>
            <pc:docMk/>
            <pc:sldMk cId="1121876199" sldId="6242"/>
            <ac:picMk id="8" creationId="{D56042E7-6F35-406D-9338-F8777AD92C11}"/>
          </ac:picMkLst>
        </pc:picChg>
        <pc:picChg chg="mod">
          <ac:chgData name="Mitra, Sayan" userId="5f9b069e-390c-41f3-af3f-6bd4b0fb9710" providerId="ADAL" clId="{247990A0-5FB5-454A-A678-7CD2BB4D3666}" dt="2022-07-05T23:46:53.103" v="1436" actId="465"/>
          <ac:picMkLst>
            <pc:docMk/>
            <pc:sldMk cId="1121876199" sldId="6242"/>
            <ac:picMk id="59" creationId="{20FCBABD-08DE-490C-AEB3-8C54E8BA606F}"/>
          </ac:picMkLst>
        </pc:picChg>
        <pc:picChg chg="mod">
          <ac:chgData name="Mitra, Sayan" userId="5f9b069e-390c-41f3-af3f-6bd4b0fb9710" providerId="ADAL" clId="{247990A0-5FB5-454A-A678-7CD2BB4D3666}" dt="2022-07-05T23:46:53.103" v="1436" actId="465"/>
          <ac:picMkLst>
            <pc:docMk/>
            <pc:sldMk cId="1121876199" sldId="6242"/>
            <ac:picMk id="60" creationId="{3CD874FB-0546-4B33-A18F-8C6D57D90BBC}"/>
          </ac:picMkLst>
        </pc:picChg>
        <pc:picChg chg="mod">
          <ac:chgData name="Mitra, Sayan" userId="5f9b069e-390c-41f3-af3f-6bd4b0fb9710" providerId="ADAL" clId="{247990A0-5FB5-454A-A678-7CD2BB4D3666}" dt="2022-07-05T23:46:53.103" v="1436" actId="465"/>
          <ac:picMkLst>
            <pc:docMk/>
            <pc:sldMk cId="1121876199" sldId="6242"/>
            <ac:picMk id="61" creationId="{3F759D33-C788-4273-9A3C-F7BEC8A605CD}"/>
          </ac:picMkLst>
        </pc:picChg>
        <pc:picChg chg="add mod">
          <ac:chgData name="Mitra, Sayan" userId="5f9b069e-390c-41f3-af3f-6bd4b0fb9710" providerId="ADAL" clId="{247990A0-5FB5-454A-A678-7CD2BB4D3666}" dt="2022-07-05T23:46:53.103" v="1436" actId="465"/>
          <ac:picMkLst>
            <pc:docMk/>
            <pc:sldMk cId="1121876199" sldId="6242"/>
            <ac:picMk id="71" creationId="{75CFE1B2-61D9-441F-9D55-45569D5497CE}"/>
          </ac:picMkLst>
        </pc:picChg>
      </pc:sldChg>
      <pc:sldMasterChg chg="addSldLayout delSldLayout modSldLayout">
        <pc:chgData name="Mitra, Sayan" userId="5f9b069e-390c-41f3-af3f-6bd4b0fb9710" providerId="ADAL" clId="{247990A0-5FB5-454A-A678-7CD2BB4D3666}" dt="2022-07-05T17:59:06.436" v="821" actId="47"/>
        <pc:sldMasterMkLst>
          <pc:docMk/>
          <pc:sldMasterMk cId="3197474883" sldId="2147483757"/>
        </pc:sldMasterMkLst>
        <pc:sldLayoutChg chg="modSp mod">
          <pc:chgData name="Mitra, Sayan" userId="5f9b069e-390c-41f3-af3f-6bd4b0fb9710" providerId="ADAL" clId="{247990A0-5FB5-454A-A678-7CD2BB4D3666}" dt="2022-07-05T04:19:29.351" v="38" actId="20577"/>
          <pc:sldLayoutMkLst>
            <pc:docMk/>
            <pc:sldMasterMk cId="3197474883" sldId="2147483757"/>
            <pc:sldLayoutMk cId="3256207203" sldId="2147483761"/>
          </pc:sldLayoutMkLst>
          <pc:spChg chg="mod">
            <ac:chgData name="Mitra, Sayan" userId="5f9b069e-390c-41f3-af3f-6bd4b0fb9710" providerId="ADAL" clId="{247990A0-5FB5-454A-A678-7CD2BB4D3666}" dt="2022-07-05T04:19:29.351" v="38" actId="20577"/>
            <ac:spMkLst>
              <pc:docMk/>
              <pc:sldMasterMk cId="3197474883" sldId="2147483757"/>
              <pc:sldLayoutMk cId="3256207203" sldId="2147483761"/>
              <ac:spMk id="14" creationId="{00000000-0000-0000-0000-000000000000}"/>
            </ac:spMkLst>
          </pc:spChg>
        </pc:sldLayoutChg>
        <pc:sldLayoutChg chg="add del">
          <pc:chgData name="Mitra, Sayan" userId="5f9b069e-390c-41f3-af3f-6bd4b0fb9710" providerId="ADAL" clId="{247990A0-5FB5-454A-A678-7CD2BB4D3666}" dt="2022-07-05T17:59:06.436" v="821" actId="47"/>
          <pc:sldLayoutMkLst>
            <pc:docMk/>
            <pc:sldMasterMk cId="3197474883" sldId="2147483757"/>
            <pc:sldLayoutMk cId="1090091517" sldId="2147484068"/>
          </pc:sldLayoutMkLst>
        </pc:sldLayoutChg>
      </pc:sldMasterChg>
    </pc:docChg>
  </pc:docChgLst>
  <pc:docChgLst>
    <pc:chgData name="Sood, Rohit" userId="7b75868d-8e9e-4750-b797-935f69551534" providerId="ADAL" clId="{C85F583F-ACDD-43C3-922E-63BB7E5CB91F}"/>
    <pc:docChg chg="undo custSel addSld delSld modSld">
      <pc:chgData name="Sood, Rohit" userId="7b75868d-8e9e-4750-b797-935f69551534" providerId="ADAL" clId="{C85F583F-ACDD-43C3-922E-63BB7E5CB91F}" dt="2022-07-04T12:27:45.363" v="91" actId="1076"/>
      <pc:docMkLst>
        <pc:docMk/>
      </pc:docMkLst>
      <pc:sldChg chg="delSp modSp mod">
        <pc:chgData name="Sood, Rohit" userId="7b75868d-8e9e-4750-b797-935f69551534" providerId="ADAL" clId="{C85F583F-ACDD-43C3-922E-63BB7E5CB91F}" dt="2022-07-04T12:27:45.363" v="91" actId="1076"/>
        <pc:sldMkLst>
          <pc:docMk/>
          <pc:sldMk cId="2716093337" sldId="6196"/>
        </pc:sldMkLst>
        <pc:spChg chg="del">
          <ac:chgData name="Sood, Rohit" userId="7b75868d-8e9e-4750-b797-935f69551534" providerId="ADAL" clId="{C85F583F-ACDD-43C3-922E-63BB7E5CB91F}" dt="2022-07-04T11:39:54.324" v="81" actId="478"/>
          <ac:spMkLst>
            <pc:docMk/>
            <pc:sldMk cId="2716093337" sldId="6196"/>
            <ac:spMk id="3" creationId="{936BBF82-FB4B-4E22-82F5-26DBC6B0FF74}"/>
          </ac:spMkLst>
        </pc:spChg>
        <pc:spChg chg="mod">
          <ac:chgData name="Sood, Rohit" userId="7b75868d-8e9e-4750-b797-935f69551534" providerId="ADAL" clId="{C85F583F-ACDD-43C3-922E-63BB7E5CB91F}" dt="2022-07-04T12:27:34.945" v="89" actId="403"/>
          <ac:spMkLst>
            <pc:docMk/>
            <pc:sldMk cId="2716093337" sldId="6196"/>
            <ac:spMk id="4" creationId="{A13616ED-FC41-4C2E-A55B-FBD96CAE55B8}"/>
          </ac:spMkLst>
        </pc:spChg>
        <pc:spChg chg="mod">
          <ac:chgData name="Sood, Rohit" userId="7b75868d-8e9e-4750-b797-935f69551534" providerId="ADAL" clId="{C85F583F-ACDD-43C3-922E-63BB7E5CB91F}" dt="2022-07-04T12:21:02.143" v="83" actId="403"/>
          <ac:spMkLst>
            <pc:docMk/>
            <pc:sldMk cId="2716093337" sldId="6196"/>
            <ac:spMk id="10" creationId="{F8668B0F-3DB7-42F1-841E-CBE2FB5C2FFE}"/>
          </ac:spMkLst>
        </pc:spChg>
        <pc:spChg chg="mod">
          <ac:chgData name="Sood, Rohit" userId="7b75868d-8e9e-4750-b797-935f69551534" providerId="ADAL" clId="{C85F583F-ACDD-43C3-922E-63BB7E5CB91F}" dt="2022-07-04T12:21:02.143" v="83" actId="403"/>
          <ac:spMkLst>
            <pc:docMk/>
            <pc:sldMk cId="2716093337" sldId="6196"/>
            <ac:spMk id="12" creationId="{5A63B810-B781-4986-82BB-A35739CA2DE9}"/>
          </ac:spMkLst>
        </pc:spChg>
        <pc:spChg chg="mod">
          <ac:chgData name="Sood, Rohit" userId="7b75868d-8e9e-4750-b797-935f69551534" providerId="ADAL" clId="{C85F583F-ACDD-43C3-922E-63BB7E5CB91F}" dt="2022-07-04T12:21:02.143" v="83" actId="403"/>
          <ac:spMkLst>
            <pc:docMk/>
            <pc:sldMk cId="2716093337" sldId="6196"/>
            <ac:spMk id="13" creationId="{45E7FB2F-AAA2-45E9-9BA3-5C260F75F381}"/>
          </ac:spMkLst>
        </pc:spChg>
        <pc:spChg chg="mod">
          <ac:chgData name="Sood, Rohit" userId="7b75868d-8e9e-4750-b797-935f69551534" providerId="ADAL" clId="{C85F583F-ACDD-43C3-922E-63BB7E5CB91F}" dt="2022-07-04T10:39:22.892" v="16" actId="403"/>
          <ac:spMkLst>
            <pc:docMk/>
            <pc:sldMk cId="2716093337" sldId="6196"/>
            <ac:spMk id="14" creationId="{EA7E0214-282B-41AA-A53F-192F0A58BC17}"/>
          </ac:spMkLst>
        </pc:spChg>
        <pc:spChg chg="mod">
          <ac:chgData name="Sood, Rohit" userId="7b75868d-8e9e-4750-b797-935f69551534" providerId="ADAL" clId="{C85F583F-ACDD-43C3-922E-63BB7E5CB91F}" dt="2022-07-04T10:39:39.960" v="19" actId="1076"/>
          <ac:spMkLst>
            <pc:docMk/>
            <pc:sldMk cId="2716093337" sldId="6196"/>
            <ac:spMk id="15" creationId="{9AEF9482-40F1-4A10-AF34-F7F87660BEA5}"/>
          </ac:spMkLst>
        </pc:spChg>
        <pc:spChg chg="mod">
          <ac:chgData name="Sood, Rohit" userId="7b75868d-8e9e-4750-b797-935f69551534" providerId="ADAL" clId="{C85F583F-ACDD-43C3-922E-63BB7E5CB91F}" dt="2022-07-04T10:41:50.139" v="37" actId="14100"/>
          <ac:spMkLst>
            <pc:docMk/>
            <pc:sldMk cId="2716093337" sldId="6196"/>
            <ac:spMk id="16" creationId="{C22992E2-383E-4161-8E8D-74C52F5C03EE}"/>
          </ac:spMkLst>
        </pc:spChg>
        <pc:spChg chg="mod">
          <ac:chgData name="Sood, Rohit" userId="7b75868d-8e9e-4750-b797-935f69551534" providerId="ADAL" clId="{C85F583F-ACDD-43C3-922E-63BB7E5CB91F}" dt="2022-07-04T12:21:02.143" v="83" actId="403"/>
          <ac:spMkLst>
            <pc:docMk/>
            <pc:sldMk cId="2716093337" sldId="6196"/>
            <ac:spMk id="17" creationId="{53B6FC14-35F3-449F-95D2-A132F275A455}"/>
          </ac:spMkLst>
        </pc:spChg>
        <pc:spChg chg="mod">
          <ac:chgData name="Sood, Rohit" userId="7b75868d-8e9e-4750-b797-935f69551534" providerId="ADAL" clId="{C85F583F-ACDD-43C3-922E-63BB7E5CB91F}" dt="2022-07-04T12:21:02.143" v="83" actId="403"/>
          <ac:spMkLst>
            <pc:docMk/>
            <pc:sldMk cId="2716093337" sldId="6196"/>
            <ac:spMk id="18" creationId="{377BC6E4-B222-4A19-BAC4-D67DFDAFEF01}"/>
          </ac:spMkLst>
        </pc:spChg>
        <pc:spChg chg="mod">
          <ac:chgData name="Sood, Rohit" userId="7b75868d-8e9e-4750-b797-935f69551534" providerId="ADAL" clId="{C85F583F-ACDD-43C3-922E-63BB7E5CB91F}" dt="2022-07-04T12:21:56.344" v="85" actId="20577"/>
          <ac:spMkLst>
            <pc:docMk/>
            <pc:sldMk cId="2716093337" sldId="6196"/>
            <ac:spMk id="19" creationId="{28B8F145-32A4-460B-A475-26D77CA2EC0E}"/>
          </ac:spMkLst>
        </pc:spChg>
        <pc:spChg chg="mod">
          <ac:chgData name="Sood, Rohit" userId="7b75868d-8e9e-4750-b797-935f69551534" providerId="ADAL" clId="{C85F583F-ACDD-43C3-922E-63BB7E5CB91F}" dt="2022-07-04T10:40:39.601" v="30" actId="1076"/>
          <ac:spMkLst>
            <pc:docMk/>
            <pc:sldMk cId="2716093337" sldId="6196"/>
            <ac:spMk id="20" creationId="{F5D52973-AF4C-4806-B6B7-C8DA0A1418AA}"/>
          </ac:spMkLst>
        </pc:spChg>
        <pc:spChg chg="mod">
          <ac:chgData name="Sood, Rohit" userId="7b75868d-8e9e-4750-b797-935f69551534" providerId="ADAL" clId="{C85F583F-ACDD-43C3-922E-63BB7E5CB91F}" dt="2022-07-04T12:27:34.945" v="89" actId="403"/>
          <ac:spMkLst>
            <pc:docMk/>
            <pc:sldMk cId="2716093337" sldId="6196"/>
            <ac:spMk id="21" creationId="{3A35F1F5-1E30-4919-8B1B-92FE6D7F4BB3}"/>
          </ac:spMkLst>
        </pc:spChg>
        <pc:spChg chg="mod">
          <ac:chgData name="Sood, Rohit" userId="7b75868d-8e9e-4750-b797-935f69551534" providerId="ADAL" clId="{C85F583F-ACDD-43C3-922E-63BB7E5CB91F}" dt="2022-07-04T12:27:34.945" v="89" actId="403"/>
          <ac:spMkLst>
            <pc:docMk/>
            <pc:sldMk cId="2716093337" sldId="6196"/>
            <ac:spMk id="22" creationId="{C5751C07-F96C-4C52-AF0D-B408031DF4D9}"/>
          </ac:spMkLst>
        </pc:spChg>
        <pc:spChg chg="mod">
          <ac:chgData name="Sood, Rohit" userId="7b75868d-8e9e-4750-b797-935f69551534" providerId="ADAL" clId="{C85F583F-ACDD-43C3-922E-63BB7E5CB91F}" dt="2022-07-04T12:27:34.945" v="89" actId="403"/>
          <ac:spMkLst>
            <pc:docMk/>
            <pc:sldMk cId="2716093337" sldId="6196"/>
            <ac:spMk id="23" creationId="{E7D473A5-8E2C-4BA6-89E4-7E285CF6A06B}"/>
          </ac:spMkLst>
        </pc:spChg>
        <pc:spChg chg="mod">
          <ac:chgData name="Sood, Rohit" userId="7b75868d-8e9e-4750-b797-935f69551534" providerId="ADAL" clId="{C85F583F-ACDD-43C3-922E-63BB7E5CB91F}" dt="2022-07-04T12:27:41.512" v="90" actId="1076"/>
          <ac:spMkLst>
            <pc:docMk/>
            <pc:sldMk cId="2716093337" sldId="6196"/>
            <ac:spMk id="24" creationId="{948C207F-14F2-4630-BEED-F91375B30DB6}"/>
          </ac:spMkLst>
        </pc:spChg>
        <pc:spChg chg="mod">
          <ac:chgData name="Sood, Rohit" userId="7b75868d-8e9e-4750-b797-935f69551534" providerId="ADAL" clId="{C85F583F-ACDD-43C3-922E-63BB7E5CB91F}" dt="2022-07-04T12:27:45.363" v="91" actId="1076"/>
          <ac:spMkLst>
            <pc:docMk/>
            <pc:sldMk cId="2716093337" sldId="6196"/>
            <ac:spMk id="25" creationId="{440AA286-F444-4460-BCB2-2C95357B18A3}"/>
          </ac:spMkLst>
        </pc:spChg>
        <pc:cxnChg chg="mod">
          <ac:chgData name="Sood, Rohit" userId="7b75868d-8e9e-4750-b797-935f69551534" providerId="ADAL" clId="{C85F583F-ACDD-43C3-922E-63BB7E5CB91F}" dt="2022-07-04T10:40:07.650" v="24" actId="1076"/>
          <ac:cxnSpMkLst>
            <pc:docMk/>
            <pc:sldMk cId="2716093337" sldId="6196"/>
            <ac:cxnSpMk id="26" creationId="{C9390523-8034-4053-8029-146F082B103D}"/>
          </ac:cxnSpMkLst>
        </pc:cxnChg>
        <pc:cxnChg chg="mod">
          <ac:chgData name="Sood, Rohit" userId="7b75868d-8e9e-4750-b797-935f69551534" providerId="ADAL" clId="{C85F583F-ACDD-43C3-922E-63BB7E5CB91F}" dt="2022-07-04T10:40:10.261" v="25" actId="1076"/>
          <ac:cxnSpMkLst>
            <pc:docMk/>
            <pc:sldMk cId="2716093337" sldId="6196"/>
            <ac:cxnSpMk id="27" creationId="{BE5B00B7-21C6-43D0-B17F-802903C73712}"/>
          </ac:cxnSpMkLst>
        </pc:cxnChg>
        <pc:cxnChg chg="mod">
          <ac:chgData name="Sood, Rohit" userId="7b75868d-8e9e-4750-b797-935f69551534" providerId="ADAL" clId="{C85F583F-ACDD-43C3-922E-63BB7E5CB91F}" dt="2022-07-04T10:40:12.308" v="26" actId="1076"/>
          <ac:cxnSpMkLst>
            <pc:docMk/>
            <pc:sldMk cId="2716093337" sldId="6196"/>
            <ac:cxnSpMk id="28" creationId="{955CE494-E71B-44A8-98A4-E3FA37190321}"/>
          </ac:cxnSpMkLst>
        </pc:cxnChg>
        <pc:cxnChg chg="mod">
          <ac:chgData name="Sood, Rohit" userId="7b75868d-8e9e-4750-b797-935f69551534" providerId="ADAL" clId="{C85F583F-ACDD-43C3-922E-63BB7E5CB91F}" dt="2022-07-04T10:40:41.880" v="31" actId="1076"/>
          <ac:cxnSpMkLst>
            <pc:docMk/>
            <pc:sldMk cId="2716093337" sldId="6196"/>
            <ac:cxnSpMk id="29" creationId="{C9E262C4-5CF2-429F-8702-BC536962738A}"/>
          </ac:cxnSpMkLst>
        </pc:cxnChg>
      </pc:sldChg>
      <pc:sldChg chg="addSp modSp del mod">
        <pc:chgData name="Sood, Rohit" userId="7b75868d-8e9e-4750-b797-935f69551534" providerId="ADAL" clId="{C85F583F-ACDD-43C3-922E-63BB7E5CB91F}" dt="2022-07-04T10:45:44.832" v="62" actId="47"/>
        <pc:sldMkLst>
          <pc:docMk/>
          <pc:sldMk cId="1984791455" sldId="6216"/>
        </pc:sldMkLst>
        <pc:spChg chg="mod">
          <ac:chgData name="Sood, Rohit" userId="7b75868d-8e9e-4750-b797-935f69551534" providerId="ADAL" clId="{C85F583F-ACDD-43C3-922E-63BB7E5CB91F}" dt="2022-07-04T10:37:25.660" v="3" actId="1076"/>
          <ac:spMkLst>
            <pc:docMk/>
            <pc:sldMk cId="1984791455" sldId="6216"/>
            <ac:spMk id="4" creationId="{329AB56E-16F7-4181-B594-62241ACF4580}"/>
          </ac:spMkLst>
        </pc:spChg>
        <pc:spChg chg="mod">
          <ac:chgData name="Sood, Rohit" userId="7b75868d-8e9e-4750-b797-935f69551534" providerId="ADAL" clId="{C85F583F-ACDD-43C3-922E-63BB7E5CB91F}" dt="2022-07-04T10:37:13.797" v="0"/>
          <ac:spMkLst>
            <pc:docMk/>
            <pc:sldMk cId="1984791455" sldId="6216"/>
            <ac:spMk id="5" creationId="{B224F463-6700-4FE5-BB20-893CCC2F6E82}"/>
          </ac:spMkLst>
        </pc:spChg>
        <pc:spChg chg="mod">
          <ac:chgData name="Sood, Rohit" userId="7b75868d-8e9e-4750-b797-935f69551534" providerId="ADAL" clId="{C85F583F-ACDD-43C3-922E-63BB7E5CB91F}" dt="2022-07-04T10:37:13.797" v="0"/>
          <ac:spMkLst>
            <pc:docMk/>
            <pc:sldMk cId="1984791455" sldId="6216"/>
            <ac:spMk id="6" creationId="{C0E57812-1E04-4A4A-9EF2-03988BA701C9}"/>
          </ac:spMkLst>
        </pc:spChg>
        <pc:spChg chg="mod">
          <ac:chgData name="Sood, Rohit" userId="7b75868d-8e9e-4750-b797-935f69551534" providerId="ADAL" clId="{C85F583F-ACDD-43C3-922E-63BB7E5CB91F}" dt="2022-07-04T10:37:13.797" v="0"/>
          <ac:spMkLst>
            <pc:docMk/>
            <pc:sldMk cId="1984791455" sldId="6216"/>
            <ac:spMk id="7" creationId="{FB588B7F-6B64-495B-9000-D41C99643D8A}"/>
          </ac:spMkLst>
        </pc:spChg>
        <pc:spChg chg="mod">
          <ac:chgData name="Sood, Rohit" userId="7b75868d-8e9e-4750-b797-935f69551534" providerId="ADAL" clId="{C85F583F-ACDD-43C3-922E-63BB7E5CB91F}" dt="2022-07-04T10:37:13.797" v="0"/>
          <ac:spMkLst>
            <pc:docMk/>
            <pc:sldMk cId="1984791455" sldId="6216"/>
            <ac:spMk id="8" creationId="{D0EA6EB5-8E3F-46B7-BE0F-F23D0206C5DB}"/>
          </ac:spMkLst>
        </pc:spChg>
        <pc:spChg chg="mod">
          <ac:chgData name="Sood, Rohit" userId="7b75868d-8e9e-4750-b797-935f69551534" providerId="ADAL" clId="{C85F583F-ACDD-43C3-922E-63BB7E5CB91F}" dt="2022-07-04T10:37:13.797" v="0"/>
          <ac:spMkLst>
            <pc:docMk/>
            <pc:sldMk cId="1984791455" sldId="6216"/>
            <ac:spMk id="9" creationId="{A334C441-02BF-4A91-A7CF-A1C4D204BD9F}"/>
          </ac:spMkLst>
        </pc:spChg>
        <pc:spChg chg="mod">
          <ac:chgData name="Sood, Rohit" userId="7b75868d-8e9e-4750-b797-935f69551534" providerId="ADAL" clId="{C85F583F-ACDD-43C3-922E-63BB7E5CB91F}" dt="2022-07-04T10:37:13.797" v="0"/>
          <ac:spMkLst>
            <pc:docMk/>
            <pc:sldMk cId="1984791455" sldId="6216"/>
            <ac:spMk id="10" creationId="{A986DA05-644C-4D3B-BB3D-109365FC3361}"/>
          </ac:spMkLst>
        </pc:spChg>
        <pc:spChg chg="mod">
          <ac:chgData name="Sood, Rohit" userId="7b75868d-8e9e-4750-b797-935f69551534" providerId="ADAL" clId="{C85F583F-ACDD-43C3-922E-63BB7E5CB91F}" dt="2022-07-04T10:37:13.797" v="0"/>
          <ac:spMkLst>
            <pc:docMk/>
            <pc:sldMk cId="1984791455" sldId="6216"/>
            <ac:spMk id="11" creationId="{6203CD23-F209-439D-BEDC-197918222080}"/>
          </ac:spMkLst>
        </pc:spChg>
        <pc:spChg chg="mod">
          <ac:chgData name="Sood, Rohit" userId="7b75868d-8e9e-4750-b797-935f69551534" providerId="ADAL" clId="{C85F583F-ACDD-43C3-922E-63BB7E5CB91F}" dt="2022-07-04T10:37:13.797" v="0"/>
          <ac:spMkLst>
            <pc:docMk/>
            <pc:sldMk cId="1984791455" sldId="6216"/>
            <ac:spMk id="12" creationId="{58060DCA-8E03-46DA-96CD-B0BBC0BD5033}"/>
          </ac:spMkLst>
        </pc:spChg>
        <pc:spChg chg="mod">
          <ac:chgData name="Sood, Rohit" userId="7b75868d-8e9e-4750-b797-935f69551534" providerId="ADAL" clId="{C85F583F-ACDD-43C3-922E-63BB7E5CB91F}" dt="2022-07-04T10:37:13.797" v="0"/>
          <ac:spMkLst>
            <pc:docMk/>
            <pc:sldMk cId="1984791455" sldId="6216"/>
            <ac:spMk id="13" creationId="{6BC1B3A3-7AD1-4CE8-A6B7-CE4680D46FE3}"/>
          </ac:spMkLst>
        </pc:spChg>
        <pc:spChg chg="mod">
          <ac:chgData name="Sood, Rohit" userId="7b75868d-8e9e-4750-b797-935f69551534" providerId="ADAL" clId="{C85F583F-ACDD-43C3-922E-63BB7E5CB91F}" dt="2022-07-04T10:37:13.797" v="0"/>
          <ac:spMkLst>
            <pc:docMk/>
            <pc:sldMk cId="1984791455" sldId="6216"/>
            <ac:spMk id="14" creationId="{C683D466-6B50-41E2-B5D8-753E7465D460}"/>
          </ac:spMkLst>
        </pc:spChg>
        <pc:spChg chg="mod">
          <ac:chgData name="Sood, Rohit" userId="7b75868d-8e9e-4750-b797-935f69551534" providerId="ADAL" clId="{C85F583F-ACDD-43C3-922E-63BB7E5CB91F}" dt="2022-07-04T10:37:13.797" v="0"/>
          <ac:spMkLst>
            <pc:docMk/>
            <pc:sldMk cId="1984791455" sldId="6216"/>
            <ac:spMk id="15" creationId="{12EDF4F0-26C5-4572-A8A6-EBD4582F30D7}"/>
          </ac:spMkLst>
        </pc:spChg>
        <pc:spChg chg="mod">
          <ac:chgData name="Sood, Rohit" userId="7b75868d-8e9e-4750-b797-935f69551534" providerId="ADAL" clId="{C85F583F-ACDD-43C3-922E-63BB7E5CB91F}" dt="2022-07-04T10:37:13.797" v="0"/>
          <ac:spMkLst>
            <pc:docMk/>
            <pc:sldMk cId="1984791455" sldId="6216"/>
            <ac:spMk id="16" creationId="{CD63016E-90A4-4B7A-9198-E21916BBB763}"/>
          </ac:spMkLst>
        </pc:spChg>
        <pc:spChg chg="mod">
          <ac:chgData name="Sood, Rohit" userId="7b75868d-8e9e-4750-b797-935f69551534" providerId="ADAL" clId="{C85F583F-ACDD-43C3-922E-63BB7E5CB91F}" dt="2022-07-04T10:37:13.797" v="0"/>
          <ac:spMkLst>
            <pc:docMk/>
            <pc:sldMk cId="1984791455" sldId="6216"/>
            <ac:spMk id="17" creationId="{934DAB94-92A6-4FDD-BBA5-2E951D944FA0}"/>
          </ac:spMkLst>
        </pc:spChg>
        <pc:spChg chg="mod">
          <ac:chgData name="Sood, Rohit" userId="7b75868d-8e9e-4750-b797-935f69551534" providerId="ADAL" clId="{C85F583F-ACDD-43C3-922E-63BB7E5CB91F}" dt="2022-07-04T10:37:13.797" v="0"/>
          <ac:spMkLst>
            <pc:docMk/>
            <pc:sldMk cId="1984791455" sldId="6216"/>
            <ac:spMk id="18" creationId="{B40C9D82-10FC-4CF5-8B7F-C38C2FDBB96B}"/>
          </ac:spMkLst>
        </pc:spChg>
        <pc:spChg chg="mod">
          <ac:chgData name="Sood, Rohit" userId="7b75868d-8e9e-4750-b797-935f69551534" providerId="ADAL" clId="{C85F583F-ACDD-43C3-922E-63BB7E5CB91F}" dt="2022-07-04T10:37:13.797" v="0"/>
          <ac:spMkLst>
            <pc:docMk/>
            <pc:sldMk cId="1984791455" sldId="6216"/>
            <ac:spMk id="19" creationId="{652F9FCE-BA8E-4318-AF26-CD2E344DDB86}"/>
          </ac:spMkLst>
        </pc:spChg>
        <pc:spChg chg="mod">
          <ac:chgData name="Sood, Rohit" userId="7b75868d-8e9e-4750-b797-935f69551534" providerId="ADAL" clId="{C85F583F-ACDD-43C3-922E-63BB7E5CB91F}" dt="2022-07-04T10:37:13.797" v="0"/>
          <ac:spMkLst>
            <pc:docMk/>
            <pc:sldMk cId="1984791455" sldId="6216"/>
            <ac:spMk id="20" creationId="{B8BFCA42-374A-4D37-905E-6D6B9FFF76D8}"/>
          </ac:spMkLst>
        </pc:spChg>
        <pc:spChg chg="mod">
          <ac:chgData name="Sood, Rohit" userId="7b75868d-8e9e-4750-b797-935f69551534" providerId="ADAL" clId="{C85F583F-ACDD-43C3-922E-63BB7E5CB91F}" dt="2022-07-04T10:37:13.797" v="0"/>
          <ac:spMkLst>
            <pc:docMk/>
            <pc:sldMk cId="1984791455" sldId="6216"/>
            <ac:spMk id="21" creationId="{5C18836D-2ACA-4C48-B626-1C1D35113A41}"/>
          </ac:spMkLst>
        </pc:spChg>
        <pc:spChg chg="mod">
          <ac:chgData name="Sood, Rohit" userId="7b75868d-8e9e-4750-b797-935f69551534" providerId="ADAL" clId="{C85F583F-ACDD-43C3-922E-63BB7E5CB91F}" dt="2022-07-04T10:37:13.797" v="0"/>
          <ac:spMkLst>
            <pc:docMk/>
            <pc:sldMk cId="1984791455" sldId="6216"/>
            <ac:spMk id="22" creationId="{53D96B06-FB2C-4072-B305-ADF2E6387256}"/>
          </ac:spMkLst>
        </pc:spChg>
        <pc:spChg chg="mod">
          <ac:chgData name="Sood, Rohit" userId="7b75868d-8e9e-4750-b797-935f69551534" providerId="ADAL" clId="{C85F583F-ACDD-43C3-922E-63BB7E5CB91F}" dt="2022-07-04T10:37:13.797" v="0"/>
          <ac:spMkLst>
            <pc:docMk/>
            <pc:sldMk cId="1984791455" sldId="6216"/>
            <ac:spMk id="23" creationId="{E8FED7B7-2EC7-42C1-A5ED-2409A3D84562}"/>
          </ac:spMkLst>
        </pc:spChg>
        <pc:spChg chg="mod">
          <ac:chgData name="Sood, Rohit" userId="7b75868d-8e9e-4750-b797-935f69551534" providerId="ADAL" clId="{C85F583F-ACDD-43C3-922E-63BB7E5CB91F}" dt="2022-07-04T10:37:13.797" v="0"/>
          <ac:spMkLst>
            <pc:docMk/>
            <pc:sldMk cId="1984791455" sldId="6216"/>
            <ac:spMk id="24" creationId="{8377DA8C-FB24-4C9E-A40A-B13B94B04125}"/>
          </ac:spMkLst>
        </pc:spChg>
        <pc:spChg chg="mod">
          <ac:chgData name="Sood, Rohit" userId="7b75868d-8e9e-4750-b797-935f69551534" providerId="ADAL" clId="{C85F583F-ACDD-43C3-922E-63BB7E5CB91F}" dt="2022-07-04T10:37:13.797" v="0"/>
          <ac:spMkLst>
            <pc:docMk/>
            <pc:sldMk cId="1984791455" sldId="6216"/>
            <ac:spMk id="25" creationId="{6F642012-089E-4960-B7A8-9C8D3ED820D3}"/>
          </ac:spMkLst>
        </pc:spChg>
        <pc:spChg chg="mod">
          <ac:chgData name="Sood, Rohit" userId="7b75868d-8e9e-4750-b797-935f69551534" providerId="ADAL" clId="{C85F583F-ACDD-43C3-922E-63BB7E5CB91F}" dt="2022-07-04T10:37:13.797" v="0"/>
          <ac:spMkLst>
            <pc:docMk/>
            <pc:sldMk cId="1984791455" sldId="6216"/>
            <ac:spMk id="26" creationId="{9D785201-2244-4385-A213-286A08C139E2}"/>
          </ac:spMkLst>
        </pc:spChg>
        <pc:spChg chg="mod">
          <ac:chgData name="Sood, Rohit" userId="7b75868d-8e9e-4750-b797-935f69551534" providerId="ADAL" clId="{C85F583F-ACDD-43C3-922E-63BB7E5CB91F}" dt="2022-07-04T10:37:13.797" v="0"/>
          <ac:spMkLst>
            <pc:docMk/>
            <pc:sldMk cId="1984791455" sldId="6216"/>
            <ac:spMk id="27" creationId="{2F413551-571F-4BA2-9C92-AC8C4553F81E}"/>
          </ac:spMkLst>
        </pc:spChg>
        <pc:spChg chg="mod">
          <ac:chgData name="Sood, Rohit" userId="7b75868d-8e9e-4750-b797-935f69551534" providerId="ADAL" clId="{C85F583F-ACDD-43C3-922E-63BB7E5CB91F}" dt="2022-07-04T10:37:28.643" v="4" actId="1076"/>
          <ac:spMkLst>
            <pc:docMk/>
            <pc:sldMk cId="1984791455" sldId="6216"/>
            <ac:spMk id="28" creationId="{5E955B1C-08EF-48EE-9AA7-31A552C4E292}"/>
          </ac:spMkLst>
        </pc:spChg>
        <pc:spChg chg="mod">
          <ac:chgData name="Sood, Rohit" userId="7b75868d-8e9e-4750-b797-935f69551534" providerId="ADAL" clId="{C85F583F-ACDD-43C3-922E-63BB7E5CB91F}" dt="2022-07-04T10:37:13.797" v="0"/>
          <ac:spMkLst>
            <pc:docMk/>
            <pc:sldMk cId="1984791455" sldId="6216"/>
            <ac:spMk id="29" creationId="{4E665620-150E-4579-B273-6321AC6C3918}"/>
          </ac:spMkLst>
        </pc:spChg>
        <pc:spChg chg="mod">
          <ac:chgData name="Sood, Rohit" userId="7b75868d-8e9e-4750-b797-935f69551534" providerId="ADAL" clId="{C85F583F-ACDD-43C3-922E-63BB7E5CB91F}" dt="2022-07-04T10:37:13.797" v="0"/>
          <ac:spMkLst>
            <pc:docMk/>
            <pc:sldMk cId="1984791455" sldId="6216"/>
            <ac:spMk id="30" creationId="{74F5018A-317B-465A-80F9-F4E0DB189708}"/>
          </ac:spMkLst>
        </pc:spChg>
        <pc:spChg chg="mod">
          <ac:chgData name="Sood, Rohit" userId="7b75868d-8e9e-4750-b797-935f69551534" providerId="ADAL" clId="{C85F583F-ACDD-43C3-922E-63BB7E5CB91F}" dt="2022-07-04T10:37:13.797" v="0"/>
          <ac:spMkLst>
            <pc:docMk/>
            <pc:sldMk cId="1984791455" sldId="6216"/>
            <ac:spMk id="31" creationId="{F23254C6-3860-4242-B250-758043ACD45A}"/>
          </ac:spMkLst>
        </pc:spChg>
        <pc:spChg chg="mod">
          <ac:chgData name="Sood, Rohit" userId="7b75868d-8e9e-4750-b797-935f69551534" providerId="ADAL" clId="{C85F583F-ACDD-43C3-922E-63BB7E5CB91F}" dt="2022-07-04T10:37:13.797" v="0"/>
          <ac:spMkLst>
            <pc:docMk/>
            <pc:sldMk cId="1984791455" sldId="6216"/>
            <ac:spMk id="32" creationId="{55AC8D9F-E1BA-4040-97E0-B6179674956B}"/>
          </ac:spMkLst>
        </pc:spChg>
        <pc:spChg chg="mod">
          <ac:chgData name="Sood, Rohit" userId="7b75868d-8e9e-4750-b797-935f69551534" providerId="ADAL" clId="{C85F583F-ACDD-43C3-922E-63BB7E5CB91F}" dt="2022-07-04T10:37:13.797" v="0"/>
          <ac:spMkLst>
            <pc:docMk/>
            <pc:sldMk cId="1984791455" sldId="6216"/>
            <ac:spMk id="33" creationId="{3D72E9D2-B57D-4796-87A9-4FBF6C777CD8}"/>
          </ac:spMkLst>
        </pc:spChg>
        <pc:spChg chg="mod">
          <ac:chgData name="Sood, Rohit" userId="7b75868d-8e9e-4750-b797-935f69551534" providerId="ADAL" clId="{C85F583F-ACDD-43C3-922E-63BB7E5CB91F}" dt="2022-07-04T10:37:13.797" v="0"/>
          <ac:spMkLst>
            <pc:docMk/>
            <pc:sldMk cId="1984791455" sldId="6216"/>
            <ac:spMk id="34" creationId="{F0FF4A24-6B47-43BF-A398-E1BC911821DE}"/>
          </ac:spMkLst>
        </pc:spChg>
        <pc:spChg chg="mod">
          <ac:chgData name="Sood, Rohit" userId="7b75868d-8e9e-4750-b797-935f69551534" providerId="ADAL" clId="{C85F583F-ACDD-43C3-922E-63BB7E5CB91F}" dt="2022-07-04T10:37:13.797" v="0"/>
          <ac:spMkLst>
            <pc:docMk/>
            <pc:sldMk cId="1984791455" sldId="6216"/>
            <ac:spMk id="35" creationId="{D6BFBE2C-C942-4D90-8823-BD56E257FC18}"/>
          </ac:spMkLst>
        </pc:spChg>
        <pc:spChg chg="mod">
          <ac:chgData name="Sood, Rohit" userId="7b75868d-8e9e-4750-b797-935f69551534" providerId="ADAL" clId="{C85F583F-ACDD-43C3-922E-63BB7E5CB91F}" dt="2022-07-04T10:37:13.797" v="0"/>
          <ac:spMkLst>
            <pc:docMk/>
            <pc:sldMk cId="1984791455" sldId="6216"/>
            <ac:spMk id="36" creationId="{5C7BC757-8070-4C04-8B0F-793735F81ECD}"/>
          </ac:spMkLst>
        </pc:spChg>
        <pc:spChg chg="mod">
          <ac:chgData name="Sood, Rohit" userId="7b75868d-8e9e-4750-b797-935f69551534" providerId="ADAL" clId="{C85F583F-ACDD-43C3-922E-63BB7E5CB91F}" dt="2022-07-04T10:37:13.797" v="0"/>
          <ac:spMkLst>
            <pc:docMk/>
            <pc:sldMk cId="1984791455" sldId="6216"/>
            <ac:spMk id="37" creationId="{35AD8B0A-746F-4CD3-BDDB-F8BD402AB8AE}"/>
          </ac:spMkLst>
        </pc:spChg>
        <pc:spChg chg="mod">
          <ac:chgData name="Sood, Rohit" userId="7b75868d-8e9e-4750-b797-935f69551534" providerId="ADAL" clId="{C85F583F-ACDD-43C3-922E-63BB7E5CB91F}" dt="2022-07-04T10:37:13.797" v="0"/>
          <ac:spMkLst>
            <pc:docMk/>
            <pc:sldMk cId="1984791455" sldId="6216"/>
            <ac:spMk id="38" creationId="{C82AA940-0B9B-4E21-8D2E-1CA548ADAF88}"/>
          </ac:spMkLst>
        </pc:spChg>
        <pc:grpChg chg="add mod">
          <ac:chgData name="Sood, Rohit" userId="7b75868d-8e9e-4750-b797-935f69551534" providerId="ADAL" clId="{C85F583F-ACDD-43C3-922E-63BB7E5CB91F}" dt="2022-07-04T10:43:24.460" v="55" actId="1076"/>
          <ac:grpSpMkLst>
            <pc:docMk/>
            <pc:sldMk cId="1984791455" sldId="6216"/>
            <ac:grpSpMk id="3" creationId="{FB5CDA4E-C4E0-45C8-8D69-684D4F56F0C5}"/>
          </ac:grpSpMkLst>
        </pc:grpChg>
        <pc:graphicFrameChg chg="add mod modGraphic">
          <ac:chgData name="Sood, Rohit" userId="7b75868d-8e9e-4750-b797-935f69551534" providerId="ADAL" clId="{C85F583F-ACDD-43C3-922E-63BB7E5CB91F}" dt="2022-07-04T10:43:10.297" v="54" actId="20577"/>
          <ac:graphicFrameMkLst>
            <pc:docMk/>
            <pc:sldMk cId="1984791455" sldId="6216"/>
            <ac:graphicFrameMk id="39" creationId="{97D55670-83E0-49E0-9FE3-65FEF6D461B4}"/>
          </ac:graphicFrameMkLst>
        </pc:graphicFrameChg>
      </pc:sldChg>
      <pc:sldChg chg="addSp delSp modSp add mod">
        <pc:chgData name="Sood, Rohit" userId="7b75868d-8e9e-4750-b797-935f69551534" providerId="ADAL" clId="{C85F583F-ACDD-43C3-922E-63BB7E5CB91F}" dt="2022-07-04T11:39:57.796" v="82" actId="478"/>
        <pc:sldMkLst>
          <pc:docMk/>
          <pc:sldMk cId="4088684023" sldId="6225"/>
        </pc:sldMkLst>
        <pc:spChg chg="mod">
          <ac:chgData name="Sood, Rohit" userId="7b75868d-8e9e-4750-b797-935f69551534" providerId="ADAL" clId="{C85F583F-ACDD-43C3-922E-63BB7E5CB91F}" dt="2022-07-04T10:44:29.224" v="57"/>
          <ac:spMkLst>
            <pc:docMk/>
            <pc:sldMk cId="4088684023" sldId="6225"/>
            <ac:spMk id="2" creationId="{188B5FD8-DE7F-4FEB-9F3A-5D07FE22260C}"/>
          </ac:spMkLst>
        </pc:spChg>
        <pc:spChg chg="del">
          <ac:chgData name="Sood, Rohit" userId="7b75868d-8e9e-4750-b797-935f69551534" providerId="ADAL" clId="{C85F583F-ACDD-43C3-922E-63BB7E5CB91F}" dt="2022-07-04T11:39:57.796" v="82" actId="478"/>
          <ac:spMkLst>
            <pc:docMk/>
            <pc:sldMk cId="4088684023" sldId="6225"/>
            <ac:spMk id="3" creationId="{936BBF82-FB4B-4E22-82F5-26DBC6B0FF74}"/>
          </ac:spMkLst>
        </pc:spChg>
        <pc:spChg chg="del">
          <ac:chgData name="Sood, Rohit" userId="7b75868d-8e9e-4750-b797-935f69551534" providerId="ADAL" clId="{C85F583F-ACDD-43C3-922E-63BB7E5CB91F}" dt="2022-07-04T10:44:33.534" v="58" actId="478"/>
          <ac:spMkLst>
            <pc:docMk/>
            <pc:sldMk cId="4088684023" sldId="6225"/>
            <ac:spMk id="4" creationId="{A13616ED-FC41-4C2E-A55B-FBD96CAE55B8}"/>
          </ac:spMkLst>
        </pc:spChg>
        <pc:spChg chg="del">
          <ac:chgData name="Sood, Rohit" userId="7b75868d-8e9e-4750-b797-935f69551534" providerId="ADAL" clId="{C85F583F-ACDD-43C3-922E-63BB7E5CB91F}" dt="2022-07-04T10:44:33.534" v="58" actId="478"/>
          <ac:spMkLst>
            <pc:docMk/>
            <pc:sldMk cId="4088684023" sldId="6225"/>
            <ac:spMk id="5" creationId="{B3DD489F-2434-4A39-987D-07F35915EEFB}"/>
          </ac:spMkLst>
        </pc:spChg>
        <pc:spChg chg="del">
          <ac:chgData name="Sood, Rohit" userId="7b75868d-8e9e-4750-b797-935f69551534" providerId="ADAL" clId="{C85F583F-ACDD-43C3-922E-63BB7E5CB91F}" dt="2022-07-04T10:44:33.534" v="58" actId="478"/>
          <ac:spMkLst>
            <pc:docMk/>
            <pc:sldMk cId="4088684023" sldId="6225"/>
            <ac:spMk id="7" creationId="{B711F3EC-44A9-490D-B7AB-CACE026EC05D}"/>
          </ac:spMkLst>
        </pc:spChg>
        <pc:spChg chg="del">
          <ac:chgData name="Sood, Rohit" userId="7b75868d-8e9e-4750-b797-935f69551534" providerId="ADAL" clId="{C85F583F-ACDD-43C3-922E-63BB7E5CB91F}" dt="2022-07-04T10:44:33.534" v="58" actId="478"/>
          <ac:spMkLst>
            <pc:docMk/>
            <pc:sldMk cId="4088684023" sldId="6225"/>
            <ac:spMk id="8" creationId="{C610613D-9679-4CA4-8D22-DE0A01026EA5}"/>
          </ac:spMkLst>
        </pc:spChg>
        <pc:spChg chg="del">
          <ac:chgData name="Sood, Rohit" userId="7b75868d-8e9e-4750-b797-935f69551534" providerId="ADAL" clId="{C85F583F-ACDD-43C3-922E-63BB7E5CB91F}" dt="2022-07-04T10:44:33.534" v="58" actId="478"/>
          <ac:spMkLst>
            <pc:docMk/>
            <pc:sldMk cId="4088684023" sldId="6225"/>
            <ac:spMk id="9" creationId="{D2F0BF08-CBED-4A31-B3AB-C716B4112FF3}"/>
          </ac:spMkLst>
        </pc:spChg>
        <pc:spChg chg="del">
          <ac:chgData name="Sood, Rohit" userId="7b75868d-8e9e-4750-b797-935f69551534" providerId="ADAL" clId="{C85F583F-ACDD-43C3-922E-63BB7E5CB91F}" dt="2022-07-04T10:44:33.534" v="58" actId="478"/>
          <ac:spMkLst>
            <pc:docMk/>
            <pc:sldMk cId="4088684023" sldId="6225"/>
            <ac:spMk id="10" creationId="{F8668B0F-3DB7-42F1-841E-CBE2FB5C2FFE}"/>
          </ac:spMkLst>
        </pc:spChg>
        <pc:spChg chg="del">
          <ac:chgData name="Sood, Rohit" userId="7b75868d-8e9e-4750-b797-935f69551534" providerId="ADAL" clId="{C85F583F-ACDD-43C3-922E-63BB7E5CB91F}" dt="2022-07-04T10:44:33.534" v="58" actId="478"/>
          <ac:spMkLst>
            <pc:docMk/>
            <pc:sldMk cId="4088684023" sldId="6225"/>
            <ac:spMk id="14" creationId="{EA7E0214-282B-41AA-A53F-192F0A58BC17}"/>
          </ac:spMkLst>
        </pc:spChg>
        <pc:spChg chg="del">
          <ac:chgData name="Sood, Rohit" userId="7b75868d-8e9e-4750-b797-935f69551534" providerId="ADAL" clId="{C85F583F-ACDD-43C3-922E-63BB7E5CB91F}" dt="2022-07-04T10:44:33.534" v="58" actId="478"/>
          <ac:spMkLst>
            <pc:docMk/>
            <pc:sldMk cId="4088684023" sldId="6225"/>
            <ac:spMk id="15" creationId="{9AEF9482-40F1-4A10-AF34-F7F87660BEA5}"/>
          </ac:spMkLst>
        </pc:spChg>
        <pc:spChg chg="del">
          <ac:chgData name="Sood, Rohit" userId="7b75868d-8e9e-4750-b797-935f69551534" providerId="ADAL" clId="{C85F583F-ACDD-43C3-922E-63BB7E5CB91F}" dt="2022-07-04T10:44:33.534" v="58" actId="478"/>
          <ac:spMkLst>
            <pc:docMk/>
            <pc:sldMk cId="4088684023" sldId="6225"/>
            <ac:spMk id="16" creationId="{C22992E2-383E-4161-8E8D-74C52F5C03EE}"/>
          </ac:spMkLst>
        </pc:spChg>
        <pc:spChg chg="del">
          <ac:chgData name="Sood, Rohit" userId="7b75868d-8e9e-4750-b797-935f69551534" providerId="ADAL" clId="{C85F583F-ACDD-43C3-922E-63BB7E5CB91F}" dt="2022-07-04T10:44:33.534" v="58" actId="478"/>
          <ac:spMkLst>
            <pc:docMk/>
            <pc:sldMk cId="4088684023" sldId="6225"/>
            <ac:spMk id="17" creationId="{53B6FC14-35F3-449F-95D2-A132F275A455}"/>
          </ac:spMkLst>
        </pc:spChg>
        <pc:spChg chg="del">
          <ac:chgData name="Sood, Rohit" userId="7b75868d-8e9e-4750-b797-935f69551534" providerId="ADAL" clId="{C85F583F-ACDD-43C3-922E-63BB7E5CB91F}" dt="2022-07-04T10:44:33.534" v="58" actId="478"/>
          <ac:spMkLst>
            <pc:docMk/>
            <pc:sldMk cId="4088684023" sldId="6225"/>
            <ac:spMk id="18" creationId="{377BC6E4-B222-4A19-BAC4-D67DFDAFEF01}"/>
          </ac:spMkLst>
        </pc:spChg>
        <pc:spChg chg="del">
          <ac:chgData name="Sood, Rohit" userId="7b75868d-8e9e-4750-b797-935f69551534" providerId="ADAL" clId="{C85F583F-ACDD-43C3-922E-63BB7E5CB91F}" dt="2022-07-04T10:44:33.534" v="58" actId="478"/>
          <ac:spMkLst>
            <pc:docMk/>
            <pc:sldMk cId="4088684023" sldId="6225"/>
            <ac:spMk id="19" creationId="{28B8F145-32A4-460B-A475-26D77CA2EC0E}"/>
          </ac:spMkLst>
        </pc:spChg>
        <pc:spChg chg="del">
          <ac:chgData name="Sood, Rohit" userId="7b75868d-8e9e-4750-b797-935f69551534" providerId="ADAL" clId="{C85F583F-ACDD-43C3-922E-63BB7E5CB91F}" dt="2022-07-04T10:44:33.534" v="58" actId="478"/>
          <ac:spMkLst>
            <pc:docMk/>
            <pc:sldMk cId="4088684023" sldId="6225"/>
            <ac:spMk id="20" creationId="{F5D52973-AF4C-4806-B6B7-C8DA0A1418AA}"/>
          </ac:spMkLst>
        </pc:spChg>
        <pc:spChg chg="del">
          <ac:chgData name="Sood, Rohit" userId="7b75868d-8e9e-4750-b797-935f69551534" providerId="ADAL" clId="{C85F583F-ACDD-43C3-922E-63BB7E5CB91F}" dt="2022-07-04T10:44:33.534" v="58" actId="478"/>
          <ac:spMkLst>
            <pc:docMk/>
            <pc:sldMk cId="4088684023" sldId="6225"/>
            <ac:spMk id="21" creationId="{3A35F1F5-1E30-4919-8B1B-92FE6D7F4BB3}"/>
          </ac:spMkLst>
        </pc:spChg>
        <pc:spChg chg="del">
          <ac:chgData name="Sood, Rohit" userId="7b75868d-8e9e-4750-b797-935f69551534" providerId="ADAL" clId="{C85F583F-ACDD-43C3-922E-63BB7E5CB91F}" dt="2022-07-04T10:44:33.534" v="58" actId="478"/>
          <ac:spMkLst>
            <pc:docMk/>
            <pc:sldMk cId="4088684023" sldId="6225"/>
            <ac:spMk id="22" creationId="{C5751C07-F96C-4C52-AF0D-B408031DF4D9}"/>
          </ac:spMkLst>
        </pc:spChg>
        <pc:spChg chg="del">
          <ac:chgData name="Sood, Rohit" userId="7b75868d-8e9e-4750-b797-935f69551534" providerId="ADAL" clId="{C85F583F-ACDD-43C3-922E-63BB7E5CB91F}" dt="2022-07-04T10:44:33.534" v="58" actId="478"/>
          <ac:spMkLst>
            <pc:docMk/>
            <pc:sldMk cId="4088684023" sldId="6225"/>
            <ac:spMk id="23" creationId="{E7D473A5-8E2C-4BA6-89E4-7E285CF6A06B}"/>
          </ac:spMkLst>
        </pc:spChg>
        <pc:spChg chg="del">
          <ac:chgData name="Sood, Rohit" userId="7b75868d-8e9e-4750-b797-935f69551534" providerId="ADAL" clId="{C85F583F-ACDD-43C3-922E-63BB7E5CB91F}" dt="2022-07-04T10:44:33.534" v="58" actId="478"/>
          <ac:spMkLst>
            <pc:docMk/>
            <pc:sldMk cId="4088684023" sldId="6225"/>
            <ac:spMk id="24" creationId="{948C207F-14F2-4630-BEED-F91375B30DB6}"/>
          </ac:spMkLst>
        </pc:spChg>
        <pc:spChg chg="del">
          <ac:chgData name="Sood, Rohit" userId="7b75868d-8e9e-4750-b797-935f69551534" providerId="ADAL" clId="{C85F583F-ACDD-43C3-922E-63BB7E5CB91F}" dt="2022-07-04T10:44:33.534" v="58" actId="478"/>
          <ac:spMkLst>
            <pc:docMk/>
            <pc:sldMk cId="4088684023" sldId="6225"/>
            <ac:spMk id="25" creationId="{440AA286-F444-4460-BCB2-2C95357B18A3}"/>
          </ac:spMkLst>
        </pc:spChg>
        <pc:spChg chg="mod">
          <ac:chgData name="Sood, Rohit" userId="7b75868d-8e9e-4750-b797-935f69551534" providerId="ADAL" clId="{C85F583F-ACDD-43C3-922E-63BB7E5CB91F}" dt="2022-07-04T10:44:38.812" v="59"/>
          <ac:spMkLst>
            <pc:docMk/>
            <pc:sldMk cId="4088684023" sldId="6225"/>
            <ac:spMk id="31" creationId="{35F79BDB-BFC5-43F5-91C3-A37EDDC2ED91}"/>
          </ac:spMkLst>
        </pc:spChg>
        <pc:spChg chg="mod">
          <ac:chgData name="Sood, Rohit" userId="7b75868d-8e9e-4750-b797-935f69551534" providerId="ADAL" clId="{C85F583F-ACDD-43C3-922E-63BB7E5CB91F}" dt="2022-07-04T10:44:38.812" v="59"/>
          <ac:spMkLst>
            <pc:docMk/>
            <pc:sldMk cId="4088684023" sldId="6225"/>
            <ac:spMk id="32" creationId="{AF636782-9F9C-4893-A736-8F61E4CFB5CD}"/>
          </ac:spMkLst>
        </pc:spChg>
        <pc:spChg chg="mod">
          <ac:chgData name="Sood, Rohit" userId="7b75868d-8e9e-4750-b797-935f69551534" providerId="ADAL" clId="{C85F583F-ACDD-43C3-922E-63BB7E5CB91F}" dt="2022-07-04T10:44:38.812" v="59"/>
          <ac:spMkLst>
            <pc:docMk/>
            <pc:sldMk cId="4088684023" sldId="6225"/>
            <ac:spMk id="33" creationId="{C9584F96-4B21-4207-8014-7E3FF7BC9093}"/>
          </ac:spMkLst>
        </pc:spChg>
        <pc:spChg chg="mod">
          <ac:chgData name="Sood, Rohit" userId="7b75868d-8e9e-4750-b797-935f69551534" providerId="ADAL" clId="{C85F583F-ACDD-43C3-922E-63BB7E5CB91F}" dt="2022-07-04T10:44:38.812" v="59"/>
          <ac:spMkLst>
            <pc:docMk/>
            <pc:sldMk cId="4088684023" sldId="6225"/>
            <ac:spMk id="34" creationId="{5612DE2B-E122-4CA1-BBAF-9CBC3C8A8500}"/>
          </ac:spMkLst>
        </pc:spChg>
        <pc:spChg chg="mod">
          <ac:chgData name="Sood, Rohit" userId="7b75868d-8e9e-4750-b797-935f69551534" providerId="ADAL" clId="{C85F583F-ACDD-43C3-922E-63BB7E5CB91F}" dt="2022-07-04T10:44:38.812" v="59"/>
          <ac:spMkLst>
            <pc:docMk/>
            <pc:sldMk cId="4088684023" sldId="6225"/>
            <ac:spMk id="35" creationId="{CFEB67BB-C877-45DE-9097-201E53FD58A0}"/>
          </ac:spMkLst>
        </pc:spChg>
        <pc:spChg chg="mod">
          <ac:chgData name="Sood, Rohit" userId="7b75868d-8e9e-4750-b797-935f69551534" providerId="ADAL" clId="{C85F583F-ACDD-43C3-922E-63BB7E5CB91F}" dt="2022-07-04T10:44:38.812" v="59"/>
          <ac:spMkLst>
            <pc:docMk/>
            <pc:sldMk cId="4088684023" sldId="6225"/>
            <ac:spMk id="36" creationId="{C935E43F-0E7F-47A2-9AD2-245C0B1B33B9}"/>
          </ac:spMkLst>
        </pc:spChg>
        <pc:spChg chg="mod">
          <ac:chgData name="Sood, Rohit" userId="7b75868d-8e9e-4750-b797-935f69551534" providerId="ADAL" clId="{C85F583F-ACDD-43C3-922E-63BB7E5CB91F}" dt="2022-07-04T10:44:38.812" v="59"/>
          <ac:spMkLst>
            <pc:docMk/>
            <pc:sldMk cId="4088684023" sldId="6225"/>
            <ac:spMk id="37" creationId="{F42B0883-D5AC-4505-AF94-89D7A70A186D}"/>
          </ac:spMkLst>
        </pc:spChg>
        <pc:spChg chg="mod">
          <ac:chgData name="Sood, Rohit" userId="7b75868d-8e9e-4750-b797-935f69551534" providerId="ADAL" clId="{C85F583F-ACDD-43C3-922E-63BB7E5CB91F}" dt="2022-07-04T10:44:38.812" v="59"/>
          <ac:spMkLst>
            <pc:docMk/>
            <pc:sldMk cId="4088684023" sldId="6225"/>
            <ac:spMk id="38" creationId="{4720DB06-0863-45E8-88B1-88EFA8BFD1EB}"/>
          </ac:spMkLst>
        </pc:spChg>
        <pc:spChg chg="mod">
          <ac:chgData name="Sood, Rohit" userId="7b75868d-8e9e-4750-b797-935f69551534" providerId="ADAL" clId="{C85F583F-ACDD-43C3-922E-63BB7E5CB91F}" dt="2022-07-04T10:44:38.812" v="59"/>
          <ac:spMkLst>
            <pc:docMk/>
            <pc:sldMk cId="4088684023" sldId="6225"/>
            <ac:spMk id="39" creationId="{2ECEF6B8-8EEF-412C-B764-603F51A99BCD}"/>
          </ac:spMkLst>
        </pc:spChg>
        <pc:spChg chg="mod">
          <ac:chgData name="Sood, Rohit" userId="7b75868d-8e9e-4750-b797-935f69551534" providerId="ADAL" clId="{C85F583F-ACDD-43C3-922E-63BB7E5CB91F}" dt="2022-07-04T10:44:38.812" v="59"/>
          <ac:spMkLst>
            <pc:docMk/>
            <pc:sldMk cId="4088684023" sldId="6225"/>
            <ac:spMk id="40" creationId="{7ADE1B18-FC5E-438D-A54D-8705EB923972}"/>
          </ac:spMkLst>
        </pc:spChg>
        <pc:spChg chg="mod">
          <ac:chgData name="Sood, Rohit" userId="7b75868d-8e9e-4750-b797-935f69551534" providerId="ADAL" clId="{C85F583F-ACDD-43C3-922E-63BB7E5CB91F}" dt="2022-07-04T10:44:38.812" v="59"/>
          <ac:spMkLst>
            <pc:docMk/>
            <pc:sldMk cId="4088684023" sldId="6225"/>
            <ac:spMk id="41" creationId="{DC3FCF8B-3F20-4710-8173-ACD046EBB802}"/>
          </ac:spMkLst>
        </pc:spChg>
        <pc:spChg chg="mod">
          <ac:chgData name="Sood, Rohit" userId="7b75868d-8e9e-4750-b797-935f69551534" providerId="ADAL" clId="{C85F583F-ACDD-43C3-922E-63BB7E5CB91F}" dt="2022-07-04T10:44:38.812" v="59"/>
          <ac:spMkLst>
            <pc:docMk/>
            <pc:sldMk cId="4088684023" sldId="6225"/>
            <ac:spMk id="42" creationId="{F530E4E5-291E-4255-925F-FCB701BB0B4E}"/>
          </ac:spMkLst>
        </pc:spChg>
        <pc:spChg chg="mod">
          <ac:chgData name="Sood, Rohit" userId="7b75868d-8e9e-4750-b797-935f69551534" providerId="ADAL" clId="{C85F583F-ACDD-43C3-922E-63BB7E5CB91F}" dt="2022-07-04T10:44:38.812" v="59"/>
          <ac:spMkLst>
            <pc:docMk/>
            <pc:sldMk cId="4088684023" sldId="6225"/>
            <ac:spMk id="43" creationId="{D341EB05-E27A-4A36-A5DB-0A3EBCDC209E}"/>
          </ac:spMkLst>
        </pc:spChg>
        <pc:spChg chg="mod">
          <ac:chgData name="Sood, Rohit" userId="7b75868d-8e9e-4750-b797-935f69551534" providerId="ADAL" clId="{C85F583F-ACDD-43C3-922E-63BB7E5CB91F}" dt="2022-07-04T10:44:38.812" v="59"/>
          <ac:spMkLst>
            <pc:docMk/>
            <pc:sldMk cId="4088684023" sldId="6225"/>
            <ac:spMk id="44" creationId="{A6EA2C71-4663-4A20-8CB2-A3E5174C280F}"/>
          </ac:spMkLst>
        </pc:spChg>
        <pc:spChg chg="mod">
          <ac:chgData name="Sood, Rohit" userId="7b75868d-8e9e-4750-b797-935f69551534" providerId="ADAL" clId="{C85F583F-ACDD-43C3-922E-63BB7E5CB91F}" dt="2022-07-04T11:36:00.409" v="80" actId="20577"/>
          <ac:spMkLst>
            <pc:docMk/>
            <pc:sldMk cId="4088684023" sldId="6225"/>
            <ac:spMk id="45" creationId="{BF34A27A-1186-4FFE-8077-17EB899EBFAD}"/>
          </ac:spMkLst>
        </pc:spChg>
        <pc:spChg chg="mod">
          <ac:chgData name="Sood, Rohit" userId="7b75868d-8e9e-4750-b797-935f69551534" providerId="ADAL" clId="{C85F583F-ACDD-43C3-922E-63BB7E5CB91F}" dt="2022-07-04T10:44:38.812" v="59"/>
          <ac:spMkLst>
            <pc:docMk/>
            <pc:sldMk cId="4088684023" sldId="6225"/>
            <ac:spMk id="46" creationId="{5BC9F54D-496B-4499-8BB5-D003EC51574E}"/>
          </ac:spMkLst>
        </pc:spChg>
        <pc:spChg chg="mod">
          <ac:chgData name="Sood, Rohit" userId="7b75868d-8e9e-4750-b797-935f69551534" providerId="ADAL" clId="{C85F583F-ACDD-43C3-922E-63BB7E5CB91F}" dt="2022-07-04T10:44:38.812" v="59"/>
          <ac:spMkLst>
            <pc:docMk/>
            <pc:sldMk cId="4088684023" sldId="6225"/>
            <ac:spMk id="47" creationId="{9189FD90-4E3E-4F10-9444-6046E2838EC2}"/>
          </ac:spMkLst>
        </pc:spChg>
        <pc:spChg chg="mod">
          <ac:chgData name="Sood, Rohit" userId="7b75868d-8e9e-4750-b797-935f69551534" providerId="ADAL" clId="{C85F583F-ACDD-43C3-922E-63BB7E5CB91F}" dt="2022-07-04T10:44:38.812" v="59"/>
          <ac:spMkLst>
            <pc:docMk/>
            <pc:sldMk cId="4088684023" sldId="6225"/>
            <ac:spMk id="48" creationId="{43F1910B-0AE7-46DA-95DF-7065284A6787}"/>
          </ac:spMkLst>
        </pc:spChg>
        <pc:spChg chg="mod">
          <ac:chgData name="Sood, Rohit" userId="7b75868d-8e9e-4750-b797-935f69551534" providerId="ADAL" clId="{C85F583F-ACDD-43C3-922E-63BB7E5CB91F}" dt="2022-07-04T10:44:38.812" v="59"/>
          <ac:spMkLst>
            <pc:docMk/>
            <pc:sldMk cId="4088684023" sldId="6225"/>
            <ac:spMk id="49" creationId="{88878BD7-55F2-4D65-9A8B-8FD5C7E77F5B}"/>
          </ac:spMkLst>
        </pc:spChg>
        <pc:spChg chg="mod">
          <ac:chgData name="Sood, Rohit" userId="7b75868d-8e9e-4750-b797-935f69551534" providerId="ADAL" clId="{C85F583F-ACDD-43C3-922E-63BB7E5CB91F}" dt="2022-07-04T10:44:38.812" v="59"/>
          <ac:spMkLst>
            <pc:docMk/>
            <pc:sldMk cId="4088684023" sldId="6225"/>
            <ac:spMk id="50" creationId="{91673E18-7EAE-49D8-850B-8A4D3EA7898A}"/>
          </ac:spMkLst>
        </pc:spChg>
        <pc:spChg chg="mod">
          <ac:chgData name="Sood, Rohit" userId="7b75868d-8e9e-4750-b797-935f69551534" providerId="ADAL" clId="{C85F583F-ACDD-43C3-922E-63BB7E5CB91F}" dt="2022-07-04T10:44:38.812" v="59"/>
          <ac:spMkLst>
            <pc:docMk/>
            <pc:sldMk cId="4088684023" sldId="6225"/>
            <ac:spMk id="51" creationId="{25E3982C-E2FF-4FCD-98C4-7C719DC60C76}"/>
          </ac:spMkLst>
        </pc:spChg>
        <pc:spChg chg="mod">
          <ac:chgData name="Sood, Rohit" userId="7b75868d-8e9e-4750-b797-935f69551534" providerId="ADAL" clId="{C85F583F-ACDD-43C3-922E-63BB7E5CB91F}" dt="2022-07-04T10:44:38.812" v="59"/>
          <ac:spMkLst>
            <pc:docMk/>
            <pc:sldMk cId="4088684023" sldId="6225"/>
            <ac:spMk id="52" creationId="{BC5C7442-3CFC-4FDF-9F8F-3DCCD9F59A8E}"/>
          </ac:spMkLst>
        </pc:spChg>
        <pc:spChg chg="mod">
          <ac:chgData name="Sood, Rohit" userId="7b75868d-8e9e-4750-b797-935f69551534" providerId="ADAL" clId="{C85F583F-ACDD-43C3-922E-63BB7E5CB91F}" dt="2022-07-04T10:44:38.812" v="59"/>
          <ac:spMkLst>
            <pc:docMk/>
            <pc:sldMk cId="4088684023" sldId="6225"/>
            <ac:spMk id="53" creationId="{A81A3DAA-9B95-4718-9E8D-D0E70F797EE5}"/>
          </ac:spMkLst>
        </pc:spChg>
        <pc:spChg chg="mod">
          <ac:chgData name="Sood, Rohit" userId="7b75868d-8e9e-4750-b797-935f69551534" providerId="ADAL" clId="{C85F583F-ACDD-43C3-922E-63BB7E5CB91F}" dt="2022-07-04T10:44:38.812" v="59"/>
          <ac:spMkLst>
            <pc:docMk/>
            <pc:sldMk cId="4088684023" sldId="6225"/>
            <ac:spMk id="54" creationId="{8B22C51B-7CE9-4618-A856-B13C2A223091}"/>
          </ac:spMkLst>
        </pc:spChg>
        <pc:spChg chg="mod">
          <ac:chgData name="Sood, Rohit" userId="7b75868d-8e9e-4750-b797-935f69551534" providerId="ADAL" clId="{C85F583F-ACDD-43C3-922E-63BB7E5CB91F}" dt="2022-07-04T10:44:38.812" v="59"/>
          <ac:spMkLst>
            <pc:docMk/>
            <pc:sldMk cId="4088684023" sldId="6225"/>
            <ac:spMk id="55" creationId="{ADA99544-D7C9-4115-85CB-080E8737E243}"/>
          </ac:spMkLst>
        </pc:spChg>
        <pc:spChg chg="mod">
          <ac:chgData name="Sood, Rohit" userId="7b75868d-8e9e-4750-b797-935f69551534" providerId="ADAL" clId="{C85F583F-ACDD-43C3-922E-63BB7E5CB91F}" dt="2022-07-04T10:44:38.812" v="59"/>
          <ac:spMkLst>
            <pc:docMk/>
            <pc:sldMk cId="4088684023" sldId="6225"/>
            <ac:spMk id="56" creationId="{32F31A56-BFD8-4EC6-AF10-01F92547B3C5}"/>
          </ac:spMkLst>
        </pc:spChg>
        <pc:spChg chg="mod">
          <ac:chgData name="Sood, Rohit" userId="7b75868d-8e9e-4750-b797-935f69551534" providerId="ADAL" clId="{C85F583F-ACDD-43C3-922E-63BB7E5CB91F}" dt="2022-07-04T10:44:38.812" v="59"/>
          <ac:spMkLst>
            <pc:docMk/>
            <pc:sldMk cId="4088684023" sldId="6225"/>
            <ac:spMk id="57" creationId="{3D5AE766-45BB-404C-A29D-B0658A939BD8}"/>
          </ac:spMkLst>
        </pc:spChg>
        <pc:spChg chg="mod">
          <ac:chgData name="Sood, Rohit" userId="7b75868d-8e9e-4750-b797-935f69551534" providerId="ADAL" clId="{C85F583F-ACDD-43C3-922E-63BB7E5CB91F}" dt="2022-07-04T10:44:38.812" v="59"/>
          <ac:spMkLst>
            <pc:docMk/>
            <pc:sldMk cId="4088684023" sldId="6225"/>
            <ac:spMk id="58" creationId="{6B942BA1-B190-4BB2-A19E-92FAD59971C2}"/>
          </ac:spMkLst>
        </pc:spChg>
        <pc:spChg chg="mod">
          <ac:chgData name="Sood, Rohit" userId="7b75868d-8e9e-4750-b797-935f69551534" providerId="ADAL" clId="{C85F583F-ACDD-43C3-922E-63BB7E5CB91F}" dt="2022-07-04T10:44:38.812" v="59"/>
          <ac:spMkLst>
            <pc:docMk/>
            <pc:sldMk cId="4088684023" sldId="6225"/>
            <ac:spMk id="59" creationId="{36BD376B-64FC-452B-8C2B-FE5BCF9DF745}"/>
          </ac:spMkLst>
        </pc:spChg>
        <pc:spChg chg="mod">
          <ac:chgData name="Sood, Rohit" userId="7b75868d-8e9e-4750-b797-935f69551534" providerId="ADAL" clId="{C85F583F-ACDD-43C3-922E-63BB7E5CB91F}" dt="2022-07-04T10:44:38.812" v="59"/>
          <ac:spMkLst>
            <pc:docMk/>
            <pc:sldMk cId="4088684023" sldId="6225"/>
            <ac:spMk id="60" creationId="{E288EC2C-C123-4F0E-8E5B-B8FD1C6DFB49}"/>
          </ac:spMkLst>
        </pc:spChg>
        <pc:spChg chg="mod">
          <ac:chgData name="Sood, Rohit" userId="7b75868d-8e9e-4750-b797-935f69551534" providerId="ADAL" clId="{C85F583F-ACDD-43C3-922E-63BB7E5CB91F}" dt="2022-07-04T10:44:38.812" v="59"/>
          <ac:spMkLst>
            <pc:docMk/>
            <pc:sldMk cId="4088684023" sldId="6225"/>
            <ac:spMk id="61" creationId="{76695B51-6CBE-47F3-A0BE-AF83252E848D}"/>
          </ac:spMkLst>
        </pc:spChg>
        <pc:spChg chg="mod">
          <ac:chgData name="Sood, Rohit" userId="7b75868d-8e9e-4750-b797-935f69551534" providerId="ADAL" clId="{C85F583F-ACDD-43C3-922E-63BB7E5CB91F}" dt="2022-07-04T10:44:38.812" v="59"/>
          <ac:spMkLst>
            <pc:docMk/>
            <pc:sldMk cId="4088684023" sldId="6225"/>
            <ac:spMk id="62" creationId="{9564C4BD-8B45-4FCB-982B-EB51C277B1C1}"/>
          </ac:spMkLst>
        </pc:spChg>
        <pc:spChg chg="mod">
          <ac:chgData name="Sood, Rohit" userId="7b75868d-8e9e-4750-b797-935f69551534" providerId="ADAL" clId="{C85F583F-ACDD-43C3-922E-63BB7E5CB91F}" dt="2022-07-04T10:44:38.812" v="59"/>
          <ac:spMkLst>
            <pc:docMk/>
            <pc:sldMk cId="4088684023" sldId="6225"/>
            <ac:spMk id="63" creationId="{79D8F8A6-5E20-4B52-A18F-EA0C0CD41F16}"/>
          </ac:spMkLst>
        </pc:spChg>
        <pc:spChg chg="mod">
          <ac:chgData name="Sood, Rohit" userId="7b75868d-8e9e-4750-b797-935f69551534" providerId="ADAL" clId="{C85F583F-ACDD-43C3-922E-63BB7E5CB91F}" dt="2022-07-04T10:44:38.812" v="59"/>
          <ac:spMkLst>
            <pc:docMk/>
            <pc:sldMk cId="4088684023" sldId="6225"/>
            <ac:spMk id="64" creationId="{5ED4B00D-AC9C-4E22-8DB0-48D560AAA540}"/>
          </ac:spMkLst>
        </pc:spChg>
        <pc:spChg chg="mod">
          <ac:chgData name="Sood, Rohit" userId="7b75868d-8e9e-4750-b797-935f69551534" providerId="ADAL" clId="{C85F583F-ACDD-43C3-922E-63BB7E5CB91F}" dt="2022-07-04T10:44:38.812" v="59"/>
          <ac:spMkLst>
            <pc:docMk/>
            <pc:sldMk cId="4088684023" sldId="6225"/>
            <ac:spMk id="65" creationId="{856311C9-DFDE-4290-96F7-4ACA018B9FE9}"/>
          </ac:spMkLst>
        </pc:spChg>
        <pc:grpChg chg="del">
          <ac:chgData name="Sood, Rohit" userId="7b75868d-8e9e-4750-b797-935f69551534" providerId="ADAL" clId="{C85F583F-ACDD-43C3-922E-63BB7E5CB91F}" dt="2022-07-04T10:44:33.534" v="58" actId="478"/>
          <ac:grpSpMkLst>
            <pc:docMk/>
            <pc:sldMk cId="4088684023" sldId="6225"/>
            <ac:grpSpMk id="11" creationId="{AFBB4060-92AA-4108-801C-0E1B1C33FF67}"/>
          </ac:grpSpMkLst>
        </pc:grpChg>
        <pc:grpChg chg="add mod">
          <ac:chgData name="Sood, Rohit" userId="7b75868d-8e9e-4750-b797-935f69551534" providerId="ADAL" clId="{C85F583F-ACDD-43C3-922E-63BB7E5CB91F}" dt="2022-07-04T10:45:59.028" v="63" actId="1076"/>
          <ac:grpSpMkLst>
            <pc:docMk/>
            <pc:sldMk cId="4088684023" sldId="6225"/>
            <ac:grpSpMk id="30" creationId="{889BF5C8-5FD1-4E82-8074-5DE59624458E}"/>
          </ac:grpSpMkLst>
        </pc:grpChg>
        <pc:graphicFrameChg chg="add mod">
          <ac:chgData name="Sood, Rohit" userId="7b75868d-8e9e-4750-b797-935f69551534" providerId="ADAL" clId="{C85F583F-ACDD-43C3-922E-63BB7E5CB91F}" dt="2022-07-04T10:44:49.076" v="61"/>
          <ac:graphicFrameMkLst>
            <pc:docMk/>
            <pc:sldMk cId="4088684023" sldId="6225"/>
            <ac:graphicFrameMk id="66" creationId="{A9999040-CC9A-46F3-9922-C711082158C1}"/>
          </ac:graphicFrameMkLst>
        </pc:graphicFrameChg>
        <pc:picChg chg="add del mod">
          <ac:chgData name="Sood, Rohit" userId="7b75868d-8e9e-4750-b797-935f69551534" providerId="ADAL" clId="{C85F583F-ACDD-43C3-922E-63BB7E5CB91F}" dt="2022-07-04T10:46:58.013" v="68" actId="478"/>
          <ac:picMkLst>
            <pc:docMk/>
            <pc:sldMk cId="4088684023" sldId="6225"/>
            <ac:picMk id="185346" creationId="{322CBFD0-9E3F-4161-9230-615DA0348CAC}"/>
          </ac:picMkLst>
        </pc:picChg>
        <pc:picChg chg="add del mod">
          <ac:chgData name="Sood, Rohit" userId="7b75868d-8e9e-4750-b797-935f69551534" providerId="ADAL" clId="{C85F583F-ACDD-43C3-922E-63BB7E5CB91F}" dt="2022-07-04T11:35:29.425" v="74" actId="478"/>
          <ac:picMkLst>
            <pc:docMk/>
            <pc:sldMk cId="4088684023" sldId="6225"/>
            <ac:picMk id="185348" creationId="{937BB63B-D41D-4ABA-A17E-0312DAD33CC1}"/>
          </ac:picMkLst>
        </pc:picChg>
        <pc:cxnChg chg="del">
          <ac:chgData name="Sood, Rohit" userId="7b75868d-8e9e-4750-b797-935f69551534" providerId="ADAL" clId="{C85F583F-ACDD-43C3-922E-63BB7E5CB91F}" dt="2022-07-04T10:44:33.534" v="58" actId="478"/>
          <ac:cxnSpMkLst>
            <pc:docMk/>
            <pc:sldMk cId="4088684023" sldId="6225"/>
            <ac:cxnSpMk id="26" creationId="{C9390523-8034-4053-8029-146F082B103D}"/>
          </ac:cxnSpMkLst>
        </pc:cxnChg>
        <pc:cxnChg chg="del">
          <ac:chgData name="Sood, Rohit" userId="7b75868d-8e9e-4750-b797-935f69551534" providerId="ADAL" clId="{C85F583F-ACDD-43C3-922E-63BB7E5CB91F}" dt="2022-07-04T10:44:33.534" v="58" actId="478"/>
          <ac:cxnSpMkLst>
            <pc:docMk/>
            <pc:sldMk cId="4088684023" sldId="6225"/>
            <ac:cxnSpMk id="27" creationId="{BE5B00B7-21C6-43D0-B17F-802903C73712}"/>
          </ac:cxnSpMkLst>
        </pc:cxnChg>
        <pc:cxnChg chg="del">
          <ac:chgData name="Sood, Rohit" userId="7b75868d-8e9e-4750-b797-935f69551534" providerId="ADAL" clId="{C85F583F-ACDD-43C3-922E-63BB7E5CB91F}" dt="2022-07-04T10:44:33.534" v="58" actId="478"/>
          <ac:cxnSpMkLst>
            <pc:docMk/>
            <pc:sldMk cId="4088684023" sldId="6225"/>
            <ac:cxnSpMk id="28" creationId="{955CE494-E71B-44A8-98A4-E3FA37190321}"/>
          </ac:cxnSpMkLst>
        </pc:cxnChg>
        <pc:cxnChg chg="del">
          <ac:chgData name="Sood, Rohit" userId="7b75868d-8e9e-4750-b797-935f69551534" providerId="ADAL" clId="{C85F583F-ACDD-43C3-922E-63BB7E5CB91F}" dt="2022-07-04T10:44:33.534" v="58" actId="478"/>
          <ac:cxnSpMkLst>
            <pc:docMk/>
            <pc:sldMk cId="4088684023" sldId="6225"/>
            <ac:cxnSpMk id="29" creationId="{C9E262C4-5CF2-429F-8702-BC536962738A}"/>
          </ac:cxnSpMkLst>
        </pc:cxnChg>
      </pc:sldChg>
    </pc:docChg>
  </pc:docChgLst>
  <pc:docChgLst>
    <pc:chgData name="Khiroria, Adit" userId="125b7d01-0557-4756-b3b5-aac8221948e3" providerId="ADAL" clId="{2A534007-7919-4860-9D91-EF53D666E740}"/>
    <pc:docChg chg="undo custSel modSld">
      <pc:chgData name="Khiroria, Adit" userId="125b7d01-0557-4756-b3b5-aac8221948e3" providerId="ADAL" clId="{2A534007-7919-4860-9D91-EF53D666E740}" dt="2022-06-30T14:30:06.241" v="3633" actId="14100"/>
      <pc:docMkLst>
        <pc:docMk/>
      </pc:docMkLst>
      <pc:sldChg chg="addSp delSp modSp mod">
        <pc:chgData name="Khiroria, Adit" userId="125b7d01-0557-4756-b3b5-aac8221948e3" providerId="ADAL" clId="{2A534007-7919-4860-9D91-EF53D666E740}" dt="2022-06-30T14:30:01.591" v="3632" actId="14100"/>
        <pc:sldMkLst>
          <pc:docMk/>
          <pc:sldMk cId="3683221257" sldId="4021"/>
        </pc:sldMkLst>
        <pc:spChg chg="mod">
          <ac:chgData name="Khiroria, Adit" userId="125b7d01-0557-4756-b3b5-aac8221948e3" providerId="ADAL" clId="{2A534007-7919-4860-9D91-EF53D666E740}" dt="2022-06-30T13:56:20.166" v="3477" actId="948"/>
          <ac:spMkLst>
            <pc:docMk/>
            <pc:sldMk cId="3683221257" sldId="4021"/>
            <ac:spMk id="2" creationId="{94C4DC3E-67F6-490C-AEDF-D9C8E7CDED65}"/>
          </ac:spMkLst>
        </pc:spChg>
        <pc:spChg chg="mod">
          <ac:chgData name="Khiroria, Adit" userId="125b7d01-0557-4756-b3b5-aac8221948e3" providerId="ADAL" clId="{2A534007-7919-4860-9D91-EF53D666E740}" dt="2022-06-30T11:47:36.606" v="886"/>
          <ac:spMkLst>
            <pc:docMk/>
            <pc:sldMk cId="3683221257" sldId="4021"/>
            <ac:spMk id="6" creationId="{CA1B0F0F-BF18-470B-926F-BAA7A27B57A2}"/>
          </ac:spMkLst>
        </pc:spChg>
        <pc:spChg chg="mod">
          <ac:chgData name="Khiroria, Adit" userId="125b7d01-0557-4756-b3b5-aac8221948e3" providerId="ADAL" clId="{2A534007-7919-4860-9D91-EF53D666E740}" dt="2022-06-30T11:47:36.606" v="886"/>
          <ac:spMkLst>
            <pc:docMk/>
            <pc:sldMk cId="3683221257" sldId="4021"/>
            <ac:spMk id="7" creationId="{5F7A02D1-5767-4243-A1E1-07F72B13ECB5}"/>
          </ac:spMkLst>
        </pc:spChg>
        <pc:spChg chg="mod">
          <ac:chgData name="Khiroria, Adit" userId="125b7d01-0557-4756-b3b5-aac8221948e3" providerId="ADAL" clId="{2A534007-7919-4860-9D91-EF53D666E740}" dt="2022-06-30T11:47:36.606" v="886"/>
          <ac:spMkLst>
            <pc:docMk/>
            <pc:sldMk cId="3683221257" sldId="4021"/>
            <ac:spMk id="8" creationId="{D659DC83-3EF8-4528-8B57-8F2ACC6552FF}"/>
          </ac:spMkLst>
        </pc:spChg>
        <pc:spChg chg="mod">
          <ac:chgData name="Khiroria, Adit" userId="125b7d01-0557-4756-b3b5-aac8221948e3" providerId="ADAL" clId="{2A534007-7919-4860-9D91-EF53D666E740}" dt="2022-06-30T11:47:36.606" v="886"/>
          <ac:spMkLst>
            <pc:docMk/>
            <pc:sldMk cId="3683221257" sldId="4021"/>
            <ac:spMk id="9" creationId="{97D796CA-5599-43B6-8167-1F86DAD3D9B9}"/>
          </ac:spMkLst>
        </pc:spChg>
        <pc:spChg chg="mod">
          <ac:chgData name="Khiroria, Adit" userId="125b7d01-0557-4756-b3b5-aac8221948e3" providerId="ADAL" clId="{2A534007-7919-4860-9D91-EF53D666E740}" dt="2022-06-30T11:47:36.606" v="886"/>
          <ac:spMkLst>
            <pc:docMk/>
            <pc:sldMk cId="3683221257" sldId="4021"/>
            <ac:spMk id="10" creationId="{D5D05672-C73B-4937-892F-EA2043D0CBE5}"/>
          </ac:spMkLst>
        </pc:spChg>
        <pc:spChg chg="mod">
          <ac:chgData name="Khiroria, Adit" userId="125b7d01-0557-4756-b3b5-aac8221948e3" providerId="ADAL" clId="{2A534007-7919-4860-9D91-EF53D666E740}" dt="2022-06-30T11:47:36.606" v="886"/>
          <ac:spMkLst>
            <pc:docMk/>
            <pc:sldMk cId="3683221257" sldId="4021"/>
            <ac:spMk id="12" creationId="{F9D8EC9E-1F1E-4CE4-9620-743CE22E458A}"/>
          </ac:spMkLst>
        </pc:spChg>
        <pc:spChg chg="mod">
          <ac:chgData name="Khiroria, Adit" userId="125b7d01-0557-4756-b3b5-aac8221948e3" providerId="ADAL" clId="{2A534007-7919-4860-9D91-EF53D666E740}" dt="2022-06-30T11:47:36.606" v="886"/>
          <ac:spMkLst>
            <pc:docMk/>
            <pc:sldMk cId="3683221257" sldId="4021"/>
            <ac:spMk id="13" creationId="{4F0A5463-C985-447D-B2A4-947556FC3AE9}"/>
          </ac:spMkLst>
        </pc:spChg>
        <pc:spChg chg="mod">
          <ac:chgData name="Khiroria, Adit" userId="125b7d01-0557-4756-b3b5-aac8221948e3" providerId="ADAL" clId="{2A534007-7919-4860-9D91-EF53D666E740}" dt="2022-06-30T11:47:36.606" v="886"/>
          <ac:spMkLst>
            <pc:docMk/>
            <pc:sldMk cId="3683221257" sldId="4021"/>
            <ac:spMk id="15" creationId="{BC97E948-FA7E-4833-8294-E087251B342B}"/>
          </ac:spMkLst>
        </pc:spChg>
        <pc:spChg chg="mod">
          <ac:chgData name="Khiroria, Adit" userId="125b7d01-0557-4756-b3b5-aac8221948e3" providerId="ADAL" clId="{2A534007-7919-4860-9D91-EF53D666E740}" dt="2022-06-30T11:47:36.606" v="886"/>
          <ac:spMkLst>
            <pc:docMk/>
            <pc:sldMk cId="3683221257" sldId="4021"/>
            <ac:spMk id="16" creationId="{D4FEA2D0-E8FE-4541-A091-27616C5D9C52}"/>
          </ac:spMkLst>
        </pc:spChg>
        <pc:spChg chg="mod">
          <ac:chgData name="Khiroria, Adit" userId="125b7d01-0557-4756-b3b5-aac8221948e3" providerId="ADAL" clId="{2A534007-7919-4860-9D91-EF53D666E740}" dt="2022-06-30T11:47:36.606" v="886"/>
          <ac:spMkLst>
            <pc:docMk/>
            <pc:sldMk cId="3683221257" sldId="4021"/>
            <ac:spMk id="17" creationId="{56FBCCE3-1D99-4842-B3AF-5E682408D437}"/>
          </ac:spMkLst>
        </pc:spChg>
        <pc:spChg chg="mod">
          <ac:chgData name="Khiroria, Adit" userId="125b7d01-0557-4756-b3b5-aac8221948e3" providerId="ADAL" clId="{2A534007-7919-4860-9D91-EF53D666E740}" dt="2022-06-30T11:47:36.606" v="886"/>
          <ac:spMkLst>
            <pc:docMk/>
            <pc:sldMk cId="3683221257" sldId="4021"/>
            <ac:spMk id="19" creationId="{8F207EBA-A1E8-4C01-997C-F4319C4F9FEB}"/>
          </ac:spMkLst>
        </pc:spChg>
        <pc:spChg chg="mod">
          <ac:chgData name="Khiroria, Adit" userId="125b7d01-0557-4756-b3b5-aac8221948e3" providerId="ADAL" clId="{2A534007-7919-4860-9D91-EF53D666E740}" dt="2022-06-30T11:47:36.606" v="886"/>
          <ac:spMkLst>
            <pc:docMk/>
            <pc:sldMk cId="3683221257" sldId="4021"/>
            <ac:spMk id="20" creationId="{BA17ED9A-18ED-495F-A03C-9F8335F0B2D9}"/>
          </ac:spMkLst>
        </pc:spChg>
        <pc:spChg chg="mod">
          <ac:chgData name="Khiroria, Adit" userId="125b7d01-0557-4756-b3b5-aac8221948e3" providerId="ADAL" clId="{2A534007-7919-4860-9D91-EF53D666E740}" dt="2022-06-30T11:47:47.978" v="890"/>
          <ac:spMkLst>
            <pc:docMk/>
            <pc:sldMk cId="3683221257" sldId="4021"/>
            <ac:spMk id="22" creationId="{BF3E50F0-59BA-482B-872A-B78C09AEA1C1}"/>
          </ac:spMkLst>
        </pc:spChg>
        <pc:spChg chg="mod">
          <ac:chgData name="Khiroria, Adit" userId="125b7d01-0557-4756-b3b5-aac8221948e3" providerId="ADAL" clId="{2A534007-7919-4860-9D91-EF53D666E740}" dt="2022-06-30T11:47:47.978" v="890"/>
          <ac:spMkLst>
            <pc:docMk/>
            <pc:sldMk cId="3683221257" sldId="4021"/>
            <ac:spMk id="23" creationId="{D39ECCF9-5B53-4D95-ABEF-F94BFA591A37}"/>
          </ac:spMkLst>
        </pc:spChg>
        <pc:spChg chg="mod">
          <ac:chgData name="Khiroria, Adit" userId="125b7d01-0557-4756-b3b5-aac8221948e3" providerId="ADAL" clId="{2A534007-7919-4860-9D91-EF53D666E740}" dt="2022-06-30T11:47:47.978" v="890"/>
          <ac:spMkLst>
            <pc:docMk/>
            <pc:sldMk cId="3683221257" sldId="4021"/>
            <ac:spMk id="24" creationId="{2419CEF7-A8F8-4B4E-A411-7A1B1D7F3134}"/>
          </ac:spMkLst>
        </pc:spChg>
        <pc:spChg chg="mod">
          <ac:chgData name="Khiroria, Adit" userId="125b7d01-0557-4756-b3b5-aac8221948e3" providerId="ADAL" clId="{2A534007-7919-4860-9D91-EF53D666E740}" dt="2022-06-30T11:47:47.978" v="890"/>
          <ac:spMkLst>
            <pc:docMk/>
            <pc:sldMk cId="3683221257" sldId="4021"/>
            <ac:spMk id="25" creationId="{2F832D3E-94BB-44C5-884A-440D86C28FD8}"/>
          </ac:spMkLst>
        </pc:spChg>
        <pc:spChg chg="mod">
          <ac:chgData name="Khiroria, Adit" userId="125b7d01-0557-4756-b3b5-aac8221948e3" providerId="ADAL" clId="{2A534007-7919-4860-9D91-EF53D666E740}" dt="2022-06-30T11:47:47.978" v="890"/>
          <ac:spMkLst>
            <pc:docMk/>
            <pc:sldMk cId="3683221257" sldId="4021"/>
            <ac:spMk id="26" creationId="{9E4A0A6B-21E2-4DD8-87B5-7A571CA12968}"/>
          </ac:spMkLst>
        </pc:spChg>
        <pc:spChg chg="mod">
          <ac:chgData name="Khiroria, Adit" userId="125b7d01-0557-4756-b3b5-aac8221948e3" providerId="ADAL" clId="{2A534007-7919-4860-9D91-EF53D666E740}" dt="2022-06-30T11:47:47.978" v="890"/>
          <ac:spMkLst>
            <pc:docMk/>
            <pc:sldMk cId="3683221257" sldId="4021"/>
            <ac:spMk id="28" creationId="{75C15912-6793-46F6-99B2-F6CBF8AA49EF}"/>
          </ac:spMkLst>
        </pc:spChg>
        <pc:spChg chg="mod">
          <ac:chgData name="Khiroria, Adit" userId="125b7d01-0557-4756-b3b5-aac8221948e3" providerId="ADAL" clId="{2A534007-7919-4860-9D91-EF53D666E740}" dt="2022-06-30T11:47:47.978" v="890"/>
          <ac:spMkLst>
            <pc:docMk/>
            <pc:sldMk cId="3683221257" sldId="4021"/>
            <ac:spMk id="29" creationId="{6379059D-844C-4AE1-BAE8-ECD66C1FE3E8}"/>
          </ac:spMkLst>
        </pc:spChg>
        <pc:spChg chg="mod">
          <ac:chgData name="Khiroria, Adit" userId="125b7d01-0557-4756-b3b5-aac8221948e3" providerId="ADAL" clId="{2A534007-7919-4860-9D91-EF53D666E740}" dt="2022-06-30T11:47:47.978" v="890"/>
          <ac:spMkLst>
            <pc:docMk/>
            <pc:sldMk cId="3683221257" sldId="4021"/>
            <ac:spMk id="31" creationId="{081A4FAE-5A83-46F8-A98B-02FCA084ED53}"/>
          </ac:spMkLst>
        </pc:spChg>
        <pc:spChg chg="mod">
          <ac:chgData name="Khiroria, Adit" userId="125b7d01-0557-4756-b3b5-aac8221948e3" providerId="ADAL" clId="{2A534007-7919-4860-9D91-EF53D666E740}" dt="2022-06-30T11:47:47.978" v="890"/>
          <ac:spMkLst>
            <pc:docMk/>
            <pc:sldMk cId="3683221257" sldId="4021"/>
            <ac:spMk id="32" creationId="{DFCE725B-0F7C-4B52-A189-69F20DDDBEC6}"/>
          </ac:spMkLst>
        </pc:spChg>
        <pc:spChg chg="mod">
          <ac:chgData name="Khiroria, Adit" userId="125b7d01-0557-4756-b3b5-aac8221948e3" providerId="ADAL" clId="{2A534007-7919-4860-9D91-EF53D666E740}" dt="2022-06-30T11:47:47.978" v="890"/>
          <ac:spMkLst>
            <pc:docMk/>
            <pc:sldMk cId="3683221257" sldId="4021"/>
            <ac:spMk id="33" creationId="{BAD1B8F5-B13E-41D1-8BFD-F03A984FC864}"/>
          </ac:spMkLst>
        </pc:spChg>
        <pc:spChg chg="mod">
          <ac:chgData name="Khiroria, Adit" userId="125b7d01-0557-4756-b3b5-aac8221948e3" providerId="ADAL" clId="{2A534007-7919-4860-9D91-EF53D666E740}" dt="2022-06-30T13:56:56.913" v="3528" actId="948"/>
          <ac:spMkLst>
            <pc:docMk/>
            <pc:sldMk cId="3683221257" sldId="4021"/>
            <ac:spMk id="35" creationId="{0DEFEB98-F6A1-48BD-ACCA-B0473118E282}"/>
          </ac:spMkLst>
        </pc:spChg>
        <pc:spChg chg="mod">
          <ac:chgData name="Khiroria, Adit" userId="125b7d01-0557-4756-b3b5-aac8221948e3" providerId="ADAL" clId="{2A534007-7919-4860-9D91-EF53D666E740}" dt="2022-06-30T11:47:47.978" v="890"/>
          <ac:spMkLst>
            <pc:docMk/>
            <pc:sldMk cId="3683221257" sldId="4021"/>
            <ac:spMk id="36" creationId="{4E0C4E91-3CC4-4C9A-AEF1-73BB826ED45B}"/>
          </ac:spMkLst>
        </pc:spChg>
        <pc:spChg chg="add del mod modVis">
          <ac:chgData name="Khiroria, Adit" userId="125b7d01-0557-4756-b3b5-aac8221948e3" providerId="ADAL" clId="{2A534007-7919-4860-9D91-EF53D666E740}" dt="2022-06-30T13:56:20.254" v="3516"/>
          <ac:spMkLst>
            <pc:docMk/>
            <pc:sldMk cId="3683221257" sldId="4021"/>
            <ac:spMk id="37" creationId="{13D5F627-0F5C-49BF-8FCD-F2562DF8D83A}"/>
          </ac:spMkLst>
        </pc:spChg>
        <pc:spChg chg="mod">
          <ac:chgData name="Khiroria, Adit" userId="125b7d01-0557-4756-b3b5-aac8221948e3" providerId="ADAL" clId="{2A534007-7919-4860-9D91-EF53D666E740}" dt="2022-06-30T13:56:32.628" v="3521"/>
          <ac:spMkLst>
            <pc:docMk/>
            <pc:sldMk cId="3683221257" sldId="4021"/>
            <ac:spMk id="44" creationId="{089A1056-917B-4D27-A11F-11E86BB69CDB}"/>
          </ac:spMkLst>
        </pc:spChg>
        <pc:spChg chg="mod">
          <ac:chgData name="Khiroria, Adit" userId="125b7d01-0557-4756-b3b5-aac8221948e3" providerId="ADAL" clId="{2A534007-7919-4860-9D91-EF53D666E740}" dt="2022-06-30T13:56:32.628" v="3521"/>
          <ac:spMkLst>
            <pc:docMk/>
            <pc:sldMk cId="3683221257" sldId="4021"/>
            <ac:spMk id="45" creationId="{465D60C2-E2FD-46F7-B649-7F35F3425F92}"/>
          </ac:spMkLst>
        </pc:spChg>
        <pc:spChg chg="mod">
          <ac:chgData name="Khiroria, Adit" userId="125b7d01-0557-4756-b3b5-aac8221948e3" providerId="ADAL" clId="{2A534007-7919-4860-9D91-EF53D666E740}" dt="2022-06-30T13:56:32.628" v="3521"/>
          <ac:spMkLst>
            <pc:docMk/>
            <pc:sldMk cId="3683221257" sldId="4021"/>
            <ac:spMk id="46" creationId="{19DC5EE7-3141-45A8-9C86-3DBBF7E48C25}"/>
          </ac:spMkLst>
        </pc:spChg>
        <pc:spChg chg="mod">
          <ac:chgData name="Khiroria, Adit" userId="125b7d01-0557-4756-b3b5-aac8221948e3" providerId="ADAL" clId="{2A534007-7919-4860-9D91-EF53D666E740}" dt="2022-06-30T13:56:32.628" v="3521"/>
          <ac:spMkLst>
            <pc:docMk/>
            <pc:sldMk cId="3683221257" sldId="4021"/>
            <ac:spMk id="47" creationId="{0E6AD0D3-7EF1-4505-B970-A445B4CBD681}"/>
          </ac:spMkLst>
        </pc:spChg>
        <pc:spChg chg="mod">
          <ac:chgData name="Khiroria, Adit" userId="125b7d01-0557-4756-b3b5-aac8221948e3" providerId="ADAL" clId="{2A534007-7919-4860-9D91-EF53D666E740}" dt="2022-06-30T13:56:32.628" v="3521"/>
          <ac:spMkLst>
            <pc:docMk/>
            <pc:sldMk cId="3683221257" sldId="4021"/>
            <ac:spMk id="48" creationId="{D0E0E0F8-258B-40EE-B034-41B4B77B9FCD}"/>
          </ac:spMkLst>
        </pc:spChg>
        <pc:spChg chg="mod">
          <ac:chgData name="Khiroria, Adit" userId="125b7d01-0557-4756-b3b5-aac8221948e3" providerId="ADAL" clId="{2A534007-7919-4860-9D91-EF53D666E740}" dt="2022-06-30T13:56:32.628" v="3521"/>
          <ac:spMkLst>
            <pc:docMk/>
            <pc:sldMk cId="3683221257" sldId="4021"/>
            <ac:spMk id="49" creationId="{52217072-2BEA-41E6-859C-082904A1ACC8}"/>
          </ac:spMkLst>
        </pc:spChg>
        <pc:spChg chg="mod">
          <ac:chgData name="Khiroria, Adit" userId="125b7d01-0557-4756-b3b5-aac8221948e3" providerId="ADAL" clId="{2A534007-7919-4860-9D91-EF53D666E740}" dt="2022-06-30T13:56:32.628" v="3521"/>
          <ac:spMkLst>
            <pc:docMk/>
            <pc:sldMk cId="3683221257" sldId="4021"/>
            <ac:spMk id="50" creationId="{37B0284C-8095-4E0D-9154-890D30EAB675}"/>
          </ac:spMkLst>
        </pc:spChg>
        <pc:spChg chg="mod">
          <ac:chgData name="Khiroria, Adit" userId="125b7d01-0557-4756-b3b5-aac8221948e3" providerId="ADAL" clId="{2A534007-7919-4860-9D91-EF53D666E740}" dt="2022-06-30T13:56:32.628" v="3521"/>
          <ac:spMkLst>
            <pc:docMk/>
            <pc:sldMk cId="3683221257" sldId="4021"/>
            <ac:spMk id="51" creationId="{A8B6D560-33E7-4C1F-93DE-97161D34C52B}"/>
          </ac:spMkLst>
        </pc:spChg>
        <pc:spChg chg="mod">
          <ac:chgData name="Khiroria, Adit" userId="125b7d01-0557-4756-b3b5-aac8221948e3" providerId="ADAL" clId="{2A534007-7919-4860-9D91-EF53D666E740}" dt="2022-06-30T13:56:32.628" v="3521"/>
          <ac:spMkLst>
            <pc:docMk/>
            <pc:sldMk cId="3683221257" sldId="4021"/>
            <ac:spMk id="52" creationId="{3155B34F-6C3D-4F55-A6D5-1184F62825CD}"/>
          </ac:spMkLst>
        </pc:spChg>
        <pc:spChg chg="mod">
          <ac:chgData name="Khiroria, Adit" userId="125b7d01-0557-4756-b3b5-aac8221948e3" providerId="ADAL" clId="{2A534007-7919-4860-9D91-EF53D666E740}" dt="2022-06-30T13:56:32.628" v="3521"/>
          <ac:spMkLst>
            <pc:docMk/>
            <pc:sldMk cId="3683221257" sldId="4021"/>
            <ac:spMk id="53" creationId="{1F664B1C-54EF-4860-83EF-872F8E38A021}"/>
          </ac:spMkLst>
        </pc:spChg>
        <pc:spChg chg="mod">
          <ac:chgData name="Khiroria, Adit" userId="125b7d01-0557-4756-b3b5-aac8221948e3" providerId="ADAL" clId="{2A534007-7919-4860-9D91-EF53D666E740}" dt="2022-06-30T13:56:32.628" v="3521"/>
          <ac:spMkLst>
            <pc:docMk/>
            <pc:sldMk cId="3683221257" sldId="4021"/>
            <ac:spMk id="54" creationId="{4BF9D377-618A-4AC2-A5D1-4835A852919E}"/>
          </ac:spMkLst>
        </pc:spChg>
        <pc:spChg chg="mod">
          <ac:chgData name="Khiroria, Adit" userId="125b7d01-0557-4756-b3b5-aac8221948e3" providerId="ADAL" clId="{2A534007-7919-4860-9D91-EF53D666E740}" dt="2022-06-30T13:56:32.628" v="3521"/>
          <ac:spMkLst>
            <pc:docMk/>
            <pc:sldMk cId="3683221257" sldId="4021"/>
            <ac:spMk id="55" creationId="{A00D7712-636F-4BC0-A60C-4A7B568FBA7E}"/>
          </ac:spMkLst>
        </pc:spChg>
        <pc:spChg chg="mod">
          <ac:chgData name="Khiroria, Adit" userId="125b7d01-0557-4756-b3b5-aac8221948e3" providerId="ADAL" clId="{2A534007-7919-4860-9D91-EF53D666E740}" dt="2022-06-30T13:56:32.628" v="3521"/>
          <ac:spMkLst>
            <pc:docMk/>
            <pc:sldMk cId="3683221257" sldId="4021"/>
            <ac:spMk id="56" creationId="{38967F64-4FFE-4521-9A84-2ECDB70E5DA5}"/>
          </ac:spMkLst>
        </pc:spChg>
        <pc:spChg chg="add mod">
          <ac:chgData name="Khiroria, Adit" userId="125b7d01-0557-4756-b3b5-aac8221948e3" providerId="ADAL" clId="{2A534007-7919-4860-9D91-EF53D666E740}" dt="2022-06-30T13:56:32.628" v="3521"/>
          <ac:spMkLst>
            <pc:docMk/>
            <pc:sldMk cId="3683221257" sldId="4021"/>
            <ac:spMk id="57" creationId="{34DD133B-D378-4BDA-A763-4AA95875043A}"/>
          </ac:spMkLst>
        </pc:spChg>
        <pc:spChg chg="mod">
          <ac:chgData name="Khiroria, Adit" userId="125b7d01-0557-4756-b3b5-aac8221948e3" providerId="ADAL" clId="{2A534007-7919-4860-9D91-EF53D666E740}" dt="2022-06-30T14:24:50.735" v="3564" actId="14100"/>
          <ac:spMkLst>
            <pc:docMk/>
            <pc:sldMk cId="3683221257" sldId="4021"/>
            <ac:spMk id="59" creationId="{5A4356C9-D240-49DA-98F7-BFA7799C6CF9}"/>
          </ac:spMkLst>
        </pc:spChg>
        <pc:spChg chg="mod">
          <ac:chgData name="Khiroria, Adit" userId="125b7d01-0557-4756-b3b5-aac8221948e3" providerId="ADAL" clId="{2A534007-7919-4860-9D91-EF53D666E740}" dt="2022-06-30T14:24:52.723" v="3565" actId="122"/>
          <ac:spMkLst>
            <pc:docMk/>
            <pc:sldMk cId="3683221257" sldId="4021"/>
            <ac:spMk id="60" creationId="{21FA694D-D509-4244-8930-310976FF65FB}"/>
          </ac:spMkLst>
        </pc:spChg>
        <pc:spChg chg="mod">
          <ac:chgData name="Khiroria, Adit" userId="125b7d01-0557-4756-b3b5-aac8221948e3" providerId="ADAL" clId="{2A534007-7919-4860-9D91-EF53D666E740}" dt="2022-06-30T14:22:42.586" v="3536" actId="165"/>
          <ac:spMkLst>
            <pc:docMk/>
            <pc:sldMk cId="3683221257" sldId="4021"/>
            <ac:spMk id="62" creationId="{E0BB1843-D5F4-47DF-9C2D-C5526C93CA98}"/>
          </ac:spMkLst>
        </pc:spChg>
        <pc:spChg chg="mod">
          <ac:chgData name="Khiroria, Adit" userId="125b7d01-0557-4756-b3b5-aac8221948e3" providerId="ADAL" clId="{2A534007-7919-4860-9D91-EF53D666E740}" dt="2022-06-30T14:22:42.586" v="3536" actId="165"/>
          <ac:spMkLst>
            <pc:docMk/>
            <pc:sldMk cId="3683221257" sldId="4021"/>
            <ac:spMk id="63" creationId="{65A37685-3A5E-4FF7-AE61-961832A6EF8B}"/>
          </ac:spMkLst>
        </pc:spChg>
        <pc:spChg chg="mod">
          <ac:chgData name="Khiroria, Adit" userId="125b7d01-0557-4756-b3b5-aac8221948e3" providerId="ADAL" clId="{2A534007-7919-4860-9D91-EF53D666E740}" dt="2022-06-30T14:22:42.586" v="3536" actId="165"/>
          <ac:spMkLst>
            <pc:docMk/>
            <pc:sldMk cId="3683221257" sldId="4021"/>
            <ac:spMk id="64" creationId="{000B3099-5CF9-4B07-849E-247835804FA4}"/>
          </ac:spMkLst>
        </pc:spChg>
        <pc:spChg chg="mod">
          <ac:chgData name="Khiroria, Adit" userId="125b7d01-0557-4756-b3b5-aac8221948e3" providerId="ADAL" clId="{2A534007-7919-4860-9D91-EF53D666E740}" dt="2022-06-30T14:22:42.586" v="3536" actId="165"/>
          <ac:spMkLst>
            <pc:docMk/>
            <pc:sldMk cId="3683221257" sldId="4021"/>
            <ac:spMk id="65" creationId="{F4E80E36-CA97-4F5C-AFEA-0093F839F17F}"/>
          </ac:spMkLst>
        </pc:spChg>
        <pc:spChg chg="mod">
          <ac:chgData name="Khiroria, Adit" userId="125b7d01-0557-4756-b3b5-aac8221948e3" providerId="ADAL" clId="{2A534007-7919-4860-9D91-EF53D666E740}" dt="2022-06-30T14:22:42.586" v="3536" actId="165"/>
          <ac:spMkLst>
            <pc:docMk/>
            <pc:sldMk cId="3683221257" sldId="4021"/>
            <ac:spMk id="66" creationId="{7F4D7D4E-4C15-45EB-B89D-6DBE26BDDF09}"/>
          </ac:spMkLst>
        </pc:spChg>
        <pc:spChg chg="mod">
          <ac:chgData name="Khiroria, Adit" userId="125b7d01-0557-4756-b3b5-aac8221948e3" providerId="ADAL" clId="{2A534007-7919-4860-9D91-EF53D666E740}" dt="2022-06-30T14:22:42.586" v="3536" actId="165"/>
          <ac:spMkLst>
            <pc:docMk/>
            <pc:sldMk cId="3683221257" sldId="4021"/>
            <ac:spMk id="67" creationId="{06401C71-55FE-405D-B944-5D50B488F890}"/>
          </ac:spMkLst>
        </pc:spChg>
        <pc:spChg chg="mod">
          <ac:chgData name="Khiroria, Adit" userId="125b7d01-0557-4756-b3b5-aac8221948e3" providerId="ADAL" clId="{2A534007-7919-4860-9D91-EF53D666E740}" dt="2022-06-30T14:22:42.586" v="3536" actId="165"/>
          <ac:spMkLst>
            <pc:docMk/>
            <pc:sldMk cId="3683221257" sldId="4021"/>
            <ac:spMk id="68" creationId="{864CA89C-282A-49F3-99CB-93AE64EDB627}"/>
          </ac:spMkLst>
        </pc:spChg>
        <pc:spChg chg="mod">
          <ac:chgData name="Khiroria, Adit" userId="125b7d01-0557-4756-b3b5-aac8221948e3" providerId="ADAL" clId="{2A534007-7919-4860-9D91-EF53D666E740}" dt="2022-06-30T14:22:42.586" v="3536" actId="165"/>
          <ac:spMkLst>
            <pc:docMk/>
            <pc:sldMk cId="3683221257" sldId="4021"/>
            <ac:spMk id="69" creationId="{C2C19BC6-100C-4B28-93F4-4250A270D86D}"/>
          </ac:spMkLst>
        </pc:spChg>
        <pc:spChg chg="mod">
          <ac:chgData name="Khiroria, Adit" userId="125b7d01-0557-4756-b3b5-aac8221948e3" providerId="ADAL" clId="{2A534007-7919-4860-9D91-EF53D666E740}" dt="2022-06-30T14:22:42.586" v="3536" actId="165"/>
          <ac:spMkLst>
            <pc:docMk/>
            <pc:sldMk cId="3683221257" sldId="4021"/>
            <ac:spMk id="70" creationId="{260FBA76-E37A-4F00-87F0-4EF35B8913F1}"/>
          </ac:spMkLst>
        </pc:spChg>
        <pc:spChg chg="mod">
          <ac:chgData name="Khiroria, Adit" userId="125b7d01-0557-4756-b3b5-aac8221948e3" providerId="ADAL" clId="{2A534007-7919-4860-9D91-EF53D666E740}" dt="2022-06-30T14:22:42.586" v="3536" actId="165"/>
          <ac:spMkLst>
            <pc:docMk/>
            <pc:sldMk cId="3683221257" sldId="4021"/>
            <ac:spMk id="71" creationId="{2996296E-3CC4-4565-A30A-7C5B7DBB8366}"/>
          </ac:spMkLst>
        </pc:spChg>
        <pc:spChg chg="mod">
          <ac:chgData name="Khiroria, Adit" userId="125b7d01-0557-4756-b3b5-aac8221948e3" providerId="ADAL" clId="{2A534007-7919-4860-9D91-EF53D666E740}" dt="2022-06-30T14:22:42.586" v="3536" actId="165"/>
          <ac:spMkLst>
            <pc:docMk/>
            <pc:sldMk cId="3683221257" sldId="4021"/>
            <ac:spMk id="72" creationId="{2CF3980E-129B-49D1-A807-EDF680E193A2}"/>
          </ac:spMkLst>
        </pc:spChg>
        <pc:spChg chg="mod">
          <ac:chgData name="Khiroria, Adit" userId="125b7d01-0557-4756-b3b5-aac8221948e3" providerId="ADAL" clId="{2A534007-7919-4860-9D91-EF53D666E740}" dt="2022-06-30T14:22:42.586" v="3536" actId="165"/>
          <ac:spMkLst>
            <pc:docMk/>
            <pc:sldMk cId="3683221257" sldId="4021"/>
            <ac:spMk id="73" creationId="{9B9F59A4-8923-4DC0-B637-386F0400BABC}"/>
          </ac:spMkLst>
        </pc:spChg>
        <pc:spChg chg="mod">
          <ac:chgData name="Khiroria, Adit" userId="125b7d01-0557-4756-b3b5-aac8221948e3" providerId="ADAL" clId="{2A534007-7919-4860-9D91-EF53D666E740}" dt="2022-06-30T14:23:02.628" v="3541" actId="14100"/>
          <ac:spMkLst>
            <pc:docMk/>
            <pc:sldMk cId="3683221257" sldId="4021"/>
            <ac:spMk id="78" creationId="{1858830D-B717-42EA-AD60-C7DD9A999716}"/>
          </ac:spMkLst>
        </pc:spChg>
        <pc:spChg chg="mod">
          <ac:chgData name="Khiroria, Adit" userId="125b7d01-0557-4756-b3b5-aac8221948e3" providerId="ADAL" clId="{2A534007-7919-4860-9D91-EF53D666E740}" dt="2022-06-30T14:22:42.586" v="3536" actId="165"/>
          <ac:spMkLst>
            <pc:docMk/>
            <pc:sldMk cId="3683221257" sldId="4021"/>
            <ac:spMk id="79" creationId="{64859FA4-A7B6-4362-A10B-8BEE6D7CFA4D}"/>
          </ac:spMkLst>
        </pc:spChg>
        <pc:spChg chg="mod">
          <ac:chgData name="Khiroria, Adit" userId="125b7d01-0557-4756-b3b5-aac8221948e3" providerId="ADAL" clId="{2A534007-7919-4860-9D91-EF53D666E740}" dt="2022-06-30T14:22:42.586" v="3536" actId="165"/>
          <ac:spMkLst>
            <pc:docMk/>
            <pc:sldMk cId="3683221257" sldId="4021"/>
            <ac:spMk id="80" creationId="{FC966FDF-7A5E-4E26-B7E2-F413AA6B21BA}"/>
          </ac:spMkLst>
        </pc:spChg>
        <pc:spChg chg="mod">
          <ac:chgData name="Khiroria, Adit" userId="125b7d01-0557-4756-b3b5-aac8221948e3" providerId="ADAL" clId="{2A534007-7919-4860-9D91-EF53D666E740}" dt="2022-06-30T14:22:42.586" v="3536" actId="165"/>
          <ac:spMkLst>
            <pc:docMk/>
            <pc:sldMk cId="3683221257" sldId="4021"/>
            <ac:spMk id="84" creationId="{29EC86C5-3EAA-4447-AFF1-C85454B8D394}"/>
          </ac:spMkLst>
        </pc:spChg>
        <pc:spChg chg="mod">
          <ac:chgData name="Khiroria, Adit" userId="125b7d01-0557-4756-b3b5-aac8221948e3" providerId="ADAL" clId="{2A534007-7919-4860-9D91-EF53D666E740}" dt="2022-06-30T14:22:42.586" v="3536" actId="165"/>
          <ac:spMkLst>
            <pc:docMk/>
            <pc:sldMk cId="3683221257" sldId="4021"/>
            <ac:spMk id="85" creationId="{F6F01112-9F6F-4756-8BFF-38373A947FFC}"/>
          </ac:spMkLst>
        </pc:spChg>
        <pc:spChg chg="mod">
          <ac:chgData name="Khiroria, Adit" userId="125b7d01-0557-4756-b3b5-aac8221948e3" providerId="ADAL" clId="{2A534007-7919-4860-9D91-EF53D666E740}" dt="2022-06-30T14:22:42.586" v="3536" actId="165"/>
          <ac:spMkLst>
            <pc:docMk/>
            <pc:sldMk cId="3683221257" sldId="4021"/>
            <ac:spMk id="86" creationId="{EB296142-9250-4831-AC55-6AA8A0AF7653}"/>
          </ac:spMkLst>
        </pc:spChg>
        <pc:spChg chg="mod">
          <ac:chgData name="Khiroria, Adit" userId="125b7d01-0557-4756-b3b5-aac8221948e3" providerId="ADAL" clId="{2A534007-7919-4860-9D91-EF53D666E740}" dt="2022-06-30T14:22:42.586" v="3536" actId="165"/>
          <ac:spMkLst>
            <pc:docMk/>
            <pc:sldMk cId="3683221257" sldId="4021"/>
            <ac:spMk id="87" creationId="{07E3F9B8-1BAE-4FD2-B0F5-77B98924C9E0}"/>
          </ac:spMkLst>
        </pc:spChg>
        <pc:spChg chg="mod">
          <ac:chgData name="Khiroria, Adit" userId="125b7d01-0557-4756-b3b5-aac8221948e3" providerId="ADAL" clId="{2A534007-7919-4860-9D91-EF53D666E740}" dt="2022-06-30T14:22:42.586" v="3536" actId="165"/>
          <ac:spMkLst>
            <pc:docMk/>
            <pc:sldMk cId="3683221257" sldId="4021"/>
            <ac:spMk id="88" creationId="{C0644229-B4AD-4020-B10D-EBA2DD093A30}"/>
          </ac:spMkLst>
        </pc:spChg>
        <pc:spChg chg="mod">
          <ac:chgData name="Khiroria, Adit" userId="125b7d01-0557-4756-b3b5-aac8221948e3" providerId="ADAL" clId="{2A534007-7919-4860-9D91-EF53D666E740}" dt="2022-06-30T14:23:00.582" v="3540" actId="14100"/>
          <ac:spMkLst>
            <pc:docMk/>
            <pc:sldMk cId="3683221257" sldId="4021"/>
            <ac:spMk id="89" creationId="{5959BEE1-0B06-494E-8B0C-7F98B8E1AA19}"/>
          </ac:spMkLst>
        </pc:spChg>
        <pc:spChg chg="mod">
          <ac:chgData name="Khiroria, Adit" userId="125b7d01-0557-4756-b3b5-aac8221948e3" providerId="ADAL" clId="{2A534007-7919-4860-9D91-EF53D666E740}" dt="2022-06-30T14:22:42.586" v="3536" actId="165"/>
          <ac:spMkLst>
            <pc:docMk/>
            <pc:sldMk cId="3683221257" sldId="4021"/>
            <ac:spMk id="90" creationId="{25B61A02-9678-4F54-A007-1C283C2B17C8}"/>
          </ac:spMkLst>
        </pc:spChg>
        <pc:spChg chg="mod">
          <ac:chgData name="Khiroria, Adit" userId="125b7d01-0557-4756-b3b5-aac8221948e3" providerId="ADAL" clId="{2A534007-7919-4860-9D91-EF53D666E740}" dt="2022-06-30T14:22:42.586" v="3536" actId="165"/>
          <ac:spMkLst>
            <pc:docMk/>
            <pc:sldMk cId="3683221257" sldId="4021"/>
            <ac:spMk id="91" creationId="{DF6560FB-F7ED-41E2-9DED-4F083F1CAF22}"/>
          </ac:spMkLst>
        </pc:spChg>
        <pc:spChg chg="mod">
          <ac:chgData name="Khiroria, Adit" userId="125b7d01-0557-4756-b3b5-aac8221948e3" providerId="ADAL" clId="{2A534007-7919-4860-9D91-EF53D666E740}" dt="2022-06-30T14:22:42.586" v="3536" actId="165"/>
          <ac:spMkLst>
            <pc:docMk/>
            <pc:sldMk cId="3683221257" sldId="4021"/>
            <ac:spMk id="92" creationId="{901DD221-D882-4875-9F36-1CAB205F2E0F}"/>
          </ac:spMkLst>
        </pc:spChg>
        <pc:spChg chg="mod">
          <ac:chgData name="Khiroria, Adit" userId="125b7d01-0557-4756-b3b5-aac8221948e3" providerId="ADAL" clId="{2A534007-7919-4860-9D91-EF53D666E740}" dt="2022-06-30T14:22:42.586" v="3536" actId="165"/>
          <ac:spMkLst>
            <pc:docMk/>
            <pc:sldMk cId="3683221257" sldId="4021"/>
            <ac:spMk id="93" creationId="{2D766F9C-7C11-4563-B35F-3C4159153C64}"/>
          </ac:spMkLst>
        </pc:spChg>
        <pc:spChg chg="mod">
          <ac:chgData name="Khiroria, Adit" userId="125b7d01-0557-4756-b3b5-aac8221948e3" providerId="ADAL" clId="{2A534007-7919-4860-9D91-EF53D666E740}" dt="2022-06-30T14:22:42.586" v="3536" actId="165"/>
          <ac:spMkLst>
            <pc:docMk/>
            <pc:sldMk cId="3683221257" sldId="4021"/>
            <ac:spMk id="94" creationId="{0D77D96C-53E3-4C79-B1A6-DA1370E4C033}"/>
          </ac:spMkLst>
        </pc:spChg>
        <pc:spChg chg="mod">
          <ac:chgData name="Khiroria, Adit" userId="125b7d01-0557-4756-b3b5-aac8221948e3" providerId="ADAL" clId="{2A534007-7919-4860-9D91-EF53D666E740}" dt="2022-06-30T14:22:42.586" v="3536" actId="165"/>
          <ac:spMkLst>
            <pc:docMk/>
            <pc:sldMk cId="3683221257" sldId="4021"/>
            <ac:spMk id="95" creationId="{68F69704-2692-44BA-9ED7-644137C75E7F}"/>
          </ac:spMkLst>
        </pc:spChg>
        <pc:spChg chg="mod">
          <ac:chgData name="Khiroria, Adit" userId="125b7d01-0557-4756-b3b5-aac8221948e3" providerId="ADAL" clId="{2A534007-7919-4860-9D91-EF53D666E740}" dt="2022-06-30T14:22:42.586" v="3536" actId="165"/>
          <ac:spMkLst>
            <pc:docMk/>
            <pc:sldMk cId="3683221257" sldId="4021"/>
            <ac:spMk id="96" creationId="{32FDE3CD-ECEC-470C-BEEF-2BECA3E37AB4}"/>
          </ac:spMkLst>
        </pc:spChg>
        <pc:spChg chg="mod">
          <ac:chgData name="Khiroria, Adit" userId="125b7d01-0557-4756-b3b5-aac8221948e3" providerId="ADAL" clId="{2A534007-7919-4860-9D91-EF53D666E740}" dt="2022-06-30T14:22:42.586" v="3536" actId="165"/>
          <ac:spMkLst>
            <pc:docMk/>
            <pc:sldMk cId="3683221257" sldId="4021"/>
            <ac:spMk id="97" creationId="{09BFE7D0-416C-4420-B00E-7929A9853532}"/>
          </ac:spMkLst>
        </pc:spChg>
        <pc:spChg chg="mod">
          <ac:chgData name="Khiroria, Adit" userId="125b7d01-0557-4756-b3b5-aac8221948e3" providerId="ADAL" clId="{2A534007-7919-4860-9D91-EF53D666E740}" dt="2022-06-30T14:22:42.586" v="3536" actId="165"/>
          <ac:spMkLst>
            <pc:docMk/>
            <pc:sldMk cId="3683221257" sldId="4021"/>
            <ac:spMk id="98" creationId="{ED8FD1F7-F1DF-453D-BCA9-06D0601B49C3}"/>
          </ac:spMkLst>
        </pc:spChg>
        <pc:spChg chg="mod">
          <ac:chgData name="Khiroria, Adit" userId="125b7d01-0557-4756-b3b5-aac8221948e3" providerId="ADAL" clId="{2A534007-7919-4860-9D91-EF53D666E740}" dt="2022-06-30T14:22:42.586" v="3536" actId="165"/>
          <ac:spMkLst>
            <pc:docMk/>
            <pc:sldMk cId="3683221257" sldId="4021"/>
            <ac:spMk id="99" creationId="{9D62AA39-DE15-4515-99BB-6CF6BAAEB497}"/>
          </ac:spMkLst>
        </pc:spChg>
        <pc:spChg chg="mod">
          <ac:chgData name="Khiroria, Adit" userId="125b7d01-0557-4756-b3b5-aac8221948e3" providerId="ADAL" clId="{2A534007-7919-4860-9D91-EF53D666E740}" dt="2022-06-30T14:22:42.586" v="3536" actId="165"/>
          <ac:spMkLst>
            <pc:docMk/>
            <pc:sldMk cId="3683221257" sldId="4021"/>
            <ac:spMk id="100" creationId="{C399E53D-DE50-4909-8F59-0B9C9FE1E640}"/>
          </ac:spMkLst>
        </pc:spChg>
        <pc:spChg chg="mod">
          <ac:chgData name="Khiroria, Adit" userId="125b7d01-0557-4756-b3b5-aac8221948e3" providerId="ADAL" clId="{2A534007-7919-4860-9D91-EF53D666E740}" dt="2022-06-30T14:22:42.586" v="3536" actId="165"/>
          <ac:spMkLst>
            <pc:docMk/>
            <pc:sldMk cId="3683221257" sldId="4021"/>
            <ac:spMk id="101" creationId="{6C40AFC3-337A-4CFF-A82F-62255E3A0C67}"/>
          </ac:spMkLst>
        </pc:spChg>
        <pc:spChg chg="mod">
          <ac:chgData name="Khiroria, Adit" userId="125b7d01-0557-4756-b3b5-aac8221948e3" providerId="ADAL" clId="{2A534007-7919-4860-9D91-EF53D666E740}" dt="2022-06-30T14:22:42.586" v="3536" actId="165"/>
          <ac:spMkLst>
            <pc:docMk/>
            <pc:sldMk cId="3683221257" sldId="4021"/>
            <ac:spMk id="102" creationId="{4F069CFC-8643-4E2D-A69D-8DC8428BECBE}"/>
          </ac:spMkLst>
        </pc:spChg>
        <pc:spChg chg="mod">
          <ac:chgData name="Khiroria, Adit" userId="125b7d01-0557-4756-b3b5-aac8221948e3" providerId="ADAL" clId="{2A534007-7919-4860-9D91-EF53D666E740}" dt="2022-06-30T14:22:42.586" v="3536" actId="165"/>
          <ac:spMkLst>
            <pc:docMk/>
            <pc:sldMk cId="3683221257" sldId="4021"/>
            <ac:spMk id="103" creationId="{A2AAD1BD-9519-4AC6-9B12-0650CF64EA5B}"/>
          </ac:spMkLst>
        </pc:spChg>
        <pc:spChg chg="mod">
          <ac:chgData name="Khiroria, Adit" userId="125b7d01-0557-4756-b3b5-aac8221948e3" providerId="ADAL" clId="{2A534007-7919-4860-9D91-EF53D666E740}" dt="2022-06-30T14:22:42.586" v="3536" actId="165"/>
          <ac:spMkLst>
            <pc:docMk/>
            <pc:sldMk cId="3683221257" sldId="4021"/>
            <ac:spMk id="104" creationId="{188D939B-1EC8-4441-A8FB-31AE6834195F}"/>
          </ac:spMkLst>
        </pc:spChg>
        <pc:spChg chg="mod">
          <ac:chgData name="Khiroria, Adit" userId="125b7d01-0557-4756-b3b5-aac8221948e3" providerId="ADAL" clId="{2A534007-7919-4860-9D91-EF53D666E740}" dt="2022-06-30T14:22:42.586" v="3536" actId="165"/>
          <ac:spMkLst>
            <pc:docMk/>
            <pc:sldMk cId="3683221257" sldId="4021"/>
            <ac:spMk id="105" creationId="{D4E4CA92-1AC8-4D5A-8E79-2310F52936BC}"/>
          </ac:spMkLst>
        </pc:spChg>
        <pc:spChg chg="add mod topLvl">
          <ac:chgData name="Khiroria, Adit" userId="125b7d01-0557-4756-b3b5-aac8221948e3" providerId="ADAL" clId="{2A534007-7919-4860-9D91-EF53D666E740}" dt="2022-06-30T14:22:42.586" v="3536" actId="165"/>
          <ac:spMkLst>
            <pc:docMk/>
            <pc:sldMk cId="3683221257" sldId="4021"/>
            <ac:spMk id="106" creationId="{3D0B423B-F1E5-45B1-8C35-8B1FF304B383}"/>
          </ac:spMkLst>
        </pc:spChg>
        <pc:spChg chg="mod">
          <ac:chgData name="Khiroria, Adit" userId="125b7d01-0557-4756-b3b5-aac8221948e3" providerId="ADAL" clId="{2A534007-7919-4860-9D91-EF53D666E740}" dt="2022-06-30T14:25:01.450" v="3569" actId="404"/>
          <ac:spMkLst>
            <pc:docMk/>
            <pc:sldMk cId="3683221257" sldId="4021"/>
            <ac:spMk id="108" creationId="{79AE6268-4E09-412E-AB80-FE88158F797C}"/>
          </ac:spMkLst>
        </pc:spChg>
        <pc:spChg chg="mod">
          <ac:chgData name="Khiroria, Adit" userId="125b7d01-0557-4756-b3b5-aac8221948e3" providerId="ADAL" clId="{2A534007-7919-4860-9D91-EF53D666E740}" dt="2022-06-30T14:25:01.450" v="3569" actId="404"/>
          <ac:spMkLst>
            <pc:docMk/>
            <pc:sldMk cId="3683221257" sldId="4021"/>
            <ac:spMk id="109" creationId="{C4B6C997-1F7F-4472-9FD8-8C08F18B9886}"/>
          </ac:spMkLst>
        </pc:spChg>
        <pc:spChg chg="mod">
          <ac:chgData name="Khiroria, Adit" userId="125b7d01-0557-4756-b3b5-aac8221948e3" providerId="ADAL" clId="{2A534007-7919-4860-9D91-EF53D666E740}" dt="2022-06-30T14:25:01.450" v="3569" actId="404"/>
          <ac:spMkLst>
            <pc:docMk/>
            <pc:sldMk cId="3683221257" sldId="4021"/>
            <ac:spMk id="110" creationId="{2CAF76BA-4112-493F-BE1C-EB4569C08EE0}"/>
          </ac:spMkLst>
        </pc:spChg>
        <pc:spChg chg="mod">
          <ac:chgData name="Khiroria, Adit" userId="125b7d01-0557-4756-b3b5-aac8221948e3" providerId="ADAL" clId="{2A534007-7919-4860-9D91-EF53D666E740}" dt="2022-06-30T14:25:01.450" v="3569" actId="404"/>
          <ac:spMkLst>
            <pc:docMk/>
            <pc:sldMk cId="3683221257" sldId="4021"/>
            <ac:spMk id="111" creationId="{77DDB055-5B61-4E91-B183-790552A1ABB6}"/>
          </ac:spMkLst>
        </pc:spChg>
        <pc:spChg chg="mod">
          <ac:chgData name="Khiroria, Adit" userId="125b7d01-0557-4756-b3b5-aac8221948e3" providerId="ADAL" clId="{2A534007-7919-4860-9D91-EF53D666E740}" dt="2022-06-30T14:25:01.450" v="3569" actId="404"/>
          <ac:spMkLst>
            <pc:docMk/>
            <pc:sldMk cId="3683221257" sldId="4021"/>
            <ac:spMk id="115" creationId="{0A6E08A3-40D5-4845-9230-489FA48D7194}"/>
          </ac:spMkLst>
        </pc:spChg>
        <pc:spChg chg="mod">
          <ac:chgData name="Khiroria, Adit" userId="125b7d01-0557-4756-b3b5-aac8221948e3" providerId="ADAL" clId="{2A534007-7919-4860-9D91-EF53D666E740}" dt="2022-06-30T14:25:01.450" v="3569" actId="404"/>
          <ac:spMkLst>
            <pc:docMk/>
            <pc:sldMk cId="3683221257" sldId="4021"/>
            <ac:spMk id="116" creationId="{3636B678-CFE6-4FB5-AF62-5EC027955AF7}"/>
          </ac:spMkLst>
        </pc:spChg>
        <pc:spChg chg="mod">
          <ac:chgData name="Khiroria, Adit" userId="125b7d01-0557-4756-b3b5-aac8221948e3" providerId="ADAL" clId="{2A534007-7919-4860-9D91-EF53D666E740}" dt="2022-06-30T14:25:08.151" v="3572" actId="404"/>
          <ac:spMkLst>
            <pc:docMk/>
            <pc:sldMk cId="3683221257" sldId="4021"/>
            <ac:spMk id="117" creationId="{1E26E715-59C1-4610-983B-AD50C00F1877}"/>
          </ac:spMkLst>
        </pc:spChg>
        <pc:spChg chg="mod">
          <ac:chgData name="Khiroria, Adit" userId="125b7d01-0557-4756-b3b5-aac8221948e3" providerId="ADAL" clId="{2A534007-7919-4860-9D91-EF53D666E740}" dt="2022-06-30T14:25:01.450" v="3569" actId="404"/>
          <ac:spMkLst>
            <pc:docMk/>
            <pc:sldMk cId="3683221257" sldId="4021"/>
            <ac:spMk id="119" creationId="{D659A7F4-2A43-49AD-8387-BBC501D20B02}"/>
          </ac:spMkLst>
        </pc:spChg>
        <pc:spChg chg="mod">
          <ac:chgData name="Khiroria, Adit" userId="125b7d01-0557-4756-b3b5-aac8221948e3" providerId="ADAL" clId="{2A534007-7919-4860-9D91-EF53D666E740}" dt="2022-06-30T14:23:34.637" v="3547" actId="1076"/>
          <ac:spMkLst>
            <pc:docMk/>
            <pc:sldMk cId="3683221257" sldId="4021"/>
            <ac:spMk id="121" creationId="{163B2ABF-F6A2-4633-B670-4DD986AD0B89}"/>
          </ac:spMkLst>
        </pc:spChg>
        <pc:spChg chg="mod">
          <ac:chgData name="Khiroria, Adit" userId="125b7d01-0557-4756-b3b5-aac8221948e3" providerId="ADAL" clId="{2A534007-7919-4860-9D91-EF53D666E740}" dt="2022-06-30T14:23:34.637" v="3547" actId="1076"/>
          <ac:spMkLst>
            <pc:docMk/>
            <pc:sldMk cId="3683221257" sldId="4021"/>
            <ac:spMk id="128" creationId="{4C2065AD-B145-48CF-AB65-F28610E46803}"/>
          </ac:spMkLst>
        </pc:spChg>
        <pc:spChg chg="mod">
          <ac:chgData name="Khiroria, Adit" userId="125b7d01-0557-4756-b3b5-aac8221948e3" providerId="ADAL" clId="{2A534007-7919-4860-9D91-EF53D666E740}" dt="2022-06-30T14:23:34.637" v="3547" actId="1076"/>
          <ac:spMkLst>
            <pc:docMk/>
            <pc:sldMk cId="3683221257" sldId="4021"/>
            <ac:spMk id="129" creationId="{4756A69B-CAE2-4AE2-BB17-031784CFD087}"/>
          </ac:spMkLst>
        </pc:spChg>
        <pc:spChg chg="mod">
          <ac:chgData name="Khiroria, Adit" userId="125b7d01-0557-4756-b3b5-aac8221948e3" providerId="ADAL" clId="{2A534007-7919-4860-9D91-EF53D666E740}" dt="2022-06-30T14:23:34.637" v="3547" actId="1076"/>
          <ac:spMkLst>
            <pc:docMk/>
            <pc:sldMk cId="3683221257" sldId="4021"/>
            <ac:spMk id="131" creationId="{239B3B1D-4373-4825-B773-A41114B9E9E4}"/>
          </ac:spMkLst>
        </pc:spChg>
        <pc:spChg chg="mod">
          <ac:chgData name="Khiroria, Adit" userId="125b7d01-0557-4756-b3b5-aac8221948e3" providerId="ADAL" clId="{2A534007-7919-4860-9D91-EF53D666E740}" dt="2022-06-30T14:23:34.637" v="3547" actId="1076"/>
          <ac:spMkLst>
            <pc:docMk/>
            <pc:sldMk cId="3683221257" sldId="4021"/>
            <ac:spMk id="132" creationId="{F205FD38-D049-40A1-BCD4-38C1D648178F}"/>
          </ac:spMkLst>
        </pc:spChg>
        <pc:spChg chg="mod">
          <ac:chgData name="Khiroria, Adit" userId="125b7d01-0557-4756-b3b5-aac8221948e3" providerId="ADAL" clId="{2A534007-7919-4860-9D91-EF53D666E740}" dt="2022-06-30T14:23:34.637" v="3547" actId="1076"/>
          <ac:spMkLst>
            <pc:docMk/>
            <pc:sldMk cId="3683221257" sldId="4021"/>
            <ac:spMk id="133" creationId="{19F1B231-B08A-45CC-9102-32E6FF7565C4}"/>
          </ac:spMkLst>
        </pc:spChg>
        <pc:spChg chg="mod">
          <ac:chgData name="Khiroria, Adit" userId="125b7d01-0557-4756-b3b5-aac8221948e3" providerId="ADAL" clId="{2A534007-7919-4860-9D91-EF53D666E740}" dt="2022-06-30T14:23:58.987" v="3554" actId="1076"/>
          <ac:spMkLst>
            <pc:docMk/>
            <pc:sldMk cId="3683221257" sldId="4021"/>
            <ac:spMk id="135" creationId="{C2B38012-2C87-4C8E-916B-8DBF9233127A}"/>
          </ac:spMkLst>
        </pc:spChg>
        <pc:spChg chg="mod">
          <ac:chgData name="Khiroria, Adit" userId="125b7d01-0557-4756-b3b5-aac8221948e3" providerId="ADAL" clId="{2A534007-7919-4860-9D91-EF53D666E740}" dt="2022-06-30T14:23:54.870" v="3553" actId="1076"/>
          <ac:spMkLst>
            <pc:docMk/>
            <pc:sldMk cId="3683221257" sldId="4021"/>
            <ac:spMk id="136" creationId="{FBD3A267-E231-445B-93FF-762A2BA95903}"/>
          </ac:spMkLst>
        </pc:spChg>
        <pc:spChg chg="mod">
          <ac:chgData name="Khiroria, Adit" userId="125b7d01-0557-4756-b3b5-aac8221948e3" providerId="ADAL" clId="{2A534007-7919-4860-9D91-EF53D666E740}" dt="2022-06-30T14:23:34.637" v="3547" actId="1076"/>
          <ac:spMkLst>
            <pc:docMk/>
            <pc:sldMk cId="3683221257" sldId="4021"/>
            <ac:spMk id="137" creationId="{22E2A287-4547-45FC-8B4A-F1EBD506A85D}"/>
          </ac:spMkLst>
        </pc:spChg>
        <pc:spChg chg="mod">
          <ac:chgData name="Khiroria, Adit" userId="125b7d01-0557-4756-b3b5-aac8221948e3" providerId="ADAL" clId="{2A534007-7919-4860-9D91-EF53D666E740}" dt="2022-06-30T14:23:34.637" v="3547" actId="1076"/>
          <ac:spMkLst>
            <pc:docMk/>
            <pc:sldMk cId="3683221257" sldId="4021"/>
            <ac:spMk id="138" creationId="{551A6602-1C1A-4F97-B69A-A3E2887D9E19}"/>
          </ac:spMkLst>
        </pc:spChg>
        <pc:spChg chg="mod">
          <ac:chgData name="Khiroria, Adit" userId="125b7d01-0557-4756-b3b5-aac8221948e3" providerId="ADAL" clId="{2A534007-7919-4860-9D91-EF53D666E740}" dt="2022-06-30T14:23:34.637" v="3547" actId="1076"/>
          <ac:spMkLst>
            <pc:docMk/>
            <pc:sldMk cId="3683221257" sldId="4021"/>
            <ac:spMk id="139" creationId="{3CBF580F-FDEC-4FEF-80ED-0B6AAB26402B}"/>
          </ac:spMkLst>
        </pc:spChg>
        <pc:spChg chg="mod">
          <ac:chgData name="Khiroria, Adit" userId="125b7d01-0557-4756-b3b5-aac8221948e3" providerId="ADAL" clId="{2A534007-7919-4860-9D91-EF53D666E740}" dt="2022-06-30T14:23:34.637" v="3547" actId="1076"/>
          <ac:spMkLst>
            <pc:docMk/>
            <pc:sldMk cId="3683221257" sldId="4021"/>
            <ac:spMk id="140" creationId="{2254F669-B9DE-49D3-B0B1-F32F6FE4F175}"/>
          </ac:spMkLst>
        </pc:spChg>
        <pc:spChg chg="mod">
          <ac:chgData name="Khiroria, Adit" userId="125b7d01-0557-4756-b3b5-aac8221948e3" providerId="ADAL" clId="{2A534007-7919-4860-9D91-EF53D666E740}" dt="2022-06-30T14:23:34.637" v="3547" actId="1076"/>
          <ac:spMkLst>
            <pc:docMk/>
            <pc:sldMk cId="3683221257" sldId="4021"/>
            <ac:spMk id="141" creationId="{2FFE1598-AB25-4251-8488-4750C24B0F04}"/>
          </ac:spMkLst>
        </pc:spChg>
        <pc:spChg chg="mod">
          <ac:chgData name="Khiroria, Adit" userId="125b7d01-0557-4756-b3b5-aac8221948e3" providerId="ADAL" clId="{2A534007-7919-4860-9D91-EF53D666E740}" dt="2022-06-30T14:23:34.637" v="3547" actId="1076"/>
          <ac:spMkLst>
            <pc:docMk/>
            <pc:sldMk cId="3683221257" sldId="4021"/>
            <ac:spMk id="142" creationId="{D4AB6132-5A02-404E-8358-64AB6B3B45C1}"/>
          </ac:spMkLst>
        </pc:spChg>
        <pc:spChg chg="mod">
          <ac:chgData name="Khiroria, Adit" userId="125b7d01-0557-4756-b3b5-aac8221948e3" providerId="ADAL" clId="{2A534007-7919-4860-9D91-EF53D666E740}" dt="2022-06-30T14:23:34.637" v="3547" actId="1076"/>
          <ac:spMkLst>
            <pc:docMk/>
            <pc:sldMk cId="3683221257" sldId="4021"/>
            <ac:spMk id="144" creationId="{62CC35FA-0FFE-4DCA-A275-FD4D2F759156}"/>
          </ac:spMkLst>
        </pc:spChg>
        <pc:spChg chg="mod">
          <ac:chgData name="Khiroria, Adit" userId="125b7d01-0557-4756-b3b5-aac8221948e3" providerId="ADAL" clId="{2A534007-7919-4860-9D91-EF53D666E740}" dt="2022-06-30T14:23:34.637" v="3547" actId="1076"/>
          <ac:spMkLst>
            <pc:docMk/>
            <pc:sldMk cId="3683221257" sldId="4021"/>
            <ac:spMk id="145" creationId="{A3D24574-66B7-4484-A8F5-0AD2F759932F}"/>
          </ac:spMkLst>
        </pc:spChg>
        <pc:spChg chg="mod">
          <ac:chgData name="Khiroria, Adit" userId="125b7d01-0557-4756-b3b5-aac8221948e3" providerId="ADAL" clId="{2A534007-7919-4860-9D91-EF53D666E740}" dt="2022-06-30T14:23:34.637" v="3547" actId="1076"/>
          <ac:spMkLst>
            <pc:docMk/>
            <pc:sldMk cId="3683221257" sldId="4021"/>
            <ac:spMk id="146" creationId="{1A478768-B7E0-4459-949C-4F5803B2C256}"/>
          </ac:spMkLst>
        </pc:spChg>
        <pc:spChg chg="mod">
          <ac:chgData name="Khiroria, Adit" userId="125b7d01-0557-4756-b3b5-aac8221948e3" providerId="ADAL" clId="{2A534007-7919-4860-9D91-EF53D666E740}" dt="2022-06-30T14:23:34.637" v="3547" actId="1076"/>
          <ac:spMkLst>
            <pc:docMk/>
            <pc:sldMk cId="3683221257" sldId="4021"/>
            <ac:spMk id="147" creationId="{B34EFD62-0B92-4FB7-8EDB-9C8BAC109781}"/>
          </ac:spMkLst>
        </pc:spChg>
        <pc:spChg chg="mod">
          <ac:chgData name="Khiroria, Adit" userId="125b7d01-0557-4756-b3b5-aac8221948e3" providerId="ADAL" clId="{2A534007-7919-4860-9D91-EF53D666E740}" dt="2022-06-30T14:23:34.637" v="3547" actId="1076"/>
          <ac:spMkLst>
            <pc:docMk/>
            <pc:sldMk cId="3683221257" sldId="4021"/>
            <ac:spMk id="148" creationId="{2F6F65D3-A78E-4C8D-810D-687650A70EA0}"/>
          </ac:spMkLst>
        </pc:spChg>
        <pc:spChg chg="mod">
          <ac:chgData name="Khiroria, Adit" userId="125b7d01-0557-4756-b3b5-aac8221948e3" providerId="ADAL" clId="{2A534007-7919-4860-9D91-EF53D666E740}" dt="2022-06-30T14:23:34.637" v="3547" actId="1076"/>
          <ac:spMkLst>
            <pc:docMk/>
            <pc:sldMk cId="3683221257" sldId="4021"/>
            <ac:spMk id="149" creationId="{BC8B7D9D-07DA-4637-8356-F8CBD61C5FE1}"/>
          </ac:spMkLst>
        </pc:spChg>
        <pc:spChg chg="mod">
          <ac:chgData name="Khiroria, Adit" userId="125b7d01-0557-4756-b3b5-aac8221948e3" providerId="ADAL" clId="{2A534007-7919-4860-9D91-EF53D666E740}" dt="2022-06-30T14:23:34.637" v="3547" actId="1076"/>
          <ac:spMkLst>
            <pc:docMk/>
            <pc:sldMk cId="3683221257" sldId="4021"/>
            <ac:spMk id="150" creationId="{322B188B-8E1F-40EE-8435-7D3D3D7D88B9}"/>
          </ac:spMkLst>
        </pc:spChg>
        <pc:spChg chg="add mod topLvl">
          <ac:chgData name="Khiroria, Adit" userId="125b7d01-0557-4756-b3b5-aac8221948e3" providerId="ADAL" clId="{2A534007-7919-4860-9D91-EF53D666E740}" dt="2022-06-30T14:23:34.637" v="3547" actId="1076"/>
          <ac:spMkLst>
            <pc:docMk/>
            <pc:sldMk cId="3683221257" sldId="4021"/>
            <ac:spMk id="151" creationId="{CEFBAC22-4F37-4527-BC03-43EE48B8B321}"/>
          </ac:spMkLst>
        </pc:spChg>
        <pc:spChg chg="add mod topLvl">
          <ac:chgData name="Khiroria, Adit" userId="125b7d01-0557-4756-b3b5-aac8221948e3" providerId="ADAL" clId="{2A534007-7919-4860-9D91-EF53D666E740}" dt="2022-06-30T14:23:40.710" v="3549" actId="1076"/>
          <ac:spMkLst>
            <pc:docMk/>
            <pc:sldMk cId="3683221257" sldId="4021"/>
            <ac:spMk id="152" creationId="{1212C606-400A-4D63-BC6B-CCDC2479104B}"/>
          </ac:spMkLst>
        </pc:spChg>
        <pc:spChg chg="mod topLvl">
          <ac:chgData name="Khiroria, Adit" userId="125b7d01-0557-4756-b3b5-aac8221948e3" providerId="ADAL" clId="{2A534007-7919-4860-9D91-EF53D666E740}" dt="2022-06-30T14:26:21.083" v="3587" actId="404"/>
          <ac:spMkLst>
            <pc:docMk/>
            <pc:sldMk cId="3683221257" sldId="4021"/>
            <ac:spMk id="159" creationId="{8D62B4DF-B231-44BF-91A9-B1AAD56BD290}"/>
          </ac:spMkLst>
        </pc:spChg>
        <pc:spChg chg="del mod topLvl">
          <ac:chgData name="Khiroria, Adit" userId="125b7d01-0557-4756-b3b5-aac8221948e3" providerId="ADAL" clId="{2A534007-7919-4860-9D91-EF53D666E740}" dt="2022-06-30T14:28:54.494" v="3622" actId="478"/>
          <ac:spMkLst>
            <pc:docMk/>
            <pc:sldMk cId="3683221257" sldId="4021"/>
            <ac:spMk id="160" creationId="{E2C2AA4B-38D4-4F30-8687-1D1FE9854197}"/>
          </ac:spMkLst>
        </pc:spChg>
        <pc:spChg chg="del mod topLvl">
          <ac:chgData name="Khiroria, Adit" userId="125b7d01-0557-4756-b3b5-aac8221948e3" providerId="ADAL" clId="{2A534007-7919-4860-9D91-EF53D666E740}" dt="2022-06-30T14:28:56.004" v="3623" actId="478"/>
          <ac:spMkLst>
            <pc:docMk/>
            <pc:sldMk cId="3683221257" sldId="4021"/>
            <ac:spMk id="161" creationId="{B51068A9-86FE-4949-9627-393FD68E87F2}"/>
          </ac:spMkLst>
        </pc:spChg>
        <pc:spChg chg="mod">
          <ac:chgData name="Khiroria, Adit" userId="125b7d01-0557-4756-b3b5-aac8221948e3" providerId="ADAL" clId="{2A534007-7919-4860-9D91-EF53D666E740}" dt="2022-06-30T14:27:33.201" v="3600" actId="1076"/>
          <ac:spMkLst>
            <pc:docMk/>
            <pc:sldMk cId="3683221257" sldId="4021"/>
            <ac:spMk id="162" creationId="{792CA852-ACA4-410C-8598-089C56F4CF56}"/>
          </ac:spMkLst>
        </pc:spChg>
        <pc:spChg chg="mod">
          <ac:chgData name="Khiroria, Adit" userId="125b7d01-0557-4756-b3b5-aac8221948e3" providerId="ADAL" clId="{2A534007-7919-4860-9D91-EF53D666E740}" dt="2022-06-30T14:27:33.201" v="3600" actId="1076"/>
          <ac:spMkLst>
            <pc:docMk/>
            <pc:sldMk cId="3683221257" sldId="4021"/>
            <ac:spMk id="163" creationId="{8974C9A1-9554-477C-846E-715DE53DE729}"/>
          </ac:spMkLst>
        </pc:spChg>
        <pc:spChg chg="mod">
          <ac:chgData name="Khiroria, Adit" userId="125b7d01-0557-4756-b3b5-aac8221948e3" providerId="ADAL" clId="{2A534007-7919-4860-9D91-EF53D666E740}" dt="2022-06-30T14:27:33.201" v="3600" actId="1076"/>
          <ac:spMkLst>
            <pc:docMk/>
            <pc:sldMk cId="3683221257" sldId="4021"/>
            <ac:spMk id="164" creationId="{990C77B2-37F7-4F20-AA91-DA87B25BED12}"/>
          </ac:spMkLst>
        </pc:spChg>
        <pc:spChg chg="mod">
          <ac:chgData name="Khiroria, Adit" userId="125b7d01-0557-4756-b3b5-aac8221948e3" providerId="ADAL" clId="{2A534007-7919-4860-9D91-EF53D666E740}" dt="2022-06-30T14:27:33.201" v="3600" actId="1076"/>
          <ac:spMkLst>
            <pc:docMk/>
            <pc:sldMk cId="3683221257" sldId="4021"/>
            <ac:spMk id="165" creationId="{EB2E83B7-F6B1-4EC5-8965-C93B673CD26D}"/>
          </ac:spMkLst>
        </pc:spChg>
        <pc:spChg chg="mod">
          <ac:chgData name="Khiroria, Adit" userId="125b7d01-0557-4756-b3b5-aac8221948e3" providerId="ADAL" clId="{2A534007-7919-4860-9D91-EF53D666E740}" dt="2022-06-30T14:27:33.201" v="3600" actId="1076"/>
          <ac:spMkLst>
            <pc:docMk/>
            <pc:sldMk cId="3683221257" sldId="4021"/>
            <ac:spMk id="166" creationId="{0937DA69-2144-4976-8A49-A5D68C0D7267}"/>
          </ac:spMkLst>
        </pc:spChg>
        <pc:spChg chg="mod">
          <ac:chgData name="Khiroria, Adit" userId="125b7d01-0557-4756-b3b5-aac8221948e3" providerId="ADAL" clId="{2A534007-7919-4860-9D91-EF53D666E740}" dt="2022-06-30T14:27:33.201" v="3600" actId="1076"/>
          <ac:spMkLst>
            <pc:docMk/>
            <pc:sldMk cId="3683221257" sldId="4021"/>
            <ac:spMk id="167" creationId="{50B521A6-0A88-434D-8F58-32E4870D751E}"/>
          </ac:spMkLst>
        </pc:spChg>
        <pc:spChg chg="mod">
          <ac:chgData name="Khiroria, Adit" userId="125b7d01-0557-4756-b3b5-aac8221948e3" providerId="ADAL" clId="{2A534007-7919-4860-9D91-EF53D666E740}" dt="2022-06-30T14:27:33.201" v="3600" actId="1076"/>
          <ac:spMkLst>
            <pc:docMk/>
            <pc:sldMk cId="3683221257" sldId="4021"/>
            <ac:spMk id="168" creationId="{1D7960A7-08FF-4EA6-A335-2DA9057456ED}"/>
          </ac:spMkLst>
        </pc:spChg>
        <pc:spChg chg="del mod topLvl">
          <ac:chgData name="Khiroria, Adit" userId="125b7d01-0557-4756-b3b5-aac8221948e3" providerId="ADAL" clId="{2A534007-7919-4860-9D91-EF53D666E740}" dt="2022-06-30T14:28:53.039" v="3621" actId="478"/>
          <ac:spMkLst>
            <pc:docMk/>
            <pc:sldMk cId="3683221257" sldId="4021"/>
            <ac:spMk id="169" creationId="{4CA07FC3-56D0-41F9-A6C5-17324461CC7A}"/>
          </ac:spMkLst>
        </pc:spChg>
        <pc:spChg chg="mod topLvl">
          <ac:chgData name="Khiroria, Adit" userId="125b7d01-0557-4756-b3b5-aac8221948e3" providerId="ADAL" clId="{2A534007-7919-4860-9D91-EF53D666E740}" dt="2022-06-30T14:29:43.979" v="3629" actId="404"/>
          <ac:spMkLst>
            <pc:docMk/>
            <pc:sldMk cId="3683221257" sldId="4021"/>
            <ac:spMk id="176" creationId="{7C0C1225-4082-4BB5-B847-C0C1D22384E8}"/>
          </ac:spMkLst>
        </pc:spChg>
        <pc:spChg chg="mod topLvl">
          <ac:chgData name="Khiroria, Adit" userId="125b7d01-0557-4756-b3b5-aac8221948e3" providerId="ADAL" clId="{2A534007-7919-4860-9D91-EF53D666E740}" dt="2022-06-30T14:28:43.918" v="3619" actId="1076"/>
          <ac:spMkLst>
            <pc:docMk/>
            <pc:sldMk cId="3683221257" sldId="4021"/>
            <ac:spMk id="177" creationId="{0DAF6643-9B99-4C9E-AB17-D8CBBDDB2BA9}"/>
          </ac:spMkLst>
        </pc:spChg>
        <pc:spChg chg="mod">
          <ac:chgData name="Khiroria, Adit" userId="125b7d01-0557-4756-b3b5-aac8221948e3" providerId="ADAL" clId="{2A534007-7919-4860-9D91-EF53D666E740}" dt="2022-06-30T14:28:02.396" v="3606" actId="165"/>
          <ac:spMkLst>
            <pc:docMk/>
            <pc:sldMk cId="3683221257" sldId="4021"/>
            <ac:spMk id="179" creationId="{EFBEA453-C3B2-425D-82DF-53891511B36F}"/>
          </ac:spMkLst>
        </pc:spChg>
        <pc:spChg chg="mod">
          <ac:chgData name="Khiroria, Adit" userId="125b7d01-0557-4756-b3b5-aac8221948e3" providerId="ADAL" clId="{2A534007-7919-4860-9D91-EF53D666E740}" dt="2022-06-30T14:28:02.396" v="3606" actId="165"/>
          <ac:spMkLst>
            <pc:docMk/>
            <pc:sldMk cId="3683221257" sldId="4021"/>
            <ac:spMk id="180" creationId="{A621709E-3696-4CE9-A3B0-593F8E3B02E0}"/>
          </ac:spMkLst>
        </pc:spChg>
        <pc:spChg chg="mod">
          <ac:chgData name="Khiroria, Adit" userId="125b7d01-0557-4756-b3b5-aac8221948e3" providerId="ADAL" clId="{2A534007-7919-4860-9D91-EF53D666E740}" dt="2022-06-30T14:28:02.396" v="3606" actId="165"/>
          <ac:spMkLst>
            <pc:docMk/>
            <pc:sldMk cId="3683221257" sldId="4021"/>
            <ac:spMk id="181" creationId="{6493CE9C-056C-442B-AA0A-7F0CCBC6E512}"/>
          </ac:spMkLst>
        </pc:spChg>
        <pc:spChg chg="mod">
          <ac:chgData name="Khiroria, Adit" userId="125b7d01-0557-4756-b3b5-aac8221948e3" providerId="ADAL" clId="{2A534007-7919-4860-9D91-EF53D666E740}" dt="2022-06-30T14:29:47.177" v="3630" actId="404"/>
          <ac:spMkLst>
            <pc:docMk/>
            <pc:sldMk cId="3683221257" sldId="4021"/>
            <ac:spMk id="183" creationId="{B8B52E45-04A5-4CF7-BF46-106AA8623800}"/>
          </ac:spMkLst>
        </pc:spChg>
        <pc:spChg chg="mod">
          <ac:chgData name="Khiroria, Adit" userId="125b7d01-0557-4756-b3b5-aac8221948e3" providerId="ADAL" clId="{2A534007-7919-4860-9D91-EF53D666E740}" dt="2022-06-30T14:28:38.277" v="3618" actId="1076"/>
          <ac:spMkLst>
            <pc:docMk/>
            <pc:sldMk cId="3683221257" sldId="4021"/>
            <ac:spMk id="184" creationId="{C0915715-B921-46AA-BA05-3329E6412743}"/>
          </ac:spMkLst>
        </pc:spChg>
        <pc:spChg chg="mod">
          <ac:chgData name="Khiroria, Adit" userId="125b7d01-0557-4756-b3b5-aac8221948e3" providerId="ADAL" clId="{2A534007-7919-4860-9D91-EF53D666E740}" dt="2022-06-30T14:27:17.038" v="3597" actId="122"/>
          <ac:spMkLst>
            <pc:docMk/>
            <pc:sldMk cId="3683221257" sldId="4021"/>
            <ac:spMk id="185" creationId="{3F5F10FA-DADB-49C1-B9E7-BE919E879931}"/>
          </ac:spMkLst>
        </pc:spChg>
        <pc:spChg chg="mod">
          <ac:chgData name="Khiroria, Adit" userId="125b7d01-0557-4756-b3b5-aac8221948e3" providerId="ADAL" clId="{2A534007-7919-4860-9D91-EF53D666E740}" dt="2022-06-30T14:27:23.924" v="3599" actId="14100"/>
          <ac:spMkLst>
            <pc:docMk/>
            <pc:sldMk cId="3683221257" sldId="4021"/>
            <ac:spMk id="186" creationId="{65E4FB64-1AAC-4D8B-A2DC-FEC1186AEDCA}"/>
          </ac:spMkLst>
        </pc:spChg>
        <pc:spChg chg="mod">
          <ac:chgData name="Khiroria, Adit" userId="125b7d01-0557-4756-b3b5-aac8221948e3" providerId="ADAL" clId="{2A534007-7919-4860-9D91-EF53D666E740}" dt="2022-06-30T14:27:37.445" v="3601" actId="1076"/>
          <ac:spMkLst>
            <pc:docMk/>
            <pc:sldMk cId="3683221257" sldId="4021"/>
            <ac:spMk id="187" creationId="{4B43764A-34B2-45DF-B3A5-BA881FDAC559}"/>
          </ac:spMkLst>
        </pc:spChg>
        <pc:spChg chg="mod">
          <ac:chgData name="Khiroria, Adit" userId="125b7d01-0557-4756-b3b5-aac8221948e3" providerId="ADAL" clId="{2A534007-7919-4860-9D91-EF53D666E740}" dt="2022-06-30T14:26:42.961" v="3589" actId="165"/>
          <ac:spMkLst>
            <pc:docMk/>
            <pc:sldMk cId="3683221257" sldId="4021"/>
            <ac:spMk id="188" creationId="{36AA9077-F848-4ABF-A0FF-97D248DAD81A}"/>
          </ac:spMkLst>
        </pc:spChg>
        <pc:spChg chg="mod">
          <ac:chgData name="Khiroria, Adit" userId="125b7d01-0557-4756-b3b5-aac8221948e3" providerId="ADAL" clId="{2A534007-7919-4860-9D91-EF53D666E740}" dt="2022-06-30T14:26:42.961" v="3589" actId="165"/>
          <ac:spMkLst>
            <pc:docMk/>
            <pc:sldMk cId="3683221257" sldId="4021"/>
            <ac:spMk id="189" creationId="{7D40DE82-9978-4FF9-BFE7-196D2D086F6B}"/>
          </ac:spMkLst>
        </pc:spChg>
        <pc:spChg chg="mod">
          <ac:chgData name="Khiroria, Adit" userId="125b7d01-0557-4756-b3b5-aac8221948e3" providerId="ADAL" clId="{2A534007-7919-4860-9D91-EF53D666E740}" dt="2022-06-30T14:26:42.961" v="3589" actId="165"/>
          <ac:spMkLst>
            <pc:docMk/>
            <pc:sldMk cId="3683221257" sldId="4021"/>
            <ac:spMk id="190" creationId="{1C0F37A6-DD4C-4FC0-8032-021711752BC5}"/>
          </ac:spMkLst>
        </pc:spChg>
        <pc:spChg chg="mod">
          <ac:chgData name="Khiroria, Adit" userId="125b7d01-0557-4756-b3b5-aac8221948e3" providerId="ADAL" clId="{2A534007-7919-4860-9D91-EF53D666E740}" dt="2022-06-30T14:25:36.678" v="3576"/>
          <ac:spMkLst>
            <pc:docMk/>
            <pc:sldMk cId="3683221257" sldId="4021"/>
            <ac:spMk id="194" creationId="{2E7FB20F-E2C8-49E9-ACDC-5C47D597BA92}"/>
          </ac:spMkLst>
        </pc:spChg>
        <pc:spChg chg="mod">
          <ac:chgData name="Khiroria, Adit" userId="125b7d01-0557-4756-b3b5-aac8221948e3" providerId="ADAL" clId="{2A534007-7919-4860-9D91-EF53D666E740}" dt="2022-06-30T14:25:36.678" v="3576"/>
          <ac:spMkLst>
            <pc:docMk/>
            <pc:sldMk cId="3683221257" sldId="4021"/>
            <ac:spMk id="195" creationId="{3A66815E-E005-431C-B4FA-E8C9FF698136}"/>
          </ac:spMkLst>
        </pc:spChg>
        <pc:spChg chg="mod">
          <ac:chgData name="Khiroria, Adit" userId="125b7d01-0557-4756-b3b5-aac8221948e3" providerId="ADAL" clId="{2A534007-7919-4860-9D91-EF53D666E740}" dt="2022-06-30T14:25:36.678" v="3576"/>
          <ac:spMkLst>
            <pc:docMk/>
            <pc:sldMk cId="3683221257" sldId="4021"/>
            <ac:spMk id="196" creationId="{A9AD1987-F3FA-47B2-889C-3C8A2293C8CD}"/>
          </ac:spMkLst>
        </pc:spChg>
        <pc:spChg chg="mod">
          <ac:chgData name="Khiroria, Adit" userId="125b7d01-0557-4756-b3b5-aac8221948e3" providerId="ADAL" clId="{2A534007-7919-4860-9D91-EF53D666E740}" dt="2022-06-30T14:25:36.678" v="3576"/>
          <ac:spMkLst>
            <pc:docMk/>
            <pc:sldMk cId="3683221257" sldId="4021"/>
            <ac:spMk id="197" creationId="{E81DA8F2-4F61-46B0-8FD2-15C467E0DC6F}"/>
          </ac:spMkLst>
        </pc:spChg>
        <pc:spChg chg="mod">
          <ac:chgData name="Khiroria, Adit" userId="125b7d01-0557-4756-b3b5-aac8221948e3" providerId="ADAL" clId="{2A534007-7919-4860-9D91-EF53D666E740}" dt="2022-06-30T14:25:36.678" v="3576"/>
          <ac:spMkLst>
            <pc:docMk/>
            <pc:sldMk cId="3683221257" sldId="4021"/>
            <ac:spMk id="198" creationId="{FAD49BFC-3261-409D-9DAA-F4131FE79A2D}"/>
          </ac:spMkLst>
        </pc:spChg>
        <pc:spChg chg="mod">
          <ac:chgData name="Khiroria, Adit" userId="125b7d01-0557-4756-b3b5-aac8221948e3" providerId="ADAL" clId="{2A534007-7919-4860-9D91-EF53D666E740}" dt="2022-06-30T14:25:36.678" v="3576"/>
          <ac:spMkLst>
            <pc:docMk/>
            <pc:sldMk cId="3683221257" sldId="4021"/>
            <ac:spMk id="199" creationId="{62F04B08-27B8-4CFD-A44E-38A9D502BD54}"/>
          </ac:spMkLst>
        </pc:spChg>
        <pc:spChg chg="mod">
          <ac:chgData name="Khiroria, Adit" userId="125b7d01-0557-4756-b3b5-aac8221948e3" providerId="ADAL" clId="{2A534007-7919-4860-9D91-EF53D666E740}" dt="2022-06-30T14:25:36.678" v="3576"/>
          <ac:spMkLst>
            <pc:docMk/>
            <pc:sldMk cId="3683221257" sldId="4021"/>
            <ac:spMk id="200" creationId="{E3B555A7-5413-462A-BA14-A9538206626D}"/>
          </ac:spMkLst>
        </pc:spChg>
        <pc:spChg chg="mod">
          <ac:chgData name="Khiroria, Adit" userId="125b7d01-0557-4756-b3b5-aac8221948e3" providerId="ADAL" clId="{2A534007-7919-4860-9D91-EF53D666E740}" dt="2022-06-30T14:25:36.678" v="3576"/>
          <ac:spMkLst>
            <pc:docMk/>
            <pc:sldMk cId="3683221257" sldId="4021"/>
            <ac:spMk id="201" creationId="{B7D0CDD6-A4CB-47D5-A8AC-4F98B331809E}"/>
          </ac:spMkLst>
        </pc:spChg>
        <pc:spChg chg="mod">
          <ac:chgData name="Khiroria, Adit" userId="125b7d01-0557-4756-b3b5-aac8221948e3" providerId="ADAL" clId="{2A534007-7919-4860-9D91-EF53D666E740}" dt="2022-06-30T14:25:36.678" v="3576"/>
          <ac:spMkLst>
            <pc:docMk/>
            <pc:sldMk cId="3683221257" sldId="4021"/>
            <ac:spMk id="202" creationId="{F0ACA134-7514-40DA-91BB-36013C99A3D2}"/>
          </ac:spMkLst>
        </pc:spChg>
        <pc:spChg chg="mod">
          <ac:chgData name="Khiroria, Adit" userId="125b7d01-0557-4756-b3b5-aac8221948e3" providerId="ADAL" clId="{2A534007-7919-4860-9D91-EF53D666E740}" dt="2022-06-30T14:25:36.678" v="3576"/>
          <ac:spMkLst>
            <pc:docMk/>
            <pc:sldMk cId="3683221257" sldId="4021"/>
            <ac:spMk id="203" creationId="{1CC427EA-FA6D-4BD1-B0BB-E5BD66F53C6C}"/>
          </ac:spMkLst>
        </pc:spChg>
        <pc:spChg chg="mod">
          <ac:chgData name="Khiroria, Adit" userId="125b7d01-0557-4756-b3b5-aac8221948e3" providerId="ADAL" clId="{2A534007-7919-4860-9D91-EF53D666E740}" dt="2022-06-30T14:25:36.678" v="3576"/>
          <ac:spMkLst>
            <pc:docMk/>
            <pc:sldMk cId="3683221257" sldId="4021"/>
            <ac:spMk id="204" creationId="{38DEB093-03C0-4E6D-A6B5-3D2957554079}"/>
          </ac:spMkLst>
        </pc:spChg>
        <pc:spChg chg="mod">
          <ac:chgData name="Khiroria, Adit" userId="125b7d01-0557-4756-b3b5-aac8221948e3" providerId="ADAL" clId="{2A534007-7919-4860-9D91-EF53D666E740}" dt="2022-06-30T14:25:36.678" v="3576"/>
          <ac:spMkLst>
            <pc:docMk/>
            <pc:sldMk cId="3683221257" sldId="4021"/>
            <ac:spMk id="211" creationId="{CDEECD96-0B4D-41A4-8797-54EED1CCC150}"/>
          </ac:spMkLst>
        </pc:spChg>
        <pc:spChg chg="mod">
          <ac:chgData name="Khiroria, Adit" userId="125b7d01-0557-4756-b3b5-aac8221948e3" providerId="ADAL" clId="{2A534007-7919-4860-9D91-EF53D666E740}" dt="2022-06-30T14:25:36.678" v="3576"/>
          <ac:spMkLst>
            <pc:docMk/>
            <pc:sldMk cId="3683221257" sldId="4021"/>
            <ac:spMk id="212" creationId="{EA196F85-0A20-4841-B9CA-523E6E4E7C11}"/>
          </ac:spMkLst>
        </pc:spChg>
        <pc:spChg chg="mod">
          <ac:chgData name="Khiroria, Adit" userId="125b7d01-0557-4756-b3b5-aac8221948e3" providerId="ADAL" clId="{2A534007-7919-4860-9D91-EF53D666E740}" dt="2022-06-30T14:25:36.678" v="3576"/>
          <ac:spMkLst>
            <pc:docMk/>
            <pc:sldMk cId="3683221257" sldId="4021"/>
            <ac:spMk id="214" creationId="{6448ED6A-E017-435F-9779-FC6E7387D65B}"/>
          </ac:spMkLst>
        </pc:spChg>
        <pc:spChg chg="mod">
          <ac:chgData name="Khiroria, Adit" userId="125b7d01-0557-4756-b3b5-aac8221948e3" providerId="ADAL" clId="{2A534007-7919-4860-9D91-EF53D666E740}" dt="2022-06-30T14:25:36.678" v="3576"/>
          <ac:spMkLst>
            <pc:docMk/>
            <pc:sldMk cId="3683221257" sldId="4021"/>
            <ac:spMk id="215" creationId="{AF28104C-D6A3-449A-A356-7AAB5F3736A8}"/>
          </ac:spMkLst>
        </pc:spChg>
        <pc:spChg chg="mod">
          <ac:chgData name="Khiroria, Adit" userId="125b7d01-0557-4756-b3b5-aac8221948e3" providerId="ADAL" clId="{2A534007-7919-4860-9D91-EF53D666E740}" dt="2022-06-30T14:25:36.678" v="3576"/>
          <ac:spMkLst>
            <pc:docMk/>
            <pc:sldMk cId="3683221257" sldId="4021"/>
            <ac:spMk id="216" creationId="{1F62ED47-8DE0-41E4-A338-2C40B446511A}"/>
          </ac:spMkLst>
        </pc:spChg>
        <pc:spChg chg="mod">
          <ac:chgData name="Khiroria, Adit" userId="125b7d01-0557-4756-b3b5-aac8221948e3" providerId="ADAL" clId="{2A534007-7919-4860-9D91-EF53D666E740}" dt="2022-06-30T14:25:36.678" v="3576"/>
          <ac:spMkLst>
            <pc:docMk/>
            <pc:sldMk cId="3683221257" sldId="4021"/>
            <ac:spMk id="218" creationId="{DB8136A3-F15D-4782-907C-AAADF969695A}"/>
          </ac:spMkLst>
        </pc:spChg>
        <pc:spChg chg="mod">
          <ac:chgData name="Khiroria, Adit" userId="125b7d01-0557-4756-b3b5-aac8221948e3" providerId="ADAL" clId="{2A534007-7919-4860-9D91-EF53D666E740}" dt="2022-06-30T14:25:36.678" v="3576"/>
          <ac:spMkLst>
            <pc:docMk/>
            <pc:sldMk cId="3683221257" sldId="4021"/>
            <ac:spMk id="219" creationId="{9C685F3A-185C-4446-8CF4-0EC1AFCDC6FA}"/>
          </ac:spMkLst>
        </pc:spChg>
        <pc:spChg chg="mod">
          <ac:chgData name="Khiroria, Adit" userId="125b7d01-0557-4756-b3b5-aac8221948e3" providerId="ADAL" clId="{2A534007-7919-4860-9D91-EF53D666E740}" dt="2022-06-30T14:25:36.678" v="3576"/>
          <ac:spMkLst>
            <pc:docMk/>
            <pc:sldMk cId="3683221257" sldId="4021"/>
            <ac:spMk id="220" creationId="{25469A03-9A78-4059-AB8E-EEEB9FF7D6A9}"/>
          </ac:spMkLst>
        </pc:spChg>
        <pc:spChg chg="mod">
          <ac:chgData name="Khiroria, Adit" userId="125b7d01-0557-4756-b3b5-aac8221948e3" providerId="ADAL" clId="{2A534007-7919-4860-9D91-EF53D666E740}" dt="2022-06-30T14:25:36.678" v="3576"/>
          <ac:spMkLst>
            <pc:docMk/>
            <pc:sldMk cId="3683221257" sldId="4021"/>
            <ac:spMk id="221" creationId="{C839CAA3-2015-40CA-B457-E40164CF45ED}"/>
          </ac:spMkLst>
        </pc:spChg>
        <pc:spChg chg="mod">
          <ac:chgData name="Khiroria, Adit" userId="125b7d01-0557-4756-b3b5-aac8221948e3" providerId="ADAL" clId="{2A534007-7919-4860-9D91-EF53D666E740}" dt="2022-06-30T14:25:36.678" v="3576"/>
          <ac:spMkLst>
            <pc:docMk/>
            <pc:sldMk cId="3683221257" sldId="4021"/>
            <ac:spMk id="222" creationId="{C038E84E-B358-49E1-81F0-451D49E514DC}"/>
          </ac:spMkLst>
        </pc:spChg>
        <pc:spChg chg="mod">
          <ac:chgData name="Khiroria, Adit" userId="125b7d01-0557-4756-b3b5-aac8221948e3" providerId="ADAL" clId="{2A534007-7919-4860-9D91-EF53D666E740}" dt="2022-06-30T14:25:36.678" v="3576"/>
          <ac:spMkLst>
            <pc:docMk/>
            <pc:sldMk cId="3683221257" sldId="4021"/>
            <ac:spMk id="223" creationId="{412B7761-2EB2-4C5E-B729-7076AD10318A}"/>
          </ac:spMkLst>
        </pc:spChg>
        <pc:spChg chg="mod">
          <ac:chgData name="Khiroria, Adit" userId="125b7d01-0557-4756-b3b5-aac8221948e3" providerId="ADAL" clId="{2A534007-7919-4860-9D91-EF53D666E740}" dt="2022-06-30T14:25:36.678" v="3576"/>
          <ac:spMkLst>
            <pc:docMk/>
            <pc:sldMk cId="3683221257" sldId="4021"/>
            <ac:spMk id="224" creationId="{A663DE95-713C-457F-9D32-D59E93E964F8}"/>
          </ac:spMkLst>
        </pc:spChg>
        <pc:spChg chg="mod">
          <ac:chgData name="Khiroria, Adit" userId="125b7d01-0557-4756-b3b5-aac8221948e3" providerId="ADAL" clId="{2A534007-7919-4860-9D91-EF53D666E740}" dt="2022-06-30T14:25:36.678" v="3576"/>
          <ac:spMkLst>
            <pc:docMk/>
            <pc:sldMk cId="3683221257" sldId="4021"/>
            <ac:spMk id="225" creationId="{9FAF4A9F-0443-4EA8-8FDD-19C777BD5C93}"/>
          </ac:spMkLst>
        </pc:spChg>
        <pc:spChg chg="add mod">
          <ac:chgData name="Khiroria, Adit" userId="125b7d01-0557-4756-b3b5-aac8221948e3" providerId="ADAL" clId="{2A534007-7919-4860-9D91-EF53D666E740}" dt="2022-06-30T14:29:16.321" v="3626" actId="14100"/>
          <ac:spMkLst>
            <pc:docMk/>
            <pc:sldMk cId="3683221257" sldId="4021"/>
            <ac:spMk id="227" creationId="{FBFBA1C1-4804-4D90-9794-A93A92756EDA}"/>
          </ac:spMkLst>
        </pc:spChg>
        <pc:grpChg chg="add del mod">
          <ac:chgData name="Khiroria, Adit" userId="125b7d01-0557-4756-b3b5-aac8221948e3" providerId="ADAL" clId="{2A534007-7919-4860-9D91-EF53D666E740}" dt="2022-06-30T11:47:38.371" v="887"/>
          <ac:grpSpMkLst>
            <pc:docMk/>
            <pc:sldMk cId="3683221257" sldId="4021"/>
            <ac:grpSpMk id="4" creationId="{2DB4F677-1236-431E-B863-B5B4DED3BD86}"/>
          </ac:grpSpMkLst>
        </pc:grpChg>
        <pc:grpChg chg="add del mod">
          <ac:chgData name="Khiroria, Adit" userId="125b7d01-0557-4756-b3b5-aac8221948e3" providerId="ADAL" clId="{2A534007-7919-4860-9D91-EF53D666E740}" dt="2022-06-30T11:47:38.371" v="887"/>
          <ac:grpSpMkLst>
            <pc:docMk/>
            <pc:sldMk cId="3683221257" sldId="4021"/>
            <ac:grpSpMk id="11" creationId="{CBADE03E-1872-4FDC-ADA2-CB9471F6D922}"/>
          </ac:grpSpMkLst>
        </pc:grpChg>
        <pc:grpChg chg="add del mod">
          <ac:chgData name="Khiroria, Adit" userId="125b7d01-0557-4756-b3b5-aac8221948e3" providerId="ADAL" clId="{2A534007-7919-4860-9D91-EF53D666E740}" dt="2022-06-30T11:47:38.371" v="887"/>
          <ac:grpSpMkLst>
            <pc:docMk/>
            <pc:sldMk cId="3683221257" sldId="4021"/>
            <ac:grpSpMk id="14" creationId="{2F695287-F7C5-45B7-8A40-07696026D683}"/>
          </ac:grpSpMkLst>
        </pc:grpChg>
        <pc:grpChg chg="add del mod">
          <ac:chgData name="Khiroria, Adit" userId="125b7d01-0557-4756-b3b5-aac8221948e3" providerId="ADAL" clId="{2A534007-7919-4860-9D91-EF53D666E740}" dt="2022-06-30T11:47:38.371" v="887"/>
          <ac:grpSpMkLst>
            <pc:docMk/>
            <pc:sldMk cId="3683221257" sldId="4021"/>
            <ac:grpSpMk id="18" creationId="{0076BE6A-26D2-4E37-ADEA-F020524876E0}"/>
          </ac:grpSpMkLst>
        </pc:grpChg>
        <pc:grpChg chg="add mod">
          <ac:chgData name="Khiroria, Adit" userId="125b7d01-0557-4756-b3b5-aac8221948e3" providerId="ADAL" clId="{2A534007-7919-4860-9D91-EF53D666E740}" dt="2022-06-30T13:56:30.403" v="3519" actId="164"/>
          <ac:grpSpMkLst>
            <pc:docMk/>
            <pc:sldMk cId="3683221257" sldId="4021"/>
            <ac:grpSpMk id="21" creationId="{46C13272-8D2C-4001-B961-FC259D3C88D8}"/>
          </ac:grpSpMkLst>
        </pc:grpChg>
        <pc:grpChg chg="add mod">
          <ac:chgData name="Khiroria, Adit" userId="125b7d01-0557-4756-b3b5-aac8221948e3" providerId="ADAL" clId="{2A534007-7919-4860-9D91-EF53D666E740}" dt="2022-06-30T13:56:30.403" v="3519" actId="164"/>
          <ac:grpSpMkLst>
            <pc:docMk/>
            <pc:sldMk cId="3683221257" sldId="4021"/>
            <ac:grpSpMk id="27" creationId="{37BEBC7D-BE34-48D4-8A3D-C3264018CAEE}"/>
          </ac:grpSpMkLst>
        </pc:grpChg>
        <pc:grpChg chg="add mod">
          <ac:chgData name="Khiroria, Adit" userId="125b7d01-0557-4756-b3b5-aac8221948e3" providerId="ADAL" clId="{2A534007-7919-4860-9D91-EF53D666E740}" dt="2022-06-30T13:56:30.403" v="3519" actId="164"/>
          <ac:grpSpMkLst>
            <pc:docMk/>
            <pc:sldMk cId="3683221257" sldId="4021"/>
            <ac:grpSpMk id="30" creationId="{8E4F78CC-FDA1-4414-9601-AEA2E5B13B90}"/>
          </ac:grpSpMkLst>
        </pc:grpChg>
        <pc:grpChg chg="add mod">
          <ac:chgData name="Khiroria, Adit" userId="125b7d01-0557-4756-b3b5-aac8221948e3" providerId="ADAL" clId="{2A534007-7919-4860-9D91-EF53D666E740}" dt="2022-06-30T13:56:30.403" v="3519" actId="164"/>
          <ac:grpSpMkLst>
            <pc:docMk/>
            <pc:sldMk cId="3683221257" sldId="4021"/>
            <ac:grpSpMk id="34" creationId="{C308E3C9-8A1C-49E3-A932-37FC6B431F97}"/>
          </ac:grpSpMkLst>
        </pc:grpChg>
        <pc:grpChg chg="add mod">
          <ac:chgData name="Khiroria, Adit" userId="125b7d01-0557-4756-b3b5-aac8221948e3" providerId="ADAL" clId="{2A534007-7919-4860-9D91-EF53D666E740}" dt="2022-06-30T14:30:01.591" v="3632" actId="14100"/>
          <ac:grpSpMkLst>
            <pc:docMk/>
            <pc:sldMk cId="3683221257" sldId="4021"/>
            <ac:grpSpMk id="38" creationId="{1A60CC3A-07F1-44A9-B8B4-D9692FDF16B0}"/>
          </ac:grpSpMkLst>
        </pc:grpChg>
        <pc:grpChg chg="add del mod">
          <ac:chgData name="Khiroria, Adit" userId="125b7d01-0557-4756-b3b5-aac8221948e3" providerId="ADAL" clId="{2A534007-7919-4860-9D91-EF53D666E740}" dt="2022-06-30T13:56:49.361" v="3524" actId="478"/>
          <ac:grpSpMkLst>
            <pc:docMk/>
            <pc:sldMk cId="3683221257" sldId="4021"/>
            <ac:grpSpMk id="39" creationId="{6BEB9140-1F7A-4C9E-876F-E79A4B83F7DE}"/>
          </ac:grpSpMkLst>
        </pc:grpChg>
        <pc:grpChg chg="mod">
          <ac:chgData name="Khiroria, Adit" userId="125b7d01-0557-4756-b3b5-aac8221948e3" providerId="ADAL" clId="{2A534007-7919-4860-9D91-EF53D666E740}" dt="2022-06-30T13:56:32.628" v="3521"/>
          <ac:grpSpMkLst>
            <pc:docMk/>
            <pc:sldMk cId="3683221257" sldId="4021"/>
            <ac:grpSpMk id="40" creationId="{B8CCF158-FD82-4ED8-9977-2522C7CE19B2}"/>
          </ac:grpSpMkLst>
        </pc:grpChg>
        <pc:grpChg chg="mod">
          <ac:chgData name="Khiroria, Adit" userId="125b7d01-0557-4756-b3b5-aac8221948e3" providerId="ADAL" clId="{2A534007-7919-4860-9D91-EF53D666E740}" dt="2022-06-30T13:56:32.628" v="3521"/>
          <ac:grpSpMkLst>
            <pc:docMk/>
            <pc:sldMk cId="3683221257" sldId="4021"/>
            <ac:grpSpMk id="41" creationId="{1C0C9EA0-6A2D-4159-B4E3-E2F07A9D6761}"/>
          </ac:grpSpMkLst>
        </pc:grpChg>
        <pc:grpChg chg="mod">
          <ac:chgData name="Khiroria, Adit" userId="125b7d01-0557-4756-b3b5-aac8221948e3" providerId="ADAL" clId="{2A534007-7919-4860-9D91-EF53D666E740}" dt="2022-06-30T13:56:32.628" v="3521"/>
          <ac:grpSpMkLst>
            <pc:docMk/>
            <pc:sldMk cId="3683221257" sldId="4021"/>
            <ac:grpSpMk id="42" creationId="{11FF0E78-B729-470D-B0F9-D429CAF5FC71}"/>
          </ac:grpSpMkLst>
        </pc:grpChg>
        <pc:grpChg chg="mod">
          <ac:chgData name="Khiroria, Adit" userId="125b7d01-0557-4756-b3b5-aac8221948e3" providerId="ADAL" clId="{2A534007-7919-4860-9D91-EF53D666E740}" dt="2022-06-30T13:56:32.628" v="3521"/>
          <ac:grpSpMkLst>
            <pc:docMk/>
            <pc:sldMk cId="3683221257" sldId="4021"/>
            <ac:grpSpMk id="43" creationId="{184B5556-A60D-4097-81BF-EA3B292438B6}"/>
          </ac:grpSpMkLst>
        </pc:grpChg>
        <pc:grpChg chg="add mod topLvl">
          <ac:chgData name="Khiroria, Adit" userId="125b7d01-0557-4756-b3b5-aac8221948e3" providerId="ADAL" clId="{2A534007-7919-4860-9D91-EF53D666E740}" dt="2022-06-30T14:22:42.586" v="3536" actId="165"/>
          <ac:grpSpMkLst>
            <pc:docMk/>
            <pc:sldMk cId="3683221257" sldId="4021"/>
            <ac:grpSpMk id="58" creationId="{0202F5EA-E960-4CAD-9F91-2D904F2074E7}"/>
          </ac:grpSpMkLst>
        </pc:grpChg>
        <pc:grpChg chg="mod">
          <ac:chgData name="Khiroria, Adit" userId="125b7d01-0557-4756-b3b5-aac8221948e3" providerId="ADAL" clId="{2A534007-7919-4860-9D91-EF53D666E740}" dt="2022-06-30T14:22:42.586" v="3536" actId="165"/>
          <ac:grpSpMkLst>
            <pc:docMk/>
            <pc:sldMk cId="3683221257" sldId="4021"/>
            <ac:grpSpMk id="61" creationId="{121552EC-4C6C-4A09-A1E8-5EAFB30AA746}"/>
          </ac:grpSpMkLst>
        </pc:grpChg>
        <pc:grpChg chg="add mod topLvl">
          <ac:chgData name="Khiroria, Adit" userId="125b7d01-0557-4756-b3b5-aac8221948e3" providerId="ADAL" clId="{2A534007-7919-4860-9D91-EF53D666E740}" dt="2022-06-30T14:22:42.586" v="3536" actId="165"/>
          <ac:grpSpMkLst>
            <pc:docMk/>
            <pc:sldMk cId="3683221257" sldId="4021"/>
            <ac:grpSpMk id="74" creationId="{3569670D-531F-4ABD-8A02-800B0FB01B96}"/>
          </ac:grpSpMkLst>
        </pc:grpChg>
        <pc:grpChg chg="mod">
          <ac:chgData name="Khiroria, Adit" userId="125b7d01-0557-4756-b3b5-aac8221948e3" providerId="ADAL" clId="{2A534007-7919-4860-9D91-EF53D666E740}" dt="2022-06-30T14:22:42.586" v="3536" actId="165"/>
          <ac:grpSpMkLst>
            <pc:docMk/>
            <pc:sldMk cId="3683221257" sldId="4021"/>
            <ac:grpSpMk id="75" creationId="{97778117-445C-42DD-95BE-64724A27B837}"/>
          </ac:grpSpMkLst>
        </pc:grpChg>
        <pc:grpChg chg="mod">
          <ac:chgData name="Khiroria, Adit" userId="125b7d01-0557-4756-b3b5-aac8221948e3" providerId="ADAL" clId="{2A534007-7919-4860-9D91-EF53D666E740}" dt="2022-06-30T14:22:42.586" v="3536" actId="165"/>
          <ac:grpSpMkLst>
            <pc:docMk/>
            <pc:sldMk cId="3683221257" sldId="4021"/>
            <ac:grpSpMk id="76" creationId="{1AAC562B-3965-40BA-B365-FACF71AA3631}"/>
          </ac:grpSpMkLst>
        </pc:grpChg>
        <pc:grpChg chg="mod">
          <ac:chgData name="Khiroria, Adit" userId="125b7d01-0557-4756-b3b5-aac8221948e3" providerId="ADAL" clId="{2A534007-7919-4860-9D91-EF53D666E740}" dt="2022-06-30T14:22:42.586" v="3536" actId="165"/>
          <ac:grpSpMkLst>
            <pc:docMk/>
            <pc:sldMk cId="3683221257" sldId="4021"/>
            <ac:grpSpMk id="77" creationId="{66950A4C-A698-4EFB-B6B5-FD8ABB506AFE}"/>
          </ac:grpSpMkLst>
        </pc:grpChg>
        <pc:grpChg chg="add mod topLvl">
          <ac:chgData name="Khiroria, Adit" userId="125b7d01-0557-4756-b3b5-aac8221948e3" providerId="ADAL" clId="{2A534007-7919-4860-9D91-EF53D666E740}" dt="2022-06-30T14:25:00.124" v="3568" actId="14100"/>
          <ac:grpSpMkLst>
            <pc:docMk/>
            <pc:sldMk cId="3683221257" sldId="4021"/>
            <ac:grpSpMk id="107" creationId="{F4AFACC6-B83F-4672-9298-F8BD8398DE2E}"/>
          </ac:grpSpMkLst>
        </pc:grpChg>
        <pc:grpChg chg="add mod topLvl">
          <ac:chgData name="Khiroria, Adit" userId="125b7d01-0557-4756-b3b5-aac8221948e3" providerId="ADAL" clId="{2A534007-7919-4860-9D91-EF53D666E740}" dt="2022-06-30T14:23:34.637" v="3547" actId="1076"/>
          <ac:grpSpMkLst>
            <pc:docMk/>
            <pc:sldMk cId="3683221257" sldId="4021"/>
            <ac:grpSpMk id="120" creationId="{5A8EDBC5-CD97-4D10-8DD8-9B35B89A009D}"/>
          </ac:grpSpMkLst>
        </pc:grpChg>
        <pc:grpChg chg="mod">
          <ac:chgData name="Khiroria, Adit" userId="125b7d01-0557-4756-b3b5-aac8221948e3" providerId="ADAL" clId="{2A534007-7919-4860-9D91-EF53D666E740}" dt="2022-06-30T14:23:34.637" v="3547" actId="1076"/>
          <ac:grpSpMkLst>
            <pc:docMk/>
            <pc:sldMk cId="3683221257" sldId="4021"/>
            <ac:grpSpMk id="122" creationId="{465BCCF1-17C7-4397-BCA7-FD87CE2BA977}"/>
          </ac:grpSpMkLst>
        </pc:grpChg>
        <pc:grpChg chg="mod">
          <ac:chgData name="Khiroria, Adit" userId="125b7d01-0557-4756-b3b5-aac8221948e3" providerId="ADAL" clId="{2A534007-7919-4860-9D91-EF53D666E740}" dt="2022-06-30T14:23:34.637" v="3547" actId="1076"/>
          <ac:grpSpMkLst>
            <pc:docMk/>
            <pc:sldMk cId="3683221257" sldId="4021"/>
            <ac:grpSpMk id="123" creationId="{08407946-7FCB-4AA1-8DF8-A40282C333DA}"/>
          </ac:grpSpMkLst>
        </pc:grpChg>
        <pc:grpChg chg="mod">
          <ac:chgData name="Khiroria, Adit" userId="125b7d01-0557-4756-b3b5-aac8221948e3" providerId="ADAL" clId="{2A534007-7919-4860-9D91-EF53D666E740}" dt="2022-06-30T14:23:34.637" v="3547" actId="1076"/>
          <ac:grpSpMkLst>
            <pc:docMk/>
            <pc:sldMk cId="3683221257" sldId="4021"/>
            <ac:grpSpMk id="124" creationId="{A4450959-F7E3-49A1-B32D-3C01B547FCAC}"/>
          </ac:grpSpMkLst>
        </pc:grpChg>
        <pc:grpChg chg="mod">
          <ac:chgData name="Khiroria, Adit" userId="125b7d01-0557-4756-b3b5-aac8221948e3" providerId="ADAL" clId="{2A534007-7919-4860-9D91-EF53D666E740}" dt="2022-06-30T14:23:34.637" v="3547" actId="1076"/>
          <ac:grpSpMkLst>
            <pc:docMk/>
            <pc:sldMk cId="3683221257" sldId="4021"/>
            <ac:grpSpMk id="125" creationId="{B1A4DE0F-5665-484F-B977-2B1F036E3DA7}"/>
          </ac:grpSpMkLst>
        </pc:grpChg>
        <pc:grpChg chg="mod">
          <ac:chgData name="Khiroria, Adit" userId="125b7d01-0557-4756-b3b5-aac8221948e3" providerId="ADAL" clId="{2A534007-7919-4860-9D91-EF53D666E740}" dt="2022-06-30T14:23:34.637" v="3547" actId="1076"/>
          <ac:grpSpMkLst>
            <pc:docMk/>
            <pc:sldMk cId="3683221257" sldId="4021"/>
            <ac:grpSpMk id="127" creationId="{58B25BD3-F77E-4365-A510-041FA49A0AAC}"/>
          </ac:grpSpMkLst>
        </pc:grpChg>
        <pc:grpChg chg="mod">
          <ac:chgData name="Khiroria, Adit" userId="125b7d01-0557-4756-b3b5-aac8221948e3" providerId="ADAL" clId="{2A534007-7919-4860-9D91-EF53D666E740}" dt="2022-06-30T14:23:34.637" v="3547" actId="1076"/>
          <ac:grpSpMkLst>
            <pc:docMk/>
            <pc:sldMk cId="3683221257" sldId="4021"/>
            <ac:grpSpMk id="130" creationId="{6EA32A8D-CEA0-414D-9566-4FB89D2A6646}"/>
          </ac:grpSpMkLst>
        </pc:grpChg>
        <pc:grpChg chg="add mod topLvl">
          <ac:chgData name="Khiroria, Adit" userId="125b7d01-0557-4756-b3b5-aac8221948e3" providerId="ADAL" clId="{2A534007-7919-4860-9D91-EF53D666E740}" dt="2022-06-30T14:23:34.637" v="3547" actId="1076"/>
          <ac:grpSpMkLst>
            <pc:docMk/>
            <pc:sldMk cId="3683221257" sldId="4021"/>
            <ac:grpSpMk id="143" creationId="{0109DF15-FB09-4C15-8C09-EB4706C8B0C1}"/>
          </ac:grpSpMkLst>
        </pc:grpChg>
        <pc:grpChg chg="add del mod">
          <ac:chgData name="Khiroria, Adit" userId="125b7d01-0557-4756-b3b5-aac8221948e3" providerId="ADAL" clId="{2A534007-7919-4860-9D91-EF53D666E740}" dt="2022-06-30T14:22:42.586" v="3536" actId="165"/>
          <ac:grpSpMkLst>
            <pc:docMk/>
            <pc:sldMk cId="3683221257" sldId="4021"/>
            <ac:grpSpMk id="153" creationId="{38567BF2-A10D-4E32-9167-1C123E7D06B5}"/>
          </ac:grpSpMkLst>
        </pc:grpChg>
        <pc:grpChg chg="add del mod">
          <ac:chgData name="Khiroria, Adit" userId="125b7d01-0557-4756-b3b5-aac8221948e3" providerId="ADAL" clId="{2A534007-7919-4860-9D91-EF53D666E740}" dt="2022-06-30T14:24:06.676" v="3557" actId="478"/>
          <ac:grpSpMkLst>
            <pc:docMk/>
            <pc:sldMk cId="3683221257" sldId="4021"/>
            <ac:grpSpMk id="154" creationId="{FD1C7D7F-171A-480E-A949-89DD559FDCE3}"/>
          </ac:grpSpMkLst>
        </pc:grpChg>
        <pc:grpChg chg="add del mod">
          <ac:chgData name="Khiroria, Adit" userId="125b7d01-0557-4756-b3b5-aac8221948e3" providerId="ADAL" clId="{2A534007-7919-4860-9D91-EF53D666E740}" dt="2022-06-30T14:26:12.685" v="3585" actId="165"/>
          <ac:grpSpMkLst>
            <pc:docMk/>
            <pc:sldMk cId="3683221257" sldId="4021"/>
            <ac:grpSpMk id="156" creationId="{E6A44BC4-994B-4635-A4BF-912F6CEF415D}"/>
          </ac:grpSpMkLst>
        </pc:grpChg>
        <pc:grpChg chg="del mod topLvl">
          <ac:chgData name="Khiroria, Adit" userId="125b7d01-0557-4756-b3b5-aac8221948e3" providerId="ADAL" clId="{2A534007-7919-4860-9D91-EF53D666E740}" dt="2022-06-30T14:26:34.875" v="3588" actId="165"/>
          <ac:grpSpMkLst>
            <pc:docMk/>
            <pc:sldMk cId="3683221257" sldId="4021"/>
            <ac:grpSpMk id="157" creationId="{7843D5C6-FD5F-4A1A-A9E4-9BF85278DFE6}"/>
          </ac:grpSpMkLst>
        </pc:grpChg>
        <pc:grpChg chg="mod topLvl">
          <ac:chgData name="Khiroria, Adit" userId="125b7d01-0557-4756-b3b5-aac8221948e3" providerId="ADAL" clId="{2A534007-7919-4860-9D91-EF53D666E740}" dt="2022-06-30T14:27:33.201" v="3600" actId="1076"/>
          <ac:grpSpMkLst>
            <pc:docMk/>
            <pc:sldMk cId="3683221257" sldId="4021"/>
            <ac:grpSpMk id="158" creationId="{3A003594-A79D-42A1-9B77-91B2755888C9}"/>
          </ac:grpSpMkLst>
        </pc:grpChg>
        <pc:grpChg chg="del mod topLvl">
          <ac:chgData name="Khiroria, Adit" userId="125b7d01-0557-4756-b3b5-aac8221948e3" providerId="ADAL" clId="{2A534007-7919-4860-9D91-EF53D666E740}" dt="2022-06-30T14:26:42.961" v="3589" actId="165"/>
          <ac:grpSpMkLst>
            <pc:docMk/>
            <pc:sldMk cId="3683221257" sldId="4021"/>
            <ac:grpSpMk id="170" creationId="{44BE4792-6D01-483B-A3F2-F17C598F24A1}"/>
          </ac:grpSpMkLst>
        </pc:grpChg>
        <pc:grpChg chg="mod topLvl">
          <ac:chgData name="Khiroria, Adit" userId="125b7d01-0557-4756-b3b5-aac8221948e3" providerId="ADAL" clId="{2A534007-7919-4860-9D91-EF53D666E740}" dt="2022-06-30T14:26:51.406" v="3590" actId="1076"/>
          <ac:grpSpMkLst>
            <pc:docMk/>
            <pc:sldMk cId="3683221257" sldId="4021"/>
            <ac:grpSpMk id="171" creationId="{1827E1D1-ACBE-4B9C-8B02-8EF041FFAC75}"/>
          </ac:grpSpMkLst>
        </pc:grpChg>
        <pc:grpChg chg="mod topLvl">
          <ac:chgData name="Khiroria, Adit" userId="125b7d01-0557-4756-b3b5-aac8221948e3" providerId="ADAL" clId="{2A534007-7919-4860-9D91-EF53D666E740}" dt="2022-06-30T14:27:07.251" v="3594" actId="1076"/>
          <ac:grpSpMkLst>
            <pc:docMk/>
            <pc:sldMk cId="3683221257" sldId="4021"/>
            <ac:grpSpMk id="172" creationId="{4826BC1B-180B-487E-80B4-A80B52B8C797}"/>
          </ac:grpSpMkLst>
        </pc:grpChg>
        <pc:grpChg chg="mod topLvl">
          <ac:chgData name="Khiroria, Adit" userId="125b7d01-0557-4756-b3b5-aac8221948e3" providerId="ADAL" clId="{2A534007-7919-4860-9D91-EF53D666E740}" dt="2022-06-30T14:28:49.940" v="3620" actId="1076"/>
          <ac:grpSpMkLst>
            <pc:docMk/>
            <pc:sldMk cId="3683221257" sldId="4021"/>
            <ac:grpSpMk id="173" creationId="{999833D9-546D-44C1-9D5A-3F64FAFAC1C9}"/>
          </ac:grpSpMkLst>
        </pc:grpChg>
        <pc:grpChg chg="del mod topLvl">
          <ac:chgData name="Khiroria, Adit" userId="125b7d01-0557-4756-b3b5-aac8221948e3" providerId="ADAL" clId="{2A534007-7919-4860-9D91-EF53D666E740}" dt="2022-06-30T14:28:02.396" v="3606" actId="165"/>
          <ac:grpSpMkLst>
            <pc:docMk/>
            <pc:sldMk cId="3683221257" sldId="4021"/>
            <ac:grpSpMk id="175" creationId="{9BD11BFF-2B81-45C8-98DB-661D6F09485A}"/>
          </ac:grpSpMkLst>
        </pc:grpChg>
        <pc:grpChg chg="mod topLvl">
          <ac:chgData name="Khiroria, Adit" userId="125b7d01-0557-4756-b3b5-aac8221948e3" providerId="ADAL" clId="{2A534007-7919-4860-9D91-EF53D666E740}" dt="2022-06-30T14:28:09.229" v="3609" actId="1076"/>
          <ac:grpSpMkLst>
            <pc:docMk/>
            <pc:sldMk cId="3683221257" sldId="4021"/>
            <ac:grpSpMk id="178" creationId="{3B99758A-DC7F-4651-9DEA-F028F3C1ABEB}"/>
          </ac:grpSpMkLst>
        </pc:grpChg>
        <pc:grpChg chg="add del mod">
          <ac:chgData name="Khiroria, Adit" userId="125b7d01-0557-4756-b3b5-aac8221948e3" providerId="ADAL" clId="{2A534007-7919-4860-9D91-EF53D666E740}" dt="2022-06-30T14:25:38.882" v="3577"/>
          <ac:grpSpMkLst>
            <pc:docMk/>
            <pc:sldMk cId="3683221257" sldId="4021"/>
            <ac:grpSpMk id="191" creationId="{C06EC27B-9AF0-455F-977E-FC41C745B0C3}"/>
          </ac:grpSpMkLst>
        </pc:grpChg>
        <pc:grpChg chg="mod">
          <ac:chgData name="Khiroria, Adit" userId="125b7d01-0557-4756-b3b5-aac8221948e3" providerId="ADAL" clId="{2A534007-7919-4860-9D91-EF53D666E740}" dt="2022-06-30T14:25:36.678" v="3576"/>
          <ac:grpSpMkLst>
            <pc:docMk/>
            <pc:sldMk cId="3683221257" sldId="4021"/>
            <ac:grpSpMk id="192" creationId="{8FD6E610-F899-4B7B-8029-948057481169}"/>
          </ac:grpSpMkLst>
        </pc:grpChg>
        <pc:grpChg chg="mod">
          <ac:chgData name="Khiroria, Adit" userId="125b7d01-0557-4756-b3b5-aac8221948e3" providerId="ADAL" clId="{2A534007-7919-4860-9D91-EF53D666E740}" dt="2022-06-30T14:25:36.678" v="3576"/>
          <ac:grpSpMkLst>
            <pc:docMk/>
            <pc:sldMk cId="3683221257" sldId="4021"/>
            <ac:grpSpMk id="193" creationId="{D7697F38-BEE7-400E-99E9-01E93CFBCEC9}"/>
          </ac:grpSpMkLst>
        </pc:grpChg>
        <pc:grpChg chg="mod">
          <ac:chgData name="Khiroria, Adit" userId="125b7d01-0557-4756-b3b5-aac8221948e3" providerId="ADAL" clId="{2A534007-7919-4860-9D91-EF53D666E740}" dt="2022-06-30T14:25:36.678" v="3576"/>
          <ac:grpSpMkLst>
            <pc:docMk/>
            <pc:sldMk cId="3683221257" sldId="4021"/>
            <ac:grpSpMk id="205" creationId="{8D474415-A9BB-4FB0-AA88-BCAD3CDE81E7}"/>
          </ac:grpSpMkLst>
        </pc:grpChg>
        <pc:grpChg chg="mod">
          <ac:chgData name="Khiroria, Adit" userId="125b7d01-0557-4756-b3b5-aac8221948e3" providerId="ADAL" clId="{2A534007-7919-4860-9D91-EF53D666E740}" dt="2022-06-30T14:25:36.678" v="3576"/>
          <ac:grpSpMkLst>
            <pc:docMk/>
            <pc:sldMk cId="3683221257" sldId="4021"/>
            <ac:grpSpMk id="206" creationId="{6F1EF347-B2BD-49BD-9A7E-856D7A877A90}"/>
          </ac:grpSpMkLst>
        </pc:grpChg>
        <pc:grpChg chg="mod">
          <ac:chgData name="Khiroria, Adit" userId="125b7d01-0557-4756-b3b5-aac8221948e3" providerId="ADAL" clId="{2A534007-7919-4860-9D91-EF53D666E740}" dt="2022-06-30T14:25:36.678" v="3576"/>
          <ac:grpSpMkLst>
            <pc:docMk/>
            <pc:sldMk cId="3683221257" sldId="4021"/>
            <ac:grpSpMk id="207" creationId="{86226CB0-77D4-4FFD-9136-FFFB898E754F}"/>
          </ac:grpSpMkLst>
        </pc:grpChg>
        <pc:grpChg chg="mod">
          <ac:chgData name="Khiroria, Adit" userId="125b7d01-0557-4756-b3b5-aac8221948e3" providerId="ADAL" clId="{2A534007-7919-4860-9D91-EF53D666E740}" dt="2022-06-30T14:25:36.678" v="3576"/>
          <ac:grpSpMkLst>
            <pc:docMk/>
            <pc:sldMk cId="3683221257" sldId="4021"/>
            <ac:grpSpMk id="208" creationId="{B0958F71-E9DF-4633-825B-A3977D4AD416}"/>
          </ac:grpSpMkLst>
        </pc:grpChg>
        <pc:grpChg chg="mod">
          <ac:chgData name="Khiroria, Adit" userId="125b7d01-0557-4756-b3b5-aac8221948e3" providerId="ADAL" clId="{2A534007-7919-4860-9D91-EF53D666E740}" dt="2022-06-30T14:25:36.678" v="3576"/>
          <ac:grpSpMkLst>
            <pc:docMk/>
            <pc:sldMk cId="3683221257" sldId="4021"/>
            <ac:grpSpMk id="210" creationId="{ADC3AE9A-EA44-4611-A7F7-7159E478F5C6}"/>
          </ac:grpSpMkLst>
        </pc:grpChg>
        <pc:grpChg chg="mod">
          <ac:chgData name="Khiroria, Adit" userId="125b7d01-0557-4756-b3b5-aac8221948e3" providerId="ADAL" clId="{2A534007-7919-4860-9D91-EF53D666E740}" dt="2022-06-30T14:25:36.678" v="3576"/>
          <ac:grpSpMkLst>
            <pc:docMk/>
            <pc:sldMk cId="3683221257" sldId="4021"/>
            <ac:grpSpMk id="213" creationId="{8640984A-DF64-435B-ABD8-9801CE3216F2}"/>
          </ac:grpSpMkLst>
        </pc:grpChg>
        <pc:graphicFrameChg chg="add mod ord modVis">
          <ac:chgData name="Khiroria, Adit" userId="125b7d01-0557-4756-b3b5-aac8221948e3" providerId="ADAL" clId="{2A534007-7919-4860-9D91-EF53D666E740}" dt="2022-06-30T13:56:20.260" v="3518"/>
          <ac:graphicFrameMkLst>
            <pc:docMk/>
            <pc:sldMk cId="3683221257" sldId="4021"/>
            <ac:graphicFrameMk id="3" creationId="{10A29BEB-F34D-4138-A183-1CE52AFC3616}"/>
          </ac:graphicFrameMkLst>
        </pc:graphicFrameChg>
        <pc:picChg chg="mod">
          <ac:chgData name="Khiroria, Adit" userId="125b7d01-0557-4756-b3b5-aac8221948e3" providerId="ADAL" clId="{2A534007-7919-4860-9D91-EF53D666E740}" dt="2022-06-30T14:24:02.691" v="3556" actId="1076"/>
          <ac:picMkLst>
            <pc:docMk/>
            <pc:sldMk cId="3683221257" sldId="4021"/>
            <ac:picMk id="126" creationId="{ADF55494-72FD-4F21-A3BC-0FD76E0A6672}"/>
          </ac:picMkLst>
        </pc:picChg>
        <pc:picChg chg="mod">
          <ac:chgData name="Khiroria, Adit" userId="125b7d01-0557-4756-b3b5-aac8221948e3" providerId="ADAL" clId="{2A534007-7919-4860-9D91-EF53D666E740}" dt="2022-06-30T14:23:54.870" v="3553" actId="1076"/>
          <ac:picMkLst>
            <pc:docMk/>
            <pc:sldMk cId="3683221257" sldId="4021"/>
            <ac:picMk id="134" creationId="{09A01DBD-7635-4CA4-8EA8-F9DA66A41891}"/>
          </ac:picMkLst>
        </pc:picChg>
        <pc:picChg chg="del mod">
          <ac:chgData name="Khiroria, Adit" userId="125b7d01-0557-4756-b3b5-aac8221948e3" providerId="ADAL" clId="{2A534007-7919-4860-9D91-EF53D666E740}" dt="2022-06-30T14:24:38.781" v="3562" actId="478"/>
          <ac:picMkLst>
            <pc:docMk/>
            <pc:sldMk cId="3683221257" sldId="4021"/>
            <ac:picMk id="155" creationId="{81EBD498-C458-48DA-88C5-1C1001DB7A6F}"/>
          </ac:picMkLst>
        </pc:picChg>
        <pc:picChg chg="del mod topLvl">
          <ac:chgData name="Khiroria, Adit" userId="125b7d01-0557-4756-b3b5-aac8221948e3" providerId="ADAL" clId="{2A534007-7919-4860-9D91-EF53D666E740}" dt="2022-06-30T14:28:54.494" v="3622" actId="478"/>
          <ac:picMkLst>
            <pc:docMk/>
            <pc:sldMk cId="3683221257" sldId="4021"/>
            <ac:picMk id="174" creationId="{EC6E4272-E32D-4F30-BEFD-B96373B6B00E}"/>
          </ac:picMkLst>
        </pc:picChg>
        <pc:picChg chg="mod">
          <ac:chgData name="Khiroria, Adit" userId="125b7d01-0557-4756-b3b5-aac8221948e3" providerId="ADAL" clId="{2A534007-7919-4860-9D91-EF53D666E740}" dt="2022-06-30T14:28:35.018" v="3617" actId="14100"/>
          <ac:picMkLst>
            <pc:docMk/>
            <pc:sldMk cId="3683221257" sldId="4021"/>
            <ac:picMk id="182" creationId="{611B9B4A-8099-4280-8E0F-F069713FE755}"/>
          </ac:picMkLst>
        </pc:picChg>
        <pc:picChg chg="mod">
          <ac:chgData name="Khiroria, Adit" userId="125b7d01-0557-4756-b3b5-aac8221948e3" providerId="ADAL" clId="{2A534007-7919-4860-9D91-EF53D666E740}" dt="2022-06-30T14:25:36.678" v="3576"/>
          <ac:picMkLst>
            <pc:docMk/>
            <pc:sldMk cId="3683221257" sldId="4021"/>
            <ac:picMk id="209" creationId="{AABF2727-8F84-4EB8-899F-5B9C6E1AEDBF}"/>
          </ac:picMkLst>
        </pc:picChg>
        <pc:picChg chg="mod">
          <ac:chgData name="Khiroria, Adit" userId="125b7d01-0557-4756-b3b5-aac8221948e3" providerId="ADAL" clId="{2A534007-7919-4860-9D91-EF53D666E740}" dt="2022-06-30T14:25:36.678" v="3576"/>
          <ac:picMkLst>
            <pc:docMk/>
            <pc:sldMk cId="3683221257" sldId="4021"/>
            <ac:picMk id="217" creationId="{D92B80B1-D788-4CA5-ADE4-853E6210E0BC}"/>
          </ac:picMkLst>
        </pc:picChg>
        <pc:picChg chg="add del mod">
          <ac:chgData name="Khiroria, Adit" userId="125b7d01-0557-4756-b3b5-aac8221948e3" providerId="ADAL" clId="{2A534007-7919-4860-9D91-EF53D666E740}" dt="2022-06-30T14:26:00.075" v="3581" actId="478"/>
          <ac:picMkLst>
            <pc:docMk/>
            <pc:sldMk cId="3683221257" sldId="4021"/>
            <ac:picMk id="226" creationId="{3866CFFD-E24C-4573-B999-3BFEC8DA3843}"/>
          </ac:picMkLst>
        </pc:picChg>
        <pc:cxnChg chg="mod">
          <ac:chgData name="Khiroria, Adit" userId="125b7d01-0557-4756-b3b5-aac8221948e3" providerId="ADAL" clId="{2A534007-7919-4860-9D91-EF53D666E740}" dt="2022-06-30T14:22:42.586" v="3536" actId="165"/>
          <ac:cxnSpMkLst>
            <pc:docMk/>
            <pc:sldMk cId="3683221257" sldId="4021"/>
            <ac:cxnSpMk id="81" creationId="{8984ABBF-DF82-4BEC-BAE4-FC5F12DC1B86}"/>
          </ac:cxnSpMkLst>
        </pc:cxnChg>
        <pc:cxnChg chg="mod">
          <ac:chgData name="Khiroria, Adit" userId="125b7d01-0557-4756-b3b5-aac8221948e3" providerId="ADAL" clId="{2A534007-7919-4860-9D91-EF53D666E740}" dt="2022-06-30T14:22:42.586" v="3536" actId="165"/>
          <ac:cxnSpMkLst>
            <pc:docMk/>
            <pc:sldMk cId="3683221257" sldId="4021"/>
            <ac:cxnSpMk id="82" creationId="{9A010963-0D03-44F9-8B19-2836F76C6598}"/>
          </ac:cxnSpMkLst>
        </pc:cxnChg>
        <pc:cxnChg chg="mod">
          <ac:chgData name="Khiroria, Adit" userId="125b7d01-0557-4756-b3b5-aac8221948e3" providerId="ADAL" clId="{2A534007-7919-4860-9D91-EF53D666E740}" dt="2022-06-30T14:22:42.586" v="3536" actId="165"/>
          <ac:cxnSpMkLst>
            <pc:docMk/>
            <pc:sldMk cId="3683221257" sldId="4021"/>
            <ac:cxnSpMk id="83" creationId="{D7EF1947-F2E9-48BE-98C1-64936D02B334}"/>
          </ac:cxnSpMkLst>
        </pc:cxnChg>
        <pc:cxnChg chg="mod">
          <ac:chgData name="Khiroria, Adit" userId="125b7d01-0557-4756-b3b5-aac8221948e3" providerId="ADAL" clId="{2A534007-7919-4860-9D91-EF53D666E740}" dt="2022-06-30T14:22:42.586" v="3536" actId="165"/>
          <ac:cxnSpMkLst>
            <pc:docMk/>
            <pc:sldMk cId="3683221257" sldId="4021"/>
            <ac:cxnSpMk id="112" creationId="{B81D3178-A585-4F60-A195-A96FBA102897}"/>
          </ac:cxnSpMkLst>
        </pc:cxnChg>
        <pc:cxnChg chg="mod">
          <ac:chgData name="Khiroria, Adit" userId="125b7d01-0557-4756-b3b5-aac8221948e3" providerId="ADAL" clId="{2A534007-7919-4860-9D91-EF53D666E740}" dt="2022-06-30T14:22:42.586" v="3536" actId="165"/>
          <ac:cxnSpMkLst>
            <pc:docMk/>
            <pc:sldMk cId="3683221257" sldId="4021"/>
            <ac:cxnSpMk id="113" creationId="{DE1A8889-6DBE-44BD-BC2C-47C5CE7A67E2}"/>
          </ac:cxnSpMkLst>
        </pc:cxnChg>
        <pc:cxnChg chg="mod">
          <ac:chgData name="Khiroria, Adit" userId="125b7d01-0557-4756-b3b5-aac8221948e3" providerId="ADAL" clId="{2A534007-7919-4860-9D91-EF53D666E740}" dt="2022-06-30T14:22:42.586" v="3536" actId="165"/>
          <ac:cxnSpMkLst>
            <pc:docMk/>
            <pc:sldMk cId="3683221257" sldId="4021"/>
            <ac:cxnSpMk id="114" creationId="{6DE7E1F5-4130-459E-AD2C-549EE9B7012F}"/>
          </ac:cxnSpMkLst>
        </pc:cxnChg>
        <pc:cxnChg chg="mod">
          <ac:chgData name="Khiroria, Adit" userId="125b7d01-0557-4756-b3b5-aac8221948e3" providerId="ADAL" clId="{2A534007-7919-4860-9D91-EF53D666E740}" dt="2022-06-30T14:22:42.586" v="3536" actId="165"/>
          <ac:cxnSpMkLst>
            <pc:docMk/>
            <pc:sldMk cId="3683221257" sldId="4021"/>
            <ac:cxnSpMk id="118" creationId="{441A8A76-0D56-454B-91F9-454574790010}"/>
          </ac:cxnSpMkLst>
        </pc:cxnChg>
      </pc:sldChg>
      <pc:sldChg chg="addSp delSp modSp mod">
        <pc:chgData name="Khiroria, Adit" userId="125b7d01-0557-4756-b3b5-aac8221948e3" providerId="ADAL" clId="{2A534007-7919-4860-9D91-EF53D666E740}" dt="2022-06-30T14:30:06.241" v="3633" actId="14100"/>
        <pc:sldMkLst>
          <pc:docMk/>
          <pc:sldMk cId="4221800723" sldId="4030"/>
        </pc:sldMkLst>
        <pc:spChg chg="del mod ord">
          <ac:chgData name="Khiroria, Adit" userId="125b7d01-0557-4756-b3b5-aac8221948e3" providerId="ADAL" clId="{2A534007-7919-4860-9D91-EF53D666E740}" dt="2022-06-30T12:02:30.381" v="1802" actId="478"/>
          <ac:spMkLst>
            <pc:docMk/>
            <pc:sldMk cId="4221800723" sldId="4030"/>
            <ac:spMk id="2" creationId="{ACFBCFFE-3595-4163-91E6-406213D1C110}"/>
          </ac:spMkLst>
        </pc:spChg>
        <pc:spChg chg="mod ord">
          <ac:chgData name="Khiroria, Adit" userId="125b7d01-0557-4756-b3b5-aac8221948e3" providerId="ADAL" clId="{2A534007-7919-4860-9D91-EF53D666E740}" dt="2022-06-30T09:37:33.142" v="446"/>
          <ac:spMkLst>
            <pc:docMk/>
            <pc:sldMk cId="4221800723" sldId="4030"/>
            <ac:spMk id="3" creationId="{89E06F76-FBF9-41C6-88C3-1A5F05339F88}"/>
          </ac:spMkLst>
        </pc:spChg>
        <pc:spChg chg="mod">
          <ac:chgData name="Khiroria, Adit" userId="125b7d01-0557-4756-b3b5-aac8221948e3" providerId="ADAL" clId="{2A534007-7919-4860-9D91-EF53D666E740}" dt="2022-06-30T09:00:45.912" v="6" actId="165"/>
          <ac:spMkLst>
            <pc:docMk/>
            <pc:sldMk cId="4221800723" sldId="4030"/>
            <ac:spMk id="22" creationId="{A8061C92-D6C9-4938-8AB8-CD6757183E94}"/>
          </ac:spMkLst>
        </pc:spChg>
        <pc:spChg chg="mod">
          <ac:chgData name="Khiroria, Adit" userId="125b7d01-0557-4756-b3b5-aac8221948e3" providerId="ADAL" clId="{2A534007-7919-4860-9D91-EF53D666E740}" dt="2022-06-30T09:00:45.912" v="6" actId="165"/>
          <ac:spMkLst>
            <pc:docMk/>
            <pc:sldMk cId="4221800723" sldId="4030"/>
            <ac:spMk id="23" creationId="{BAB7AFA6-362B-4EA8-A5D8-1E5A6A73897E}"/>
          </ac:spMkLst>
        </pc:spChg>
        <pc:spChg chg="mod">
          <ac:chgData name="Khiroria, Adit" userId="125b7d01-0557-4756-b3b5-aac8221948e3" providerId="ADAL" clId="{2A534007-7919-4860-9D91-EF53D666E740}" dt="2022-06-30T09:00:45.912" v="6" actId="165"/>
          <ac:spMkLst>
            <pc:docMk/>
            <pc:sldMk cId="4221800723" sldId="4030"/>
            <ac:spMk id="24" creationId="{85C70436-72C4-4BA7-9AEE-680F5D3C7AB9}"/>
          </ac:spMkLst>
        </pc:spChg>
        <pc:spChg chg="mod">
          <ac:chgData name="Khiroria, Adit" userId="125b7d01-0557-4756-b3b5-aac8221948e3" providerId="ADAL" clId="{2A534007-7919-4860-9D91-EF53D666E740}" dt="2022-06-30T09:00:45.912" v="6" actId="165"/>
          <ac:spMkLst>
            <pc:docMk/>
            <pc:sldMk cId="4221800723" sldId="4030"/>
            <ac:spMk id="25" creationId="{A4482632-FBF6-4F8B-90AD-9F38892221AE}"/>
          </ac:spMkLst>
        </pc:spChg>
        <pc:spChg chg="mod">
          <ac:chgData name="Khiroria, Adit" userId="125b7d01-0557-4756-b3b5-aac8221948e3" providerId="ADAL" clId="{2A534007-7919-4860-9D91-EF53D666E740}" dt="2022-06-30T09:00:45.912" v="6" actId="165"/>
          <ac:spMkLst>
            <pc:docMk/>
            <pc:sldMk cId="4221800723" sldId="4030"/>
            <ac:spMk id="26" creationId="{8DADCA9B-B54A-4406-85C6-EFD32173DA7D}"/>
          </ac:spMkLst>
        </pc:spChg>
        <pc:spChg chg="mod">
          <ac:chgData name="Khiroria, Adit" userId="125b7d01-0557-4756-b3b5-aac8221948e3" providerId="ADAL" clId="{2A534007-7919-4860-9D91-EF53D666E740}" dt="2022-06-30T09:00:45.912" v="6" actId="165"/>
          <ac:spMkLst>
            <pc:docMk/>
            <pc:sldMk cId="4221800723" sldId="4030"/>
            <ac:spMk id="27" creationId="{1D63429A-E231-4AA9-BDF5-4B87F817F39B}"/>
          </ac:spMkLst>
        </pc:spChg>
        <pc:spChg chg="mod">
          <ac:chgData name="Khiroria, Adit" userId="125b7d01-0557-4756-b3b5-aac8221948e3" providerId="ADAL" clId="{2A534007-7919-4860-9D91-EF53D666E740}" dt="2022-06-30T09:00:45.912" v="6" actId="165"/>
          <ac:spMkLst>
            <pc:docMk/>
            <pc:sldMk cId="4221800723" sldId="4030"/>
            <ac:spMk id="28" creationId="{30E2AEFB-04D6-42D4-B9DB-D498A66FCA2C}"/>
          </ac:spMkLst>
        </pc:spChg>
        <pc:spChg chg="mod">
          <ac:chgData name="Khiroria, Adit" userId="125b7d01-0557-4756-b3b5-aac8221948e3" providerId="ADAL" clId="{2A534007-7919-4860-9D91-EF53D666E740}" dt="2022-06-30T09:00:45.912" v="6" actId="165"/>
          <ac:spMkLst>
            <pc:docMk/>
            <pc:sldMk cId="4221800723" sldId="4030"/>
            <ac:spMk id="29" creationId="{9C305398-8C30-4C7F-BF11-CD0DD1B381ED}"/>
          </ac:spMkLst>
        </pc:spChg>
        <pc:spChg chg="mod">
          <ac:chgData name="Khiroria, Adit" userId="125b7d01-0557-4756-b3b5-aac8221948e3" providerId="ADAL" clId="{2A534007-7919-4860-9D91-EF53D666E740}" dt="2022-06-30T09:00:45.912" v="6" actId="165"/>
          <ac:spMkLst>
            <pc:docMk/>
            <pc:sldMk cId="4221800723" sldId="4030"/>
            <ac:spMk id="30" creationId="{0F70C09B-2187-4495-B804-85A4D981FE05}"/>
          </ac:spMkLst>
        </pc:spChg>
        <pc:spChg chg="mod">
          <ac:chgData name="Khiroria, Adit" userId="125b7d01-0557-4756-b3b5-aac8221948e3" providerId="ADAL" clId="{2A534007-7919-4860-9D91-EF53D666E740}" dt="2022-06-30T09:00:45.912" v="6" actId="165"/>
          <ac:spMkLst>
            <pc:docMk/>
            <pc:sldMk cId="4221800723" sldId="4030"/>
            <ac:spMk id="31" creationId="{D0D719DC-8BB2-4D6D-917A-CF7F67020B43}"/>
          </ac:spMkLst>
        </pc:spChg>
        <pc:spChg chg="mod">
          <ac:chgData name="Khiroria, Adit" userId="125b7d01-0557-4756-b3b5-aac8221948e3" providerId="ADAL" clId="{2A534007-7919-4860-9D91-EF53D666E740}" dt="2022-06-30T09:00:45.912" v="6" actId="165"/>
          <ac:spMkLst>
            <pc:docMk/>
            <pc:sldMk cId="4221800723" sldId="4030"/>
            <ac:spMk id="32" creationId="{C8D0B6A7-2277-45C5-82FC-258ACE6901FA}"/>
          </ac:spMkLst>
        </pc:spChg>
        <pc:spChg chg="mod">
          <ac:chgData name="Khiroria, Adit" userId="125b7d01-0557-4756-b3b5-aac8221948e3" providerId="ADAL" clId="{2A534007-7919-4860-9D91-EF53D666E740}" dt="2022-06-30T09:00:45.912" v="6" actId="165"/>
          <ac:spMkLst>
            <pc:docMk/>
            <pc:sldMk cId="4221800723" sldId="4030"/>
            <ac:spMk id="33" creationId="{7784C90C-32E8-47F7-A7CE-61A62F1FE096}"/>
          </ac:spMkLst>
        </pc:spChg>
        <pc:spChg chg="mod">
          <ac:chgData name="Khiroria, Adit" userId="125b7d01-0557-4756-b3b5-aac8221948e3" providerId="ADAL" clId="{2A534007-7919-4860-9D91-EF53D666E740}" dt="2022-06-30T09:00:45.912" v="6" actId="165"/>
          <ac:spMkLst>
            <pc:docMk/>
            <pc:sldMk cId="4221800723" sldId="4030"/>
            <ac:spMk id="34" creationId="{DD01DAB9-3774-4F87-AD3F-A5E6E9945274}"/>
          </ac:spMkLst>
        </pc:spChg>
        <pc:spChg chg="mod">
          <ac:chgData name="Khiroria, Adit" userId="125b7d01-0557-4756-b3b5-aac8221948e3" providerId="ADAL" clId="{2A534007-7919-4860-9D91-EF53D666E740}" dt="2022-06-30T09:00:45.912" v="6" actId="165"/>
          <ac:spMkLst>
            <pc:docMk/>
            <pc:sldMk cId="4221800723" sldId="4030"/>
            <ac:spMk id="35" creationId="{503D479A-C101-4490-92A3-0CBDF436AC24}"/>
          </ac:spMkLst>
        </pc:spChg>
        <pc:spChg chg="mod">
          <ac:chgData name="Khiroria, Adit" userId="125b7d01-0557-4756-b3b5-aac8221948e3" providerId="ADAL" clId="{2A534007-7919-4860-9D91-EF53D666E740}" dt="2022-06-30T09:00:45.912" v="6" actId="165"/>
          <ac:spMkLst>
            <pc:docMk/>
            <pc:sldMk cId="4221800723" sldId="4030"/>
            <ac:spMk id="36" creationId="{5B977F2C-2C37-4BAD-819C-287A2BEC552B}"/>
          </ac:spMkLst>
        </pc:spChg>
        <pc:spChg chg="mod">
          <ac:chgData name="Khiroria, Adit" userId="125b7d01-0557-4756-b3b5-aac8221948e3" providerId="ADAL" clId="{2A534007-7919-4860-9D91-EF53D666E740}" dt="2022-06-30T09:00:45.912" v="6" actId="165"/>
          <ac:spMkLst>
            <pc:docMk/>
            <pc:sldMk cId="4221800723" sldId="4030"/>
            <ac:spMk id="37" creationId="{D80C4C59-2C1D-467B-8039-5B2AA4EE778B}"/>
          </ac:spMkLst>
        </pc:spChg>
        <pc:spChg chg="mod">
          <ac:chgData name="Khiroria, Adit" userId="125b7d01-0557-4756-b3b5-aac8221948e3" providerId="ADAL" clId="{2A534007-7919-4860-9D91-EF53D666E740}" dt="2022-06-30T09:00:45.912" v="6" actId="165"/>
          <ac:spMkLst>
            <pc:docMk/>
            <pc:sldMk cId="4221800723" sldId="4030"/>
            <ac:spMk id="38" creationId="{BA74FAD4-4C98-4CCF-8090-3C46197098F6}"/>
          </ac:spMkLst>
        </pc:spChg>
        <pc:spChg chg="mod">
          <ac:chgData name="Khiroria, Adit" userId="125b7d01-0557-4756-b3b5-aac8221948e3" providerId="ADAL" clId="{2A534007-7919-4860-9D91-EF53D666E740}" dt="2022-06-30T09:00:45.912" v="6" actId="165"/>
          <ac:spMkLst>
            <pc:docMk/>
            <pc:sldMk cId="4221800723" sldId="4030"/>
            <ac:spMk id="39" creationId="{00908446-5995-4F8D-A9B9-7D3609948E61}"/>
          </ac:spMkLst>
        </pc:spChg>
        <pc:spChg chg="mod">
          <ac:chgData name="Khiroria, Adit" userId="125b7d01-0557-4756-b3b5-aac8221948e3" providerId="ADAL" clId="{2A534007-7919-4860-9D91-EF53D666E740}" dt="2022-06-30T09:00:45.912" v="6" actId="165"/>
          <ac:spMkLst>
            <pc:docMk/>
            <pc:sldMk cId="4221800723" sldId="4030"/>
            <ac:spMk id="40" creationId="{40FA22A7-E85C-4E6F-A349-DFE2CD9C7A00}"/>
          </ac:spMkLst>
        </pc:spChg>
        <pc:spChg chg="mod">
          <ac:chgData name="Khiroria, Adit" userId="125b7d01-0557-4756-b3b5-aac8221948e3" providerId="ADAL" clId="{2A534007-7919-4860-9D91-EF53D666E740}" dt="2022-06-30T09:00:45.912" v="6" actId="165"/>
          <ac:spMkLst>
            <pc:docMk/>
            <pc:sldMk cId="4221800723" sldId="4030"/>
            <ac:spMk id="41" creationId="{875821E1-C8A7-4EBF-AA73-471723CFA28B}"/>
          </ac:spMkLst>
        </pc:spChg>
        <pc:spChg chg="mod">
          <ac:chgData name="Khiroria, Adit" userId="125b7d01-0557-4756-b3b5-aac8221948e3" providerId="ADAL" clId="{2A534007-7919-4860-9D91-EF53D666E740}" dt="2022-06-30T09:00:45.912" v="6" actId="165"/>
          <ac:spMkLst>
            <pc:docMk/>
            <pc:sldMk cId="4221800723" sldId="4030"/>
            <ac:spMk id="42" creationId="{6AF46A33-FDE0-479A-B75D-220CDD257E40}"/>
          </ac:spMkLst>
        </pc:spChg>
        <pc:spChg chg="mod">
          <ac:chgData name="Khiroria, Adit" userId="125b7d01-0557-4756-b3b5-aac8221948e3" providerId="ADAL" clId="{2A534007-7919-4860-9D91-EF53D666E740}" dt="2022-06-30T09:00:45.912" v="6" actId="165"/>
          <ac:spMkLst>
            <pc:docMk/>
            <pc:sldMk cId="4221800723" sldId="4030"/>
            <ac:spMk id="43" creationId="{CCEB3732-89B5-40E0-9C1B-B9BA7D076412}"/>
          </ac:spMkLst>
        </pc:spChg>
        <pc:spChg chg="mod">
          <ac:chgData name="Khiroria, Adit" userId="125b7d01-0557-4756-b3b5-aac8221948e3" providerId="ADAL" clId="{2A534007-7919-4860-9D91-EF53D666E740}" dt="2022-06-30T09:00:45.912" v="6" actId="165"/>
          <ac:spMkLst>
            <pc:docMk/>
            <pc:sldMk cId="4221800723" sldId="4030"/>
            <ac:spMk id="44" creationId="{739B0A98-6D1F-485E-9741-93E679D350A5}"/>
          </ac:spMkLst>
        </pc:spChg>
        <pc:spChg chg="mod">
          <ac:chgData name="Khiroria, Adit" userId="125b7d01-0557-4756-b3b5-aac8221948e3" providerId="ADAL" clId="{2A534007-7919-4860-9D91-EF53D666E740}" dt="2022-06-30T09:00:45.912" v="6" actId="165"/>
          <ac:spMkLst>
            <pc:docMk/>
            <pc:sldMk cId="4221800723" sldId="4030"/>
            <ac:spMk id="45" creationId="{3CC60340-782F-4804-AB8E-2C714A9C5C8D}"/>
          </ac:spMkLst>
        </pc:spChg>
        <pc:spChg chg="mod">
          <ac:chgData name="Khiroria, Adit" userId="125b7d01-0557-4756-b3b5-aac8221948e3" providerId="ADAL" clId="{2A534007-7919-4860-9D91-EF53D666E740}" dt="2022-06-30T09:00:45.912" v="6" actId="165"/>
          <ac:spMkLst>
            <pc:docMk/>
            <pc:sldMk cId="4221800723" sldId="4030"/>
            <ac:spMk id="46" creationId="{B0C9BBB5-67BD-4D33-B84C-28B5F5F4F06A}"/>
          </ac:spMkLst>
        </pc:spChg>
        <pc:spChg chg="mod">
          <ac:chgData name="Khiroria, Adit" userId="125b7d01-0557-4756-b3b5-aac8221948e3" providerId="ADAL" clId="{2A534007-7919-4860-9D91-EF53D666E740}" dt="2022-06-30T09:00:45.912" v="6" actId="165"/>
          <ac:spMkLst>
            <pc:docMk/>
            <pc:sldMk cId="4221800723" sldId="4030"/>
            <ac:spMk id="47" creationId="{A2AAC9A5-E8B6-4C4D-98A8-95245102B856}"/>
          </ac:spMkLst>
        </pc:spChg>
        <pc:spChg chg="mod">
          <ac:chgData name="Khiroria, Adit" userId="125b7d01-0557-4756-b3b5-aac8221948e3" providerId="ADAL" clId="{2A534007-7919-4860-9D91-EF53D666E740}" dt="2022-06-30T09:00:45.912" v="6" actId="165"/>
          <ac:spMkLst>
            <pc:docMk/>
            <pc:sldMk cId="4221800723" sldId="4030"/>
            <ac:spMk id="48" creationId="{D50BBB82-6089-465B-92E6-6DAEA66748AA}"/>
          </ac:spMkLst>
        </pc:spChg>
        <pc:spChg chg="mod">
          <ac:chgData name="Khiroria, Adit" userId="125b7d01-0557-4756-b3b5-aac8221948e3" providerId="ADAL" clId="{2A534007-7919-4860-9D91-EF53D666E740}" dt="2022-06-30T09:00:45.912" v="6" actId="165"/>
          <ac:spMkLst>
            <pc:docMk/>
            <pc:sldMk cId="4221800723" sldId="4030"/>
            <ac:spMk id="49" creationId="{2BF92B95-070F-4523-B73E-347CECB30506}"/>
          </ac:spMkLst>
        </pc:spChg>
        <pc:spChg chg="mod">
          <ac:chgData name="Khiroria, Adit" userId="125b7d01-0557-4756-b3b5-aac8221948e3" providerId="ADAL" clId="{2A534007-7919-4860-9D91-EF53D666E740}" dt="2022-06-30T09:00:45.912" v="6" actId="165"/>
          <ac:spMkLst>
            <pc:docMk/>
            <pc:sldMk cId="4221800723" sldId="4030"/>
            <ac:spMk id="50" creationId="{6C94AC5E-9711-4EBD-B16A-10F686AF16E8}"/>
          </ac:spMkLst>
        </pc:spChg>
        <pc:spChg chg="mod">
          <ac:chgData name="Khiroria, Adit" userId="125b7d01-0557-4756-b3b5-aac8221948e3" providerId="ADAL" clId="{2A534007-7919-4860-9D91-EF53D666E740}" dt="2022-06-30T11:47:25.139" v="884" actId="165"/>
          <ac:spMkLst>
            <pc:docMk/>
            <pc:sldMk cId="4221800723" sldId="4030"/>
            <ac:spMk id="51" creationId="{C9C93959-84AF-45BE-B0D2-3D5FBF7D8E5F}"/>
          </ac:spMkLst>
        </pc:spChg>
        <pc:spChg chg="mod">
          <ac:chgData name="Khiroria, Adit" userId="125b7d01-0557-4756-b3b5-aac8221948e3" providerId="ADAL" clId="{2A534007-7919-4860-9D91-EF53D666E740}" dt="2022-06-30T11:47:25.139" v="884" actId="165"/>
          <ac:spMkLst>
            <pc:docMk/>
            <pc:sldMk cId="4221800723" sldId="4030"/>
            <ac:spMk id="52" creationId="{274B5D2E-F872-4DEB-8D08-947F1B33E2E9}"/>
          </ac:spMkLst>
        </pc:spChg>
        <pc:spChg chg="mod">
          <ac:chgData name="Khiroria, Adit" userId="125b7d01-0557-4756-b3b5-aac8221948e3" providerId="ADAL" clId="{2A534007-7919-4860-9D91-EF53D666E740}" dt="2022-06-30T11:47:25.139" v="884" actId="165"/>
          <ac:spMkLst>
            <pc:docMk/>
            <pc:sldMk cId="4221800723" sldId="4030"/>
            <ac:spMk id="53" creationId="{AAD74E6A-8FC7-439A-9DCD-6651475F6811}"/>
          </ac:spMkLst>
        </pc:spChg>
        <pc:spChg chg="mod">
          <ac:chgData name="Khiroria, Adit" userId="125b7d01-0557-4756-b3b5-aac8221948e3" providerId="ADAL" clId="{2A534007-7919-4860-9D91-EF53D666E740}" dt="2022-06-30T11:47:25.139" v="884" actId="165"/>
          <ac:spMkLst>
            <pc:docMk/>
            <pc:sldMk cId="4221800723" sldId="4030"/>
            <ac:spMk id="54" creationId="{D946ABB1-9B87-4968-883B-025F802BC3E2}"/>
          </ac:spMkLst>
        </pc:spChg>
        <pc:spChg chg="mod">
          <ac:chgData name="Khiroria, Adit" userId="125b7d01-0557-4756-b3b5-aac8221948e3" providerId="ADAL" clId="{2A534007-7919-4860-9D91-EF53D666E740}" dt="2022-06-30T11:47:25.139" v="884" actId="165"/>
          <ac:spMkLst>
            <pc:docMk/>
            <pc:sldMk cId="4221800723" sldId="4030"/>
            <ac:spMk id="55" creationId="{C3B82114-4DA6-458B-974A-F433846F88EA}"/>
          </ac:spMkLst>
        </pc:spChg>
        <pc:spChg chg="mod">
          <ac:chgData name="Khiroria, Adit" userId="125b7d01-0557-4756-b3b5-aac8221948e3" providerId="ADAL" clId="{2A534007-7919-4860-9D91-EF53D666E740}" dt="2022-06-30T11:47:25.139" v="884" actId="165"/>
          <ac:spMkLst>
            <pc:docMk/>
            <pc:sldMk cId="4221800723" sldId="4030"/>
            <ac:spMk id="56" creationId="{41D6F327-79DD-4BD9-B2F5-7BEF580FC902}"/>
          </ac:spMkLst>
        </pc:spChg>
        <pc:spChg chg="mod">
          <ac:chgData name="Khiroria, Adit" userId="125b7d01-0557-4756-b3b5-aac8221948e3" providerId="ADAL" clId="{2A534007-7919-4860-9D91-EF53D666E740}" dt="2022-06-30T11:47:25.139" v="884" actId="165"/>
          <ac:spMkLst>
            <pc:docMk/>
            <pc:sldMk cId="4221800723" sldId="4030"/>
            <ac:spMk id="57" creationId="{8A72454E-DED3-4306-B9BB-DFE31EB96991}"/>
          </ac:spMkLst>
        </pc:spChg>
        <pc:spChg chg="mod">
          <ac:chgData name="Khiroria, Adit" userId="125b7d01-0557-4756-b3b5-aac8221948e3" providerId="ADAL" clId="{2A534007-7919-4860-9D91-EF53D666E740}" dt="2022-06-30T11:47:25.139" v="884" actId="165"/>
          <ac:spMkLst>
            <pc:docMk/>
            <pc:sldMk cId="4221800723" sldId="4030"/>
            <ac:spMk id="58" creationId="{E813BE90-727B-4B72-A359-7DF6D5699FF8}"/>
          </ac:spMkLst>
        </pc:spChg>
        <pc:spChg chg="mod">
          <ac:chgData name="Khiroria, Adit" userId="125b7d01-0557-4756-b3b5-aac8221948e3" providerId="ADAL" clId="{2A534007-7919-4860-9D91-EF53D666E740}" dt="2022-06-30T11:47:25.139" v="884" actId="165"/>
          <ac:spMkLst>
            <pc:docMk/>
            <pc:sldMk cId="4221800723" sldId="4030"/>
            <ac:spMk id="59" creationId="{58A7F31F-563B-4925-BE8C-04F97A3EB28B}"/>
          </ac:spMkLst>
        </pc:spChg>
        <pc:spChg chg="mod">
          <ac:chgData name="Khiroria, Adit" userId="125b7d01-0557-4756-b3b5-aac8221948e3" providerId="ADAL" clId="{2A534007-7919-4860-9D91-EF53D666E740}" dt="2022-06-30T11:47:25.139" v="884" actId="165"/>
          <ac:spMkLst>
            <pc:docMk/>
            <pc:sldMk cId="4221800723" sldId="4030"/>
            <ac:spMk id="60" creationId="{251144F2-6979-4DEF-81DF-7CB99A8ED9CB}"/>
          </ac:spMkLst>
        </pc:spChg>
        <pc:spChg chg="mod">
          <ac:chgData name="Khiroria, Adit" userId="125b7d01-0557-4756-b3b5-aac8221948e3" providerId="ADAL" clId="{2A534007-7919-4860-9D91-EF53D666E740}" dt="2022-06-30T11:47:25.139" v="884" actId="165"/>
          <ac:spMkLst>
            <pc:docMk/>
            <pc:sldMk cId="4221800723" sldId="4030"/>
            <ac:spMk id="61" creationId="{566FB313-EB40-4720-83B9-63C7F08AAFA0}"/>
          </ac:spMkLst>
        </pc:spChg>
        <pc:spChg chg="mod">
          <ac:chgData name="Khiroria, Adit" userId="125b7d01-0557-4756-b3b5-aac8221948e3" providerId="ADAL" clId="{2A534007-7919-4860-9D91-EF53D666E740}" dt="2022-06-30T11:47:25.139" v="884" actId="165"/>
          <ac:spMkLst>
            <pc:docMk/>
            <pc:sldMk cId="4221800723" sldId="4030"/>
            <ac:spMk id="62" creationId="{53A57615-F4FB-40EC-8AEE-E8CC0B65E489}"/>
          </ac:spMkLst>
        </pc:spChg>
        <pc:spChg chg="mod">
          <ac:chgData name="Khiroria, Adit" userId="125b7d01-0557-4756-b3b5-aac8221948e3" providerId="ADAL" clId="{2A534007-7919-4860-9D91-EF53D666E740}" dt="2022-06-30T11:47:25.139" v="884" actId="165"/>
          <ac:spMkLst>
            <pc:docMk/>
            <pc:sldMk cId="4221800723" sldId="4030"/>
            <ac:spMk id="63" creationId="{EF7059A5-EF2D-4F24-98D8-EECF84B7A4B0}"/>
          </ac:spMkLst>
        </pc:spChg>
        <pc:spChg chg="mod">
          <ac:chgData name="Khiroria, Adit" userId="125b7d01-0557-4756-b3b5-aac8221948e3" providerId="ADAL" clId="{2A534007-7919-4860-9D91-EF53D666E740}" dt="2022-06-30T11:47:25.139" v="884" actId="165"/>
          <ac:spMkLst>
            <pc:docMk/>
            <pc:sldMk cId="4221800723" sldId="4030"/>
            <ac:spMk id="64" creationId="{3B874B85-3F08-4069-A6D3-1163FA850C1B}"/>
          </ac:spMkLst>
        </pc:spChg>
        <pc:spChg chg="mod">
          <ac:chgData name="Khiroria, Adit" userId="125b7d01-0557-4756-b3b5-aac8221948e3" providerId="ADAL" clId="{2A534007-7919-4860-9D91-EF53D666E740}" dt="2022-06-30T11:47:25.139" v="884" actId="165"/>
          <ac:spMkLst>
            <pc:docMk/>
            <pc:sldMk cId="4221800723" sldId="4030"/>
            <ac:spMk id="65" creationId="{C61822AA-F85B-414D-91E7-D9DD4CD97FDA}"/>
          </ac:spMkLst>
        </pc:spChg>
        <pc:spChg chg="mod">
          <ac:chgData name="Khiroria, Adit" userId="125b7d01-0557-4756-b3b5-aac8221948e3" providerId="ADAL" clId="{2A534007-7919-4860-9D91-EF53D666E740}" dt="2022-06-30T11:57:41.183" v="1626" actId="948"/>
          <ac:spMkLst>
            <pc:docMk/>
            <pc:sldMk cId="4221800723" sldId="4030"/>
            <ac:spMk id="66" creationId="{842E14E8-DCF0-4845-9EA2-73ACA719299E}"/>
          </ac:spMkLst>
        </pc:spChg>
        <pc:spChg chg="mod">
          <ac:chgData name="Khiroria, Adit" userId="125b7d01-0557-4756-b3b5-aac8221948e3" providerId="ADAL" clId="{2A534007-7919-4860-9D91-EF53D666E740}" dt="2022-06-30T11:47:25.139" v="884" actId="165"/>
          <ac:spMkLst>
            <pc:docMk/>
            <pc:sldMk cId="4221800723" sldId="4030"/>
            <ac:spMk id="67" creationId="{6A5B0F3A-17CF-4EE7-B022-52286E14C876}"/>
          </ac:spMkLst>
        </pc:spChg>
        <pc:spChg chg="mod">
          <ac:chgData name="Khiroria, Adit" userId="125b7d01-0557-4756-b3b5-aac8221948e3" providerId="ADAL" clId="{2A534007-7919-4860-9D91-EF53D666E740}" dt="2022-06-30T11:47:25.139" v="884" actId="165"/>
          <ac:spMkLst>
            <pc:docMk/>
            <pc:sldMk cId="4221800723" sldId="4030"/>
            <ac:spMk id="68" creationId="{7724315D-1721-4A75-97DB-9E0426708DAB}"/>
          </ac:spMkLst>
        </pc:spChg>
        <pc:spChg chg="mod">
          <ac:chgData name="Khiroria, Adit" userId="125b7d01-0557-4756-b3b5-aac8221948e3" providerId="ADAL" clId="{2A534007-7919-4860-9D91-EF53D666E740}" dt="2022-06-30T11:47:25.139" v="884" actId="165"/>
          <ac:spMkLst>
            <pc:docMk/>
            <pc:sldMk cId="4221800723" sldId="4030"/>
            <ac:spMk id="69" creationId="{A7F8C70F-0D99-4D36-A609-601AEA2C4C42}"/>
          </ac:spMkLst>
        </pc:spChg>
        <pc:spChg chg="mod">
          <ac:chgData name="Khiroria, Adit" userId="125b7d01-0557-4756-b3b5-aac8221948e3" providerId="ADAL" clId="{2A534007-7919-4860-9D91-EF53D666E740}" dt="2022-06-30T11:47:25.139" v="884" actId="165"/>
          <ac:spMkLst>
            <pc:docMk/>
            <pc:sldMk cId="4221800723" sldId="4030"/>
            <ac:spMk id="70" creationId="{77D4CB37-F685-45A6-8DDD-D57661B15257}"/>
          </ac:spMkLst>
        </pc:spChg>
        <pc:spChg chg="mod">
          <ac:chgData name="Khiroria, Adit" userId="125b7d01-0557-4756-b3b5-aac8221948e3" providerId="ADAL" clId="{2A534007-7919-4860-9D91-EF53D666E740}" dt="2022-06-30T11:47:25.139" v="884" actId="165"/>
          <ac:spMkLst>
            <pc:docMk/>
            <pc:sldMk cId="4221800723" sldId="4030"/>
            <ac:spMk id="71" creationId="{1A1372C9-6883-4D9E-AA82-23FF02225136}"/>
          </ac:spMkLst>
        </pc:spChg>
        <pc:spChg chg="mod">
          <ac:chgData name="Khiroria, Adit" userId="125b7d01-0557-4756-b3b5-aac8221948e3" providerId="ADAL" clId="{2A534007-7919-4860-9D91-EF53D666E740}" dt="2022-06-30T11:47:25.139" v="884" actId="165"/>
          <ac:spMkLst>
            <pc:docMk/>
            <pc:sldMk cId="4221800723" sldId="4030"/>
            <ac:spMk id="72" creationId="{D773AE03-8941-4B14-BE4A-9DFDB2D31320}"/>
          </ac:spMkLst>
        </pc:spChg>
        <pc:spChg chg="mod">
          <ac:chgData name="Khiroria, Adit" userId="125b7d01-0557-4756-b3b5-aac8221948e3" providerId="ADAL" clId="{2A534007-7919-4860-9D91-EF53D666E740}" dt="2022-06-30T11:47:25.139" v="884" actId="165"/>
          <ac:spMkLst>
            <pc:docMk/>
            <pc:sldMk cId="4221800723" sldId="4030"/>
            <ac:spMk id="73" creationId="{04D584DC-6CE6-4441-9392-0E7C60C4F235}"/>
          </ac:spMkLst>
        </pc:spChg>
        <pc:spChg chg="mod">
          <ac:chgData name="Khiroria, Adit" userId="125b7d01-0557-4756-b3b5-aac8221948e3" providerId="ADAL" clId="{2A534007-7919-4860-9D91-EF53D666E740}" dt="2022-06-30T11:47:25.139" v="884" actId="165"/>
          <ac:spMkLst>
            <pc:docMk/>
            <pc:sldMk cId="4221800723" sldId="4030"/>
            <ac:spMk id="74" creationId="{A4673A95-800C-4B14-A81F-40459524D818}"/>
          </ac:spMkLst>
        </pc:spChg>
        <pc:spChg chg="mod">
          <ac:chgData name="Khiroria, Adit" userId="125b7d01-0557-4756-b3b5-aac8221948e3" providerId="ADAL" clId="{2A534007-7919-4860-9D91-EF53D666E740}" dt="2022-06-30T11:47:25.139" v="884" actId="165"/>
          <ac:spMkLst>
            <pc:docMk/>
            <pc:sldMk cId="4221800723" sldId="4030"/>
            <ac:spMk id="75" creationId="{C0414E89-61FC-4E1E-A750-708024257AA1}"/>
          </ac:spMkLst>
        </pc:spChg>
        <pc:spChg chg="add del mod modVis">
          <ac:chgData name="Khiroria, Adit" userId="125b7d01-0557-4756-b3b5-aac8221948e3" providerId="ADAL" clId="{2A534007-7919-4860-9D91-EF53D666E740}" dt="2022-06-30T09:37:33.162" v="466"/>
          <ac:spMkLst>
            <pc:docMk/>
            <pc:sldMk cId="4221800723" sldId="4030"/>
            <ac:spMk id="76" creationId="{CA2E3E77-7446-4325-90F1-8DC47D625E4A}"/>
          </ac:spMkLst>
        </pc:spChg>
        <pc:spChg chg="add mod">
          <ac:chgData name="Khiroria, Adit" userId="125b7d01-0557-4756-b3b5-aac8221948e3" providerId="ADAL" clId="{2A534007-7919-4860-9D91-EF53D666E740}" dt="2022-06-30T11:46:57.798" v="877" actId="164"/>
          <ac:spMkLst>
            <pc:docMk/>
            <pc:sldMk cId="4221800723" sldId="4030"/>
            <ac:spMk id="80" creationId="{8AB3790C-8B29-49AD-BDA9-C303F7DA46D1}"/>
          </ac:spMkLst>
        </pc:spChg>
        <pc:spChg chg="del mod topLvl">
          <ac:chgData name="Khiroria, Adit" userId="125b7d01-0557-4756-b3b5-aac8221948e3" providerId="ADAL" clId="{2A534007-7919-4860-9D91-EF53D666E740}" dt="2022-06-30T11:47:00.043" v="878" actId="478"/>
          <ac:spMkLst>
            <pc:docMk/>
            <pc:sldMk cId="4221800723" sldId="4030"/>
            <ac:spMk id="82" creationId="{F92BFD85-9D08-4236-9E71-138924037B9E}"/>
          </ac:spMkLst>
        </pc:spChg>
        <pc:spChg chg="del mod topLvl">
          <ac:chgData name="Khiroria, Adit" userId="125b7d01-0557-4756-b3b5-aac8221948e3" providerId="ADAL" clId="{2A534007-7919-4860-9D91-EF53D666E740}" dt="2022-06-30T11:47:00.043" v="878" actId="478"/>
          <ac:spMkLst>
            <pc:docMk/>
            <pc:sldMk cId="4221800723" sldId="4030"/>
            <ac:spMk id="83" creationId="{4D6A7F80-5673-423C-85CF-CFA81421D313}"/>
          </ac:spMkLst>
        </pc:spChg>
        <pc:spChg chg="del mod topLvl">
          <ac:chgData name="Khiroria, Adit" userId="125b7d01-0557-4756-b3b5-aac8221948e3" providerId="ADAL" clId="{2A534007-7919-4860-9D91-EF53D666E740}" dt="2022-06-30T11:47:00.043" v="878" actId="478"/>
          <ac:spMkLst>
            <pc:docMk/>
            <pc:sldMk cId="4221800723" sldId="4030"/>
            <ac:spMk id="84" creationId="{9F56FBD7-9614-49A3-8514-461CD322D79C}"/>
          </ac:spMkLst>
        </pc:spChg>
        <pc:spChg chg="del mod topLvl">
          <ac:chgData name="Khiroria, Adit" userId="125b7d01-0557-4756-b3b5-aac8221948e3" providerId="ADAL" clId="{2A534007-7919-4860-9D91-EF53D666E740}" dt="2022-06-30T11:47:00.043" v="878" actId="478"/>
          <ac:spMkLst>
            <pc:docMk/>
            <pc:sldMk cId="4221800723" sldId="4030"/>
            <ac:spMk id="85" creationId="{0B01F9AE-EFC0-49A1-8AE9-65FD2BB70E86}"/>
          </ac:spMkLst>
        </pc:spChg>
        <pc:spChg chg="del mod topLvl">
          <ac:chgData name="Khiroria, Adit" userId="125b7d01-0557-4756-b3b5-aac8221948e3" providerId="ADAL" clId="{2A534007-7919-4860-9D91-EF53D666E740}" dt="2022-06-30T11:47:00.043" v="878" actId="478"/>
          <ac:spMkLst>
            <pc:docMk/>
            <pc:sldMk cId="4221800723" sldId="4030"/>
            <ac:spMk id="86" creationId="{F1DDAC59-214B-4024-BF72-66A288CCB591}"/>
          </ac:spMkLst>
        </pc:spChg>
        <pc:spChg chg="del mod topLvl">
          <ac:chgData name="Khiroria, Adit" userId="125b7d01-0557-4756-b3b5-aac8221948e3" providerId="ADAL" clId="{2A534007-7919-4860-9D91-EF53D666E740}" dt="2022-06-30T11:47:00.043" v="878" actId="478"/>
          <ac:spMkLst>
            <pc:docMk/>
            <pc:sldMk cId="4221800723" sldId="4030"/>
            <ac:spMk id="87" creationId="{BCF1D1D4-B55E-4347-9A05-C147667AB76D}"/>
          </ac:spMkLst>
        </pc:spChg>
        <pc:spChg chg="del mod topLvl">
          <ac:chgData name="Khiroria, Adit" userId="125b7d01-0557-4756-b3b5-aac8221948e3" providerId="ADAL" clId="{2A534007-7919-4860-9D91-EF53D666E740}" dt="2022-06-30T11:47:00.043" v="878" actId="478"/>
          <ac:spMkLst>
            <pc:docMk/>
            <pc:sldMk cId="4221800723" sldId="4030"/>
            <ac:spMk id="88" creationId="{93AE6235-E1CD-4890-B743-2B06A4133B08}"/>
          </ac:spMkLst>
        </pc:spChg>
        <pc:spChg chg="del mod topLvl">
          <ac:chgData name="Khiroria, Adit" userId="125b7d01-0557-4756-b3b5-aac8221948e3" providerId="ADAL" clId="{2A534007-7919-4860-9D91-EF53D666E740}" dt="2022-06-30T11:47:00.043" v="878" actId="478"/>
          <ac:spMkLst>
            <pc:docMk/>
            <pc:sldMk cId="4221800723" sldId="4030"/>
            <ac:spMk id="89" creationId="{80660234-B487-4216-82D2-3EADDEC4F01D}"/>
          </ac:spMkLst>
        </pc:spChg>
        <pc:spChg chg="mod">
          <ac:chgData name="Khiroria, Adit" userId="125b7d01-0557-4756-b3b5-aac8221948e3" providerId="ADAL" clId="{2A534007-7919-4860-9D91-EF53D666E740}" dt="2022-06-30T11:44:41.189" v="811" actId="165"/>
          <ac:spMkLst>
            <pc:docMk/>
            <pc:sldMk cId="4221800723" sldId="4030"/>
            <ac:spMk id="91" creationId="{8F6DE3E2-8432-4D8F-80D2-974CAF4A86CE}"/>
          </ac:spMkLst>
        </pc:spChg>
        <pc:spChg chg="mod">
          <ac:chgData name="Khiroria, Adit" userId="125b7d01-0557-4756-b3b5-aac8221948e3" providerId="ADAL" clId="{2A534007-7919-4860-9D91-EF53D666E740}" dt="2022-06-30T11:44:41.189" v="811" actId="165"/>
          <ac:spMkLst>
            <pc:docMk/>
            <pc:sldMk cId="4221800723" sldId="4030"/>
            <ac:spMk id="92" creationId="{D4AAEC60-326F-4F48-A91B-87A38D2577FB}"/>
          </ac:spMkLst>
        </pc:spChg>
        <pc:spChg chg="mod">
          <ac:chgData name="Khiroria, Adit" userId="125b7d01-0557-4756-b3b5-aac8221948e3" providerId="ADAL" clId="{2A534007-7919-4860-9D91-EF53D666E740}" dt="2022-06-30T11:44:41.189" v="811" actId="165"/>
          <ac:spMkLst>
            <pc:docMk/>
            <pc:sldMk cId="4221800723" sldId="4030"/>
            <ac:spMk id="93" creationId="{AAAC3F55-1C30-4780-AEF3-FEEC7C1A1099}"/>
          </ac:spMkLst>
        </pc:spChg>
        <pc:spChg chg="mod">
          <ac:chgData name="Khiroria, Adit" userId="125b7d01-0557-4756-b3b5-aac8221948e3" providerId="ADAL" clId="{2A534007-7919-4860-9D91-EF53D666E740}" dt="2022-06-30T11:44:41.189" v="811" actId="165"/>
          <ac:spMkLst>
            <pc:docMk/>
            <pc:sldMk cId="4221800723" sldId="4030"/>
            <ac:spMk id="94" creationId="{684F9210-603B-4E6F-A646-103DCAFCC325}"/>
          </ac:spMkLst>
        </pc:spChg>
        <pc:spChg chg="mod">
          <ac:chgData name="Khiroria, Adit" userId="125b7d01-0557-4756-b3b5-aac8221948e3" providerId="ADAL" clId="{2A534007-7919-4860-9D91-EF53D666E740}" dt="2022-06-30T11:44:41.189" v="811" actId="165"/>
          <ac:spMkLst>
            <pc:docMk/>
            <pc:sldMk cId="4221800723" sldId="4030"/>
            <ac:spMk id="95" creationId="{F0E63387-11F5-4E92-9B4A-B2C3EB387D0F}"/>
          </ac:spMkLst>
        </pc:spChg>
        <pc:spChg chg="mod">
          <ac:chgData name="Khiroria, Adit" userId="125b7d01-0557-4756-b3b5-aac8221948e3" providerId="ADAL" clId="{2A534007-7919-4860-9D91-EF53D666E740}" dt="2022-06-30T11:44:41.189" v="811" actId="165"/>
          <ac:spMkLst>
            <pc:docMk/>
            <pc:sldMk cId="4221800723" sldId="4030"/>
            <ac:spMk id="96" creationId="{5AE4BC75-31DD-4B58-8215-A2DE70569029}"/>
          </ac:spMkLst>
        </pc:spChg>
        <pc:spChg chg="mod">
          <ac:chgData name="Khiroria, Adit" userId="125b7d01-0557-4756-b3b5-aac8221948e3" providerId="ADAL" clId="{2A534007-7919-4860-9D91-EF53D666E740}" dt="2022-06-30T11:44:41.189" v="811" actId="165"/>
          <ac:spMkLst>
            <pc:docMk/>
            <pc:sldMk cId="4221800723" sldId="4030"/>
            <ac:spMk id="97" creationId="{FDA294A7-27B1-4BB0-8154-BDCC6FC49E85}"/>
          </ac:spMkLst>
        </pc:spChg>
        <pc:spChg chg="mod">
          <ac:chgData name="Khiroria, Adit" userId="125b7d01-0557-4756-b3b5-aac8221948e3" providerId="ADAL" clId="{2A534007-7919-4860-9D91-EF53D666E740}" dt="2022-06-30T11:44:41.189" v="811" actId="165"/>
          <ac:spMkLst>
            <pc:docMk/>
            <pc:sldMk cId="4221800723" sldId="4030"/>
            <ac:spMk id="98" creationId="{6FB43179-DBB9-4AC9-816E-ACB04802B597}"/>
          </ac:spMkLst>
        </pc:spChg>
        <pc:spChg chg="mod">
          <ac:chgData name="Khiroria, Adit" userId="125b7d01-0557-4756-b3b5-aac8221948e3" providerId="ADAL" clId="{2A534007-7919-4860-9D91-EF53D666E740}" dt="2022-06-30T11:43:40.788" v="795"/>
          <ac:spMkLst>
            <pc:docMk/>
            <pc:sldMk cId="4221800723" sldId="4030"/>
            <ac:spMk id="109" creationId="{3E6741FF-5FC0-4316-AE0E-2CE31622E776}"/>
          </ac:spMkLst>
        </pc:spChg>
        <pc:spChg chg="mod">
          <ac:chgData name="Khiroria, Adit" userId="125b7d01-0557-4756-b3b5-aac8221948e3" providerId="ADAL" clId="{2A534007-7919-4860-9D91-EF53D666E740}" dt="2022-06-30T11:43:40.788" v="795"/>
          <ac:spMkLst>
            <pc:docMk/>
            <pc:sldMk cId="4221800723" sldId="4030"/>
            <ac:spMk id="111" creationId="{1DF63A88-5A8D-493B-A783-502EECF23226}"/>
          </ac:spMkLst>
        </pc:spChg>
        <pc:spChg chg="mod">
          <ac:chgData name="Khiroria, Adit" userId="125b7d01-0557-4756-b3b5-aac8221948e3" providerId="ADAL" clId="{2A534007-7919-4860-9D91-EF53D666E740}" dt="2022-06-30T11:43:40.788" v="795"/>
          <ac:spMkLst>
            <pc:docMk/>
            <pc:sldMk cId="4221800723" sldId="4030"/>
            <ac:spMk id="116" creationId="{2C9661DC-2B73-410A-8019-DB8D79C0FF58}"/>
          </ac:spMkLst>
        </pc:spChg>
        <pc:spChg chg="mod">
          <ac:chgData name="Khiroria, Adit" userId="125b7d01-0557-4756-b3b5-aac8221948e3" providerId="ADAL" clId="{2A534007-7919-4860-9D91-EF53D666E740}" dt="2022-06-30T11:43:40.788" v="795"/>
          <ac:spMkLst>
            <pc:docMk/>
            <pc:sldMk cId="4221800723" sldId="4030"/>
            <ac:spMk id="125" creationId="{6EF2106A-0773-49EA-B469-A915DE69B989}"/>
          </ac:spMkLst>
        </pc:spChg>
        <pc:spChg chg="mod">
          <ac:chgData name="Khiroria, Adit" userId="125b7d01-0557-4756-b3b5-aac8221948e3" providerId="ADAL" clId="{2A534007-7919-4860-9D91-EF53D666E740}" dt="2022-06-30T11:43:40.788" v="795"/>
          <ac:spMkLst>
            <pc:docMk/>
            <pc:sldMk cId="4221800723" sldId="4030"/>
            <ac:spMk id="126" creationId="{FAD08031-B344-481A-AC25-26CC7993790F}"/>
          </ac:spMkLst>
        </pc:spChg>
        <pc:spChg chg="mod">
          <ac:chgData name="Khiroria, Adit" userId="125b7d01-0557-4756-b3b5-aac8221948e3" providerId="ADAL" clId="{2A534007-7919-4860-9D91-EF53D666E740}" dt="2022-06-30T11:43:40.788" v="795"/>
          <ac:spMkLst>
            <pc:docMk/>
            <pc:sldMk cId="4221800723" sldId="4030"/>
            <ac:spMk id="127" creationId="{652AE8E0-AEF3-40B3-B6D8-71DEEF864FD6}"/>
          </ac:spMkLst>
        </pc:spChg>
        <pc:spChg chg="mod">
          <ac:chgData name="Khiroria, Adit" userId="125b7d01-0557-4756-b3b5-aac8221948e3" providerId="ADAL" clId="{2A534007-7919-4860-9D91-EF53D666E740}" dt="2022-06-30T11:43:40.788" v="795"/>
          <ac:spMkLst>
            <pc:docMk/>
            <pc:sldMk cId="4221800723" sldId="4030"/>
            <ac:spMk id="128" creationId="{5ACA47F8-E7F3-48CC-8852-02F441FAFE80}"/>
          </ac:spMkLst>
        </pc:spChg>
        <pc:spChg chg="mod">
          <ac:chgData name="Khiroria, Adit" userId="125b7d01-0557-4756-b3b5-aac8221948e3" providerId="ADAL" clId="{2A534007-7919-4860-9D91-EF53D666E740}" dt="2022-06-30T11:43:40.788" v="795"/>
          <ac:spMkLst>
            <pc:docMk/>
            <pc:sldMk cId="4221800723" sldId="4030"/>
            <ac:spMk id="129" creationId="{0A7924A4-4799-466C-8DCF-5AD5A0CDEC73}"/>
          </ac:spMkLst>
        </pc:spChg>
        <pc:spChg chg="mod">
          <ac:chgData name="Khiroria, Adit" userId="125b7d01-0557-4756-b3b5-aac8221948e3" providerId="ADAL" clId="{2A534007-7919-4860-9D91-EF53D666E740}" dt="2022-06-30T11:43:40.788" v="795"/>
          <ac:spMkLst>
            <pc:docMk/>
            <pc:sldMk cId="4221800723" sldId="4030"/>
            <ac:spMk id="130" creationId="{D47B1166-87B4-40DB-AF37-6D31A1CF16D5}"/>
          </ac:spMkLst>
        </pc:spChg>
        <pc:spChg chg="mod">
          <ac:chgData name="Khiroria, Adit" userId="125b7d01-0557-4756-b3b5-aac8221948e3" providerId="ADAL" clId="{2A534007-7919-4860-9D91-EF53D666E740}" dt="2022-06-30T11:43:40.788" v="795"/>
          <ac:spMkLst>
            <pc:docMk/>
            <pc:sldMk cId="4221800723" sldId="4030"/>
            <ac:spMk id="131" creationId="{CB986C82-0011-4C64-AE41-AAB3654DC60E}"/>
          </ac:spMkLst>
        </pc:spChg>
        <pc:spChg chg="mod">
          <ac:chgData name="Khiroria, Adit" userId="125b7d01-0557-4756-b3b5-aac8221948e3" providerId="ADAL" clId="{2A534007-7919-4860-9D91-EF53D666E740}" dt="2022-06-30T11:43:40.788" v="795"/>
          <ac:spMkLst>
            <pc:docMk/>
            <pc:sldMk cId="4221800723" sldId="4030"/>
            <ac:spMk id="132" creationId="{A3D0CE34-0B07-427E-B81F-AEB8EB768239}"/>
          </ac:spMkLst>
        </pc:spChg>
        <pc:spChg chg="mod">
          <ac:chgData name="Khiroria, Adit" userId="125b7d01-0557-4756-b3b5-aac8221948e3" providerId="ADAL" clId="{2A534007-7919-4860-9D91-EF53D666E740}" dt="2022-06-30T11:43:40.788" v="795"/>
          <ac:spMkLst>
            <pc:docMk/>
            <pc:sldMk cId="4221800723" sldId="4030"/>
            <ac:spMk id="133" creationId="{7B30FC96-0E76-4677-BBF9-6A06844BE433}"/>
          </ac:spMkLst>
        </pc:spChg>
        <pc:spChg chg="mod">
          <ac:chgData name="Khiroria, Adit" userId="125b7d01-0557-4756-b3b5-aac8221948e3" providerId="ADAL" clId="{2A534007-7919-4860-9D91-EF53D666E740}" dt="2022-06-30T11:43:40.788" v="795"/>
          <ac:spMkLst>
            <pc:docMk/>
            <pc:sldMk cId="4221800723" sldId="4030"/>
            <ac:spMk id="134" creationId="{E8AA1644-7220-4203-97E4-D7263E29C90A}"/>
          </ac:spMkLst>
        </pc:spChg>
        <pc:spChg chg="mod">
          <ac:chgData name="Khiroria, Adit" userId="125b7d01-0557-4756-b3b5-aac8221948e3" providerId="ADAL" clId="{2A534007-7919-4860-9D91-EF53D666E740}" dt="2022-06-30T11:43:40.788" v="795"/>
          <ac:spMkLst>
            <pc:docMk/>
            <pc:sldMk cId="4221800723" sldId="4030"/>
            <ac:spMk id="135" creationId="{B7DA1F8C-E6A9-4533-891C-633189ADE8D2}"/>
          </ac:spMkLst>
        </pc:spChg>
        <pc:spChg chg="mod">
          <ac:chgData name="Khiroria, Adit" userId="125b7d01-0557-4756-b3b5-aac8221948e3" providerId="ADAL" clId="{2A534007-7919-4860-9D91-EF53D666E740}" dt="2022-06-30T11:43:40.788" v="795"/>
          <ac:spMkLst>
            <pc:docMk/>
            <pc:sldMk cId="4221800723" sldId="4030"/>
            <ac:spMk id="136" creationId="{6545140F-3E16-4039-B832-EF1AE616AB67}"/>
          </ac:spMkLst>
        </pc:spChg>
        <pc:spChg chg="mod">
          <ac:chgData name="Khiroria, Adit" userId="125b7d01-0557-4756-b3b5-aac8221948e3" providerId="ADAL" clId="{2A534007-7919-4860-9D91-EF53D666E740}" dt="2022-06-30T11:43:40.788" v="795"/>
          <ac:spMkLst>
            <pc:docMk/>
            <pc:sldMk cId="4221800723" sldId="4030"/>
            <ac:spMk id="137" creationId="{BD5ECD70-3E12-43DE-85E6-4A8438848933}"/>
          </ac:spMkLst>
        </pc:spChg>
        <pc:spChg chg="mod">
          <ac:chgData name="Khiroria, Adit" userId="125b7d01-0557-4756-b3b5-aac8221948e3" providerId="ADAL" clId="{2A534007-7919-4860-9D91-EF53D666E740}" dt="2022-06-30T11:43:40.788" v="795"/>
          <ac:spMkLst>
            <pc:docMk/>
            <pc:sldMk cId="4221800723" sldId="4030"/>
            <ac:spMk id="138" creationId="{F0DE7B38-4CB7-421D-98F5-AF87191C21AB}"/>
          </ac:spMkLst>
        </pc:spChg>
        <pc:spChg chg="mod">
          <ac:chgData name="Khiroria, Adit" userId="125b7d01-0557-4756-b3b5-aac8221948e3" providerId="ADAL" clId="{2A534007-7919-4860-9D91-EF53D666E740}" dt="2022-06-30T11:43:40.788" v="795"/>
          <ac:spMkLst>
            <pc:docMk/>
            <pc:sldMk cId="4221800723" sldId="4030"/>
            <ac:spMk id="139" creationId="{881A6B75-59EA-4314-9364-41C9C4406A48}"/>
          </ac:spMkLst>
        </pc:spChg>
        <pc:spChg chg="mod">
          <ac:chgData name="Khiroria, Adit" userId="125b7d01-0557-4756-b3b5-aac8221948e3" providerId="ADAL" clId="{2A534007-7919-4860-9D91-EF53D666E740}" dt="2022-06-30T11:43:40.788" v="795"/>
          <ac:spMkLst>
            <pc:docMk/>
            <pc:sldMk cId="4221800723" sldId="4030"/>
            <ac:spMk id="140" creationId="{B528549E-3FEA-4880-9F73-16F3F56D0B08}"/>
          </ac:spMkLst>
        </pc:spChg>
        <pc:spChg chg="add del mod">
          <ac:chgData name="Khiroria, Adit" userId="125b7d01-0557-4756-b3b5-aac8221948e3" providerId="ADAL" clId="{2A534007-7919-4860-9D91-EF53D666E740}" dt="2022-06-30T13:55:25.289" v="3134" actId="478"/>
          <ac:spMkLst>
            <pc:docMk/>
            <pc:sldMk cId="4221800723" sldId="4030"/>
            <ac:spMk id="149" creationId="{F71CA833-F241-4CCA-B5C2-29235C11CF38}"/>
          </ac:spMkLst>
        </pc:spChg>
        <pc:spChg chg="add del mod">
          <ac:chgData name="Khiroria, Adit" userId="125b7d01-0557-4756-b3b5-aac8221948e3" providerId="ADAL" clId="{2A534007-7919-4860-9D91-EF53D666E740}" dt="2022-06-30T12:01:19.537" v="1646" actId="478"/>
          <ac:spMkLst>
            <pc:docMk/>
            <pc:sldMk cId="4221800723" sldId="4030"/>
            <ac:spMk id="150" creationId="{8BE3C7A7-350A-4643-8F10-CA294BAE19A7}"/>
          </ac:spMkLst>
        </pc:spChg>
        <pc:spChg chg="add del mod">
          <ac:chgData name="Khiroria, Adit" userId="125b7d01-0557-4756-b3b5-aac8221948e3" providerId="ADAL" clId="{2A534007-7919-4860-9D91-EF53D666E740}" dt="2022-06-30T12:01:19.537" v="1646" actId="478"/>
          <ac:spMkLst>
            <pc:docMk/>
            <pc:sldMk cId="4221800723" sldId="4030"/>
            <ac:spMk id="151" creationId="{516141A4-CCB9-43B3-B8A8-D8053EC14AFE}"/>
          </ac:spMkLst>
        </pc:spChg>
        <pc:spChg chg="add del mod">
          <ac:chgData name="Khiroria, Adit" userId="125b7d01-0557-4756-b3b5-aac8221948e3" providerId="ADAL" clId="{2A534007-7919-4860-9D91-EF53D666E740}" dt="2022-06-30T12:01:19.537" v="1646" actId="478"/>
          <ac:spMkLst>
            <pc:docMk/>
            <pc:sldMk cId="4221800723" sldId="4030"/>
            <ac:spMk id="152" creationId="{1155ACF1-2D9F-410E-8FC3-C58795A2B837}"/>
          </ac:spMkLst>
        </pc:spChg>
        <pc:spChg chg="add del mod">
          <ac:chgData name="Khiroria, Adit" userId="125b7d01-0557-4756-b3b5-aac8221948e3" providerId="ADAL" clId="{2A534007-7919-4860-9D91-EF53D666E740}" dt="2022-06-30T12:01:19.537" v="1646" actId="478"/>
          <ac:spMkLst>
            <pc:docMk/>
            <pc:sldMk cId="4221800723" sldId="4030"/>
            <ac:spMk id="153" creationId="{7EFF84A4-A152-4F60-9DDD-0B558A9A33BB}"/>
          </ac:spMkLst>
        </pc:spChg>
        <pc:spChg chg="add del mod">
          <ac:chgData name="Khiroria, Adit" userId="125b7d01-0557-4756-b3b5-aac8221948e3" providerId="ADAL" clId="{2A534007-7919-4860-9D91-EF53D666E740}" dt="2022-06-30T12:01:23.420" v="1648" actId="478"/>
          <ac:spMkLst>
            <pc:docMk/>
            <pc:sldMk cId="4221800723" sldId="4030"/>
            <ac:spMk id="154" creationId="{F559A963-DC35-4641-BB09-C9E6E7951EA1}"/>
          </ac:spMkLst>
        </pc:spChg>
        <pc:spChg chg="add del mod">
          <ac:chgData name="Khiroria, Adit" userId="125b7d01-0557-4756-b3b5-aac8221948e3" providerId="ADAL" clId="{2A534007-7919-4860-9D91-EF53D666E740}" dt="2022-06-30T12:01:22.742" v="1647" actId="478"/>
          <ac:spMkLst>
            <pc:docMk/>
            <pc:sldMk cId="4221800723" sldId="4030"/>
            <ac:spMk id="155" creationId="{AB2A3BD7-9548-4960-94C2-365BFFB368D8}"/>
          </ac:spMkLst>
        </pc:spChg>
        <pc:spChg chg="add mod">
          <ac:chgData name="Khiroria, Adit" userId="125b7d01-0557-4756-b3b5-aac8221948e3" providerId="ADAL" clId="{2A534007-7919-4860-9D91-EF53D666E740}" dt="2022-06-30T11:48:03.932" v="895" actId="14100"/>
          <ac:spMkLst>
            <pc:docMk/>
            <pc:sldMk cId="4221800723" sldId="4030"/>
            <ac:spMk id="157" creationId="{7FC6A7F5-66CA-4D80-9459-3E6DC317AC23}"/>
          </ac:spMkLst>
        </pc:spChg>
        <pc:spChg chg="add mod">
          <ac:chgData name="Khiroria, Adit" userId="125b7d01-0557-4756-b3b5-aac8221948e3" providerId="ADAL" clId="{2A534007-7919-4860-9D91-EF53D666E740}" dt="2022-06-30T11:55:39.827" v="1474" actId="207"/>
          <ac:spMkLst>
            <pc:docMk/>
            <pc:sldMk cId="4221800723" sldId="4030"/>
            <ac:spMk id="159" creationId="{E13FEC8C-A364-452E-9BFE-00C697610D87}"/>
          </ac:spMkLst>
        </pc:spChg>
        <pc:spChg chg="add mod">
          <ac:chgData name="Khiroria, Adit" userId="125b7d01-0557-4756-b3b5-aac8221948e3" providerId="ADAL" clId="{2A534007-7919-4860-9D91-EF53D666E740}" dt="2022-06-30T11:55:39.827" v="1474" actId="207"/>
          <ac:spMkLst>
            <pc:docMk/>
            <pc:sldMk cId="4221800723" sldId="4030"/>
            <ac:spMk id="160" creationId="{66EC6520-0908-416C-B513-02D2E5435B2E}"/>
          </ac:spMkLst>
        </pc:spChg>
        <pc:spChg chg="add del mod">
          <ac:chgData name="Khiroria, Adit" userId="125b7d01-0557-4756-b3b5-aac8221948e3" providerId="ADAL" clId="{2A534007-7919-4860-9D91-EF53D666E740}" dt="2022-06-30T11:50:28.492" v="1074"/>
          <ac:spMkLst>
            <pc:docMk/>
            <pc:sldMk cId="4221800723" sldId="4030"/>
            <ac:spMk id="161" creationId="{EF278634-6F72-479D-B699-A692FD1607CC}"/>
          </ac:spMkLst>
        </pc:spChg>
        <pc:spChg chg="add mod">
          <ac:chgData name="Khiroria, Adit" userId="125b7d01-0557-4756-b3b5-aac8221948e3" providerId="ADAL" clId="{2A534007-7919-4860-9D91-EF53D666E740}" dt="2022-06-30T11:55:39.827" v="1474" actId="207"/>
          <ac:spMkLst>
            <pc:docMk/>
            <pc:sldMk cId="4221800723" sldId="4030"/>
            <ac:spMk id="162" creationId="{32EA7601-F665-4663-A943-C740EDB8D6ED}"/>
          </ac:spMkLst>
        </pc:spChg>
        <pc:spChg chg="add mod">
          <ac:chgData name="Khiroria, Adit" userId="125b7d01-0557-4756-b3b5-aac8221948e3" providerId="ADAL" clId="{2A534007-7919-4860-9D91-EF53D666E740}" dt="2022-06-30T11:55:39.827" v="1474" actId="207"/>
          <ac:spMkLst>
            <pc:docMk/>
            <pc:sldMk cId="4221800723" sldId="4030"/>
            <ac:spMk id="163" creationId="{4AA1C2E3-8C5E-4769-B2DC-0858B3545ACE}"/>
          </ac:spMkLst>
        </pc:spChg>
        <pc:spChg chg="add mod">
          <ac:chgData name="Khiroria, Adit" userId="125b7d01-0557-4756-b3b5-aac8221948e3" providerId="ADAL" clId="{2A534007-7919-4860-9D91-EF53D666E740}" dt="2022-06-30T11:55:39.827" v="1474" actId="207"/>
          <ac:spMkLst>
            <pc:docMk/>
            <pc:sldMk cId="4221800723" sldId="4030"/>
            <ac:spMk id="164" creationId="{EC259B11-5126-45F0-B181-9A5B1F6E51EE}"/>
          </ac:spMkLst>
        </pc:spChg>
        <pc:spChg chg="add mod">
          <ac:chgData name="Khiroria, Adit" userId="125b7d01-0557-4756-b3b5-aac8221948e3" providerId="ADAL" clId="{2A534007-7919-4860-9D91-EF53D666E740}" dt="2022-06-30T11:55:39.827" v="1474" actId="207"/>
          <ac:spMkLst>
            <pc:docMk/>
            <pc:sldMk cId="4221800723" sldId="4030"/>
            <ac:spMk id="165" creationId="{AEBA340B-6B78-4A37-BA60-FBF585913678}"/>
          </ac:spMkLst>
        </pc:spChg>
        <pc:spChg chg="add mod">
          <ac:chgData name="Khiroria, Adit" userId="125b7d01-0557-4756-b3b5-aac8221948e3" providerId="ADAL" clId="{2A534007-7919-4860-9D91-EF53D666E740}" dt="2022-06-30T11:55:39.827" v="1474" actId="207"/>
          <ac:spMkLst>
            <pc:docMk/>
            <pc:sldMk cId="4221800723" sldId="4030"/>
            <ac:spMk id="166" creationId="{065174F0-B1F2-4361-93C9-018F0BD01CA6}"/>
          </ac:spMkLst>
        </pc:spChg>
        <pc:spChg chg="add mod">
          <ac:chgData name="Khiroria, Adit" userId="125b7d01-0557-4756-b3b5-aac8221948e3" providerId="ADAL" clId="{2A534007-7919-4860-9D91-EF53D666E740}" dt="2022-06-30T11:55:39.827" v="1474" actId="207"/>
          <ac:spMkLst>
            <pc:docMk/>
            <pc:sldMk cId="4221800723" sldId="4030"/>
            <ac:spMk id="167" creationId="{8449EED0-47B9-4424-8866-A53D66F4C46D}"/>
          </ac:spMkLst>
        </pc:spChg>
        <pc:spChg chg="add mod">
          <ac:chgData name="Khiroria, Adit" userId="125b7d01-0557-4756-b3b5-aac8221948e3" providerId="ADAL" clId="{2A534007-7919-4860-9D91-EF53D666E740}" dt="2022-06-30T11:55:39.827" v="1474" actId="207"/>
          <ac:spMkLst>
            <pc:docMk/>
            <pc:sldMk cId="4221800723" sldId="4030"/>
            <ac:spMk id="168" creationId="{2FBA48B1-F803-4A18-9041-1456D968CE07}"/>
          </ac:spMkLst>
        </pc:spChg>
        <pc:spChg chg="add mod">
          <ac:chgData name="Khiroria, Adit" userId="125b7d01-0557-4756-b3b5-aac8221948e3" providerId="ADAL" clId="{2A534007-7919-4860-9D91-EF53D666E740}" dt="2022-06-30T11:58:16.152" v="1633" actId="1076"/>
          <ac:spMkLst>
            <pc:docMk/>
            <pc:sldMk cId="4221800723" sldId="4030"/>
            <ac:spMk id="170" creationId="{1B35CAAB-E7EE-4ABB-A06D-351F5D0F1747}"/>
          </ac:spMkLst>
        </pc:spChg>
        <pc:spChg chg="add del mod modVis">
          <ac:chgData name="Khiroria, Adit" userId="125b7d01-0557-4756-b3b5-aac8221948e3" providerId="ADAL" clId="{2A534007-7919-4860-9D91-EF53D666E740}" dt="2022-06-30T11:57:13.304" v="1616" actId="962"/>
          <ac:spMkLst>
            <pc:docMk/>
            <pc:sldMk cId="4221800723" sldId="4030"/>
            <ac:spMk id="171" creationId="{9392EE4A-327C-44BF-ABD9-48E3B336A67A}"/>
          </ac:spMkLst>
        </pc:spChg>
        <pc:spChg chg="add mod">
          <ac:chgData name="Khiroria, Adit" userId="125b7d01-0557-4756-b3b5-aac8221948e3" providerId="ADAL" clId="{2A534007-7919-4860-9D91-EF53D666E740}" dt="2022-06-30T13:55:36.933" v="3166" actId="20577"/>
          <ac:spMkLst>
            <pc:docMk/>
            <pc:sldMk cId="4221800723" sldId="4030"/>
            <ac:spMk id="173" creationId="{2902D771-32AE-4766-8E6B-96BC2B04E50B}"/>
          </ac:spMkLst>
        </pc:spChg>
        <pc:spChg chg="add del mod">
          <ac:chgData name="Khiroria, Adit" userId="125b7d01-0557-4756-b3b5-aac8221948e3" providerId="ADAL" clId="{2A534007-7919-4860-9D91-EF53D666E740}" dt="2022-06-30T12:02:32.228" v="1805" actId="478"/>
          <ac:spMkLst>
            <pc:docMk/>
            <pc:sldMk cId="4221800723" sldId="4030"/>
            <ac:spMk id="176" creationId="{9B252AEA-DC7A-409B-BADC-AD676899FD09}"/>
          </ac:spMkLst>
        </pc:spChg>
        <pc:spChg chg="add mod">
          <ac:chgData name="Khiroria, Adit" userId="125b7d01-0557-4756-b3b5-aac8221948e3" providerId="ADAL" clId="{2A534007-7919-4860-9D91-EF53D666E740}" dt="2022-06-30T13:56:10.877" v="3390" actId="948"/>
          <ac:spMkLst>
            <pc:docMk/>
            <pc:sldMk cId="4221800723" sldId="4030"/>
            <ac:spMk id="177" creationId="{25B1B997-3C04-46FA-B5D2-1CBB50C0472E}"/>
          </ac:spMkLst>
        </pc:spChg>
        <pc:spChg chg="add del mod modVis">
          <ac:chgData name="Khiroria, Adit" userId="125b7d01-0557-4756-b3b5-aac8221948e3" providerId="ADAL" clId="{2A534007-7919-4860-9D91-EF53D666E740}" dt="2022-06-30T12:02:32.815" v="1846"/>
          <ac:spMkLst>
            <pc:docMk/>
            <pc:sldMk cId="4221800723" sldId="4030"/>
            <ac:spMk id="178" creationId="{5CF1D4C5-11C4-43D6-ABBC-4EF39C0B35FA}"/>
          </ac:spMkLst>
        </pc:spChg>
        <pc:spChg chg="add del mod modVis">
          <ac:chgData name="Khiroria, Adit" userId="125b7d01-0557-4756-b3b5-aac8221948e3" providerId="ADAL" clId="{2A534007-7919-4860-9D91-EF53D666E740}" dt="2022-06-30T12:02:35.395" v="1892"/>
          <ac:spMkLst>
            <pc:docMk/>
            <pc:sldMk cId="4221800723" sldId="4030"/>
            <ac:spMk id="179" creationId="{8E822C28-9050-4071-9F9B-74AA1A29D64E}"/>
          </ac:spMkLst>
        </pc:spChg>
        <pc:spChg chg="add del mod modVis">
          <ac:chgData name="Khiroria, Adit" userId="125b7d01-0557-4756-b3b5-aac8221948e3" providerId="ADAL" clId="{2A534007-7919-4860-9D91-EF53D666E740}" dt="2022-06-30T12:02:44.459" v="1980"/>
          <ac:spMkLst>
            <pc:docMk/>
            <pc:sldMk cId="4221800723" sldId="4030"/>
            <ac:spMk id="180" creationId="{809DCB82-D26C-4551-9203-EE81B40A395B}"/>
          </ac:spMkLst>
        </pc:spChg>
        <pc:spChg chg="add del mod modVis">
          <ac:chgData name="Khiroria, Adit" userId="125b7d01-0557-4756-b3b5-aac8221948e3" providerId="ADAL" clId="{2A534007-7919-4860-9D91-EF53D666E740}" dt="2022-06-30T12:02:50.866" v="2047"/>
          <ac:spMkLst>
            <pc:docMk/>
            <pc:sldMk cId="4221800723" sldId="4030"/>
            <ac:spMk id="181" creationId="{6DBEF73B-3501-442C-B43D-BC07350439B6}"/>
          </ac:spMkLst>
        </pc:spChg>
        <pc:spChg chg="add del mod modVis">
          <ac:chgData name="Khiroria, Adit" userId="125b7d01-0557-4756-b3b5-aac8221948e3" providerId="ADAL" clId="{2A534007-7919-4860-9D91-EF53D666E740}" dt="2022-06-30T12:02:52.877" v="2103"/>
          <ac:spMkLst>
            <pc:docMk/>
            <pc:sldMk cId="4221800723" sldId="4030"/>
            <ac:spMk id="182" creationId="{166C3D3C-9BD8-42DC-B35F-CBA6990FE62D}"/>
          </ac:spMkLst>
        </pc:spChg>
        <pc:spChg chg="add del mod modVis">
          <ac:chgData name="Khiroria, Adit" userId="125b7d01-0557-4756-b3b5-aac8221948e3" providerId="ADAL" clId="{2A534007-7919-4860-9D91-EF53D666E740}" dt="2022-06-30T12:02:56.209" v="2150"/>
          <ac:spMkLst>
            <pc:docMk/>
            <pc:sldMk cId="4221800723" sldId="4030"/>
            <ac:spMk id="183" creationId="{C551592B-9195-4961-972A-AF66898BCE5B}"/>
          </ac:spMkLst>
        </pc:spChg>
        <pc:spChg chg="add del mod modVis">
          <ac:chgData name="Khiroria, Adit" userId="125b7d01-0557-4756-b3b5-aac8221948e3" providerId="ADAL" clId="{2A534007-7919-4860-9D91-EF53D666E740}" dt="2022-06-30T12:02:57.457" v="2197"/>
          <ac:spMkLst>
            <pc:docMk/>
            <pc:sldMk cId="4221800723" sldId="4030"/>
            <ac:spMk id="184" creationId="{0CC123C3-1635-43EB-B743-5955EC7270BF}"/>
          </ac:spMkLst>
        </pc:spChg>
        <pc:spChg chg="add del mod modVis">
          <ac:chgData name="Khiroria, Adit" userId="125b7d01-0557-4756-b3b5-aac8221948e3" providerId="ADAL" clId="{2A534007-7919-4860-9D91-EF53D666E740}" dt="2022-06-30T12:03:01.923" v="2264"/>
          <ac:spMkLst>
            <pc:docMk/>
            <pc:sldMk cId="4221800723" sldId="4030"/>
            <ac:spMk id="185" creationId="{F74ECD6C-4C28-4ABF-91A0-2EF3238C3AA1}"/>
          </ac:spMkLst>
        </pc:spChg>
        <pc:spChg chg="add del mod modVis">
          <ac:chgData name="Khiroria, Adit" userId="125b7d01-0557-4756-b3b5-aac8221948e3" providerId="ADAL" clId="{2A534007-7919-4860-9D91-EF53D666E740}" dt="2022-06-30T12:03:05.597" v="2326"/>
          <ac:spMkLst>
            <pc:docMk/>
            <pc:sldMk cId="4221800723" sldId="4030"/>
            <ac:spMk id="186" creationId="{9D529738-45A5-410F-993D-D9D8A2959090}"/>
          </ac:spMkLst>
        </pc:spChg>
        <pc:spChg chg="add del mod modVis">
          <ac:chgData name="Khiroria, Adit" userId="125b7d01-0557-4756-b3b5-aac8221948e3" providerId="ADAL" clId="{2A534007-7919-4860-9D91-EF53D666E740}" dt="2022-06-30T12:03:07.969" v="2379"/>
          <ac:spMkLst>
            <pc:docMk/>
            <pc:sldMk cId="4221800723" sldId="4030"/>
            <ac:spMk id="187" creationId="{53DA0377-08C6-44EA-ACEF-80B7A634B15F}"/>
          </ac:spMkLst>
        </pc:spChg>
        <pc:spChg chg="add del mod modVis">
          <ac:chgData name="Khiroria, Adit" userId="125b7d01-0557-4756-b3b5-aac8221948e3" providerId="ADAL" clId="{2A534007-7919-4860-9D91-EF53D666E740}" dt="2022-06-30T12:03:09.986" v="2425"/>
          <ac:spMkLst>
            <pc:docMk/>
            <pc:sldMk cId="4221800723" sldId="4030"/>
            <ac:spMk id="188" creationId="{4A8756ED-F2BC-4786-BE5F-8B065F09F3E6}"/>
          </ac:spMkLst>
        </pc:spChg>
        <pc:spChg chg="add del mod modVis">
          <ac:chgData name="Khiroria, Adit" userId="125b7d01-0557-4756-b3b5-aac8221948e3" providerId="ADAL" clId="{2A534007-7919-4860-9D91-EF53D666E740}" dt="2022-06-30T12:03:14.504" v="2487"/>
          <ac:spMkLst>
            <pc:docMk/>
            <pc:sldMk cId="4221800723" sldId="4030"/>
            <ac:spMk id="189" creationId="{5D05C787-3AE5-43DD-9D81-FC3F71A9308C}"/>
          </ac:spMkLst>
        </pc:spChg>
        <pc:spChg chg="add del mod modVis">
          <ac:chgData name="Khiroria, Adit" userId="125b7d01-0557-4756-b3b5-aac8221948e3" providerId="ADAL" clId="{2A534007-7919-4860-9D91-EF53D666E740}" dt="2022-06-30T12:03:15.682" v="2534"/>
          <ac:spMkLst>
            <pc:docMk/>
            <pc:sldMk cId="4221800723" sldId="4030"/>
            <ac:spMk id="190" creationId="{3D581F67-C6C9-45B7-9F9B-55147BBD825D}"/>
          </ac:spMkLst>
        </pc:spChg>
        <pc:spChg chg="add del mod modVis">
          <ac:chgData name="Khiroria, Adit" userId="125b7d01-0557-4756-b3b5-aac8221948e3" providerId="ADAL" clId="{2A534007-7919-4860-9D91-EF53D666E740}" dt="2022-06-30T12:03:17.841" v="2590"/>
          <ac:spMkLst>
            <pc:docMk/>
            <pc:sldMk cId="4221800723" sldId="4030"/>
            <ac:spMk id="191" creationId="{F61D9321-5275-4B89-9396-A5C653DE701A}"/>
          </ac:spMkLst>
        </pc:spChg>
        <pc:spChg chg="mod topLvl">
          <ac:chgData name="Khiroria, Adit" userId="125b7d01-0557-4756-b3b5-aac8221948e3" providerId="ADAL" clId="{2A534007-7919-4860-9D91-EF53D666E740}" dt="2022-06-30T12:34:06.929" v="3102" actId="113"/>
          <ac:spMkLst>
            <pc:docMk/>
            <pc:sldMk cId="4221800723" sldId="4030"/>
            <ac:spMk id="194" creationId="{A2B6A873-45C3-459F-9BCF-0E8F55BB2E1E}"/>
          </ac:spMkLst>
        </pc:spChg>
        <pc:spChg chg="mod topLvl">
          <ac:chgData name="Khiroria, Adit" userId="125b7d01-0557-4756-b3b5-aac8221948e3" providerId="ADAL" clId="{2A534007-7919-4860-9D91-EF53D666E740}" dt="2022-06-30T12:34:16.830" v="3108" actId="1076"/>
          <ac:spMkLst>
            <pc:docMk/>
            <pc:sldMk cId="4221800723" sldId="4030"/>
            <ac:spMk id="195" creationId="{59979AAE-C370-4D1B-95E0-A21123716A83}"/>
          </ac:spMkLst>
        </pc:spChg>
        <pc:spChg chg="mod topLvl">
          <ac:chgData name="Khiroria, Adit" userId="125b7d01-0557-4756-b3b5-aac8221948e3" providerId="ADAL" clId="{2A534007-7919-4860-9D91-EF53D666E740}" dt="2022-06-30T12:34:08.692" v="3103" actId="113"/>
          <ac:spMkLst>
            <pc:docMk/>
            <pc:sldMk cId="4221800723" sldId="4030"/>
            <ac:spMk id="196" creationId="{9FCD5EFE-12F3-4FBC-934C-450B0BEFC711}"/>
          </ac:spMkLst>
        </pc:spChg>
        <pc:spChg chg="mod topLvl">
          <ac:chgData name="Khiroria, Adit" userId="125b7d01-0557-4756-b3b5-aac8221948e3" providerId="ADAL" clId="{2A534007-7919-4860-9D91-EF53D666E740}" dt="2022-06-30T12:11:41.762" v="3092" actId="14100"/>
          <ac:spMkLst>
            <pc:docMk/>
            <pc:sldMk cId="4221800723" sldId="4030"/>
            <ac:spMk id="197" creationId="{69128E1F-5292-4202-A871-BD4432948B5D}"/>
          </ac:spMkLst>
        </pc:spChg>
        <pc:spChg chg="mod topLvl">
          <ac:chgData name="Khiroria, Adit" userId="125b7d01-0557-4756-b3b5-aac8221948e3" providerId="ADAL" clId="{2A534007-7919-4860-9D91-EF53D666E740}" dt="2022-06-30T12:34:10.384" v="3104" actId="113"/>
          <ac:spMkLst>
            <pc:docMk/>
            <pc:sldMk cId="4221800723" sldId="4030"/>
            <ac:spMk id="198" creationId="{6D74F905-E489-4380-8C68-744F4A968F20}"/>
          </ac:spMkLst>
        </pc:spChg>
        <pc:spChg chg="mod topLvl">
          <ac:chgData name="Khiroria, Adit" userId="125b7d01-0557-4756-b3b5-aac8221948e3" providerId="ADAL" clId="{2A534007-7919-4860-9D91-EF53D666E740}" dt="2022-06-30T12:11:41.762" v="3092" actId="14100"/>
          <ac:spMkLst>
            <pc:docMk/>
            <pc:sldMk cId="4221800723" sldId="4030"/>
            <ac:spMk id="199" creationId="{D8C9DA4D-26DC-46B5-BED2-6520CF5D7668}"/>
          </ac:spMkLst>
        </pc:spChg>
        <pc:spChg chg="mod topLvl">
          <ac:chgData name="Khiroria, Adit" userId="125b7d01-0557-4756-b3b5-aac8221948e3" providerId="ADAL" clId="{2A534007-7919-4860-9D91-EF53D666E740}" dt="2022-06-30T12:34:12.032" v="3105" actId="113"/>
          <ac:spMkLst>
            <pc:docMk/>
            <pc:sldMk cId="4221800723" sldId="4030"/>
            <ac:spMk id="200" creationId="{4B527542-10C3-48F6-8758-C9FDADD37AA5}"/>
          </ac:spMkLst>
        </pc:spChg>
        <pc:spChg chg="mod topLvl">
          <ac:chgData name="Khiroria, Adit" userId="125b7d01-0557-4756-b3b5-aac8221948e3" providerId="ADAL" clId="{2A534007-7919-4860-9D91-EF53D666E740}" dt="2022-06-30T12:11:41.762" v="3092" actId="14100"/>
          <ac:spMkLst>
            <pc:docMk/>
            <pc:sldMk cId="4221800723" sldId="4030"/>
            <ac:spMk id="201" creationId="{56C8CA81-554A-4A32-BE72-7B6D2620A0C6}"/>
          </ac:spMkLst>
        </pc:spChg>
        <pc:spChg chg="mod topLvl">
          <ac:chgData name="Khiroria, Adit" userId="125b7d01-0557-4756-b3b5-aac8221948e3" providerId="ADAL" clId="{2A534007-7919-4860-9D91-EF53D666E740}" dt="2022-06-30T12:34:13.552" v="3106" actId="113"/>
          <ac:spMkLst>
            <pc:docMk/>
            <pc:sldMk cId="4221800723" sldId="4030"/>
            <ac:spMk id="202" creationId="{2ED1251F-CC56-4941-9911-D222823FDD0F}"/>
          </ac:spMkLst>
        </pc:spChg>
        <pc:spChg chg="mod topLvl">
          <ac:chgData name="Khiroria, Adit" userId="125b7d01-0557-4756-b3b5-aac8221948e3" providerId="ADAL" clId="{2A534007-7919-4860-9D91-EF53D666E740}" dt="2022-06-30T12:11:41.762" v="3092" actId="14100"/>
          <ac:spMkLst>
            <pc:docMk/>
            <pc:sldMk cId="4221800723" sldId="4030"/>
            <ac:spMk id="203" creationId="{23D2EE46-C9D8-4E29-A9A8-19AE61067F06}"/>
          </ac:spMkLst>
        </pc:spChg>
        <pc:spChg chg="mod">
          <ac:chgData name="Khiroria, Adit" userId="125b7d01-0557-4756-b3b5-aac8221948e3" providerId="ADAL" clId="{2A534007-7919-4860-9D91-EF53D666E740}" dt="2022-06-30T12:34:27.660" v="3110" actId="207"/>
          <ac:spMkLst>
            <pc:docMk/>
            <pc:sldMk cId="4221800723" sldId="4030"/>
            <ac:spMk id="205" creationId="{A945959B-07F9-4BBC-BD1A-85E40FCE04EA}"/>
          </ac:spMkLst>
        </pc:spChg>
        <pc:spChg chg="mod">
          <ac:chgData name="Khiroria, Adit" userId="125b7d01-0557-4756-b3b5-aac8221948e3" providerId="ADAL" clId="{2A534007-7919-4860-9D91-EF53D666E740}" dt="2022-06-30T12:34:27.660" v="3110" actId="207"/>
          <ac:spMkLst>
            <pc:docMk/>
            <pc:sldMk cId="4221800723" sldId="4030"/>
            <ac:spMk id="206" creationId="{5C7035F9-AD4C-48F4-994D-92EB2A4158A9}"/>
          </ac:spMkLst>
        </pc:spChg>
        <pc:spChg chg="mod">
          <ac:chgData name="Khiroria, Adit" userId="125b7d01-0557-4756-b3b5-aac8221948e3" providerId="ADAL" clId="{2A534007-7919-4860-9D91-EF53D666E740}" dt="2022-06-30T12:34:27.660" v="3110" actId="207"/>
          <ac:spMkLst>
            <pc:docMk/>
            <pc:sldMk cId="4221800723" sldId="4030"/>
            <ac:spMk id="207" creationId="{B90587FD-BE4B-49BD-8258-D5E089C0D60D}"/>
          </ac:spMkLst>
        </pc:spChg>
        <pc:spChg chg="mod">
          <ac:chgData name="Khiroria, Adit" userId="125b7d01-0557-4756-b3b5-aac8221948e3" providerId="ADAL" clId="{2A534007-7919-4860-9D91-EF53D666E740}" dt="2022-06-30T12:38:11.518" v="3115" actId="207"/>
          <ac:spMkLst>
            <pc:docMk/>
            <pc:sldMk cId="4221800723" sldId="4030"/>
            <ac:spMk id="209" creationId="{906EB9AF-3040-4F17-867D-8D30AAC1DD76}"/>
          </ac:spMkLst>
        </pc:spChg>
        <pc:spChg chg="mod">
          <ac:chgData name="Khiroria, Adit" userId="125b7d01-0557-4756-b3b5-aac8221948e3" providerId="ADAL" clId="{2A534007-7919-4860-9D91-EF53D666E740}" dt="2022-06-30T12:38:11.518" v="3115" actId="207"/>
          <ac:spMkLst>
            <pc:docMk/>
            <pc:sldMk cId="4221800723" sldId="4030"/>
            <ac:spMk id="210" creationId="{FEEA4594-CE0A-4607-80F5-ED14743638BF}"/>
          </ac:spMkLst>
        </pc:spChg>
        <pc:spChg chg="mod">
          <ac:chgData name="Khiroria, Adit" userId="125b7d01-0557-4756-b3b5-aac8221948e3" providerId="ADAL" clId="{2A534007-7919-4860-9D91-EF53D666E740}" dt="2022-06-30T12:38:11.518" v="3115" actId="207"/>
          <ac:spMkLst>
            <pc:docMk/>
            <pc:sldMk cId="4221800723" sldId="4030"/>
            <ac:spMk id="211" creationId="{27991739-E3E2-4A35-B84A-BDFDB8DBC60A}"/>
          </ac:spMkLst>
        </pc:spChg>
        <pc:spChg chg="mod">
          <ac:chgData name="Khiroria, Adit" userId="125b7d01-0557-4756-b3b5-aac8221948e3" providerId="ADAL" clId="{2A534007-7919-4860-9D91-EF53D666E740}" dt="2022-06-30T12:38:11.518" v="3115" actId="207"/>
          <ac:spMkLst>
            <pc:docMk/>
            <pc:sldMk cId="4221800723" sldId="4030"/>
            <ac:spMk id="212" creationId="{1FC59DAB-FC30-4028-9963-6B30B93A5BFB}"/>
          </ac:spMkLst>
        </pc:spChg>
        <pc:spChg chg="mod">
          <ac:chgData name="Khiroria, Adit" userId="125b7d01-0557-4756-b3b5-aac8221948e3" providerId="ADAL" clId="{2A534007-7919-4860-9D91-EF53D666E740}" dt="2022-06-30T12:38:11.518" v="3115" actId="207"/>
          <ac:spMkLst>
            <pc:docMk/>
            <pc:sldMk cId="4221800723" sldId="4030"/>
            <ac:spMk id="213" creationId="{5ECA687C-26ED-4FF9-8ED7-6F6B553D6DD4}"/>
          </ac:spMkLst>
        </pc:spChg>
        <pc:spChg chg="mod">
          <ac:chgData name="Khiroria, Adit" userId="125b7d01-0557-4756-b3b5-aac8221948e3" providerId="ADAL" clId="{2A534007-7919-4860-9D91-EF53D666E740}" dt="2022-06-30T12:38:11.518" v="3115" actId="207"/>
          <ac:spMkLst>
            <pc:docMk/>
            <pc:sldMk cId="4221800723" sldId="4030"/>
            <ac:spMk id="214" creationId="{8A7FC5C0-6F9E-4F6C-B4AC-266B1324C60B}"/>
          </ac:spMkLst>
        </pc:spChg>
        <pc:spChg chg="mod">
          <ac:chgData name="Khiroria, Adit" userId="125b7d01-0557-4756-b3b5-aac8221948e3" providerId="ADAL" clId="{2A534007-7919-4860-9D91-EF53D666E740}" dt="2022-06-30T12:38:11.518" v="3115" actId="207"/>
          <ac:spMkLst>
            <pc:docMk/>
            <pc:sldMk cId="4221800723" sldId="4030"/>
            <ac:spMk id="215" creationId="{E811B2F9-20D6-4132-B307-475532AE9C74}"/>
          </ac:spMkLst>
        </pc:spChg>
        <pc:spChg chg="mod">
          <ac:chgData name="Khiroria, Adit" userId="125b7d01-0557-4756-b3b5-aac8221948e3" providerId="ADAL" clId="{2A534007-7919-4860-9D91-EF53D666E740}" dt="2022-06-30T12:38:11.518" v="3115" actId="207"/>
          <ac:spMkLst>
            <pc:docMk/>
            <pc:sldMk cId="4221800723" sldId="4030"/>
            <ac:spMk id="216" creationId="{CF11AB51-445E-4F5C-8865-6602B45F76DB}"/>
          </ac:spMkLst>
        </pc:spChg>
        <pc:spChg chg="mod">
          <ac:chgData name="Khiroria, Adit" userId="125b7d01-0557-4756-b3b5-aac8221948e3" providerId="ADAL" clId="{2A534007-7919-4860-9D91-EF53D666E740}" dt="2022-06-30T12:38:11.518" v="3115" actId="207"/>
          <ac:spMkLst>
            <pc:docMk/>
            <pc:sldMk cId="4221800723" sldId="4030"/>
            <ac:spMk id="217" creationId="{7F96CDD6-47C1-4EA6-8DAE-059851322E10}"/>
          </ac:spMkLst>
        </pc:spChg>
        <pc:spChg chg="mod">
          <ac:chgData name="Khiroria, Adit" userId="125b7d01-0557-4756-b3b5-aac8221948e3" providerId="ADAL" clId="{2A534007-7919-4860-9D91-EF53D666E740}" dt="2022-06-30T12:38:11.518" v="3115" actId="207"/>
          <ac:spMkLst>
            <pc:docMk/>
            <pc:sldMk cId="4221800723" sldId="4030"/>
            <ac:spMk id="218" creationId="{7D9A176B-5D98-4F81-8100-52CDCECF2076}"/>
          </ac:spMkLst>
        </pc:spChg>
        <pc:spChg chg="mod">
          <ac:chgData name="Khiroria, Adit" userId="125b7d01-0557-4756-b3b5-aac8221948e3" providerId="ADAL" clId="{2A534007-7919-4860-9D91-EF53D666E740}" dt="2022-06-30T12:38:41.112" v="3121" actId="207"/>
          <ac:spMkLst>
            <pc:docMk/>
            <pc:sldMk cId="4221800723" sldId="4030"/>
            <ac:spMk id="220" creationId="{99A5771F-BF82-4F96-9A89-87BD6025D717}"/>
          </ac:spMkLst>
        </pc:spChg>
        <pc:spChg chg="mod">
          <ac:chgData name="Khiroria, Adit" userId="125b7d01-0557-4756-b3b5-aac8221948e3" providerId="ADAL" clId="{2A534007-7919-4860-9D91-EF53D666E740}" dt="2022-06-30T12:38:41.112" v="3121" actId="207"/>
          <ac:spMkLst>
            <pc:docMk/>
            <pc:sldMk cId="4221800723" sldId="4030"/>
            <ac:spMk id="221" creationId="{7FE2EA04-1928-41C6-A2B5-3E3BAC9C81F3}"/>
          </ac:spMkLst>
        </pc:spChg>
        <pc:spChg chg="mod">
          <ac:chgData name="Khiroria, Adit" userId="125b7d01-0557-4756-b3b5-aac8221948e3" providerId="ADAL" clId="{2A534007-7919-4860-9D91-EF53D666E740}" dt="2022-06-30T12:39:24.536" v="3127" actId="207"/>
          <ac:spMkLst>
            <pc:docMk/>
            <pc:sldMk cId="4221800723" sldId="4030"/>
            <ac:spMk id="223" creationId="{5FB6DB51-C482-4794-AA65-4A5882B79285}"/>
          </ac:spMkLst>
        </pc:spChg>
        <pc:spChg chg="mod">
          <ac:chgData name="Khiroria, Adit" userId="125b7d01-0557-4756-b3b5-aac8221948e3" providerId="ADAL" clId="{2A534007-7919-4860-9D91-EF53D666E740}" dt="2022-06-30T12:39:24.536" v="3127" actId="207"/>
          <ac:spMkLst>
            <pc:docMk/>
            <pc:sldMk cId="4221800723" sldId="4030"/>
            <ac:spMk id="224" creationId="{957E1C9C-9872-487F-96A3-A18B29A7B79E}"/>
          </ac:spMkLst>
        </pc:spChg>
        <pc:spChg chg="mod">
          <ac:chgData name="Khiroria, Adit" userId="125b7d01-0557-4756-b3b5-aac8221948e3" providerId="ADAL" clId="{2A534007-7919-4860-9D91-EF53D666E740}" dt="2022-06-30T12:39:24.536" v="3127" actId="207"/>
          <ac:spMkLst>
            <pc:docMk/>
            <pc:sldMk cId="4221800723" sldId="4030"/>
            <ac:spMk id="225" creationId="{EC4540B7-AB7E-42D8-A19A-F38064F1876E}"/>
          </ac:spMkLst>
        </pc:spChg>
        <pc:spChg chg="mod">
          <ac:chgData name="Khiroria, Adit" userId="125b7d01-0557-4756-b3b5-aac8221948e3" providerId="ADAL" clId="{2A534007-7919-4860-9D91-EF53D666E740}" dt="2022-06-30T12:39:24.536" v="3127" actId="207"/>
          <ac:spMkLst>
            <pc:docMk/>
            <pc:sldMk cId="4221800723" sldId="4030"/>
            <ac:spMk id="226" creationId="{F165D411-C85A-4783-994B-A2C185CC22BF}"/>
          </ac:spMkLst>
        </pc:spChg>
        <pc:spChg chg="mod">
          <ac:chgData name="Khiroria, Adit" userId="125b7d01-0557-4756-b3b5-aac8221948e3" providerId="ADAL" clId="{2A534007-7919-4860-9D91-EF53D666E740}" dt="2022-06-30T12:39:24.536" v="3127" actId="207"/>
          <ac:spMkLst>
            <pc:docMk/>
            <pc:sldMk cId="4221800723" sldId="4030"/>
            <ac:spMk id="227" creationId="{0DF3F4F8-FF78-49EC-A414-8AA1AE40F2F1}"/>
          </ac:spMkLst>
        </pc:spChg>
        <pc:spChg chg="mod">
          <ac:chgData name="Khiroria, Adit" userId="125b7d01-0557-4756-b3b5-aac8221948e3" providerId="ADAL" clId="{2A534007-7919-4860-9D91-EF53D666E740}" dt="2022-06-30T12:39:24.536" v="3127" actId="207"/>
          <ac:spMkLst>
            <pc:docMk/>
            <pc:sldMk cId="4221800723" sldId="4030"/>
            <ac:spMk id="228" creationId="{C96A0EFD-5AB9-4AA6-BEBE-650416EE500C}"/>
          </ac:spMkLst>
        </pc:spChg>
        <pc:spChg chg="mod">
          <ac:chgData name="Khiroria, Adit" userId="125b7d01-0557-4756-b3b5-aac8221948e3" providerId="ADAL" clId="{2A534007-7919-4860-9D91-EF53D666E740}" dt="2022-06-30T12:39:24.536" v="3127" actId="207"/>
          <ac:spMkLst>
            <pc:docMk/>
            <pc:sldMk cId="4221800723" sldId="4030"/>
            <ac:spMk id="229" creationId="{42E6E131-BFD3-4BB1-89B2-6CC8D02F6347}"/>
          </ac:spMkLst>
        </pc:spChg>
        <pc:spChg chg="mod">
          <ac:chgData name="Khiroria, Adit" userId="125b7d01-0557-4756-b3b5-aac8221948e3" providerId="ADAL" clId="{2A534007-7919-4860-9D91-EF53D666E740}" dt="2022-06-30T12:39:24.536" v="3127" actId="207"/>
          <ac:spMkLst>
            <pc:docMk/>
            <pc:sldMk cId="4221800723" sldId="4030"/>
            <ac:spMk id="230" creationId="{928637DD-D4F3-4A22-AE72-9FC7593FC79F}"/>
          </ac:spMkLst>
        </pc:spChg>
        <pc:spChg chg="mod">
          <ac:chgData name="Khiroria, Adit" userId="125b7d01-0557-4756-b3b5-aac8221948e3" providerId="ADAL" clId="{2A534007-7919-4860-9D91-EF53D666E740}" dt="2022-06-30T13:55:03.338" v="3132" actId="207"/>
          <ac:spMkLst>
            <pc:docMk/>
            <pc:sldMk cId="4221800723" sldId="4030"/>
            <ac:spMk id="232" creationId="{3D439489-5AA2-435A-BD95-41A984ED6F51}"/>
          </ac:spMkLst>
        </pc:spChg>
        <pc:spChg chg="mod">
          <ac:chgData name="Khiroria, Adit" userId="125b7d01-0557-4756-b3b5-aac8221948e3" providerId="ADAL" clId="{2A534007-7919-4860-9D91-EF53D666E740}" dt="2022-06-30T13:55:03.338" v="3132" actId="207"/>
          <ac:spMkLst>
            <pc:docMk/>
            <pc:sldMk cId="4221800723" sldId="4030"/>
            <ac:spMk id="233" creationId="{CBB1FEBB-B6F1-403E-95C6-941386E2B167}"/>
          </ac:spMkLst>
        </pc:spChg>
        <pc:spChg chg="add del mod modVis">
          <ac:chgData name="Khiroria, Adit" userId="125b7d01-0557-4756-b3b5-aac8221948e3" providerId="ADAL" clId="{2A534007-7919-4860-9D91-EF53D666E740}" dt="2022-06-30T13:56:05.641" v="3225"/>
          <ac:spMkLst>
            <pc:docMk/>
            <pc:sldMk cId="4221800723" sldId="4030"/>
            <ac:spMk id="234" creationId="{5885B2BB-BE5D-4482-9A2D-6BD033D8A87B}"/>
          </ac:spMkLst>
        </pc:spChg>
        <pc:spChg chg="add del mod modVis">
          <ac:chgData name="Khiroria, Adit" userId="125b7d01-0557-4756-b3b5-aac8221948e3" providerId="ADAL" clId="{2A534007-7919-4860-9D91-EF53D666E740}" dt="2022-06-30T13:56:06.923" v="3273"/>
          <ac:spMkLst>
            <pc:docMk/>
            <pc:sldMk cId="4221800723" sldId="4030"/>
            <ac:spMk id="235" creationId="{83C1A1BF-00BF-4D4E-B046-EA8BAA267353}"/>
          </ac:spMkLst>
        </pc:spChg>
        <pc:spChg chg="add del mod modVis">
          <ac:chgData name="Khiroria, Adit" userId="125b7d01-0557-4756-b3b5-aac8221948e3" providerId="ADAL" clId="{2A534007-7919-4860-9D91-EF53D666E740}" dt="2022-06-30T13:56:08.639" v="3316"/>
          <ac:spMkLst>
            <pc:docMk/>
            <pc:sldMk cId="4221800723" sldId="4030"/>
            <ac:spMk id="236" creationId="{AAE3133E-C571-4FCB-9C8C-759D32E894F3}"/>
          </ac:spMkLst>
        </pc:spChg>
        <pc:spChg chg="add del mod modVis">
          <ac:chgData name="Khiroria, Adit" userId="125b7d01-0557-4756-b3b5-aac8221948e3" providerId="ADAL" clId="{2A534007-7919-4860-9D91-EF53D666E740}" dt="2022-06-30T13:56:10.094" v="3386"/>
          <ac:spMkLst>
            <pc:docMk/>
            <pc:sldMk cId="4221800723" sldId="4030"/>
            <ac:spMk id="237" creationId="{17D630E8-F0F7-4C8A-8A6B-516DD15FCE5B}"/>
          </ac:spMkLst>
        </pc:spChg>
        <pc:spChg chg="add del mod modVis">
          <ac:chgData name="Khiroria, Adit" userId="125b7d01-0557-4756-b3b5-aac8221948e3" providerId="ADAL" clId="{2A534007-7919-4860-9D91-EF53D666E740}" dt="2022-06-30T13:56:10.946" v="3429"/>
          <ac:spMkLst>
            <pc:docMk/>
            <pc:sldMk cId="4221800723" sldId="4030"/>
            <ac:spMk id="238" creationId="{DAF19FA1-2083-4FBA-9423-4C52650864D7}"/>
          </ac:spMkLst>
        </pc:spChg>
        <pc:grpChg chg="add del mod">
          <ac:chgData name="Khiroria, Adit" userId="125b7d01-0557-4756-b3b5-aac8221948e3" providerId="ADAL" clId="{2A534007-7919-4860-9D91-EF53D666E740}" dt="2022-06-30T09:00:45.912" v="6" actId="165"/>
          <ac:grpSpMkLst>
            <pc:docMk/>
            <pc:sldMk cId="4221800723" sldId="4030"/>
            <ac:grpSpMk id="5" creationId="{FD4D313A-C458-4C1F-93DF-8E06F67F2CFB}"/>
          </ac:grpSpMkLst>
        </pc:grpChg>
        <pc:grpChg chg="add del mod ord topLvl">
          <ac:chgData name="Khiroria, Adit" userId="125b7d01-0557-4756-b3b5-aac8221948e3" providerId="ADAL" clId="{2A534007-7919-4860-9D91-EF53D666E740}" dt="2022-06-30T11:47:46.919" v="889" actId="21"/>
          <ac:grpSpMkLst>
            <pc:docMk/>
            <pc:sldMk cId="4221800723" sldId="4030"/>
            <ac:grpSpMk id="6" creationId="{21221AFD-4E0E-4EEF-879B-CC5D6783A440}"/>
          </ac:grpSpMkLst>
        </pc:grpChg>
        <pc:grpChg chg="mod ord topLvl">
          <ac:chgData name="Khiroria, Adit" userId="125b7d01-0557-4756-b3b5-aac8221948e3" providerId="ADAL" clId="{2A534007-7919-4860-9D91-EF53D666E740}" dt="2022-06-30T11:57:25.293" v="1622" actId="164"/>
          <ac:grpSpMkLst>
            <pc:docMk/>
            <pc:sldMk cId="4221800723" sldId="4030"/>
            <ac:grpSpMk id="7" creationId="{FFDAD633-ADB3-4AE1-BF9C-B0EBC4A7B44A}"/>
          </ac:grpSpMkLst>
        </pc:grpChg>
        <pc:grpChg chg="mod ord topLvl">
          <ac:chgData name="Khiroria, Adit" userId="125b7d01-0557-4756-b3b5-aac8221948e3" providerId="ADAL" clId="{2A534007-7919-4860-9D91-EF53D666E740}" dt="2022-06-30T11:57:25.293" v="1622" actId="164"/>
          <ac:grpSpMkLst>
            <pc:docMk/>
            <pc:sldMk cId="4221800723" sldId="4030"/>
            <ac:grpSpMk id="8" creationId="{2620D3EF-B559-483B-A8D1-6FCA18510DD9}"/>
          </ac:grpSpMkLst>
        </pc:grpChg>
        <pc:grpChg chg="mod ord topLvl">
          <ac:chgData name="Khiroria, Adit" userId="125b7d01-0557-4756-b3b5-aac8221948e3" providerId="ADAL" clId="{2A534007-7919-4860-9D91-EF53D666E740}" dt="2022-06-30T11:57:25.293" v="1622" actId="164"/>
          <ac:grpSpMkLst>
            <pc:docMk/>
            <pc:sldMk cId="4221800723" sldId="4030"/>
            <ac:grpSpMk id="9" creationId="{B8248389-72BD-4C24-AA20-7C90A000C741}"/>
          </ac:grpSpMkLst>
        </pc:grpChg>
        <pc:grpChg chg="mod ord topLvl">
          <ac:chgData name="Khiroria, Adit" userId="125b7d01-0557-4756-b3b5-aac8221948e3" providerId="ADAL" clId="{2A534007-7919-4860-9D91-EF53D666E740}" dt="2022-06-30T11:57:25.293" v="1622" actId="164"/>
          <ac:grpSpMkLst>
            <pc:docMk/>
            <pc:sldMk cId="4221800723" sldId="4030"/>
            <ac:grpSpMk id="10" creationId="{B9B3CDB4-7056-48A6-A8CD-B18BD24233DF}"/>
          </ac:grpSpMkLst>
        </pc:grpChg>
        <pc:grpChg chg="add del mod ord topLvl">
          <ac:chgData name="Khiroria, Adit" userId="125b7d01-0557-4756-b3b5-aac8221948e3" providerId="ADAL" clId="{2A534007-7919-4860-9D91-EF53D666E740}" dt="2022-06-30T11:47:46.919" v="889" actId="21"/>
          <ac:grpSpMkLst>
            <pc:docMk/>
            <pc:sldMk cId="4221800723" sldId="4030"/>
            <ac:grpSpMk id="11" creationId="{D83255D2-2077-484D-8A76-B71ED010EDE8}"/>
          </ac:grpSpMkLst>
        </pc:grpChg>
        <pc:grpChg chg="add del mod ord topLvl">
          <ac:chgData name="Khiroria, Adit" userId="125b7d01-0557-4756-b3b5-aac8221948e3" providerId="ADAL" clId="{2A534007-7919-4860-9D91-EF53D666E740}" dt="2022-06-30T11:47:46.919" v="889" actId="21"/>
          <ac:grpSpMkLst>
            <pc:docMk/>
            <pc:sldMk cId="4221800723" sldId="4030"/>
            <ac:grpSpMk id="12" creationId="{A026E583-C654-40EC-BE43-FC06C7DB822B}"/>
          </ac:grpSpMkLst>
        </pc:grpChg>
        <pc:grpChg chg="add del mod ord topLvl">
          <ac:chgData name="Khiroria, Adit" userId="125b7d01-0557-4756-b3b5-aac8221948e3" providerId="ADAL" clId="{2A534007-7919-4860-9D91-EF53D666E740}" dt="2022-06-30T11:47:46.919" v="889" actId="21"/>
          <ac:grpSpMkLst>
            <pc:docMk/>
            <pc:sldMk cId="4221800723" sldId="4030"/>
            <ac:grpSpMk id="13" creationId="{958B0B8D-E995-4882-A7E2-D3EA3856BBBF}"/>
          </ac:grpSpMkLst>
        </pc:grpChg>
        <pc:grpChg chg="del mod topLvl">
          <ac:chgData name="Khiroria, Adit" userId="125b7d01-0557-4756-b3b5-aac8221948e3" providerId="ADAL" clId="{2A534007-7919-4860-9D91-EF53D666E740}" dt="2022-06-30T09:00:49.052" v="7" actId="478"/>
          <ac:grpSpMkLst>
            <pc:docMk/>
            <pc:sldMk cId="4221800723" sldId="4030"/>
            <ac:grpSpMk id="14" creationId="{8A19754F-9E18-484E-B621-249432183259}"/>
          </ac:grpSpMkLst>
        </pc:grpChg>
        <pc:grpChg chg="del mod topLvl">
          <ac:chgData name="Khiroria, Adit" userId="125b7d01-0557-4756-b3b5-aac8221948e3" providerId="ADAL" clId="{2A534007-7919-4860-9D91-EF53D666E740}" dt="2022-06-30T09:00:49.052" v="7" actId="478"/>
          <ac:grpSpMkLst>
            <pc:docMk/>
            <pc:sldMk cId="4221800723" sldId="4030"/>
            <ac:grpSpMk id="15" creationId="{26989740-9DE1-4826-8957-9FD6C1969CEA}"/>
          </ac:grpSpMkLst>
        </pc:grpChg>
        <pc:grpChg chg="del mod topLvl">
          <ac:chgData name="Khiroria, Adit" userId="125b7d01-0557-4756-b3b5-aac8221948e3" providerId="ADAL" clId="{2A534007-7919-4860-9D91-EF53D666E740}" dt="2022-06-30T09:00:49.052" v="7" actId="478"/>
          <ac:grpSpMkLst>
            <pc:docMk/>
            <pc:sldMk cId="4221800723" sldId="4030"/>
            <ac:grpSpMk id="16" creationId="{00C9DF6E-0F5F-4203-8790-D746B9384E78}"/>
          </ac:grpSpMkLst>
        </pc:grpChg>
        <pc:grpChg chg="del mod topLvl">
          <ac:chgData name="Khiroria, Adit" userId="125b7d01-0557-4756-b3b5-aac8221948e3" providerId="ADAL" clId="{2A534007-7919-4860-9D91-EF53D666E740}" dt="2022-06-30T09:00:49.052" v="7" actId="478"/>
          <ac:grpSpMkLst>
            <pc:docMk/>
            <pc:sldMk cId="4221800723" sldId="4030"/>
            <ac:grpSpMk id="17" creationId="{79F59904-8D7E-41CC-895D-37B7C947E8E4}"/>
          </ac:grpSpMkLst>
        </pc:grpChg>
        <pc:grpChg chg="del mod topLvl">
          <ac:chgData name="Khiroria, Adit" userId="125b7d01-0557-4756-b3b5-aac8221948e3" providerId="ADAL" clId="{2A534007-7919-4860-9D91-EF53D666E740}" dt="2022-06-30T09:00:49.052" v="7" actId="478"/>
          <ac:grpSpMkLst>
            <pc:docMk/>
            <pc:sldMk cId="4221800723" sldId="4030"/>
            <ac:grpSpMk id="18" creationId="{BD4A9757-324C-4BD6-8F61-398FF1F39837}"/>
          </ac:grpSpMkLst>
        </pc:grpChg>
        <pc:grpChg chg="del mod topLvl">
          <ac:chgData name="Khiroria, Adit" userId="125b7d01-0557-4756-b3b5-aac8221948e3" providerId="ADAL" clId="{2A534007-7919-4860-9D91-EF53D666E740}" dt="2022-06-30T09:00:49.052" v="7" actId="478"/>
          <ac:grpSpMkLst>
            <pc:docMk/>
            <pc:sldMk cId="4221800723" sldId="4030"/>
            <ac:grpSpMk id="19" creationId="{D9AE9DEF-3F3C-4CF3-80B5-2D66ADF5E691}"/>
          </ac:grpSpMkLst>
        </pc:grpChg>
        <pc:grpChg chg="del mod topLvl">
          <ac:chgData name="Khiroria, Adit" userId="125b7d01-0557-4756-b3b5-aac8221948e3" providerId="ADAL" clId="{2A534007-7919-4860-9D91-EF53D666E740}" dt="2022-06-30T09:00:49.052" v="7" actId="478"/>
          <ac:grpSpMkLst>
            <pc:docMk/>
            <pc:sldMk cId="4221800723" sldId="4030"/>
            <ac:grpSpMk id="20" creationId="{CA2B4E44-E286-4E30-859D-DC6443D8F91C}"/>
          </ac:grpSpMkLst>
        </pc:grpChg>
        <pc:grpChg chg="del mod topLvl">
          <ac:chgData name="Khiroria, Adit" userId="125b7d01-0557-4756-b3b5-aac8221948e3" providerId="ADAL" clId="{2A534007-7919-4860-9D91-EF53D666E740}" dt="2022-06-30T09:00:49.052" v="7" actId="478"/>
          <ac:grpSpMkLst>
            <pc:docMk/>
            <pc:sldMk cId="4221800723" sldId="4030"/>
            <ac:grpSpMk id="21" creationId="{77416959-B424-4EDD-9644-5D47AD32C06F}"/>
          </ac:grpSpMkLst>
        </pc:grpChg>
        <pc:grpChg chg="add del mod">
          <ac:chgData name="Khiroria, Adit" userId="125b7d01-0557-4756-b3b5-aac8221948e3" providerId="ADAL" clId="{2A534007-7919-4860-9D91-EF53D666E740}" dt="2022-06-30T11:47:25.139" v="884" actId="165"/>
          <ac:grpSpMkLst>
            <pc:docMk/>
            <pc:sldMk cId="4221800723" sldId="4030"/>
            <ac:grpSpMk id="78" creationId="{9E4BBCCA-528C-40F5-894A-F31CDD77679A}"/>
          </ac:grpSpMkLst>
        </pc:grpChg>
        <pc:grpChg chg="add del mod">
          <ac:chgData name="Khiroria, Adit" userId="125b7d01-0557-4756-b3b5-aac8221948e3" providerId="ADAL" clId="{2A534007-7919-4860-9D91-EF53D666E740}" dt="2022-06-30T11:44:41.189" v="811" actId="165"/>
          <ac:grpSpMkLst>
            <pc:docMk/>
            <pc:sldMk cId="4221800723" sldId="4030"/>
            <ac:grpSpMk id="81" creationId="{159B9E22-C51C-4222-8223-99FC2D441FD2}"/>
          </ac:grpSpMkLst>
        </pc:grpChg>
        <pc:grpChg chg="del mod topLvl">
          <ac:chgData name="Khiroria, Adit" userId="125b7d01-0557-4756-b3b5-aac8221948e3" providerId="ADAL" clId="{2A534007-7919-4860-9D91-EF53D666E740}" dt="2022-06-30T11:47:00.043" v="878" actId="478"/>
          <ac:grpSpMkLst>
            <pc:docMk/>
            <pc:sldMk cId="4221800723" sldId="4030"/>
            <ac:grpSpMk id="90" creationId="{AE92CB35-059E-4587-8D36-3C3CD189C2DB}"/>
          </ac:grpSpMkLst>
        </pc:grpChg>
        <pc:grpChg chg="add mod">
          <ac:chgData name="Khiroria, Adit" userId="125b7d01-0557-4756-b3b5-aac8221948e3" providerId="ADAL" clId="{2A534007-7919-4860-9D91-EF53D666E740}" dt="2022-06-30T11:46:57.798" v="877" actId="164"/>
          <ac:grpSpMkLst>
            <pc:docMk/>
            <pc:sldMk cId="4221800723" sldId="4030"/>
            <ac:grpSpMk id="107" creationId="{FEEBB2E8-4DB5-4037-8EFC-F0381C20AB56}"/>
          </ac:grpSpMkLst>
        </pc:grpChg>
        <pc:grpChg chg="mod">
          <ac:chgData name="Khiroria, Adit" userId="125b7d01-0557-4756-b3b5-aac8221948e3" providerId="ADAL" clId="{2A534007-7919-4860-9D91-EF53D666E740}" dt="2022-06-30T11:43:40.788" v="795"/>
          <ac:grpSpMkLst>
            <pc:docMk/>
            <pc:sldMk cId="4221800723" sldId="4030"/>
            <ac:grpSpMk id="108" creationId="{F6397AA2-B168-400C-ABA5-90AA5865FEC3}"/>
          </ac:grpSpMkLst>
        </pc:grpChg>
        <pc:grpChg chg="mod">
          <ac:chgData name="Khiroria, Adit" userId="125b7d01-0557-4756-b3b5-aac8221948e3" providerId="ADAL" clId="{2A534007-7919-4860-9D91-EF53D666E740}" dt="2022-06-30T11:43:40.788" v="795"/>
          <ac:grpSpMkLst>
            <pc:docMk/>
            <pc:sldMk cId="4221800723" sldId="4030"/>
            <ac:grpSpMk id="110" creationId="{4CAF08A9-388A-461A-A21B-D03CB4919133}"/>
          </ac:grpSpMkLst>
        </pc:grpChg>
        <pc:grpChg chg="add del mod">
          <ac:chgData name="Khiroria, Adit" userId="125b7d01-0557-4756-b3b5-aac8221948e3" providerId="ADAL" clId="{2A534007-7919-4860-9D91-EF53D666E740}" dt="2022-06-30T12:01:15.987" v="1643" actId="478"/>
          <ac:grpSpMkLst>
            <pc:docMk/>
            <pc:sldMk cId="4221800723" sldId="4030"/>
            <ac:grpSpMk id="156" creationId="{DD425C66-0C1D-4133-B8BA-19ADF0393B84}"/>
          </ac:grpSpMkLst>
        </pc:grpChg>
        <pc:grpChg chg="add mod">
          <ac:chgData name="Khiroria, Adit" userId="125b7d01-0557-4756-b3b5-aac8221948e3" providerId="ADAL" clId="{2A534007-7919-4860-9D91-EF53D666E740}" dt="2022-06-30T11:57:56.990" v="1627" actId="14100"/>
          <ac:grpSpMkLst>
            <pc:docMk/>
            <pc:sldMk cId="4221800723" sldId="4030"/>
            <ac:grpSpMk id="169" creationId="{426BF6D9-8237-4F09-824A-5D38E1BEA472}"/>
          </ac:grpSpMkLst>
        </pc:grpChg>
        <pc:grpChg chg="add mod">
          <ac:chgData name="Khiroria, Adit" userId="125b7d01-0557-4756-b3b5-aac8221948e3" providerId="ADAL" clId="{2A534007-7919-4860-9D91-EF53D666E740}" dt="2022-06-30T14:30:06.241" v="3633" actId="14100"/>
          <ac:grpSpMkLst>
            <pc:docMk/>
            <pc:sldMk cId="4221800723" sldId="4030"/>
            <ac:grpSpMk id="172" creationId="{9AE31258-B29B-4474-A482-77C350EE72A6}"/>
          </ac:grpSpMkLst>
        </pc:grpChg>
        <pc:grpChg chg="del mod">
          <ac:chgData name="Khiroria, Adit" userId="125b7d01-0557-4756-b3b5-aac8221948e3" providerId="ADAL" clId="{2A534007-7919-4860-9D91-EF53D666E740}" dt="2022-06-30T12:11:35.938" v="3086" actId="165"/>
          <ac:grpSpMkLst>
            <pc:docMk/>
            <pc:sldMk cId="4221800723" sldId="4030"/>
            <ac:grpSpMk id="193" creationId="{E2FA6AF5-73CD-4F48-8FE5-11A45414472B}"/>
          </ac:grpSpMkLst>
        </pc:grpChg>
        <pc:grpChg chg="add mod">
          <ac:chgData name="Khiroria, Adit" userId="125b7d01-0557-4756-b3b5-aac8221948e3" providerId="ADAL" clId="{2A534007-7919-4860-9D91-EF53D666E740}" dt="2022-06-30T12:34:27.660" v="3110" actId="207"/>
          <ac:grpSpMkLst>
            <pc:docMk/>
            <pc:sldMk cId="4221800723" sldId="4030"/>
            <ac:grpSpMk id="204" creationId="{4C2A12B6-3F65-4A77-ADC8-0F6DE1F31560}"/>
          </ac:grpSpMkLst>
        </pc:grpChg>
        <pc:grpChg chg="add mod">
          <ac:chgData name="Khiroria, Adit" userId="125b7d01-0557-4756-b3b5-aac8221948e3" providerId="ADAL" clId="{2A534007-7919-4860-9D91-EF53D666E740}" dt="2022-06-30T12:38:16.907" v="3116" actId="1076"/>
          <ac:grpSpMkLst>
            <pc:docMk/>
            <pc:sldMk cId="4221800723" sldId="4030"/>
            <ac:grpSpMk id="208" creationId="{2D43BE8C-55CD-4D14-BFBB-E167AEC537C3}"/>
          </ac:grpSpMkLst>
        </pc:grpChg>
        <pc:grpChg chg="add mod">
          <ac:chgData name="Khiroria, Adit" userId="125b7d01-0557-4756-b3b5-aac8221948e3" providerId="ADAL" clId="{2A534007-7919-4860-9D91-EF53D666E740}" dt="2022-06-30T12:38:45.742" v="3122" actId="1076"/>
          <ac:grpSpMkLst>
            <pc:docMk/>
            <pc:sldMk cId="4221800723" sldId="4030"/>
            <ac:grpSpMk id="219" creationId="{839D4B9F-876F-4787-8DCA-8CC865517D77}"/>
          </ac:grpSpMkLst>
        </pc:grpChg>
        <pc:grpChg chg="add mod">
          <ac:chgData name="Khiroria, Adit" userId="125b7d01-0557-4756-b3b5-aac8221948e3" providerId="ADAL" clId="{2A534007-7919-4860-9D91-EF53D666E740}" dt="2022-06-30T12:39:29.438" v="3128" actId="1076"/>
          <ac:grpSpMkLst>
            <pc:docMk/>
            <pc:sldMk cId="4221800723" sldId="4030"/>
            <ac:grpSpMk id="222" creationId="{CE4FB837-ECC4-404D-8D8C-DB47FA66FCB8}"/>
          </ac:grpSpMkLst>
        </pc:grpChg>
        <pc:grpChg chg="add mod">
          <ac:chgData name="Khiroria, Adit" userId="125b7d01-0557-4756-b3b5-aac8221948e3" providerId="ADAL" clId="{2A534007-7919-4860-9D91-EF53D666E740}" dt="2022-06-30T13:55:13.010" v="3133" actId="1076"/>
          <ac:grpSpMkLst>
            <pc:docMk/>
            <pc:sldMk cId="4221800723" sldId="4030"/>
            <ac:grpSpMk id="231" creationId="{1E6F6A2E-4024-4D0F-95D5-40EB38CB7361}"/>
          </ac:grpSpMkLst>
        </pc:grpChg>
        <pc:graphicFrameChg chg="add mod ord modVis">
          <ac:chgData name="Khiroria, Adit" userId="125b7d01-0557-4756-b3b5-aac8221948e3" providerId="ADAL" clId="{2A534007-7919-4860-9D91-EF53D666E740}" dt="2022-06-30T13:56:10.953" v="3431"/>
          <ac:graphicFrameMkLst>
            <pc:docMk/>
            <pc:sldMk cId="4221800723" sldId="4030"/>
            <ac:graphicFrameMk id="77" creationId="{60F44C62-3A61-4A0C-B336-448F2737615E}"/>
          </ac:graphicFrameMkLst>
        </pc:graphicFrameChg>
        <pc:graphicFrameChg chg="add del mod modGraphic">
          <ac:chgData name="Khiroria, Adit" userId="125b7d01-0557-4756-b3b5-aac8221948e3" providerId="ADAL" clId="{2A534007-7919-4860-9D91-EF53D666E740}" dt="2022-06-30T12:11:04.689" v="3062" actId="18245"/>
          <ac:graphicFrameMkLst>
            <pc:docMk/>
            <pc:sldMk cId="4221800723" sldId="4030"/>
            <ac:graphicFrameMk id="192" creationId="{BA1AC439-C88B-453B-A95A-19AD32B9203B}"/>
          </ac:graphicFrameMkLst>
        </pc:graphicFrameChg>
        <pc:picChg chg="add del mod ord">
          <ac:chgData name="Khiroria, Adit" userId="125b7d01-0557-4756-b3b5-aac8221948e3" providerId="ADAL" clId="{2A534007-7919-4860-9D91-EF53D666E740}" dt="2022-06-30T09:42:01.252" v="778" actId="478"/>
          <ac:picMkLst>
            <pc:docMk/>
            <pc:sldMk cId="4221800723" sldId="4030"/>
            <ac:picMk id="4" creationId="{745F8342-057D-4D5A-BF5E-3FA137E271C2}"/>
          </ac:picMkLst>
        </pc:picChg>
        <pc:picChg chg="add del mod">
          <ac:chgData name="Khiroria, Adit" userId="125b7d01-0557-4756-b3b5-aac8221948e3" providerId="ADAL" clId="{2A534007-7919-4860-9D91-EF53D666E740}" dt="2022-06-30T12:01:18.189" v="1645" actId="478"/>
          <ac:picMkLst>
            <pc:docMk/>
            <pc:sldMk cId="4221800723" sldId="4030"/>
            <ac:picMk id="79" creationId="{7D67B3FF-7A1F-4EB7-A1F9-982BB8E69BC8}"/>
          </ac:picMkLst>
        </pc:picChg>
        <pc:picChg chg="mod">
          <ac:chgData name="Khiroria, Adit" userId="125b7d01-0557-4756-b3b5-aac8221948e3" providerId="ADAL" clId="{2A534007-7919-4860-9D91-EF53D666E740}" dt="2022-06-30T11:44:41.189" v="811" actId="165"/>
          <ac:picMkLst>
            <pc:docMk/>
            <pc:sldMk cId="4221800723" sldId="4030"/>
            <ac:picMk id="99" creationId="{C6F066A9-0E40-44C0-9C5F-2EB411FEC023}"/>
          </ac:picMkLst>
        </pc:picChg>
        <pc:picChg chg="mod">
          <ac:chgData name="Khiroria, Adit" userId="125b7d01-0557-4756-b3b5-aac8221948e3" providerId="ADAL" clId="{2A534007-7919-4860-9D91-EF53D666E740}" dt="2022-06-30T11:44:41.189" v="811" actId="165"/>
          <ac:picMkLst>
            <pc:docMk/>
            <pc:sldMk cId="4221800723" sldId="4030"/>
            <ac:picMk id="100" creationId="{B4CCA040-3467-45F0-83BC-F060F17A316E}"/>
          </ac:picMkLst>
        </pc:picChg>
        <pc:picChg chg="mod">
          <ac:chgData name="Khiroria, Adit" userId="125b7d01-0557-4756-b3b5-aac8221948e3" providerId="ADAL" clId="{2A534007-7919-4860-9D91-EF53D666E740}" dt="2022-06-30T11:44:41.189" v="811" actId="165"/>
          <ac:picMkLst>
            <pc:docMk/>
            <pc:sldMk cId="4221800723" sldId="4030"/>
            <ac:picMk id="101" creationId="{56AFD084-3E78-43C3-A607-813F4E5B6F53}"/>
          </ac:picMkLst>
        </pc:picChg>
        <pc:picChg chg="mod">
          <ac:chgData name="Khiroria, Adit" userId="125b7d01-0557-4756-b3b5-aac8221948e3" providerId="ADAL" clId="{2A534007-7919-4860-9D91-EF53D666E740}" dt="2022-06-30T11:44:41.189" v="811" actId="165"/>
          <ac:picMkLst>
            <pc:docMk/>
            <pc:sldMk cId="4221800723" sldId="4030"/>
            <ac:picMk id="102" creationId="{2D775589-BBA6-462C-B6FE-E772970545F1}"/>
          </ac:picMkLst>
        </pc:picChg>
        <pc:picChg chg="mod">
          <ac:chgData name="Khiroria, Adit" userId="125b7d01-0557-4756-b3b5-aac8221948e3" providerId="ADAL" clId="{2A534007-7919-4860-9D91-EF53D666E740}" dt="2022-06-30T11:44:41.189" v="811" actId="165"/>
          <ac:picMkLst>
            <pc:docMk/>
            <pc:sldMk cId="4221800723" sldId="4030"/>
            <ac:picMk id="103" creationId="{4CC9FDBC-3BEB-4D25-9F69-9079A575BCE6}"/>
          </ac:picMkLst>
        </pc:picChg>
        <pc:picChg chg="mod">
          <ac:chgData name="Khiroria, Adit" userId="125b7d01-0557-4756-b3b5-aac8221948e3" providerId="ADAL" clId="{2A534007-7919-4860-9D91-EF53D666E740}" dt="2022-06-30T11:44:41.189" v="811" actId="165"/>
          <ac:picMkLst>
            <pc:docMk/>
            <pc:sldMk cId="4221800723" sldId="4030"/>
            <ac:picMk id="104" creationId="{61823E25-72DA-4F26-B646-AC079F0A8B14}"/>
          </ac:picMkLst>
        </pc:picChg>
        <pc:picChg chg="mod">
          <ac:chgData name="Khiroria, Adit" userId="125b7d01-0557-4756-b3b5-aac8221948e3" providerId="ADAL" clId="{2A534007-7919-4860-9D91-EF53D666E740}" dt="2022-06-30T11:44:41.189" v="811" actId="165"/>
          <ac:picMkLst>
            <pc:docMk/>
            <pc:sldMk cId="4221800723" sldId="4030"/>
            <ac:picMk id="105" creationId="{09581F44-2A7F-47CE-9B0A-349F05EF6FF5}"/>
          </ac:picMkLst>
        </pc:picChg>
        <pc:picChg chg="mod">
          <ac:chgData name="Khiroria, Adit" userId="125b7d01-0557-4756-b3b5-aac8221948e3" providerId="ADAL" clId="{2A534007-7919-4860-9D91-EF53D666E740}" dt="2022-06-30T11:44:41.189" v="811" actId="165"/>
          <ac:picMkLst>
            <pc:docMk/>
            <pc:sldMk cId="4221800723" sldId="4030"/>
            <ac:picMk id="106" creationId="{1908676F-4AC8-43F1-8F8C-40204C35CC13}"/>
          </ac:picMkLst>
        </pc:picChg>
        <pc:picChg chg="mod">
          <ac:chgData name="Khiroria, Adit" userId="125b7d01-0557-4756-b3b5-aac8221948e3" providerId="ADAL" clId="{2A534007-7919-4860-9D91-EF53D666E740}" dt="2022-06-30T11:43:40.788" v="795"/>
          <ac:picMkLst>
            <pc:docMk/>
            <pc:sldMk cId="4221800723" sldId="4030"/>
            <ac:picMk id="117" creationId="{FD4FBBC1-EA27-4AEB-B1CC-D764BBE49F08}"/>
          </ac:picMkLst>
        </pc:picChg>
        <pc:picChg chg="mod">
          <ac:chgData name="Khiroria, Adit" userId="125b7d01-0557-4756-b3b5-aac8221948e3" providerId="ADAL" clId="{2A534007-7919-4860-9D91-EF53D666E740}" dt="2022-06-30T11:43:40.788" v="795"/>
          <ac:picMkLst>
            <pc:docMk/>
            <pc:sldMk cId="4221800723" sldId="4030"/>
            <ac:picMk id="118" creationId="{D873C155-CE6F-466A-A3FE-0CEF4053575F}"/>
          </ac:picMkLst>
        </pc:picChg>
        <pc:picChg chg="mod">
          <ac:chgData name="Khiroria, Adit" userId="125b7d01-0557-4756-b3b5-aac8221948e3" providerId="ADAL" clId="{2A534007-7919-4860-9D91-EF53D666E740}" dt="2022-06-30T11:43:40.788" v="795"/>
          <ac:picMkLst>
            <pc:docMk/>
            <pc:sldMk cId="4221800723" sldId="4030"/>
            <ac:picMk id="119" creationId="{F8B8425B-13D3-4977-9FBB-E04CBEFB93E3}"/>
          </ac:picMkLst>
        </pc:picChg>
        <pc:picChg chg="mod">
          <ac:chgData name="Khiroria, Adit" userId="125b7d01-0557-4756-b3b5-aac8221948e3" providerId="ADAL" clId="{2A534007-7919-4860-9D91-EF53D666E740}" dt="2022-06-30T11:43:40.788" v="795"/>
          <ac:picMkLst>
            <pc:docMk/>
            <pc:sldMk cId="4221800723" sldId="4030"/>
            <ac:picMk id="120" creationId="{C9D98E44-D905-4C5A-88F6-8FD297B8E7EE}"/>
          </ac:picMkLst>
        </pc:picChg>
        <pc:picChg chg="mod">
          <ac:chgData name="Khiroria, Adit" userId="125b7d01-0557-4756-b3b5-aac8221948e3" providerId="ADAL" clId="{2A534007-7919-4860-9D91-EF53D666E740}" dt="2022-06-30T11:43:40.788" v="795"/>
          <ac:picMkLst>
            <pc:docMk/>
            <pc:sldMk cId="4221800723" sldId="4030"/>
            <ac:picMk id="121" creationId="{646BB389-F62F-441B-BEF4-0748E0DC9503}"/>
          </ac:picMkLst>
        </pc:picChg>
        <pc:picChg chg="mod">
          <ac:chgData name="Khiroria, Adit" userId="125b7d01-0557-4756-b3b5-aac8221948e3" providerId="ADAL" clId="{2A534007-7919-4860-9D91-EF53D666E740}" dt="2022-06-30T11:43:40.788" v="795"/>
          <ac:picMkLst>
            <pc:docMk/>
            <pc:sldMk cId="4221800723" sldId="4030"/>
            <ac:picMk id="122" creationId="{CF77BA87-FB9C-48DE-A474-2E2E5ACD7858}"/>
          </ac:picMkLst>
        </pc:picChg>
        <pc:picChg chg="mod">
          <ac:chgData name="Khiroria, Adit" userId="125b7d01-0557-4756-b3b5-aac8221948e3" providerId="ADAL" clId="{2A534007-7919-4860-9D91-EF53D666E740}" dt="2022-06-30T11:43:40.788" v="795"/>
          <ac:picMkLst>
            <pc:docMk/>
            <pc:sldMk cId="4221800723" sldId="4030"/>
            <ac:picMk id="123" creationId="{4931DBDF-6923-4683-A0C6-9884C5D97238}"/>
          </ac:picMkLst>
        </pc:picChg>
        <pc:picChg chg="mod">
          <ac:chgData name="Khiroria, Adit" userId="125b7d01-0557-4756-b3b5-aac8221948e3" providerId="ADAL" clId="{2A534007-7919-4860-9D91-EF53D666E740}" dt="2022-06-30T11:43:40.788" v="795"/>
          <ac:picMkLst>
            <pc:docMk/>
            <pc:sldMk cId="4221800723" sldId="4030"/>
            <ac:picMk id="124" creationId="{7AE4F342-EAE9-4507-B776-1C39A2B2AA0B}"/>
          </ac:picMkLst>
        </pc:picChg>
        <pc:picChg chg="add del mod">
          <ac:chgData name="Khiroria, Adit" userId="125b7d01-0557-4756-b3b5-aac8221948e3" providerId="ADAL" clId="{2A534007-7919-4860-9D91-EF53D666E740}" dt="2022-06-30T12:01:17.089" v="1644" actId="478"/>
          <ac:picMkLst>
            <pc:docMk/>
            <pc:sldMk cId="4221800723" sldId="4030"/>
            <ac:picMk id="158" creationId="{87CDC43B-5A7D-4D7E-874E-EA35F7C04BFA}"/>
          </ac:picMkLst>
        </pc:picChg>
        <pc:picChg chg="add del mod">
          <ac:chgData name="Khiroria, Adit" userId="125b7d01-0557-4756-b3b5-aac8221948e3" providerId="ADAL" clId="{2A534007-7919-4860-9D91-EF53D666E740}" dt="2022-06-30T12:11:19.581" v="3065" actId="478"/>
          <ac:picMkLst>
            <pc:docMk/>
            <pc:sldMk cId="4221800723" sldId="4030"/>
            <ac:picMk id="174" creationId="{54EA8D2A-ACDF-48E5-B5CC-8543254F40F0}"/>
          </ac:picMkLst>
        </pc:picChg>
        <pc:cxnChg chg="mod">
          <ac:chgData name="Khiroria, Adit" userId="125b7d01-0557-4756-b3b5-aac8221948e3" providerId="ADAL" clId="{2A534007-7919-4860-9D91-EF53D666E740}" dt="2022-06-30T11:43:40.788" v="795"/>
          <ac:cxnSpMkLst>
            <pc:docMk/>
            <pc:sldMk cId="4221800723" sldId="4030"/>
            <ac:cxnSpMk id="112" creationId="{BDD20563-DF2E-4C88-A685-45FAE1BDACD2}"/>
          </ac:cxnSpMkLst>
        </pc:cxnChg>
        <pc:cxnChg chg="mod">
          <ac:chgData name="Khiroria, Adit" userId="125b7d01-0557-4756-b3b5-aac8221948e3" providerId="ADAL" clId="{2A534007-7919-4860-9D91-EF53D666E740}" dt="2022-06-30T11:43:40.788" v="795"/>
          <ac:cxnSpMkLst>
            <pc:docMk/>
            <pc:sldMk cId="4221800723" sldId="4030"/>
            <ac:cxnSpMk id="113" creationId="{9571FA2A-0714-4752-9205-4B373F02B2D0}"/>
          </ac:cxnSpMkLst>
        </pc:cxnChg>
        <pc:cxnChg chg="mod">
          <ac:chgData name="Khiroria, Adit" userId="125b7d01-0557-4756-b3b5-aac8221948e3" providerId="ADAL" clId="{2A534007-7919-4860-9D91-EF53D666E740}" dt="2022-06-30T11:43:40.788" v="795"/>
          <ac:cxnSpMkLst>
            <pc:docMk/>
            <pc:sldMk cId="4221800723" sldId="4030"/>
            <ac:cxnSpMk id="114" creationId="{935B0AEB-243B-43D0-A21E-75201045998D}"/>
          </ac:cxnSpMkLst>
        </pc:cxnChg>
        <pc:cxnChg chg="mod">
          <ac:chgData name="Khiroria, Adit" userId="125b7d01-0557-4756-b3b5-aac8221948e3" providerId="ADAL" clId="{2A534007-7919-4860-9D91-EF53D666E740}" dt="2022-06-30T11:43:40.788" v="795"/>
          <ac:cxnSpMkLst>
            <pc:docMk/>
            <pc:sldMk cId="4221800723" sldId="4030"/>
            <ac:cxnSpMk id="115" creationId="{6E5CDBAF-C0D9-44D0-ABB0-26B0C2B8DB2D}"/>
          </ac:cxnSpMkLst>
        </pc:cxnChg>
        <pc:cxnChg chg="mod">
          <ac:chgData name="Khiroria, Adit" userId="125b7d01-0557-4756-b3b5-aac8221948e3" providerId="ADAL" clId="{2A534007-7919-4860-9D91-EF53D666E740}" dt="2022-06-30T12:01:15.987" v="1643" actId="478"/>
          <ac:cxnSpMkLst>
            <pc:docMk/>
            <pc:sldMk cId="4221800723" sldId="4030"/>
            <ac:cxnSpMk id="141" creationId="{8D224EBF-6B19-4719-B6C8-D266A9432543}"/>
          </ac:cxnSpMkLst>
        </pc:cxnChg>
        <pc:cxnChg chg="mod">
          <ac:chgData name="Khiroria, Adit" userId="125b7d01-0557-4756-b3b5-aac8221948e3" providerId="ADAL" clId="{2A534007-7919-4860-9D91-EF53D666E740}" dt="2022-06-30T12:01:15.987" v="1643" actId="478"/>
          <ac:cxnSpMkLst>
            <pc:docMk/>
            <pc:sldMk cId="4221800723" sldId="4030"/>
            <ac:cxnSpMk id="142" creationId="{AC48D19E-81A3-4EF1-9153-22BD44D9DEA6}"/>
          </ac:cxnSpMkLst>
        </pc:cxnChg>
        <pc:cxnChg chg="mod">
          <ac:chgData name="Khiroria, Adit" userId="125b7d01-0557-4756-b3b5-aac8221948e3" providerId="ADAL" clId="{2A534007-7919-4860-9D91-EF53D666E740}" dt="2022-06-30T12:01:15.987" v="1643" actId="478"/>
          <ac:cxnSpMkLst>
            <pc:docMk/>
            <pc:sldMk cId="4221800723" sldId="4030"/>
            <ac:cxnSpMk id="143" creationId="{17F83091-8BB2-4F37-9F42-3CE012FF2EE8}"/>
          </ac:cxnSpMkLst>
        </pc:cxnChg>
        <pc:cxnChg chg="mod">
          <ac:chgData name="Khiroria, Adit" userId="125b7d01-0557-4756-b3b5-aac8221948e3" providerId="ADAL" clId="{2A534007-7919-4860-9D91-EF53D666E740}" dt="2022-06-30T12:01:15.987" v="1643" actId="478"/>
          <ac:cxnSpMkLst>
            <pc:docMk/>
            <pc:sldMk cId="4221800723" sldId="4030"/>
            <ac:cxnSpMk id="144" creationId="{743E9042-5B9C-4E91-9068-CFFD42B840B8}"/>
          </ac:cxnSpMkLst>
        </pc:cxnChg>
        <pc:cxnChg chg="mod">
          <ac:chgData name="Khiroria, Adit" userId="125b7d01-0557-4756-b3b5-aac8221948e3" providerId="ADAL" clId="{2A534007-7919-4860-9D91-EF53D666E740}" dt="2022-06-30T11:43:40.788" v="795"/>
          <ac:cxnSpMkLst>
            <pc:docMk/>
            <pc:sldMk cId="4221800723" sldId="4030"/>
            <ac:cxnSpMk id="145" creationId="{319DF879-9FB3-446A-82F9-020DAE6FF785}"/>
          </ac:cxnSpMkLst>
        </pc:cxnChg>
        <pc:cxnChg chg="mod">
          <ac:chgData name="Khiroria, Adit" userId="125b7d01-0557-4756-b3b5-aac8221948e3" providerId="ADAL" clId="{2A534007-7919-4860-9D91-EF53D666E740}" dt="2022-06-30T11:43:40.788" v="795"/>
          <ac:cxnSpMkLst>
            <pc:docMk/>
            <pc:sldMk cId="4221800723" sldId="4030"/>
            <ac:cxnSpMk id="146" creationId="{C18C2D67-7D43-45B6-AC6C-C8F68BEF6AA5}"/>
          </ac:cxnSpMkLst>
        </pc:cxnChg>
        <pc:cxnChg chg="mod">
          <ac:chgData name="Khiroria, Adit" userId="125b7d01-0557-4756-b3b5-aac8221948e3" providerId="ADAL" clId="{2A534007-7919-4860-9D91-EF53D666E740}" dt="2022-06-30T11:43:40.788" v="795"/>
          <ac:cxnSpMkLst>
            <pc:docMk/>
            <pc:sldMk cId="4221800723" sldId="4030"/>
            <ac:cxnSpMk id="147" creationId="{06A4B76F-52B6-48C6-BE4A-013FE0D106DB}"/>
          </ac:cxnSpMkLst>
        </pc:cxnChg>
        <pc:cxnChg chg="mod">
          <ac:chgData name="Khiroria, Adit" userId="125b7d01-0557-4756-b3b5-aac8221948e3" providerId="ADAL" clId="{2A534007-7919-4860-9D91-EF53D666E740}" dt="2022-06-30T11:43:40.788" v="795"/>
          <ac:cxnSpMkLst>
            <pc:docMk/>
            <pc:sldMk cId="4221800723" sldId="4030"/>
            <ac:cxnSpMk id="148" creationId="{63E8A1D6-7910-4F41-8142-B190E2577856}"/>
          </ac:cxnSpMkLst>
        </pc:cxnChg>
      </pc:sldChg>
    </pc:docChg>
  </pc:docChgLst>
  <pc:docChgLst>
    <pc:chgData name="Lal, Harshita" userId="S::halal@deloitte.com::e573156b-5431-42dd-8837-da3cd2646097" providerId="AD" clId="Web-{841D1DFD-CCE7-4591-9B69-065073116B14}"/>
    <pc:docChg chg="delSld">
      <pc:chgData name="Lal, Harshita" userId="S::halal@deloitte.com::e573156b-5431-42dd-8837-da3cd2646097" providerId="AD" clId="Web-{841D1DFD-CCE7-4591-9B69-065073116B14}" dt="2022-06-29T10:42:42.170" v="0"/>
      <pc:docMkLst>
        <pc:docMk/>
      </pc:docMkLst>
      <pc:sldChg chg="del">
        <pc:chgData name="Lal, Harshita" userId="S::halal@deloitte.com::e573156b-5431-42dd-8837-da3cd2646097" providerId="AD" clId="Web-{841D1DFD-CCE7-4591-9B69-065073116B14}" dt="2022-06-29T10:42:42.170" v="0"/>
        <pc:sldMkLst>
          <pc:docMk/>
          <pc:sldMk cId="289173355" sldId="954"/>
        </pc:sldMkLst>
      </pc:sldChg>
    </pc:docChg>
  </pc:docChgLst>
  <pc:docChgLst>
    <pc:chgData name="Lal, Harshita" userId="e573156b-5431-42dd-8837-da3cd2646097" providerId="ADAL" clId="{0FB9F3F5-1553-439A-B301-2D4BF3D53390}"/>
    <pc:docChg chg="undo redo custSel modSld">
      <pc:chgData name="Lal, Harshita" userId="e573156b-5431-42dd-8837-da3cd2646097" providerId="ADAL" clId="{0FB9F3F5-1553-439A-B301-2D4BF3D53390}" dt="2022-07-04T11:02:38.365" v="2038" actId="20577"/>
      <pc:docMkLst>
        <pc:docMk/>
      </pc:docMkLst>
      <pc:sldChg chg="addSp delSp modSp mod">
        <pc:chgData name="Lal, Harshita" userId="e573156b-5431-42dd-8837-da3cd2646097" providerId="ADAL" clId="{0FB9F3F5-1553-439A-B301-2D4BF3D53390}" dt="2022-07-04T10:37:30.835" v="1396" actId="14100"/>
        <pc:sldMkLst>
          <pc:docMk/>
          <pc:sldMk cId="551029900" sldId="6211"/>
        </pc:sldMkLst>
        <pc:spChg chg="add mod">
          <ac:chgData name="Lal, Harshita" userId="e573156b-5431-42dd-8837-da3cd2646097" providerId="ADAL" clId="{0FB9F3F5-1553-439A-B301-2D4BF3D53390}" dt="2022-07-04T10:27:11.756" v="1258" actId="179"/>
          <ac:spMkLst>
            <pc:docMk/>
            <pc:sldMk cId="551029900" sldId="6211"/>
            <ac:spMk id="2" creationId="{D228B4AA-1B2A-4218-BE9D-B8F9DA8C3DB3}"/>
          </ac:spMkLst>
        </pc:spChg>
        <pc:spChg chg="mod">
          <ac:chgData name="Lal, Harshita" userId="e573156b-5431-42dd-8837-da3cd2646097" providerId="ADAL" clId="{0FB9F3F5-1553-439A-B301-2D4BF3D53390}" dt="2022-07-04T10:37:30.835" v="1396" actId="14100"/>
          <ac:spMkLst>
            <pc:docMk/>
            <pc:sldMk cId="551029900" sldId="6211"/>
            <ac:spMk id="83" creationId="{E4C5D76B-D6FB-45F1-84D0-287ACE05672E}"/>
          </ac:spMkLst>
        </pc:spChg>
        <pc:spChg chg="add mod">
          <ac:chgData name="Lal, Harshita" userId="e573156b-5431-42dd-8837-da3cd2646097" providerId="ADAL" clId="{0FB9F3F5-1553-439A-B301-2D4BF3D53390}" dt="2022-07-04T10:27:15.817" v="1259" actId="179"/>
          <ac:spMkLst>
            <pc:docMk/>
            <pc:sldMk cId="551029900" sldId="6211"/>
            <ac:spMk id="109" creationId="{C1DDEBA6-7C8C-4142-9CDC-B939147EA49E}"/>
          </ac:spMkLst>
        </pc:spChg>
        <pc:spChg chg="add mod">
          <ac:chgData name="Lal, Harshita" userId="e573156b-5431-42dd-8837-da3cd2646097" providerId="ADAL" clId="{0FB9F3F5-1553-439A-B301-2D4BF3D53390}" dt="2022-07-04T10:35:41.374" v="1391" actId="14100"/>
          <ac:spMkLst>
            <pc:docMk/>
            <pc:sldMk cId="551029900" sldId="6211"/>
            <ac:spMk id="110" creationId="{5084ABCE-5896-4DDA-92EE-6F55788EA4F7}"/>
          </ac:spMkLst>
        </pc:spChg>
        <pc:spChg chg="add mod">
          <ac:chgData name="Lal, Harshita" userId="e573156b-5431-42dd-8837-da3cd2646097" providerId="ADAL" clId="{0FB9F3F5-1553-439A-B301-2D4BF3D53390}" dt="2022-07-04T10:35:51.181" v="1393" actId="14100"/>
          <ac:spMkLst>
            <pc:docMk/>
            <pc:sldMk cId="551029900" sldId="6211"/>
            <ac:spMk id="112" creationId="{2871C0D4-1DAE-4F53-9616-4BAAC046F114}"/>
          </ac:spMkLst>
        </pc:spChg>
        <pc:spChg chg="add mod">
          <ac:chgData name="Lal, Harshita" userId="e573156b-5431-42dd-8837-da3cd2646097" providerId="ADAL" clId="{0FB9F3F5-1553-439A-B301-2D4BF3D53390}" dt="2022-07-04T10:35:58.417" v="1395" actId="14100"/>
          <ac:spMkLst>
            <pc:docMk/>
            <pc:sldMk cId="551029900" sldId="6211"/>
            <ac:spMk id="113" creationId="{655E9A60-F16E-4D0F-BC76-2538743B09C5}"/>
          </ac:spMkLst>
        </pc:spChg>
        <pc:spChg chg="add mod">
          <ac:chgData name="Lal, Harshita" userId="e573156b-5431-42dd-8837-da3cd2646097" providerId="ADAL" clId="{0FB9F3F5-1553-439A-B301-2D4BF3D53390}" dt="2022-07-04T10:35:46.248" v="1392" actId="14100"/>
          <ac:spMkLst>
            <pc:docMk/>
            <pc:sldMk cId="551029900" sldId="6211"/>
            <ac:spMk id="114" creationId="{41C0E3E3-38A8-4578-B09E-1F8DFEF3B3B3}"/>
          </ac:spMkLst>
        </pc:spChg>
        <pc:spChg chg="add mod">
          <ac:chgData name="Lal, Harshita" userId="e573156b-5431-42dd-8837-da3cd2646097" providerId="ADAL" clId="{0FB9F3F5-1553-439A-B301-2D4BF3D53390}" dt="2022-07-04T10:30:19.421" v="1309" actId="207"/>
          <ac:spMkLst>
            <pc:docMk/>
            <pc:sldMk cId="551029900" sldId="6211"/>
            <ac:spMk id="115" creationId="{8AB6E4B3-93FA-48B1-BEC6-C2BC76D34950}"/>
          </ac:spMkLst>
        </pc:spChg>
        <pc:spChg chg="add mod">
          <ac:chgData name="Lal, Harshita" userId="e573156b-5431-42dd-8837-da3cd2646097" providerId="ADAL" clId="{0FB9F3F5-1553-439A-B301-2D4BF3D53390}" dt="2022-07-04T10:34:42.512" v="1381" actId="1076"/>
          <ac:spMkLst>
            <pc:docMk/>
            <pc:sldMk cId="551029900" sldId="6211"/>
            <ac:spMk id="117" creationId="{ED381ACA-D9F4-497A-B73D-79C24C945B56}"/>
          </ac:spMkLst>
        </pc:spChg>
        <pc:spChg chg="add del mod">
          <ac:chgData name="Lal, Harshita" userId="e573156b-5431-42dd-8837-da3cd2646097" providerId="ADAL" clId="{0FB9F3F5-1553-439A-B301-2D4BF3D53390}" dt="2022-07-04T10:34:39.606" v="1380" actId="1076"/>
          <ac:spMkLst>
            <pc:docMk/>
            <pc:sldMk cId="551029900" sldId="6211"/>
            <ac:spMk id="118" creationId="{758C4323-DF07-4AD7-9065-518C0A04254F}"/>
          </ac:spMkLst>
        </pc:spChg>
        <pc:spChg chg="add del mod">
          <ac:chgData name="Lal, Harshita" userId="e573156b-5431-42dd-8837-da3cd2646097" providerId="ADAL" clId="{0FB9F3F5-1553-439A-B301-2D4BF3D53390}" dt="2022-07-04T10:35:08.078" v="1386" actId="478"/>
          <ac:spMkLst>
            <pc:docMk/>
            <pc:sldMk cId="551029900" sldId="6211"/>
            <ac:spMk id="119" creationId="{51F40DCF-4A61-47D3-84B7-A1C0106BC7D2}"/>
          </ac:spMkLst>
        </pc:spChg>
        <pc:spChg chg="add del mod">
          <ac:chgData name="Lal, Harshita" userId="e573156b-5431-42dd-8837-da3cd2646097" providerId="ADAL" clId="{0FB9F3F5-1553-439A-B301-2D4BF3D53390}" dt="2022-07-04T10:31:50.430" v="1336" actId="478"/>
          <ac:spMkLst>
            <pc:docMk/>
            <pc:sldMk cId="551029900" sldId="6211"/>
            <ac:spMk id="120" creationId="{07C6CEA2-AB83-4E0E-9741-51EB7582D8A9}"/>
          </ac:spMkLst>
        </pc:spChg>
        <pc:spChg chg="add mod">
          <ac:chgData name="Lal, Harshita" userId="e573156b-5431-42dd-8837-da3cd2646097" providerId="ADAL" clId="{0FB9F3F5-1553-439A-B301-2D4BF3D53390}" dt="2022-07-04T10:34:53.508" v="1383" actId="1076"/>
          <ac:spMkLst>
            <pc:docMk/>
            <pc:sldMk cId="551029900" sldId="6211"/>
            <ac:spMk id="121" creationId="{3E66D337-09B9-42DF-AE02-3C6435865C69}"/>
          </ac:spMkLst>
        </pc:spChg>
        <pc:spChg chg="add mod">
          <ac:chgData name="Lal, Harshita" userId="e573156b-5431-42dd-8837-da3cd2646097" providerId="ADAL" clId="{0FB9F3F5-1553-439A-B301-2D4BF3D53390}" dt="2022-07-04T10:34:57.520" v="1384" actId="1076"/>
          <ac:spMkLst>
            <pc:docMk/>
            <pc:sldMk cId="551029900" sldId="6211"/>
            <ac:spMk id="122" creationId="{D25ED00E-1532-4E76-B083-8A113846685B}"/>
          </ac:spMkLst>
        </pc:spChg>
        <pc:spChg chg="add mod">
          <ac:chgData name="Lal, Harshita" userId="e573156b-5431-42dd-8837-da3cd2646097" providerId="ADAL" clId="{0FB9F3F5-1553-439A-B301-2D4BF3D53390}" dt="2022-07-04T10:35:18.079" v="1390" actId="20577"/>
          <ac:spMkLst>
            <pc:docMk/>
            <pc:sldMk cId="551029900" sldId="6211"/>
            <ac:spMk id="123" creationId="{92EB7260-C9B3-4940-A40E-0D3475D67605}"/>
          </ac:spMkLst>
        </pc:spChg>
        <pc:spChg chg="mod">
          <ac:chgData name="Lal, Harshita" userId="e573156b-5431-42dd-8837-da3cd2646097" providerId="ADAL" clId="{0FB9F3F5-1553-439A-B301-2D4BF3D53390}" dt="2022-07-04T10:26:58.705" v="1257" actId="1076"/>
          <ac:spMkLst>
            <pc:docMk/>
            <pc:sldMk cId="551029900" sldId="6211"/>
            <ac:spMk id="130" creationId="{C50B3B66-1DF3-41B0-A6CC-C979042946DE}"/>
          </ac:spMkLst>
        </pc:spChg>
        <pc:spChg chg="mod">
          <ac:chgData name="Lal, Harshita" userId="e573156b-5431-42dd-8837-da3cd2646097" providerId="ADAL" clId="{0FB9F3F5-1553-439A-B301-2D4BF3D53390}" dt="2022-07-04T10:25:35.384" v="1254" actId="1076"/>
          <ac:spMkLst>
            <pc:docMk/>
            <pc:sldMk cId="551029900" sldId="6211"/>
            <ac:spMk id="144" creationId="{6817F780-C8DB-4F66-88F7-EC4F5EDF7133}"/>
          </ac:spMkLst>
        </pc:spChg>
        <pc:spChg chg="mod">
          <ac:chgData name="Lal, Harshita" userId="e573156b-5431-42dd-8837-da3cd2646097" providerId="ADAL" clId="{0FB9F3F5-1553-439A-B301-2D4BF3D53390}" dt="2022-07-04T10:34:26.349" v="1377" actId="14100"/>
          <ac:spMkLst>
            <pc:docMk/>
            <pc:sldMk cId="551029900" sldId="6211"/>
            <ac:spMk id="145" creationId="{00E9348D-B9F6-48F8-8943-3686F2E5C5E8}"/>
          </ac:spMkLst>
        </pc:spChg>
        <pc:spChg chg="mod">
          <ac:chgData name="Lal, Harshita" userId="e573156b-5431-42dd-8837-da3cd2646097" providerId="ADAL" clId="{0FB9F3F5-1553-439A-B301-2D4BF3D53390}" dt="2022-07-04T09:39:17.378" v="401" actId="1076"/>
          <ac:spMkLst>
            <pc:docMk/>
            <pc:sldMk cId="551029900" sldId="6211"/>
            <ac:spMk id="153" creationId="{9D678472-DB6D-4879-A35A-1418A5D5854A}"/>
          </ac:spMkLst>
        </pc:spChg>
        <pc:spChg chg="mod">
          <ac:chgData name="Lal, Harshita" userId="e573156b-5431-42dd-8837-da3cd2646097" providerId="ADAL" clId="{0FB9F3F5-1553-439A-B301-2D4BF3D53390}" dt="2022-07-04T10:25:13.638" v="1245" actId="1076"/>
          <ac:spMkLst>
            <pc:docMk/>
            <pc:sldMk cId="551029900" sldId="6211"/>
            <ac:spMk id="163" creationId="{E82DE63C-9297-4C37-9B7A-38CFEFDF2F57}"/>
          </ac:spMkLst>
        </pc:spChg>
        <pc:spChg chg="mod">
          <ac:chgData name="Lal, Harshita" userId="e573156b-5431-42dd-8837-da3cd2646097" providerId="ADAL" clId="{0FB9F3F5-1553-439A-B301-2D4BF3D53390}" dt="2022-07-04T10:24:50.835" v="1238" actId="1076"/>
          <ac:spMkLst>
            <pc:docMk/>
            <pc:sldMk cId="551029900" sldId="6211"/>
            <ac:spMk id="164" creationId="{4D4F6222-F724-45C4-BBC4-CE42C17B2A9F}"/>
          </ac:spMkLst>
        </pc:spChg>
        <pc:spChg chg="mod">
          <ac:chgData name="Lal, Harshita" userId="e573156b-5431-42dd-8837-da3cd2646097" providerId="ADAL" clId="{0FB9F3F5-1553-439A-B301-2D4BF3D53390}" dt="2022-07-04T10:25:05.565" v="1243" actId="1076"/>
          <ac:spMkLst>
            <pc:docMk/>
            <pc:sldMk cId="551029900" sldId="6211"/>
            <ac:spMk id="165" creationId="{6A3EB5BE-7261-4808-A874-C8F7FD9AD2C9}"/>
          </ac:spMkLst>
        </pc:spChg>
        <pc:spChg chg="mod">
          <ac:chgData name="Lal, Harshita" userId="e573156b-5431-42dd-8837-da3cd2646097" providerId="ADAL" clId="{0FB9F3F5-1553-439A-B301-2D4BF3D53390}" dt="2022-07-04T10:25:31.939" v="1252" actId="14100"/>
          <ac:spMkLst>
            <pc:docMk/>
            <pc:sldMk cId="551029900" sldId="6211"/>
            <ac:spMk id="166" creationId="{2431601A-3885-401E-802A-6E1898365BA7}"/>
          </ac:spMkLst>
        </pc:spChg>
        <pc:spChg chg="del">
          <ac:chgData name="Lal, Harshita" userId="e573156b-5431-42dd-8837-da3cd2646097" providerId="ADAL" clId="{0FB9F3F5-1553-439A-B301-2D4BF3D53390}" dt="2022-07-04T09:32:19.332" v="224" actId="478"/>
          <ac:spMkLst>
            <pc:docMk/>
            <pc:sldMk cId="551029900" sldId="6211"/>
            <ac:spMk id="182" creationId="{648F317D-7EF7-4420-9616-D8944B18501C}"/>
          </ac:spMkLst>
        </pc:spChg>
        <pc:grpChg chg="mod">
          <ac:chgData name="Lal, Harshita" userId="e573156b-5431-42dd-8837-da3cd2646097" providerId="ADAL" clId="{0FB9F3F5-1553-439A-B301-2D4BF3D53390}" dt="2022-07-04T09:40:37.587" v="416" actId="1076"/>
          <ac:grpSpMkLst>
            <pc:docMk/>
            <pc:sldMk cId="551029900" sldId="6211"/>
            <ac:grpSpMk id="7" creationId="{C2A923DD-7767-4CFB-9F1C-A525AFFEC4BA}"/>
          </ac:grpSpMkLst>
        </pc:grpChg>
        <pc:cxnChg chg="mod">
          <ac:chgData name="Lal, Harshita" userId="e573156b-5431-42dd-8837-da3cd2646097" providerId="ADAL" clId="{0FB9F3F5-1553-439A-B301-2D4BF3D53390}" dt="2022-07-04T10:29:02.436" v="1301" actId="14100"/>
          <ac:cxnSpMkLst>
            <pc:docMk/>
            <pc:sldMk cId="551029900" sldId="6211"/>
            <ac:cxnSpMk id="10" creationId="{EF1FAC74-3416-4360-899B-E511D87BC57F}"/>
          </ac:cxnSpMkLst>
        </pc:cxnChg>
        <pc:cxnChg chg="mod">
          <ac:chgData name="Lal, Harshita" userId="e573156b-5431-42dd-8837-da3cd2646097" providerId="ADAL" clId="{0FB9F3F5-1553-439A-B301-2D4BF3D53390}" dt="2022-07-04T10:25:27.670" v="1250" actId="14100"/>
          <ac:cxnSpMkLst>
            <pc:docMk/>
            <pc:sldMk cId="551029900" sldId="6211"/>
            <ac:cxnSpMk id="56" creationId="{91A55A23-64A7-495E-8D95-48A6065334CC}"/>
          </ac:cxnSpMkLst>
        </pc:cxnChg>
        <pc:cxnChg chg="add mod">
          <ac:chgData name="Lal, Harshita" userId="e573156b-5431-42dd-8837-da3cd2646097" providerId="ADAL" clId="{0FB9F3F5-1553-439A-B301-2D4BF3D53390}" dt="2022-07-04T10:29:27.589" v="1305" actId="14100"/>
          <ac:cxnSpMkLst>
            <pc:docMk/>
            <pc:sldMk cId="551029900" sldId="6211"/>
            <ac:cxnSpMk id="116" creationId="{CFE9DED3-4667-4C12-90F2-6AD27F8CB174}"/>
          </ac:cxnSpMkLst>
        </pc:cxnChg>
        <pc:cxnChg chg="mod">
          <ac:chgData name="Lal, Harshita" userId="e573156b-5431-42dd-8837-da3cd2646097" providerId="ADAL" clId="{0FB9F3F5-1553-439A-B301-2D4BF3D53390}" dt="2022-07-04T10:25:38.569" v="1255" actId="14100"/>
          <ac:cxnSpMkLst>
            <pc:docMk/>
            <pc:sldMk cId="551029900" sldId="6211"/>
            <ac:cxnSpMk id="132" creationId="{904987A2-CE27-4C0A-9FF1-DA2E3DA42ADE}"/>
          </ac:cxnSpMkLst>
        </pc:cxnChg>
        <pc:cxnChg chg="mod">
          <ac:chgData name="Lal, Harshita" userId="e573156b-5431-42dd-8837-da3cd2646097" providerId="ADAL" clId="{0FB9F3F5-1553-439A-B301-2D4BF3D53390}" dt="2022-07-04T10:25:10.291" v="1244" actId="14100"/>
          <ac:cxnSpMkLst>
            <pc:docMk/>
            <pc:sldMk cId="551029900" sldId="6211"/>
            <ac:cxnSpMk id="156" creationId="{AD2095F0-64A3-42F4-BF6A-97C3D5A3B109}"/>
          </ac:cxnSpMkLst>
        </pc:cxnChg>
        <pc:cxnChg chg="mod">
          <ac:chgData name="Lal, Harshita" userId="e573156b-5431-42dd-8837-da3cd2646097" providerId="ADAL" clId="{0FB9F3F5-1553-439A-B301-2D4BF3D53390}" dt="2022-07-04T10:25:02.750" v="1242" actId="14100"/>
          <ac:cxnSpMkLst>
            <pc:docMk/>
            <pc:sldMk cId="551029900" sldId="6211"/>
            <ac:cxnSpMk id="157" creationId="{6D6DA952-3018-4AAE-9DD3-EE58B667448F}"/>
          </ac:cxnSpMkLst>
        </pc:cxnChg>
        <pc:cxnChg chg="mod">
          <ac:chgData name="Lal, Harshita" userId="e573156b-5431-42dd-8837-da3cd2646097" providerId="ADAL" clId="{0FB9F3F5-1553-439A-B301-2D4BF3D53390}" dt="2022-07-04T10:25:00.741" v="1241" actId="14100"/>
          <ac:cxnSpMkLst>
            <pc:docMk/>
            <pc:sldMk cId="551029900" sldId="6211"/>
            <ac:cxnSpMk id="159" creationId="{09C160E0-2482-42A0-AD95-7B6DD0DF1E1E}"/>
          </ac:cxnSpMkLst>
        </pc:cxnChg>
      </pc:sldChg>
      <pc:sldChg chg="modSp mod">
        <pc:chgData name="Lal, Harshita" userId="e573156b-5431-42dd-8837-da3cd2646097" providerId="ADAL" clId="{0FB9F3F5-1553-439A-B301-2D4BF3D53390}" dt="2022-07-04T11:02:38.365" v="2038" actId="20577"/>
        <pc:sldMkLst>
          <pc:docMk/>
          <pc:sldMk cId="1473512616" sldId="6221"/>
        </pc:sldMkLst>
        <pc:spChg chg="mod">
          <ac:chgData name="Lal, Harshita" userId="e573156b-5431-42dd-8837-da3cd2646097" providerId="ADAL" clId="{0FB9F3F5-1553-439A-B301-2D4BF3D53390}" dt="2022-07-04T10:57:08.091" v="1873" actId="20577"/>
          <ac:spMkLst>
            <pc:docMk/>
            <pc:sldMk cId="1473512616" sldId="6221"/>
            <ac:spMk id="151" creationId="{1F5C140F-D40B-4191-8CCA-457CE47FD525}"/>
          </ac:spMkLst>
        </pc:spChg>
        <pc:spChg chg="mod">
          <ac:chgData name="Lal, Harshita" userId="e573156b-5431-42dd-8837-da3cd2646097" providerId="ADAL" clId="{0FB9F3F5-1553-439A-B301-2D4BF3D53390}" dt="2022-07-04T10:58:53.049" v="1924" actId="6549"/>
          <ac:spMkLst>
            <pc:docMk/>
            <pc:sldMk cId="1473512616" sldId="6221"/>
            <ac:spMk id="152" creationId="{8E917AC6-32EA-40F5-880C-A198BD122E35}"/>
          </ac:spMkLst>
        </pc:spChg>
        <pc:spChg chg="mod">
          <ac:chgData name="Lal, Harshita" userId="e573156b-5431-42dd-8837-da3cd2646097" providerId="ADAL" clId="{0FB9F3F5-1553-439A-B301-2D4BF3D53390}" dt="2022-07-04T10:56:43.489" v="1832" actId="20577"/>
          <ac:spMkLst>
            <pc:docMk/>
            <pc:sldMk cId="1473512616" sldId="6221"/>
            <ac:spMk id="153" creationId="{91214B2A-91B8-42C0-9CC7-073046F6C6F7}"/>
          </ac:spMkLst>
        </pc:spChg>
        <pc:spChg chg="mod">
          <ac:chgData name="Lal, Harshita" userId="e573156b-5431-42dd-8837-da3cd2646097" providerId="ADAL" clId="{0FB9F3F5-1553-439A-B301-2D4BF3D53390}" dt="2022-07-04T10:58:44.478" v="1923" actId="6549"/>
          <ac:spMkLst>
            <pc:docMk/>
            <pc:sldMk cId="1473512616" sldId="6221"/>
            <ac:spMk id="154" creationId="{1094AA3A-C51E-4995-A837-0AB2071341E1}"/>
          </ac:spMkLst>
        </pc:spChg>
        <pc:spChg chg="mod">
          <ac:chgData name="Lal, Harshita" userId="e573156b-5431-42dd-8837-da3cd2646097" providerId="ADAL" clId="{0FB9F3F5-1553-439A-B301-2D4BF3D53390}" dt="2022-07-04T10:46:21.253" v="1493" actId="20577"/>
          <ac:spMkLst>
            <pc:docMk/>
            <pc:sldMk cId="1473512616" sldId="6221"/>
            <ac:spMk id="155" creationId="{48A2FE19-FBA4-403F-8652-FC0BDABC1CE2}"/>
          </ac:spMkLst>
        </pc:spChg>
        <pc:spChg chg="mod">
          <ac:chgData name="Lal, Harshita" userId="e573156b-5431-42dd-8837-da3cd2646097" providerId="ADAL" clId="{0FB9F3F5-1553-439A-B301-2D4BF3D53390}" dt="2022-07-04T10:50:27.013" v="1626" actId="20577"/>
          <ac:spMkLst>
            <pc:docMk/>
            <pc:sldMk cId="1473512616" sldId="6221"/>
            <ac:spMk id="160" creationId="{60024687-8E0F-4DD0-B5EE-C76E300B2281}"/>
          </ac:spMkLst>
        </pc:spChg>
        <pc:spChg chg="mod">
          <ac:chgData name="Lal, Harshita" userId="e573156b-5431-42dd-8837-da3cd2646097" providerId="ADAL" clId="{0FB9F3F5-1553-439A-B301-2D4BF3D53390}" dt="2022-07-04T11:00:03.977" v="1973" actId="313"/>
          <ac:spMkLst>
            <pc:docMk/>
            <pc:sldMk cId="1473512616" sldId="6221"/>
            <ac:spMk id="161" creationId="{8953B0E0-E7B0-4E38-8640-2FAC99353DC0}"/>
          </ac:spMkLst>
        </pc:spChg>
        <pc:spChg chg="mod">
          <ac:chgData name="Lal, Harshita" userId="e573156b-5431-42dd-8837-da3cd2646097" providerId="ADAL" clId="{0FB9F3F5-1553-439A-B301-2D4BF3D53390}" dt="2022-07-04T10:47:33.050" v="1535" actId="20577"/>
          <ac:spMkLst>
            <pc:docMk/>
            <pc:sldMk cId="1473512616" sldId="6221"/>
            <ac:spMk id="162" creationId="{13F8CD61-91AE-487B-B61C-6DD6951B3377}"/>
          </ac:spMkLst>
        </pc:spChg>
        <pc:spChg chg="mod">
          <ac:chgData name="Lal, Harshita" userId="e573156b-5431-42dd-8837-da3cd2646097" providerId="ADAL" clId="{0FB9F3F5-1553-439A-B301-2D4BF3D53390}" dt="2022-07-04T10:57:19.101" v="1883" actId="20577"/>
          <ac:spMkLst>
            <pc:docMk/>
            <pc:sldMk cId="1473512616" sldId="6221"/>
            <ac:spMk id="163" creationId="{10E058E7-4B73-4017-A995-2C2637BAFE4B}"/>
          </ac:spMkLst>
        </pc:spChg>
        <pc:spChg chg="mod">
          <ac:chgData name="Lal, Harshita" userId="e573156b-5431-42dd-8837-da3cd2646097" providerId="ADAL" clId="{0FB9F3F5-1553-439A-B301-2D4BF3D53390}" dt="2022-07-04T10:47:37.654" v="1536" actId="313"/>
          <ac:spMkLst>
            <pc:docMk/>
            <pc:sldMk cId="1473512616" sldId="6221"/>
            <ac:spMk id="164" creationId="{8848CE81-EF66-48C4-8627-0D34C03492E6}"/>
          </ac:spMkLst>
        </pc:spChg>
        <pc:spChg chg="mod">
          <ac:chgData name="Lal, Harshita" userId="e573156b-5431-42dd-8837-da3cd2646097" providerId="ADAL" clId="{0FB9F3F5-1553-439A-B301-2D4BF3D53390}" dt="2022-07-04T10:59:58.992" v="1972" actId="20577"/>
          <ac:spMkLst>
            <pc:docMk/>
            <pc:sldMk cId="1473512616" sldId="6221"/>
            <ac:spMk id="165" creationId="{FB89C83C-FA0F-4911-973C-E9BB1991F0F1}"/>
          </ac:spMkLst>
        </pc:spChg>
        <pc:spChg chg="mod">
          <ac:chgData name="Lal, Harshita" userId="e573156b-5431-42dd-8837-da3cd2646097" providerId="ADAL" clId="{0FB9F3F5-1553-439A-B301-2D4BF3D53390}" dt="2022-07-04T11:02:38.365" v="2038" actId="20577"/>
          <ac:spMkLst>
            <pc:docMk/>
            <pc:sldMk cId="1473512616" sldId="6221"/>
            <ac:spMk id="166" creationId="{68A87B10-B683-4771-AD6F-127E3C37873B}"/>
          </ac:spMkLst>
        </pc:spChg>
        <pc:spChg chg="mod">
          <ac:chgData name="Lal, Harshita" userId="e573156b-5431-42dd-8837-da3cd2646097" providerId="ADAL" clId="{0FB9F3F5-1553-439A-B301-2D4BF3D53390}" dt="2022-07-04T11:01:55.040" v="2007" actId="20577"/>
          <ac:spMkLst>
            <pc:docMk/>
            <pc:sldMk cId="1473512616" sldId="6221"/>
            <ac:spMk id="167" creationId="{D55201FA-E489-4715-84D6-B7B4FA1C8A7C}"/>
          </ac:spMkLst>
        </pc:spChg>
        <pc:spChg chg="mod">
          <ac:chgData name="Lal, Harshita" userId="e573156b-5431-42dd-8837-da3cd2646097" providerId="ADAL" clId="{0FB9F3F5-1553-439A-B301-2D4BF3D53390}" dt="2022-07-04T11:02:12.964" v="2024" actId="6549"/>
          <ac:spMkLst>
            <pc:docMk/>
            <pc:sldMk cId="1473512616" sldId="6221"/>
            <ac:spMk id="168" creationId="{142BCD6A-3BA0-482C-B8A6-0E5EAF0FA64B}"/>
          </ac:spMkLst>
        </pc:spChg>
        <pc:spChg chg="mod">
          <ac:chgData name="Lal, Harshita" userId="e573156b-5431-42dd-8837-da3cd2646097" providerId="ADAL" clId="{0FB9F3F5-1553-439A-B301-2D4BF3D53390}" dt="2022-07-04T10:55:12.036" v="1823" actId="20577"/>
          <ac:spMkLst>
            <pc:docMk/>
            <pc:sldMk cId="1473512616" sldId="6221"/>
            <ac:spMk id="172" creationId="{A0D6224C-1370-46EC-A274-0DD7BE996EA7}"/>
          </ac:spMkLst>
        </pc:spChg>
      </pc:sldChg>
    </pc:docChg>
  </pc:docChgLst>
  <pc:docChgLst>
    <pc:chgData name="Kalagara, Vijaya" userId="S::vikalagara@deloitte.com::b66aa0f1-1604-4161-b753-4146846484c3" providerId="AD" clId="Web-{CA0D996F-656F-443A-B40F-75C534D1FE8A}"/>
    <pc:docChg chg="modSld">
      <pc:chgData name="Kalagara, Vijaya" userId="S::vikalagara@deloitte.com::b66aa0f1-1604-4161-b753-4146846484c3" providerId="AD" clId="Web-{CA0D996F-656F-443A-B40F-75C534D1FE8A}" dt="2022-07-04T09:38:12.979" v="39" actId="1076"/>
      <pc:docMkLst>
        <pc:docMk/>
      </pc:docMkLst>
      <pc:sldChg chg="modSp">
        <pc:chgData name="Kalagara, Vijaya" userId="S::vikalagara@deloitte.com::b66aa0f1-1604-4161-b753-4146846484c3" providerId="AD" clId="Web-{CA0D996F-656F-443A-B40F-75C534D1FE8A}" dt="2022-07-04T09:38:12.979" v="39" actId="1076"/>
        <pc:sldMkLst>
          <pc:docMk/>
          <pc:sldMk cId="166138906" sldId="6201"/>
        </pc:sldMkLst>
        <pc:spChg chg="mod">
          <ac:chgData name="Kalagara, Vijaya" userId="S::vikalagara@deloitte.com::b66aa0f1-1604-4161-b753-4146846484c3" providerId="AD" clId="Web-{CA0D996F-656F-443A-B40F-75C534D1FE8A}" dt="2022-07-04T09:38:12.979" v="39" actId="1076"/>
          <ac:spMkLst>
            <pc:docMk/>
            <pc:sldMk cId="166138906" sldId="6201"/>
            <ac:spMk id="4" creationId="{F9108327-C6A8-43CF-80C3-E5BA9F2C269A}"/>
          </ac:spMkLst>
        </pc:spChg>
        <pc:spChg chg="mod">
          <ac:chgData name="Kalagara, Vijaya" userId="S::vikalagara@deloitte.com::b66aa0f1-1604-4161-b753-4146846484c3" providerId="AD" clId="Web-{CA0D996F-656F-443A-B40F-75C534D1FE8A}" dt="2022-07-04T09:37:50.947" v="35" actId="1076"/>
          <ac:spMkLst>
            <pc:docMk/>
            <pc:sldMk cId="166138906" sldId="6201"/>
            <ac:spMk id="7" creationId="{38ACDDE2-4569-4354-9FF9-A62F3AE8A518}"/>
          </ac:spMkLst>
        </pc:spChg>
      </pc:sldChg>
    </pc:docChg>
  </pc:docChgLst>
  <pc:docChgLst>
    <pc:chgData name="Banerjee, Rajeswar" userId="S::rajbanerjee@deloitte.com::b4ff5a26-7e17-4c5f-975b-d63f3f91df5b" providerId="AD" clId="Web-{BB799C5F-5A63-4FBD-AF72-7011A5721A5D}"/>
    <pc:docChg chg="modSld">
      <pc:chgData name="Banerjee, Rajeswar" userId="S::rajbanerjee@deloitte.com::b4ff5a26-7e17-4c5f-975b-d63f3f91df5b" providerId="AD" clId="Web-{BB799C5F-5A63-4FBD-AF72-7011A5721A5D}" dt="2022-07-01T05:58:12.295" v="3"/>
      <pc:docMkLst>
        <pc:docMk/>
      </pc:docMkLst>
      <pc:sldChg chg="addSp delSp modSp">
        <pc:chgData name="Banerjee, Rajeswar" userId="S::rajbanerjee@deloitte.com::b4ff5a26-7e17-4c5f-975b-d63f3f91df5b" providerId="AD" clId="Web-{BB799C5F-5A63-4FBD-AF72-7011A5721A5D}" dt="2022-07-01T05:57:57.357" v="1"/>
        <pc:sldMkLst>
          <pc:docMk/>
          <pc:sldMk cId="1583769314" sldId="4027"/>
        </pc:sldMkLst>
        <pc:picChg chg="add del mod">
          <ac:chgData name="Banerjee, Rajeswar" userId="S::rajbanerjee@deloitte.com::b4ff5a26-7e17-4c5f-975b-d63f3f91df5b" providerId="AD" clId="Web-{BB799C5F-5A63-4FBD-AF72-7011A5721A5D}" dt="2022-07-01T05:57:57.357" v="1"/>
          <ac:picMkLst>
            <pc:docMk/>
            <pc:sldMk cId="1583769314" sldId="4027"/>
            <ac:picMk id="4" creationId="{D021BE14-5DAC-0512-EEF3-B242DA95009F}"/>
          </ac:picMkLst>
        </pc:picChg>
      </pc:sldChg>
      <pc:sldChg chg="addSp delSp modSp">
        <pc:chgData name="Banerjee, Rajeswar" userId="S::rajbanerjee@deloitte.com::b4ff5a26-7e17-4c5f-975b-d63f3f91df5b" providerId="AD" clId="Web-{BB799C5F-5A63-4FBD-AF72-7011A5721A5D}" dt="2022-07-01T05:58:12.295" v="3"/>
        <pc:sldMkLst>
          <pc:docMk/>
          <pc:sldMk cId="1313580258" sldId="4044"/>
        </pc:sldMkLst>
        <pc:picChg chg="add del mod">
          <ac:chgData name="Banerjee, Rajeswar" userId="S::rajbanerjee@deloitte.com::b4ff5a26-7e17-4c5f-975b-d63f3f91df5b" providerId="AD" clId="Web-{BB799C5F-5A63-4FBD-AF72-7011A5721A5D}" dt="2022-07-01T05:58:12.295" v="3"/>
          <ac:picMkLst>
            <pc:docMk/>
            <pc:sldMk cId="1313580258" sldId="4044"/>
            <ac:picMk id="5" creationId="{6006EF7B-38C1-0CA7-18D8-909430C27F6B}"/>
          </ac:picMkLst>
        </pc:picChg>
      </pc:sldChg>
    </pc:docChg>
  </pc:docChgLst>
  <pc:docChgLst>
    <pc:chgData name="Mitra, Sayan" userId="5f9b069e-390c-41f3-af3f-6bd4b0fb9710" providerId="ADAL" clId="{1E27BAC9-1590-4FB6-B46D-FA84BEF06E08}"/>
    <pc:docChg chg="undo custSel addSld delSld modSld sldOrd">
      <pc:chgData name="Mitra, Sayan" userId="5f9b069e-390c-41f3-af3f-6bd4b0fb9710" providerId="ADAL" clId="{1E27BAC9-1590-4FB6-B46D-FA84BEF06E08}" dt="2022-06-28T01:41:08.987" v="1560"/>
      <pc:docMkLst>
        <pc:docMk/>
      </pc:docMkLst>
      <pc:sldChg chg="addSp modSp mod ord">
        <pc:chgData name="Mitra, Sayan" userId="5f9b069e-390c-41f3-af3f-6bd4b0fb9710" providerId="ADAL" clId="{1E27BAC9-1590-4FB6-B46D-FA84BEF06E08}" dt="2022-06-28T01:39:11.123" v="1558" actId="1076"/>
        <pc:sldMkLst>
          <pc:docMk/>
          <pc:sldMk cId="3091055145" sldId="381"/>
        </pc:sldMkLst>
        <pc:spChg chg="add mod">
          <ac:chgData name="Mitra, Sayan" userId="5f9b069e-390c-41f3-af3f-6bd4b0fb9710" providerId="ADAL" clId="{1E27BAC9-1590-4FB6-B46D-FA84BEF06E08}" dt="2022-06-28T01:39:11.123" v="1558" actId="1076"/>
          <ac:spMkLst>
            <pc:docMk/>
            <pc:sldMk cId="3091055145" sldId="381"/>
            <ac:spMk id="46" creationId="{1CB251FC-5B24-4F00-B2DF-ABDFB4F1ACB5}"/>
          </ac:spMkLst>
        </pc:spChg>
      </pc:sldChg>
      <pc:sldChg chg="modSp mod ord">
        <pc:chgData name="Mitra, Sayan" userId="5f9b069e-390c-41f3-af3f-6bd4b0fb9710" providerId="ADAL" clId="{1E27BAC9-1590-4FB6-B46D-FA84BEF06E08}" dt="2022-06-28T01:27:06.492" v="1529" actId="207"/>
        <pc:sldMkLst>
          <pc:docMk/>
          <pc:sldMk cId="1354766238" sldId="382"/>
        </pc:sldMkLst>
        <pc:spChg chg="mod">
          <ac:chgData name="Mitra, Sayan" userId="5f9b069e-390c-41f3-af3f-6bd4b0fb9710" providerId="ADAL" clId="{1E27BAC9-1590-4FB6-B46D-FA84BEF06E08}" dt="2022-06-28T01:27:06.492" v="1529" actId="207"/>
          <ac:spMkLst>
            <pc:docMk/>
            <pc:sldMk cId="1354766238" sldId="382"/>
            <ac:spMk id="18" creationId="{D0CA8FE8-725D-90A3-0135-A0DE2C30AB38}"/>
          </ac:spMkLst>
        </pc:spChg>
        <pc:spChg chg="mod">
          <ac:chgData name="Mitra, Sayan" userId="5f9b069e-390c-41f3-af3f-6bd4b0fb9710" providerId="ADAL" clId="{1E27BAC9-1590-4FB6-B46D-FA84BEF06E08}" dt="2022-06-28T01:27:06.492" v="1529" actId="207"/>
          <ac:spMkLst>
            <pc:docMk/>
            <pc:sldMk cId="1354766238" sldId="382"/>
            <ac:spMk id="19" creationId="{57C8B6B5-FAC4-1DCA-1AB2-063FC89DD17B}"/>
          </ac:spMkLst>
        </pc:spChg>
        <pc:spChg chg="mod">
          <ac:chgData name="Mitra, Sayan" userId="5f9b069e-390c-41f3-af3f-6bd4b0fb9710" providerId="ADAL" clId="{1E27BAC9-1590-4FB6-B46D-FA84BEF06E08}" dt="2022-06-28T01:27:06.492" v="1529" actId="207"/>
          <ac:spMkLst>
            <pc:docMk/>
            <pc:sldMk cId="1354766238" sldId="382"/>
            <ac:spMk id="20" creationId="{A1BE41AE-4860-9281-7C00-38B6B7F2F312}"/>
          </ac:spMkLst>
        </pc:spChg>
        <pc:spChg chg="mod">
          <ac:chgData name="Mitra, Sayan" userId="5f9b069e-390c-41f3-af3f-6bd4b0fb9710" providerId="ADAL" clId="{1E27BAC9-1590-4FB6-B46D-FA84BEF06E08}" dt="2022-06-28T01:27:06.492" v="1529" actId="207"/>
          <ac:spMkLst>
            <pc:docMk/>
            <pc:sldMk cId="1354766238" sldId="382"/>
            <ac:spMk id="21" creationId="{C8164E47-F198-1A33-8B18-2092E22A9C45}"/>
          </ac:spMkLst>
        </pc:spChg>
        <pc:spChg chg="mod">
          <ac:chgData name="Mitra, Sayan" userId="5f9b069e-390c-41f3-af3f-6bd4b0fb9710" providerId="ADAL" clId="{1E27BAC9-1590-4FB6-B46D-FA84BEF06E08}" dt="2022-06-28T01:27:06.492" v="1529" actId="207"/>
          <ac:spMkLst>
            <pc:docMk/>
            <pc:sldMk cId="1354766238" sldId="382"/>
            <ac:spMk id="22" creationId="{BD1420BC-9342-D460-CF93-30DFAF787EA2}"/>
          </ac:spMkLst>
        </pc:spChg>
        <pc:spChg chg="mod">
          <ac:chgData name="Mitra, Sayan" userId="5f9b069e-390c-41f3-af3f-6bd4b0fb9710" providerId="ADAL" clId="{1E27BAC9-1590-4FB6-B46D-FA84BEF06E08}" dt="2022-06-28T01:27:06.492" v="1529" actId="207"/>
          <ac:spMkLst>
            <pc:docMk/>
            <pc:sldMk cId="1354766238" sldId="382"/>
            <ac:spMk id="23" creationId="{1E2FAA09-2E9B-EE0E-BC2B-3F88845AAA92}"/>
          </ac:spMkLst>
        </pc:spChg>
        <pc:spChg chg="mod">
          <ac:chgData name="Mitra, Sayan" userId="5f9b069e-390c-41f3-af3f-6bd4b0fb9710" providerId="ADAL" clId="{1E27BAC9-1590-4FB6-B46D-FA84BEF06E08}" dt="2022-06-28T01:27:06.492" v="1529" actId="207"/>
          <ac:spMkLst>
            <pc:docMk/>
            <pc:sldMk cId="1354766238" sldId="382"/>
            <ac:spMk id="24" creationId="{86E0AC90-1D24-073D-51FD-0FA385733756}"/>
          </ac:spMkLst>
        </pc:spChg>
        <pc:spChg chg="mod">
          <ac:chgData name="Mitra, Sayan" userId="5f9b069e-390c-41f3-af3f-6bd4b0fb9710" providerId="ADAL" clId="{1E27BAC9-1590-4FB6-B46D-FA84BEF06E08}" dt="2022-06-28T01:27:06.492" v="1529" actId="207"/>
          <ac:spMkLst>
            <pc:docMk/>
            <pc:sldMk cId="1354766238" sldId="382"/>
            <ac:spMk id="25" creationId="{D325DD5F-BB06-3C5D-0FE6-250F8973A67C}"/>
          </ac:spMkLst>
        </pc:spChg>
        <pc:spChg chg="mod">
          <ac:chgData name="Mitra, Sayan" userId="5f9b069e-390c-41f3-af3f-6bd4b0fb9710" providerId="ADAL" clId="{1E27BAC9-1590-4FB6-B46D-FA84BEF06E08}" dt="2022-06-28T01:27:06.492" v="1529" actId="207"/>
          <ac:spMkLst>
            <pc:docMk/>
            <pc:sldMk cId="1354766238" sldId="382"/>
            <ac:spMk id="26" creationId="{376864B2-B5A6-17A2-E623-B678B6B2FE8A}"/>
          </ac:spMkLst>
        </pc:spChg>
        <pc:spChg chg="mod">
          <ac:chgData name="Mitra, Sayan" userId="5f9b069e-390c-41f3-af3f-6bd4b0fb9710" providerId="ADAL" clId="{1E27BAC9-1590-4FB6-B46D-FA84BEF06E08}" dt="2022-06-28T01:27:06.492" v="1529" actId="207"/>
          <ac:spMkLst>
            <pc:docMk/>
            <pc:sldMk cId="1354766238" sldId="382"/>
            <ac:spMk id="27" creationId="{6DC7BCD6-0F57-768C-F8EF-CD72160AA397}"/>
          </ac:spMkLst>
        </pc:spChg>
        <pc:spChg chg="mod">
          <ac:chgData name="Mitra, Sayan" userId="5f9b069e-390c-41f3-af3f-6bd4b0fb9710" providerId="ADAL" clId="{1E27BAC9-1590-4FB6-B46D-FA84BEF06E08}" dt="2022-06-28T01:27:06.492" v="1529" actId="207"/>
          <ac:spMkLst>
            <pc:docMk/>
            <pc:sldMk cId="1354766238" sldId="382"/>
            <ac:spMk id="28" creationId="{273FD77E-D327-EE91-86A1-DA643A61EA72}"/>
          </ac:spMkLst>
        </pc:spChg>
        <pc:spChg chg="mod">
          <ac:chgData name="Mitra, Sayan" userId="5f9b069e-390c-41f3-af3f-6bd4b0fb9710" providerId="ADAL" clId="{1E27BAC9-1590-4FB6-B46D-FA84BEF06E08}" dt="2022-06-28T01:27:06.492" v="1529" actId="207"/>
          <ac:spMkLst>
            <pc:docMk/>
            <pc:sldMk cId="1354766238" sldId="382"/>
            <ac:spMk id="29" creationId="{FFF666DA-1681-6DD2-0122-F77BE9B5BE6D}"/>
          </ac:spMkLst>
        </pc:spChg>
        <pc:spChg chg="mod">
          <ac:chgData name="Mitra, Sayan" userId="5f9b069e-390c-41f3-af3f-6bd4b0fb9710" providerId="ADAL" clId="{1E27BAC9-1590-4FB6-B46D-FA84BEF06E08}" dt="2022-06-28T01:27:06.492" v="1529" actId="207"/>
          <ac:spMkLst>
            <pc:docMk/>
            <pc:sldMk cId="1354766238" sldId="382"/>
            <ac:spMk id="30" creationId="{95584826-B3D8-9F5E-8668-63066A0453D7}"/>
          </ac:spMkLst>
        </pc:spChg>
        <pc:spChg chg="mod">
          <ac:chgData name="Mitra, Sayan" userId="5f9b069e-390c-41f3-af3f-6bd4b0fb9710" providerId="ADAL" clId="{1E27BAC9-1590-4FB6-B46D-FA84BEF06E08}" dt="2022-06-28T01:27:06.492" v="1529" actId="207"/>
          <ac:spMkLst>
            <pc:docMk/>
            <pc:sldMk cId="1354766238" sldId="382"/>
            <ac:spMk id="31" creationId="{95B54EEA-49A8-C6B5-BAD7-22FE1B8731A2}"/>
          </ac:spMkLst>
        </pc:spChg>
        <pc:spChg chg="mod">
          <ac:chgData name="Mitra, Sayan" userId="5f9b069e-390c-41f3-af3f-6bd4b0fb9710" providerId="ADAL" clId="{1E27BAC9-1590-4FB6-B46D-FA84BEF06E08}" dt="2022-06-28T01:27:06.492" v="1529" actId="207"/>
          <ac:spMkLst>
            <pc:docMk/>
            <pc:sldMk cId="1354766238" sldId="382"/>
            <ac:spMk id="32" creationId="{D65A634B-3C5A-0B2A-BEDD-5D8054530D6A}"/>
          </ac:spMkLst>
        </pc:spChg>
        <pc:spChg chg="mod">
          <ac:chgData name="Mitra, Sayan" userId="5f9b069e-390c-41f3-af3f-6bd4b0fb9710" providerId="ADAL" clId="{1E27BAC9-1590-4FB6-B46D-FA84BEF06E08}" dt="2022-06-28T01:27:06.492" v="1529" actId="207"/>
          <ac:spMkLst>
            <pc:docMk/>
            <pc:sldMk cId="1354766238" sldId="382"/>
            <ac:spMk id="33" creationId="{2A970853-6ACE-EB5F-7E4D-067D77E9C2B6}"/>
          </ac:spMkLst>
        </pc:spChg>
        <pc:spChg chg="mod">
          <ac:chgData name="Mitra, Sayan" userId="5f9b069e-390c-41f3-af3f-6bd4b0fb9710" providerId="ADAL" clId="{1E27BAC9-1590-4FB6-B46D-FA84BEF06E08}" dt="2022-06-28T01:27:06.492" v="1529" actId="207"/>
          <ac:spMkLst>
            <pc:docMk/>
            <pc:sldMk cId="1354766238" sldId="382"/>
            <ac:spMk id="34" creationId="{8995B9F4-E7B8-EFD4-9FF8-3866914B49CF}"/>
          </ac:spMkLst>
        </pc:spChg>
        <pc:spChg chg="mod">
          <ac:chgData name="Mitra, Sayan" userId="5f9b069e-390c-41f3-af3f-6bd4b0fb9710" providerId="ADAL" clId="{1E27BAC9-1590-4FB6-B46D-FA84BEF06E08}" dt="2022-06-28T01:27:06.492" v="1529" actId="207"/>
          <ac:spMkLst>
            <pc:docMk/>
            <pc:sldMk cId="1354766238" sldId="382"/>
            <ac:spMk id="35" creationId="{7B0DFFE3-DAE8-FE8F-320F-B1EEB8A4F2CE}"/>
          </ac:spMkLst>
        </pc:spChg>
        <pc:spChg chg="mod">
          <ac:chgData name="Mitra, Sayan" userId="5f9b069e-390c-41f3-af3f-6bd4b0fb9710" providerId="ADAL" clId="{1E27BAC9-1590-4FB6-B46D-FA84BEF06E08}" dt="2022-06-28T01:27:06.492" v="1529" actId="207"/>
          <ac:spMkLst>
            <pc:docMk/>
            <pc:sldMk cId="1354766238" sldId="382"/>
            <ac:spMk id="36" creationId="{C3EC6908-AD71-5EF9-3FB4-957F40A4D062}"/>
          </ac:spMkLst>
        </pc:spChg>
        <pc:spChg chg="mod">
          <ac:chgData name="Mitra, Sayan" userId="5f9b069e-390c-41f3-af3f-6bd4b0fb9710" providerId="ADAL" clId="{1E27BAC9-1590-4FB6-B46D-FA84BEF06E08}" dt="2022-06-28T01:27:06.492" v="1529" actId="207"/>
          <ac:spMkLst>
            <pc:docMk/>
            <pc:sldMk cId="1354766238" sldId="382"/>
            <ac:spMk id="37" creationId="{7029EB9A-8FDD-31A2-141C-016662CC3A60}"/>
          </ac:spMkLst>
        </pc:spChg>
        <pc:spChg chg="mod">
          <ac:chgData name="Mitra, Sayan" userId="5f9b069e-390c-41f3-af3f-6bd4b0fb9710" providerId="ADAL" clId="{1E27BAC9-1590-4FB6-B46D-FA84BEF06E08}" dt="2022-06-28T01:27:06.492" v="1529" actId="207"/>
          <ac:spMkLst>
            <pc:docMk/>
            <pc:sldMk cId="1354766238" sldId="382"/>
            <ac:spMk id="42" creationId="{8406511E-19E8-48AB-8843-DE12594A69B5}"/>
          </ac:spMkLst>
        </pc:spChg>
      </pc:sldChg>
      <pc:sldChg chg="modSp mod ord">
        <pc:chgData name="Mitra, Sayan" userId="5f9b069e-390c-41f3-af3f-6bd4b0fb9710" providerId="ADAL" clId="{1E27BAC9-1590-4FB6-B46D-FA84BEF06E08}" dt="2022-06-28T01:39:00.130" v="1556" actId="14100"/>
        <pc:sldMkLst>
          <pc:docMk/>
          <pc:sldMk cId="3212148087" sldId="385"/>
        </pc:sldMkLst>
        <pc:spChg chg="mod">
          <ac:chgData name="Mitra, Sayan" userId="5f9b069e-390c-41f3-af3f-6bd4b0fb9710" providerId="ADAL" clId="{1E27BAC9-1590-4FB6-B46D-FA84BEF06E08}" dt="2022-06-28T01:39:00.130" v="1556" actId="14100"/>
          <ac:spMkLst>
            <pc:docMk/>
            <pc:sldMk cId="3212148087" sldId="385"/>
            <ac:spMk id="4" creationId="{2A645BF7-C44D-92CF-2B59-66CDED5E6312}"/>
          </ac:spMkLst>
        </pc:spChg>
        <pc:graphicFrameChg chg="modGraphic">
          <ac:chgData name="Mitra, Sayan" userId="5f9b069e-390c-41f3-af3f-6bd4b0fb9710" providerId="ADAL" clId="{1E27BAC9-1590-4FB6-B46D-FA84BEF06E08}" dt="2022-06-28T00:10:11.988" v="989" actId="2711"/>
          <ac:graphicFrameMkLst>
            <pc:docMk/>
            <pc:sldMk cId="3212148087" sldId="385"/>
            <ac:graphicFrameMk id="3" creationId="{27B413D5-2F5E-0BE4-EF2F-860E26021974}"/>
          </ac:graphicFrameMkLst>
        </pc:graphicFrameChg>
      </pc:sldChg>
      <pc:sldChg chg="del">
        <pc:chgData name="Mitra, Sayan" userId="5f9b069e-390c-41f3-af3f-6bd4b0fb9710" providerId="ADAL" clId="{1E27BAC9-1590-4FB6-B46D-FA84BEF06E08}" dt="2022-06-28T01:23:13.371" v="1461" actId="47"/>
        <pc:sldMkLst>
          <pc:docMk/>
          <pc:sldMk cId="140625409" sldId="389"/>
        </pc:sldMkLst>
      </pc:sldChg>
      <pc:sldChg chg="del">
        <pc:chgData name="Mitra, Sayan" userId="5f9b069e-390c-41f3-af3f-6bd4b0fb9710" providerId="ADAL" clId="{1E27BAC9-1590-4FB6-B46D-FA84BEF06E08}" dt="2022-06-28T01:23:14.098" v="1462" actId="47"/>
        <pc:sldMkLst>
          <pc:docMk/>
          <pc:sldMk cId="1348992580" sldId="390"/>
        </pc:sldMkLst>
      </pc:sldChg>
      <pc:sldChg chg="add del">
        <pc:chgData name="Mitra, Sayan" userId="5f9b069e-390c-41f3-af3f-6bd4b0fb9710" providerId="ADAL" clId="{1E27BAC9-1590-4FB6-B46D-FA84BEF06E08}" dt="2022-06-27T14:45:55.093" v="710" actId="47"/>
        <pc:sldMkLst>
          <pc:docMk/>
          <pc:sldMk cId="2730138925" sldId="391"/>
        </pc:sldMkLst>
      </pc:sldChg>
      <pc:sldChg chg="ord">
        <pc:chgData name="Mitra, Sayan" userId="5f9b069e-390c-41f3-af3f-6bd4b0fb9710" providerId="ADAL" clId="{1E27BAC9-1590-4FB6-B46D-FA84BEF06E08}" dt="2022-06-27T14:43:43.734" v="670"/>
        <pc:sldMkLst>
          <pc:docMk/>
          <pc:sldMk cId="1861270906" sldId="572"/>
        </pc:sldMkLst>
      </pc:sldChg>
      <pc:sldChg chg="delSp modSp mod">
        <pc:chgData name="Mitra, Sayan" userId="5f9b069e-390c-41f3-af3f-6bd4b0fb9710" providerId="ADAL" clId="{1E27BAC9-1590-4FB6-B46D-FA84BEF06E08}" dt="2022-06-27T14:38:10.011" v="284" actId="313"/>
        <pc:sldMkLst>
          <pc:docMk/>
          <pc:sldMk cId="3709311350" sldId="624"/>
        </pc:sldMkLst>
        <pc:spChg chg="mod">
          <ac:chgData name="Mitra, Sayan" userId="5f9b069e-390c-41f3-af3f-6bd4b0fb9710" providerId="ADAL" clId="{1E27BAC9-1590-4FB6-B46D-FA84BEF06E08}" dt="2022-06-27T14:38:10.011" v="284" actId="313"/>
          <ac:spMkLst>
            <pc:docMk/>
            <pc:sldMk cId="3709311350" sldId="624"/>
            <ac:spMk id="2" creationId="{90B109E2-7B40-463B-983F-556B88D76AE5}"/>
          </ac:spMkLst>
        </pc:spChg>
        <pc:grpChg chg="del">
          <ac:chgData name="Mitra, Sayan" userId="5f9b069e-390c-41f3-af3f-6bd4b0fb9710" providerId="ADAL" clId="{1E27BAC9-1590-4FB6-B46D-FA84BEF06E08}" dt="2022-06-27T14:35:21.374" v="69" actId="478"/>
          <ac:grpSpMkLst>
            <pc:docMk/>
            <pc:sldMk cId="3709311350" sldId="624"/>
            <ac:grpSpMk id="3" creationId="{1598C77B-64A6-4692-9F7E-E03E29E41258}"/>
          </ac:grpSpMkLst>
        </pc:grpChg>
        <pc:grpChg chg="del">
          <ac:chgData name="Mitra, Sayan" userId="5f9b069e-390c-41f3-af3f-6bd4b0fb9710" providerId="ADAL" clId="{1E27BAC9-1590-4FB6-B46D-FA84BEF06E08}" dt="2022-06-27T14:35:21.374" v="69" actId="478"/>
          <ac:grpSpMkLst>
            <pc:docMk/>
            <pc:sldMk cId="3709311350" sldId="624"/>
            <ac:grpSpMk id="4" creationId="{2706CACD-CCEB-4561-A825-281545C4B4E5}"/>
          </ac:grpSpMkLst>
        </pc:grpChg>
        <pc:grpChg chg="del">
          <ac:chgData name="Mitra, Sayan" userId="5f9b069e-390c-41f3-af3f-6bd4b0fb9710" providerId="ADAL" clId="{1E27BAC9-1590-4FB6-B46D-FA84BEF06E08}" dt="2022-06-27T14:35:21.374" v="69" actId="478"/>
          <ac:grpSpMkLst>
            <pc:docMk/>
            <pc:sldMk cId="3709311350" sldId="624"/>
            <ac:grpSpMk id="5" creationId="{07AA1CA0-1814-4633-A50C-122091F7D7A0}"/>
          </ac:grpSpMkLst>
        </pc:grpChg>
        <pc:grpChg chg="del">
          <ac:chgData name="Mitra, Sayan" userId="5f9b069e-390c-41f3-af3f-6bd4b0fb9710" providerId="ADAL" clId="{1E27BAC9-1590-4FB6-B46D-FA84BEF06E08}" dt="2022-06-27T14:35:21.374" v="69" actId="478"/>
          <ac:grpSpMkLst>
            <pc:docMk/>
            <pc:sldMk cId="3709311350" sldId="624"/>
            <ac:grpSpMk id="28" creationId="{A899FE69-4F05-4952-872F-B23058FFE033}"/>
          </ac:grpSpMkLst>
        </pc:grpChg>
        <pc:grpChg chg="del">
          <ac:chgData name="Mitra, Sayan" userId="5f9b069e-390c-41f3-af3f-6bd4b0fb9710" providerId="ADAL" clId="{1E27BAC9-1590-4FB6-B46D-FA84BEF06E08}" dt="2022-06-27T14:35:21.374" v="69" actId="478"/>
          <ac:grpSpMkLst>
            <pc:docMk/>
            <pc:sldMk cId="3709311350" sldId="624"/>
            <ac:grpSpMk id="34" creationId="{8A7068B6-446C-4F6E-837A-0B20C614F36B}"/>
          </ac:grpSpMkLst>
        </pc:grpChg>
        <pc:cxnChg chg="mod">
          <ac:chgData name="Mitra, Sayan" userId="5f9b069e-390c-41f3-af3f-6bd4b0fb9710" providerId="ADAL" clId="{1E27BAC9-1590-4FB6-B46D-FA84BEF06E08}" dt="2022-06-27T14:35:21.374" v="69" actId="478"/>
          <ac:cxnSpMkLst>
            <pc:docMk/>
            <pc:sldMk cId="3709311350" sldId="624"/>
            <ac:cxnSpMk id="32" creationId="{10F33943-65A8-44E2-A061-89386DE2F390}"/>
          </ac:cxnSpMkLst>
        </pc:cxnChg>
        <pc:cxnChg chg="mod">
          <ac:chgData name="Mitra, Sayan" userId="5f9b069e-390c-41f3-af3f-6bd4b0fb9710" providerId="ADAL" clId="{1E27BAC9-1590-4FB6-B46D-FA84BEF06E08}" dt="2022-06-27T14:35:21.374" v="69" actId="478"/>
          <ac:cxnSpMkLst>
            <pc:docMk/>
            <pc:sldMk cId="3709311350" sldId="624"/>
            <ac:cxnSpMk id="38" creationId="{62CAE68A-1860-436B-B0D8-AB28D5627472}"/>
          </ac:cxnSpMkLst>
        </pc:cxnChg>
        <pc:cxnChg chg="mod">
          <ac:chgData name="Mitra, Sayan" userId="5f9b069e-390c-41f3-af3f-6bd4b0fb9710" providerId="ADAL" clId="{1E27BAC9-1590-4FB6-B46D-FA84BEF06E08}" dt="2022-06-27T14:35:21.374" v="69" actId="478"/>
          <ac:cxnSpMkLst>
            <pc:docMk/>
            <pc:sldMk cId="3709311350" sldId="624"/>
            <ac:cxnSpMk id="79" creationId="{BA236498-7284-404A-9601-55039B5AEB6C}"/>
          </ac:cxnSpMkLst>
        </pc:cxnChg>
        <pc:cxnChg chg="mod">
          <ac:chgData name="Mitra, Sayan" userId="5f9b069e-390c-41f3-af3f-6bd4b0fb9710" providerId="ADAL" clId="{1E27BAC9-1590-4FB6-B46D-FA84BEF06E08}" dt="2022-06-27T14:35:21.374" v="69" actId="478"/>
          <ac:cxnSpMkLst>
            <pc:docMk/>
            <pc:sldMk cId="3709311350" sldId="624"/>
            <ac:cxnSpMk id="84" creationId="{73622807-004C-7F45-B663-C9A7A353927E}"/>
          </ac:cxnSpMkLst>
        </pc:cxnChg>
        <pc:cxnChg chg="mod">
          <ac:chgData name="Mitra, Sayan" userId="5f9b069e-390c-41f3-af3f-6bd4b0fb9710" providerId="ADAL" clId="{1E27BAC9-1590-4FB6-B46D-FA84BEF06E08}" dt="2022-06-27T14:35:21.374" v="69" actId="478"/>
          <ac:cxnSpMkLst>
            <pc:docMk/>
            <pc:sldMk cId="3709311350" sldId="624"/>
            <ac:cxnSpMk id="89" creationId="{A553A74A-2FB7-054C-AF99-63A43D454530}"/>
          </ac:cxnSpMkLst>
        </pc:cxnChg>
      </pc:sldChg>
      <pc:sldChg chg="modSp mod">
        <pc:chgData name="Mitra, Sayan" userId="5f9b069e-390c-41f3-af3f-6bd4b0fb9710" providerId="ADAL" clId="{1E27BAC9-1590-4FB6-B46D-FA84BEF06E08}" dt="2022-06-27T14:51:41.264" v="987" actId="20577"/>
        <pc:sldMkLst>
          <pc:docMk/>
          <pc:sldMk cId="289173355" sldId="954"/>
        </pc:sldMkLst>
        <pc:spChg chg="mod">
          <ac:chgData name="Mitra, Sayan" userId="5f9b069e-390c-41f3-af3f-6bd4b0fb9710" providerId="ADAL" clId="{1E27BAC9-1590-4FB6-B46D-FA84BEF06E08}" dt="2022-06-27T14:51:41.264" v="987" actId="20577"/>
          <ac:spMkLst>
            <pc:docMk/>
            <pc:sldMk cId="289173355" sldId="954"/>
            <ac:spMk id="4" creationId="{00000000-0000-0000-0000-000000000000}"/>
          </ac:spMkLst>
        </pc:spChg>
      </pc:sldChg>
      <pc:sldChg chg="modSp mod ord">
        <pc:chgData name="Mitra, Sayan" userId="5f9b069e-390c-41f3-af3f-6bd4b0fb9710" providerId="ADAL" clId="{1E27BAC9-1590-4FB6-B46D-FA84BEF06E08}" dt="2022-06-27T14:41:10.526" v="483" actId="20577"/>
        <pc:sldMkLst>
          <pc:docMk/>
          <pc:sldMk cId="2763198061" sldId="1123"/>
        </pc:sldMkLst>
        <pc:spChg chg="mod">
          <ac:chgData name="Mitra, Sayan" userId="5f9b069e-390c-41f3-af3f-6bd4b0fb9710" providerId="ADAL" clId="{1E27BAC9-1590-4FB6-B46D-FA84BEF06E08}" dt="2022-06-27T14:41:10.526" v="483" actId="20577"/>
          <ac:spMkLst>
            <pc:docMk/>
            <pc:sldMk cId="2763198061" sldId="1123"/>
            <ac:spMk id="10" creationId="{7F8B5CA4-D971-4A79-9A57-B0710765EDBC}"/>
          </ac:spMkLst>
        </pc:spChg>
      </pc:sldChg>
      <pc:sldChg chg="del">
        <pc:chgData name="Mitra, Sayan" userId="5f9b069e-390c-41f3-af3f-6bd4b0fb9710" providerId="ADAL" clId="{1E27BAC9-1590-4FB6-B46D-FA84BEF06E08}" dt="2022-06-27T14:35:25.719" v="71" actId="47"/>
        <pc:sldMkLst>
          <pc:docMk/>
          <pc:sldMk cId="2210165816" sldId="1270"/>
        </pc:sldMkLst>
      </pc:sldChg>
      <pc:sldChg chg="del">
        <pc:chgData name="Mitra, Sayan" userId="5f9b069e-390c-41f3-af3f-6bd4b0fb9710" providerId="ADAL" clId="{1E27BAC9-1590-4FB6-B46D-FA84BEF06E08}" dt="2022-06-27T14:34:43.390" v="0" actId="47"/>
        <pc:sldMkLst>
          <pc:docMk/>
          <pc:sldMk cId="316273261" sldId="1271"/>
        </pc:sldMkLst>
      </pc:sldChg>
      <pc:sldChg chg="del">
        <pc:chgData name="Mitra, Sayan" userId="5f9b069e-390c-41f3-af3f-6bd4b0fb9710" providerId="ADAL" clId="{1E27BAC9-1590-4FB6-B46D-FA84BEF06E08}" dt="2022-06-27T14:34:43.846" v="1" actId="47"/>
        <pc:sldMkLst>
          <pc:docMk/>
          <pc:sldMk cId="148379624" sldId="1272"/>
        </pc:sldMkLst>
      </pc:sldChg>
      <pc:sldChg chg="modSp mod">
        <pc:chgData name="Mitra, Sayan" userId="5f9b069e-390c-41f3-af3f-6bd4b0fb9710" providerId="ADAL" clId="{1E27BAC9-1590-4FB6-B46D-FA84BEF06E08}" dt="2022-06-28T01:28:07.311" v="1538"/>
        <pc:sldMkLst>
          <pc:docMk/>
          <pc:sldMk cId="2473939844" sldId="3969"/>
        </pc:sldMkLst>
        <pc:spChg chg="mod">
          <ac:chgData name="Mitra, Sayan" userId="5f9b069e-390c-41f3-af3f-6bd4b0fb9710" providerId="ADAL" clId="{1E27BAC9-1590-4FB6-B46D-FA84BEF06E08}" dt="2022-06-28T01:28:07.311" v="1538"/>
          <ac:spMkLst>
            <pc:docMk/>
            <pc:sldMk cId="2473939844" sldId="3969"/>
            <ac:spMk id="18" creationId="{9095C9E7-72DD-4CA0-940F-7DA9754F95C0}"/>
          </ac:spMkLst>
        </pc:spChg>
        <pc:spChg chg="mod">
          <ac:chgData name="Mitra, Sayan" userId="5f9b069e-390c-41f3-af3f-6bd4b0fb9710" providerId="ADAL" clId="{1E27BAC9-1590-4FB6-B46D-FA84BEF06E08}" dt="2022-06-28T01:27:54.738" v="1534" actId="20577"/>
          <ac:spMkLst>
            <pc:docMk/>
            <pc:sldMk cId="2473939844" sldId="3969"/>
            <ac:spMk id="26" creationId="{5BA4FCD5-4905-46D3-A784-8731C575D565}"/>
          </ac:spMkLst>
        </pc:spChg>
        <pc:spChg chg="mod">
          <ac:chgData name="Mitra, Sayan" userId="5f9b069e-390c-41f3-af3f-6bd4b0fb9710" providerId="ADAL" clId="{1E27BAC9-1590-4FB6-B46D-FA84BEF06E08}" dt="2022-06-28T01:28:02.735" v="1536"/>
          <ac:spMkLst>
            <pc:docMk/>
            <pc:sldMk cId="2473939844" sldId="3969"/>
            <ac:spMk id="29" creationId="{CC652346-BBC4-49DD-A7C8-BBCF7F7DA393}"/>
          </ac:spMkLst>
        </pc:spChg>
        <pc:spChg chg="mod">
          <ac:chgData name="Mitra, Sayan" userId="5f9b069e-390c-41f3-af3f-6bd4b0fb9710" providerId="ADAL" clId="{1E27BAC9-1590-4FB6-B46D-FA84BEF06E08}" dt="2022-06-28T01:28:00.359" v="1535"/>
          <ac:spMkLst>
            <pc:docMk/>
            <pc:sldMk cId="2473939844" sldId="3969"/>
            <ac:spMk id="30" creationId="{BAEDD00A-B953-4595-B8CB-05917E029F6A}"/>
          </ac:spMkLst>
        </pc:spChg>
        <pc:spChg chg="mod">
          <ac:chgData name="Mitra, Sayan" userId="5f9b069e-390c-41f3-af3f-6bd4b0fb9710" providerId="ADAL" clId="{1E27BAC9-1590-4FB6-B46D-FA84BEF06E08}" dt="2022-06-28T01:28:05.222" v="1537"/>
          <ac:spMkLst>
            <pc:docMk/>
            <pc:sldMk cId="2473939844" sldId="3969"/>
            <ac:spMk id="34" creationId="{B2C77052-D024-44B6-9AF8-15000940C6EE}"/>
          </ac:spMkLst>
        </pc:spChg>
      </pc:sldChg>
      <pc:sldChg chg="modSp mod">
        <pc:chgData name="Mitra, Sayan" userId="5f9b069e-390c-41f3-af3f-6bd4b0fb9710" providerId="ADAL" clId="{1E27BAC9-1590-4FB6-B46D-FA84BEF06E08}" dt="2022-06-27T14:35:07.203" v="37" actId="20577"/>
        <pc:sldMkLst>
          <pc:docMk/>
          <pc:sldMk cId="2258419677" sldId="3970"/>
        </pc:sldMkLst>
        <pc:spChg chg="mod">
          <ac:chgData name="Mitra, Sayan" userId="5f9b069e-390c-41f3-af3f-6bd4b0fb9710" providerId="ADAL" clId="{1E27BAC9-1590-4FB6-B46D-FA84BEF06E08}" dt="2022-06-27T14:35:07.203" v="37" actId="20577"/>
          <ac:spMkLst>
            <pc:docMk/>
            <pc:sldMk cId="2258419677" sldId="3970"/>
            <ac:spMk id="2" creationId="{E30B7168-6ADF-4406-A0C2-759DBC242875}"/>
          </ac:spMkLst>
        </pc:spChg>
      </pc:sldChg>
      <pc:sldChg chg="modSp mod">
        <pc:chgData name="Mitra, Sayan" userId="5f9b069e-390c-41f3-af3f-6bd4b0fb9710" providerId="ADAL" clId="{1E27BAC9-1590-4FB6-B46D-FA84BEF06E08}" dt="2022-06-27T14:37:36.185" v="251" actId="20577"/>
        <pc:sldMkLst>
          <pc:docMk/>
          <pc:sldMk cId="3312490722" sldId="3971"/>
        </pc:sldMkLst>
        <pc:spChg chg="mod">
          <ac:chgData name="Mitra, Sayan" userId="5f9b069e-390c-41f3-af3f-6bd4b0fb9710" providerId="ADAL" clId="{1E27BAC9-1590-4FB6-B46D-FA84BEF06E08}" dt="2022-06-27T14:37:36.185" v="251" actId="20577"/>
          <ac:spMkLst>
            <pc:docMk/>
            <pc:sldMk cId="3312490722" sldId="3971"/>
            <ac:spMk id="2" creationId="{FD9E2819-8F4D-439D-A6D1-D0B800106549}"/>
          </ac:spMkLst>
        </pc:spChg>
      </pc:sldChg>
      <pc:sldChg chg="modSp add del mod ord">
        <pc:chgData name="Mitra, Sayan" userId="5f9b069e-390c-41f3-af3f-6bd4b0fb9710" providerId="ADAL" clId="{1E27BAC9-1590-4FB6-B46D-FA84BEF06E08}" dt="2022-06-27T14:46:29.111" v="729" actId="20577"/>
        <pc:sldMkLst>
          <pc:docMk/>
          <pc:sldMk cId="2609729079" sldId="3973"/>
        </pc:sldMkLst>
        <pc:spChg chg="mod">
          <ac:chgData name="Mitra, Sayan" userId="5f9b069e-390c-41f3-af3f-6bd4b0fb9710" providerId="ADAL" clId="{1E27BAC9-1590-4FB6-B46D-FA84BEF06E08}" dt="2022-06-27T14:46:29.111" v="729" actId="20577"/>
          <ac:spMkLst>
            <pc:docMk/>
            <pc:sldMk cId="2609729079" sldId="3973"/>
            <ac:spMk id="2" creationId="{E292EFBE-B496-44A6-A122-0C95C05E453E}"/>
          </ac:spMkLst>
        </pc:spChg>
      </pc:sldChg>
      <pc:sldChg chg="modSp mod">
        <pc:chgData name="Mitra, Sayan" userId="5f9b069e-390c-41f3-af3f-6bd4b0fb9710" providerId="ADAL" clId="{1E27BAC9-1590-4FB6-B46D-FA84BEF06E08}" dt="2022-06-27T14:36:55.841" v="192" actId="6549"/>
        <pc:sldMkLst>
          <pc:docMk/>
          <pc:sldMk cId="2494901827" sldId="3976"/>
        </pc:sldMkLst>
        <pc:spChg chg="mod">
          <ac:chgData name="Mitra, Sayan" userId="5f9b069e-390c-41f3-af3f-6bd4b0fb9710" providerId="ADAL" clId="{1E27BAC9-1590-4FB6-B46D-FA84BEF06E08}" dt="2022-06-27T14:36:55.841" v="192" actId="6549"/>
          <ac:spMkLst>
            <pc:docMk/>
            <pc:sldMk cId="2494901827" sldId="3976"/>
            <ac:spMk id="2" creationId="{3B206776-1686-4D1A-9E1B-57160FEEBCC4}"/>
          </ac:spMkLst>
        </pc:spChg>
      </pc:sldChg>
      <pc:sldChg chg="del">
        <pc:chgData name="Mitra, Sayan" userId="5f9b069e-390c-41f3-af3f-6bd4b0fb9710" providerId="ADAL" clId="{1E27BAC9-1590-4FB6-B46D-FA84BEF06E08}" dt="2022-06-27T14:34:44.503" v="2" actId="47"/>
        <pc:sldMkLst>
          <pc:docMk/>
          <pc:sldMk cId="1269058747" sldId="3977"/>
        </pc:sldMkLst>
      </pc:sldChg>
      <pc:sldChg chg="del">
        <pc:chgData name="Mitra, Sayan" userId="5f9b069e-390c-41f3-af3f-6bd4b0fb9710" providerId="ADAL" clId="{1E27BAC9-1590-4FB6-B46D-FA84BEF06E08}" dt="2022-06-27T14:35:25.286" v="70" actId="47"/>
        <pc:sldMkLst>
          <pc:docMk/>
          <pc:sldMk cId="1272745538" sldId="3978"/>
        </pc:sldMkLst>
      </pc:sldChg>
      <pc:sldChg chg="addSp delSp modSp mod ord">
        <pc:chgData name="Mitra, Sayan" userId="5f9b069e-390c-41f3-af3f-6bd4b0fb9710" providerId="ADAL" clId="{1E27BAC9-1590-4FB6-B46D-FA84BEF06E08}" dt="2022-06-27T14:43:27.041" v="667" actId="21"/>
        <pc:sldMkLst>
          <pc:docMk/>
          <pc:sldMk cId="1923269761" sldId="3983"/>
        </pc:sldMkLst>
        <pc:spChg chg="add del">
          <ac:chgData name="Mitra, Sayan" userId="5f9b069e-390c-41f3-af3f-6bd4b0fb9710" providerId="ADAL" clId="{1E27BAC9-1590-4FB6-B46D-FA84BEF06E08}" dt="2022-06-27T14:43:27.041" v="667" actId="21"/>
          <ac:spMkLst>
            <pc:docMk/>
            <pc:sldMk cId="1923269761" sldId="3983"/>
            <ac:spMk id="9" creationId="{A1BE43E4-E950-457F-9E10-AEB4A5EC2712}"/>
          </ac:spMkLst>
        </pc:spChg>
        <pc:spChg chg="add del">
          <ac:chgData name="Mitra, Sayan" userId="5f9b069e-390c-41f3-af3f-6bd4b0fb9710" providerId="ADAL" clId="{1E27BAC9-1590-4FB6-B46D-FA84BEF06E08}" dt="2022-06-27T14:43:27.041" v="667" actId="21"/>
          <ac:spMkLst>
            <pc:docMk/>
            <pc:sldMk cId="1923269761" sldId="3983"/>
            <ac:spMk id="10" creationId="{B68D7AA2-74AD-4CEB-B6F3-895BB427E7EF}"/>
          </ac:spMkLst>
        </pc:spChg>
        <pc:spChg chg="add del">
          <ac:chgData name="Mitra, Sayan" userId="5f9b069e-390c-41f3-af3f-6bd4b0fb9710" providerId="ADAL" clId="{1E27BAC9-1590-4FB6-B46D-FA84BEF06E08}" dt="2022-06-27T14:43:27.041" v="667" actId="21"/>
          <ac:spMkLst>
            <pc:docMk/>
            <pc:sldMk cId="1923269761" sldId="3983"/>
            <ac:spMk id="11" creationId="{6A783E7C-6B41-4AA4-A1D9-86E78DF8D8D2}"/>
          </ac:spMkLst>
        </pc:spChg>
        <pc:spChg chg="add del">
          <ac:chgData name="Mitra, Sayan" userId="5f9b069e-390c-41f3-af3f-6bd4b0fb9710" providerId="ADAL" clId="{1E27BAC9-1590-4FB6-B46D-FA84BEF06E08}" dt="2022-06-27T14:43:27.041" v="667" actId="21"/>
          <ac:spMkLst>
            <pc:docMk/>
            <pc:sldMk cId="1923269761" sldId="3983"/>
            <ac:spMk id="12" creationId="{AEECCF7C-E782-40A8-BE4E-573E9B757978}"/>
          </ac:spMkLst>
        </pc:spChg>
        <pc:spChg chg="add del">
          <ac:chgData name="Mitra, Sayan" userId="5f9b069e-390c-41f3-af3f-6bd4b0fb9710" providerId="ADAL" clId="{1E27BAC9-1590-4FB6-B46D-FA84BEF06E08}" dt="2022-06-27T14:43:27.041" v="667" actId="21"/>
          <ac:spMkLst>
            <pc:docMk/>
            <pc:sldMk cId="1923269761" sldId="3983"/>
            <ac:spMk id="14" creationId="{94D58FE0-3739-4D96-A63C-280EF4C3C43F}"/>
          </ac:spMkLst>
        </pc:spChg>
        <pc:spChg chg="add del">
          <ac:chgData name="Mitra, Sayan" userId="5f9b069e-390c-41f3-af3f-6bd4b0fb9710" providerId="ADAL" clId="{1E27BAC9-1590-4FB6-B46D-FA84BEF06E08}" dt="2022-06-27T14:43:27.041" v="667" actId="21"/>
          <ac:spMkLst>
            <pc:docMk/>
            <pc:sldMk cId="1923269761" sldId="3983"/>
            <ac:spMk id="27" creationId="{A2044F16-EFE2-45A7-882C-D9D69D01C0CB}"/>
          </ac:spMkLst>
        </pc:spChg>
        <pc:spChg chg="add del">
          <ac:chgData name="Mitra, Sayan" userId="5f9b069e-390c-41f3-af3f-6bd4b0fb9710" providerId="ADAL" clId="{1E27BAC9-1590-4FB6-B46D-FA84BEF06E08}" dt="2022-06-27T14:43:27.041" v="667" actId="21"/>
          <ac:spMkLst>
            <pc:docMk/>
            <pc:sldMk cId="1923269761" sldId="3983"/>
            <ac:spMk id="36" creationId="{D4154497-74AB-448E-8C59-541E7113B93D}"/>
          </ac:spMkLst>
        </pc:spChg>
        <pc:spChg chg="add del">
          <ac:chgData name="Mitra, Sayan" userId="5f9b069e-390c-41f3-af3f-6bd4b0fb9710" providerId="ADAL" clId="{1E27BAC9-1590-4FB6-B46D-FA84BEF06E08}" dt="2022-06-27T14:43:27.041" v="667" actId="21"/>
          <ac:spMkLst>
            <pc:docMk/>
            <pc:sldMk cId="1923269761" sldId="3983"/>
            <ac:spMk id="87" creationId="{B42D9B5D-46C0-4E2C-8665-236DCBA1BE8B}"/>
          </ac:spMkLst>
        </pc:spChg>
        <pc:spChg chg="add del">
          <ac:chgData name="Mitra, Sayan" userId="5f9b069e-390c-41f3-af3f-6bd4b0fb9710" providerId="ADAL" clId="{1E27BAC9-1590-4FB6-B46D-FA84BEF06E08}" dt="2022-06-27T14:43:27.041" v="667" actId="21"/>
          <ac:spMkLst>
            <pc:docMk/>
            <pc:sldMk cId="1923269761" sldId="3983"/>
            <ac:spMk id="88" creationId="{BF41094B-7B53-4E36-BEBB-E37CAD8DD286}"/>
          </ac:spMkLst>
        </pc:spChg>
        <pc:grpChg chg="add del">
          <ac:chgData name="Mitra, Sayan" userId="5f9b069e-390c-41f3-af3f-6bd4b0fb9710" providerId="ADAL" clId="{1E27BAC9-1590-4FB6-B46D-FA84BEF06E08}" dt="2022-06-27T14:43:27.041" v="667" actId="21"/>
          <ac:grpSpMkLst>
            <pc:docMk/>
            <pc:sldMk cId="1923269761" sldId="3983"/>
            <ac:grpSpMk id="3" creationId="{F455C206-945E-49D7-8BFC-DBB2327D5CD0}"/>
          </ac:grpSpMkLst>
        </pc:grpChg>
        <pc:grpChg chg="add del">
          <ac:chgData name="Mitra, Sayan" userId="5f9b069e-390c-41f3-af3f-6bd4b0fb9710" providerId="ADAL" clId="{1E27BAC9-1590-4FB6-B46D-FA84BEF06E08}" dt="2022-06-27T14:43:27.041" v="667" actId="21"/>
          <ac:grpSpMkLst>
            <pc:docMk/>
            <pc:sldMk cId="1923269761" sldId="3983"/>
            <ac:grpSpMk id="53" creationId="{A6E94F5E-FC37-4150-B8EE-B1FEC804347A}"/>
          </ac:grpSpMkLst>
        </pc:grpChg>
        <pc:grpChg chg="add del">
          <ac:chgData name="Mitra, Sayan" userId="5f9b069e-390c-41f3-af3f-6bd4b0fb9710" providerId="ADAL" clId="{1E27BAC9-1590-4FB6-B46D-FA84BEF06E08}" dt="2022-06-27T14:43:27.041" v="667" actId="21"/>
          <ac:grpSpMkLst>
            <pc:docMk/>
            <pc:sldMk cId="1923269761" sldId="3983"/>
            <ac:grpSpMk id="54" creationId="{01B54D0B-11F1-49DF-B113-CF1E149826F2}"/>
          </ac:grpSpMkLst>
        </pc:grpChg>
        <pc:grpChg chg="add del">
          <ac:chgData name="Mitra, Sayan" userId="5f9b069e-390c-41f3-af3f-6bd4b0fb9710" providerId="ADAL" clId="{1E27BAC9-1590-4FB6-B46D-FA84BEF06E08}" dt="2022-06-27T14:43:27.041" v="667" actId="21"/>
          <ac:grpSpMkLst>
            <pc:docMk/>
            <pc:sldMk cId="1923269761" sldId="3983"/>
            <ac:grpSpMk id="55" creationId="{11BCBACC-EC57-481C-B35D-1CA50C2DDAF9}"/>
          </ac:grpSpMkLst>
        </pc:grpChg>
        <pc:grpChg chg="add del">
          <ac:chgData name="Mitra, Sayan" userId="5f9b069e-390c-41f3-af3f-6bd4b0fb9710" providerId="ADAL" clId="{1E27BAC9-1590-4FB6-B46D-FA84BEF06E08}" dt="2022-06-27T14:43:27.041" v="667" actId="21"/>
          <ac:grpSpMkLst>
            <pc:docMk/>
            <pc:sldMk cId="1923269761" sldId="3983"/>
            <ac:grpSpMk id="56" creationId="{1ACD755C-6653-4C15-81AB-5C6C00BEA3FC}"/>
          </ac:grpSpMkLst>
        </pc:grpChg>
        <pc:grpChg chg="add del">
          <ac:chgData name="Mitra, Sayan" userId="5f9b069e-390c-41f3-af3f-6bd4b0fb9710" providerId="ADAL" clId="{1E27BAC9-1590-4FB6-B46D-FA84BEF06E08}" dt="2022-06-27T14:43:27.041" v="667" actId="21"/>
          <ac:grpSpMkLst>
            <pc:docMk/>
            <pc:sldMk cId="1923269761" sldId="3983"/>
            <ac:grpSpMk id="57" creationId="{539B8932-28FA-4845-8A43-58663106AE79}"/>
          </ac:grpSpMkLst>
        </pc:grpChg>
        <pc:grpChg chg="add del">
          <ac:chgData name="Mitra, Sayan" userId="5f9b069e-390c-41f3-af3f-6bd4b0fb9710" providerId="ADAL" clId="{1E27BAC9-1590-4FB6-B46D-FA84BEF06E08}" dt="2022-06-27T14:43:27.041" v="667" actId="21"/>
          <ac:grpSpMkLst>
            <pc:docMk/>
            <pc:sldMk cId="1923269761" sldId="3983"/>
            <ac:grpSpMk id="58" creationId="{7F69B9DB-DEB1-4431-AA53-1B073B655E28}"/>
          </ac:grpSpMkLst>
        </pc:grpChg>
        <pc:grpChg chg="add del">
          <ac:chgData name="Mitra, Sayan" userId="5f9b069e-390c-41f3-af3f-6bd4b0fb9710" providerId="ADAL" clId="{1E27BAC9-1590-4FB6-B46D-FA84BEF06E08}" dt="2022-06-27T14:43:27.041" v="667" actId="21"/>
          <ac:grpSpMkLst>
            <pc:docMk/>
            <pc:sldMk cId="1923269761" sldId="3983"/>
            <ac:grpSpMk id="62" creationId="{0C08A926-7870-4BCA-8E10-140A89A6E058}"/>
          </ac:grpSpMkLst>
        </pc:grpChg>
        <pc:grpChg chg="add del">
          <ac:chgData name="Mitra, Sayan" userId="5f9b069e-390c-41f3-af3f-6bd4b0fb9710" providerId="ADAL" clId="{1E27BAC9-1590-4FB6-B46D-FA84BEF06E08}" dt="2022-06-27T14:43:27.041" v="667" actId="21"/>
          <ac:grpSpMkLst>
            <pc:docMk/>
            <pc:sldMk cId="1923269761" sldId="3983"/>
            <ac:grpSpMk id="68" creationId="{F732ACD8-DA4F-48E0-BE4B-9BA7387D8EEF}"/>
          </ac:grpSpMkLst>
        </pc:grpChg>
        <pc:grpChg chg="add del">
          <ac:chgData name="Mitra, Sayan" userId="5f9b069e-390c-41f3-af3f-6bd4b0fb9710" providerId="ADAL" clId="{1E27BAC9-1590-4FB6-B46D-FA84BEF06E08}" dt="2022-06-27T14:43:27.041" v="667" actId="21"/>
          <ac:grpSpMkLst>
            <pc:docMk/>
            <pc:sldMk cId="1923269761" sldId="3983"/>
            <ac:grpSpMk id="74" creationId="{A4B5288A-9BF1-43CE-B4E8-BE59A67451A0}"/>
          </ac:grpSpMkLst>
        </pc:grpChg>
        <pc:grpChg chg="add del">
          <ac:chgData name="Mitra, Sayan" userId="5f9b069e-390c-41f3-af3f-6bd4b0fb9710" providerId="ADAL" clId="{1E27BAC9-1590-4FB6-B46D-FA84BEF06E08}" dt="2022-06-27T14:43:27.041" v="667" actId="21"/>
          <ac:grpSpMkLst>
            <pc:docMk/>
            <pc:sldMk cId="1923269761" sldId="3983"/>
            <ac:grpSpMk id="80" creationId="{BDED8608-B31E-4340-A988-9A23B82A9850}"/>
          </ac:grpSpMkLst>
        </pc:grpChg>
        <pc:picChg chg="del">
          <ac:chgData name="Mitra, Sayan" userId="5f9b069e-390c-41f3-af3f-6bd4b0fb9710" providerId="ADAL" clId="{1E27BAC9-1590-4FB6-B46D-FA84BEF06E08}" dt="2022-06-27T14:43:27.041" v="667" actId="21"/>
          <ac:picMkLst>
            <pc:docMk/>
            <pc:sldMk cId="1923269761" sldId="3983"/>
            <ac:picMk id="15" creationId="{A9A8E1FA-7102-471F-9E31-338A03CB6B12}"/>
          </ac:picMkLst>
        </pc:picChg>
        <pc:picChg chg="add del">
          <ac:chgData name="Mitra, Sayan" userId="5f9b069e-390c-41f3-af3f-6bd4b0fb9710" providerId="ADAL" clId="{1E27BAC9-1590-4FB6-B46D-FA84BEF06E08}" dt="2022-06-27T14:43:27.041" v="667" actId="21"/>
          <ac:picMkLst>
            <pc:docMk/>
            <pc:sldMk cId="1923269761" sldId="3983"/>
            <ac:picMk id="18" creationId="{AF94A0BB-1A20-4111-93AE-5BC9DBFAC3A1}"/>
          </ac:picMkLst>
        </pc:picChg>
        <pc:picChg chg="add del">
          <ac:chgData name="Mitra, Sayan" userId="5f9b069e-390c-41f3-af3f-6bd4b0fb9710" providerId="ADAL" clId="{1E27BAC9-1590-4FB6-B46D-FA84BEF06E08}" dt="2022-06-27T14:43:27.041" v="667" actId="21"/>
          <ac:picMkLst>
            <pc:docMk/>
            <pc:sldMk cId="1923269761" sldId="3983"/>
            <ac:picMk id="59" creationId="{030251A8-DFA4-4CAE-83A5-37F1262907C3}"/>
          </ac:picMkLst>
        </pc:picChg>
        <pc:picChg chg="add del">
          <ac:chgData name="Mitra, Sayan" userId="5f9b069e-390c-41f3-af3f-6bd4b0fb9710" providerId="ADAL" clId="{1E27BAC9-1590-4FB6-B46D-FA84BEF06E08}" dt="2022-06-27T14:43:27.041" v="667" actId="21"/>
          <ac:picMkLst>
            <pc:docMk/>
            <pc:sldMk cId="1923269761" sldId="3983"/>
            <ac:picMk id="61" creationId="{BA1E3951-8366-4832-90E2-11890B93E154}"/>
          </ac:picMkLst>
        </pc:picChg>
        <pc:cxnChg chg="add del mod">
          <ac:chgData name="Mitra, Sayan" userId="5f9b069e-390c-41f3-af3f-6bd4b0fb9710" providerId="ADAL" clId="{1E27BAC9-1590-4FB6-B46D-FA84BEF06E08}" dt="2022-06-27T14:43:27.041" v="667" actId="21"/>
          <ac:cxnSpMkLst>
            <pc:docMk/>
            <pc:sldMk cId="1923269761" sldId="3983"/>
            <ac:cxnSpMk id="19" creationId="{9E79AB26-07FD-42E2-A830-C8DCF8F239D3}"/>
          </ac:cxnSpMkLst>
        </pc:cxnChg>
        <pc:cxnChg chg="add del">
          <ac:chgData name="Mitra, Sayan" userId="5f9b069e-390c-41f3-af3f-6bd4b0fb9710" providerId="ADAL" clId="{1E27BAC9-1590-4FB6-B46D-FA84BEF06E08}" dt="2022-06-27T14:43:27.041" v="667" actId="21"/>
          <ac:cxnSpMkLst>
            <pc:docMk/>
            <pc:sldMk cId="1923269761" sldId="3983"/>
            <ac:cxnSpMk id="28" creationId="{173A2DF9-2E82-43C3-AC17-5F7937C82498}"/>
          </ac:cxnSpMkLst>
        </pc:cxnChg>
        <pc:cxnChg chg="add del">
          <ac:chgData name="Mitra, Sayan" userId="5f9b069e-390c-41f3-af3f-6bd4b0fb9710" providerId="ADAL" clId="{1E27BAC9-1590-4FB6-B46D-FA84BEF06E08}" dt="2022-06-27T14:43:27.041" v="667" actId="21"/>
          <ac:cxnSpMkLst>
            <pc:docMk/>
            <pc:sldMk cId="1923269761" sldId="3983"/>
            <ac:cxnSpMk id="40" creationId="{F41E7EAE-DAE1-433E-8EA2-68A9CCC8D68F}"/>
          </ac:cxnSpMkLst>
        </pc:cxnChg>
        <pc:cxnChg chg="add del">
          <ac:chgData name="Mitra, Sayan" userId="5f9b069e-390c-41f3-af3f-6bd4b0fb9710" providerId="ADAL" clId="{1E27BAC9-1590-4FB6-B46D-FA84BEF06E08}" dt="2022-06-27T14:43:27.041" v="667" actId="21"/>
          <ac:cxnSpMkLst>
            <pc:docMk/>
            <pc:sldMk cId="1923269761" sldId="3983"/>
            <ac:cxnSpMk id="41" creationId="{DFD9BAA2-4A42-4C41-90E9-64F47732D6EF}"/>
          </ac:cxnSpMkLst>
        </pc:cxnChg>
      </pc:sldChg>
      <pc:sldChg chg="del">
        <pc:chgData name="Mitra, Sayan" userId="5f9b069e-390c-41f3-af3f-6bd4b0fb9710" providerId="ADAL" clId="{1E27BAC9-1590-4FB6-B46D-FA84BEF06E08}" dt="2022-06-27T14:44:05.859" v="681" actId="47"/>
        <pc:sldMkLst>
          <pc:docMk/>
          <pc:sldMk cId="3457112862" sldId="3984"/>
        </pc:sldMkLst>
      </pc:sldChg>
      <pc:sldChg chg="modSp new mod">
        <pc:chgData name="Mitra, Sayan" userId="5f9b069e-390c-41f3-af3f-6bd4b0fb9710" providerId="ADAL" clId="{1E27BAC9-1590-4FB6-B46D-FA84BEF06E08}" dt="2022-06-27T14:35:54.069" v="163" actId="20577"/>
        <pc:sldMkLst>
          <pc:docMk/>
          <pc:sldMk cId="1548796105" sldId="3985"/>
        </pc:sldMkLst>
        <pc:spChg chg="mod">
          <ac:chgData name="Mitra, Sayan" userId="5f9b069e-390c-41f3-af3f-6bd4b0fb9710" providerId="ADAL" clId="{1E27BAC9-1590-4FB6-B46D-FA84BEF06E08}" dt="2022-06-27T14:35:54.069" v="163" actId="20577"/>
          <ac:spMkLst>
            <pc:docMk/>
            <pc:sldMk cId="1548796105" sldId="3985"/>
            <ac:spMk id="2" creationId="{549FAAE2-AFB0-4B03-BE4B-376026BC4C1F}"/>
          </ac:spMkLst>
        </pc:spChg>
      </pc:sldChg>
      <pc:sldChg chg="modSp new mod ord">
        <pc:chgData name="Mitra, Sayan" userId="5f9b069e-390c-41f3-af3f-6bd4b0fb9710" providerId="ADAL" clId="{1E27BAC9-1590-4FB6-B46D-FA84BEF06E08}" dt="2022-06-28T01:41:08.987" v="1560"/>
        <pc:sldMkLst>
          <pc:docMk/>
          <pc:sldMk cId="1186650502" sldId="3986"/>
        </pc:sldMkLst>
        <pc:spChg chg="mod">
          <ac:chgData name="Mitra, Sayan" userId="5f9b069e-390c-41f3-af3f-6bd4b0fb9710" providerId="ADAL" clId="{1E27BAC9-1590-4FB6-B46D-FA84BEF06E08}" dt="2022-06-27T14:36:14.865" v="183" actId="20577"/>
          <ac:spMkLst>
            <pc:docMk/>
            <pc:sldMk cId="1186650502" sldId="3986"/>
            <ac:spMk id="2" creationId="{F02F82D5-2DA0-494A-8694-A4C176CFA13A}"/>
          </ac:spMkLst>
        </pc:spChg>
      </pc:sldChg>
      <pc:sldChg chg="modSp new mod">
        <pc:chgData name="Mitra, Sayan" userId="5f9b069e-390c-41f3-af3f-6bd4b0fb9710" providerId="ADAL" clId="{1E27BAC9-1590-4FB6-B46D-FA84BEF06E08}" dt="2022-06-27T14:37:10.416" v="194"/>
        <pc:sldMkLst>
          <pc:docMk/>
          <pc:sldMk cId="2288513161" sldId="3987"/>
        </pc:sldMkLst>
        <pc:spChg chg="mod">
          <ac:chgData name="Mitra, Sayan" userId="5f9b069e-390c-41f3-af3f-6bd4b0fb9710" providerId="ADAL" clId="{1E27BAC9-1590-4FB6-B46D-FA84BEF06E08}" dt="2022-06-27T14:37:10.416" v="194"/>
          <ac:spMkLst>
            <pc:docMk/>
            <pc:sldMk cId="2288513161" sldId="3987"/>
            <ac:spMk id="2" creationId="{430500E1-62B8-42A0-8805-61DB2891E495}"/>
          </ac:spMkLst>
        </pc:spChg>
      </pc:sldChg>
      <pc:sldChg chg="new del">
        <pc:chgData name="Mitra, Sayan" userId="5f9b069e-390c-41f3-af3f-6bd4b0fb9710" providerId="ADAL" clId="{1E27BAC9-1590-4FB6-B46D-FA84BEF06E08}" dt="2022-06-27T14:37:42.863" v="253" actId="680"/>
        <pc:sldMkLst>
          <pc:docMk/>
          <pc:sldMk cId="3223771549" sldId="3988"/>
        </pc:sldMkLst>
      </pc:sldChg>
      <pc:sldChg chg="modSp new mod">
        <pc:chgData name="Mitra, Sayan" userId="5f9b069e-390c-41f3-af3f-6bd4b0fb9710" providerId="ADAL" clId="{1E27BAC9-1590-4FB6-B46D-FA84BEF06E08}" dt="2022-06-27T14:38:02.949" v="283" actId="20577"/>
        <pc:sldMkLst>
          <pc:docMk/>
          <pc:sldMk cId="3504952011" sldId="3988"/>
        </pc:sldMkLst>
        <pc:spChg chg="mod">
          <ac:chgData name="Mitra, Sayan" userId="5f9b069e-390c-41f3-af3f-6bd4b0fb9710" providerId="ADAL" clId="{1E27BAC9-1590-4FB6-B46D-FA84BEF06E08}" dt="2022-06-27T14:38:02.949" v="283" actId="20577"/>
          <ac:spMkLst>
            <pc:docMk/>
            <pc:sldMk cId="3504952011" sldId="3988"/>
            <ac:spMk id="2" creationId="{54EC2BA0-BF19-496E-B73B-810CD2761653}"/>
          </ac:spMkLst>
        </pc:spChg>
      </pc:sldChg>
      <pc:sldChg chg="modSp new mod">
        <pc:chgData name="Mitra, Sayan" userId="5f9b069e-390c-41f3-af3f-6bd4b0fb9710" providerId="ADAL" clId="{1E27BAC9-1590-4FB6-B46D-FA84BEF06E08}" dt="2022-06-27T14:38:23.561" v="302" actId="20577"/>
        <pc:sldMkLst>
          <pc:docMk/>
          <pc:sldMk cId="1487439021" sldId="3989"/>
        </pc:sldMkLst>
        <pc:spChg chg="mod">
          <ac:chgData name="Mitra, Sayan" userId="5f9b069e-390c-41f3-af3f-6bd4b0fb9710" providerId="ADAL" clId="{1E27BAC9-1590-4FB6-B46D-FA84BEF06E08}" dt="2022-06-27T14:38:23.561" v="302" actId="20577"/>
          <ac:spMkLst>
            <pc:docMk/>
            <pc:sldMk cId="1487439021" sldId="3989"/>
            <ac:spMk id="2" creationId="{BF524E27-3F63-4019-A4E2-20DC3FB2F858}"/>
          </ac:spMkLst>
        </pc:spChg>
      </pc:sldChg>
      <pc:sldChg chg="modSp new mod ord">
        <pc:chgData name="Mitra, Sayan" userId="5f9b069e-390c-41f3-af3f-6bd4b0fb9710" providerId="ADAL" clId="{1E27BAC9-1590-4FB6-B46D-FA84BEF06E08}" dt="2022-06-27T14:44:25.154" v="685"/>
        <pc:sldMkLst>
          <pc:docMk/>
          <pc:sldMk cId="2514403025" sldId="3990"/>
        </pc:sldMkLst>
        <pc:spChg chg="mod">
          <ac:chgData name="Mitra, Sayan" userId="5f9b069e-390c-41f3-af3f-6bd4b0fb9710" providerId="ADAL" clId="{1E27BAC9-1590-4FB6-B46D-FA84BEF06E08}" dt="2022-06-27T14:40:40.620" v="470" actId="20577"/>
          <ac:spMkLst>
            <pc:docMk/>
            <pc:sldMk cId="2514403025" sldId="3990"/>
            <ac:spMk id="2" creationId="{298077E2-B0BD-43F0-ACF7-5280C3EFB074}"/>
          </ac:spMkLst>
        </pc:spChg>
      </pc:sldChg>
      <pc:sldChg chg="modSp new mod">
        <pc:chgData name="Mitra, Sayan" userId="5f9b069e-390c-41f3-af3f-6bd4b0fb9710" providerId="ADAL" clId="{1E27BAC9-1590-4FB6-B46D-FA84BEF06E08}" dt="2022-06-27T14:39:12.338" v="362" actId="20577"/>
        <pc:sldMkLst>
          <pc:docMk/>
          <pc:sldMk cId="3530773131" sldId="3991"/>
        </pc:sldMkLst>
        <pc:spChg chg="mod">
          <ac:chgData name="Mitra, Sayan" userId="5f9b069e-390c-41f3-af3f-6bd4b0fb9710" providerId="ADAL" clId="{1E27BAC9-1590-4FB6-B46D-FA84BEF06E08}" dt="2022-06-27T14:39:12.338" v="362" actId="20577"/>
          <ac:spMkLst>
            <pc:docMk/>
            <pc:sldMk cId="3530773131" sldId="3991"/>
            <ac:spMk id="2" creationId="{AAC25F98-4177-4E5E-A3E1-5EFD5B07874E}"/>
          </ac:spMkLst>
        </pc:spChg>
      </pc:sldChg>
      <pc:sldChg chg="addSp modSp new del mod">
        <pc:chgData name="Mitra, Sayan" userId="5f9b069e-390c-41f3-af3f-6bd4b0fb9710" providerId="ADAL" clId="{1E27BAC9-1590-4FB6-B46D-FA84BEF06E08}" dt="2022-06-28T01:19:02.488" v="1412" actId="47"/>
        <pc:sldMkLst>
          <pc:docMk/>
          <pc:sldMk cId="3335508734" sldId="3992"/>
        </pc:sldMkLst>
        <pc:spChg chg="mod">
          <ac:chgData name="Mitra, Sayan" userId="5f9b069e-390c-41f3-af3f-6bd4b0fb9710" providerId="ADAL" clId="{1E27BAC9-1590-4FB6-B46D-FA84BEF06E08}" dt="2022-06-28T00:55:41.093" v="993" actId="1076"/>
          <ac:spMkLst>
            <pc:docMk/>
            <pc:sldMk cId="3335508734" sldId="3992"/>
            <ac:spMk id="2" creationId="{9EFDF1B9-E062-4194-B9AD-599B50A33613}"/>
          </ac:spMkLst>
        </pc:spChg>
        <pc:spChg chg="add mod">
          <ac:chgData name="Mitra, Sayan" userId="5f9b069e-390c-41f3-af3f-6bd4b0fb9710" providerId="ADAL" clId="{1E27BAC9-1590-4FB6-B46D-FA84BEF06E08}" dt="2022-06-28T00:55:36.828" v="991" actId="14100"/>
          <ac:spMkLst>
            <pc:docMk/>
            <pc:sldMk cId="3335508734" sldId="3992"/>
            <ac:spMk id="3" creationId="{5FA4D51D-CC6C-4617-B1DC-648D7261DEC0}"/>
          </ac:spMkLst>
        </pc:spChg>
        <pc:spChg chg="mod">
          <ac:chgData name="Mitra, Sayan" userId="5f9b069e-390c-41f3-af3f-6bd4b0fb9710" providerId="ADAL" clId="{1E27BAC9-1590-4FB6-B46D-FA84BEF06E08}" dt="2022-06-27T14:43:28.892" v="668"/>
          <ac:spMkLst>
            <pc:docMk/>
            <pc:sldMk cId="3335508734" sldId="3992"/>
            <ac:spMk id="5" creationId="{A8602FCC-6036-41C9-822A-142A6F13FE5F}"/>
          </ac:spMkLst>
        </pc:spChg>
        <pc:spChg chg="mod">
          <ac:chgData name="Mitra, Sayan" userId="5f9b069e-390c-41f3-af3f-6bd4b0fb9710" providerId="ADAL" clId="{1E27BAC9-1590-4FB6-B46D-FA84BEF06E08}" dt="2022-06-27T14:43:28.892" v="668"/>
          <ac:spMkLst>
            <pc:docMk/>
            <pc:sldMk cId="3335508734" sldId="3992"/>
            <ac:spMk id="6" creationId="{2B78908F-45BB-49A0-B283-706E1C340307}"/>
          </ac:spMkLst>
        </pc:spChg>
        <pc:spChg chg="mod">
          <ac:chgData name="Mitra, Sayan" userId="5f9b069e-390c-41f3-af3f-6bd4b0fb9710" providerId="ADAL" clId="{1E27BAC9-1590-4FB6-B46D-FA84BEF06E08}" dt="2022-06-27T14:43:28.892" v="668"/>
          <ac:spMkLst>
            <pc:docMk/>
            <pc:sldMk cId="3335508734" sldId="3992"/>
            <ac:spMk id="7" creationId="{0C8CFBC2-90B7-4804-B7A8-9CE2E50676A0}"/>
          </ac:spMkLst>
        </pc:spChg>
        <pc:spChg chg="mod">
          <ac:chgData name="Mitra, Sayan" userId="5f9b069e-390c-41f3-af3f-6bd4b0fb9710" providerId="ADAL" clId="{1E27BAC9-1590-4FB6-B46D-FA84BEF06E08}" dt="2022-06-27T14:43:28.892" v="668"/>
          <ac:spMkLst>
            <pc:docMk/>
            <pc:sldMk cId="3335508734" sldId="3992"/>
            <ac:spMk id="8" creationId="{13718296-7AED-4DB6-9922-B2716148181C}"/>
          </ac:spMkLst>
        </pc:spChg>
        <pc:spChg chg="mod">
          <ac:chgData name="Mitra, Sayan" userId="5f9b069e-390c-41f3-af3f-6bd4b0fb9710" providerId="ADAL" clId="{1E27BAC9-1590-4FB6-B46D-FA84BEF06E08}" dt="2022-06-27T14:43:28.892" v="668"/>
          <ac:spMkLst>
            <pc:docMk/>
            <pc:sldMk cId="3335508734" sldId="3992"/>
            <ac:spMk id="9" creationId="{9A397BE7-DF56-42FA-8655-08945371155F}"/>
          </ac:spMkLst>
        </pc:spChg>
        <pc:spChg chg="add mod">
          <ac:chgData name="Mitra, Sayan" userId="5f9b069e-390c-41f3-af3f-6bd4b0fb9710" providerId="ADAL" clId="{1E27BAC9-1590-4FB6-B46D-FA84BEF06E08}" dt="2022-06-28T00:55:36.828" v="991" actId="14100"/>
          <ac:spMkLst>
            <pc:docMk/>
            <pc:sldMk cId="3335508734" sldId="3992"/>
            <ac:spMk id="11" creationId="{7F2F4DD5-B013-43EF-940B-0DB000C7E34E}"/>
          </ac:spMkLst>
        </pc:spChg>
        <pc:spChg chg="mod">
          <ac:chgData name="Mitra, Sayan" userId="5f9b069e-390c-41f3-af3f-6bd4b0fb9710" providerId="ADAL" clId="{1E27BAC9-1590-4FB6-B46D-FA84BEF06E08}" dt="2022-06-27T14:43:28.892" v="668"/>
          <ac:spMkLst>
            <pc:docMk/>
            <pc:sldMk cId="3335508734" sldId="3992"/>
            <ac:spMk id="16" creationId="{FACC1B40-BDCD-46E6-A589-3207278B7A7A}"/>
          </ac:spMkLst>
        </pc:spChg>
        <pc:spChg chg="mod">
          <ac:chgData name="Mitra, Sayan" userId="5f9b069e-390c-41f3-af3f-6bd4b0fb9710" providerId="ADAL" clId="{1E27BAC9-1590-4FB6-B46D-FA84BEF06E08}" dt="2022-06-27T14:43:28.892" v="668"/>
          <ac:spMkLst>
            <pc:docMk/>
            <pc:sldMk cId="3335508734" sldId="3992"/>
            <ac:spMk id="19" creationId="{8A4ADF43-33CC-4250-9D28-171755C1B583}"/>
          </ac:spMkLst>
        </pc:spChg>
        <pc:spChg chg="mod">
          <ac:chgData name="Mitra, Sayan" userId="5f9b069e-390c-41f3-af3f-6bd4b0fb9710" providerId="ADAL" clId="{1E27BAC9-1590-4FB6-B46D-FA84BEF06E08}" dt="2022-06-27T14:43:28.892" v="668"/>
          <ac:spMkLst>
            <pc:docMk/>
            <pc:sldMk cId="3335508734" sldId="3992"/>
            <ac:spMk id="22" creationId="{997B4D12-EBE7-4530-9CDC-38E6860658B1}"/>
          </ac:spMkLst>
        </pc:spChg>
        <pc:spChg chg="mod">
          <ac:chgData name="Mitra, Sayan" userId="5f9b069e-390c-41f3-af3f-6bd4b0fb9710" providerId="ADAL" clId="{1E27BAC9-1590-4FB6-B46D-FA84BEF06E08}" dt="2022-06-27T14:43:28.892" v="668"/>
          <ac:spMkLst>
            <pc:docMk/>
            <pc:sldMk cId="3335508734" sldId="3992"/>
            <ac:spMk id="25" creationId="{921A7A1D-DBD9-44EA-938A-1CC612B1ED1E}"/>
          </ac:spMkLst>
        </pc:spChg>
        <pc:spChg chg="mod">
          <ac:chgData name="Mitra, Sayan" userId="5f9b069e-390c-41f3-af3f-6bd4b0fb9710" providerId="ADAL" clId="{1E27BAC9-1590-4FB6-B46D-FA84BEF06E08}" dt="2022-06-27T14:43:28.892" v="668"/>
          <ac:spMkLst>
            <pc:docMk/>
            <pc:sldMk cId="3335508734" sldId="3992"/>
            <ac:spMk id="28" creationId="{D6745B5D-A1F9-4855-80E4-1C566EDB19FC}"/>
          </ac:spMkLst>
        </pc:spChg>
        <pc:spChg chg="mod">
          <ac:chgData name="Mitra, Sayan" userId="5f9b069e-390c-41f3-af3f-6bd4b0fb9710" providerId="ADAL" clId="{1E27BAC9-1590-4FB6-B46D-FA84BEF06E08}" dt="2022-06-27T14:43:28.892" v="668"/>
          <ac:spMkLst>
            <pc:docMk/>
            <pc:sldMk cId="3335508734" sldId="3992"/>
            <ac:spMk id="32" creationId="{A6508D68-8371-4390-9E8D-71791CF1BA2E}"/>
          </ac:spMkLst>
        </pc:spChg>
        <pc:spChg chg="mod">
          <ac:chgData name="Mitra, Sayan" userId="5f9b069e-390c-41f3-af3f-6bd4b0fb9710" providerId="ADAL" clId="{1E27BAC9-1590-4FB6-B46D-FA84BEF06E08}" dt="2022-06-27T14:43:28.892" v="668"/>
          <ac:spMkLst>
            <pc:docMk/>
            <pc:sldMk cId="3335508734" sldId="3992"/>
            <ac:spMk id="33" creationId="{667B317F-2FA5-40EE-9E3F-EADD64F15E95}"/>
          </ac:spMkLst>
        </pc:spChg>
        <pc:spChg chg="mod">
          <ac:chgData name="Mitra, Sayan" userId="5f9b069e-390c-41f3-af3f-6bd4b0fb9710" providerId="ADAL" clId="{1E27BAC9-1590-4FB6-B46D-FA84BEF06E08}" dt="2022-06-27T14:43:28.892" v="668"/>
          <ac:spMkLst>
            <pc:docMk/>
            <pc:sldMk cId="3335508734" sldId="3992"/>
            <ac:spMk id="34" creationId="{AA4C9211-CD0E-46CD-A8C9-6F1E2BF6D7DA}"/>
          </ac:spMkLst>
        </pc:spChg>
        <pc:spChg chg="mod">
          <ac:chgData name="Mitra, Sayan" userId="5f9b069e-390c-41f3-af3f-6bd4b0fb9710" providerId="ADAL" clId="{1E27BAC9-1590-4FB6-B46D-FA84BEF06E08}" dt="2022-06-27T14:43:28.892" v="668"/>
          <ac:spMkLst>
            <pc:docMk/>
            <pc:sldMk cId="3335508734" sldId="3992"/>
            <ac:spMk id="35" creationId="{81E85971-FC30-4BD5-82AA-910A6E985C68}"/>
          </ac:spMkLst>
        </pc:spChg>
        <pc:spChg chg="mod">
          <ac:chgData name="Mitra, Sayan" userId="5f9b069e-390c-41f3-af3f-6bd4b0fb9710" providerId="ADAL" clId="{1E27BAC9-1590-4FB6-B46D-FA84BEF06E08}" dt="2022-06-27T14:43:28.892" v="668"/>
          <ac:spMkLst>
            <pc:docMk/>
            <pc:sldMk cId="3335508734" sldId="3992"/>
            <ac:spMk id="36" creationId="{670EDEFF-3EB8-4B9E-8170-A63C27CBE3C0}"/>
          </ac:spMkLst>
        </pc:spChg>
        <pc:spChg chg="mod">
          <ac:chgData name="Mitra, Sayan" userId="5f9b069e-390c-41f3-af3f-6bd4b0fb9710" providerId="ADAL" clId="{1E27BAC9-1590-4FB6-B46D-FA84BEF06E08}" dt="2022-06-27T14:43:28.892" v="668"/>
          <ac:spMkLst>
            <pc:docMk/>
            <pc:sldMk cId="3335508734" sldId="3992"/>
            <ac:spMk id="38" creationId="{DF3D3A0B-3C5F-4644-993E-0C3B680C25AB}"/>
          </ac:spMkLst>
        </pc:spChg>
        <pc:spChg chg="mod">
          <ac:chgData name="Mitra, Sayan" userId="5f9b069e-390c-41f3-af3f-6bd4b0fb9710" providerId="ADAL" clId="{1E27BAC9-1590-4FB6-B46D-FA84BEF06E08}" dt="2022-06-27T14:43:28.892" v="668"/>
          <ac:spMkLst>
            <pc:docMk/>
            <pc:sldMk cId="3335508734" sldId="3992"/>
            <ac:spMk id="39" creationId="{4AC44E3F-7322-4B6A-908C-6DDDEABA8D5C}"/>
          </ac:spMkLst>
        </pc:spChg>
        <pc:spChg chg="mod">
          <ac:chgData name="Mitra, Sayan" userId="5f9b069e-390c-41f3-af3f-6bd4b0fb9710" providerId="ADAL" clId="{1E27BAC9-1590-4FB6-B46D-FA84BEF06E08}" dt="2022-06-27T14:43:28.892" v="668"/>
          <ac:spMkLst>
            <pc:docMk/>
            <pc:sldMk cId="3335508734" sldId="3992"/>
            <ac:spMk id="40" creationId="{1CF3DFA1-5276-4B5C-BBFA-CEA0007BFC75}"/>
          </ac:spMkLst>
        </pc:spChg>
        <pc:spChg chg="mod">
          <ac:chgData name="Mitra, Sayan" userId="5f9b069e-390c-41f3-af3f-6bd4b0fb9710" providerId="ADAL" clId="{1E27BAC9-1590-4FB6-B46D-FA84BEF06E08}" dt="2022-06-27T14:43:28.892" v="668"/>
          <ac:spMkLst>
            <pc:docMk/>
            <pc:sldMk cId="3335508734" sldId="3992"/>
            <ac:spMk id="41" creationId="{A8BE9CA7-7AA8-4594-AA16-7B31BE10A9D1}"/>
          </ac:spMkLst>
        </pc:spChg>
        <pc:spChg chg="mod">
          <ac:chgData name="Mitra, Sayan" userId="5f9b069e-390c-41f3-af3f-6bd4b0fb9710" providerId="ADAL" clId="{1E27BAC9-1590-4FB6-B46D-FA84BEF06E08}" dt="2022-06-27T14:43:28.892" v="668"/>
          <ac:spMkLst>
            <pc:docMk/>
            <pc:sldMk cId="3335508734" sldId="3992"/>
            <ac:spMk id="42" creationId="{B8EDA290-9BA6-4595-B9B2-160AA907F5DD}"/>
          </ac:spMkLst>
        </pc:spChg>
        <pc:spChg chg="mod">
          <ac:chgData name="Mitra, Sayan" userId="5f9b069e-390c-41f3-af3f-6bd4b0fb9710" providerId="ADAL" clId="{1E27BAC9-1590-4FB6-B46D-FA84BEF06E08}" dt="2022-06-27T14:43:28.892" v="668"/>
          <ac:spMkLst>
            <pc:docMk/>
            <pc:sldMk cId="3335508734" sldId="3992"/>
            <ac:spMk id="44" creationId="{2E189732-5269-411A-B320-8616D5F43249}"/>
          </ac:spMkLst>
        </pc:spChg>
        <pc:spChg chg="mod">
          <ac:chgData name="Mitra, Sayan" userId="5f9b069e-390c-41f3-af3f-6bd4b0fb9710" providerId="ADAL" clId="{1E27BAC9-1590-4FB6-B46D-FA84BEF06E08}" dt="2022-06-27T14:43:28.892" v="668"/>
          <ac:spMkLst>
            <pc:docMk/>
            <pc:sldMk cId="3335508734" sldId="3992"/>
            <ac:spMk id="45" creationId="{14952744-E4B8-4912-9CCA-1D998571B513}"/>
          </ac:spMkLst>
        </pc:spChg>
        <pc:spChg chg="mod">
          <ac:chgData name="Mitra, Sayan" userId="5f9b069e-390c-41f3-af3f-6bd4b0fb9710" providerId="ADAL" clId="{1E27BAC9-1590-4FB6-B46D-FA84BEF06E08}" dt="2022-06-27T14:43:28.892" v="668"/>
          <ac:spMkLst>
            <pc:docMk/>
            <pc:sldMk cId="3335508734" sldId="3992"/>
            <ac:spMk id="46" creationId="{88E83820-859E-48BC-98DD-A8B0B9BCAC19}"/>
          </ac:spMkLst>
        </pc:spChg>
        <pc:spChg chg="mod">
          <ac:chgData name="Mitra, Sayan" userId="5f9b069e-390c-41f3-af3f-6bd4b0fb9710" providerId="ADAL" clId="{1E27BAC9-1590-4FB6-B46D-FA84BEF06E08}" dt="2022-06-27T14:43:28.892" v="668"/>
          <ac:spMkLst>
            <pc:docMk/>
            <pc:sldMk cId="3335508734" sldId="3992"/>
            <ac:spMk id="47" creationId="{8263A0B5-C743-45FE-8D26-EFAD9A9ECB78}"/>
          </ac:spMkLst>
        </pc:spChg>
        <pc:spChg chg="mod">
          <ac:chgData name="Mitra, Sayan" userId="5f9b069e-390c-41f3-af3f-6bd4b0fb9710" providerId="ADAL" clId="{1E27BAC9-1590-4FB6-B46D-FA84BEF06E08}" dt="2022-06-27T14:43:28.892" v="668"/>
          <ac:spMkLst>
            <pc:docMk/>
            <pc:sldMk cId="3335508734" sldId="3992"/>
            <ac:spMk id="48" creationId="{474C9E9B-255D-401A-A448-3F1025C113E0}"/>
          </ac:spMkLst>
        </pc:spChg>
        <pc:spChg chg="mod">
          <ac:chgData name="Mitra, Sayan" userId="5f9b069e-390c-41f3-af3f-6bd4b0fb9710" providerId="ADAL" clId="{1E27BAC9-1590-4FB6-B46D-FA84BEF06E08}" dt="2022-06-27T14:43:28.892" v="668"/>
          <ac:spMkLst>
            <pc:docMk/>
            <pc:sldMk cId="3335508734" sldId="3992"/>
            <ac:spMk id="50" creationId="{1B025A13-252B-4AC0-951C-41D870BA2227}"/>
          </ac:spMkLst>
        </pc:spChg>
        <pc:spChg chg="mod">
          <ac:chgData name="Mitra, Sayan" userId="5f9b069e-390c-41f3-af3f-6bd4b0fb9710" providerId="ADAL" clId="{1E27BAC9-1590-4FB6-B46D-FA84BEF06E08}" dt="2022-06-27T14:43:28.892" v="668"/>
          <ac:spMkLst>
            <pc:docMk/>
            <pc:sldMk cId="3335508734" sldId="3992"/>
            <ac:spMk id="51" creationId="{35C21629-78F5-410C-8DB0-D4AC5555B711}"/>
          </ac:spMkLst>
        </pc:spChg>
        <pc:spChg chg="mod">
          <ac:chgData name="Mitra, Sayan" userId="5f9b069e-390c-41f3-af3f-6bd4b0fb9710" providerId="ADAL" clId="{1E27BAC9-1590-4FB6-B46D-FA84BEF06E08}" dt="2022-06-27T14:43:28.892" v="668"/>
          <ac:spMkLst>
            <pc:docMk/>
            <pc:sldMk cId="3335508734" sldId="3992"/>
            <ac:spMk id="52" creationId="{7F920A2B-8623-454F-8372-EAFE4E1D26E7}"/>
          </ac:spMkLst>
        </pc:spChg>
        <pc:spChg chg="mod">
          <ac:chgData name="Mitra, Sayan" userId="5f9b069e-390c-41f3-af3f-6bd4b0fb9710" providerId="ADAL" clId="{1E27BAC9-1590-4FB6-B46D-FA84BEF06E08}" dt="2022-06-27T14:43:28.892" v="668"/>
          <ac:spMkLst>
            <pc:docMk/>
            <pc:sldMk cId="3335508734" sldId="3992"/>
            <ac:spMk id="53" creationId="{88951F92-B7BA-45A5-B498-689AAB05FE4F}"/>
          </ac:spMkLst>
        </pc:spChg>
        <pc:spChg chg="mod">
          <ac:chgData name="Mitra, Sayan" userId="5f9b069e-390c-41f3-af3f-6bd4b0fb9710" providerId="ADAL" clId="{1E27BAC9-1590-4FB6-B46D-FA84BEF06E08}" dt="2022-06-27T14:43:28.892" v="668"/>
          <ac:spMkLst>
            <pc:docMk/>
            <pc:sldMk cId="3335508734" sldId="3992"/>
            <ac:spMk id="54" creationId="{0EF6BE1B-E50C-4AD3-9ECF-0D5540E354B8}"/>
          </ac:spMkLst>
        </pc:spChg>
        <pc:spChg chg="add mod">
          <ac:chgData name="Mitra, Sayan" userId="5f9b069e-390c-41f3-af3f-6bd4b0fb9710" providerId="ADAL" clId="{1E27BAC9-1590-4FB6-B46D-FA84BEF06E08}" dt="2022-06-28T00:55:36.828" v="991" actId="14100"/>
          <ac:spMkLst>
            <pc:docMk/>
            <pc:sldMk cId="3335508734" sldId="3992"/>
            <ac:spMk id="55" creationId="{6E1A2A2C-BD0F-4506-958A-773AD48C2052}"/>
          </ac:spMkLst>
        </pc:spChg>
        <pc:spChg chg="add mod">
          <ac:chgData name="Mitra, Sayan" userId="5f9b069e-390c-41f3-af3f-6bd4b0fb9710" providerId="ADAL" clId="{1E27BAC9-1590-4FB6-B46D-FA84BEF06E08}" dt="2022-06-28T00:55:36.828" v="991" actId="14100"/>
          <ac:spMkLst>
            <pc:docMk/>
            <pc:sldMk cId="3335508734" sldId="3992"/>
            <ac:spMk id="56" creationId="{105CC1EC-F69F-45CE-A1EB-73502BDEA90F}"/>
          </ac:spMkLst>
        </pc:spChg>
        <pc:spChg chg="mod">
          <ac:chgData name="Mitra, Sayan" userId="5f9b069e-390c-41f3-af3f-6bd4b0fb9710" providerId="ADAL" clId="{1E27BAC9-1590-4FB6-B46D-FA84BEF06E08}" dt="2022-06-27T14:43:28.892" v="668"/>
          <ac:spMkLst>
            <pc:docMk/>
            <pc:sldMk cId="3335508734" sldId="3992"/>
            <ac:spMk id="59" creationId="{558632FA-DD8F-44EC-A804-982CBF38BF01}"/>
          </ac:spMkLst>
        </pc:spChg>
        <pc:spChg chg="add mod">
          <ac:chgData name="Mitra, Sayan" userId="5f9b069e-390c-41f3-af3f-6bd4b0fb9710" providerId="ADAL" clId="{1E27BAC9-1590-4FB6-B46D-FA84BEF06E08}" dt="2022-06-28T00:55:36.828" v="991" actId="14100"/>
          <ac:spMkLst>
            <pc:docMk/>
            <pc:sldMk cId="3335508734" sldId="3992"/>
            <ac:spMk id="60" creationId="{1290878F-48FB-4F6B-8C85-D5BE53A0BFF7}"/>
          </ac:spMkLst>
        </pc:spChg>
        <pc:spChg chg="add mod">
          <ac:chgData name="Mitra, Sayan" userId="5f9b069e-390c-41f3-af3f-6bd4b0fb9710" providerId="ADAL" clId="{1E27BAC9-1590-4FB6-B46D-FA84BEF06E08}" dt="2022-06-28T00:55:36.828" v="991" actId="14100"/>
          <ac:spMkLst>
            <pc:docMk/>
            <pc:sldMk cId="3335508734" sldId="3992"/>
            <ac:spMk id="61" creationId="{D91AB0A9-659F-46DC-B42B-89376F0E0ED5}"/>
          </ac:spMkLst>
        </pc:spChg>
        <pc:spChg chg="add mod">
          <ac:chgData name="Mitra, Sayan" userId="5f9b069e-390c-41f3-af3f-6bd4b0fb9710" providerId="ADAL" clId="{1E27BAC9-1590-4FB6-B46D-FA84BEF06E08}" dt="2022-06-28T00:55:36.828" v="991" actId="14100"/>
          <ac:spMkLst>
            <pc:docMk/>
            <pc:sldMk cId="3335508734" sldId="3992"/>
            <ac:spMk id="62" creationId="{6EB9C241-D337-404B-9E5B-3DD65E12D676}"/>
          </ac:spMkLst>
        </pc:spChg>
        <pc:spChg chg="add mod">
          <ac:chgData name="Mitra, Sayan" userId="5f9b069e-390c-41f3-af3f-6bd4b0fb9710" providerId="ADAL" clId="{1E27BAC9-1590-4FB6-B46D-FA84BEF06E08}" dt="2022-06-28T00:55:36.828" v="991" actId="14100"/>
          <ac:spMkLst>
            <pc:docMk/>
            <pc:sldMk cId="3335508734" sldId="3992"/>
            <ac:spMk id="65" creationId="{FD3511D9-4E8A-49B0-87A9-03F6005DF0EB}"/>
          </ac:spMkLst>
        </pc:spChg>
        <pc:spChg chg="add mod">
          <ac:chgData name="Mitra, Sayan" userId="5f9b069e-390c-41f3-af3f-6bd4b0fb9710" providerId="ADAL" clId="{1E27BAC9-1590-4FB6-B46D-FA84BEF06E08}" dt="2022-06-28T00:55:36.828" v="991" actId="14100"/>
          <ac:spMkLst>
            <pc:docMk/>
            <pc:sldMk cId="3335508734" sldId="3992"/>
            <ac:spMk id="67" creationId="{53051261-FD2F-4C0C-8727-3B4978333BC6}"/>
          </ac:spMkLst>
        </pc:spChg>
        <pc:grpChg chg="add mod">
          <ac:chgData name="Mitra, Sayan" userId="5f9b069e-390c-41f3-af3f-6bd4b0fb9710" providerId="ADAL" clId="{1E27BAC9-1590-4FB6-B46D-FA84BEF06E08}" dt="2022-06-28T00:55:36.828" v="991" actId="14100"/>
          <ac:grpSpMkLst>
            <pc:docMk/>
            <pc:sldMk cId="3335508734" sldId="3992"/>
            <ac:grpSpMk id="4" creationId="{1A90BB6A-C90F-4723-910B-BD676B7B300B}"/>
          </ac:grpSpMkLst>
        </pc:grpChg>
        <pc:grpChg chg="add mod">
          <ac:chgData name="Mitra, Sayan" userId="5f9b069e-390c-41f3-af3f-6bd4b0fb9710" providerId="ADAL" clId="{1E27BAC9-1590-4FB6-B46D-FA84BEF06E08}" dt="2022-06-28T00:55:36.828" v="991" actId="14100"/>
          <ac:grpSpMkLst>
            <pc:docMk/>
            <pc:sldMk cId="3335508734" sldId="3992"/>
            <ac:grpSpMk id="14" creationId="{31DC5002-05E3-4375-8B57-BFFBF5413E5F}"/>
          </ac:grpSpMkLst>
        </pc:grpChg>
        <pc:grpChg chg="add mod">
          <ac:chgData name="Mitra, Sayan" userId="5f9b069e-390c-41f3-af3f-6bd4b0fb9710" providerId="ADAL" clId="{1E27BAC9-1590-4FB6-B46D-FA84BEF06E08}" dt="2022-06-28T00:55:36.828" v="991" actId="14100"/>
          <ac:grpSpMkLst>
            <pc:docMk/>
            <pc:sldMk cId="3335508734" sldId="3992"/>
            <ac:grpSpMk id="17" creationId="{1988012B-294B-42C5-8935-9F6BF5759206}"/>
          </ac:grpSpMkLst>
        </pc:grpChg>
        <pc:grpChg chg="add mod">
          <ac:chgData name="Mitra, Sayan" userId="5f9b069e-390c-41f3-af3f-6bd4b0fb9710" providerId="ADAL" clId="{1E27BAC9-1590-4FB6-B46D-FA84BEF06E08}" dt="2022-06-28T00:55:36.828" v="991" actId="14100"/>
          <ac:grpSpMkLst>
            <pc:docMk/>
            <pc:sldMk cId="3335508734" sldId="3992"/>
            <ac:grpSpMk id="20" creationId="{6B5C55D9-F668-4652-961F-68F9A63010B3}"/>
          </ac:grpSpMkLst>
        </pc:grpChg>
        <pc:grpChg chg="add mod">
          <ac:chgData name="Mitra, Sayan" userId="5f9b069e-390c-41f3-af3f-6bd4b0fb9710" providerId="ADAL" clId="{1E27BAC9-1590-4FB6-B46D-FA84BEF06E08}" dt="2022-06-28T00:55:36.828" v="991" actId="14100"/>
          <ac:grpSpMkLst>
            <pc:docMk/>
            <pc:sldMk cId="3335508734" sldId="3992"/>
            <ac:grpSpMk id="23" creationId="{78DFA01A-EE9A-4D5E-8266-F6C29569FF57}"/>
          </ac:grpSpMkLst>
        </pc:grpChg>
        <pc:grpChg chg="add mod">
          <ac:chgData name="Mitra, Sayan" userId="5f9b069e-390c-41f3-af3f-6bd4b0fb9710" providerId="ADAL" clId="{1E27BAC9-1590-4FB6-B46D-FA84BEF06E08}" dt="2022-06-28T00:55:36.828" v="991" actId="14100"/>
          <ac:grpSpMkLst>
            <pc:docMk/>
            <pc:sldMk cId="3335508734" sldId="3992"/>
            <ac:grpSpMk id="26" creationId="{A23BE9DC-68BD-40DC-9B1A-8B479C5D1FBF}"/>
          </ac:grpSpMkLst>
        </pc:grpChg>
        <pc:grpChg chg="add mod">
          <ac:chgData name="Mitra, Sayan" userId="5f9b069e-390c-41f3-af3f-6bd4b0fb9710" providerId="ADAL" clId="{1E27BAC9-1590-4FB6-B46D-FA84BEF06E08}" dt="2022-06-28T00:55:36.828" v="991" actId="14100"/>
          <ac:grpSpMkLst>
            <pc:docMk/>
            <pc:sldMk cId="3335508734" sldId="3992"/>
            <ac:grpSpMk id="31" creationId="{89CE592D-171D-4F84-AD4C-49A90D88CB9A}"/>
          </ac:grpSpMkLst>
        </pc:grpChg>
        <pc:grpChg chg="add mod">
          <ac:chgData name="Mitra, Sayan" userId="5f9b069e-390c-41f3-af3f-6bd4b0fb9710" providerId="ADAL" clId="{1E27BAC9-1590-4FB6-B46D-FA84BEF06E08}" dt="2022-06-28T00:55:36.828" v="991" actId="14100"/>
          <ac:grpSpMkLst>
            <pc:docMk/>
            <pc:sldMk cId="3335508734" sldId="3992"/>
            <ac:grpSpMk id="37" creationId="{AED19324-2FC2-4D86-AB70-67B3C6A5F4C2}"/>
          </ac:grpSpMkLst>
        </pc:grpChg>
        <pc:grpChg chg="add mod">
          <ac:chgData name="Mitra, Sayan" userId="5f9b069e-390c-41f3-af3f-6bd4b0fb9710" providerId="ADAL" clId="{1E27BAC9-1590-4FB6-B46D-FA84BEF06E08}" dt="2022-06-28T00:55:36.828" v="991" actId="14100"/>
          <ac:grpSpMkLst>
            <pc:docMk/>
            <pc:sldMk cId="3335508734" sldId="3992"/>
            <ac:grpSpMk id="43" creationId="{D5DF4765-A473-4662-8A10-B603896EFA1C}"/>
          </ac:grpSpMkLst>
        </pc:grpChg>
        <pc:grpChg chg="add mod">
          <ac:chgData name="Mitra, Sayan" userId="5f9b069e-390c-41f3-af3f-6bd4b0fb9710" providerId="ADAL" clId="{1E27BAC9-1590-4FB6-B46D-FA84BEF06E08}" dt="2022-06-28T00:55:36.828" v="991" actId="14100"/>
          <ac:grpSpMkLst>
            <pc:docMk/>
            <pc:sldMk cId="3335508734" sldId="3992"/>
            <ac:grpSpMk id="49" creationId="{1537FFC4-07D0-496E-8D5A-3AA4FAE1D34A}"/>
          </ac:grpSpMkLst>
        </pc:grpChg>
        <pc:grpChg chg="add mod">
          <ac:chgData name="Mitra, Sayan" userId="5f9b069e-390c-41f3-af3f-6bd4b0fb9710" providerId="ADAL" clId="{1E27BAC9-1590-4FB6-B46D-FA84BEF06E08}" dt="2022-06-28T00:55:36.828" v="991" actId="14100"/>
          <ac:grpSpMkLst>
            <pc:docMk/>
            <pc:sldMk cId="3335508734" sldId="3992"/>
            <ac:grpSpMk id="57" creationId="{47CFE5A6-782C-40A6-A2D1-B4DD0BAD4F50}"/>
          </ac:grpSpMkLst>
        </pc:grpChg>
        <pc:picChg chg="add mod">
          <ac:chgData name="Mitra, Sayan" userId="5f9b069e-390c-41f3-af3f-6bd4b0fb9710" providerId="ADAL" clId="{1E27BAC9-1590-4FB6-B46D-FA84BEF06E08}" dt="2022-06-28T00:55:36.828" v="991" actId="14100"/>
          <ac:picMkLst>
            <pc:docMk/>
            <pc:sldMk cId="3335508734" sldId="3992"/>
            <ac:picMk id="29" creationId="{1CA822E0-1DA9-43E7-9091-F16F0090D2EF}"/>
          </ac:picMkLst>
        </pc:picChg>
        <pc:picChg chg="add mod">
          <ac:chgData name="Mitra, Sayan" userId="5f9b069e-390c-41f3-af3f-6bd4b0fb9710" providerId="ADAL" clId="{1E27BAC9-1590-4FB6-B46D-FA84BEF06E08}" dt="2022-06-28T00:55:36.828" v="991" actId="14100"/>
          <ac:picMkLst>
            <pc:docMk/>
            <pc:sldMk cId="3335508734" sldId="3992"/>
            <ac:picMk id="30" creationId="{EF6FF010-A98F-479F-B1D6-CC326A30FF9B}"/>
          </ac:picMkLst>
        </pc:picChg>
        <pc:picChg chg="add mod">
          <ac:chgData name="Mitra, Sayan" userId="5f9b069e-390c-41f3-af3f-6bd4b0fb9710" providerId="ADAL" clId="{1E27BAC9-1590-4FB6-B46D-FA84BEF06E08}" dt="2022-06-28T00:55:36.828" v="991" actId="14100"/>
          <ac:picMkLst>
            <pc:docMk/>
            <pc:sldMk cId="3335508734" sldId="3992"/>
            <ac:picMk id="63" creationId="{529A317D-431A-4322-9063-3D0ADDBC1657}"/>
          </ac:picMkLst>
        </pc:picChg>
        <pc:picChg chg="add mod">
          <ac:chgData name="Mitra, Sayan" userId="5f9b069e-390c-41f3-af3f-6bd4b0fb9710" providerId="ADAL" clId="{1E27BAC9-1590-4FB6-B46D-FA84BEF06E08}" dt="2022-06-27T14:43:28.892" v="668"/>
          <ac:picMkLst>
            <pc:docMk/>
            <pc:sldMk cId="3335508734" sldId="3992"/>
            <ac:picMk id="66" creationId="{BD3FCC1D-6CF0-482E-AC28-D5DBC6644418}"/>
          </ac:picMkLst>
        </pc:picChg>
        <pc:cxnChg chg="add mod">
          <ac:chgData name="Mitra, Sayan" userId="5f9b069e-390c-41f3-af3f-6bd4b0fb9710" providerId="ADAL" clId="{1E27BAC9-1590-4FB6-B46D-FA84BEF06E08}" dt="2022-06-28T00:55:36.828" v="991" actId="14100"/>
          <ac:cxnSpMkLst>
            <pc:docMk/>
            <pc:sldMk cId="3335508734" sldId="3992"/>
            <ac:cxnSpMk id="10" creationId="{4F3F5B78-9077-460F-8F1A-BFB5CFC2F9E0}"/>
          </ac:cxnSpMkLst>
        </pc:cxnChg>
        <pc:cxnChg chg="add mod">
          <ac:chgData name="Mitra, Sayan" userId="5f9b069e-390c-41f3-af3f-6bd4b0fb9710" providerId="ADAL" clId="{1E27BAC9-1590-4FB6-B46D-FA84BEF06E08}" dt="2022-06-28T00:55:36.828" v="991" actId="14100"/>
          <ac:cxnSpMkLst>
            <pc:docMk/>
            <pc:sldMk cId="3335508734" sldId="3992"/>
            <ac:cxnSpMk id="12" creationId="{85EC24F8-1C53-405F-8F4A-FC2B12893269}"/>
          </ac:cxnSpMkLst>
        </pc:cxnChg>
        <pc:cxnChg chg="add mod">
          <ac:chgData name="Mitra, Sayan" userId="5f9b069e-390c-41f3-af3f-6bd4b0fb9710" providerId="ADAL" clId="{1E27BAC9-1590-4FB6-B46D-FA84BEF06E08}" dt="2022-06-28T00:55:36.828" v="991" actId="14100"/>
          <ac:cxnSpMkLst>
            <pc:docMk/>
            <pc:sldMk cId="3335508734" sldId="3992"/>
            <ac:cxnSpMk id="13" creationId="{259DFBAD-62B1-4D49-8181-C166419D027B}"/>
          </ac:cxnSpMkLst>
        </pc:cxnChg>
        <pc:cxnChg chg="mod">
          <ac:chgData name="Mitra, Sayan" userId="5f9b069e-390c-41f3-af3f-6bd4b0fb9710" providerId="ADAL" clId="{1E27BAC9-1590-4FB6-B46D-FA84BEF06E08}" dt="2022-06-27T14:43:28.892" v="668"/>
          <ac:cxnSpMkLst>
            <pc:docMk/>
            <pc:sldMk cId="3335508734" sldId="3992"/>
            <ac:cxnSpMk id="15" creationId="{53F6EB30-4DDB-4B6D-B87E-4E23CF02D0CA}"/>
          </ac:cxnSpMkLst>
        </pc:cxnChg>
        <pc:cxnChg chg="mod">
          <ac:chgData name="Mitra, Sayan" userId="5f9b069e-390c-41f3-af3f-6bd4b0fb9710" providerId="ADAL" clId="{1E27BAC9-1590-4FB6-B46D-FA84BEF06E08}" dt="2022-06-27T14:43:28.892" v="668"/>
          <ac:cxnSpMkLst>
            <pc:docMk/>
            <pc:sldMk cId="3335508734" sldId="3992"/>
            <ac:cxnSpMk id="18" creationId="{5F979C60-D81F-4E34-BAEA-872FA5FDD3EA}"/>
          </ac:cxnSpMkLst>
        </pc:cxnChg>
        <pc:cxnChg chg="mod">
          <ac:chgData name="Mitra, Sayan" userId="5f9b069e-390c-41f3-af3f-6bd4b0fb9710" providerId="ADAL" clId="{1E27BAC9-1590-4FB6-B46D-FA84BEF06E08}" dt="2022-06-27T14:43:28.892" v="668"/>
          <ac:cxnSpMkLst>
            <pc:docMk/>
            <pc:sldMk cId="3335508734" sldId="3992"/>
            <ac:cxnSpMk id="21" creationId="{C2C98E62-D44D-478B-8866-BCB5DC21A915}"/>
          </ac:cxnSpMkLst>
        </pc:cxnChg>
        <pc:cxnChg chg="mod">
          <ac:chgData name="Mitra, Sayan" userId="5f9b069e-390c-41f3-af3f-6bd4b0fb9710" providerId="ADAL" clId="{1E27BAC9-1590-4FB6-B46D-FA84BEF06E08}" dt="2022-06-27T14:43:28.892" v="668"/>
          <ac:cxnSpMkLst>
            <pc:docMk/>
            <pc:sldMk cId="3335508734" sldId="3992"/>
            <ac:cxnSpMk id="24" creationId="{AAA36184-1525-4528-8FC2-576ADFA43E61}"/>
          </ac:cxnSpMkLst>
        </pc:cxnChg>
        <pc:cxnChg chg="mod">
          <ac:chgData name="Mitra, Sayan" userId="5f9b069e-390c-41f3-af3f-6bd4b0fb9710" providerId="ADAL" clId="{1E27BAC9-1590-4FB6-B46D-FA84BEF06E08}" dt="2022-06-27T14:43:28.892" v="668"/>
          <ac:cxnSpMkLst>
            <pc:docMk/>
            <pc:sldMk cId="3335508734" sldId="3992"/>
            <ac:cxnSpMk id="27" creationId="{6ADC24C1-8E3F-40B1-B6DF-3B32F0EA3084}"/>
          </ac:cxnSpMkLst>
        </pc:cxnChg>
        <pc:cxnChg chg="mod">
          <ac:chgData name="Mitra, Sayan" userId="5f9b069e-390c-41f3-af3f-6bd4b0fb9710" providerId="ADAL" clId="{1E27BAC9-1590-4FB6-B46D-FA84BEF06E08}" dt="2022-06-27T14:43:28.892" v="668"/>
          <ac:cxnSpMkLst>
            <pc:docMk/>
            <pc:sldMk cId="3335508734" sldId="3992"/>
            <ac:cxnSpMk id="58" creationId="{E6DB5A3C-79BA-4789-AF0A-4FF311F6AEF8}"/>
          </ac:cxnSpMkLst>
        </pc:cxnChg>
        <pc:cxnChg chg="add mod">
          <ac:chgData name="Mitra, Sayan" userId="5f9b069e-390c-41f3-af3f-6bd4b0fb9710" providerId="ADAL" clId="{1E27BAC9-1590-4FB6-B46D-FA84BEF06E08}" dt="2022-06-28T00:55:36.828" v="991" actId="14100"/>
          <ac:cxnSpMkLst>
            <pc:docMk/>
            <pc:sldMk cId="3335508734" sldId="3992"/>
            <ac:cxnSpMk id="64" creationId="{B68A2B34-B266-4482-8862-D6FFABC54C5A}"/>
          </ac:cxnSpMkLst>
        </pc:cxnChg>
      </pc:sldChg>
      <pc:sldChg chg="modSp new mod">
        <pc:chgData name="Mitra, Sayan" userId="5f9b069e-390c-41f3-af3f-6bd4b0fb9710" providerId="ADAL" clId="{1E27BAC9-1590-4FB6-B46D-FA84BEF06E08}" dt="2022-06-27T14:40:09.770" v="442" actId="20577"/>
        <pc:sldMkLst>
          <pc:docMk/>
          <pc:sldMk cId="3493400062" sldId="3993"/>
        </pc:sldMkLst>
        <pc:spChg chg="mod">
          <ac:chgData name="Mitra, Sayan" userId="5f9b069e-390c-41f3-af3f-6bd4b0fb9710" providerId="ADAL" clId="{1E27BAC9-1590-4FB6-B46D-FA84BEF06E08}" dt="2022-06-27T14:40:09.770" v="442" actId="20577"/>
          <ac:spMkLst>
            <pc:docMk/>
            <pc:sldMk cId="3493400062" sldId="3993"/>
            <ac:spMk id="2" creationId="{FCA82C08-6353-428B-9C7E-4CA68C9142BE}"/>
          </ac:spMkLst>
        </pc:spChg>
      </pc:sldChg>
      <pc:sldChg chg="new del">
        <pc:chgData name="Mitra, Sayan" userId="5f9b069e-390c-41f3-af3f-6bd4b0fb9710" providerId="ADAL" clId="{1E27BAC9-1590-4FB6-B46D-FA84BEF06E08}" dt="2022-06-27T14:40:22.574" v="444" actId="680"/>
        <pc:sldMkLst>
          <pc:docMk/>
          <pc:sldMk cId="451510875" sldId="3994"/>
        </pc:sldMkLst>
      </pc:sldChg>
      <pc:sldChg chg="modSp new mod">
        <pc:chgData name="Mitra, Sayan" userId="5f9b069e-390c-41f3-af3f-6bd4b0fb9710" providerId="ADAL" clId="{1E27BAC9-1590-4FB6-B46D-FA84BEF06E08}" dt="2022-06-27T14:40:33.858" v="462" actId="20577"/>
        <pc:sldMkLst>
          <pc:docMk/>
          <pc:sldMk cId="3867399006" sldId="3994"/>
        </pc:sldMkLst>
        <pc:spChg chg="mod">
          <ac:chgData name="Mitra, Sayan" userId="5f9b069e-390c-41f3-af3f-6bd4b0fb9710" providerId="ADAL" clId="{1E27BAC9-1590-4FB6-B46D-FA84BEF06E08}" dt="2022-06-27T14:40:33.858" v="462" actId="20577"/>
          <ac:spMkLst>
            <pc:docMk/>
            <pc:sldMk cId="3867399006" sldId="3994"/>
            <ac:spMk id="2" creationId="{9EDB63B2-238D-4B76-AAF8-404000511533}"/>
          </ac:spMkLst>
        </pc:spChg>
      </pc:sldChg>
      <pc:sldChg chg="modSp new mod">
        <pc:chgData name="Mitra, Sayan" userId="5f9b069e-390c-41f3-af3f-6bd4b0fb9710" providerId="ADAL" clId="{1E27BAC9-1590-4FB6-B46D-FA84BEF06E08}" dt="2022-06-27T14:41:19.337" v="494" actId="20577"/>
        <pc:sldMkLst>
          <pc:docMk/>
          <pc:sldMk cId="55561715" sldId="3995"/>
        </pc:sldMkLst>
        <pc:spChg chg="mod">
          <ac:chgData name="Mitra, Sayan" userId="5f9b069e-390c-41f3-af3f-6bd4b0fb9710" providerId="ADAL" clId="{1E27BAC9-1590-4FB6-B46D-FA84BEF06E08}" dt="2022-06-27T14:41:19.337" v="494" actId="20577"/>
          <ac:spMkLst>
            <pc:docMk/>
            <pc:sldMk cId="55561715" sldId="3995"/>
            <ac:spMk id="2" creationId="{D4FA0929-9E42-470D-8E93-0EB0DC3C3243}"/>
          </ac:spMkLst>
        </pc:spChg>
      </pc:sldChg>
      <pc:sldChg chg="modSp new mod">
        <pc:chgData name="Mitra, Sayan" userId="5f9b069e-390c-41f3-af3f-6bd4b0fb9710" providerId="ADAL" clId="{1E27BAC9-1590-4FB6-B46D-FA84BEF06E08}" dt="2022-06-27T14:41:27.810" v="509" actId="20577"/>
        <pc:sldMkLst>
          <pc:docMk/>
          <pc:sldMk cId="854952118" sldId="3996"/>
        </pc:sldMkLst>
        <pc:spChg chg="mod">
          <ac:chgData name="Mitra, Sayan" userId="5f9b069e-390c-41f3-af3f-6bd4b0fb9710" providerId="ADAL" clId="{1E27BAC9-1590-4FB6-B46D-FA84BEF06E08}" dt="2022-06-27T14:41:27.810" v="509" actId="20577"/>
          <ac:spMkLst>
            <pc:docMk/>
            <pc:sldMk cId="854952118" sldId="3996"/>
            <ac:spMk id="2" creationId="{61C5F1A7-8D4F-4109-A678-FE777B3562C5}"/>
          </ac:spMkLst>
        </pc:spChg>
      </pc:sldChg>
      <pc:sldChg chg="modSp new mod">
        <pc:chgData name="Mitra, Sayan" userId="5f9b069e-390c-41f3-af3f-6bd4b0fb9710" providerId="ADAL" clId="{1E27BAC9-1590-4FB6-B46D-FA84BEF06E08}" dt="2022-06-27T14:41:37.629" v="534" actId="20577"/>
        <pc:sldMkLst>
          <pc:docMk/>
          <pc:sldMk cId="1251110085" sldId="3997"/>
        </pc:sldMkLst>
        <pc:spChg chg="mod">
          <ac:chgData name="Mitra, Sayan" userId="5f9b069e-390c-41f3-af3f-6bd4b0fb9710" providerId="ADAL" clId="{1E27BAC9-1590-4FB6-B46D-FA84BEF06E08}" dt="2022-06-27T14:41:37.629" v="534" actId="20577"/>
          <ac:spMkLst>
            <pc:docMk/>
            <pc:sldMk cId="1251110085" sldId="3997"/>
            <ac:spMk id="2" creationId="{2846909B-919F-42E2-8D37-A820165205F7}"/>
          </ac:spMkLst>
        </pc:spChg>
      </pc:sldChg>
      <pc:sldChg chg="modSp new mod">
        <pc:chgData name="Mitra, Sayan" userId="5f9b069e-390c-41f3-af3f-6bd4b0fb9710" providerId="ADAL" clId="{1E27BAC9-1590-4FB6-B46D-FA84BEF06E08}" dt="2022-06-27T14:41:45.285" v="549" actId="20577"/>
        <pc:sldMkLst>
          <pc:docMk/>
          <pc:sldMk cId="3622479343" sldId="3998"/>
        </pc:sldMkLst>
        <pc:spChg chg="mod">
          <ac:chgData name="Mitra, Sayan" userId="5f9b069e-390c-41f3-af3f-6bd4b0fb9710" providerId="ADAL" clId="{1E27BAC9-1590-4FB6-B46D-FA84BEF06E08}" dt="2022-06-27T14:41:45.285" v="549" actId="20577"/>
          <ac:spMkLst>
            <pc:docMk/>
            <pc:sldMk cId="3622479343" sldId="3998"/>
            <ac:spMk id="2" creationId="{DD7CF07E-B093-4605-A575-E7327988478D}"/>
          </ac:spMkLst>
        </pc:spChg>
      </pc:sldChg>
      <pc:sldChg chg="modSp new mod">
        <pc:chgData name="Mitra, Sayan" userId="5f9b069e-390c-41f3-af3f-6bd4b0fb9710" providerId="ADAL" clId="{1E27BAC9-1590-4FB6-B46D-FA84BEF06E08}" dt="2022-06-27T14:42:05.865" v="592" actId="6549"/>
        <pc:sldMkLst>
          <pc:docMk/>
          <pc:sldMk cId="2191807869" sldId="3999"/>
        </pc:sldMkLst>
        <pc:spChg chg="mod">
          <ac:chgData name="Mitra, Sayan" userId="5f9b069e-390c-41f3-af3f-6bd4b0fb9710" providerId="ADAL" clId="{1E27BAC9-1590-4FB6-B46D-FA84BEF06E08}" dt="2022-06-27T14:42:05.865" v="592" actId="6549"/>
          <ac:spMkLst>
            <pc:docMk/>
            <pc:sldMk cId="2191807869" sldId="3999"/>
            <ac:spMk id="2" creationId="{6DF75290-C87B-4E6B-A33D-DB3ACA957991}"/>
          </ac:spMkLst>
        </pc:spChg>
      </pc:sldChg>
      <pc:sldChg chg="modSp new mod ord">
        <pc:chgData name="Mitra, Sayan" userId="5f9b069e-390c-41f3-af3f-6bd4b0fb9710" providerId="ADAL" clId="{1E27BAC9-1590-4FB6-B46D-FA84BEF06E08}" dt="2022-06-27T14:42:20.420" v="611"/>
        <pc:sldMkLst>
          <pc:docMk/>
          <pc:sldMk cId="1717065486" sldId="4000"/>
        </pc:sldMkLst>
        <pc:spChg chg="mod">
          <ac:chgData name="Mitra, Sayan" userId="5f9b069e-390c-41f3-af3f-6bd4b0fb9710" providerId="ADAL" clId="{1E27BAC9-1590-4FB6-B46D-FA84BEF06E08}" dt="2022-06-27T14:42:16.019" v="609" actId="20577"/>
          <ac:spMkLst>
            <pc:docMk/>
            <pc:sldMk cId="1717065486" sldId="4000"/>
            <ac:spMk id="2" creationId="{D3374EDE-848B-4351-B2BB-A21ACBA83017}"/>
          </ac:spMkLst>
        </pc:spChg>
      </pc:sldChg>
      <pc:sldChg chg="modSp new mod">
        <pc:chgData name="Mitra, Sayan" userId="5f9b069e-390c-41f3-af3f-6bd4b0fb9710" providerId="ADAL" clId="{1E27BAC9-1590-4FB6-B46D-FA84BEF06E08}" dt="2022-06-27T14:42:31.749" v="630" actId="20577"/>
        <pc:sldMkLst>
          <pc:docMk/>
          <pc:sldMk cId="537019356" sldId="4001"/>
        </pc:sldMkLst>
        <pc:spChg chg="mod">
          <ac:chgData name="Mitra, Sayan" userId="5f9b069e-390c-41f3-af3f-6bd4b0fb9710" providerId="ADAL" clId="{1E27BAC9-1590-4FB6-B46D-FA84BEF06E08}" dt="2022-06-27T14:42:31.749" v="630" actId="20577"/>
          <ac:spMkLst>
            <pc:docMk/>
            <pc:sldMk cId="537019356" sldId="4001"/>
            <ac:spMk id="2" creationId="{69A9F8BB-3A65-4C64-A8BC-A606E0755878}"/>
          </ac:spMkLst>
        </pc:spChg>
      </pc:sldChg>
      <pc:sldChg chg="modSp new mod">
        <pc:chgData name="Mitra, Sayan" userId="5f9b069e-390c-41f3-af3f-6bd4b0fb9710" providerId="ADAL" clId="{1E27BAC9-1590-4FB6-B46D-FA84BEF06E08}" dt="2022-06-27T14:42:45.544" v="658" actId="20577"/>
        <pc:sldMkLst>
          <pc:docMk/>
          <pc:sldMk cId="2030115737" sldId="4002"/>
        </pc:sldMkLst>
        <pc:spChg chg="mod">
          <ac:chgData name="Mitra, Sayan" userId="5f9b069e-390c-41f3-af3f-6bd4b0fb9710" providerId="ADAL" clId="{1E27BAC9-1590-4FB6-B46D-FA84BEF06E08}" dt="2022-06-27T14:42:45.544" v="658" actId="20577"/>
          <ac:spMkLst>
            <pc:docMk/>
            <pc:sldMk cId="2030115737" sldId="4002"/>
            <ac:spMk id="2" creationId="{9DA57BF2-EF6C-4D32-B441-064A3C58C1CB}"/>
          </ac:spMkLst>
        </pc:spChg>
      </pc:sldChg>
      <pc:sldChg chg="modSp new mod">
        <pc:chgData name="Mitra, Sayan" userId="5f9b069e-390c-41f3-af3f-6bd4b0fb9710" providerId="ADAL" clId="{1E27BAC9-1590-4FB6-B46D-FA84BEF06E08}" dt="2022-06-27T14:46:11.432" v="714"/>
        <pc:sldMkLst>
          <pc:docMk/>
          <pc:sldMk cId="2013189944" sldId="4003"/>
        </pc:sldMkLst>
        <pc:spChg chg="mod">
          <ac:chgData name="Mitra, Sayan" userId="5f9b069e-390c-41f3-af3f-6bd4b0fb9710" providerId="ADAL" clId="{1E27BAC9-1590-4FB6-B46D-FA84BEF06E08}" dt="2022-06-27T14:46:11.432" v="714"/>
          <ac:spMkLst>
            <pc:docMk/>
            <pc:sldMk cId="2013189944" sldId="4003"/>
            <ac:spMk id="2" creationId="{C06003AB-AEA1-4B1C-8C21-D4000341C37D}"/>
          </ac:spMkLst>
        </pc:spChg>
      </pc:sldChg>
      <pc:sldChg chg="modSp new mod">
        <pc:chgData name="Mitra, Sayan" userId="5f9b069e-390c-41f3-af3f-6bd4b0fb9710" providerId="ADAL" clId="{1E27BAC9-1590-4FB6-B46D-FA84BEF06E08}" dt="2022-06-27T14:44:35.553" v="696" actId="20577"/>
        <pc:sldMkLst>
          <pc:docMk/>
          <pc:sldMk cId="1529536459" sldId="4004"/>
        </pc:sldMkLst>
        <pc:spChg chg="mod">
          <ac:chgData name="Mitra, Sayan" userId="5f9b069e-390c-41f3-af3f-6bd4b0fb9710" providerId="ADAL" clId="{1E27BAC9-1590-4FB6-B46D-FA84BEF06E08}" dt="2022-06-27T14:44:35.553" v="696" actId="20577"/>
          <ac:spMkLst>
            <pc:docMk/>
            <pc:sldMk cId="1529536459" sldId="4004"/>
            <ac:spMk id="2" creationId="{EF296339-19EE-45C4-92D1-711D1572140E}"/>
          </ac:spMkLst>
        </pc:spChg>
      </pc:sldChg>
      <pc:sldChg chg="new">
        <pc:chgData name="Mitra, Sayan" userId="5f9b069e-390c-41f3-af3f-6bd4b0fb9710" providerId="ADAL" clId="{1E27BAC9-1590-4FB6-B46D-FA84BEF06E08}" dt="2022-06-27T14:46:34.044" v="730" actId="680"/>
        <pc:sldMkLst>
          <pc:docMk/>
          <pc:sldMk cId="3209615698" sldId="4005"/>
        </pc:sldMkLst>
      </pc:sldChg>
      <pc:sldChg chg="modSp new mod">
        <pc:chgData name="Mitra, Sayan" userId="5f9b069e-390c-41f3-af3f-6bd4b0fb9710" providerId="ADAL" clId="{1E27BAC9-1590-4FB6-B46D-FA84BEF06E08}" dt="2022-06-27T14:46:48.230" v="755" actId="20577"/>
        <pc:sldMkLst>
          <pc:docMk/>
          <pc:sldMk cId="65114440" sldId="4006"/>
        </pc:sldMkLst>
        <pc:spChg chg="mod">
          <ac:chgData name="Mitra, Sayan" userId="5f9b069e-390c-41f3-af3f-6bd4b0fb9710" providerId="ADAL" clId="{1E27BAC9-1590-4FB6-B46D-FA84BEF06E08}" dt="2022-06-27T14:46:48.230" v="755" actId="20577"/>
          <ac:spMkLst>
            <pc:docMk/>
            <pc:sldMk cId="65114440" sldId="4006"/>
            <ac:spMk id="2" creationId="{5851B33C-4E72-48F6-A711-7E0BA9B4489B}"/>
          </ac:spMkLst>
        </pc:spChg>
      </pc:sldChg>
      <pc:sldChg chg="modSp new mod">
        <pc:chgData name="Mitra, Sayan" userId="5f9b069e-390c-41f3-af3f-6bd4b0fb9710" providerId="ADAL" clId="{1E27BAC9-1590-4FB6-B46D-FA84BEF06E08}" dt="2022-06-27T14:47:03.057" v="779" actId="20577"/>
        <pc:sldMkLst>
          <pc:docMk/>
          <pc:sldMk cId="2724543507" sldId="4007"/>
        </pc:sldMkLst>
        <pc:spChg chg="mod">
          <ac:chgData name="Mitra, Sayan" userId="5f9b069e-390c-41f3-af3f-6bd4b0fb9710" providerId="ADAL" clId="{1E27BAC9-1590-4FB6-B46D-FA84BEF06E08}" dt="2022-06-27T14:47:03.057" v="779" actId="20577"/>
          <ac:spMkLst>
            <pc:docMk/>
            <pc:sldMk cId="2724543507" sldId="4007"/>
            <ac:spMk id="2" creationId="{919FB939-81E2-4D11-A79E-AFE4658CB08E}"/>
          </ac:spMkLst>
        </pc:spChg>
      </pc:sldChg>
      <pc:sldChg chg="modSp new mod">
        <pc:chgData name="Mitra, Sayan" userId="5f9b069e-390c-41f3-af3f-6bd4b0fb9710" providerId="ADAL" clId="{1E27BAC9-1590-4FB6-B46D-FA84BEF06E08}" dt="2022-06-27T14:47:36.146" v="851" actId="20577"/>
        <pc:sldMkLst>
          <pc:docMk/>
          <pc:sldMk cId="3630096880" sldId="4008"/>
        </pc:sldMkLst>
        <pc:spChg chg="mod">
          <ac:chgData name="Mitra, Sayan" userId="5f9b069e-390c-41f3-af3f-6bd4b0fb9710" providerId="ADAL" clId="{1E27BAC9-1590-4FB6-B46D-FA84BEF06E08}" dt="2022-06-27T14:47:36.146" v="851" actId="20577"/>
          <ac:spMkLst>
            <pc:docMk/>
            <pc:sldMk cId="3630096880" sldId="4008"/>
            <ac:spMk id="2" creationId="{68541C34-8170-444D-B82E-63863DB67DF6}"/>
          </ac:spMkLst>
        </pc:spChg>
      </pc:sldChg>
      <pc:sldChg chg="modSp new mod">
        <pc:chgData name="Mitra, Sayan" userId="5f9b069e-390c-41f3-af3f-6bd4b0fb9710" providerId="ADAL" clId="{1E27BAC9-1590-4FB6-B46D-FA84BEF06E08}" dt="2022-06-27T14:48:01.934" v="859" actId="20577"/>
        <pc:sldMkLst>
          <pc:docMk/>
          <pc:sldMk cId="2242146058" sldId="4009"/>
        </pc:sldMkLst>
        <pc:spChg chg="mod">
          <ac:chgData name="Mitra, Sayan" userId="5f9b069e-390c-41f3-af3f-6bd4b0fb9710" providerId="ADAL" clId="{1E27BAC9-1590-4FB6-B46D-FA84BEF06E08}" dt="2022-06-27T14:48:01.934" v="859" actId="20577"/>
          <ac:spMkLst>
            <pc:docMk/>
            <pc:sldMk cId="2242146058" sldId="4009"/>
            <ac:spMk id="2" creationId="{33962032-2F88-448B-BC4A-4E41B39C82BF}"/>
          </ac:spMkLst>
        </pc:spChg>
      </pc:sldChg>
      <pc:sldChg chg="new del">
        <pc:chgData name="Mitra, Sayan" userId="5f9b069e-390c-41f3-af3f-6bd4b0fb9710" providerId="ADAL" clId="{1E27BAC9-1590-4FB6-B46D-FA84BEF06E08}" dt="2022-06-27T14:47:56.100" v="853" actId="680"/>
        <pc:sldMkLst>
          <pc:docMk/>
          <pc:sldMk cId="3666139480" sldId="4009"/>
        </pc:sldMkLst>
      </pc:sldChg>
      <pc:sldChg chg="modSp new mod">
        <pc:chgData name="Mitra, Sayan" userId="5f9b069e-390c-41f3-af3f-6bd4b0fb9710" providerId="ADAL" clId="{1E27BAC9-1590-4FB6-B46D-FA84BEF06E08}" dt="2022-06-27T14:48:11.531" v="873" actId="20577"/>
        <pc:sldMkLst>
          <pc:docMk/>
          <pc:sldMk cId="1707497288" sldId="4010"/>
        </pc:sldMkLst>
        <pc:spChg chg="mod">
          <ac:chgData name="Mitra, Sayan" userId="5f9b069e-390c-41f3-af3f-6bd4b0fb9710" providerId="ADAL" clId="{1E27BAC9-1590-4FB6-B46D-FA84BEF06E08}" dt="2022-06-27T14:48:11.531" v="873" actId="20577"/>
          <ac:spMkLst>
            <pc:docMk/>
            <pc:sldMk cId="1707497288" sldId="4010"/>
            <ac:spMk id="2" creationId="{188B5FD8-DE7F-4FEB-9F3A-5D07FE22260C}"/>
          </ac:spMkLst>
        </pc:spChg>
      </pc:sldChg>
      <pc:sldChg chg="modSp new mod">
        <pc:chgData name="Mitra, Sayan" userId="5f9b069e-390c-41f3-af3f-6bd4b0fb9710" providerId="ADAL" clId="{1E27BAC9-1590-4FB6-B46D-FA84BEF06E08}" dt="2022-06-27T14:48:26.897" v="910" actId="20577"/>
        <pc:sldMkLst>
          <pc:docMk/>
          <pc:sldMk cId="3569400418" sldId="4011"/>
        </pc:sldMkLst>
        <pc:spChg chg="mod">
          <ac:chgData name="Mitra, Sayan" userId="5f9b069e-390c-41f3-af3f-6bd4b0fb9710" providerId="ADAL" clId="{1E27BAC9-1590-4FB6-B46D-FA84BEF06E08}" dt="2022-06-27T14:48:26.897" v="910" actId="20577"/>
          <ac:spMkLst>
            <pc:docMk/>
            <pc:sldMk cId="3569400418" sldId="4011"/>
            <ac:spMk id="2" creationId="{D99B282D-48F5-4041-B85D-2D536AFB7E50}"/>
          </ac:spMkLst>
        </pc:spChg>
      </pc:sldChg>
      <pc:sldChg chg="new del">
        <pc:chgData name="Mitra, Sayan" userId="5f9b069e-390c-41f3-af3f-6bd4b0fb9710" providerId="ADAL" clId="{1E27BAC9-1590-4FB6-B46D-FA84BEF06E08}" dt="2022-06-27T14:48:37.278" v="912" actId="680"/>
        <pc:sldMkLst>
          <pc:docMk/>
          <pc:sldMk cId="1563247018" sldId="4012"/>
        </pc:sldMkLst>
      </pc:sldChg>
      <pc:sldChg chg="modSp new mod">
        <pc:chgData name="Mitra, Sayan" userId="5f9b069e-390c-41f3-af3f-6bd4b0fb9710" providerId="ADAL" clId="{1E27BAC9-1590-4FB6-B46D-FA84BEF06E08}" dt="2022-06-27T14:48:45.749" v="929" actId="20577"/>
        <pc:sldMkLst>
          <pc:docMk/>
          <pc:sldMk cId="2369176660" sldId="4012"/>
        </pc:sldMkLst>
        <pc:spChg chg="mod">
          <ac:chgData name="Mitra, Sayan" userId="5f9b069e-390c-41f3-af3f-6bd4b0fb9710" providerId="ADAL" clId="{1E27BAC9-1590-4FB6-B46D-FA84BEF06E08}" dt="2022-06-27T14:48:45.749" v="929" actId="20577"/>
          <ac:spMkLst>
            <pc:docMk/>
            <pc:sldMk cId="2369176660" sldId="4012"/>
            <ac:spMk id="2" creationId="{17FE5BBF-EEF0-4E5B-9C21-D28A368573FB}"/>
          </ac:spMkLst>
        </pc:spChg>
      </pc:sldChg>
      <pc:sldChg chg="modSp new mod">
        <pc:chgData name="Mitra, Sayan" userId="5f9b069e-390c-41f3-af3f-6bd4b0fb9710" providerId="ADAL" clId="{1E27BAC9-1590-4FB6-B46D-FA84BEF06E08}" dt="2022-06-27T14:49:06.248" v="938" actId="20577"/>
        <pc:sldMkLst>
          <pc:docMk/>
          <pc:sldMk cId="3927171300" sldId="4013"/>
        </pc:sldMkLst>
        <pc:spChg chg="mod">
          <ac:chgData name="Mitra, Sayan" userId="5f9b069e-390c-41f3-af3f-6bd4b0fb9710" providerId="ADAL" clId="{1E27BAC9-1590-4FB6-B46D-FA84BEF06E08}" dt="2022-06-27T14:49:06.248" v="938" actId="20577"/>
          <ac:spMkLst>
            <pc:docMk/>
            <pc:sldMk cId="3927171300" sldId="4013"/>
            <ac:spMk id="2" creationId="{05A405A3-621C-4564-993A-53E173F512C0}"/>
          </ac:spMkLst>
        </pc:spChg>
      </pc:sldChg>
      <pc:sldChg chg="modSp new mod">
        <pc:chgData name="Mitra, Sayan" userId="5f9b069e-390c-41f3-af3f-6bd4b0fb9710" providerId="ADAL" clId="{1E27BAC9-1590-4FB6-B46D-FA84BEF06E08}" dt="2022-06-27T14:49:45.772" v="951" actId="20577"/>
        <pc:sldMkLst>
          <pc:docMk/>
          <pc:sldMk cId="2247575581" sldId="4014"/>
        </pc:sldMkLst>
        <pc:spChg chg="mod">
          <ac:chgData name="Mitra, Sayan" userId="5f9b069e-390c-41f3-af3f-6bd4b0fb9710" providerId="ADAL" clId="{1E27BAC9-1590-4FB6-B46D-FA84BEF06E08}" dt="2022-06-27T14:49:45.772" v="951" actId="20577"/>
          <ac:spMkLst>
            <pc:docMk/>
            <pc:sldMk cId="2247575581" sldId="4014"/>
            <ac:spMk id="2" creationId="{02550551-BAF7-4537-A666-F9000F99487D}"/>
          </ac:spMkLst>
        </pc:spChg>
      </pc:sldChg>
      <pc:sldChg chg="modSp new mod">
        <pc:chgData name="Mitra, Sayan" userId="5f9b069e-390c-41f3-af3f-6bd4b0fb9710" providerId="ADAL" clId="{1E27BAC9-1590-4FB6-B46D-FA84BEF06E08}" dt="2022-06-27T14:50:28.289" v="964" actId="20577"/>
        <pc:sldMkLst>
          <pc:docMk/>
          <pc:sldMk cId="3702578110" sldId="4015"/>
        </pc:sldMkLst>
        <pc:spChg chg="mod">
          <ac:chgData name="Mitra, Sayan" userId="5f9b069e-390c-41f3-af3f-6bd4b0fb9710" providerId="ADAL" clId="{1E27BAC9-1590-4FB6-B46D-FA84BEF06E08}" dt="2022-06-27T14:50:28.289" v="964" actId="20577"/>
          <ac:spMkLst>
            <pc:docMk/>
            <pc:sldMk cId="3702578110" sldId="4015"/>
            <ac:spMk id="2" creationId="{070E1CDF-87C5-4147-A2EF-A3009A60F3FB}"/>
          </ac:spMkLst>
        </pc:spChg>
      </pc:sldChg>
      <pc:sldChg chg="addSp delSp modSp add mod">
        <pc:chgData name="Mitra, Sayan" userId="5f9b069e-390c-41f3-af3f-6bd4b0fb9710" providerId="ADAL" clId="{1E27BAC9-1590-4FB6-B46D-FA84BEF06E08}" dt="2022-06-28T01:19:41.291" v="1444" actId="1037"/>
        <pc:sldMkLst>
          <pc:docMk/>
          <pc:sldMk cId="1443572205" sldId="4016"/>
        </pc:sldMkLst>
        <pc:spChg chg="mod">
          <ac:chgData name="Mitra, Sayan" userId="5f9b069e-390c-41f3-af3f-6bd4b0fb9710" providerId="ADAL" clId="{1E27BAC9-1590-4FB6-B46D-FA84BEF06E08}" dt="2022-06-28T01:00:23.120" v="1060" actId="1076"/>
          <ac:spMkLst>
            <pc:docMk/>
            <pc:sldMk cId="1443572205" sldId="4016"/>
            <ac:spMk id="2" creationId="{9EFDF1B9-E062-4194-B9AD-599B50A33613}"/>
          </ac:spMkLst>
        </pc:spChg>
        <pc:spChg chg="mod">
          <ac:chgData name="Mitra, Sayan" userId="5f9b069e-390c-41f3-af3f-6bd4b0fb9710" providerId="ADAL" clId="{1E27BAC9-1590-4FB6-B46D-FA84BEF06E08}" dt="2022-06-28T01:19:41.291" v="1444" actId="1037"/>
          <ac:spMkLst>
            <pc:docMk/>
            <pc:sldMk cId="1443572205" sldId="4016"/>
            <ac:spMk id="3" creationId="{5FA4D51D-CC6C-4617-B1DC-648D7261DEC0}"/>
          </ac:spMkLst>
        </pc:spChg>
        <pc:spChg chg="mod">
          <ac:chgData name="Mitra, Sayan" userId="5f9b069e-390c-41f3-af3f-6bd4b0fb9710" providerId="ADAL" clId="{1E27BAC9-1590-4FB6-B46D-FA84BEF06E08}" dt="2022-06-28T01:19:41.291" v="1444" actId="1037"/>
          <ac:spMkLst>
            <pc:docMk/>
            <pc:sldMk cId="1443572205" sldId="4016"/>
            <ac:spMk id="5" creationId="{A8602FCC-6036-41C9-822A-142A6F13FE5F}"/>
          </ac:spMkLst>
        </pc:spChg>
        <pc:spChg chg="mod">
          <ac:chgData name="Mitra, Sayan" userId="5f9b069e-390c-41f3-af3f-6bd4b0fb9710" providerId="ADAL" clId="{1E27BAC9-1590-4FB6-B46D-FA84BEF06E08}" dt="2022-06-28T01:19:41.291" v="1444" actId="1037"/>
          <ac:spMkLst>
            <pc:docMk/>
            <pc:sldMk cId="1443572205" sldId="4016"/>
            <ac:spMk id="6" creationId="{2B78908F-45BB-49A0-B283-706E1C340307}"/>
          </ac:spMkLst>
        </pc:spChg>
        <pc:spChg chg="mod">
          <ac:chgData name="Mitra, Sayan" userId="5f9b069e-390c-41f3-af3f-6bd4b0fb9710" providerId="ADAL" clId="{1E27BAC9-1590-4FB6-B46D-FA84BEF06E08}" dt="2022-06-28T01:19:41.291" v="1444" actId="1037"/>
          <ac:spMkLst>
            <pc:docMk/>
            <pc:sldMk cId="1443572205" sldId="4016"/>
            <ac:spMk id="7" creationId="{0C8CFBC2-90B7-4804-B7A8-9CE2E50676A0}"/>
          </ac:spMkLst>
        </pc:spChg>
        <pc:spChg chg="mod">
          <ac:chgData name="Mitra, Sayan" userId="5f9b069e-390c-41f3-af3f-6bd4b0fb9710" providerId="ADAL" clId="{1E27BAC9-1590-4FB6-B46D-FA84BEF06E08}" dt="2022-06-28T01:19:41.291" v="1444" actId="1037"/>
          <ac:spMkLst>
            <pc:docMk/>
            <pc:sldMk cId="1443572205" sldId="4016"/>
            <ac:spMk id="8" creationId="{13718296-7AED-4DB6-9922-B2716148181C}"/>
          </ac:spMkLst>
        </pc:spChg>
        <pc:spChg chg="mod">
          <ac:chgData name="Mitra, Sayan" userId="5f9b069e-390c-41f3-af3f-6bd4b0fb9710" providerId="ADAL" clId="{1E27BAC9-1590-4FB6-B46D-FA84BEF06E08}" dt="2022-06-28T01:19:41.291" v="1444" actId="1037"/>
          <ac:spMkLst>
            <pc:docMk/>
            <pc:sldMk cId="1443572205" sldId="4016"/>
            <ac:spMk id="9" creationId="{9A397BE7-DF56-42FA-8655-08945371155F}"/>
          </ac:spMkLst>
        </pc:spChg>
        <pc:spChg chg="mod">
          <ac:chgData name="Mitra, Sayan" userId="5f9b069e-390c-41f3-af3f-6bd4b0fb9710" providerId="ADAL" clId="{1E27BAC9-1590-4FB6-B46D-FA84BEF06E08}" dt="2022-06-28T01:19:41.291" v="1444" actId="1037"/>
          <ac:spMkLst>
            <pc:docMk/>
            <pc:sldMk cId="1443572205" sldId="4016"/>
            <ac:spMk id="11" creationId="{7F2F4DD5-B013-43EF-940B-0DB000C7E34E}"/>
          </ac:spMkLst>
        </pc:spChg>
        <pc:spChg chg="mod">
          <ac:chgData name="Mitra, Sayan" userId="5f9b069e-390c-41f3-af3f-6bd4b0fb9710" providerId="ADAL" clId="{1E27BAC9-1590-4FB6-B46D-FA84BEF06E08}" dt="2022-06-28T01:19:41.291" v="1444" actId="1037"/>
          <ac:spMkLst>
            <pc:docMk/>
            <pc:sldMk cId="1443572205" sldId="4016"/>
            <ac:spMk id="16" creationId="{FACC1B40-BDCD-46E6-A589-3207278B7A7A}"/>
          </ac:spMkLst>
        </pc:spChg>
        <pc:spChg chg="mod">
          <ac:chgData name="Mitra, Sayan" userId="5f9b069e-390c-41f3-af3f-6bd4b0fb9710" providerId="ADAL" clId="{1E27BAC9-1590-4FB6-B46D-FA84BEF06E08}" dt="2022-06-28T01:19:41.291" v="1444" actId="1037"/>
          <ac:spMkLst>
            <pc:docMk/>
            <pc:sldMk cId="1443572205" sldId="4016"/>
            <ac:spMk id="19" creationId="{8A4ADF43-33CC-4250-9D28-171755C1B583}"/>
          </ac:spMkLst>
        </pc:spChg>
        <pc:spChg chg="mod">
          <ac:chgData name="Mitra, Sayan" userId="5f9b069e-390c-41f3-af3f-6bd4b0fb9710" providerId="ADAL" clId="{1E27BAC9-1590-4FB6-B46D-FA84BEF06E08}" dt="2022-06-28T01:19:41.291" v="1444" actId="1037"/>
          <ac:spMkLst>
            <pc:docMk/>
            <pc:sldMk cId="1443572205" sldId="4016"/>
            <ac:spMk id="22" creationId="{997B4D12-EBE7-4530-9CDC-38E6860658B1}"/>
          </ac:spMkLst>
        </pc:spChg>
        <pc:spChg chg="mod">
          <ac:chgData name="Mitra, Sayan" userId="5f9b069e-390c-41f3-af3f-6bd4b0fb9710" providerId="ADAL" clId="{1E27BAC9-1590-4FB6-B46D-FA84BEF06E08}" dt="2022-06-28T01:19:41.291" v="1444" actId="1037"/>
          <ac:spMkLst>
            <pc:docMk/>
            <pc:sldMk cId="1443572205" sldId="4016"/>
            <ac:spMk id="25" creationId="{921A7A1D-DBD9-44EA-938A-1CC612B1ED1E}"/>
          </ac:spMkLst>
        </pc:spChg>
        <pc:spChg chg="mod">
          <ac:chgData name="Mitra, Sayan" userId="5f9b069e-390c-41f3-af3f-6bd4b0fb9710" providerId="ADAL" clId="{1E27BAC9-1590-4FB6-B46D-FA84BEF06E08}" dt="2022-06-28T01:19:41.291" v="1444" actId="1037"/>
          <ac:spMkLst>
            <pc:docMk/>
            <pc:sldMk cId="1443572205" sldId="4016"/>
            <ac:spMk id="28" creationId="{D6745B5D-A1F9-4855-80E4-1C566EDB19FC}"/>
          </ac:spMkLst>
        </pc:spChg>
        <pc:spChg chg="mod">
          <ac:chgData name="Mitra, Sayan" userId="5f9b069e-390c-41f3-af3f-6bd4b0fb9710" providerId="ADAL" clId="{1E27BAC9-1590-4FB6-B46D-FA84BEF06E08}" dt="2022-06-28T01:19:41.291" v="1444" actId="1037"/>
          <ac:spMkLst>
            <pc:docMk/>
            <pc:sldMk cId="1443572205" sldId="4016"/>
            <ac:spMk id="32" creationId="{A6508D68-8371-4390-9E8D-71791CF1BA2E}"/>
          </ac:spMkLst>
        </pc:spChg>
        <pc:spChg chg="mod">
          <ac:chgData name="Mitra, Sayan" userId="5f9b069e-390c-41f3-af3f-6bd4b0fb9710" providerId="ADAL" clId="{1E27BAC9-1590-4FB6-B46D-FA84BEF06E08}" dt="2022-06-28T01:19:41.291" v="1444" actId="1037"/>
          <ac:spMkLst>
            <pc:docMk/>
            <pc:sldMk cId="1443572205" sldId="4016"/>
            <ac:spMk id="33" creationId="{667B317F-2FA5-40EE-9E3F-EADD64F15E95}"/>
          </ac:spMkLst>
        </pc:spChg>
        <pc:spChg chg="mod">
          <ac:chgData name="Mitra, Sayan" userId="5f9b069e-390c-41f3-af3f-6bd4b0fb9710" providerId="ADAL" clId="{1E27BAC9-1590-4FB6-B46D-FA84BEF06E08}" dt="2022-06-28T01:19:41.291" v="1444" actId="1037"/>
          <ac:spMkLst>
            <pc:docMk/>
            <pc:sldMk cId="1443572205" sldId="4016"/>
            <ac:spMk id="34" creationId="{AA4C9211-CD0E-46CD-A8C9-6F1E2BF6D7DA}"/>
          </ac:spMkLst>
        </pc:spChg>
        <pc:spChg chg="mod">
          <ac:chgData name="Mitra, Sayan" userId="5f9b069e-390c-41f3-af3f-6bd4b0fb9710" providerId="ADAL" clId="{1E27BAC9-1590-4FB6-B46D-FA84BEF06E08}" dt="2022-06-28T01:19:41.291" v="1444" actId="1037"/>
          <ac:spMkLst>
            <pc:docMk/>
            <pc:sldMk cId="1443572205" sldId="4016"/>
            <ac:spMk id="35" creationId="{81E85971-FC30-4BD5-82AA-910A6E985C68}"/>
          </ac:spMkLst>
        </pc:spChg>
        <pc:spChg chg="mod">
          <ac:chgData name="Mitra, Sayan" userId="5f9b069e-390c-41f3-af3f-6bd4b0fb9710" providerId="ADAL" clId="{1E27BAC9-1590-4FB6-B46D-FA84BEF06E08}" dt="2022-06-28T01:19:41.291" v="1444" actId="1037"/>
          <ac:spMkLst>
            <pc:docMk/>
            <pc:sldMk cId="1443572205" sldId="4016"/>
            <ac:spMk id="36" creationId="{670EDEFF-3EB8-4B9E-8170-A63C27CBE3C0}"/>
          </ac:spMkLst>
        </pc:spChg>
        <pc:spChg chg="mod">
          <ac:chgData name="Mitra, Sayan" userId="5f9b069e-390c-41f3-af3f-6bd4b0fb9710" providerId="ADAL" clId="{1E27BAC9-1590-4FB6-B46D-FA84BEF06E08}" dt="2022-06-28T01:19:41.291" v="1444" actId="1037"/>
          <ac:spMkLst>
            <pc:docMk/>
            <pc:sldMk cId="1443572205" sldId="4016"/>
            <ac:spMk id="38" creationId="{DF3D3A0B-3C5F-4644-993E-0C3B680C25AB}"/>
          </ac:spMkLst>
        </pc:spChg>
        <pc:spChg chg="mod">
          <ac:chgData name="Mitra, Sayan" userId="5f9b069e-390c-41f3-af3f-6bd4b0fb9710" providerId="ADAL" clId="{1E27BAC9-1590-4FB6-B46D-FA84BEF06E08}" dt="2022-06-28T01:19:41.291" v="1444" actId="1037"/>
          <ac:spMkLst>
            <pc:docMk/>
            <pc:sldMk cId="1443572205" sldId="4016"/>
            <ac:spMk id="39" creationId="{4AC44E3F-7322-4B6A-908C-6DDDEABA8D5C}"/>
          </ac:spMkLst>
        </pc:spChg>
        <pc:spChg chg="mod">
          <ac:chgData name="Mitra, Sayan" userId="5f9b069e-390c-41f3-af3f-6bd4b0fb9710" providerId="ADAL" clId="{1E27BAC9-1590-4FB6-B46D-FA84BEF06E08}" dt="2022-06-28T01:19:41.291" v="1444" actId="1037"/>
          <ac:spMkLst>
            <pc:docMk/>
            <pc:sldMk cId="1443572205" sldId="4016"/>
            <ac:spMk id="40" creationId="{1CF3DFA1-5276-4B5C-BBFA-CEA0007BFC75}"/>
          </ac:spMkLst>
        </pc:spChg>
        <pc:spChg chg="mod">
          <ac:chgData name="Mitra, Sayan" userId="5f9b069e-390c-41f3-af3f-6bd4b0fb9710" providerId="ADAL" clId="{1E27BAC9-1590-4FB6-B46D-FA84BEF06E08}" dt="2022-06-28T01:19:41.291" v="1444" actId="1037"/>
          <ac:spMkLst>
            <pc:docMk/>
            <pc:sldMk cId="1443572205" sldId="4016"/>
            <ac:spMk id="41" creationId="{A8BE9CA7-7AA8-4594-AA16-7B31BE10A9D1}"/>
          </ac:spMkLst>
        </pc:spChg>
        <pc:spChg chg="mod">
          <ac:chgData name="Mitra, Sayan" userId="5f9b069e-390c-41f3-af3f-6bd4b0fb9710" providerId="ADAL" clId="{1E27BAC9-1590-4FB6-B46D-FA84BEF06E08}" dt="2022-06-28T01:19:41.291" v="1444" actId="1037"/>
          <ac:spMkLst>
            <pc:docMk/>
            <pc:sldMk cId="1443572205" sldId="4016"/>
            <ac:spMk id="42" creationId="{B8EDA290-9BA6-4595-B9B2-160AA907F5DD}"/>
          </ac:spMkLst>
        </pc:spChg>
        <pc:spChg chg="mod">
          <ac:chgData name="Mitra, Sayan" userId="5f9b069e-390c-41f3-af3f-6bd4b0fb9710" providerId="ADAL" clId="{1E27BAC9-1590-4FB6-B46D-FA84BEF06E08}" dt="2022-06-28T01:19:41.291" v="1444" actId="1037"/>
          <ac:spMkLst>
            <pc:docMk/>
            <pc:sldMk cId="1443572205" sldId="4016"/>
            <ac:spMk id="44" creationId="{2E189732-5269-411A-B320-8616D5F43249}"/>
          </ac:spMkLst>
        </pc:spChg>
        <pc:spChg chg="mod">
          <ac:chgData name="Mitra, Sayan" userId="5f9b069e-390c-41f3-af3f-6bd4b0fb9710" providerId="ADAL" clId="{1E27BAC9-1590-4FB6-B46D-FA84BEF06E08}" dt="2022-06-28T01:19:41.291" v="1444" actId="1037"/>
          <ac:spMkLst>
            <pc:docMk/>
            <pc:sldMk cId="1443572205" sldId="4016"/>
            <ac:spMk id="45" creationId="{14952744-E4B8-4912-9CCA-1D998571B513}"/>
          </ac:spMkLst>
        </pc:spChg>
        <pc:spChg chg="mod">
          <ac:chgData name="Mitra, Sayan" userId="5f9b069e-390c-41f3-af3f-6bd4b0fb9710" providerId="ADAL" clId="{1E27BAC9-1590-4FB6-B46D-FA84BEF06E08}" dt="2022-06-28T01:19:41.291" v="1444" actId="1037"/>
          <ac:spMkLst>
            <pc:docMk/>
            <pc:sldMk cId="1443572205" sldId="4016"/>
            <ac:spMk id="46" creationId="{88E83820-859E-48BC-98DD-A8B0B9BCAC19}"/>
          </ac:spMkLst>
        </pc:spChg>
        <pc:spChg chg="mod">
          <ac:chgData name="Mitra, Sayan" userId="5f9b069e-390c-41f3-af3f-6bd4b0fb9710" providerId="ADAL" clId="{1E27BAC9-1590-4FB6-B46D-FA84BEF06E08}" dt="2022-06-28T01:19:41.291" v="1444" actId="1037"/>
          <ac:spMkLst>
            <pc:docMk/>
            <pc:sldMk cId="1443572205" sldId="4016"/>
            <ac:spMk id="47" creationId="{8263A0B5-C743-45FE-8D26-EFAD9A9ECB78}"/>
          </ac:spMkLst>
        </pc:spChg>
        <pc:spChg chg="mod">
          <ac:chgData name="Mitra, Sayan" userId="5f9b069e-390c-41f3-af3f-6bd4b0fb9710" providerId="ADAL" clId="{1E27BAC9-1590-4FB6-B46D-FA84BEF06E08}" dt="2022-06-28T01:19:41.291" v="1444" actId="1037"/>
          <ac:spMkLst>
            <pc:docMk/>
            <pc:sldMk cId="1443572205" sldId="4016"/>
            <ac:spMk id="48" creationId="{474C9E9B-255D-401A-A448-3F1025C113E0}"/>
          </ac:spMkLst>
        </pc:spChg>
        <pc:spChg chg="mod">
          <ac:chgData name="Mitra, Sayan" userId="5f9b069e-390c-41f3-af3f-6bd4b0fb9710" providerId="ADAL" clId="{1E27BAC9-1590-4FB6-B46D-FA84BEF06E08}" dt="2022-06-28T01:19:41.291" v="1444" actId="1037"/>
          <ac:spMkLst>
            <pc:docMk/>
            <pc:sldMk cId="1443572205" sldId="4016"/>
            <ac:spMk id="50" creationId="{1B025A13-252B-4AC0-951C-41D870BA2227}"/>
          </ac:spMkLst>
        </pc:spChg>
        <pc:spChg chg="mod">
          <ac:chgData name="Mitra, Sayan" userId="5f9b069e-390c-41f3-af3f-6bd4b0fb9710" providerId="ADAL" clId="{1E27BAC9-1590-4FB6-B46D-FA84BEF06E08}" dt="2022-06-28T01:19:41.291" v="1444" actId="1037"/>
          <ac:spMkLst>
            <pc:docMk/>
            <pc:sldMk cId="1443572205" sldId="4016"/>
            <ac:spMk id="51" creationId="{35C21629-78F5-410C-8DB0-D4AC5555B711}"/>
          </ac:spMkLst>
        </pc:spChg>
        <pc:spChg chg="mod">
          <ac:chgData name="Mitra, Sayan" userId="5f9b069e-390c-41f3-af3f-6bd4b0fb9710" providerId="ADAL" clId="{1E27BAC9-1590-4FB6-B46D-FA84BEF06E08}" dt="2022-06-28T01:19:41.291" v="1444" actId="1037"/>
          <ac:spMkLst>
            <pc:docMk/>
            <pc:sldMk cId="1443572205" sldId="4016"/>
            <ac:spMk id="52" creationId="{7F920A2B-8623-454F-8372-EAFE4E1D26E7}"/>
          </ac:spMkLst>
        </pc:spChg>
        <pc:spChg chg="mod">
          <ac:chgData name="Mitra, Sayan" userId="5f9b069e-390c-41f3-af3f-6bd4b0fb9710" providerId="ADAL" clId="{1E27BAC9-1590-4FB6-B46D-FA84BEF06E08}" dt="2022-06-28T01:19:41.291" v="1444" actId="1037"/>
          <ac:spMkLst>
            <pc:docMk/>
            <pc:sldMk cId="1443572205" sldId="4016"/>
            <ac:spMk id="53" creationId="{88951F92-B7BA-45A5-B498-689AAB05FE4F}"/>
          </ac:spMkLst>
        </pc:spChg>
        <pc:spChg chg="mod">
          <ac:chgData name="Mitra, Sayan" userId="5f9b069e-390c-41f3-af3f-6bd4b0fb9710" providerId="ADAL" clId="{1E27BAC9-1590-4FB6-B46D-FA84BEF06E08}" dt="2022-06-28T01:19:41.291" v="1444" actId="1037"/>
          <ac:spMkLst>
            <pc:docMk/>
            <pc:sldMk cId="1443572205" sldId="4016"/>
            <ac:spMk id="54" creationId="{0EF6BE1B-E50C-4AD3-9ECF-0D5540E354B8}"/>
          </ac:spMkLst>
        </pc:spChg>
        <pc:spChg chg="del mod">
          <ac:chgData name="Mitra, Sayan" userId="5f9b069e-390c-41f3-af3f-6bd4b0fb9710" providerId="ADAL" clId="{1E27BAC9-1590-4FB6-B46D-FA84BEF06E08}" dt="2022-06-28T01:02:29.446" v="1063" actId="478"/>
          <ac:spMkLst>
            <pc:docMk/>
            <pc:sldMk cId="1443572205" sldId="4016"/>
            <ac:spMk id="55" creationId="{6E1A2A2C-BD0F-4506-958A-773AD48C2052}"/>
          </ac:spMkLst>
        </pc:spChg>
        <pc:spChg chg="del mod">
          <ac:chgData name="Mitra, Sayan" userId="5f9b069e-390c-41f3-af3f-6bd4b0fb9710" providerId="ADAL" clId="{1E27BAC9-1590-4FB6-B46D-FA84BEF06E08}" dt="2022-06-28T00:57:30.060" v="1026" actId="478"/>
          <ac:spMkLst>
            <pc:docMk/>
            <pc:sldMk cId="1443572205" sldId="4016"/>
            <ac:spMk id="56" creationId="{105CC1EC-F69F-45CE-A1EB-73502BDEA90F}"/>
          </ac:spMkLst>
        </pc:spChg>
        <pc:spChg chg="mod">
          <ac:chgData name="Mitra, Sayan" userId="5f9b069e-390c-41f3-af3f-6bd4b0fb9710" providerId="ADAL" clId="{1E27BAC9-1590-4FB6-B46D-FA84BEF06E08}" dt="2022-06-28T01:19:41.291" v="1444" actId="1037"/>
          <ac:spMkLst>
            <pc:docMk/>
            <pc:sldMk cId="1443572205" sldId="4016"/>
            <ac:spMk id="59" creationId="{558632FA-DD8F-44EC-A804-982CBF38BF01}"/>
          </ac:spMkLst>
        </pc:spChg>
        <pc:spChg chg="del">
          <ac:chgData name="Mitra, Sayan" userId="5f9b069e-390c-41f3-af3f-6bd4b0fb9710" providerId="ADAL" clId="{1E27BAC9-1590-4FB6-B46D-FA84BEF06E08}" dt="2022-06-28T00:56:12.280" v="997" actId="478"/>
          <ac:spMkLst>
            <pc:docMk/>
            <pc:sldMk cId="1443572205" sldId="4016"/>
            <ac:spMk id="60" creationId="{1290878F-48FB-4F6B-8C85-D5BE53A0BFF7}"/>
          </ac:spMkLst>
        </pc:spChg>
        <pc:spChg chg="del">
          <ac:chgData name="Mitra, Sayan" userId="5f9b069e-390c-41f3-af3f-6bd4b0fb9710" providerId="ADAL" clId="{1E27BAC9-1590-4FB6-B46D-FA84BEF06E08}" dt="2022-06-28T00:56:12.280" v="997" actId="478"/>
          <ac:spMkLst>
            <pc:docMk/>
            <pc:sldMk cId="1443572205" sldId="4016"/>
            <ac:spMk id="61" creationId="{D91AB0A9-659F-46DC-B42B-89376F0E0ED5}"/>
          </ac:spMkLst>
        </pc:spChg>
        <pc:spChg chg="mod">
          <ac:chgData name="Mitra, Sayan" userId="5f9b069e-390c-41f3-af3f-6bd4b0fb9710" providerId="ADAL" clId="{1E27BAC9-1590-4FB6-B46D-FA84BEF06E08}" dt="2022-06-28T01:19:41.291" v="1444" actId="1037"/>
          <ac:spMkLst>
            <pc:docMk/>
            <pc:sldMk cId="1443572205" sldId="4016"/>
            <ac:spMk id="62" creationId="{6EB9C241-D337-404B-9E5B-3DD65E12D676}"/>
          </ac:spMkLst>
        </pc:spChg>
        <pc:spChg chg="del">
          <ac:chgData name="Mitra, Sayan" userId="5f9b069e-390c-41f3-af3f-6bd4b0fb9710" providerId="ADAL" clId="{1E27BAC9-1590-4FB6-B46D-FA84BEF06E08}" dt="2022-06-28T00:56:04.359" v="995" actId="478"/>
          <ac:spMkLst>
            <pc:docMk/>
            <pc:sldMk cId="1443572205" sldId="4016"/>
            <ac:spMk id="65" creationId="{FD3511D9-4E8A-49B0-87A9-03F6005DF0EB}"/>
          </ac:spMkLst>
        </pc:spChg>
        <pc:spChg chg="mod">
          <ac:chgData name="Mitra, Sayan" userId="5f9b069e-390c-41f3-af3f-6bd4b0fb9710" providerId="ADAL" clId="{1E27BAC9-1590-4FB6-B46D-FA84BEF06E08}" dt="2022-06-28T01:19:41.291" v="1444" actId="1037"/>
          <ac:spMkLst>
            <pc:docMk/>
            <pc:sldMk cId="1443572205" sldId="4016"/>
            <ac:spMk id="67" creationId="{53051261-FD2F-4C0C-8727-3B4978333BC6}"/>
          </ac:spMkLst>
        </pc:spChg>
        <pc:spChg chg="add mod">
          <ac:chgData name="Mitra, Sayan" userId="5f9b069e-390c-41f3-af3f-6bd4b0fb9710" providerId="ADAL" clId="{1E27BAC9-1590-4FB6-B46D-FA84BEF06E08}" dt="2022-06-28T01:19:41.291" v="1444" actId="1037"/>
          <ac:spMkLst>
            <pc:docMk/>
            <pc:sldMk cId="1443572205" sldId="4016"/>
            <ac:spMk id="68" creationId="{214BFEDF-498C-454C-B94F-1789388F7237}"/>
          </ac:spMkLst>
        </pc:spChg>
        <pc:spChg chg="mod">
          <ac:chgData name="Mitra, Sayan" userId="5f9b069e-390c-41f3-af3f-6bd4b0fb9710" providerId="ADAL" clId="{1E27BAC9-1590-4FB6-B46D-FA84BEF06E08}" dt="2022-06-28T01:19:41.291" v="1444" actId="1037"/>
          <ac:spMkLst>
            <pc:docMk/>
            <pc:sldMk cId="1443572205" sldId="4016"/>
            <ac:spMk id="76" creationId="{D6120325-4BCB-41BB-BE0A-7348487BA9BD}"/>
          </ac:spMkLst>
        </pc:spChg>
        <pc:spChg chg="mod">
          <ac:chgData name="Mitra, Sayan" userId="5f9b069e-390c-41f3-af3f-6bd4b0fb9710" providerId="ADAL" clId="{1E27BAC9-1590-4FB6-B46D-FA84BEF06E08}" dt="2022-06-28T01:19:41.291" v="1444" actId="1037"/>
          <ac:spMkLst>
            <pc:docMk/>
            <pc:sldMk cId="1443572205" sldId="4016"/>
            <ac:spMk id="77" creationId="{6FBE9236-3800-4199-84E1-89D360AEF984}"/>
          </ac:spMkLst>
        </pc:spChg>
        <pc:spChg chg="mod">
          <ac:chgData name="Mitra, Sayan" userId="5f9b069e-390c-41f3-af3f-6bd4b0fb9710" providerId="ADAL" clId="{1E27BAC9-1590-4FB6-B46D-FA84BEF06E08}" dt="2022-06-28T01:19:41.291" v="1444" actId="1037"/>
          <ac:spMkLst>
            <pc:docMk/>
            <pc:sldMk cId="1443572205" sldId="4016"/>
            <ac:spMk id="78" creationId="{C147D269-C610-4AB4-A4EC-A27F33007D1A}"/>
          </ac:spMkLst>
        </pc:spChg>
        <pc:spChg chg="mod">
          <ac:chgData name="Mitra, Sayan" userId="5f9b069e-390c-41f3-af3f-6bd4b0fb9710" providerId="ADAL" clId="{1E27BAC9-1590-4FB6-B46D-FA84BEF06E08}" dt="2022-06-28T01:19:41.291" v="1444" actId="1037"/>
          <ac:spMkLst>
            <pc:docMk/>
            <pc:sldMk cId="1443572205" sldId="4016"/>
            <ac:spMk id="79" creationId="{0FACE5BE-BBA8-464D-A16B-26C7E28F524E}"/>
          </ac:spMkLst>
        </pc:spChg>
        <pc:spChg chg="add mod">
          <ac:chgData name="Mitra, Sayan" userId="5f9b069e-390c-41f3-af3f-6bd4b0fb9710" providerId="ADAL" clId="{1E27BAC9-1590-4FB6-B46D-FA84BEF06E08}" dt="2022-06-28T01:19:41.291" v="1444" actId="1037"/>
          <ac:spMkLst>
            <pc:docMk/>
            <pc:sldMk cId="1443572205" sldId="4016"/>
            <ac:spMk id="81" creationId="{BA533B7D-C69C-400C-ABF1-4FC2A314365F}"/>
          </ac:spMkLst>
        </pc:spChg>
        <pc:spChg chg="mod">
          <ac:chgData name="Mitra, Sayan" userId="5f9b069e-390c-41f3-af3f-6bd4b0fb9710" providerId="ADAL" clId="{1E27BAC9-1590-4FB6-B46D-FA84BEF06E08}" dt="2022-06-28T01:19:41.291" v="1444" actId="1037"/>
          <ac:spMkLst>
            <pc:docMk/>
            <pc:sldMk cId="1443572205" sldId="4016"/>
            <ac:spMk id="83" creationId="{8AC03420-C638-48B1-8408-59BEE2A1799D}"/>
          </ac:spMkLst>
        </pc:spChg>
        <pc:spChg chg="mod">
          <ac:chgData name="Mitra, Sayan" userId="5f9b069e-390c-41f3-af3f-6bd4b0fb9710" providerId="ADAL" clId="{1E27BAC9-1590-4FB6-B46D-FA84BEF06E08}" dt="2022-06-28T01:19:41.291" v="1444" actId="1037"/>
          <ac:spMkLst>
            <pc:docMk/>
            <pc:sldMk cId="1443572205" sldId="4016"/>
            <ac:spMk id="84" creationId="{B7A1469D-0E1D-41F0-BFA5-42F64176E23D}"/>
          </ac:spMkLst>
        </pc:spChg>
        <pc:spChg chg="mod">
          <ac:chgData name="Mitra, Sayan" userId="5f9b069e-390c-41f3-af3f-6bd4b0fb9710" providerId="ADAL" clId="{1E27BAC9-1590-4FB6-B46D-FA84BEF06E08}" dt="2022-06-28T01:19:41.291" v="1444" actId="1037"/>
          <ac:spMkLst>
            <pc:docMk/>
            <pc:sldMk cId="1443572205" sldId="4016"/>
            <ac:spMk id="85" creationId="{F17F15E0-C104-4390-9D94-DDE4E1473C27}"/>
          </ac:spMkLst>
        </pc:spChg>
        <pc:spChg chg="mod">
          <ac:chgData name="Mitra, Sayan" userId="5f9b069e-390c-41f3-af3f-6bd4b0fb9710" providerId="ADAL" clId="{1E27BAC9-1590-4FB6-B46D-FA84BEF06E08}" dt="2022-06-28T01:19:41.291" v="1444" actId="1037"/>
          <ac:spMkLst>
            <pc:docMk/>
            <pc:sldMk cId="1443572205" sldId="4016"/>
            <ac:spMk id="86" creationId="{FA94680E-3F77-44AD-AD9C-36709D4ECBF7}"/>
          </ac:spMkLst>
        </pc:spChg>
        <pc:spChg chg="mod">
          <ac:chgData name="Mitra, Sayan" userId="5f9b069e-390c-41f3-af3f-6bd4b0fb9710" providerId="ADAL" clId="{1E27BAC9-1590-4FB6-B46D-FA84BEF06E08}" dt="2022-06-28T01:19:41.291" v="1444" actId="1037"/>
          <ac:spMkLst>
            <pc:docMk/>
            <pc:sldMk cId="1443572205" sldId="4016"/>
            <ac:spMk id="87" creationId="{0D98D11C-C484-483C-BC9E-D761971960DB}"/>
          </ac:spMkLst>
        </pc:spChg>
        <pc:spChg chg="mod">
          <ac:chgData name="Mitra, Sayan" userId="5f9b069e-390c-41f3-af3f-6bd4b0fb9710" providerId="ADAL" clId="{1E27BAC9-1590-4FB6-B46D-FA84BEF06E08}" dt="2022-06-28T01:19:41.291" v="1444" actId="1037"/>
          <ac:spMkLst>
            <pc:docMk/>
            <pc:sldMk cId="1443572205" sldId="4016"/>
            <ac:spMk id="88" creationId="{C5CF76E1-EE8B-4198-A98D-D6A56F88249E}"/>
          </ac:spMkLst>
        </pc:spChg>
        <pc:spChg chg="add mod">
          <ac:chgData name="Mitra, Sayan" userId="5f9b069e-390c-41f3-af3f-6bd4b0fb9710" providerId="ADAL" clId="{1E27BAC9-1590-4FB6-B46D-FA84BEF06E08}" dt="2022-06-28T01:19:41.291" v="1444" actId="1037"/>
          <ac:spMkLst>
            <pc:docMk/>
            <pc:sldMk cId="1443572205" sldId="4016"/>
            <ac:spMk id="89" creationId="{63AE868E-03DF-4DDD-ADB0-D9033F3160B7}"/>
          </ac:spMkLst>
        </pc:spChg>
        <pc:grpChg chg="mod">
          <ac:chgData name="Mitra, Sayan" userId="5f9b069e-390c-41f3-af3f-6bd4b0fb9710" providerId="ADAL" clId="{1E27BAC9-1590-4FB6-B46D-FA84BEF06E08}" dt="2022-06-28T01:19:41.291" v="1444" actId="1037"/>
          <ac:grpSpMkLst>
            <pc:docMk/>
            <pc:sldMk cId="1443572205" sldId="4016"/>
            <ac:grpSpMk id="4" creationId="{1A90BB6A-C90F-4723-910B-BD676B7B300B}"/>
          </ac:grpSpMkLst>
        </pc:grpChg>
        <pc:grpChg chg="mod">
          <ac:chgData name="Mitra, Sayan" userId="5f9b069e-390c-41f3-af3f-6bd4b0fb9710" providerId="ADAL" clId="{1E27BAC9-1590-4FB6-B46D-FA84BEF06E08}" dt="2022-06-28T01:19:41.291" v="1444" actId="1037"/>
          <ac:grpSpMkLst>
            <pc:docMk/>
            <pc:sldMk cId="1443572205" sldId="4016"/>
            <ac:grpSpMk id="14" creationId="{31DC5002-05E3-4375-8B57-BFFBF5413E5F}"/>
          </ac:grpSpMkLst>
        </pc:grpChg>
        <pc:grpChg chg="mod">
          <ac:chgData name="Mitra, Sayan" userId="5f9b069e-390c-41f3-af3f-6bd4b0fb9710" providerId="ADAL" clId="{1E27BAC9-1590-4FB6-B46D-FA84BEF06E08}" dt="2022-06-28T01:19:41.291" v="1444" actId="1037"/>
          <ac:grpSpMkLst>
            <pc:docMk/>
            <pc:sldMk cId="1443572205" sldId="4016"/>
            <ac:grpSpMk id="17" creationId="{1988012B-294B-42C5-8935-9F6BF5759206}"/>
          </ac:grpSpMkLst>
        </pc:grpChg>
        <pc:grpChg chg="mod">
          <ac:chgData name="Mitra, Sayan" userId="5f9b069e-390c-41f3-af3f-6bd4b0fb9710" providerId="ADAL" clId="{1E27BAC9-1590-4FB6-B46D-FA84BEF06E08}" dt="2022-06-28T01:19:41.291" v="1444" actId="1037"/>
          <ac:grpSpMkLst>
            <pc:docMk/>
            <pc:sldMk cId="1443572205" sldId="4016"/>
            <ac:grpSpMk id="20" creationId="{6B5C55D9-F668-4652-961F-68F9A63010B3}"/>
          </ac:grpSpMkLst>
        </pc:grpChg>
        <pc:grpChg chg="mod">
          <ac:chgData name="Mitra, Sayan" userId="5f9b069e-390c-41f3-af3f-6bd4b0fb9710" providerId="ADAL" clId="{1E27BAC9-1590-4FB6-B46D-FA84BEF06E08}" dt="2022-06-28T01:19:41.291" v="1444" actId="1037"/>
          <ac:grpSpMkLst>
            <pc:docMk/>
            <pc:sldMk cId="1443572205" sldId="4016"/>
            <ac:grpSpMk id="23" creationId="{78DFA01A-EE9A-4D5E-8266-F6C29569FF57}"/>
          </ac:grpSpMkLst>
        </pc:grpChg>
        <pc:grpChg chg="mod">
          <ac:chgData name="Mitra, Sayan" userId="5f9b069e-390c-41f3-af3f-6bd4b0fb9710" providerId="ADAL" clId="{1E27BAC9-1590-4FB6-B46D-FA84BEF06E08}" dt="2022-06-28T01:19:41.291" v="1444" actId="1037"/>
          <ac:grpSpMkLst>
            <pc:docMk/>
            <pc:sldMk cId="1443572205" sldId="4016"/>
            <ac:grpSpMk id="26" creationId="{A23BE9DC-68BD-40DC-9B1A-8B479C5D1FBF}"/>
          </ac:grpSpMkLst>
        </pc:grpChg>
        <pc:grpChg chg="mod">
          <ac:chgData name="Mitra, Sayan" userId="5f9b069e-390c-41f3-af3f-6bd4b0fb9710" providerId="ADAL" clId="{1E27BAC9-1590-4FB6-B46D-FA84BEF06E08}" dt="2022-06-28T01:19:41.291" v="1444" actId="1037"/>
          <ac:grpSpMkLst>
            <pc:docMk/>
            <pc:sldMk cId="1443572205" sldId="4016"/>
            <ac:grpSpMk id="31" creationId="{89CE592D-171D-4F84-AD4C-49A90D88CB9A}"/>
          </ac:grpSpMkLst>
        </pc:grpChg>
        <pc:grpChg chg="mod">
          <ac:chgData name="Mitra, Sayan" userId="5f9b069e-390c-41f3-af3f-6bd4b0fb9710" providerId="ADAL" clId="{1E27BAC9-1590-4FB6-B46D-FA84BEF06E08}" dt="2022-06-28T01:19:41.291" v="1444" actId="1037"/>
          <ac:grpSpMkLst>
            <pc:docMk/>
            <pc:sldMk cId="1443572205" sldId="4016"/>
            <ac:grpSpMk id="37" creationId="{AED19324-2FC2-4D86-AB70-67B3C6A5F4C2}"/>
          </ac:grpSpMkLst>
        </pc:grpChg>
        <pc:grpChg chg="mod">
          <ac:chgData name="Mitra, Sayan" userId="5f9b069e-390c-41f3-af3f-6bd4b0fb9710" providerId="ADAL" clId="{1E27BAC9-1590-4FB6-B46D-FA84BEF06E08}" dt="2022-06-28T01:19:41.291" v="1444" actId="1037"/>
          <ac:grpSpMkLst>
            <pc:docMk/>
            <pc:sldMk cId="1443572205" sldId="4016"/>
            <ac:grpSpMk id="43" creationId="{D5DF4765-A473-4662-8A10-B603896EFA1C}"/>
          </ac:grpSpMkLst>
        </pc:grpChg>
        <pc:grpChg chg="mod">
          <ac:chgData name="Mitra, Sayan" userId="5f9b069e-390c-41f3-af3f-6bd4b0fb9710" providerId="ADAL" clId="{1E27BAC9-1590-4FB6-B46D-FA84BEF06E08}" dt="2022-06-28T01:19:41.291" v="1444" actId="1037"/>
          <ac:grpSpMkLst>
            <pc:docMk/>
            <pc:sldMk cId="1443572205" sldId="4016"/>
            <ac:grpSpMk id="49" creationId="{1537FFC4-07D0-496E-8D5A-3AA4FAE1D34A}"/>
          </ac:grpSpMkLst>
        </pc:grpChg>
        <pc:grpChg chg="mod">
          <ac:chgData name="Mitra, Sayan" userId="5f9b069e-390c-41f3-af3f-6bd4b0fb9710" providerId="ADAL" clId="{1E27BAC9-1590-4FB6-B46D-FA84BEF06E08}" dt="2022-06-28T01:19:41.291" v="1444" actId="1037"/>
          <ac:grpSpMkLst>
            <pc:docMk/>
            <pc:sldMk cId="1443572205" sldId="4016"/>
            <ac:grpSpMk id="57" creationId="{47CFE5A6-782C-40A6-A2D1-B4DD0BAD4F50}"/>
          </ac:grpSpMkLst>
        </pc:grpChg>
        <pc:grpChg chg="add mod">
          <ac:chgData name="Mitra, Sayan" userId="5f9b069e-390c-41f3-af3f-6bd4b0fb9710" providerId="ADAL" clId="{1E27BAC9-1590-4FB6-B46D-FA84BEF06E08}" dt="2022-06-28T01:19:41.291" v="1444" actId="1037"/>
          <ac:grpSpMkLst>
            <pc:docMk/>
            <pc:sldMk cId="1443572205" sldId="4016"/>
            <ac:grpSpMk id="75" creationId="{27FA0890-CDDF-431D-A167-CD710122DF24}"/>
          </ac:grpSpMkLst>
        </pc:grpChg>
        <pc:grpChg chg="add mod">
          <ac:chgData name="Mitra, Sayan" userId="5f9b069e-390c-41f3-af3f-6bd4b0fb9710" providerId="ADAL" clId="{1E27BAC9-1590-4FB6-B46D-FA84BEF06E08}" dt="2022-06-28T01:19:41.291" v="1444" actId="1037"/>
          <ac:grpSpMkLst>
            <pc:docMk/>
            <pc:sldMk cId="1443572205" sldId="4016"/>
            <ac:grpSpMk id="82" creationId="{3DACE492-12DC-4BA3-8CC9-8D2FE7F11218}"/>
          </ac:grpSpMkLst>
        </pc:grpChg>
        <pc:picChg chg="mod">
          <ac:chgData name="Mitra, Sayan" userId="5f9b069e-390c-41f3-af3f-6bd4b0fb9710" providerId="ADAL" clId="{1E27BAC9-1590-4FB6-B46D-FA84BEF06E08}" dt="2022-06-28T01:19:41.291" v="1444" actId="1037"/>
          <ac:picMkLst>
            <pc:docMk/>
            <pc:sldMk cId="1443572205" sldId="4016"/>
            <ac:picMk id="29" creationId="{1CA822E0-1DA9-43E7-9091-F16F0090D2EF}"/>
          </ac:picMkLst>
        </pc:picChg>
        <pc:picChg chg="mod">
          <ac:chgData name="Mitra, Sayan" userId="5f9b069e-390c-41f3-af3f-6bd4b0fb9710" providerId="ADAL" clId="{1E27BAC9-1590-4FB6-B46D-FA84BEF06E08}" dt="2022-06-28T01:19:41.291" v="1444" actId="1037"/>
          <ac:picMkLst>
            <pc:docMk/>
            <pc:sldMk cId="1443572205" sldId="4016"/>
            <ac:picMk id="30" creationId="{EF6FF010-A98F-479F-B1D6-CC326A30FF9B}"/>
          </ac:picMkLst>
        </pc:picChg>
        <pc:picChg chg="del">
          <ac:chgData name="Mitra, Sayan" userId="5f9b069e-390c-41f3-af3f-6bd4b0fb9710" providerId="ADAL" clId="{1E27BAC9-1590-4FB6-B46D-FA84BEF06E08}" dt="2022-06-28T00:56:04.359" v="995" actId="478"/>
          <ac:picMkLst>
            <pc:docMk/>
            <pc:sldMk cId="1443572205" sldId="4016"/>
            <ac:picMk id="63" creationId="{529A317D-431A-4322-9063-3D0ADDBC1657}"/>
          </ac:picMkLst>
        </pc:picChg>
        <pc:picChg chg="del">
          <ac:chgData name="Mitra, Sayan" userId="5f9b069e-390c-41f3-af3f-6bd4b0fb9710" providerId="ADAL" clId="{1E27BAC9-1590-4FB6-B46D-FA84BEF06E08}" dt="2022-06-28T00:56:14.522" v="998" actId="478"/>
          <ac:picMkLst>
            <pc:docMk/>
            <pc:sldMk cId="1443572205" sldId="4016"/>
            <ac:picMk id="66" creationId="{BD3FCC1D-6CF0-482E-AC28-D5DBC6644418}"/>
          </ac:picMkLst>
        </pc:picChg>
        <pc:picChg chg="add del mod">
          <ac:chgData name="Mitra, Sayan" userId="5f9b069e-390c-41f3-af3f-6bd4b0fb9710" providerId="ADAL" clId="{1E27BAC9-1590-4FB6-B46D-FA84BEF06E08}" dt="2022-06-28T01:07:52.203" v="1245" actId="478"/>
          <ac:picMkLst>
            <pc:docMk/>
            <pc:sldMk cId="1443572205" sldId="4016"/>
            <ac:picMk id="73" creationId="{1503AA54-5F06-4273-806C-6AF8FAF9D0D0}"/>
          </ac:picMkLst>
        </pc:picChg>
        <pc:picChg chg="add del mod">
          <ac:chgData name="Mitra, Sayan" userId="5f9b069e-390c-41f3-af3f-6bd4b0fb9710" providerId="ADAL" clId="{1E27BAC9-1590-4FB6-B46D-FA84BEF06E08}" dt="2022-06-28T01:12:12.926" v="1250" actId="478"/>
          <ac:picMkLst>
            <pc:docMk/>
            <pc:sldMk cId="1443572205" sldId="4016"/>
            <ac:picMk id="80" creationId="{15FFB9FF-1AC0-487C-BDEC-543A58611EF8}"/>
          </ac:picMkLst>
        </pc:picChg>
        <pc:picChg chg="add mod">
          <ac:chgData name="Mitra, Sayan" userId="5f9b069e-390c-41f3-af3f-6bd4b0fb9710" providerId="ADAL" clId="{1E27BAC9-1590-4FB6-B46D-FA84BEF06E08}" dt="2022-06-28T01:19:41.291" v="1444" actId="1037"/>
          <ac:picMkLst>
            <pc:docMk/>
            <pc:sldMk cId="1443572205" sldId="4016"/>
            <ac:picMk id="1026" creationId="{585EE154-67CE-48E9-9F23-753316468794}"/>
          </ac:picMkLst>
        </pc:picChg>
        <pc:cxnChg chg="mod">
          <ac:chgData name="Mitra, Sayan" userId="5f9b069e-390c-41f3-af3f-6bd4b0fb9710" providerId="ADAL" clId="{1E27BAC9-1590-4FB6-B46D-FA84BEF06E08}" dt="2022-06-28T01:19:41.291" v="1444" actId="1037"/>
          <ac:cxnSpMkLst>
            <pc:docMk/>
            <pc:sldMk cId="1443572205" sldId="4016"/>
            <ac:cxnSpMk id="10" creationId="{4F3F5B78-9077-460F-8F1A-BFB5CFC2F9E0}"/>
          </ac:cxnSpMkLst>
        </pc:cxnChg>
        <pc:cxnChg chg="mod">
          <ac:chgData name="Mitra, Sayan" userId="5f9b069e-390c-41f3-af3f-6bd4b0fb9710" providerId="ADAL" clId="{1E27BAC9-1590-4FB6-B46D-FA84BEF06E08}" dt="2022-06-28T01:19:41.291" v="1444" actId="1037"/>
          <ac:cxnSpMkLst>
            <pc:docMk/>
            <pc:sldMk cId="1443572205" sldId="4016"/>
            <ac:cxnSpMk id="12" creationId="{85EC24F8-1C53-405F-8F4A-FC2B12893269}"/>
          </ac:cxnSpMkLst>
        </pc:cxnChg>
        <pc:cxnChg chg="mod">
          <ac:chgData name="Mitra, Sayan" userId="5f9b069e-390c-41f3-af3f-6bd4b0fb9710" providerId="ADAL" clId="{1E27BAC9-1590-4FB6-B46D-FA84BEF06E08}" dt="2022-06-28T01:19:41.291" v="1444" actId="1037"/>
          <ac:cxnSpMkLst>
            <pc:docMk/>
            <pc:sldMk cId="1443572205" sldId="4016"/>
            <ac:cxnSpMk id="13" creationId="{259DFBAD-62B1-4D49-8181-C166419D027B}"/>
          </ac:cxnSpMkLst>
        </pc:cxnChg>
        <pc:cxnChg chg="mod">
          <ac:chgData name="Mitra, Sayan" userId="5f9b069e-390c-41f3-af3f-6bd4b0fb9710" providerId="ADAL" clId="{1E27BAC9-1590-4FB6-B46D-FA84BEF06E08}" dt="2022-06-28T01:19:41.291" v="1444" actId="1037"/>
          <ac:cxnSpMkLst>
            <pc:docMk/>
            <pc:sldMk cId="1443572205" sldId="4016"/>
            <ac:cxnSpMk id="15" creationId="{53F6EB30-4DDB-4B6D-B87E-4E23CF02D0CA}"/>
          </ac:cxnSpMkLst>
        </pc:cxnChg>
        <pc:cxnChg chg="mod">
          <ac:chgData name="Mitra, Sayan" userId="5f9b069e-390c-41f3-af3f-6bd4b0fb9710" providerId="ADAL" clId="{1E27BAC9-1590-4FB6-B46D-FA84BEF06E08}" dt="2022-06-28T01:19:41.291" v="1444" actId="1037"/>
          <ac:cxnSpMkLst>
            <pc:docMk/>
            <pc:sldMk cId="1443572205" sldId="4016"/>
            <ac:cxnSpMk id="18" creationId="{5F979C60-D81F-4E34-BAEA-872FA5FDD3EA}"/>
          </ac:cxnSpMkLst>
        </pc:cxnChg>
        <pc:cxnChg chg="mod">
          <ac:chgData name="Mitra, Sayan" userId="5f9b069e-390c-41f3-af3f-6bd4b0fb9710" providerId="ADAL" clId="{1E27BAC9-1590-4FB6-B46D-FA84BEF06E08}" dt="2022-06-28T01:19:41.291" v="1444" actId="1037"/>
          <ac:cxnSpMkLst>
            <pc:docMk/>
            <pc:sldMk cId="1443572205" sldId="4016"/>
            <ac:cxnSpMk id="21" creationId="{C2C98E62-D44D-478B-8866-BCB5DC21A915}"/>
          </ac:cxnSpMkLst>
        </pc:cxnChg>
        <pc:cxnChg chg="mod">
          <ac:chgData name="Mitra, Sayan" userId="5f9b069e-390c-41f3-af3f-6bd4b0fb9710" providerId="ADAL" clId="{1E27BAC9-1590-4FB6-B46D-FA84BEF06E08}" dt="2022-06-28T01:19:41.291" v="1444" actId="1037"/>
          <ac:cxnSpMkLst>
            <pc:docMk/>
            <pc:sldMk cId="1443572205" sldId="4016"/>
            <ac:cxnSpMk id="24" creationId="{AAA36184-1525-4528-8FC2-576ADFA43E61}"/>
          </ac:cxnSpMkLst>
        </pc:cxnChg>
        <pc:cxnChg chg="mod">
          <ac:chgData name="Mitra, Sayan" userId="5f9b069e-390c-41f3-af3f-6bd4b0fb9710" providerId="ADAL" clId="{1E27BAC9-1590-4FB6-B46D-FA84BEF06E08}" dt="2022-06-28T01:19:41.291" v="1444" actId="1037"/>
          <ac:cxnSpMkLst>
            <pc:docMk/>
            <pc:sldMk cId="1443572205" sldId="4016"/>
            <ac:cxnSpMk id="27" creationId="{6ADC24C1-8E3F-40B1-B6DF-3B32F0EA3084}"/>
          </ac:cxnSpMkLst>
        </pc:cxnChg>
        <pc:cxnChg chg="mod">
          <ac:chgData name="Mitra, Sayan" userId="5f9b069e-390c-41f3-af3f-6bd4b0fb9710" providerId="ADAL" clId="{1E27BAC9-1590-4FB6-B46D-FA84BEF06E08}" dt="2022-06-28T01:19:41.291" v="1444" actId="1037"/>
          <ac:cxnSpMkLst>
            <pc:docMk/>
            <pc:sldMk cId="1443572205" sldId="4016"/>
            <ac:cxnSpMk id="58" creationId="{E6DB5A3C-79BA-4789-AF0A-4FF311F6AEF8}"/>
          </ac:cxnSpMkLst>
        </pc:cxnChg>
        <pc:cxnChg chg="del mod">
          <ac:chgData name="Mitra, Sayan" userId="5f9b069e-390c-41f3-af3f-6bd4b0fb9710" providerId="ADAL" clId="{1E27BAC9-1590-4FB6-B46D-FA84BEF06E08}" dt="2022-06-28T00:56:07.089" v="996" actId="478"/>
          <ac:cxnSpMkLst>
            <pc:docMk/>
            <pc:sldMk cId="1443572205" sldId="4016"/>
            <ac:cxnSpMk id="64" creationId="{B68A2B34-B266-4482-8862-D6FFABC54C5A}"/>
          </ac:cxnSpMkLst>
        </pc:cxnChg>
        <pc:cxnChg chg="add mod">
          <ac:chgData name="Mitra, Sayan" userId="5f9b069e-390c-41f3-af3f-6bd4b0fb9710" providerId="ADAL" clId="{1E27BAC9-1590-4FB6-B46D-FA84BEF06E08}" dt="2022-06-28T01:19:41.291" v="1444" actId="1037"/>
          <ac:cxnSpMkLst>
            <pc:docMk/>
            <pc:sldMk cId="1443572205" sldId="4016"/>
            <ac:cxnSpMk id="70" creationId="{18B18028-74BC-4CE6-868E-449A96B920ED}"/>
          </ac:cxnSpMkLst>
        </pc:cxnChg>
        <pc:cxnChg chg="add mod">
          <ac:chgData name="Mitra, Sayan" userId="5f9b069e-390c-41f3-af3f-6bd4b0fb9710" providerId="ADAL" clId="{1E27BAC9-1590-4FB6-B46D-FA84BEF06E08}" dt="2022-06-28T01:19:41.291" v="1444" actId="1037"/>
          <ac:cxnSpMkLst>
            <pc:docMk/>
            <pc:sldMk cId="1443572205" sldId="4016"/>
            <ac:cxnSpMk id="91" creationId="{0C4D3812-377C-47B7-B3F6-FAF3E6B0DC4E}"/>
          </ac:cxnSpMkLst>
        </pc:cxnChg>
      </pc:sldChg>
      <pc:sldChg chg="addSp modSp new mod">
        <pc:chgData name="Mitra, Sayan" userId="5f9b069e-390c-41f3-af3f-6bd4b0fb9710" providerId="ADAL" clId="{1E27BAC9-1590-4FB6-B46D-FA84BEF06E08}" dt="2022-06-28T01:30:12.711" v="1554" actId="14100"/>
        <pc:sldMkLst>
          <pc:docMk/>
          <pc:sldMk cId="417164709" sldId="4017"/>
        </pc:sldMkLst>
        <pc:spChg chg="mod">
          <ac:chgData name="Mitra, Sayan" userId="5f9b069e-390c-41f3-af3f-6bd4b0fb9710" providerId="ADAL" clId="{1E27BAC9-1590-4FB6-B46D-FA84BEF06E08}" dt="2022-06-28T01:25:56.639" v="1508" actId="20577"/>
          <ac:spMkLst>
            <pc:docMk/>
            <pc:sldMk cId="417164709" sldId="4017"/>
            <ac:spMk id="2" creationId="{C6AA5A42-2C3B-431D-A212-7413E45A0D01}"/>
          </ac:spMkLst>
        </pc:spChg>
        <pc:spChg chg="add mod">
          <ac:chgData name="Mitra, Sayan" userId="5f9b069e-390c-41f3-af3f-6bd4b0fb9710" providerId="ADAL" clId="{1E27BAC9-1590-4FB6-B46D-FA84BEF06E08}" dt="2022-06-28T01:30:12.711" v="1554" actId="14100"/>
          <ac:spMkLst>
            <pc:docMk/>
            <pc:sldMk cId="417164709" sldId="4017"/>
            <ac:spMk id="3" creationId="{5E4D622D-862A-473C-8417-74AA236DD51A}"/>
          </ac:spMkLst>
        </pc:spChg>
      </pc:sldChg>
      <pc:sldChg chg="addSp delSp modSp add mod">
        <pc:chgData name="Mitra, Sayan" userId="5f9b069e-390c-41f3-af3f-6bd4b0fb9710" providerId="ADAL" clId="{1E27BAC9-1590-4FB6-B46D-FA84BEF06E08}" dt="2022-06-28T01:29:58.655" v="1552" actId="255"/>
        <pc:sldMkLst>
          <pc:docMk/>
          <pc:sldMk cId="32219922" sldId="4018"/>
        </pc:sldMkLst>
        <pc:spChg chg="mod">
          <ac:chgData name="Mitra, Sayan" userId="5f9b069e-390c-41f3-af3f-6bd4b0fb9710" providerId="ADAL" clId="{1E27BAC9-1590-4FB6-B46D-FA84BEF06E08}" dt="2022-06-28T01:26:08.490" v="1527" actId="20577"/>
          <ac:spMkLst>
            <pc:docMk/>
            <pc:sldMk cId="32219922" sldId="4018"/>
            <ac:spMk id="2" creationId="{C6AA5A42-2C3B-431D-A212-7413E45A0D01}"/>
          </ac:spMkLst>
        </pc:spChg>
        <pc:spChg chg="del">
          <ac:chgData name="Mitra, Sayan" userId="5f9b069e-390c-41f3-af3f-6bd4b0fb9710" providerId="ADAL" clId="{1E27BAC9-1590-4FB6-B46D-FA84BEF06E08}" dt="2022-06-28T01:23:21.729" v="1463" actId="478"/>
          <ac:spMkLst>
            <pc:docMk/>
            <pc:sldMk cId="32219922" sldId="4018"/>
            <ac:spMk id="3" creationId="{5E4D622D-862A-473C-8417-74AA236DD51A}"/>
          </ac:spMkLst>
        </pc:spChg>
        <pc:spChg chg="add mod">
          <ac:chgData name="Mitra, Sayan" userId="5f9b069e-390c-41f3-af3f-6bd4b0fb9710" providerId="ADAL" clId="{1E27BAC9-1590-4FB6-B46D-FA84BEF06E08}" dt="2022-06-28T01:29:58.655" v="1552" actId="255"/>
          <ac:spMkLst>
            <pc:docMk/>
            <pc:sldMk cId="32219922" sldId="4018"/>
            <ac:spMk id="4" creationId="{9C4B3504-2019-4999-B250-C50A823EE9ED}"/>
          </ac:spMkLst>
        </pc:spChg>
      </pc:sldChg>
    </pc:docChg>
  </pc:docChgLst>
  <pc:docChgLst>
    <pc:chgData name="Halan, Mridul" userId="d8402aca-56b7-4a75-97f5-504434d76ce0" providerId="ADAL" clId="{AA3C1486-642E-4193-95AF-D7E78E3DA4E9}"/>
    <pc:docChg chg="undo redo custSel addSld delSld modSld sldOrd addMainMaster delMainMaster">
      <pc:chgData name="Halan, Mridul" userId="d8402aca-56b7-4a75-97f5-504434d76ce0" providerId="ADAL" clId="{AA3C1486-642E-4193-95AF-D7E78E3DA4E9}" dt="2022-07-04T16:18:04.550" v="11122" actId="113"/>
      <pc:docMkLst>
        <pc:docMk/>
      </pc:docMkLst>
      <pc:sldChg chg="addSp delSp del mod">
        <pc:chgData name="Halan, Mridul" userId="d8402aca-56b7-4a75-97f5-504434d76ce0" providerId="ADAL" clId="{AA3C1486-642E-4193-95AF-D7E78E3DA4E9}" dt="2022-07-02T05:54:37.979" v="4568" actId="2696"/>
        <pc:sldMkLst>
          <pc:docMk/>
          <pc:sldMk cId="2456380472" sldId="1057"/>
        </pc:sldMkLst>
        <pc:grpChg chg="add del">
          <ac:chgData name="Halan, Mridul" userId="d8402aca-56b7-4a75-97f5-504434d76ce0" providerId="ADAL" clId="{AA3C1486-642E-4193-95AF-D7E78E3DA4E9}" dt="2022-07-02T05:04:02.546" v="3460" actId="21"/>
          <ac:grpSpMkLst>
            <pc:docMk/>
            <pc:sldMk cId="2456380472" sldId="1057"/>
            <ac:grpSpMk id="6" creationId="{00000000-0000-0000-0000-000000000000}"/>
          </ac:grpSpMkLst>
        </pc:grpChg>
      </pc:sldChg>
      <pc:sldChg chg="modSp mod">
        <pc:chgData name="Halan, Mridul" userId="d8402aca-56b7-4a75-97f5-504434d76ce0" providerId="ADAL" clId="{AA3C1486-642E-4193-95AF-D7E78E3DA4E9}" dt="2022-07-04T16:17:39.066" v="11118" actId="113"/>
        <pc:sldMkLst>
          <pc:docMk/>
          <pc:sldMk cId="4276926512" sldId="1257"/>
        </pc:sldMkLst>
        <pc:spChg chg="mod">
          <ac:chgData name="Halan, Mridul" userId="d8402aca-56b7-4a75-97f5-504434d76ce0" providerId="ADAL" clId="{AA3C1486-642E-4193-95AF-D7E78E3DA4E9}" dt="2022-07-04T16:17:39.066" v="11118" actId="113"/>
          <ac:spMkLst>
            <pc:docMk/>
            <pc:sldMk cId="4276926512" sldId="1257"/>
            <ac:spMk id="4" creationId="{F21133B6-996C-4A97-ADE6-53284802FC16}"/>
          </ac:spMkLst>
        </pc:spChg>
      </pc:sldChg>
      <pc:sldChg chg="add del">
        <pc:chgData name="Halan, Mridul" userId="d8402aca-56b7-4a75-97f5-504434d76ce0" providerId="ADAL" clId="{AA3C1486-642E-4193-95AF-D7E78E3DA4E9}" dt="2022-07-02T07:33:26.220" v="6266" actId="2696"/>
        <pc:sldMkLst>
          <pc:docMk/>
          <pc:sldMk cId="4236591440" sldId="1841"/>
        </pc:sldMkLst>
      </pc:sldChg>
      <pc:sldChg chg="modSp mod">
        <pc:chgData name="Halan, Mridul" userId="d8402aca-56b7-4a75-97f5-504434d76ce0" providerId="ADAL" clId="{AA3C1486-642E-4193-95AF-D7E78E3DA4E9}" dt="2022-06-30T10:09:47.839" v="3355" actId="20577"/>
        <pc:sldMkLst>
          <pc:docMk/>
          <pc:sldMk cId="4036808968" sldId="3321"/>
        </pc:sldMkLst>
        <pc:spChg chg="mod ord">
          <ac:chgData name="Halan, Mridul" userId="d8402aca-56b7-4a75-97f5-504434d76ce0" providerId="ADAL" clId="{AA3C1486-642E-4193-95AF-D7E78E3DA4E9}" dt="2022-06-29T09:17:56.838" v="1093" actId="1076"/>
          <ac:spMkLst>
            <pc:docMk/>
            <pc:sldMk cId="4036808968" sldId="3321"/>
            <ac:spMk id="71" creationId="{74CFA79E-07A9-4E75-889E-2B26F8492518}"/>
          </ac:spMkLst>
        </pc:spChg>
        <pc:spChg chg="mod">
          <ac:chgData name="Halan, Mridul" userId="d8402aca-56b7-4a75-97f5-504434d76ce0" providerId="ADAL" clId="{AA3C1486-642E-4193-95AF-D7E78E3DA4E9}" dt="2022-06-29T09:49:43.520" v="1234" actId="1036"/>
          <ac:spMkLst>
            <pc:docMk/>
            <pc:sldMk cId="4036808968" sldId="3321"/>
            <ac:spMk id="430" creationId="{00000000-0000-0000-0000-000000000000}"/>
          </ac:spMkLst>
        </pc:spChg>
        <pc:graphicFrameChg chg="modGraphic">
          <ac:chgData name="Halan, Mridul" userId="d8402aca-56b7-4a75-97f5-504434d76ce0" providerId="ADAL" clId="{AA3C1486-642E-4193-95AF-D7E78E3DA4E9}" dt="2022-06-30T10:09:47.839" v="3355" actId="20577"/>
          <ac:graphicFrameMkLst>
            <pc:docMk/>
            <pc:sldMk cId="4036808968" sldId="3321"/>
            <ac:graphicFrameMk id="326" creationId="{00000000-0000-0000-0000-000000000000}"/>
          </ac:graphicFrameMkLst>
        </pc:graphicFrameChg>
      </pc:sldChg>
      <pc:sldChg chg="modSp mod">
        <pc:chgData name="Halan, Mridul" userId="d8402aca-56b7-4a75-97f5-504434d76ce0" providerId="ADAL" clId="{AA3C1486-642E-4193-95AF-D7E78E3DA4E9}" dt="2022-06-29T07:29:20.525" v="256"/>
        <pc:sldMkLst>
          <pc:docMk/>
          <pc:sldMk cId="3931086963" sldId="3332"/>
        </pc:sldMkLst>
        <pc:spChg chg="mod">
          <ac:chgData name="Halan, Mridul" userId="d8402aca-56b7-4a75-97f5-504434d76ce0" providerId="ADAL" clId="{AA3C1486-642E-4193-95AF-D7E78E3DA4E9}" dt="2022-06-29T07:02:26.931" v="10" actId="20577"/>
          <ac:spMkLst>
            <pc:docMk/>
            <pc:sldMk cId="3931086963" sldId="3332"/>
            <ac:spMk id="71" creationId="{00000000-0000-0000-0000-000000000000}"/>
          </ac:spMkLst>
        </pc:spChg>
        <pc:graphicFrameChg chg="mod">
          <ac:chgData name="Halan, Mridul" userId="d8402aca-56b7-4a75-97f5-504434d76ce0" providerId="ADAL" clId="{AA3C1486-642E-4193-95AF-D7E78E3DA4E9}" dt="2022-06-29T07:29:20.525" v="256"/>
          <ac:graphicFrameMkLst>
            <pc:docMk/>
            <pc:sldMk cId="3931086963" sldId="3332"/>
            <ac:graphicFrameMk id="117" creationId="{00000000-0000-0000-0000-000000000000}"/>
          </ac:graphicFrameMkLst>
        </pc:graphicFrameChg>
        <pc:picChg chg="mod">
          <ac:chgData name="Halan, Mridul" userId="d8402aca-56b7-4a75-97f5-504434d76ce0" providerId="ADAL" clId="{AA3C1486-642E-4193-95AF-D7E78E3DA4E9}" dt="2022-06-29T05:49:56.171" v="0" actId="1076"/>
          <ac:picMkLst>
            <pc:docMk/>
            <pc:sldMk cId="3931086963" sldId="3332"/>
            <ac:picMk id="125" creationId="{00000000-0000-0000-0000-000000000000}"/>
          </ac:picMkLst>
        </pc:picChg>
      </pc:sldChg>
      <pc:sldChg chg="addSp delSp modSp mod">
        <pc:chgData name="Halan, Mridul" userId="d8402aca-56b7-4a75-97f5-504434d76ce0" providerId="ADAL" clId="{AA3C1486-642E-4193-95AF-D7E78E3DA4E9}" dt="2022-07-03T04:57:41.339" v="10076" actId="1076"/>
        <pc:sldMkLst>
          <pc:docMk/>
          <pc:sldMk cId="2761177778" sldId="3702"/>
        </pc:sldMkLst>
        <pc:spChg chg="mod">
          <ac:chgData name="Halan, Mridul" userId="d8402aca-56b7-4a75-97f5-504434d76ce0" providerId="ADAL" clId="{AA3C1486-642E-4193-95AF-D7E78E3DA4E9}" dt="2022-07-02T11:34:19.974" v="7404" actId="20577"/>
          <ac:spMkLst>
            <pc:docMk/>
            <pc:sldMk cId="2761177778" sldId="3702"/>
            <ac:spMk id="11" creationId="{00000000-0000-0000-0000-000000000000}"/>
          </ac:spMkLst>
        </pc:spChg>
        <pc:spChg chg="mod">
          <ac:chgData name="Halan, Mridul" userId="d8402aca-56b7-4a75-97f5-504434d76ce0" providerId="ADAL" clId="{AA3C1486-642E-4193-95AF-D7E78E3DA4E9}" dt="2022-07-02T11:43:59.167" v="7754" actId="20577"/>
          <ac:spMkLst>
            <pc:docMk/>
            <pc:sldMk cId="2761177778" sldId="3702"/>
            <ac:spMk id="19" creationId="{00000000-0000-0000-0000-000000000000}"/>
          </ac:spMkLst>
        </pc:spChg>
        <pc:spChg chg="mod">
          <ac:chgData name="Halan, Mridul" userId="d8402aca-56b7-4a75-97f5-504434d76ce0" providerId="ADAL" clId="{AA3C1486-642E-4193-95AF-D7E78E3DA4E9}" dt="2022-07-02T11:44:14.702" v="7759" actId="20577"/>
          <ac:spMkLst>
            <pc:docMk/>
            <pc:sldMk cId="2761177778" sldId="3702"/>
            <ac:spMk id="28" creationId="{00000000-0000-0000-0000-000000000000}"/>
          </ac:spMkLst>
        </pc:spChg>
        <pc:spChg chg="mod">
          <ac:chgData name="Halan, Mridul" userId="d8402aca-56b7-4a75-97f5-504434d76ce0" providerId="ADAL" clId="{AA3C1486-642E-4193-95AF-D7E78E3DA4E9}" dt="2022-07-02T11:36:42.884" v="7483" actId="20577"/>
          <ac:spMkLst>
            <pc:docMk/>
            <pc:sldMk cId="2761177778" sldId="3702"/>
            <ac:spMk id="37" creationId="{00000000-0000-0000-0000-000000000000}"/>
          </ac:spMkLst>
        </pc:spChg>
        <pc:spChg chg="mod">
          <ac:chgData name="Halan, Mridul" userId="d8402aca-56b7-4a75-97f5-504434d76ce0" providerId="ADAL" clId="{AA3C1486-642E-4193-95AF-D7E78E3DA4E9}" dt="2022-07-02T11:43:11.931" v="7749" actId="20577"/>
          <ac:spMkLst>
            <pc:docMk/>
            <pc:sldMk cId="2761177778" sldId="3702"/>
            <ac:spMk id="55" creationId="{00000000-0000-0000-0000-000000000000}"/>
          </ac:spMkLst>
        </pc:spChg>
        <pc:spChg chg="mod">
          <ac:chgData name="Halan, Mridul" userId="d8402aca-56b7-4a75-97f5-504434d76ce0" providerId="ADAL" clId="{AA3C1486-642E-4193-95AF-D7E78E3DA4E9}" dt="2022-07-03T04:54:58.753" v="10027" actId="20577"/>
          <ac:spMkLst>
            <pc:docMk/>
            <pc:sldMk cId="2761177778" sldId="3702"/>
            <ac:spMk id="76" creationId="{00000000-0000-0000-0000-000000000000}"/>
          </ac:spMkLst>
        </pc:spChg>
        <pc:picChg chg="add mod">
          <ac:chgData name="Halan, Mridul" userId="d8402aca-56b7-4a75-97f5-504434d76ce0" providerId="ADAL" clId="{AA3C1486-642E-4193-95AF-D7E78E3DA4E9}" dt="2022-07-03T04:57:41.339" v="10076" actId="1076"/>
          <ac:picMkLst>
            <pc:docMk/>
            <pc:sldMk cId="2761177778" sldId="3702"/>
            <ac:picMk id="5" creationId="{40A9EF88-E692-446F-B46A-D8AE5853FF6E}"/>
          </ac:picMkLst>
        </pc:picChg>
        <pc:picChg chg="add mod">
          <ac:chgData name="Halan, Mridul" userId="d8402aca-56b7-4a75-97f5-504434d76ce0" providerId="ADAL" clId="{AA3C1486-642E-4193-95AF-D7E78E3DA4E9}" dt="2022-07-03T04:57:05.685" v="10068" actId="1076"/>
          <ac:picMkLst>
            <pc:docMk/>
            <pc:sldMk cId="2761177778" sldId="3702"/>
            <ac:picMk id="7" creationId="{95A4E12C-C5CC-40CC-9033-00BA8EC156A2}"/>
          </ac:picMkLst>
        </pc:picChg>
        <pc:picChg chg="mod">
          <ac:chgData name="Halan, Mridul" userId="d8402aca-56b7-4a75-97f5-504434d76ce0" providerId="ADAL" clId="{AA3C1486-642E-4193-95AF-D7E78E3DA4E9}" dt="2022-07-03T04:56:57.033" v="10067" actId="1037"/>
          <ac:picMkLst>
            <pc:docMk/>
            <pc:sldMk cId="2761177778" sldId="3702"/>
            <ac:picMk id="59" creationId="{20FCBABD-08DE-490C-AEB3-8C54E8BA606F}"/>
          </ac:picMkLst>
        </pc:picChg>
        <pc:picChg chg="mod">
          <ac:chgData name="Halan, Mridul" userId="d8402aca-56b7-4a75-97f5-504434d76ce0" providerId="ADAL" clId="{AA3C1486-642E-4193-95AF-D7E78E3DA4E9}" dt="2022-07-03T04:57:31.179" v="10073" actId="1076"/>
          <ac:picMkLst>
            <pc:docMk/>
            <pc:sldMk cId="2761177778" sldId="3702"/>
            <ac:picMk id="60" creationId="{3CD874FB-0546-4B33-A18F-8C6D57D90BBC}"/>
          </ac:picMkLst>
        </pc:picChg>
        <pc:picChg chg="mod">
          <ac:chgData name="Halan, Mridul" userId="d8402aca-56b7-4a75-97f5-504434d76ce0" providerId="ADAL" clId="{AA3C1486-642E-4193-95AF-D7E78E3DA4E9}" dt="2022-07-03T04:57:38.454" v="10075" actId="1076"/>
          <ac:picMkLst>
            <pc:docMk/>
            <pc:sldMk cId="2761177778" sldId="3702"/>
            <ac:picMk id="61" creationId="{3F759D33-C788-4273-9A3C-F7BEC8A605CD}"/>
          </ac:picMkLst>
        </pc:picChg>
        <pc:picChg chg="del">
          <ac:chgData name="Halan, Mridul" userId="d8402aca-56b7-4a75-97f5-504434d76ce0" providerId="ADAL" clId="{AA3C1486-642E-4193-95AF-D7E78E3DA4E9}" dt="2022-07-03T04:44:37.908" v="9737" actId="21"/>
          <ac:picMkLst>
            <pc:docMk/>
            <pc:sldMk cId="2761177778" sldId="3702"/>
            <ac:picMk id="1026" creationId="{E536386F-92B4-4D95-A5FD-79256217D788}"/>
          </ac:picMkLst>
        </pc:picChg>
        <pc:picChg chg="mod">
          <ac:chgData name="Halan, Mridul" userId="d8402aca-56b7-4a75-97f5-504434d76ce0" providerId="ADAL" clId="{AA3C1486-642E-4193-95AF-D7E78E3DA4E9}" dt="2022-07-03T04:44:34.941" v="9736" actId="1076"/>
          <ac:picMkLst>
            <pc:docMk/>
            <pc:sldMk cId="2761177778" sldId="3702"/>
            <ac:picMk id="1028" creationId="{0EBF5C5A-E0EA-4D8A-9580-77DF2108CC3D}"/>
          </ac:picMkLst>
        </pc:picChg>
      </pc:sldChg>
      <pc:sldChg chg="addSp delSp modSp mod">
        <pc:chgData name="Halan, Mridul" userId="d8402aca-56b7-4a75-97f5-504434d76ce0" providerId="ADAL" clId="{AA3C1486-642E-4193-95AF-D7E78E3DA4E9}" dt="2022-07-04T15:38:08.102" v="10698" actId="113"/>
        <pc:sldMkLst>
          <pc:docMk/>
          <pc:sldMk cId="3779880356" sldId="3718"/>
        </pc:sldMkLst>
        <pc:spChg chg="add del mod">
          <ac:chgData name="Halan, Mridul" userId="d8402aca-56b7-4a75-97f5-504434d76ce0" providerId="ADAL" clId="{AA3C1486-642E-4193-95AF-D7E78E3DA4E9}" dt="2022-07-02T06:12:08.183" v="4978" actId="21"/>
          <ac:spMkLst>
            <pc:docMk/>
            <pc:sldMk cId="3779880356" sldId="3718"/>
            <ac:spMk id="2" creationId="{2591EDAC-ED7A-4EA6-BCBA-423F36DE477D}"/>
          </ac:spMkLst>
        </pc:spChg>
        <pc:spChg chg="mod">
          <ac:chgData name="Halan, Mridul" userId="d8402aca-56b7-4a75-97f5-504434d76ce0" providerId="ADAL" clId="{AA3C1486-642E-4193-95AF-D7E78E3DA4E9}" dt="2022-07-04T15:38:08.102" v="10698" actId="113"/>
          <ac:spMkLst>
            <pc:docMk/>
            <pc:sldMk cId="3779880356" sldId="3718"/>
            <ac:spMk id="3" creationId="{00000000-0000-0000-0000-000000000000}"/>
          </ac:spMkLst>
        </pc:spChg>
        <pc:picChg chg="mod">
          <ac:chgData name="Halan, Mridul" userId="d8402aca-56b7-4a75-97f5-504434d76ce0" providerId="ADAL" clId="{AA3C1486-642E-4193-95AF-D7E78E3DA4E9}" dt="2022-07-02T08:00:34.542" v="6270" actId="11530"/>
          <ac:picMkLst>
            <pc:docMk/>
            <pc:sldMk cId="3779880356" sldId="3718"/>
            <ac:picMk id="16" creationId="{4C7FFE5B-9091-4CD5-9D22-B0DD4D5E184A}"/>
          </ac:picMkLst>
        </pc:picChg>
        <pc:picChg chg="add del mod modCrop">
          <ac:chgData name="Halan, Mridul" userId="d8402aca-56b7-4a75-97f5-504434d76ce0" providerId="ADAL" clId="{AA3C1486-642E-4193-95AF-D7E78E3DA4E9}" dt="2022-07-02T06:12:28.580" v="4979" actId="21"/>
          <ac:picMkLst>
            <pc:docMk/>
            <pc:sldMk cId="3779880356" sldId="3718"/>
            <ac:picMk id="33" creationId="{528D0E20-053C-45D3-8928-A2F5F272D213}"/>
          </ac:picMkLst>
        </pc:picChg>
        <pc:picChg chg="mod">
          <ac:chgData name="Halan, Mridul" userId="d8402aca-56b7-4a75-97f5-504434d76ce0" providerId="ADAL" clId="{AA3C1486-642E-4193-95AF-D7E78E3DA4E9}" dt="2022-07-02T06:11:30.809" v="4973" actId="1076"/>
          <ac:picMkLst>
            <pc:docMk/>
            <pc:sldMk cId="3779880356" sldId="3718"/>
            <ac:picMk id="34" creationId="{CAF450C8-6D7B-40C9-B704-56BF7AA0BA83}"/>
          </ac:picMkLst>
        </pc:picChg>
        <pc:picChg chg="add mod">
          <ac:chgData name="Halan, Mridul" userId="d8402aca-56b7-4a75-97f5-504434d76ce0" providerId="ADAL" clId="{AA3C1486-642E-4193-95AF-D7E78E3DA4E9}" dt="2022-07-02T10:23:39.774" v="6320" actId="1076"/>
          <ac:picMkLst>
            <pc:docMk/>
            <pc:sldMk cId="3779880356" sldId="3718"/>
            <ac:picMk id="35" creationId="{052C810A-B2DF-41DE-9409-E7B81B1D2CD6}"/>
          </ac:picMkLst>
        </pc:picChg>
        <pc:picChg chg="del">
          <ac:chgData name="Halan, Mridul" userId="d8402aca-56b7-4a75-97f5-504434d76ce0" providerId="ADAL" clId="{AA3C1486-642E-4193-95AF-D7E78E3DA4E9}" dt="2022-07-02T10:23:07.666" v="6315" actId="21"/>
          <ac:picMkLst>
            <pc:docMk/>
            <pc:sldMk cId="3779880356" sldId="3718"/>
            <ac:picMk id="40" creationId="{CB155076-76FF-4322-A7A8-0C05024745E1}"/>
          </ac:picMkLst>
        </pc:picChg>
        <pc:picChg chg="del">
          <ac:chgData name="Halan, Mridul" userId="d8402aca-56b7-4a75-97f5-504434d76ce0" providerId="ADAL" clId="{AA3C1486-642E-4193-95AF-D7E78E3DA4E9}" dt="2022-07-02T06:11:11.182" v="4970" actId="21"/>
          <ac:picMkLst>
            <pc:docMk/>
            <pc:sldMk cId="3779880356" sldId="3718"/>
            <ac:picMk id="41" creationId="{7D65D012-FB55-4896-A67A-728F2A39F262}"/>
          </ac:picMkLst>
        </pc:picChg>
      </pc:sldChg>
      <pc:sldChg chg="addSp modSp add mod">
        <pc:chgData name="Halan, Mridul" userId="d8402aca-56b7-4a75-97f5-504434d76ce0" providerId="ADAL" clId="{AA3C1486-642E-4193-95AF-D7E78E3DA4E9}" dt="2022-07-04T15:40:04.040" v="10750" actId="207"/>
        <pc:sldMkLst>
          <pc:docMk/>
          <pc:sldMk cId="1663662808" sldId="3884"/>
        </pc:sldMkLst>
        <pc:spChg chg="add mod">
          <ac:chgData name="Halan, Mridul" userId="d8402aca-56b7-4a75-97f5-504434d76ce0" providerId="ADAL" clId="{AA3C1486-642E-4193-95AF-D7E78E3DA4E9}" dt="2022-07-04T15:39:44.680" v="10745" actId="571"/>
          <ac:spMkLst>
            <pc:docMk/>
            <pc:sldMk cId="1663662808" sldId="3884"/>
            <ac:spMk id="50" creationId="{1D9F10AF-7E0B-41DF-980A-00D6E8475288}"/>
          </ac:spMkLst>
        </pc:spChg>
        <pc:spChg chg="add mod">
          <ac:chgData name="Halan, Mridul" userId="d8402aca-56b7-4a75-97f5-504434d76ce0" providerId="ADAL" clId="{AA3C1486-642E-4193-95AF-D7E78E3DA4E9}" dt="2022-07-04T15:39:45.085" v="10746" actId="571"/>
          <ac:spMkLst>
            <pc:docMk/>
            <pc:sldMk cId="1663662808" sldId="3884"/>
            <ac:spMk id="51" creationId="{7708DBD5-800C-498A-8B81-73E2094B3D6B}"/>
          </ac:spMkLst>
        </pc:spChg>
        <pc:spChg chg="add mod">
          <ac:chgData name="Halan, Mridul" userId="d8402aca-56b7-4a75-97f5-504434d76ce0" providerId="ADAL" clId="{AA3C1486-642E-4193-95AF-D7E78E3DA4E9}" dt="2022-07-04T15:39:57.285" v="10748" actId="207"/>
          <ac:spMkLst>
            <pc:docMk/>
            <pc:sldMk cId="1663662808" sldId="3884"/>
            <ac:spMk id="52" creationId="{560D8157-F1B0-4BCB-935E-CC4ACD97A621}"/>
          </ac:spMkLst>
        </pc:spChg>
        <pc:spChg chg="mod">
          <ac:chgData name="Halan, Mridul" userId="d8402aca-56b7-4a75-97f5-504434d76ce0" providerId="ADAL" clId="{AA3C1486-642E-4193-95AF-D7E78E3DA4E9}" dt="2022-07-04T15:38:27.937" v="10707" actId="2711"/>
          <ac:spMkLst>
            <pc:docMk/>
            <pc:sldMk cId="1663662808" sldId="3884"/>
            <ac:spMk id="77" creationId="{00000000-0000-0000-0000-000000000000}"/>
          </ac:spMkLst>
        </pc:spChg>
        <pc:spChg chg="mod">
          <ac:chgData name="Halan, Mridul" userId="d8402aca-56b7-4a75-97f5-504434d76ce0" providerId="ADAL" clId="{AA3C1486-642E-4193-95AF-D7E78E3DA4E9}" dt="2022-07-04T15:39:04.357" v="10738" actId="1035"/>
          <ac:spMkLst>
            <pc:docMk/>
            <pc:sldMk cId="1663662808" sldId="3884"/>
            <ac:spMk id="121" creationId="{B6206AB4-DA82-4728-8226-4F6E55A6AB30}"/>
          </ac:spMkLst>
        </pc:spChg>
        <pc:spChg chg="mod">
          <ac:chgData name="Halan, Mridul" userId="d8402aca-56b7-4a75-97f5-504434d76ce0" providerId="ADAL" clId="{AA3C1486-642E-4193-95AF-D7E78E3DA4E9}" dt="2022-07-04T15:40:04.040" v="10750" actId="207"/>
          <ac:spMkLst>
            <pc:docMk/>
            <pc:sldMk cId="1663662808" sldId="3884"/>
            <ac:spMk id="122" creationId="{47E6C12C-BF45-48C7-8A26-CCD8EDB0A81D}"/>
          </ac:spMkLst>
        </pc:spChg>
        <pc:spChg chg="mod">
          <ac:chgData name="Halan, Mridul" userId="d8402aca-56b7-4a75-97f5-504434d76ce0" providerId="ADAL" clId="{AA3C1486-642E-4193-95AF-D7E78E3DA4E9}" dt="2022-07-04T15:39:04.357" v="10738" actId="1035"/>
          <ac:spMkLst>
            <pc:docMk/>
            <pc:sldMk cId="1663662808" sldId="3884"/>
            <ac:spMk id="123" creationId="{374F9905-67B1-4AA9-8CCC-F1402B0C2AB3}"/>
          </ac:spMkLst>
        </pc:spChg>
        <pc:spChg chg="mod">
          <ac:chgData name="Halan, Mridul" userId="d8402aca-56b7-4a75-97f5-504434d76ce0" providerId="ADAL" clId="{AA3C1486-642E-4193-95AF-D7E78E3DA4E9}" dt="2022-07-04T15:39:04.357" v="10738" actId="1035"/>
          <ac:spMkLst>
            <pc:docMk/>
            <pc:sldMk cId="1663662808" sldId="3884"/>
            <ac:spMk id="125" creationId="{BF799A72-87CE-4134-9526-325AA987EFC0}"/>
          </ac:spMkLst>
        </pc:spChg>
        <pc:spChg chg="mod">
          <ac:chgData name="Halan, Mridul" userId="d8402aca-56b7-4a75-97f5-504434d76ce0" providerId="ADAL" clId="{AA3C1486-642E-4193-95AF-D7E78E3DA4E9}" dt="2022-07-04T15:39:04.357" v="10738" actId="1035"/>
          <ac:spMkLst>
            <pc:docMk/>
            <pc:sldMk cId="1663662808" sldId="3884"/>
            <ac:spMk id="128" creationId="{31E08851-FF75-4B78-B3B0-BA73FD1B2DF1}"/>
          </ac:spMkLst>
        </pc:spChg>
        <pc:spChg chg="mod">
          <ac:chgData name="Halan, Mridul" userId="d8402aca-56b7-4a75-97f5-504434d76ce0" providerId="ADAL" clId="{AA3C1486-642E-4193-95AF-D7E78E3DA4E9}" dt="2022-07-04T15:39:42.957" v="10744" actId="207"/>
          <ac:spMkLst>
            <pc:docMk/>
            <pc:sldMk cId="1663662808" sldId="3884"/>
            <ac:spMk id="129" creationId="{348687EB-98BF-47CF-9891-831CF82ED793}"/>
          </ac:spMkLst>
        </pc:spChg>
        <pc:spChg chg="mod">
          <ac:chgData name="Halan, Mridul" userId="d8402aca-56b7-4a75-97f5-504434d76ce0" providerId="ADAL" clId="{AA3C1486-642E-4193-95AF-D7E78E3DA4E9}" dt="2022-07-04T15:39:15.521" v="10740" actId="1076"/>
          <ac:spMkLst>
            <pc:docMk/>
            <pc:sldMk cId="1663662808" sldId="3884"/>
            <ac:spMk id="130" creationId="{4CD4F541-F796-4A15-BF95-DDAB9ECD3E3F}"/>
          </ac:spMkLst>
        </pc:spChg>
        <pc:spChg chg="mod">
          <ac:chgData name="Halan, Mridul" userId="d8402aca-56b7-4a75-97f5-504434d76ce0" providerId="ADAL" clId="{AA3C1486-642E-4193-95AF-D7E78E3DA4E9}" dt="2022-07-04T15:39:40.745" v="10743" actId="207"/>
          <ac:spMkLst>
            <pc:docMk/>
            <pc:sldMk cId="1663662808" sldId="3884"/>
            <ac:spMk id="133" creationId="{FC978504-65E6-4DD9-998D-FF9538FDAEE7}"/>
          </ac:spMkLst>
        </pc:spChg>
        <pc:spChg chg="mod">
          <ac:chgData name="Halan, Mridul" userId="d8402aca-56b7-4a75-97f5-504434d76ce0" providerId="ADAL" clId="{AA3C1486-642E-4193-95AF-D7E78E3DA4E9}" dt="2022-07-04T15:39:04.357" v="10738" actId="1035"/>
          <ac:spMkLst>
            <pc:docMk/>
            <pc:sldMk cId="1663662808" sldId="3884"/>
            <ac:spMk id="136" creationId="{194EF546-EE0F-4B2F-996E-C7990AF8D029}"/>
          </ac:spMkLst>
        </pc:spChg>
        <pc:spChg chg="mod">
          <ac:chgData name="Halan, Mridul" userId="d8402aca-56b7-4a75-97f5-504434d76ce0" providerId="ADAL" clId="{AA3C1486-642E-4193-95AF-D7E78E3DA4E9}" dt="2022-07-04T15:39:04.357" v="10738" actId="1035"/>
          <ac:spMkLst>
            <pc:docMk/>
            <pc:sldMk cId="1663662808" sldId="3884"/>
            <ac:spMk id="153" creationId="{B0197742-02E0-497B-A828-C3EC0F49820C}"/>
          </ac:spMkLst>
        </pc:spChg>
        <pc:spChg chg="mod">
          <ac:chgData name="Halan, Mridul" userId="d8402aca-56b7-4a75-97f5-504434d76ce0" providerId="ADAL" clId="{AA3C1486-642E-4193-95AF-D7E78E3DA4E9}" dt="2022-07-04T15:39:04.357" v="10738" actId="1035"/>
          <ac:spMkLst>
            <pc:docMk/>
            <pc:sldMk cId="1663662808" sldId="3884"/>
            <ac:spMk id="154" creationId="{899CE587-748A-4879-B23C-415422A481FC}"/>
          </ac:spMkLst>
        </pc:spChg>
        <pc:spChg chg="mod">
          <ac:chgData name="Halan, Mridul" userId="d8402aca-56b7-4a75-97f5-504434d76ce0" providerId="ADAL" clId="{AA3C1486-642E-4193-95AF-D7E78E3DA4E9}" dt="2022-07-04T15:39:04.357" v="10738" actId="1035"/>
          <ac:spMkLst>
            <pc:docMk/>
            <pc:sldMk cId="1663662808" sldId="3884"/>
            <ac:spMk id="156" creationId="{10EEE181-FAF6-4B25-BD05-B2F371E52F69}"/>
          </ac:spMkLst>
        </pc:spChg>
        <pc:spChg chg="mod">
          <ac:chgData name="Halan, Mridul" userId="d8402aca-56b7-4a75-97f5-504434d76ce0" providerId="ADAL" clId="{AA3C1486-642E-4193-95AF-D7E78E3DA4E9}" dt="2022-07-04T15:39:04.357" v="10738" actId="1035"/>
          <ac:spMkLst>
            <pc:docMk/>
            <pc:sldMk cId="1663662808" sldId="3884"/>
            <ac:spMk id="157" creationId="{BA01877F-F4BC-4011-A306-2038A67A3E2C}"/>
          </ac:spMkLst>
        </pc:spChg>
        <pc:spChg chg="mod">
          <ac:chgData name="Halan, Mridul" userId="d8402aca-56b7-4a75-97f5-504434d76ce0" providerId="ADAL" clId="{AA3C1486-642E-4193-95AF-D7E78E3DA4E9}" dt="2022-07-04T15:39:38.709" v="10742" actId="207"/>
          <ac:spMkLst>
            <pc:docMk/>
            <pc:sldMk cId="1663662808" sldId="3884"/>
            <ac:spMk id="158" creationId="{C8384978-FC95-4790-9B43-53A5237FC712}"/>
          </ac:spMkLst>
        </pc:spChg>
        <pc:spChg chg="mod">
          <ac:chgData name="Halan, Mridul" userId="d8402aca-56b7-4a75-97f5-504434d76ce0" providerId="ADAL" clId="{AA3C1486-642E-4193-95AF-D7E78E3DA4E9}" dt="2022-07-04T15:39:04.357" v="10738" actId="1035"/>
          <ac:spMkLst>
            <pc:docMk/>
            <pc:sldMk cId="1663662808" sldId="3884"/>
            <ac:spMk id="159" creationId="{F57DA56B-8A06-45CC-9038-637D51CE963E}"/>
          </ac:spMkLst>
        </pc:spChg>
        <pc:spChg chg="mod">
          <ac:chgData name="Halan, Mridul" userId="d8402aca-56b7-4a75-97f5-504434d76ce0" providerId="ADAL" clId="{AA3C1486-642E-4193-95AF-D7E78E3DA4E9}" dt="2022-07-04T15:39:04.357" v="10738" actId="1035"/>
          <ac:spMkLst>
            <pc:docMk/>
            <pc:sldMk cId="1663662808" sldId="3884"/>
            <ac:spMk id="163" creationId="{FFB9297B-42D2-49D1-992D-0A9B27782BBC}"/>
          </ac:spMkLst>
        </pc:spChg>
        <pc:spChg chg="mod">
          <ac:chgData name="Halan, Mridul" userId="d8402aca-56b7-4a75-97f5-504434d76ce0" providerId="ADAL" clId="{AA3C1486-642E-4193-95AF-D7E78E3DA4E9}" dt="2022-07-04T15:39:04.357" v="10738" actId="1035"/>
          <ac:spMkLst>
            <pc:docMk/>
            <pc:sldMk cId="1663662808" sldId="3884"/>
            <ac:spMk id="165" creationId="{9165E861-8FF3-4FC8-A5A3-E8B919837F11}"/>
          </ac:spMkLst>
        </pc:spChg>
        <pc:spChg chg="mod">
          <ac:chgData name="Halan, Mridul" userId="d8402aca-56b7-4a75-97f5-504434d76ce0" providerId="ADAL" clId="{AA3C1486-642E-4193-95AF-D7E78E3DA4E9}" dt="2022-07-04T15:39:04.357" v="10738" actId="1035"/>
          <ac:spMkLst>
            <pc:docMk/>
            <pc:sldMk cId="1663662808" sldId="3884"/>
            <ac:spMk id="167" creationId="{62248CB7-4887-4A29-BD0B-C9B718695546}"/>
          </ac:spMkLst>
        </pc:spChg>
        <pc:spChg chg="mod">
          <ac:chgData name="Halan, Mridul" userId="d8402aca-56b7-4a75-97f5-504434d76ce0" providerId="ADAL" clId="{AA3C1486-642E-4193-95AF-D7E78E3DA4E9}" dt="2022-07-04T15:39:04.357" v="10738" actId="1035"/>
          <ac:spMkLst>
            <pc:docMk/>
            <pc:sldMk cId="1663662808" sldId="3884"/>
            <ac:spMk id="168" creationId="{5773F202-088F-45EB-8B2B-8C48C82B9476}"/>
          </ac:spMkLst>
        </pc:spChg>
        <pc:spChg chg="mod">
          <ac:chgData name="Halan, Mridul" userId="d8402aca-56b7-4a75-97f5-504434d76ce0" providerId="ADAL" clId="{AA3C1486-642E-4193-95AF-D7E78E3DA4E9}" dt="2022-07-04T15:39:04.357" v="10738" actId="1035"/>
          <ac:spMkLst>
            <pc:docMk/>
            <pc:sldMk cId="1663662808" sldId="3884"/>
            <ac:spMk id="169" creationId="{252367F7-A341-4A3D-B791-6F2087019489}"/>
          </ac:spMkLst>
        </pc:spChg>
        <pc:spChg chg="mod">
          <ac:chgData name="Halan, Mridul" userId="d8402aca-56b7-4a75-97f5-504434d76ce0" providerId="ADAL" clId="{AA3C1486-642E-4193-95AF-D7E78E3DA4E9}" dt="2022-07-04T15:39:04.357" v="10738" actId="1035"/>
          <ac:spMkLst>
            <pc:docMk/>
            <pc:sldMk cId="1663662808" sldId="3884"/>
            <ac:spMk id="170" creationId="{DAC9575C-2558-45CE-B61B-DC048B2255E0}"/>
          </ac:spMkLst>
        </pc:spChg>
        <pc:spChg chg="mod">
          <ac:chgData name="Halan, Mridul" userId="d8402aca-56b7-4a75-97f5-504434d76ce0" providerId="ADAL" clId="{AA3C1486-642E-4193-95AF-D7E78E3DA4E9}" dt="2022-07-04T15:39:04.357" v="10738" actId="1035"/>
          <ac:spMkLst>
            <pc:docMk/>
            <pc:sldMk cId="1663662808" sldId="3884"/>
            <ac:spMk id="172" creationId="{F2D67F7B-80B9-4FDE-9A12-8E437B2BE213}"/>
          </ac:spMkLst>
        </pc:spChg>
        <pc:spChg chg="mod">
          <ac:chgData name="Halan, Mridul" userId="d8402aca-56b7-4a75-97f5-504434d76ce0" providerId="ADAL" clId="{AA3C1486-642E-4193-95AF-D7E78E3DA4E9}" dt="2022-07-04T15:39:04.357" v="10738" actId="1035"/>
          <ac:spMkLst>
            <pc:docMk/>
            <pc:sldMk cId="1663662808" sldId="3884"/>
            <ac:spMk id="175" creationId="{01D111B6-B84E-4D9C-A846-D0CF382DB737}"/>
          </ac:spMkLst>
        </pc:spChg>
        <pc:spChg chg="mod">
          <ac:chgData name="Halan, Mridul" userId="d8402aca-56b7-4a75-97f5-504434d76ce0" providerId="ADAL" clId="{AA3C1486-642E-4193-95AF-D7E78E3DA4E9}" dt="2022-07-04T15:39:04.357" v="10738" actId="1035"/>
          <ac:spMkLst>
            <pc:docMk/>
            <pc:sldMk cId="1663662808" sldId="3884"/>
            <ac:spMk id="179" creationId="{48A19324-88B2-4215-8AED-6ED3D2C5C2E5}"/>
          </ac:spMkLst>
        </pc:spChg>
        <pc:spChg chg="mod">
          <ac:chgData name="Halan, Mridul" userId="d8402aca-56b7-4a75-97f5-504434d76ce0" providerId="ADAL" clId="{AA3C1486-642E-4193-95AF-D7E78E3DA4E9}" dt="2022-07-04T15:39:04.357" v="10738" actId="1035"/>
          <ac:spMkLst>
            <pc:docMk/>
            <pc:sldMk cId="1663662808" sldId="3884"/>
            <ac:spMk id="182" creationId="{E880B4AB-1464-4565-B537-DBF816A8695B}"/>
          </ac:spMkLst>
        </pc:spChg>
        <pc:spChg chg="mod">
          <ac:chgData name="Halan, Mridul" userId="d8402aca-56b7-4a75-97f5-504434d76ce0" providerId="ADAL" clId="{AA3C1486-642E-4193-95AF-D7E78E3DA4E9}" dt="2022-07-04T15:39:04.357" v="10738" actId="1035"/>
          <ac:spMkLst>
            <pc:docMk/>
            <pc:sldMk cId="1663662808" sldId="3884"/>
            <ac:spMk id="184" creationId="{B4682380-451C-40F6-8FB1-2F65451BB65E}"/>
          </ac:spMkLst>
        </pc:spChg>
        <pc:grpChg chg="mod">
          <ac:chgData name="Halan, Mridul" userId="d8402aca-56b7-4a75-97f5-504434d76ce0" providerId="ADAL" clId="{AA3C1486-642E-4193-95AF-D7E78E3DA4E9}" dt="2022-07-04T15:39:04.357" v="10738" actId="1035"/>
          <ac:grpSpMkLst>
            <pc:docMk/>
            <pc:sldMk cId="1663662808" sldId="3884"/>
            <ac:grpSpMk id="155" creationId="{94846170-F352-4432-A286-CC5634FE9DD6}"/>
          </ac:grpSpMkLst>
        </pc:grpChg>
        <pc:grpChg chg="mod">
          <ac:chgData name="Halan, Mridul" userId="d8402aca-56b7-4a75-97f5-504434d76ce0" providerId="ADAL" clId="{AA3C1486-642E-4193-95AF-D7E78E3DA4E9}" dt="2022-07-04T15:39:04.357" v="10738" actId="1035"/>
          <ac:grpSpMkLst>
            <pc:docMk/>
            <pc:sldMk cId="1663662808" sldId="3884"/>
            <ac:grpSpMk id="171" creationId="{97CBDE7A-E39C-4F1C-9068-FFAC71E1B617}"/>
          </ac:grpSpMkLst>
        </pc:grpChg>
        <pc:grpChg chg="mod">
          <ac:chgData name="Halan, Mridul" userId="d8402aca-56b7-4a75-97f5-504434d76ce0" providerId="ADAL" clId="{AA3C1486-642E-4193-95AF-D7E78E3DA4E9}" dt="2022-07-04T15:39:04.357" v="10738" actId="1035"/>
          <ac:grpSpMkLst>
            <pc:docMk/>
            <pc:sldMk cId="1663662808" sldId="3884"/>
            <ac:grpSpMk id="174" creationId="{98E8E2B9-4F37-4EAE-9612-60DE0BEA2C0F}"/>
          </ac:grpSpMkLst>
        </pc:grpChg>
        <pc:picChg chg="mod">
          <ac:chgData name="Halan, Mridul" userId="d8402aca-56b7-4a75-97f5-504434d76ce0" providerId="ADAL" clId="{AA3C1486-642E-4193-95AF-D7E78E3DA4E9}" dt="2022-07-04T15:39:04.357" v="10738" actId="1035"/>
          <ac:picMkLst>
            <pc:docMk/>
            <pc:sldMk cId="1663662808" sldId="3884"/>
            <ac:picMk id="152" creationId="{6BAC13E1-E527-4D5F-BC97-3AC37D4AA7D2}"/>
          </ac:picMkLst>
        </pc:picChg>
        <pc:picChg chg="mod">
          <ac:chgData name="Halan, Mridul" userId="d8402aca-56b7-4a75-97f5-504434d76ce0" providerId="ADAL" clId="{AA3C1486-642E-4193-95AF-D7E78E3DA4E9}" dt="2022-07-04T15:39:04.357" v="10738" actId="1035"/>
          <ac:picMkLst>
            <pc:docMk/>
            <pc:sldMk cId="1663662808" sldId="3884"/>
            <ac:picMk id="160" creationId="{F7C5C2A0-3157-4059-A515-7C4897A735B7}"/>
          </ac:picMkLst>
        </pc:picChg>
        <pc:picChg chg="mod">
          <ac:chgData name="Halan, Mridul" userId="d8402aca-56b7-4a75-97f5-504434d76ce0" providerId="ADAL" clId="{AA3C1486-642E-4193-95AF-D7E78E3DA4E9}" dt="2022-07-04T15:39:04.357" v="10738" actId="1035"/>
          <ac:picMkLst>
            <pc:docMk/>
            <pc:sldMk cId="1663662808" sldId="3884"/>
            <ac:picMk id="161" creationId="{745B9A47-37FC-4308-A8BA-5B1950B50D92}"/>
          </ac:picMkLst>
        </pc:picChg>
        <pc:picChg chg="mod">
          <ac:chgData name="Halan, Mridul" userId="d8402aca-56b7-4a75-97f5-504434d76ce0" providerId="ADAL" clId="{AA3C1486-642E-4193-95AF-D7E78E3DA4E9}" dt="2022-07-04T15:39:04.357" v="10738" actId="1035"/>
          <ac:picMkLst>
            <pc:docMk/>
            <pc:sldMk cId="1663662808" sldId="3884"/>
            <ac:picMk id="162" creationId="{7715C6C6-6A0F-4E13-8957-0FE95D4FD360}"/>
          </ac:picMkLst>
        </pc:picChg>
        <pc:picChg chg="mod">
          <ac:chgData name="Halan, Mridul" userId="d8402aca-56b7-4a75-97f5-504434d76ce0" providerId="ADAL" clId="{AA3C1486-642E-4193-95AF-D7E78E3DA4E9}" dt="2022-07-04T15:39:04.357" v="10738" actId="1035"/>
          <ac:picMkLst>
            <pc:docMk/>
            <pc:sldMk cId="1663662808" sldId="3884"/>
            <ac:picMk id="173" creationId="{27137A7F-C1AD-4473-BC61-AF2A8D4F217C}"/>
          </ac:picMkLst>
        </pc:picChg>
        <pc:picChg chg="mod">
          <ac:chgData name="Halan, Mridul" userId="d8402aca-56b7-4a75-97f5-504434d76ce0" providerId="ADAL" clId="{AA3C1486-642E-4193-95AF-D7E78E3DA4E9}" dt="2022-07-04T15:39:04.357" v="10738" actId="1035"/>
          <ac:picMkLst>
            <pc:docMk/>
            <pc:sldMk cId="1663662808" sldId="3884"/>
            <ac:picMk id="176" creationId="{213BC93C-E3DC-446F-8BC1-EE36A1891033}"/>
          </ac:picMkLst>
        </pc:picChg>
        <pc:picChg chg="mod">
          <ac:chgData name="Halan, Mridul" userId="d8402aca-56b7-4a75-97f5-504434d76ce0" providerId="ADAL" clId="{AA3C1486-642E-4193-95AF-D7E78E3DA4E9}" dt="2022-07-04T15:39:04.357" v="10738" actId="1035"/>
          <ac:picMkLst>
            <pc:docMk/>
            <pc:sldMk cId="1663662808" sldId="3884"/>
            <ac:picMk id="178" creationId="{BE2FBF24-1357-40CD-9D40-94679B3EDD59}"/>
          </ac:picMkLst>
        </pc:picChg>
        <pc:picChg chg="mod">
          <ac:chgData name="Halan, Mridul" userId="d8402aca-56b7-4a75-97f5-504434d76ce0" providerId="ADAL" clId="{AA3C1486-642E-4193-95AF-D7E78E3DA4E9}" dt="2022-07-04T15:39:04.357" v="10738" actId="1035"/>
          <ac:picMkLst>
            <pc:docMk/>
            <pc:sldMk cId="1663662808" sldId="3884"/>
            <ac:picMk id="180" creationId="{579348D2-BB1F-4193-9DC3-6E1A489CF76B}"/>
          </ac:picMkLst>
        </pc:picChg>
        <pc:picChg chg="mod">
          <ac:chgData name="Halan, Mridul" userId="d8402aca-56b7-4a75-97f5-504434d76ce0" providerId="ADAL" clId="{AA3C1486-642E-4193-95AF-D7E78E3DA4E9}" dt="2022-07-04T15:39:23.482" v="10741" actId="1076"/>
          <ac:picMkLst>
            <pc:docMk/>
            <pc:sldMk cId="1663662808" sldId="3884"/>
            <ac:picMk id="181" creationId="{F1E78598-BEF3-46B5-A2F3-5A1DC3A8C8C3}"/>
          </ac:picMkLst>
        </pc:picChg>
        <pc:picChg chg="mod">
          <ac:chgData name="Halan, Mridul" userId="d8402aca-56b7-4a75-97f5-504434d76ce0" providerId="ADAL" clId="{AA3C1486-642E-4193-95AF-D7E78E3DA4E9}" dt="2022-07-04T15:39:04.357" v="10738" actId="1035"/>
          <ac:picMkLst>
            <pc:docMk/>
            <pc:sldMk cId="1663662808" sldId="3884"/>
            <ac:picMk id="183" creationId="{CD6A3097-4152-47DA-BC43-7D7106733C66}"/>
          </ac:picMkLst>
        </pc:picChg>
        <pc:cxnChg chg="mod">
          <ac:chgData name="Halan, Mridul" userId="d8402aca-56b7-4a75-97f5-504434d76ce0" providerId="ADAL" clId="{AA3C1486-642E-4193-95AF-D7E78E3DA4E9}" dt="2022-07-04T15:39:04.357" v="10738" actId="1035"/>
          <ac:cxnSpMkLst>
            <pc:docMk/>
            <pc:sldMk cId="1663662808" sldId="3884"/>
            <ac:cxnSpMk id="120" creationId="{CC4F1120-07D8-460D-B596-74B7D6824FD9}"/>
          </ac:cxnSpMkLst>
        </pc:cxnChg>
        <pc:cxnChg chg="mod">
          <ac:chgData name="Halan, Mridul" userId="d8402aca-56b7-4a75-97f5-504434d76ce0" providerId="ADAL" clId="{AA3C1486-642E-4193-95AF-D7E78E3DA4E9}" dt="2022-07-04T15:39:04.357" v="10738" actId="1035"/>
          <ac:cxnSpMkLst>
            <pc:docMk/>
            <pc:sldMk cId="1663662808" sldId="3884"/>
            <ac:cxnSpMk id="164" creationId="{F50257B5-F725-49C8-8A26-6D9B5B30B3C0}"/>
          </ac:cxnSpMkLst>
        </pc:cxnChg>
        <pc:cxnChg chg="mod">
          <ac:chgData name="Halan, Mridul" userId="d8402aca-56b7-4a75-97f5-504434d76ce0" providerId="ADAL" clId="{AA3C1486-642E-4193-95AF-D7E78E3DA4E9}" dt="2022-07-04T15:39:04.357" v="10738" actId="1035"/>
          <ac:cxnSpMkLst>
            <pc:docMk/>
            <pc:sldMk cId="1663662808" sldId="3884"/>
            <ac:cxnSpMk id="166" creationId="{A65C0A46-9C2A-4048-8109-9D8F11638916}"/>
          </ac:cxnSpMkLst>
        </pc:cxnChg>
      </pc:sldChg>
      <pc:sldChg chg="addSp modSp del mod">
        <pc:chgData name="Halan, Mridul" userId="d8402aca-56b7-4a75-97f5-504434d76ce0" providerId="ADAL" clId="{AA3C1486-642E-4193-95AF-D7E78E3DA4E9}" dt="2022-07-02T11:18:21.356" v="7180" actId="2696"/>
        <pc:sldMkLst>
          <pc:docMk/>
          <pc:sldMk cId="1186650502" sldId="3986"/>
        </pc:sldMkLst>
        <pc:graphicFrameChg chg="add mod modGraphic">
          <ac:chgData name="Halan, Mridul" userId="d8402aca-56b7-4a75-97f5-504434d76ce0" providerId="ADAL" clId="{AA3C1486-642E-4193-95AF-D7E78E3DA4E9}" dt="2022-07-02T10:27:12.159" v="6345" actId="21"/>
          <ac:graphicFrameMkLst>
            <pc:docMk/>
            <pc:sldMk cId="1186650502" sldId="3986"/>
            <ac:graphicFrameMk id="4" creationId="{0D3E0BFC-B3EC-4D3D-96B4-A257FC0B1C11}"/>
          </ac:graphicFrameMkLst>
        </pc:graphicFrameChg>
      </pc:sldChg>
      <pc:sldChg chg="del">
        <pc:chgData name="Halan, Mridul" userId="d8402aca-56b7-4a75-97f5-504434d76ce0" providerId="ADAL" clId="{AA3C1486-642E-4193-95AF-D7E78E3DA4E9}" dt="2022-06-30T07:58:27.472" v="3315" actId="2696"/>
        <pc:sldMkLst>
          <pc:docMk/>
          <pc:sldMk cId="1443572205" sldId="4016"/>
        </pc:sldMkLst>
      </pc:sldChg>
      <pc:sldChg chg="modSp mod">
        <pc:chgData name="Halan, Mridul" userId="d8402aca-56b7-4a75-97f5-504434d76ce0" providerId="ADAL" clId="{AA3C1486-642E-4193-95AF-D7E78E3DA4E9}" dt="2022-07-02T08:06:52.366" v="6286" actId="12789"/>
        <pc:sldMkLst>
          <pc:docMk/>
          <pc:sldMk cId="4221800723" sldId="4030"/>
        </pc:sldMkLst>
        <pc:spChg chg="mod">
          <ac:chgData name="Halan, Mridul" userId="d8402aca-56b7-4a75-97f5-504434d76ce0" providerId="ADAL" clId="{AA3C1486-642E-4193-95AF-D7E78E3DA4E9}" dt="2022-07-02T08:06:52.366" v="6286" actId="12789"/>
          <ac:spMkLst>
            <pc:docMk/>
            <pc:sldMk cId="4221800723" sldId="4030"/>
            <ac:spMk id="160" creationId="{66EC6520-0908-416C-B513-02D2E5435B2E}"/>
          </ac:spMkLst>
        </pc:spChg>
        <pc:spChg chg="mod">
          <ac:chgData name="Halan, Mridul" userId="d8402aca-56b7-4a75-97f5-504434d76ce0" providerId="ADAL" clId="{AA3C1486-642E-4193-95AF-D7E78E3DA4E9}" dt="2022-07-02T08:06:52.366" v="6286" actId="12789"/>
          <ac:spMkLst>
            <pc:docMk/>
            <pc:sldMk cId="4221800723" sldId="4030"/>
            <ac:spMk id="163" creationId="{4AA1C2E3-8C5E-4769-B2DC-0858B3545ACE}"/>
          </ac:spMkLst>
        </pc:spChg>
        <pc:spChg chg="mod">
          <ac:chgData name="Halan, Mridul" userId="d8402aca-56b7-4a75-97f5-504434d76ce0" providerId="ADAL" clId="{AA3C1486-642E-4193-95AF-D7E78E3DA4E9}" dt="2022-07-02T08:06:52.366" v="6286" actId="12789"/>
          <ac:spMkLst>
            <pc:docMk/>
            <pc:sldMk cId="4221800723" sldId="4030"/>
            <ac:spMk id="166" creationId="{065174F0-B1F2-4361-93C9-018F0BD01CA6}"/>
          </ac:spMkLst>
        </pc:spChg>
      </pc:sldChg>
      <pc:sldChg chg="modSp add del">
        <pc:chgData name="Halan, Mridul" userId="d8402aca-56b7-4a75-97f5-504434d76ce0" providerId="ADAL" clId="{AA3C1486-642E-4193-95AF-D7E78E3DA4E9}" dt="2022-06-29T07:05:03.776" v="33"/>
        <pc:sldMkLst>
          <pc:docMk/>
          <pc:sldMk cId="826963614" sldId="4043"/>
        </pc:sldMkLst>
        <pc:graphicFrameChg chg="mod">
          <ac:chgData name="Halan, Mridul" userId="d8402aca-56b7-4a75-97f5-504434d76ce0" providerId="ADAL" clId="{AA3C1486-642E-4193-95AF-D7E78E3DA4E9}" dt="2022-06-29T07:05:03.045" v="31" actId="14100"/>
          <ac:graphicFrameMkLst>
            <pc:docMk/>
            <pc:sldMk cId="826963614" sldId="4043"/>
            <ac:graphicFrameMk id="113" creationId="{00000000-0000-0000-0000-000000000000}"/>
          </ac:graphicFrameMkLst>
        </pc:graphicFrameChg>
        <pc:graphicFrameChg chg="mod">
          <ac:chgData name="Halan, Mridul" userId="d8402aca-56b7-4a75-97f5-504434d76ce0" providerId="ADAL" clId="{AA3C1486-642E-4193-95AF-D7E78E3DA4E9}" dt="2022-06-29T07:05:02.084" v="29"/>
          <ac:graphicFrameMkLst>
            <pc:docMk/>
            <pc:sldMk cId="826963614" sldId="4043"/>
            <ac:graphicFrameMk id="116" creationId="{00000000-0000-0000-0000-000000000000}"/>
          </ac:graphicFrameMkLst>
        </pc:graphicFrameChg>
        <pc:graphicFrameChg chg="mod">
          <ac:chgData name="Halan, Mridul" userId="d8402aca-56b7-4a75-97f5-504434d76ce0" providerId="ADAL" clId="{AA3C1486-642E-4193-95AF-D7E78E3DA4E9}" dt="2022-06-29T07:05:03.286" v="32" actId="14100"/>
          <ac:graphicFrameMkLst>
            <pc:docMk/>
            <pc:sldMk cId="826963614" sldId="4043"/>
            <ac:graphicFrameMk id="117" creationId="{00000000-0000-0000-0000-000000000000}"/>
          </ac:graphicFrameMkLst>
        </pc:graphicFrameChg>
      </pc:sldChg>
      <pc:sldChg chg="addSp delSp modSp add mod">
        <pc:chgData name="Halan, Mridul" userId="d8402aca-56b7-4a75-97f5-504434d76ce0" providerId="ADAL" clId="{AA3C1486-642E-4193-95AF-D7E78E3DA4E9}" dt="2022-06-30T10:55:31.753" v="3450" actId="1076"/>
        <pc:sldMkLst>
          <pc:docMk/>
          <pc:sldMk cId="988350274" sldId="4043"/>
        </pc:sldMkLst>
        <pc:spChg chg="del">
          <ac:chgData name="Halan, Mridul" userId="d8402aca-56b7-4a75-97f5-504434d76ce0" providerId="ADAL" clId="{AA3C1486-642E-4193-95AF-D7E78E3DA4E9}" dt="2022-06-29T07:19:01.923" v="167" actId="21"/>
          <ac:spMkLst>
            <pc:docMk/>
            <pc:sldMk cId="988350274" sldId="4043"/>
            <ac:spMk id="2" creationId="{00000000-0000-0000-0000-000000000000}"/>
          </ac:spMkLst>
        </pc:spChg>
        <pc:spChg chg="mod">
          <ac:chgData name="Halan, Mridul" userId="d8402aca-56b7-4a75-97f5-504434d76ce0" providerId="ADAL" clId="{AA3C1486-642E-4193-95AF-D7E78E3DA4E9}" dt="2022-06-29T07:11:55.299" v="114" actId="20577"/>
          <ac:spMkLst>
            <pc:docMk/>
            <pc:sldMk cId="988350274" sldId="4043"/>
            <ac:spMk id="3" creationId="{00000000-0000-0000-0000-000000000000}"/>
          </ac:spMkLst>
        </pc:spChg>
        <pc:spChg chg="add del">
          <ac:chgData name="Halan, Mridul" userId="d8402aca-56b7-4a75-97f5-504434d76ce0" providerId="ADAL" clId="{AA3C1486-642E-4193-95AF-D7E78E3DA4E9}" dt="2022-06-30T10:54:42.052" v="3447" actId="21"/>
          <ac:spMkLst>
            <pc:docMk/>
            <pc:sldMk cId="988350274" sldId="4043"/>
            <ac:spMk id="31" creationId="{2CBF713E-6C4A-4687-85C4-D81EF1420D88}"/>
          </ac:spMkLst>
        </pc:spChg>
        <pc:spChg chg="add del mod">
          <ac:chgData name="Halan, Mridul" userId="d8402aca-56b7-4a75-97f5-504434d76ce0" providerId="ADAL" clId="{AA3C1486-642E-4193-95AF-D7E78E3DA4E9}" dt="2022-06-30T10:54:45.416" v="3448" actId="21"/>
          <ac:spMkLst>
            <pc:docMk/>
            <pc:sldMk cId="988350274" sldId="4043"/>
            <ac:spMk id="33" creationId="{E81DFB1C-A782-4B6F-BC04-005B09C82CD9}"/>
          </ac:spMkLst>
        </pc:spChg>
        <pc:spChg chg="del">
          <ac:chgData name="Halan, Mridul" userId="d8402aca-56b7-4a75-97f5-504434d76ce0" providerId="ADAL" clId="{AA3C1486-642E-4193-95AF-D7E78E3DA4E9}" dt="2022-06-29T07:17:41.146" v="147" actId="21"/>
          <ac:spMkLst>
            <pc:docMk/>
            <pc:sldMk cId="988350274" sldId="4043"/>
            <ac:spMk id="68" creationId="{00000000-0000-0000-0000-000000000000}"/>
          </ac:spMkLst>
        </pc:spChg>
        <pc:spChg chg="del">
          <ac:chgData name="Halan, Mridul" userId="d8402aca-56b7-4a75-97f5-504434d76ce0" providerId="ADAL" clId="{AA3C1486-642E-4193-95AF-D7E78E3DA4E9}" dt="2022-06-29T07:17:14.031" v="141" actId="21"/>
          <ac:spMkLst>
            <pc:docMk/>
            <pc:sldMk cId="988350274" sldId="4043"/>
            <ac:spMk id="71" creationId="{00000000-0000-0000-0000-000000000000}"/>
          </ac:spMkLst>
        </pc:spChg>
        <pc:spChg chg="del">
          <ac:chgData name="Halan, Mridul" userId="d8402aca-56b7-4a75-97f5-504434d76ce0" providerId="ADAL" clId="{AA3C1486-642E-4193-95AF-D7E78E3DA4E9}" dt="2022-06-29T07:19:25.708" v="171" actId="21"/>
          <ac:spMkLst>
            <pc:docMk/>
            <pc:sldMk cId="988350274" sldId="4043"/>
            <ac:spMk id="72" creationId="{00000000-0000-0000-0000-000000000000}"/>
          </ac:spMkLst>
        </pc:spChg>
        <pc:spChg chg="add del">
          <ac:chgData name="Halan, Mridul" userId="d8402aca-56b7-4a75-97f5-504434d76ce0" providerId="ADAL" clId="{AA3C1486-642E-4193-95AF-D7E78E3DA4E9}" dt="2022-06-29T07:17:41.146" v="147" actId="21"/>
          <ac:spMkLst>
            <pc:docMk/>
            <pc:sldMk cId="988350274" sldId="4043"/>
            <ac:spMk id="73" creationId="{00000000-0000-0000-0000-000000000000}"/>
          </ac:spMkLst>
        </pc:spChg>
        <pc:spChg chg="del">
          <ac:chgData name="Halan, Mridul" userId="d8402aca-56b7-4a75-97f5-504434d76ce0" providerId="ADAL" clId="{AA3C1486-642E-4193-95AF-D7E78E3DA4E9}" dt="2022-06-29T07:17:32.554" v="145" actId="21"/>
          <ac:spMkLst>
            <pc:docMk/>
            <pc:sldMk cId="988350274" sldId="4043"/>
            <ac:spMk id="74" creationId="{00000000-0000-0000-0000-000000000000}"/>
          </ac:spMkLst>
        </pc:spChg>
        <pc:spChg chg="del">
          <ac:chgData name="Halan, Mridul" userId="d8402aca-56b7-4a75-97f5-504434d76ce0" providerId="ADAL" clId="{AA3C1486-642E-4193-95AF-D7E78E3DA4E9}" dt="2022-06-29T07:17:46.114" v="148" actId="21"/>
          <ac:spMkLst>
            <pc:docMk/>
            <pc:sldMk cId="988350274" sldId="4043"/>
            <ac:spMk id="75" creationId="{00000000-0000-0000-0000-000000000000}"/>
          </ac:spMkLst>
        </pc:spChg>
        <pc:spChg chg="del">
          <ac:chgData name="Halan, Mridul" userId="d8402aca-56b7-4a75-97f5-504434d76ce0" providerId="ADAL" clId="{AA3C1486-642E-4193-95AF-D7E78E3DA4E9}" dt="2022-06-29T07:19:19.932" v="170" actId="21"/>
          <ac:spMkLst>
            <pc:docMk/>
            <pc:sldMk cId="988350274" sldId="4043"/>
            <ac:spMk id="76"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77" creationId="{00000000-0000-0000-0000-000000000000}"/>
          </ac:spMkLst>
        </pc:spChg>
        <pc:spChg chg="del">
          <ac:chgData name="Halan, Mridul" userId="d8402aca-56b7-4a75-97f5-504434d76ce0" providerId="ADAL" clId="{AA3C1486-642E-4193-95AF-D7E78E3DA4E9}" dt="2022-06-29T07:35:50.755" v="419" actId="21"/>
          <ac:spMkLst>
            <pc:docMk/>
            <pc:sldMk cId="988350274" sldId="4043"/>
            <ac:spMk id="78"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79" creationId="{00000000-0000-0000-0000-000000000000}"/>
          </ac:spMkLst>
        </pc:spChg>
        <pc:spChg chg="del">
          <ac:chgData name="Halan, Mridul" userId="d8402aca-56b7-4a75-97f5-504434d76ce0" providerId="ADAL" clId="{AA3C1486-642E-4193-95AF-D7E78E3DA4E9}" dt="2022-06-29T07:19:35.134" v="173" actId="21"/>
          <ac:spMkLst>
            <pc:docMk/>
            <pc:sldMk cId="988350274" sldId="4043"/>
            <ac:spMk id="80"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82" creationId="{00000000-0000-0000-0000-000000000000}"/>
          </ac:spMkLst>
        </pc:spChg>
        <pc:spChg chg="del">
          <ac:chgData name="Halan, Mridul" userId="d8402aca-56b7-4a75-97f5-504434d76ce0" providerId="ADAL" clId="{AA3C1486-642E-4193-95AF-D7E78E3DA4E9}" dt="2022-06-29T07:19:08.065" v="168" actId="21"/>
          <ac:spMkLst>
            <pc:docMk/>
            <pc:sldMk cId="988350274" sldId="4043"/>
            <ac:spMk id="83" creationId="{00000000-0000-0000-0000-000000000000}"/>
          </ac:spMkLst>
        </pc:spChg>
        <pc:spChg chg="del">
          <ac:chgData name="Halan, Mridul" userId="d8402aca-56b7-4a75-97f5-504434d76ce0" providerId="ADAL" clId="{AA3C1486-642E-4193-95AF-D7E78E3DA4E9}" dt="2022-06-29T07:18:56.280" v="166" actId="21"/>
          <ac:spMkLst>
            <pc:docMk/>
            <pc:sldMk cId="988350274" sldId="4043"/>
            <ac:spMk id="84" creationId="{00000000-0000-0000-0000-000000000000}"/>
          </ac:spMkLst>
        </pc:spChg>
        <pc:spChg chg="del mod">
          <ac:chgData name="Halan, Mridul" userId="d8402aca-56b7-4a75-97f5-504434d76ce0" providerId="ADAL" clId="{AA3C1486-642E-4193-95AF-D7E78E3DA4E9}" dt="2022-06-29T07:18:24.464" v="160" actId="21"/>
          <ac:spMkLst>
            <pc:docMk/>
            <pc:sldMk cId="988350274" sldId="4043"/>
            <ac:spMk id="92" creationId="{00000000-0000-0000-0000-000000000000}"/>
          </ac:spMkLst>
        </pc:spChg>
        <pc:spChg chg="del">
          <ac:chgData name="Halan, Mridul" userId="d8402aca-56b7-4a75-97f5-504434d76ce0" providerId="ADAL" clId="{AA3C1486-642E-4193-95AF-D7E78E3DA4E9}" dt="2022-06-29T07:18:20.142" v="158" actId="21"/>
          <ac:spMkLst>
            <pc:docMk/>
            <pc:sldMk cId="988350274" sldId="4043"/>
            <ac:spMk id="93" creationId="{00000000-0000-0000-0000-000000000000}"/>
          </ac:spMkLst>
        </pc:spChg>
        <pc:spChg chg="add del">
          <ac:chgData name="Halan, Mridul" userId="d8402aca-56b7-4a75-97f5-504434d76ce0" providerId="ADAL" clId="{AA3C1486-642E-4193-95AF-D7E78E3DA4E9}" dt="2022-06-29T07:18:31.692" v="161" actId="21"/>
          <ac:spMkLst>
            <pc:docMk/>
            <pc:sldMk cId="988350274" sldId="4043"/>
            <ac:spMk id="94" creationId="{00000000-0000-0000-0000-000000000000}"/>
          </ac:spMkLst>
        </pc:spChg>
        <pc:spChg chg="del">
          <ac:chgData name="Halan, Mridul" userId="d8402aca-56b7-4a75-97f5-504434d76ce0" providerId="ADAL" clId="{AA3C1486-642E-4193-95AF-D7E78E3DA4E9}" dt="2022-06-29T07:18:37.418" v="162" actId="21"/>
          <ac:spMkLst>
            <pc:docMk/>
            <pc:sldMk cId="988350274" sldId="4043"/>
            <ac:spMk id="95" creationId="{00000000-0000-0000-0000-000000000000}"/>
          </ac:spMkLst>
        </pc:spChg>
        <pc:spChg chg="del">
          <ac:chgData name="Halan, Mridul" userId="d8402aca-56b7-4a75-97f5-504434d76ce0" providerId="ADAL" clId="{AA3C1486-642E-4193-95AF-D7E78E3DA4E9}" dt="2022-06-29T07:08:31.874" v="65" actId="21"/>
          <ac:spMkLst>
            <pc:docMk/>
            <pc:sldMk cId="988350274" sldId="4043"/>
            <ac:spMk id="97" creationId="{00000000-0000-0000-0000-000000000000}"/>
          </ac:spMkLst>
        </pc:spChg>
        <pc:spChg chg="del">
          <ac:chgData name="Halan, Mridul" userId="d8402aca-56b7-4a75-97f5-504434d76ce0" providerId="ADAL" clId="{AA3C1486-642E-4193-95AF-D7E78E3DA4E9}" dt="2022-06-29T07:08:31.874" v="65" actId="21"/>
          <ac:spMkLst>
            <pc:docMk/>
            <pc:sldMk cId="988350274" sldId="4043"/>
            <ac:spMk id="98"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99"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100" creationId="{00000000-0000-0000-0000-000000000000}"/>
          </ac:spMkLst>
        </pc:spChg>
        <pc:spChg chg="del">
          <ac:chgData name="Halan, Mridul" userId="d8402aca-56b7-4a75-97f5-504434d76ce0" providerId="ADAL" clId="{AA3C1486-642E-4193-95AF-D7E78E3DA4E9}" dt="2022-06-29T07:07:29.385" v="63" actId="21"/>
          <ac:spMkLst>
            <pc:docMk/>
            <pc:sldMk cId="988350274" sldId="4043"/>
            <ac:spMk id="101" creationId="{00000000-0000-0000-0000-000000000000}"/>
          </ac:spMkLst>
        </pc:spChg>
        <pc:spChg chg="del">
          <ac:chgData name="Halan, Mridul" userId="d8402aca-56b7-4a75-97f5-504434d76ce0" providerId="ADAL" clId="{AA3C1486-642E-4193-95AF-D7E78E3DA4E9}" dt="2022-06-29T07:07:22.560" v="62" actId="21"/>
          <ac:spMkLst>
            <pc:docMk/>
            <pc:sldMk cId="988350274" sldId="4043"/>
            <ac:spMk id="102" creationId="{00000000-0000-0000-0000-000000000000}"/>
          </ac:spMkLst>
        </pc:spChg>
        <pc:spChg chg="del">
          <ac:chgData name="Halan, Mridul" userId="d8402aca-56b7-4a75-97f5-504434d76ce0" providerId="ADAL" clId="{AA3C1486-642E-4193-95AF-D7E78E3DA4E9}" dt="2022-06-29T07:08:34.223" v="66" actId="21"/>
          <ac:spMkLst>
            <pc:docMk/>
            <pc:sldMk cId="988350274" sldId="4043"/>
            <ac:spMk id="103" creationId="{00000000-0000-0000-0000-000000000000}"/>
          </ac:spMkLst>
        </pc:spChg>
        <pc:spChg chg="del">
          <ac:chgData name="Halan, Mridul" userId="d8402aca-56b7-4a75-97f5-504434d76ce0" providerId="ADAL" clId="{AA3C1486-642E-4193-95AF-D7E78E3DA4E9}" dt="2022-06-29T07:08:20.723" v="64" actId="21"/>
          <ac:spMkLst>
            <pc:docMk/>
            <pc:sldMk cId="988350274" sldId="4043"/>
            <ac:spMk id="104" creationId="{00000000-0000-0000-0000-000000000000}"/>
          </ac:spMkLst>
        </pc:spChg>
        <pc:spChg chg="del mod">
          <ac:chgData name="Halan, Mridul" userId="d8402aca-56b7-4a75-97f5-504434d76ce0" providerId="ADAL" clId="{AA3C1486-642E-4193-95AF-D7E78E3DA4E9}" dt="2022-06-29T07:09:52.759" v="87" actId="21"/>
          <ac:spMkLst>
            <pc:docMk/>
            <pc:sldMk cId="988350274" sldId="4043"/>
            <ac:spMk id="105"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6"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7" creationId="{00000000-0000-0000-0000-000000000000}"/>
          </ac:spMkLst>
        </pc:spChg>
        <pc:spChg chg="del mod">
          <ac:chgData name="Halan, Mridul" userId="d8402aca-56b7-4a75-97f5-504434d76ce0" providerId="ADAL" clId="{AA3C1486-642E-4193-95AF-D7E78E3DA4E9}" dt="2022-06-29T07:09:35.015" v="81" actId="21"/>
          <ac:spMkLst>
            <pc:docMk/>
            <pc:sldMk cId="988350274" sldId="4043"/>
            <ac:spMk id="108" creationId="{00000000-0000-0000-0000-000000000000}"/>
          </ac:spMkLst>
        </pc:spChg>
        <pc:spChg chg="del mod">
          <ac:chgData name="Halan, Mridul" userId="d8402aca-56b7-4a75-97f5-504434d76ce0" providerId="ADAL" clId="{AA3C1486-642E-4193-95AF-D7E78E3DA4E9}" dt="2022-06-29T07:09:39.312" v="82" actId="21"/>
          <ac:spMkLst>
            <pc:docMk/>
            <pc:sldMk cId="988350274" sldId="4043"/>
            <ac:spMk id="109" creationId="{00000000-0000-0000-0000-000000000000}"/>
          </ac:spMkLst>
        </pc:spChg>
        <pc:spChg chg="del mod">
          <ac:chgData name="Halan, Mridul" userId="d8402aca-56b7-4a75-97f5-504434d76ce0" providerId="ADAL" clId="{AA3C1486-642E-4193-95AF-D7E78E3DA4E9}" dt="2022-06-29T07:09:49.610" v="86" actId="21"/>
          <ac:spMkLst>
            <pc:docMk/>
            <pc:sldMk cId="988350274" sldId="4043"/>
            <ac:spMk id="110" creationId="{00000000-0000-0000-0000-000000000000}"/>
          </ac:spMkLst>
        </pc:spChg>
        <pc:spChg chg="del mod">
          <ac:chgData name="Halan, Mridul" userId="d8402aca-56b7-4a75-97f5-504434d76ce0" providerId="ADAL" clId="{AA3C1486-642E-4193-95AF-D7E78E3DA4E9}" dt="2022-06-29T07:09:47.204" v="85" actId="21"/>
          <ac:spMkLst>
            <pc:docMk/>
            <pc:sldMk cId="988350274" sldId="4043"/>
            <ac:spMk id="111" creationId="{00000000-0000-0000-0000-000000000000}"/>
          </ac:spMkLst>
        </pc:spChg>
        <pc:spChg chg="add del">
          <ac:chgData name="Halan, Mridul" userId="d8402aca-56b7-4a75-97f5-504434d76ce0" providerId="ADAL" clId="{AA3C1486-642E-4193-95AF-D7E78E3DA4E9}" dt="2022-06-30T08:51:22.974" v="3348" actId="21"/>
          <ac:spMkLst>
            <pc:docMk/>
            <pc:sldMk cId="988350274" sldId="4043"/>
            <ac:spMk id="112" creationId="{3E373AA0-FC72-4D88-A821-E57F4B2D924F}"/>
          </ac:spMkLst>
        </pc:spChg>
        <pc:spChg chg="add del mod">
          <ac:chgData name="Halan, Mridul" userId="d8402aca-56b7-4a75-97f5-504434d76ce0" providerId="ADAL" clId="{AA3C1486-642E-4193-95AF-D7E78E3DA4E9}" dt="2022-06-29T07:08:43.212" v="68"/>
          <ac:spMkLst>
            <pc:docMk/>
            <pc:sldMk cId="988350274" sldId="4043"/>
            <ac:spMk id="130" creationId="{A861B350-3F26-478C-9B63-13D74603B9EB}"/>
          </ac:spMkLst>
        </pc:spChg>
        <pc:spChg chg="add del mod">
          <ac:chgData name="Halan, Mridul" userId="d8402aca-56b7-4a75-97f5-504434d76ce0" providerId="ADAL" clId="{AA3C1486-642E-4193-95AF-D7E78E3DA4E9}" dt="2022-06-29T07:08:43.212" v="68"/>
          <ac:spMkLst>
            <pc:docMk/>
            <pc:sldMk cId="988350274" sldId="4043"/>
            <ac:spMk id="134" creationId="{8487392E-B11B-43FD-A439-0AE980EA1D25}"/>
          </ac:spMkLst>
        </pc:spChg>
        <pc:spChg chg="add del mod">
          <ac:chgData name="Halan, Mridul" userId="d8402aca-56b7-4a75-97f5-504434d76ce0" providerId="ADAL" clId="{AA3C1486-642E-4193-95AF-D7E78E3DA4E9}" dt="2022-06-29T07:08:43.212" v="68"/>
          <ac:spMkLst>
            <pc:docMk/>
            <pc:sldMk cId="988350274" sldId="4043"/>
            <ac:spMk id="136" creationId="{10C5782D-DEA5-4F32-9020-C457840EB211}"/>
          </ac:spMkLst>
        </pc:spChg>
        <pc:spChg chg="add del mod">
          <ac:chgData name="Halan, Mridul" userId="d8402aca-56b7-4a75-97f5-504434d76ce0" providerId="ADAL" clId="{AA3C1486-642E-4193-95AF-D7E78E3DA4E9}" dt="2022-06-29T07:08:43.212" v="68"/>
          <ac:spMkLst>
            <pc:docMk/>
            <pc:sldMk cId="988350274" sldId="4043"/>
            <ac:spMk id="137" creationId="{1ED799F4-3BD6-4EE4-ACC2-37E2526B6D78}"/>
          </ac:spMkLst>
        </pc:spChg>
        <pc:spChg chg="add del">
          <ac:chgData name="Halan, Mridul" userId="d8402aca-56b7-4a75-97f5-504434d76ce0" providerId="ADAL" clId="{AA3C1486-642E-4193-95AF-D7E78E3DA4E9}" dt="2022-06-29T07:17:41.146" v="147" actId="21"/>
          <ac:spMkLst>
            <pc:docMk/>
            <pc:sldMk cId="988350274" sldId="4043"/>
            <ac:spMk id="139" creationId="{00000000-0000-0000-0000-000000000000}"/>
          </ac:spMkLst>
        </pc:spChg>
        <pc:spChg chg="add del mod">
          <ac:chgData name="Halan, Mridul" userId="d8402aca-56b7-4a75-97f5-504434d76ce0" providerId="ADAL" clId="{AA3C1486-642E-4193-95AF-D7E78E3DA4E9}" dt="2022-06-29T07:08:43.212" v="68"/>
          <ac:spMkLst>
            <pc:docMk/>
            <pc:sldMk cId="988350274" sldId="4043"/>
            <ac:spMk id="140" creationId="{1A9492A2-7E32-4DDE-ADA2-56EF4854753F}"/>
          </ac:spMkLst>
        </pc:spChg>
        <pc:spChg chg="add del mod">
          <ac:chgData name="Halan, Mridul" userId="d8402aca-56b7-4a75-97f5-504434d76ce0" providerId="ADAL" clId="{AA3C1486-642E-4193-95AF-D7E78E3DA4E9}" dt="2022-06-29T07:08:43.212" v="68"/>
          <ac:spMkLst>
            <pc:docMk/>
            <pc:sldMk cId="988350274" sldId="4043"/>
            <ac:spMk id="142" creationId="{F3CDFFB4-1249-4533-821A-FCADEBD62475}"/>
          </ac:spMkLst>
        </pc:spChg>
        <pc:spChg chg="del">
          <ac:chgData name="Halan, Mridul" userId="d8402aca-56b7-4a75-97f5-504434d76ce0" providerId="ADAL" clId="{AA3C1486-642E-4193-95AF-D7E78E3DA4E9}" dt="2022-06-29T07:18:43.238" v="164" actId="21"/>
          <ac:spMkLst>
            <pc:docMk/>
            <pc:sldMk cId="988350274" sldId="4043"/>
            <ac:spMk id="156" creationId="{00000000-0000-0000-0000-000000000000}"/>
          </ac:spMkLst>
        </pc:spChg>
        <pc:spChg chg="del">
          <ac:chgData name="Halan, Mridul" userId="d8402aca-56b7-4a75-97f5-504434d76ce0" providerId="ADAL" clId="{AA3C1486-642E-4193-95AF-D7E78E3DA4E9}" dt="2022-06-29T07:17:41.146" v="147" actId="21"/>
          <ac:spMkLst>
            <pc:docMk/>
            <pc:sldMk cId="988350274" sldId="4043"/>
            <ac:spMk id="158"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0"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1" creationId="{00000000-0000-0000-0000-000000000000}"/>
          </ac:spMkLst>
        </pc:spChg>
        <pc:spChg chg="mod">
          <ac:chgData name="Halan, Mridul" userId="d8402aca-56b7-4a75-97f5-504434d76ce0" providerId="ADAL" clId="{AA3C1486-642E-4193-95AF-D7E78E3DA4E9}" dt="2022-06-29T07:17:54.309" v="151" actId="1076"/>
          <ac:spMkLst>
            <pc:docMk/>
            <pc:sldMk cId="988350274" sldId="4043"/>
            <ac:spMk id="162" creationId="{00000000-0000-0000-0000-000000000000}"/>
          </ac:spMkLst>
        </pc:spChg>
        <pc:spChg chg="del">
          <ac:chgData name="Halan, Mridul" userId="d8402aca-56b7-4a75-97f5-504434d76ce0" providerId="ADAL" clId="{AA3C1486-642E-4193-95AF-D7E78E3DA4E9}" dt="2022-06-29T07:19:31.622" v="172" actId="21"/>
          <ac:spMkLst>
            <pc:docMk/>
            <pc:sldMk cId="988350274" sldId="4043"/>
            <ac:spMk id="163" creationId="{00000000-0000-0000-0000-000000000000}"/>
          </ac:spMkLst>
        </pc:spChg>
        <pc:spChg chg="add del mod">
          <ac:chgData name="Halan, Mridul" userId="d8402aca-56b7-4a75-97f5-504434d76ce0" providerId="ADAL" clId="{AA3C1486-642E-4193-95AF-D7E78E3DA4E9}" dt="2022-06-29T07:08:43.212" v="68"/>
          <ac:spMkLst>
            <pc:docMk/>
            <pc:sldMk cId="988350274" sldId="4043"/>
            <ac:spMk id="164" creationId="{7D35090D-9CC8-44BD-BBB9-EC76A5F9DEFC}"/>
          </ac:spMkLst>
        </pc:spChg>
        <pc:spChg chg="add mod">
          <ac:chgData name="Halan, Mridul" userId="d8402aca-56b7-4a75-97f5-504434d76ce0" providerId="ADAL" clId="{AA3C1486-642E-4193-95AF-D7E78E3DA4E9}" dt="2022-06-29T07:17:05.563" v="140" actId="571"/>
          <ac:spMkLst>
            <pc:docMk/>
            <pc:sldMk cId="988350274" sldId="4043"/>
            <ac:spMk id="166" creationId="{B299CD00-BBBF-4952-B8FE-D3611336A94E}"/>
          </ac:spMkLst>
        </pc:spChg>
        <pc:spChg chg="add mod">
          <ac:chgData name="Halan, Mridul" userId="d8402aca-56b7-4a75-97f5-504434d76ce0" providerId="ADAL" clId="{AA3C1486-642E-4193-95AF-D7E78E3DA4E9}" dt="2022-06-29T10:06:06.751" v="1312" actId="1038"/>
          <ac:spMkLst>
            <pc:docMk/>
            <pc:sldMk cId="988350274" sldId="4043"/>
            <ac:spMk id="170" creationId="{C99EA4D6-9978-43A3-84F6-B26355867534}"/>
          </ac:spMkLst>
        </pc:spChg>
        <pc:spChg chg="add mod">
          <ac:chgData name="Halan, Mridul" userId="d8402aca-56b7-4a75-97f5-504434d76ce0" providerId="ADAL" clId="{AA3C1486-642E-4193-95AF-D7E78E3DA4E9}" dt="2022-06-29T10:06:06.751" v="1312" actId="1038"/>
          <ac:spMkLst>
            <pc:docMk/>
            <pc:sldMk cId="988350274" sldId="4043"/>
            <ac:spMk id="171" creationId="{4BF9D02B-52F4-4E59-A697-00E2E2B7A277}"/>
          </ac:spMkLst>
        </pc:spChg>
        <pc:spChg chg="add mod">
          <ac:chgData name="Halan, Mridul" userId="d8402aca-56b7-4a75-97f5-504434d76ce0" providerId="ADAL" clId="{AA3C1486-642E-4193-95AF-D7E78E3DA4E9}" dt="2022-06-30T10:45:51.506" v="3443" actId="1076"/>
          <ac:spMkLst>
            <pc:docMk/>
            <pc:sldMk cId="988350274" sldId="4043"/>
            <ac:spMk id="174" creationId="{F9F8B849-3FE6-45D7-879C-844582DE6D0C}"/>
          </ac:spMkLst>
        </pc:spChg>
        <pc:spChg chg="add mod">
          <ac:chgData name="Halan, Mridul" userId="d8402aca-56b7-4a75-97f5-504434d76ce0" providerId="ADAL" clId="{AA3C1486-642E-4193-95AF-D7E78E3DA4E9}" dt="2022-06-29T10:06:06.751" v="1312" actId="1038"/>
          <ac:spMkLst>
            <pc:docMk/>
            <pc:sldMk cId="988350274" sldId="4043"/>
            <ac:spMk id="176" creationId="{55A76C6F-8E70-4E08-9449-B6B3F2AADD4D}"/>
          </ac:spMkLst>
        </pc:spChg>
        <pc:spChg chg="add mod">
          <ac:chgData name="Halan, Mridul" userId="d8402aca-56b7-4a75-97f5-504434d76ce0" providerId="ADAL" clId="{AA3C1486-642E-4193-95AF-D7E78E3DA4E9}" dt="2022-06-29T10:07:40.098" v="1323" actId="1076"/>
          <ac:spMkLst>
            <pc:docMk/>
            <pc:sldMk cId="988350274" sldId="4043"/>
            <ac:spMk id="177" creationId="{086B49B1-4E6D-4BAE-BEFA-FC0CA19CCA06}"/>
          </ac:spMkLst>
        </pc:spChg>
        <pc:spChg chg="add mod">
          <ac:chgData name="Halan, Mridul" userId="d8402aca-56b7-4a75-97f5-504434d76ce0" providerId="ADAL" clId="{AA3C1486-642E-4193-95AF-D7E78E3DA4E9}" dt="2022-06-29T10:06:06.751" v="1312" actId="1038"/>
          <ac:spMkLst>
            <pc:docMk/>
            <pc:sldMk cId="988350274" sldId="4043"/>
            <ac:spMk id="178" creationId="{C08B9362-25E3-44E3-821E-F88E5F8691FD}"/>
          </ac:spMkLst>
        </pc:spChg>
        <pc:spChg chg="add mod">
          <ac:chgData name="Halan, Mridul" userId="d8402aca-56b7-4a75-97f5-504434d76ce0" providerId="ADAL" clId="{AA3C1486-642E-4193-95AF-D7E78E3DA4E9}" dt="2022-06-29T10:28:26.889" v="1349" actId="1076"/>
          <ac:spMkLst>
            <pc:docMk/>
            <pc:sldMk cId="988350274" sldId="4043"/>
            <ac:spMk id="179" creationId="{371396BF-354F-4D95-815B-8F16F3FEA496}"/>
          </ac:spMkLst>
        </pc:spChg>
        <pc:spChg chg="add mod">
          <ac:chgData name="Halan, Mridul" userId="d8402aca-56b7-4a75-97f5-504434d76ce0" providerId="ADAL" clId="{AA3C1486-642E-4193-95AF-D7E78E3DA4E9}" dt="2022-06-29T10:06:06.751" v="1312" actId="1038"/>
          <ac:spMkLst>
            <pc:docMk/>
            <pc:sldMk cId="988350274" sldId="4043"/>
            <ac:spMk id="180" creationId="{7842CD53-BB4F-4F4A-B689-C58E291D9855}"/>
          </ac:spMkLst>
        </pc:spChg>
        <pc:spChg chg="add mod">
          <ac:chgData name="Halan, Mridul" userId="d8402aca-56b7-4a75-97f5-504434d76ce0" providerId="ADAL" clId="{AA3C1486-642E-4193-95AF-D7E78E3DA4E9}" dt="2022-06-29T10:07:54.199" v="1327" actId="1076"/>
          <ac:spMkLst>
            <pc:docMk/>
            <pc:sldMk cId="988350274" sldId="4043"/>
            <ac:spMk id="181" creationId="{3B74E129-C4FB-42AD-911D-B25074211899}"/>
          </ac:spMkLst>
        </pc:spChg>
        <pc:spChg chg="add mod">
          <ac:chgData name="Halan, Mridul" userId="d8402aca-56b7-4a75-97f5-504434d76ce0" providerId="ADAL" clId="{AA3C1486-642E-4193-95AF-D7E78E3DA4E9}" dt="2022-06-29T10:06:06.751" v="1312" actId="1038"/>
          <ac:spMkLst>
            <pc:docMk/>
            <pc:sldMk cId="988350274" sldId="4043"/>
            <ac:spMk id="183" creationId="{72A45BD2-459B-4105-AD93-AF8476B58E4B}"/>
          </ac:spMkLst>
        </pc:spChg>
        <pc:grpChg chg="add del">
          <ac:chgData name="Halan, Mridul" userId="d8402aca-56b7-4a75-97f5-504434d76ce0" providerId="ADAL" clId="{AA3C1486-642E-4193-95AF-D7E78E3DA4E9}" dt="2022-06-29T07:19:13.235" v="169" actId="21"/>
          <ac:grpSpMkLst>
            <pc:docMk/>
            <pc:sldMk cId="988350274" sldId="4043"/>
            <ac:grpSpMk id="85"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89"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121" creationId="{00000000-0000-0000-0000-000000000000}"/>
          </ac:grpSpMkLst>
        </pc:grpChg>
        <pc:grpChg chg="del">
          <ac:chgData name="Halan, Mridul" userId="d8402aca-56b7-4a75-97f5-504434d76ce0" providerId="ADAL" clId="{AA3C1486-642E-4193-95AF-D7E78E3DA4E9}" dt="2022-06-29T07:19:31.622" v="172" actId="21"/>
          <ac:grpSpMkLst>
            <pc:docMk/>
            <pc:sldMk cId="988350274" sldId="4043"/>
            <ac:grpSpMk id="143" creationId="{00000000-0000-0000-0000-000000000000}"/>
          </ac:grpSpMkLst>
        </pc:grpChg>
        <pc:grpChg chg="del">
          <ac:chgData name="Halan, Mridul" userId="d8402aca-56b7-4a75-97f5-504434d76ce0" providerId="ADAL" clId="{AA3C1486-642E-4193-95AF-D7E78E3DA4E9}" dt="2022-06-29T07:19:08.065" v="168" actId="21"/>
          <ac:grpSpMkLst>
            <pc:docMk/>
            <pc:sldMk cId="988350274" sldId="4043"/>
            <ac:grpSpMk id="147" creationId="{00000000-0000-0000-0000-000000000000}"/>
          </ac:grpSpMkLst>
        </pc:grpChg>
        <pc:grpChg chg="del">
          <ac:chgData name="Halan, Mridul" userId="d8402aca-56b7-4a75-97f5-504434d76ce0" providerId="ADAL" clId="{AA3C1486-642E-4193-95AF-D7E78E3DA4E9}" dt="2022-06-29T07:19:08.065" v="168" actId="21"/>
          <ac:grpSpMkLst>
            <pc:docMk/>
            <pc:sldMk cId="988350274" sldId="4043"/>
            <ac:grpSpMk id="151" creationId="{00000000-0000-0000-0000-000000000000}"/>
          </ac:grpSpMkLst>
        </pc:grpChg>
        <pc:grpChg chg="del mod">
          <ac:chgData name="Halan, Mridul" userId="d8402aca-56b7-4a75-97f5-504434d76ce0" providerId="ADAL" clId="{AA3C1486-642E-4193-95AF-D7E78E3DA4E9}" dt="2022-06-29T07:17:55.990" v="152" actId="21"/>
          <ac:grpSpMkLst>
            <pc:docMk/>
            <pc:sldMk cId="988350274" sldId="4043"/>
            <ac:grpSpMk id="159" creationId="{00000000-0000-0000-0000-000000000000}"/>
          </ac:grpSpMkLst>
        </pc:grpChg>
        <pc:graphicFrameChg chg="add del mod">
          <ac:chgData name="Halan, Mridul" userId="d8402aca-56b7-4a75-97f5-504434d76ce0" providerId="ADAL" clId="{AA3C1486-642E-4193-95AF-D7E78E3DA4E9}" dt="2022-06-29T07:25:13.200" v="210" actId="21"/>
          <ac:graphicFrameMkLst>
            <pc:docMk/>
            <pc:sldMk cId="988350274" sldId="4043"/>
            <ac:graphicFrameMk id="10" creationId="{9B8D4D62-D7F2-47A0-95C0-40670B03C639}"/>
          </ac:graphicFrameMkLst>
        </pc:graphicFrameChg>
        <pc:graphicFrameChg chg="del">
          <ac:chgData name="Halan, Mridul" userId="d8402aca-56b7-4a75-97f5-504434d76ce0" providerId="ADAL" clId="{AA3C1486-642E-4193-95AF-D7E78E3DA4E9}" dt="2022-06-29T07:05:31.382" v="36" actId="21"/>
          <ac:graphicFrameMkLst>
            <pc:docMk/>
            <pc:sldMk cId="988350274" sldId="4043"/>
            <ac:graphicFrameMk id="113" creationId="{00000000-0000-0000-0000-000000000000}"/>
          </ac:graphicFrameMkLst>
        </pc:graphicFrameChg>
        <pc:graphicFrameChg chg="del">
          <ac:chgData name="Halan, Mridul" userId="d8402aca-56b7-4a75-97f5-504434d76ce0" providerId="ADAL" clId="{AA3C1486-642E-4193-95AF-D7E78E3DA4E9}" dt="2022-06-29T07:05:44.652" v="39" actId="21"/>
          <ac:graphicFrameMkLst>
            <pc:docMk/>
            <pc:sldMk cId="988350274" sldId="4043"/>
            <ac:graphicFrameMk id="114" creationId="{00000000-0000-0000-0000-000000000000}"/>
          </ac:graphicFrameMkLst>
        </pc:graphicFrameChg>
        <pc:graphicFrameChg chg="del">
          <ac:chgData name="Halan, Mridul" userId="d8402aca-56b7-4a75-97f5-504434d76ce0" providerId="ADAL" clId="{AA3C1486-642E-4193-95AF-D7E78E3DA4E9}" dt="2022-06-29T07:05:41.041" v="38" actId="21"/>
          <ac:graphicFrameMkLst>
            <pc:docMk/>
            <pc:sldMk cId="988350274" sldId="4043"/>
            <ac:graphicFrameMk id="115" creationId="{00000000-0000-0000-0000-000000000000}"/>
          </ac:graphicFrameMkLst>
        </pc:graphicFrameChg>
        <pc:graphicFrameChg chg="del">
          <ac:chgData name="Halan, Mridul" userId="d8402aca-56b7-4a75-97f5-504434d76ce0" providerId="ADAL" clId="{AA3C1486-642E-4193-95AF-D7E78E3DA4E9}" dt="2022-06-29T07:05:37.370" v="37" actId="21"/>
          <ac:graphicFrameMkLst>
            <pc:docMk/>
            <pc:sldMk cId="988350274" sldId="4043"/>
            <ac:graphicFrameMk id="116" creationId="{00000000-0000-0000-0000-000000000000}"/>
          </ac:graphicFrameMkLst>
        </pc:graphicFrameChg>
        <pc:graphicFrameChg chg="del">
          <ac:chgData name="Halan, Mridul" userId="d8402aca-56b7-4a75-97f5-504434d76ce0" providerId="ADAL" clId="{AA3C1486-642E-4193-95AF-D7E78E3DA4E9}" dt="2022-06-29T07:05:28.748" v="35" actId="21"/>
          <ac:graphicFrameMkLst>
            <pc:docMk/>
            <pc:sldMk cId="988350274" sldId="4043"/>
            <ac:graphicFrameMk id="117" creationId="{00000000-0000-0000-0000-000000000000}"/>
          </ac:graphicFrameMkLst>
        </pc:graphicFrameChg>
        <pc:graphicFrameChg chg="add del mod">
          <ac:chgData name="Halan, Mridul" userId="d8402aca-56b7-4a75-97f5-504434d76ce0" providerId="ADAL" clId="{AA3C1486-642E-4193-95AF-D7E78E3DA4E9}" dt="2022-06-29T07:17:00.277" v="138" actId="21"/>
          <ac:graphicFrameMkLst>
            <pc:docMk/>
            <pc:sldMk cId="988350274" sldId="4043"/>
            <ac:graphicFrameMk id="165" creationId="{F2E7894A-97D8-49D2-A987-116F3D4CDE3D}"/>
          </ac:graphicFrameMkLst>
        </pc:graphicFrameChg>
        <pc:graphicFrameChg chg="add mod">
          <ac:chgData name="Halan, Mridul" userId="d8402aca-56b7-4a75-97f5-504434d76ce0" providerId="ADAL" clId="{AA3C1486-642E-4193-95AF-D7E78E3DA4E9}" dt="2022-06-30T10:55:31.753" v="3450" actId="1076"/>
          <ac:graphicFrameMkLst>
            <pc:docMk/>
            <pc:sldMk cId="988350274" sldId="4043"/>
            <ac:graphicFrameMk id="167" creationId="{7F59D292-21A3-4B77-9D8B-AE67064A0D4D}"/>
          </ac:graphicFrameMkLst>
        </pc:graphicFrameChg>
        <pc:graphicFrameChg chg="add del mod">
          <ac:chgData name="Halan, Mridul" userId="d8402aca-56b7-4a75-97f5-504434d76ce0" providerId="ADAL" clId="{AA3C1486-642E-4193-95AF-D7E78E3DA4E9}" dt="2022-06-29T07:25:24.212" v="212" actId="21"/>
          <ac:graphicFrameMkLst>
            <pc:docMk/>
            <pc:sldMk cId="988350274" sldId="4043"/>
            <ac:graphicFrameMk id="168" creationId="{95655351-E577-4E74-B4C7-9CB7D07BD1EE}"/>
          </ac:graphicFrameMkLst>
        </pc:graphicFrameChg>
        <pc:graphicFrameChg chg="add mod">
          <ac:chgData name="Halan, Mridul" userId="d8402aca-56b7-4a75-97f5-504434d76ce0" providerId="ADAL" clId="{AA3C1486-642E-4193-95AF-D7E78E3DA4E9}" dt="2022-06-29T10:14:00.716" v="1344" actId="1076"/>
          <ac:graphicFrameMkLst>
            <pc:docMk/>
            <pc:sldMk cId="988350274" sldId="4043"/>
            <ac:graphicFrameMk id="169" creationId="{11209966-5D1A-470D-A461-AA95C55046EC}"/>
          </ac:graphicFrameMkLst>
        </pc:graphicFrameChg>
        <pc:graphicFrameChg chg="add mod">
          <ac:chgData name="Halan, Mridul" userId="d8402aca-56b7-4a75-97f5-504434d76ce0" providerId="ADAL" clId="{AA3C1486-642E-4193-95AF-D7E78E3DA4E9}" dt="2022-06-29T10:06:06.751" v="1312" actId="1038"/>
          <ac:graphicFrameMkLst>
            <pc:docMk/>
            <pc:sldMk cId="988350274" sldId="4043"/>
            <ac:graphicFrameMk id="182" creationId="{C12DF218-3A6D-4758-8002-2617D81D4119}"/>
          </ac:graphicFrameMkLst>
        </pc:graphicFrameChg>
        <pc:picChg chg="add mod">
          <ac:chgData name="Halan, Mridul" userId="d8402aca-56b7-4a75-97f5-504434d76ce0" providerId="ADAL" clId="{AA3C1486-642E-4193-95AF-D7E78E3DA4E9}" dt="2022-06-30T10:45:46.771" v="3442" actId="14100"/>
          <ac:picMkLst>
            <pc:docMk/>
            <pc:sldMk cId="988350274" sldId="4043"/>
            <ac:picMk id="2" creationId="{C1B2926C-5883-44FC-B259-B753DDA94309}"/>
          </ac:picMkLst>
        </pc:picChg>
        <pc:picChg chg="del">
          <ac:chgData name="Halan, Mridul" userId="d8402aca-56b7-4a75-97f5-504434d76ce0" providerId="ADAL" clId="{AA3C1486-642E-4193-95AF-D7E78E3DA4E9}" dt="2022-06-29T07:19:31.622" v="172" actId="21"/>
          <ac:picMkLst>
            <pc:docMk/>
            <pc:sldMk cId="988350274" sldId="4043"/>
            <ac:picMk id="4"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8" creationId="{00000000-0000-0000-0000-000000000000}"/>
          </ac:picMkLst>
        </pc:picChg>
        <pc:picChg chg="add mod">
          <ac:chgData name="Halan, Mridul" userId="d8402aca-56b7-4a75-97f5-504434d76ce0" providerId="ADAL" clId="{AA3C1486-642E-4193-95AF-D7E78E3DA4E9}" dt="2022-06-29T10:14:59.291" v="1348" actId="207"/>
          <ac:picMkLst>
            <pc:docMk/>
            <pc:sldMk cId="988350274" sldId="4043"/>
            <ac:picMk id="37" creationId="{10C831DB-587C-4BA8-BF9C-BBE0A7C6834F}"/>
          </ac:picMkLst>
        </pc:picChg>
        <pc:picChg chg="del">
          <ac:chgData name="Halan, Mridul" userId="d8402aca-56b7-4a75-97f5-504434d76ce0" providerId="ADAL" clId="{AA3C1486-642E-4193-95AF-D7E78E3DA4E9}" dt="2022-06-29T07:19:31.622" v="172" actId="21"/>
          <ac:picMkLst>
            <pc:docMk/>
            <pc:sldMk cId="988350274" sldId="4043"/>
            <ac:picMk id="125"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126" creationId="{00000000-0000-0000-0000-000000000000}"/>
          </ac:picMkLst>
        </pc:picChg>
        <pc:picChg chg="del">
          <ac:chgData name="Halan, Mridul" userId="d8402aca-56b7-4a75-97f5-504434d76ce0" providerId="ADAL" clId="{AA3C1486-642E-4193-95AF-D7E78E3DA4E9}" dt="2022-06-29T07:19:31.622" v="172" actId="21"/>
          <ac:picMkLst>
            <pc:docMk/>
            <pc:sldMk cId="988350274" sldId="4043"/>
            <ac:picMk id="127"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28"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29"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1" creationId="{00000000-0000-0000-0000-000000000000}"/>
          </ac:picMkLst>
        </pc:picChg>
        <pc:picChg chg="del">
          <ac:chgData name="Halan, Mridul" userId="d8402aca-56b7-4a75-97f5-504434d76ce0" providerId="ADAL" clId="{AA3C1486-642E-4193-95AF-D7E78E3DA4E9}" dt="2022-06-29T07:17:32.554" v="145" actId="21"/>
          <ac:picMkLst>
            <pc:docMk/>
            <pc:sldMk cId="988350274" sldId="4043"/>
            <ac:picMk id="132"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3"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35" creationId="{00000000-0000-0000-0000-000000000000}"/>
          </ac:picMkLst>
        </pc:picChg>
        <pc:picChg chg="del">
          <ac:chgData name="Halan, Mridul" userId="d8402aca-56b7-4a75-97f5-504434d76ce0" providerId="ADAL" clId="{AA3C1486-642E-4193-95AF-D7E78E3DA4E9}" dt="2022-06-29T07:17:16.629" v="142" actId="21"/>
          <ac:picMkLst>
            <pc:docMk/>
            <pc:sldMk cId="988350274" sldId="4043"/>
            <ac:picMk id="138" creationId="{00000000-0000-0000-0000-000000000000}"/>
          </ac:picMkLst>
        </pc:picChg>
        <pc:picChg chg="add del">
          <ac:chgData name="Halan, Mridul" userId="d8402aca-56b7-4a75-97f5-504434d76ce0" providerId="ADAL" clId="{AA3C1486-642E-4193-95AF-D7E78E3DA4E9}" dt="2022-06-29T07:17:41.146" v="147" actId="21"/>
          <ac:picMkLst>
            <pc:docMk/>
            <pc:sldMk cId="988350274" sldId="4043"/>
            <ac:picMk id="141"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55" creationId="{00000000-0000-0000-0000-000000000000}"/>
          </ac:picMkLst>
        </pc:picChg>
        <pc:picChg chg="del">
          <ac:chgData name="Halan, Mridul" userId="d8402aca-56b7-4a75-97f5-504434d76ce0" providerId="ADAL" clId="{AA3C1486-642E-4193-95AF-D7E78E3DA4E9}" dt="2022-06-29T07:19:08.065" v="168" actId="21"/>
          <ac:picMkLst>
            <pc:docMk/>
            <pc:sldMk cId="988350274" sldId="4043"/>
            <ac:picMk id="157" creationId="{00000000-0000-0000-0000-000000000000}"/>
          </ac:picMkLst>
        </pc:picChg>
        <pc:picChg chg="add del mod">
          <ac:chgData name="Halan, Mridul" userId="d8402aca-56b7-4a75-97f5-504434d76ce0" providerId="ADAL" clId="{AA3C1486-642E-4193-95AF-D7E78E3DA4E9}" dt="2022-06-29T07:35:25.383" v="416" actId="21"/>
          <ac:picMkLst>
            <pc:docMk/>
            <pc:sldMk cId="988350274" sldId="4043"/>
            <ac:picMk id="175" creationId="{47AFB01B-5A66-4B8D-847B-277A7EDED387}"/>
          </ac:picMkLst>
        </pc:picChg>
        <pc:picChg chg="add mod">
          <ac:chgData name="Halan, Mridul" userId="d8402aca-56b7-4a75-97f5-504434d76ce0" providerId="ADAL" clId="{AA3C1486-642E-4193-95AF-D7E78E3DA4E9}" dt="2022-06-29T10:10:51.920" v="1340" actId="207"/>
          <ac:picMkLst>
            <pc:docMk/>
            <pc:sldMk cId="988350274" sldId="4043"/>
            <ac:picMk id="186" creationId="{B8AB9160-F0EE-4C29-95BB-BF7260924C58}"/>
          </ac:picMkLst>
        </pc:picChg>
        <pc:picChg chg="add del mod">
          <ac:chgData name="Halan, Mridul" userId="d8402aca-56b7-4a75-97f5-504434d76ce0" providerId="ADAL" clId="{AA3C1486-642E-4193-95AF-D7E78E3DA4E9}" dt="2022-06-29T10:09:54.155" v="1334"/>
          <ac:picMkLst>
            <pc:docMk/>
            <pc:sldMk cId="988350274" sldId="4043"/>
            <ac:picMk id="187" creationId="{9E32B1E4-044E-4031-8088-1F11288AA5E6}"/>
          </ac:picMkLst>
        </pc:picChg>
        <pc:picChg chg="add mod">
          <ac:chgData name="Halan, Mridul" userId="d8402aca-56b7-4a75-97f5-504434d76ce0" providerId="ADAL" clId="{AA3C1486-642E-4193-95AF-D7E78E3DA4E9}" dt="2022-06-29T10:10:01.664" v="1336" actId="1076"/>
          <ac:picMkLst>
            <pc:docMk/>
            <pc:sldMk cId="988350274" sldId="4043"/>
            <ac:picMk id="188" creationId="{39E6AD4F-AAD9-44ED-9ECE-B4C59D00944E}"/>
          </ac:picMkLst>
        </pc:picChg>
        <pc:picChg chg="add del mod">
          <ac:chgData name="Halan, Mridul" userId="d8402aca-56b7-4a75-97f5-504434d76ce0" providerId="ADAL" clId="{AA3C1486-642E-4193-95AF-D7E78E3DA4E9}" dt="2022-06-30T10:42:22.962" v="3434" actId="21"/>
          <ac:picMkLst>
            <pc:docMk/>
            <pc:sldMk cId="988350274" sldId="4043"/>
            <ac:picMk id="189" creationId="{3FF50421-6A62-49E3-A198-BD39C9A779B8}"/>
          </ac:picMkLst>
        </pc:picChg>
        <pc:picChg chg="add mod">
          <ac:chgData name="Halan, Mridul" userId="d8402aca-56b7-4a75-97f5-504434d76ce0" providerId="ADAL" clId="{AA3C1486-642E-4193-95AF-D7E78E3DA4E9}" dt="2022-06-29T10:07:45.386" v="1324" actId="1076"/>
          <ac:picMkLst>
            <pc:docMk/>
            <pc:sldMk cId="988350274" sldId="4043"/>
            <ac:picMk id="1026" creationId="{EE2819C2-9D86-4DB3-98F4-91E9B585A0B2}"/>
          </ac:picMkLst>
        </pc:picChg>
        <pc:picChg chg="add mod">
          <ac:chgData name="Halan, Mridul" userId="d8402aca-56b7-4a75-97f5-504434d76ce0" providerId="ADAL" clId="{AA3C1486-642E-4193-95AF-D7E78E3DA4E9}" dt="2022-06-29T10:07:33.344" v="1322" actId="1076"/>
          <ac:picMkLst>
            <pc:docMk/>
            <pc:sldMk cId="988350274" sldId="4043"/>
            <ac:picMk id="1028" creationId="{0735F724-96C0-4EE1-B1D3-2437944CC343}"/>
          </ac:picMkLst>
        </pc:picChg>
        <pc:picChg chg="add mod">
          <ac:chgData name="Halan, Mridul" userId="d8402aca-56b7-4a75-97f5-504434d76ce0" providerId="ADAL" clId="{AA3C1486-642E-4193-95AF-D7E78E3DA4E9}" dt="2022-06-29T10:07:12.104" v="1317" actId="1076"/>
          <ac:picMkLst>
            <pc:docMk/>
            <pc:sldMk cId="988350274" sldId="4043"/>
            <ac:picMk id="1030" creationId="{3F3871DC-C46A-4445-A31E-D7F2647427AF}"/>
          </ac:picMkLst>
        </pc:picChg>
        <pc:cxnChg chg="add del">
          <ac:chgData name="Halan, Mridul" userId="d8402aca-56b7-4a75-97f5-504434d76ce0" providerId="ADAL" clId="{AA3C1486-642E-4193-95AF-D7E78E3DA4E9}" dt="2022-06-29T07:56:14.213" v="1070" actId="21"/>
          <ac:cxnSpMkLst>
            <pc:docMk/>
            <pc:sldMk cId="988350274" sldId="4043"/>
            <ac:cxnSpMk id="26" creationId="{7B200E7F-9F7A-4F60-8D20-7F4A3A0BDA38}"/>
          </ac:cxnSpMkLst>
        </pc:cxnChg>
        <pc:cxnChg chg="del">
          <ac:chgData name="Halan, Mridul" userId="d8402aca-56b7-4a75-97f5-504434d76ce0" providerId="ADAL" clId="{AA3C1486-642E-4193-95AF-D7E78E3DA4E9}" dt="2022-06-29T07:18:06.678" v="155" actId="21"/>
          <ac:cxnSpMkLst>
            <pc:docMk/>
            <pc:sldMk cId="988350274" sldId="4043"/>
            <ac:cxnSpMk id="90" creationId="{00000000-0000-0000-0000-000000000000}"/>
          </ac:cxnSpMkLst>
        </pc:cxnChg>
        <pc:cxnChg chg="del">
          <ac:chgData name="Halan, Mridul" userId="d8402aca-56b7-4a75-97f5-504434d76ce0" providerId="ADAL" clId="{AA3C1486-642E-4193-95AF-D7E78E3DA4E9}" dt="2022-06-29T07:18:03.919" v="154" actId="21"/>
          <ac:cxnSpMkLst>
            <pc:docMk/>
            <pc:sldMk cId="988350274" sldId="4043"/>
            <ac:cxnSpMk id="91" creationId="{00000000-0000-0000-0000-000000000000}"/>
          </ac:cxnSpMkLst>
        </pc:cxnChg>
        <pc:cxnChg chg="add del mod">
          <ac:chgData name="Halan, Mridul" userId="d8402aca-56b7-4a75-97f5-504434d76ce0" providerId="ADAL" clId="{AA3C1486-642E-4193-95AF-D7E78E3DA4E9}" dt="2022-06-29T07:54:43.123" v="1018" actId="21"/>
          <ac:cxnSpMkLst>
            <pc:docMk/>
            <pc:sldMk cId="988350274" sldId="4043"/>
            <ac:cxnSpMk id="172" creationId="{2CCE8221-06DA-45EA-A84C-15EA40F7EB8F}"/>
          </ac:cxnSpMkLst>
        </pc:cxnChg>
        <pc:cxnChg chg="add del mod">
          <ac:chgData name="Halan, Mridul" userId="d8402aca-56b7-4a75-97f5-504434d76ce0" providerId="ADAL" clId="{AA3C1486-642E-4193-95AF-D7E78E3DA4E9}" dt="2022-06-29T07:54:46.122" v="1019" actId="21"/>
          <ac:cxnSpMkLst>
            <pc:docMk/>
            <pc:sldMk cId="988350274" sldId="4043"/>
            <ac:cxnSpMk id="173" creationId="{35AC0F1D-F28F-491B-8C2C-031367B6D4EE}"/>
          </ac:cxnSpMkLst>
        </pc:cxnChg>
        <pc:cxnChg chg="add mod">
          <ac:chgData name="Halan, Mridul" userId="d8402aca-56b7-4a75-97f5-504434d76ce0" providerId="ADAL" clId="{AA3C1486-642E-4193-95AF-D7E78E3DA4E9}" dt="2022-06-29T10:06:06.751" v="1312" actId="1038"/>
          <ac:cxnSpMkLst>
            <pc:docMk/>
            <pc:sldMk cId="988350274" sldId="4043"/>
            <ac:cxnSpMk id="184" creationId="{1FD01A50-9F01-4B90-B4BC-1AD3644B9C94}"/>
          </ac:cxnSpMkLst>
        </pc:cxnChg>
        <pc:cxnChg chg="add mod">
          <ac:chgData name="Halan, Mridul" userId="d8402aca-56b7-4a75-97f5-504434d76ce0" providerId="ADAL" clId="{AA3C1486-642E-4193-95AF-D7E78E3DA4E9}" dt="2022-06-29T10:06:06.751" v="1312" actId="1038"/>
          <ac:cxnSpMkLst>
            <pc:docMk/>
            <pc:sldMk cId="988350274" sldId="4043"/>
            <ac:cxnSpMk id="185" creationId="{A13D4A84-531D-47C0-B0D9-18A3928BC6CC}"/>
          </ac:cxnSpMkLst>
        </pc:cxnChg>
      </pc:sldChg>
      <pc:sldChg chg="addSp delSp modSp del mod">
        <pc:chgData name="Halan, Mridul" userId="d8402aca-56b7-4a75-97f5-504434d76ce0" providerId="ADAL" clId="{AA3C1486-642E-4193-95AF-D7E78E3DA4E9}" dt="2022-07-02T11:25:47.828" v="7244" actId="2696"/>
        <pc:sldMkLst>
          <pc:docMk/>
          <pc:sldMk cId="1313580258" sldId="4044"/>
        </pc:sldMkLst>
        <pc:spChg chg="mod">
          <ac:chgData name="Halan, Mridul" userId="d8402aca-56b7-4a75-97f5-504434d76ce0" providerId="ADAL" clId="{AA3C1486-642E-4193-95AF-D7E78E3DA4E9}" dt="2022-07-02T11:22:23.522" v="7233" actId="20577"/>
          <ac:spMkLst>
            <pc:docMk/>
            <pc:sldMk cId="1313580258" sldId="4044"/>
            <ac:spMk id="2" creationId="{F02F82D5-2DA0-494A-8694-A4C176CFA13A}"/>
          </ac:spMkLst>
        </pc:spChg>
        <pc:spChg chg="del mod">
          <ac:chgData name="Halan, Mridul" userId="d8402aca-56b7-4a75-97f5-504434d76ce0" providerId="ADAL" clId="{AA3C1486-642E-4193-95AF-D7E78E3DA4E9}" dt="2022-07-02T11:17:41.014" v="7163" actId="21"/>
          <ac:spMkLst>
            <pc:docMk/>
            <pc:sldMk cId="1313580258" sldId="4044"/>
            <ac:spMk id="3" creationId="{E303F832-A0D8-4E61-A7C4-B3015B3AADCE}"/>
          </ac:spMkLst>
        </pc:spChg>
        <pc:graphicFrameChg chg="add del mod modGraphic">
          <ac:chgData name="Halan, Mridul" userId="d8402aca-56b7-4a75-97f5-504434d76ce0" providerId="ADAL" clId="{AA3C1486-642E-4193-95AF-D7E78E3DA4E9}" dt="2022-07-02T11:23:16.617" v="7240" actId="113"/>
          <ac:graphicFrameMkLst>
            <pc:docMk/>
            <pc:sldMk cId="1313580258" sldId="4044"/>
            <ac:graphicFrameMk id="4" creationId="{0D3E0BFC-B3EC-4D3D-96B4-A257FC0B1C11}"/>
          </ac:graphicFrameMkLst>
        </pc:graphicFrameChg>
      </pc:sldChg>
      <pc:sldChg chg="delSp modSp add del mod">
        <pc:chgData name="Halan, Mridul" userId="d8402aca-56b7-4a75-97f5-504434d76ce0" providerId="ADAL" clId="{AA3C1486-642E-4193-95AF-D7E78E3DA4E9}" dt="2022-07-04T15:45:41.592" v="10830" actId="2696"/>
        <pc:sldMkLst>
          <pc:docMk/>
          <pc:sldMk cId="2882452749" sldId="4044"/>
        </pc:sldMkLst>
        <pc:graphicFrameChg chg="del mod">
          <ac:chgData name="Halan, Mridul" userId="d8402aca-56b7-4a75-97f5-504434d76ce0" providerId="ADAL" clId="{AA3C1486-642E-4193-95AF-D7E78E3DA4E9}" dt="2022-07-04T15:45:29.606" v="10817" actId="21"/>
          <ac:graphicFrameMkLst>
            <pc:docMk/>
            <pc:sldMk cId="2882452749" sldId="4044"/>
            <ac:graphicFrameMk id="4" creationId="{0D3E0BFC-B3EC-4D3D-96B4-A257FC0B1C11}"/>
          </ac:graphicFrameMkLst>
        </pc:graphicFrameChg>
      </pc:sldChg>
      <pc:sldChg chg="addSp delSp modSp add mod">
        <pc:chgData name="Halan, Mridul" userId="d8402aca-56b7-4a75-97f5-504434d76ce0" providerId="ADAL" clId="{AA3C1486-642E-4193-95AF-D7E78E3DA4E9}" dt="2022-06-30T08:49:14.362" v="3347" actId="14100"/>
        <pc:sldMkLst>
          <pc:docMk/>
          <pc:sldMk cId="185551404" sldId="4045"/>
        </pc:sldMkLst>
        <pc:spChg chg="mod">
          <ac:chgData name="Halan, Mridul" userId="d8402aca-56b7-4a75-97f5-504434d76ce0" providerId="ADAL" clId="{AA3C1486-642E-4193-95AF-D7E78E3DA4E9}" dt="2022-06-30T07:08:49.713" v="1862" actId="1076"/>
          <ac:spMkLst>
            <pc:docMk/>
            <pc:sldMk cId="185551404" sldId="4045"/>
            <ac:spMk id="2" creationId="{9EFDF1B9-E062-4194-B9AD-599B50A33613}"/>
          </ac:spMkLst>
        </pc:spChg>
        <pc:spChg chg="del">
          <ac:chgData name="Halan, Mridul" userId="d8402aca-56b7-4a75-97f5-504434d76ce0" providerId="ADAL" clId="{AA3C1486-642E-4193-95AF-D7E78E3DA4E9}" dt="2022-06-30T06:56:10.161" v="1677" actId="21"/>
          <ac:spMkLst>
            <pc:docMk/>
            <pc:sldMk cId="185551404" sldId="4045"/>
            <ac:spMk id="3" creationId="{5FA4D51D-CC6C-4617-B1DC-648D7261DEC0}"/>
          </ac:spMkLst>
        </pc:spChg>
        <pc:spChg chg="del">
          <ac:chgData name="Halan, Mridul" userId="d8402aca-56b7-4a75-97f5-504434d76ce0" providerId="ADAL" clId="{AA3C1486-642E-4193-95AF-D7E78E3DA4E9}" dt="2022-06-30T06:56:10.161" v="1677" actId="21"/>
          <ac:spMkLst>
            <pc:docMk/>
            <pc:sldMk cId="185551404" sldId="4045"/>
            <ac:spMk id="11" creationId="{7F2F4DD5-B013-43EF-940B-0DB000C7E34E}"/>
          </ac:spMkLst>
        </pc:spChg>
        <pc:spChg chg="del">
          <ac:chgData name="Halan, Mridul" userId="d8402aca-56b7-4a75-97f5-504434d76ce0" providerId="ADAL" clId="{AA3C1486-642E-4193-95AF-D7E78E3DA4E9}" dt="2022-06-30T06:56:10.161" v="1677" actId="21"/>
          <ac:spMkLst>
            <pc:docMk/>
            <pc:sldMk cId="185551404" sldId="4045"/>
            <ac:spMk id="55" creationId="{C5329C22-0C97-4484-94E0-23AEC80E6643}"/>
          </ac:spMkLst>
        </pc:spChg>
        <pc:spChg chg="del">
          <ac:chgData name="Halan, Mridul" userId="d8402aca-56b7-4a75-97f5-504434d76ce0" providerId="ADAL" clId="{AA3C1486-642E-4193-95AF-D7E78E3DA4E9}" dt="2022-06-30T06:56:10.161" v="1677" actId="21"/>
          <ac:spMkLst>
            <pc:docMk/>
            <pc:sldMk cId="185551404" sldId="4045"/>
            <ac:spMk id="62" creationId="{6EB9C241-D337-404B-9E5B-3DD65E12D676}"/>
          </ac:spMkLst>
        </pc:spChg>
        <pc:spChg chg="add mod">
          <ac:chgData name="Halan, Mridul" userId="d8402aca-56b7-4a75-97f5-504434d76ce0" providerId="ADAL" clId="{AA3C1486-642E-4193-95AF-D7E78E3DA4E9}" dt="2022-06-30T07:37:12.527" v="2808" actId="1036"/>
          <ac:spMkLst>
            <pc:docMk/>
            <pc:sldMk cId="185551404" sldId="4045"/>
            <ac:spMk id="65" creationId="{6784F241-04A4-4887-BCC7-86EACC030245}"/>
          </ac:spMkLst>
        </pc:spChg>
        <pc:spChg chg="add mod">
          <ac:chgData name="Halan, Mridul" userId="d8402aca-56b7-4a75-97f5-504434d76ce0" providerId="ADAL" clId="{AA3C1486-642E-4193-95AF-D7E78E3DA4E9}" dt="2022-06-30T07:37:12.527" v="2808" actId="1036"/>
          <ac:spMkLst>
            <pc:docMk/>
            <pc:sldMk cId="185551404" sldId="4045"/>
            <ac:spMk id="66" creationId="{1184B9B5-73B6-4341-B22F-581E15EE213E}"/>
          </ac:spMkLst>
        </pc:spChg>
        <pc:spChg chg="del">
          <ac:chgData name="Halan, Mridul" userId="d8402aca-56b7-4a75-97f5-504434d76ce0" providerId="ADAL" clId="{AA3C1486-642E-4193-95AF-D7E78E3DA4E9}" dt="2022-06-30T06:56:10.161" v="1677" actId="21"/>
          <ac:spMkLst>
            <pc:docMk/>
            <pc:sldMk cId="185551404" sldId="4045"/>
            <ac:spMk id="67" creationId="{53051261-FD2F-4C0C-8727-3B4978333BC6}"/>
          </ac:spMkLst>
        </pc:spChg>
        <pc:spChg chg="del">
          <ac:chgData name="Halan, Mridul" userId="d8402aca-56b7-4a75-97f5-504434d76ce0" providerId="ADAL" clId="{AA3C1486-642E-4193-95AF-D7E78E3DA4E9}" dt="2022-06-30T06:56:10.161" v="1677" actId="21"/>
          <ac:spMkLst>
            <pc:docMk/>
            <pc:sldMk cId="185551404" sldId="4045"/>
            <ac:spMk id="68" creationId="{214BFEDF-498C-454C-B94F-1789388F7237}"/>
          </ac:spMkLst>
        </pc:spChg>
        <pc:spChg chg="add mod">
          <ac:chgData name="Halan, Mridul" userId="d8402aca-56b7-4a75-97f5-504434d76ce0" providerId="ADAL" clId="{AA3C1486-642E-4193-95AF-D7E78E3DA4E9}" dt="2022-06-30T07:37:12.527" v="2808" actId="1036"/>
          <ac:spMkLst>
            <pc:docMk/>
            <pc:sldMk cId="185551404" sldId="4045"/>
            <ac:spMk id="69" creationId="{A8B05FA7-4BCB-4C54-B302-6AFADC6D928C}"/>
          </ac:spMkLst>
        </pc:spChg>
        <pc:spChg chg="add mod">
          <ac:chgData name="Halan, Mridul" userId="d8402aca-56b7-4a75-97f5-504434d76ce0" providerId="ADAL" clId="{AA3C1486-642E-4193-95AF-D7E78E3DA4E9}" dt="2022-06-30T07:46:46.704" v="3132" actId="14100"/>
          <ac:spMkLst>
            <pc:docMk/>
            <pc:sldMk cId="185551404" sldId="4045"/>
            <ac:spMk id="71" creationId="{47A46A9C-077D-4B0B-8C27-2BFD8B712DEB}"/>
          </ac:spMkLst>
        </pc:spChg>
        <pc:spChg chg="del">
          <ac:chgData name="Halan, Mridul" userId="d8402aca-56b7-4a75-97f5-504434d76ce0" providerId="ADAL" clId="{AA3C1486-642E-4193-95AF-D7E78E3DA4E9}" dt="2022-06-30T06:56:10.161" v="1677" actId="21"/>
          <ac:spMkLst>
            <pc:docMk/>
            <pc:sldMk cId="185551404" sldId="4045"/>
            <ac:spMk id="81" creationId="{BA533B7D-C69C-400C-ABF1-4FC2A314365F}"/>
          </ac:spMkLst>
        </pc:spChg>
        <pc:spChg chg="del">
          <ac:chgData name="Halan, Mridul" userId="d8402aca-56b7-4a75-97f5-504434d76ce0" providerId="ADAL" clId="{AA3C1486-642E-4193-95AF-D7E78E3DA4E9}" dt="2022-06-30T06:56:10.161" v="1677" actId="21"/>
          <ac:spMkLst>
            <pc:docMk/>
            <pc:sldMk cId="185551404" sldId="4045"/>
            <ac:spMk id="89" creationId="{63AE868E-03DF-4DDD-ADB0-D9033F3160B7}"/>
          </ac:spMkLst>
        </pc:spChg>
        <pc:spChg chg="add mod">
          <ac:chgData name="Halan, Mridul" userId="d8402aca-56b7-4a75-97f5-504434d76ce0" providerId="ADAL" clId="{AA3C1486-642E-4193-95AF-D7E78E3DA4E9}" dt="2022-06-30T07:37:12.527" v="2808" actId="1036"/>
          <ac:spMkLst>
            <pc:docMk/>
            <pc:sldMk cId="185551404" sldId="4045"/>
            <ac:spMk id="96" creationId="{170C246A-6412-4C26-A13E-B02C9B85B83F}"/>
          </ac:spMkLst>
        </pc:spChg>
        <pc:spChg chg="add mod">
          <ac:chgData name="Halan, Mridul" userId="d8402aca-56b7-4a75-97f5-504434d76ce0" providerId="ADAL" clId="{AA3C1486-642E-4193-95AF-D7E78E3DA4E9}" dt="2022-06-30T07:37:12.527" v="2808" actId="1036"/>
          <ac:spMkLst>
            <pc:docMk/>
            <pc:sldMk cId="185551404" sldId="4045"/>
            <ac:spMk id="97" creationId="{1206597C-1746-439D-A032-B584D0464F71}"/>
          </ac:spMkLst>
        </pc:spChg>
        <pc:spChg chg="add mod">
          <ac:chgData name="Halan, Mridul" userId="d8402aca-56b7-4a75-97f5-504434d76ce0" providerId="ADAL" clId="{AA3C1486-642E-4193-95AF-D7E78E3DA4E9}" dt="2022-06-30T07:37:12.527" v="2808" actId="1036"/>
          <ac:spMkLst>
            <pc:docMk/>
            <pc:sldMk cId="185551404" sldId="4045"/>
            <ac:spMk id="98" creationId="{F12BB2A2-9AC1-431F-98FE-55AAB32D9025}"/>
          </ac:spMkLst>
        </pc:spChg>
        <pc:spChg chg="add mod">
          <ac:chgData name="Halan, Mridul" userId="d8402aca-56b7-4a75-97f5-504434d76ce0" providerId="ADAL" clId="{AA3C1486-642E-4193-95AF-D7E78E3DA4E9}" dt="2022-06-30T07:37:12.527" v="2808" actId="1036"/>
          <ac:spMkLst>
            <pc:docMk/>
            <pc:sldMk cId="185551404" sldId="4045"/>
            <ac:spMk id="99" creationId="{35C83CD7-28D5-4956-B67B-6C3DCF1E9F1D}"/>
          </ac:spMkLst>
        </pc:spChg>
        <pc:spChg chg="add mod">
          <ac:chgData name="Halan, Mridul" userId="d8402aca-56b7-4a75-97f5-504434d76ce0" providerId="ADAL" clId="{AA3C1486-642E-4193-95AF-D7E78E3DA4E9}" dt="2022-06-30T07:37:12.527" v="2808" actId="1036"/>
          <ac:spMkLst>
            <pc:docMk/>
            <pc:sldMk cId="185551404" sldId="4045"/>
            <ac:spMk id="100" creationId="{9E06AA3D-AA8D-4D48-8596-02BB52D22AC1}"/>
          </ac:spMkLst>
        </pc:spChg>
        <pc:spChg chg="add mod">
          <ac:chgData name="Halan, Mridul" userId="d8402aca-56b7-4a75-97f5-504434d76ce0" providerId="ADAL" clId="{AA3C1486-642E-4193-95AF-D7E78E3DA4E9}" dt="2022-06-30T07:46:50.887" v="3133" actId="14100"/>
          <ac:spMkLst>
            <pc:docMk/>
            <pc:sldMk cId="185551404" sldId="4045"/>
            <ac:spMk id="101" creationId="{0CBF3B29-235E-4C49-B8D4-75978240AAF7}"/>
          </ac:spMkLst>
        </pc:spChg>
        <pc:spChg chg="add mod">
          <ac:chgData name="Halan, Mridul" userId="d8402aca-56b7-4a75-97f5-504434d76ce0" providerId="ADAL" clId="{AA3C1486-642E-4193-95AF-D7E78E3DA4E9}" dt="2022-06-30T07:38:37.611" v="2869" actId="20577"/>
          <ac:spMkLst>
            <pc:docMk/>
            <pc:sldMk cId="185551404" sldId="4045"/>
            <ac:spMk id="102" creationId="{B1EC1AB5-1741-429C-A6DE-98288C32E837}"/>
          </ac:spMkLst>
        </pc:spChg>
        <pc:spChg chg="add mod">
          <ac:chgData name="Halan, Mridul" userId="d8402aca-56b7-4a75-97f5-504434d76ce0" providerId="ADAL" clId="{AA3C1486-642E-4193-95AF-D7E78E3DA4E9}" dt="2022-06-30T07:38:25.062" v="2854" actId="1038"/>
          <ac:spMkLst>
            <pc:docMk/>
            <pc:sldMk cId="185551404" sldId="4045"/>
            <ac:spMk id="103" creationId="{89C7D33A-43C1-4711-9DCE-11DFC3D5E70A}"/>
          </ac:spMkLst>
        </pc:spChg>
        <pc:spChg chg="add mod">
          <ac:chgData name="Halan, Mridul" userId="d8402aca-56b7-4a75-97f5-504434d76ce0" providerId="ADAL" clId="{AA3C1486-642E-4193-95AF-D7E78E3DA4E9}" dt="2022-06-30T07:38:25.062" v="2854" actId="1038"/>
          <ac:spMkLst>
            <pc:docMk/>
            <pc:sldMk cId="185551404" sldId="4045"/>
            <ac:spMk id="104" creationId="{DB4C21B9-AD54-4313-BC34-E5BE3EB16C3F}"/>
          </ac:spMkLst>
        </pc:spChg>
        <pc:spChg chg="add mod">
          <ac:chgData name="Halan, Mridul" userId="d8402aca-56b7-4a75-97f5-504434d76ce0" providerId="ADAL" clId="{AA3C1486-642E-4193-95AF-D7E78E3DA4E9}" dt="2022-06-30T07:58:45.252" v="3317" actId="207"/>
          <ac:spMkLst>
            <pc:docMk/>
            <pc:sldMk cId="185551404" sldId="4045"/>
            <ac:spMk id="105" creationId="{880D3A7C-DD92-4F05-BE94-06B03D173987}"/>
          </ac:spMkLst>
        </pc:spChg>
        <pc:spChg chg="add mod">
          <ac:chgData name="Halan, Mridul" userId="d8402aca-56b7-4a75-97f5-504434d76ce0" providerId="ADAL" clId="{AA3C1486-642E-4193-95AF-D7E78E3DA4E9}" dt="2022-06-30T07:38:25.062" v="2854" actId="1038"/>
          <ac:spMkLst>
            <pc:docMk/>
            <pc:sldMk cId="185551404" sldId="4045"/>
            <ac:spMk id="106" creationId="{0E24CBED-B56A-4E65-89CE-B0E3B4F75720}"/>
          </ac:spMkLst>
        </pc:spChg>
        <pc:spChg chg="add mod">
          <ac:chgData name="Halan, Mridul" userId="d8402aca-56b7-4a75-97f5-504434d76ce0" providerId="ADAL" clId="{AA3C1486-642E-4193-95AF-D7E78E3DA4E9}" dt="2022-06-30T07:38:25.062" v="2854" actId="1038"/>
          <ac:spMkLst>
            <pc:docMk/>
            <pc:sldMk cId="185551404" sldId="4045"/>
            <ac:spMk id="107" creationId="{9AE503C3-4C34-4E63-8107-34365F1E7285}"/>
          </ac:spMkLst>
        </pc:spChg>
        <pc:spChg chg="add mod">
          <ac:chgData name="Halan, Mridul" userId="d8402aca-56b7-4a75-97f5-504434d76ce0" providerId="ADAL" clId="{AA3C1486-642E-4193-95AF-D7E78E3DA4E9}" dt="2022-06-30T07:37:12.527" v="2808" actId="1036"/>
          <ac:spMkLst>
            <pc:docMk/>
            <pc:sldMk cId="185551404" sldId="4045"/>
            <ac:spMk id="114" creationId="{788438AB-3306-4238-BAAF-DE2F152B16DB}"/>
          </ac:spMkLst>
        </pc:spChg>
        <pc:spChg chg="add mod">
          <ac:chgData name="Halan, Mridul" userId="d8402aca-56b7-4a75-97f5-504434d76ce0" providerId="ADAL" clId="{AA3C1486-642E-4193-95AF-D7E78E3DA4E9}" dt="2022-06-30T07:37:12.527" v="2808" actId="1036"/>
          <ac:spMkLst>
            <pc:docMk/>
            <pc:sldMk cId="185551404" sldId="4045"/>
            <ac:spMk id="127" creationId="{104BA2A3-8EF3-46B4-B468-B843DA27E9A5}"/>
          </ac:spMkLst>
        </pc:spChg>
        <pc:spChg chg="add mod">
          <ac:chgData name="Halan, Mridul" userId="d8402aca-56b7-4a75-97f5-504434d76ce0" providerId="ADAL" clId="{AA3C1486-642E-4193-95AF-D7E78E3DA4E9}" dt="2022-06-30T07:37:12.527" v="2808" actId="1036"/>
          <ac:spMkLst>
            <pc:docMk/>
            <pc:sldMk cId="185551404" sldId="4045"/>
            <ac:spMk id="132" creationId="{6406A2D1-BBB9-4A11-BBB8-6B69AF7DB04C}"/>
          </ac:spMkLst>
        </pc:spChg>
        <pc:spChg chg="add mod">
          <ac:chgData name="Halan, Mridul" userId="d8402aca-56b7-4a75-97f5-504434d76ce0" providerId="ADAL" clId="{AA3C1486-642E-4193-95AF-D7E78E3DA4E9}" dt="2022-06-30T07:37:12.527" v="2808" actId="1036"/>
          <ac:spMkLst>
            <pc:docMk/>
            <pc:sldMk cId="185551404" sldId="4045"/>
            <ac:spMk id="133" creationId="{BDA6EF5D-E792-4234-9C63-2E47706060F9}"/>
          </ac:spMkLst>
        </pc:spChg>
        <pc:spChg chg="add mod">
          <ac:chgData name="Halan, Mridul" userId="d8402aca-56b7-4a75-97f5-504434d76ce0" providerId="ADAL" clId="{AA3C1486-642E-4193-95AF-D7E78E3DA4E9}" dt="2022-06-30T07:37:12.527" v="2808" actId="1036"/>
          <ac:spMkLst>
            <pc:docMk/>
            <pc:sldMk cId="185551404" sldId="4045"/>
            <ac:spMk id="135" creationId="{5E7C5A0E-0FC3-463C-88D6-FDD0E25D95FF}"/>
          </ac:spMkLst>
        </pc:spChg>
        <pc:spChg chg="add mod">
          <ac:chgData name="Halan, Mridul" userId="d8402aca-56b7-4a75-97f5-504434d76ce0" providerId="ADAL" clId="{AA3C1486-642E-4193-95AF-D7E78E3DA4E9}" dt="2022-06-30T07:37:12.527" v="2808" actId="1036"/>
          <ac:spMkLst>
            <pc:docMk/>
            <pc:sldMk cId="185551404" sldId="4045"/>
            <ac:spMk id="136" creationId="{26394603-CE97-48DE-8D4E-B8C78EFBDAE2}"/>
          </ac:spMkLst>
        </pc:spChg>
        <pc:spChg chg="add mod">
          <ac:chgData name="Halan, Mridul" userId="d8402aca-56b7-4a75-97f5-504434d76ce0" providerId="ADAL" clId="{AA3C1486-642E-4193-95AF-D7E78E3DA4E9}" dt="2022-06-30T07:37:12.527" v="2808" actId="1036"/>
          <ac:spMkLst>
            <pc:docMk/>
            <pc:sldMk cId="185551404" sldId="4045"/>
            <ac:spMk id="137" creationId="{FF29C8DF-DA07-4C78-A76D-948144A60B16}"/>
          </ac:spMkLst>
        </pc:spChg>
        <pc:spChg chg="add mod">
          <ac:chgData name="Halan, Mridul" userId="d8402aca-56b7-4a75-97f5-504434d76ce0" providerId="ADAL" clId="{AA3C1486-642E-4193-95AF-D7E78E3DA4E9}" dt="2022-06-30T07:37:12.527" v="2808" actId="1036"/>
          <ac:spMkLst>
            <pc:docMk/>
            <pc:sldMk cId="185551404" sldId="4045"/>
            <ac:spMk id="138" creationId="{8EB4BE75-0505-4FBD-9540-E396B3B65954}"/>
          </ac:spMkLst>
        </pc:spChg>
        <pc:spChg chg="add mod">
          <ac:chgData name="Halan, Mridul" userId="d8402aca-56b7-4a75-97f5-504434d76ce0" providerId="ADAL" clId="{AA3C1486-642E-4193-95AF-D7E78E3DA4E9}" dt="2022-06-30T07:37:12.527" v="2808" actId="1036"/>
          <ac:spMkLst>
            <pc:docMk/>
            <pc:sldMk cId="185551404" sldId="4045"/>
            <ac:spMk id="140" creationId="{9E1C490B-1C4C-436C-BFEE-8047D1F92DEF}"/>
          </ac:spMkLst>
        </pc:spChg>
        <pc:spChg chg="add mod">
          <ac:chgData name="Halan, Mridul" userId="d8402aca-56b7-4a75-97f5-504434d76ce0" providerId="ADAL" clId="{AA3C1486-642E-4193-95AF-D7E78E3DA4E9}" dt="2022-06-30T07:37:12.527" v="2808" actId="1036"/>
          <ac:spMkLst>
            <pc:docMk/>
            <pc:sldMk cId="185551404" sldId="4045"/>
            <ac:spMk id="141" creationId="{18EF659F-2E8E-4C15-BFEA-A4646A7FA4D6}"/>
          </ac:spMkLst>
        </pc:spChg>
        <pc:spChg chg="add mod">
          <ac:chgData name="Halan, Mridul" userId="d8402aca-56b7-4a75-97f5-504434d76ce0" providerId="ADAL" clId="{AA3C1486-642E-4193-95AF-D7E78E3DA4E9}" dt="2022-06-30T07:37:12.527" v="2808" actId="1036"/>
          <ac:spMkLst>
            <pc:docMk/>
            <pc:sldMk cId="185551404" sldId="4045"/>
            <ac:spMk id="142" creationId="{F81AC404-7D3F-4631-A196-3987C06E97ED}"/>
          </ac:spMkLst>
        </pc:spChg>
        <pc:spChg chg="add mod">
          <ac:chgData name="Halan, Mridul" userId="d8402aca-56b7-4a75-97f5-504434d76ce0" providerId="ADAL" clId="{AA3C1486-642E-4193-95AF-D7E78E3DA4E9}" dt="2022-06-30T07:37:12.527" v="2808" actId="1036"/>
          <ac:spMkLst>
            <pc:docMk/>
            <pc:sldMk cId="185551404" sldId="4045"/>
            <ac:spMk id="143" creationId="{5C565BB5-5BF1-4FD8-B946-66240BE4FE9F}"/>
          </ac:spMkLst>
        </pc:spChg>
        <pc:spChg chg="add mod">
          <ac:chgData name="Halan, Mridul" userId="d8402aca-56b7-4a75-97f5-504434d76ce0" providerId="ADAL" clId="{AA3C1486-642E-4193-95AF-D7E78E3DA4E9}" dt="2022-06-30T07:37:12.527" v="2808" actId="1036"/>
          <ac:spMkLst>
            <pc:docMk/>
            <pc:sldMk cId="185551404" sldId="4045"/>
            <ac:spMk id="144" creationId="{AB6CD02E-9BBE-43E3-BD2F-1AE2024D9C70}"/>
          </ac:spMkLst>
        </pc:spChg>
        <pc:spChg chg="add mod">
          <ac:chgData name="Halan, Mridul" userId="d8402aca-56b7-4a75-97f5-504434d76ce0" providerId="ADAL" clId="{AA3C1486-642E-4193-95AF-D7E78E3DA4E9}" dt="2022-06-30T07:47:01.888" v="3146" actId="1036"/>
          <ac:spMkLst>
            <pc:docMk/>
            <pc:sldMk cId="185551404" sldId="4045"/>
            <ac:spMk id="154" creationId="{4A926501-EC40-4BE4-A531-C2B07B8101BE}"/>
          </ac:spMkLst>
        </pc:spChg>
        <pc:spChg chg="add mod">
          <ac:chgData name="Halan, Mridul" userId="d8402aca-56b7-4a75-97f5-504434d76ce0" providerId="ADAL" clId="{AA3C1486-642E-4193-95AF-D7E78E3DA4E9}" dt="2022-06-30T07:47:01.888" v="3146" actId="1036"/>
          <ac:spMkLst>
            <pc:docMk/>
            <pc:sldMk cId="185551404" sldId="4045"/>
            <ac:spMk id="155" creationId="{3128A7FB-7AE0-4788-97B1-2E8A07492C21}"/>
          </ac:spMkLst>
        </pc:spChg>
        <pc:spChg chg="add mod">
          <ac:chgData name="Halan, Mridul" userId="d8402aca-56b7-4a75-97f5-504434d76ce0" providerId="ADAL" clId="{AA3C1486-642E-4193-95AF-D7E78E3DA4E9}" dt="2022-06-30T07:47:01.888" v="3146" actId="1036"/>
          <ac:spMkLst>
            <pc:docMk/>
            <pc:sldMk cId="185551404" sldId="4045"/>
            <ac:spMk id="156" creationId="{AF591297-EB04-423E-BF86-571C66E58499}"/>
          </ac:spMkLst>
        </pc:spChg>
        <pc:spChg chg="add mod">
          <ac:chgData name="Halan, Mridul" userId="d8402aca-56b7-4a75-97f5-504434d76ce0" providerId="ADAL" clId="{AA3C1486-642E-4193-95AF-D7E78E3DA4E9}" dt="2022-06-30T07:47:01.888" v="3146" actId="1036"/>
          <ac:spMkLst>
            <pc:docMk/>
            <pc:sldMk cId="185551404" sldId="4045"/>
            <ac:spMk id="157" creationId="{1396B55C-7A58-45AD-97B8-A09A6AD74F49}"/>
          </ac:spMkLst>
        </pc:spChg>
        <pc:spChg chg="add mod">
          <ac:chgData name="Halan, Mridul" userId="d8402aca-56b7-4a75-97f5-504434d76ce0" providerId="ADAL" clId="{AA3C1486-642E-4193-95AF-D7E78E3DA4E9}" dt="2022-06-30T07:47:01.888" v="3146" actId="1036"/>
          <ac:spMkLst>
            <pc:docMk/>
            <pc:sldMk cId="185551404" sldId="4045"/>
            <ac:spMk id="158" creationId="{3FAFDEEB-1917-41EE-B69D-B4B0E506AF47}"/>
          </ac:spMkLst>
        </pc:spChg>
        <pc:spChg chg="add mod">
          <ac:chgData name="Halan, Mridul" userId="d8402aca-56b7-4a75-97f5-504434d76ce0" providerId="ADAL" clId="{AA3C1486-642E-4193-95AF-D7E78E3DA4E9}" dt="2022-06-30T07:47:01.888" v="3146" actId="1036"/>
          <ac:spMkLst>
            <pc:docMk/>
            <pc:sldMk cId="185551404" sldId="4045"/>
            <ac:spMk id="159" creationId="{305885EF-22D0-4EBA-8E13-2F23C09FB1F3}"/>
          </ac:spMkLst>
        </pc:spChg>
        <pc:spChg chg="add mod">
          <ac:chgData name="Halan, Mridul" userId="d8402aca-56b7-4a75-97f5-504434d76ce0" providerId="ADAL" clId="{AA3C1486-642E-4193-95AF-D7E78E3DA4E9}" dt="2022-06-30T07:37:12.527" v="2808" actId="1036"/>
          <ac:spMkLst>
            <pc:docMk/>
            <pc:sldMk cId="185551404" sldId="4045"/>
            <ac:spMk id="1024" creationId="{6B5B9703-BE8E-4155-AF82-58B62F4E44A6}"/>
          </ac:spMkLst>
        </pc:spChg>
        <pc:spChg chg="add mod">
          <ac:chgData name="Halan, Mridul" userId="d8402aca-56b7-4a75-97f5-504434d76ce0" providerId="ADAL" clId="{AA3C1486-642E-4193-95AF-D7E78E3DA4E9}" dt="2022-06-30T07:47:09.336" v="3147" actId="1076"/>
          <ac:spMkLst>
            <pc:docMk/>
            <pc:sldMk cId="185551404" sldId="4045"/>
            <ac:spMk id="1025" creationId="{1D71A7A5-17D6-43B2-B8AE-CD4BD6D96056}"/>
          </ac:spMkLst>
        </pc:spChg>
        <pc:spChg chg="add del mod">
          <ac:chgData name="Halan, Mridul" userId="d8402aca-56b7-4a75-97f5-504434d76ce0" providerId="ADAL" clId="{AA3C1486-642E-4193-95AF-D7E78E3DA4E9}" dt="2022-06-30T08:47:46.020" v="3320" actId="21"/>
          <ac:spMkLst>
            <pc:docMk/>
            <pc:sldMk cId="185551404" sldId="4045"/>
            <ac:spMk id="1032" creationId="{BCF95A18-F8F7-4DEF-9FF6-72BEFDCC6954}"/>
          </ac:spMkLst>
        </pc:spChg>
        <pc:spChg chg="add mod">
          <ac:chgData name="Halan, Mridul" userId="d8402aca-56b7-4a75-97f5-504434d76ce0" providerId="ADAL" clId="{AA3C1486-642E-4193-95AF-D7E78E3DA4E9}" dt="2022-06-30T08:49:14.362" v="3347" actId="14100"/>
          <ac:spMkLst>
            <pc:docMk/>
            <pc:sldMk cId="185551404" sldId="4045"/>
            <ac:spMk id="1033" creationId="{47EE8225-EF12-4DC2-87E4-C2F6EFDFE558}"/>
          </ac:spMkLst>
        </pc:spChg>
        <pc:grpChg chg="del">
          <ac:chgData name="Halan, Mridul" userId="d8402aca-56b7-4a75-97f5-504434d76ce0" providerId="ADAL" clId="{AA3C1486-642E-4193-95AF-D7E78E3DA4E9}" dt="2022-06-30T06:56:10.161" v="1677" actId="21"/>
          <ac:grpSpMkLst>
            <pc:docMk/>
            <pc:sldMk cId="185551404" sldId="4045"/>
            <ac:grpSpMk id="4" creationId="{1A90BB6A-C90F-4723-910B-BD676B7B300B}"/>
          </ac:grpSpMkLst>
        </pc:grpChg>
        <pc:grpChg chg="del">
          <ac:chgData name="Halan, Mridul" userId="d8402aca-56b7-4a75-97f5-504434d76ce0" providerId="ADAL" clId="{AA3C1486-642E-4193-95AF-D7E78E3DA4E9}" dt="2022-06-30T06:56:10.161" v="1677" actId="21"/>
          <ac:grpSpMkLst>
            <pc:docMk/>
            <pc:sldMk cId="185551404" sldId="4045"/>
            <ac:grpSpMk id="14" creationId="{31DC5002-05E3-4375-8B57-BFFBF5413E5F}"/>
          </ac:grpSpMkLst>
        </pc:grpChg>
        <pc:grpChg chg="del">
          <ac:chgData name="Halan, Mridul" userId="d8402aca-56b7-4a75-97f5-504434d76ce0" providerId="ADAL" clId="{AA3C1486-642E-4193-95AF-D7E78E3DA4E9}" dt="2022-06-30T06:56:10.161" v="1677" actId="21"/>
          <ac:grpSpMkLst>
            <pc:docMk/>
            <pc:sldMk cId="185551404" sldId="4045"/>
            <ac:grpSpMk id="17" creationId="{1988012B-294B-42C5-8935-9F6BF5759206}"/>
          </ac:grpSpMkLst>
        </pc:grpChg>
        <pc:grpChg chg="del">
          <ac:chgData name="Halan, Mridul" userId="d8402aca-56b7-4a75-97f5-504434d76ce0" providerId="ADAL" clId="{AA3C1486-642E-4193-95AF-D7E78E3DA4E9}" dt="2022-06-30T06:56:10.161" v="1677" actId="21"/>
          <ac:grpSpMkLst>
            <pc:docMk/>
            <pc:sldMk cId="185551404" sldId="4045"/>
            <ac:grpSpMk id="20" creationId="{6B5C55D9-F668-4652-961F-68F9A63010B3}"/>
          </ac:grpSpMkLst>
        </pc:grpChg>
        <pc:grpChg chg="del">
          <ac:chgData name="Halan, Mridul" userId="d8402aca-56b7-4a75-97f5-504434d76ce0" providerId="ADAL" clId="{AA3C1486-642E-4193-95AF-D7E78E3DA4E9}" dt="2022-06-30T06:56:10.161" v="1677" actId="21"/>
          <ac:grpSpMkLst>
            <pc:docMk/>
            <pc:sldMk cId="185551404" sldId="4045"/>
            <ac:grpSpMk id="23" creationId="{78DFA01A-EE9A-4D5E-8266-F6C29569FF57}"/>
          </ac:grpSpMkLst>
        </pc:grpChg>
        <pc:grpChg chg="del">
          <ac:chgData name="Halan, Mridul" userId="d8402aca-56b7-4a75-97f5-504434d76ce0" providerId="ADAL" clId="{AA3C1486-642E-4193-95AF-D7E78E3DA4E9}" dt="2022-06-30T06:56:10.161" v="1677" actId="21"/>
          <ac:grpSpMkLst>
            <pc:docMk/>
            <pc:sldMk cId="185551404" sldId="4045"/>
            <ac:grpSpMk id="26" creationId="{A23BE9DC-68BD-40DC-9B1A-8B479C5D1FBF}"/>
          </ac:grpSpMkLst>
        </pc:grpChg>
        <pc:grpChg chg="del">
          <ac:chgData name="Halan, Mridul" userId="d8402aca-56b7-4a75-97f5-504434d76ce0" providerId="ADAL" clId="{AA3C1486-642E-4193-95AF-D7E78E3DA4E9}" dt="2022-06-30T06:56:10.161" v="1677" actId="21"/>
          <ac:grpSpMkLst>
            <pc:docMk/>
            <pc:sldMk cId="185551404" sldId="4045"/>
            <ac:grpSpMk id="31" creationId="{89CE592D-171D-4F84-AD4C-49A90D88CB9A}"/>
          </ac:grpSpMkLst>
        </pc:grpChg>
        <pc:grpChg chg="del">
          <ac:chgData name="Halan, Mridul" userId="d8402aca-56b7-4a75-97f5-504434d76ce0" providerId="ADAL" clId="{AA3C1486-642E-4193-95AF-D7E78E3DA4E9}" dt="2022-06-30T06:56:10.161" v="1677" actId="21"/>
          <ac:grpSpMkLst>
            <pc:docMk/>
            <pc:sldMk cId="185551404" sldId="4045"/>
            <ac:grpSpMk id="37" creationId="{AED19324-2FC2-4D86-AB70-67B3C6A5F4C2}"/>
          </ac:grpSpMkLst>
        </pc:grpChg>
        <pc:grpChg chg="del">
          <ac:chgData name="Halan, Mridul" userId="d8402aca-56b7-4a75-97f5-504434d76ce0" providerId="ADAL" clId="{AA3C1486-642E-4193-95AF-D7E78E3DA4E9}" dt="2022-06-30T06:56:10.161" v="1677" actId="21"/>
          <ac:grpSpMkLst>
            <pc:docMk/>
            <pc:sldMk cId="185551404" sldId="4045"/>
            <ac:grpSpMk id="43" creationId="{D5DF4765-A473-4662-8A10-B603896EFA1C}"/>
          </ac:grpSpMkLst>
        </pc:grpChg>
        <pc:grpChg chg="del">
          <ac:chgData name="Halan, Mridul" userId="d8402aca-56b7-4a75-97f5-504434d76ce0" providerId="ADAL" clId="{AA3C1486-642E-4193-95AF-D7E78E3DA4E9}" dt="2022-06-30T06:56:10.161" v="1677" actId="21"/>
          <ac:grpSpMkLst>
            <pc:docMk/>
            <pc:sldMk cId="185551404" sldId="4045"/>
            <ac:grpSpMk id="49" creationId="{1537FFC4-07D0-496E-8D5A-3AA4FAE1D34A}"/>
          </ac:grpSpMkLst>
        </pc:grpChg>
        <pc:grpChg chg="del">
          <ac:chgData name="Halan, Mridul" userId="d8402aca-56b7-4a75-97f5-504434d76ce0" providerId="ADAL" clId="{AA3C1486-642E-4193-95AF-D7E78E3DA4E9}" dt="2022-06-30T06:56:10.161" v="1677" actId="21"/>
          <ac:grpSpMkLst>
            <pc:docMk/>
            <pc:sldMk cId="185551404" sldId="4045"/>
            <ac:grpSpMk id="57" creationId="{47CFE5A6-782C-40A6-A2D1-B4DD0BAD4F50}"/>
          </ac:grpSpMkLst>
        </pc:grpChg>
        <pc:grpChg chg="del">
          <ac:chgData name="Halan, Mridul" userId="d8402aca-56b7-4a75-97f5-504434d76ce0" providerId="ADAL" clId="{AA3C1486-642E-4193-95AF-D7E78E3DA4E9}" dt="2022-06-30T06:56:10.161" v="1677" actId="21"/>
          <ac:grpSpMkLst>
            <pc:docMk/>
            <pc:sldMk cId="185551404" sldId="4045"/>
            <ac:grpSpMk id="75" creationId="{27FA0890-CDDF-431D-A167-CD710122DF24}"/>
          </ac:grpSpMkLst>
        </pc:grpChg>
        <pc:grpChg chg="del">
          <ac:chgData name="Halan, Mridul" userId="d8402aca-56b7-4a75-97f5-504434d76ce0" providerId="ADAL" clId="{AA3C1486-642E-4193-95AF-D7E78E3DA4E9}" dt="2022-06-30T06:56:10.161" v="1677" actId="21"/>
          <ac:grpSpMkLst>
            <pc:docMk/>
            <pc:sldMk cId="185551404" sldId="4045"/>
            <ac:grpSpMk id="82" creationId="{3DACE492-12DC-4BA3-8CC9-8D2FE7F11218}"/>
          </ac:grpSpMkLst>
        </pc:grpChg>
        <pc:picChg chg="del">
          <ac:chgData name="Halan, Mridul" userId="d8402aca-56b7-4a75-97f5-504434d76ce0" providerId="ADAL" clId="{AA3C1486-642E-4193-95AF-D7E78E3DA4E9}" dt="2022-06-30T06:56:10.161" v="1677" actId="21"/>
          <ac:picMkLst>
            <pc:docMk/>
            <pc:sldMk cId="185551404" sldId="4045"/>
            <ac:picMk id="29" creationId="{1CA822E0-1DA9-43E7-9091-F16F0090D2EF}"/>
          </ac:picMkLst>
        </pc:picChg>
        <pc:picChg chg="del">
          <ac:chgData name="Halan, Mridul" userId="d8402aca-56b7-4a75-97f5-504434d76ce0" providerId="ADAL" clId="{AA3C1486-642E-4193-95AF-D7E78E3DA4E9}" dt="2022-06-30T06:56:10.161" v="1677" actId="21"/>
          <ac:picMkLst>
            <pc:docMk/>
            <pc:sldMk cId="185551404" sldId="4045"/>
            <ac:picMk id="30" creationId="{EF6FF010-A98F-479F-B1D6-CC326A30FF9B}"/>
          </ac:picMkLst>
        </pc:picChg>
        <pc:picChg chg="del">
          <ac:chgData name="Halan, Mridul" userId="d8402aca-56b7-4a75-97f5-504434d76ce0" providerId="ADAL" clId="{AA3C1486-642E-4193-95AF-D7E78E3DA4E9}" dt="2022-06-30T06:56:10.161" v="1677" actId="21"/>
          <ac:picMkLst>
            <pc:docMk/>
            <pc:sldMk cId="185551404" sldId="4045"/>
            <ac:picMk id="60" creationId="{D020071C-2612-4E3E-BBB2-F49F288EE510}"/>
          </ac:picMkLst>
        </pc:picChg>
        <pc:picChg chg="add mod">
          <ac:chgData name="Halan, Mridul" userId="d8402aca-56b7-4a75-97f5-504434d76ce0" providerId="ADAL" clId="{AA3C1486-642E-4193-95AF-D7E78E3DA4E9}" dt="2022-06-30T07:37:12.527" v="2808" actId="1036"/>
          <ac:picMkLst>
            <pc:docMk/>
            <pc:sldMk cId="185551404" sldId="4045"/>
            <ac:picMk id="61" creationId="{4B1A7554-B151-42B3-95BC-0ABA92BA38F1}"/>
          </ac:picMkLst>
        </pc:picChg>
        <pc:picChg chg="add mod">
          <ac:chgData name="Halan, Mridul" userId="d8402aca-56b7-4a75-97f5-504434d76ce0" providerId="ADAL" clId="{AA3C1486-642E-4193-95AF-D7E78E3DA4E9}" dt="2022-06-30T07:37:12.527" v="2808" actId="1036"/>
          <ac:picMkLst>
            <pc:docMk/>
            <pc:sldMk cId="185551404" sldId="4045"/>
            <ac:picMk id="64" creationId="{F61A29E1-EB77-46CD-96BA-1E22F811DF1A}"/>
          </ac:picMkLst>
        </pc:picChg>
        <pc:picChg chg="add del mod">
          <ac:chgData name="Halan, Mridul" userId="d8402aca-56b7-4a75-97f5-504434d76ce0" providerId="ADAL" clId="{AA3C1486-642E-4193-95AF-D7E78E3DA4E9}" dt="2022-06-30T07:02:31.667" v="1746" actId="21"/>
          <ac:picMkLst>
            <pc:docMk/>
            <pc:sldMk cId="185551404" sldId="4045"/>
            <ac:picMk id="90" creationId="{D33BB0BA-0E52-4E01-853A-D584FB1CABBC}"/>
          </ac:picMkLst>
        </pc:picChg>
        <pc:picChg chg="add mod">
          <ac:chgData name="Halan, Mridul" userId="d8402aca-56b7-4a75-97f5-504434d76ce0" providerId="ADAL" clId="{AA3C1486-642E-4193-95AF-D7E78E3DA4E9}" dt="2022-06-30T07:37:12.527" v="2808" actId="1036"/>
          <ac:picMkLst>
            <pc:docMk/>
            <pc:sldMk cId="185551404" sldId="4045"/>
            <ac:picMk id="92" creationId="{5DE54B04-F1C7-4490-B152-05C0EBD22289}"/>
          </ac:picMkLst>
        </pc:picChg>
        <pc:picChg chg="add mod">
          <ac:chgData name="Halan, Mridul" userId="d8402aca-56b7-4a75-97f5-504434d76ce0" providerId="ADAL" clId="{AA3C1486-642E-4193-95AF-D7E78E3DA4E9}" dt="2022-06-30T07:37:12.527" v="2808" actId="1036"/>
          <ac:picMkLst>
            <pc:docMk/>
            <pc:sldMk cId="185551404" sldId="4045"/>
            <ac:picMk id="93" creationId="{06D81A45-4E5E-4ABE-AC09-47699142872E}"/>
          </ac:picMkLst>
        </pc:picChg>
        <pc:picChg chg="add mod">
          <ac:chgData name="Halan, Mridul" userId="d8402aca-56b7-4a75-97f5-504434d76ce0" providerId="ADAL" clId="{AA3C1486-642E-4193-95AF-D7E78E3DA4E9}" dt="2022-06-30T07:37:12.527" v="2808" actId="1036"/>
          <ac:picMkLst>
            <pc:docMk/>
            <pc:sldMk cId="185551404" sldId="4045"/>
            <ac:picMk id="94" creationId="{3733E1FE-46BD-49B9-B812-AA8980851E3B}"/>
          </ac:picMkLst>
        </pc:picChg>
        <pc:picChg chg="add mod">
          <ac:chgData name="Halan, Mridul" userId="d8402aca-56b7-4a75-97f5-504434d76ce0" providerId="ADAL" clId="{AA3C1486-642E-4193-95AF-D7E78E3DA4E9}" dt="2022-06-30T08:49:08.615" v="3346" actId="1035"/>
          <ac:picMkLst>
            <pc:docMk/>
            <pc:sldMk cId="185551404" sldId="4045"/>
            <ac:picMk id="95" creationId="{921C6F5E-AC5D-4AD5-A91C-2E44D361F7E0}"/>
          </ac:picMkLst>
        </pc:picChg>
        <pc:picChg chg="del">
          <ac:chgData name="Halan, Mridul" userId="d8402aca-56b7-4a75-97f5-504434d76ce0" providerId="ADAL" clId="{AA3C1486-642E-4193-95AF-D7E78E3DA4E9}" dt="2022-06-30T06:56:10.161" v="1677" actId="21"/>
          <ac:picMkLst>
            <pc:docMk/>
            <pc:sldMk cId="185551404" sldId="4045"/>
            <ac:picMk id="1026" creationId="{585EE154-67CE-48E9-9F23-753316468794}"/>
          </ac:picMkLst>
        </pc:picChg>
        <pc:picChg chg="del">
          <ac:chgData name="Halan, Mridul" userId="d8402aca-56b7-4a75-97f5-504434d76ce0" providerId="ADAL" clId="{AA3C1486-642E-4193-95AF-D7E78E3DA4E9}" dt="2022-06-30T06:56:10.161" v="1677" actId="21"/>
          <ac:picMkLst>
            <pc:docMk/>
            <pc:sldMk cId="185551404" sldId="4045"/>
            <ac:picMk id="5122" creationId="{66F81BCF-22FA-47CD-8B27-87E83A47F27E}"/>
          </ac:picMkLst>
        </pc:picChg>
        <pc:picChg chg="add mod">
          <ac:chgData name="Halan, Mridul" userId="d8402aca-56b7-4a75-97f5-504434d76ce0" providerId="ADAL" clId="{AA3C1486-642E-4193-95AF-D7E78E3DA4E9}" dt="2022-06-30T07:37:12.527" v="2808" actId="1036"/>
          <ac:picMkLst>
            <pc:docMk/>
            <pc:sldMk cId="185551404" sldId="4045"/>
            <ac:picMk id="91138" creationId="{37E21AE9-859D-40B6-BA7C-F3E5421A795D}"/>
          </ac:picMkLst>
        </pc:picChg>
        <pc:picChg chg="add mod">
          <ac:chgData name="Halan, Mridul" userId="d8402aca-56b7-4a75-97f5-504434d76ce0" providerId="ADAL" clId="{AA3C1486-642E-4193-95AF-D7E78E3DA4E9}" dt="2022-06-30T08:49:08.615" v="3346" actId="1035"/>
          <ac:picMkLst>
            <pc:docMk/>
            <pc:sldMk cId="185551404" sldId="4045"/>
            <ac:picMk id="91140" creationId="{E00E3F43-18E6-4F2D-8AEC-2B3FA95D77FC}"/>
          </ac:picMkLst>
        </pc:picChg>
        <pc:cxnChg chg="del">
          <ac:chgData name="Halan, Mridul" userId="d8402aca-56b7-4a75-97f5-504434d76ce0" providerId="ADAL" clId="{AA3C1486-642E-4193-95AF-D7E78E3DA4E9}" dt="2022-06-30T06:56:10.161" v="1677" actId="21"/>
          <ac:cxnSpMkLst>
            <pc:docMk/>
            <pc:sldMk cId="185551404" sldId="4045"/>
            <ac:cxnSpMk id="10" creationId="{4F3F5B78-9077-460F-8F1A-BFB5CFC2F9E0}"/>
          </ac:cxnSpMkLst>
        </pc:cxnChg>
        <pc:cxnChg chg="del">
          <ac:chgData name="Halan, Mridul" userId="d8402aca-56b7-4a75-97f5-504434d76ce0" providerId="ADAL" clId="{AA3C1486-642E-4193-95AF-D7E78E3DA4E9}" dt="2022-06-30T06:56:10.161" v="1677" actId="21"/>
          <ac:cxnSpMkLst>
            <pc:docMk/>
            <pc:sldMk cId="185551404" sldId="4045"/>
            <ac:cxnSpMk id="12" creationId="{85EC24F8-1C53-405F-8F4A-FC2B12893269}"/>
          </ac:cxnSpMkLst>
        </pc:cxnChg>
        <pc:cxnChg chg="del">
          <ac:chgData name="Halan, Mridul" userId="d8402aca-56b7-4a75-97f5-504434d76ce0" providerId="ADAL" clId="{AA3C1486-642E-4193-95AF-D7E78E3DA4E9}" dt="2022-06-30T06:56:10.161" v="1677" actId="21"/>
          <ac:cxnSpMkLst>
            <pc:docMk/>
            <pc:sldMk cId="185551404" sldId="4045"/>
            <ac:cxnSpMk id="13" creationId="{259DFBAD-62B1-4D49-8181-C166419D027B}"/>
          </ac:cxnSpMkLst>
        </pc:cxnChg>
        <pc:cxnChg chg="del">
          <ac:chgData name="Halan, Mridul" userId="d8402aca-56b7-4a75-97f5-504434d76ce0" providerId="ADAL" clId="{AA3C1486-642E-4193-95AF-D7E78E3DA4E9}" dt="2022-06-30T06:56:10.161" v="1677" actId="21"/>
          <ac:cxnSpMkLst>
            <pc:docMk/>
            <pc:sldMk cId="185551404" sldId="4045"/>
            <ac:cxnSpMk id="70" creationId="{18B18028-74BC-4CE6-868E-449A96B920ED}"/>
          </ac:cxnSpMkLst>
        </pc:cxnChg>
        <pc:cxnChg chg="add mod">
          <ac:chgData name="Halan, Mridul" userId="d8402aca-56b7-4a75-97f5-504434d76ce0" providerId="ADAL" clId="{AA3C1486-642E-4193-95AF-D7E78E3DA4E9}" dt="2022-06-30T07:37:12.527" v="2808" actId="1036"/>
          <ac:cxnSpMkLst>
            <pc:docMk/>
            <pc:sldMk cId="185551404" sldId="4045"/>
            <ac:cxnSpMk id="73" creationId="{FCCE4A44-1EBF-45D2-9D57-1E18E4CAABFC}"/>
          </ac:cxnSpMkLst>
        </pc:cxnChg>
        <pc:cxnChg chg="del">
          <ac:chgData name="Halan, Mridul" userId="d8402aca-56b7-4a75-97f5-504434d76ce0" providerId="ADAL" clId="{AA3C1486-642E-4193-95AF-D7E78E3DA4E9}" dt="2022-06-30T06:56:10.161" v="1677" actId="21"/>
          <ac:cxnSpMkLst>
            <pc:docMk/>
            <pc:sldMk cId="185551404" sldId="4045"/>
            <ac:cxnSpMk id="91" creationId="{0C4D3812-377C-47B7-B3F6-FAF3E6B0DC4E}"/>
          </ac:cxnSpMkLst>
        </pc:cxnChg>
        <pc:cxnChg chg="add mod">
          <ac:chgData name="Halan, Mridul" userId="d8402aca-56b7-4a75-97f5-504434d76ce0" providerId="ADAL" clId="{AA3C1486-642E-4193-95AF-D7E78E3DA4E9}" dt="2022-06-30T07:37:12.527" v="2808" actId="1036"/>
          <ac:cxnSpMkLst>
            <pc:docMk/>
            <pc:sldMk cId="185551404" sldId="4045"/>
            <ac:cxnSpMk id="111" creationId="{899DDF4C-14B5-4313-B7A0-70D43504727E}"/>
          </ac:cxnSpMkLst>
        </pc:cxnChg>
        <pc:cxnChg chg="add mod">
          <ac:chgData name="Halan, Mridul" userId="d8402aca-56b7-4a75-97f5-504434d76ce0" providerId="ADAL" clId="{AA3C1486-642E-4193-95AF-D7E78E3DA4E9}" dt="2022-06-30T07:37:12.527" v="2808" actId="1036"/>
          <ac:cxnSpMkLst>
            <pc:docMk/>
            <pc:sldMk cId="185551404" sldId="4045"/>
            <ac:cxnSpMk id="113" creationId="{EF13671A-8C06-4F22-8F24-462D182E41F5}"/>
          </ac:cxnSpMkLst>
        </pc:cxnChg>
        <pc:cxnChg chg="add mod">
          <ac:chgData name="Halan, Mridul" userId="d8402aca-56b7-4a75-97f5-504434d76ce0" providerId="ADAL" clId="{AA3C1486-642E-4193-95AF-D7E78E3DA4E9}" dt="2022-06-30T07:37:12.527" v="2808" actId="1036"/>
          <ac:cxnSpMkLst>
            <pc:docMk/>
            <pc:sldMk cId="185551404" sldId="4045"/>
            <ac:cxnSpMk id="115" creationId="{7DACCBA2-CBF7-4F9E-BE8F-F736366F321A}"/>
          </ac:cxnSpMkLst>
        </pc:cxnChg>
        <pc:cxnChg chg="add mod">
          <ac:chgData name="Halan, Mridul" userId="d8402aca-56b7-4a75-97f5-504434d76ce0" providerId="ADAL" clId="{AA3C1486-642E-4193-95AF-D7E78E3DA4E9}" dt="2022-06-30T07:37:12.527" v="2808" actId="1036"/>
          <ac:cxnSpMkLst>
            <pc:docMk/>
            <pc:sldMk cId="185551404" sldId="4045"/>
            <ac:cxnSpMk id="117" creationId="{24B2E33B-AF9D-4F2A-A0D8-384124AFB54A}"/>
          </ac:cxnSpMkLst>
        </pc:cxnChg>
        <pc:cxnChg chg="add mod">
          <ac:chgData name="Halan, Mridul" userId="d8402aca-56b7-4a75-97f5-504434d76ce0" providerId="ADAL" clId="{AA3C1486-642E-4193-95AF-D7E78E3DA4E9}" dt="2022-06-30T07:37:12.527" v="2808" actId="1036"/>
          <ac:cxnSpMkLst>
            <pc:docMk/>
            <pc:sldMk cId="185551404" sldId="4045"/>
            <ac:cxnSpMk id="118" creationId="{ADC10F22-4054-426C-8DFE-659238F3C3AD}"/>
          </ac:cxnSpMkLst>
        </pc:cxnChg>
        <pc:cxnChg chg="add mod">
          <ac:chgData name="Halan, Mridul" userId="d8402aca-56b7-4a75-97f5-504434d76ce0" providerId="ADAL" clId="{AA3C1486-642E-4193-95AF-D7E78E3DA4E9}" dt="2022-06-30T07:37:12.527" v="2808" actId="1036"/>
          <ac:cxnSpMkLst>
            <pc:docMk/>
            <pc:sldMk cId="185551404" sldId="4045"/>
            <ac:cxnSpMk id="126" creationId="{E9D5D2D3-26A2-47ED-A5E6-778E66A740B2}"/>
          </ac:cxnSpMkLst>
        </pc:cxnChg>
        <pc:cxnChg chg="add mod">
          <ac:chgData name="Halan, Mridul" userId="d8402aca-56b7-4a75-97f5-504434d76ce0" providerId="ADAL" clId="{AA3C1486-642E-4193-95AF-D7E78E3DA4E9}" dt="2022-06-30T07:37:12.527" v="2808" actId="1036"/>
          <ac:cxnSpMkLst>
            <pc:docMk/>
            <pc:sldMk cId="185551404" sldId="4045"/>
            <ac:cxnSpMk id="128" creationId="{8C092882-B60E-41BA-A7D1-AB5AD20482D3}"/>
          </ac:cxnSpMkLst>
        </pc:cxnChg>
        <pc:cxnChg chg="add mod">
          <ac:chgData name="Halan, Mridul" userId="d8402aca-56b7-4a75-97f5-504434d76ce0" providerId="ADAL" clId="{AA3C1486-642E-4193-95AF-D7E78E3DA4E9}" dt="2022-06-30T07:39:44.394" v="2898" actId="1037"/>
          <ac:cxnSpMkLst>
            <pc:docMk/>
            <pc:sldMk cId="185551404" sldId="4045"/>
            <ac:cxnSpMk id="151" creationId="{64B255F9-9483-4FC0-AF57-C41BE0AE7CD0}"/>
          </ac:cxnSpMkLst>
        </pc:cxnChg>
        <pc:cxnChg chg="add mod">
          <ac:chgData name="Halan, Mridul" userId="d8402aca-56b7-4a75-97f5-504434d76ce0" providerId="ADAL" clId="{AA3C1486-642E-4193-95AF-D7E78E3DA4E9}" dt="2022-06-30T07:47:37.862" v="3313" actId="1037"/>
          <ac:cxnSpMkLst>
            <pc:docMk/>
            <pc:sldMk cId="185551404" sldId="4045"/>
            <ac:cxnSpMk id="152" creationId="{B0F6BC52-5A96-4B25-8026-F891E017F866}"/>
          </ac:cxnSpMkLst>
        </pc:cxnChg>
        <pc:cxnChg chg="add mod">
          <ac:chgData name="Halan, Mridul" userId="d8402aca-56b7-4a75-97f5-504434d76ce0" providerId="ADAL" clId="{AA3C1486-642E-4193-95AF-D7E78E3DA4E9}" dt="2022-06-30T07:47:40.517" v="3314" actId="1037"/>
          <ac:cxnSpMkLst>
            <pc:docMk/>
            <pc:sldMk cId="185551404" sldId="4045"/>
            <ac:cxnSpMk id="153" creationId="{0C789A79-1BFB-44CF-8BAD-101BDD2411C9}"/>
          </ac:cxnSpMkLst>
        </pc:cxnChg>
        <pc:cxnChg chg="add mod">
          <ac:chgData name="Halan, Mridul" userId="d8402aca-56b7-4a75-97f5-504434d76ce0" providerId="ADAL" clId="{AA3C1486-642E-4193-95AF-D7E78E3DA4E9}" dt="2022-06-30T07:47:33.888" v="3308" actId="1037"/>
          <ac:cxnSpMkLst>
            <pc:docMk/>
            <pc:sldMk cId="185551404" sldId="4045"/>
            <ac:cxnSpMk id="160" creationId="{6C49F2D2-2D85-41E3-8BE4-58AFDDF9AA55}"/>
          </ac:cxnSpMkLst>
        </pc:cxnChg>
        <pc:cxnChg chg="add mod">
          <ac:chgData name="Halan, Mridul" userId="d8402aca-56b7-4a75-97f5-504434d76ce0" providerId="ADAL" clId="{AA3C1486-642E-4193-95AF-D7E78E3DA4E9}" dt="2022-06-30T07:47:21.950" v="3223" actId="1038"/>
          <ac:cxnSpMkLst>
            <pc:docMk/>
            <pc:sldMk cId="185551404" sldId="4045"/>
            <ac:cxnSpMk id="161" creationId="{8CF6CB21-1CFB-41BE-A5F4-20CF71812411}"/>
          </ac:cxnSpMkLst>
        </pc:cxnChg>
        <pc:cxnChg chg="add mod">
          <ac:chgData name="Halan, Mridul" userId="d8402aca-56b7-4a75-97f5-504434d76ce0" providerId="ADAL" clId="{AA3C1486-642E-4193-95AF-D7E78E3DA4E9}" dt="2022-06-30T07:47:30.077" v="3304" actId="1035"/>
          <ac:cxnSpMkLst>
            <pc:docMk/>
            <pc:sldMk cId="185551404" sldId="4045"/>
            <ac:cxnSpMk id="162" creationId="{93EF23FC-0E2A-4C7B-A3D0-45755821D37B}"/>
          </ac:cxnSpMkLst>
        </pc:cxnChg>
        <pc:cxnChg chg="add del mod">
          <ac:chgData name="Halan, Mridul" userId="d8402aca-56b7-4a75-97f5-504434d76ce0" providerId="ADAL" clId="{AA3C1486-642E-4193-95AF-D7E78E3DA4E9}" dt="2022-06-30T07:38:08.676" v="2840" actId="11529"/>
          <ac:cxnSpMkLst>
            <pc:docMk/>
            <pc:sldMk cId="185551404" sldId="4045"/>
            <ac:cxnSpMk id="1028" creationId="{D4F0D527-5BDD-4D08-9146-456C3E2D20D3}"/>
          </ac:cxnSpMkLst>
        </pc:cxnChg>
        <pc:cxnChg chg="add mod">
          <ac:chgData name="Halan, Mridul" userId="d8402aca-56b7-4a75-97f5-504434d76ce0" providerId="ADAL" clId="{AA3C1486-642E-4193-95AF-D7E78E3DA4E9}" dt="2022-06-30T07:39:38.536" v="2872" actId="693"/>
          <ac:cxnSpMkLst>
            <pc:docMk/>
            <pc:sldMk cId="185551404" sldId="4045"/>
            <ac:cxnSpMk id="1030" creationId="{0C4371CD-C428-4130-89B2-61FB11F72C8A}"/>
          </ac:cxnSpMkLst>
        </pc:cxnChg>
      </pc:sldChg>
      <pc:sldChg chg="delSp modSp add del mod ord">
        <pc:chgData name="Halan, Mridul" userId="d8402aca-56b7-4a75-97f5-504434d76ce0" providerId="ADAL" clId="{AA3C1486-642E-4193-95AF-D7E78E3DA4E9}" dt="2022-07-02T11:28:13.470" v="7251" actId="2696"/>
        <pc:sldMkLst>
          <pc:docMk/>
          <pc:sldMk cId="4131059623" sldId="4046"/>
        </pc:sldMkLst>
        <pc:spChg chg="mod">
          <ac:chgData name="Halan, Mridul" userId="d8402aca-56b7-4a75-97f5-504434d76ce0" providerId="ADAL" clId="{AA3C1486-642E-4193-95AF-D7E78E3DA4E9}" dt="2022-06-30T11:09:05.324" v="3451" actId="6549"/>
          <ac:spMkLst>
            <pc:docMk/>
            <pc:sldMk cId="4131059623" sldId="4046"/>
            <ac:spMk id="425" creationId="{00000000-0000-0000-0000-000000000000}"/>
          </ac:spMkLst>
        </pc:spChg>
        <pc:graphicFrameChg chg="mod modGraphic">
          <ac:chgData name="Halan, Mridul" userId="d8402aca-56b7-4a75-97f5-504434d76ce0" providerId="ADAL" clId="{AA3C1486-642E-4193-95AF-D7E78E3DA4E9}" dt="2022-06-30T10:12:10.485" v="3430" actId="14100"/>
          <ac:graphicFrameMkLst>
            <pc:docMk/>
            <pc:sldMk cId="4131059623" sldId="4046"/>
            <ac:graphicFrameMk id="326" creationId="{00000000-0000-0000-0000-000000000000}"/>
          </ac:graphicFrameMkLst>
        </pc:graphicFrameChg>
        <pc:picChg chg="del">
          <ac:chgData name="Halan, Mridul" userId="d8402aca-56b7-4a75-97f5-504434d76ce0" providerId="ADAL" clId="{AA3C1486-642E-4193-95AF-D7E78E3DA4E9}" dt="2022-06-30T10:12:01.997" v="3428" actId="21"/>
          <ac:picMkLst>
            <pc:docMk/>
            <pc:sldMk cId="4131059623" sldId="4046"/>
            <ac:picMk id="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7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8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7" creationId="{00000000-0000-0000-0000-000000000000}"/>
          </ac:picMkLst>
        </pc:picChg>
        <pc:picChg chg="del">
          <ac:chgData name="Halan, Mridul" userId="d8402aca-56b7-4a75-97f5-504434d76ce0" providerId="ADAL" clId="{AA3C1486-642E-4193-95AF-D7E78E3DA4E9}" dt="2022-06-30T10:12:05.421" v="3429" actId="21"/>
          <ac:picMkLst>
            <pc:docMk/>
            <pc:sldMk cId="4131059623" sldId="4046"/>
            <ac:picMk id="9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9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7"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0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6"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7"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8"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19"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0"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1"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2"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3"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4"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5" creationId="{00000000-0000-0000-0000-000000000000}"/>
          </ac:picMkLst>
        </pc:picChg>
        <pc:picChg chg="del">
          <ac:chgData name="Halan, Mridul" userId="d8402aca-56b7-4a75-97f5-504434d76ce0" providerId="ADAL" clId="{AA3C1486-642E-4193-95AF-D7E78E3DA4E9}" dt="2022-06-30T10:12:01.997" v="3428" actId="21"/>
          <ac:picMkLst>
            <pc:docMk/>
            <pc:sldMk cId="4131059623" sldId="4046"/>
            <ac:picMk id="126" creationId="{00000000-0000-0000-0000-000000000000}"/>
          </ac:picMkLst>
        </pc:picChg>
      </pc:sldChg>
      <pc:sldChg chg="del">
        <pc:chgData name="Halan, Mridul" userId="d8402aca-56b7-4a75-97f5-504434d76ce0" providerId="ADAL" clId="{AA3C1486-642E-4193-95AF-D7E78E3DA4E9}" dt="2022-07-02T07:30:14.984" v="6262" actId="2696"/>
        <pc:sldMkLst>
          <pc:docMk/>
          <pc:sldMk cId="566245043" sldId="4048"/>
        </pc:sldMkLst>
      </pc:sldChg>
      <pc:sldChg chg="delSp modSp del mod">
        <pc:chgData name="Halan, Mridul" userId="d8402aca-56b7-4a75-97f5-504434d76ce0" providerId="ADAL" clId="{AA3C1486-642E-4193-95AF-D7E78E3DA4E9}" dt="2022-07-04T16:09:06.112" v="11084" actId="2696"/>
        <pc:sldMkLst>
          <pc:docMk/>
          <pc:sldMk cId="326628513" sldId="6182"/>
        </pc:sldMkLst>
        <pc:spChg chg="mod">
          <ac:chgData name="Halan, Mridul" userId="d8402aca-56b7-4a75-97f5-504434d76ce0" providerId="ADAL" clId="{AA3C1486-642E-4193-95AF-D7E78E3DA4E9}" dt="2022-07-04T16:08:47.511" v="11080" actId="21"/>
          <ac:spMkLst>
            <pc:docMk/>
            <pc:sldMk cId="326628513" sldId="6182"/>
            <ac:spMk id="3" creationId="{38925438-C85E-46E7-ADA2-736B167E5A85}"/>
          </ac:spMkLst>
        </pc:spChg>
        <pc:spChg chg="del mod">
          <ac:chgData name="Halan, Mridul" userId="d8402aca-56b7-4a75-97f5-504434d76ce0" providerId="ADAL" clId="{AA3C1486-642E-4193-95AF-D7E78E3DA4E9}" dt="2022-07-04T16:00:26.153" v="11032" actId="21"/>
          <ac:spMkLst>
            <pc:docMk/>
            <pc:sldMk cId="326628513" sldId="6182"/>
            <ac:spMk id="6" creationId="{C943D2A8-0CE6-4A43-85CD-FFB766BE10DA}"/>
          </ac:spMkLst>
        </pc:spChg>
        <pc:spChg chg="del">
          <ac:chgData name="Halan, Mridul" userId="d8402aca-56b7-4a75-97f5-504434d76ce0" providerId="ADAL" clId="{AA3C1486-642E-4193-95AF-D7E78E3DA4E9}" dt="2022-07-04T16:00:26.153" v="11032" actId="21"/>
          <ac:spMkLst>
            <pc:docMk/>
            <pc:sldMk cId="326628513" sldId="6182"/>
            <ac:spMk id="7" creationId="{1CF87C9F-99D0-43E2-86BE-E159CC55400F}"/>
          </ac:spMkLst>
        </pc:spChg>
        <pc:spChg chg="del">
          <ac:chgData name="Halan, Mridul" userId="d8402aca-56b7-4a75-97f5-504434d76ce0" providerId="ADAL" clId="{AA3C1486-642E-4193-95AF-D7E78E3DA4E9}" dt="2022-07-04T16:00:26.153" v="11032" actId="21"/>
          <ac:spMkLst>
            <pc:docMk/>
            <pc:sldMk cId="326628513" sldId="6182"/>
            <ac:spMk id="8" creationId="{36C334D6-0582-4757-ABEE-9C9A86C1CC14}"/>
          </ac:spMkLst>
        </pc:spChg>
        <pc:spChg chg="del">
          <ac:chgData name="Halan, Mridul" userId="d8402aca-56b7-4a75-97f5-504434d76ce0" providerId="ADAL" clId="{AA3C1486-642E-4193-95AF-D7E78E3DA4E9}" dt="2022-07-04T16:00:26.153" v="11032" actId="21"/>
          <ac:spMkLst>
            <pc:docMk/>
            <pc:sldMk cId="326628513" sldId="6182"/>
            <ac:spMk id="9" creationId="{C2CF2C18-0A4F-4354-BBC7-E29906AE56A7}"/>
          </ac:spMkLst>
        </pc:spChg>
        <pc:spChg chg="del">
          <ac:chgData name="Halan, Mridul" userId="d8402aca-56b7-4a75-97f5-504434d76ce0" providerId="ADAL" clId="{AA3C1486-642E-4193-95AF-D7E78E3DA4E9}" dt="2022-07-04T16:00:45.188" v="11036" actId="21"/>
          <ac:spMkLst>
            <pc:docMk/>
            <pc:sldMk cId="326628513" sldId="6182"/>
            <ac:spMk id="11" creationId="{90FB5EEF-F12C-40D6-A193-35BBBD6548C4}"/>
          </ac:spMkLst>
        </pc:spChg>
        <pc:graphicFrameChg chg="del">
          <ac:chgData name="Halan, Mridul" userId="d8402aca-56b7-4a75-97f5-504434d76ce0" providerId="ADAL" clId="{AA3C1486-642E-4193-95AF-D7E78E3DA4E9}" dt="2022-07-04T16:00:32.554" v="11034" actId="21"/>
          <ac:graphicFrameMkLst>
            <pc:docMk/>
            <pc:sldMk cId="326628513" sldId="6182"/>
            <ac:graphicFrameMk id="5" creationId="{62697BF1-A807-4C7A-B718-44CE6B362F84}"/>
          </ac:graphicFrameMkLst>
        </pc:graphicFrameChg>
        <pc:graphicFrameChg chg="del">
          <ac:chgData name="Halan, Mridul" userId="d8402aca-56b7-4a75-97f5-504434d76ce0" providerId="ADAL" clId="{AA3C1486-642E-4193-95AF-D7E78E3DA4E9}" dt="2022-07-04T16:00:26.153" v="11032" actId="21"/>
          <ac:graphicFrameMkLst>
            <pc:docMk/>
            <pc:sldMk cId="326628513" sldId="6182"/>
            <ac:graphicFrameMk id="10" creationId="{5E13DDBE-C86F-4218-BE51-0A190E9A9329}"/>
          </ac:graphicFrameMkLst>
        </pc:graphicFrameChg>
      </pc:sldChg>
      <pc:sldChg chg="modSp mod">
        <pc:chgData name="Halan, Mridul" userId="d8402aca-56b7-4a75-97f5-504434d76ce0" providerId="ADAL" clId="{AA3C1486-642E-4193-95AF-D7E78E3DA4E9}" dt="2022-07-04T15:59:39.491" v="11024"/>
        <pc:sldMkLst>
          <pc:docMk/>
          <pc:sldMk cId="3627085183" sldId="6187"/>
        </pc:sldMkLst>
        <pc:spChg chg="mod">
          <ac:chgData name="Halan, Mridul" userId="d8402aca-56b7-4a75-97f5-504434d76ce0" providerId="ADAL" clId="{AA3C1486-642E-4193-95AF-D7E78E3DA4E9}" dt="2022-07-04T15:59:39.491" v="11024"/>
          <ac:spMkLst>
            <pc:docMk/>
            <pc:sldMk cId="3627085183" sldId="6187"/>
            <ac:spMk id="2" creationId="{EF5ED846-31EA-42B1-87CA-5AF9F3EB4F42}"/>
          </ac:spMkLst>
        </pc:spChg>
        <pc:grpChg chg="mod">
          <ac:chgData name="Halan, Mridul" userId="d8402aca-56b7-4a75-97f5-504434d76ce0" providerId="ADAL" clId="{AA3C1486-642E-4193-95AF-D7E78E3DA4E9}" dt="2022-07-04T15:58:29.242" v="11014" actId="14100"/>
          <ac:grpSpMkLst>
            <pc:docMk/>
            <pc:sldMk cId="3627085183" sldId="6187"/>
            <ac:grpSpMk id="67" creationId="{477E4DE9-FB9C-4138-B7D5-F1610B8EB18F}"/>
          </ac:grpSpMkLst>
        </pc:grpChg>
      </pc:sldChg>
      <pc:sldChg chg="modSp mod">
        <pc:chgData name="Halan, Mridul" userId="d8402aca-56b7-4a75-97f5-504434d76ce0" providerId="ADAL" clId="{AA3C1486-642E-4193-95AF-D7E78E3DA4E9}" dt="2022-07-04T16:11:09.611" v="11103" actId="113"/>
        <pc:sldMkLst>
          <pc:docMk/>
          <pc:sldMk cId="3850041774" sldId="6192"/>
        </pc:sldMkLst>
        <pc:spChg chg="mod">
          <ac:chgData name="Halan, Mridul" userId="d8402aca-56b7-4a75-97f5-504434d76ce0" providerId="ADAL" clId="{AA3C1486-642E-4193-95AF-D7E78E3DA4E9}" dt="2022-07-04T16:11:09.611" v="11103" actId="113"/>
          <ac:spMkLst>
            <pc:docMk/>
            <pc:sldMk cId="3850041774" sldId="6192"/>
            <ac:spMk id="2" creationId="{905F276B-62DE-4204-96B7-DF626CAFCBE8}"/>
          </ac:spMkLst>
        </pc:spChg>
      </pc:sldChg>
      <pc:sldChg chg="addSp delSp modSp add mod">
        <pc:chgData name="Halan, Mridul" userId="d8402aca-56b7-4a75-97f5-504434d76ce0" providerId="ADAL" clId="{AA3C1486-642E-4193-95AF-D7E78E3DA4E9}" dt="2022-07-04T15:57:10.845" v="10980" actId="113"/>
        <pc:sldMkLst>
          <pc:docMk/>
          <pc:sldMk cId="296474347" sldId="6193"/>
        </pc:sldMkLst>
        <pc:spChg chg="del topLvl">
          <ac:chgData name="Halan, Mridul" userId="d8402aca-56b7-4a75-97f5-504434d76ce0" providerId="ADAL" clId="{AA3C1486-642E-4193-95AF-D7E78E3DA4E9}" dt="2022-07-02T05:03:05.254" v="3457" actId="21"/>
          <ac:spMkLst>
            <pc:docMk/>
            <pc:sldMk cId="296474347" sldId="6193"/>
            <ac:spMk id="21" creationId="{00000000-0000-0000-0000-000000000000}"/>
          </ac:spMkLst>
        </pc:spChg>
        <pc:spChg chg="add del mod topLvl">
          <ac:chgData name="Halan, Mridul" userId="d8402aca-56b7-4a75-97f5-504434d76ce0" providerId="ADAL" clId="{AA3C1486-642E-4193-95AF-D7E78E3DA4E9}" dt="2022-07-02T05:04:03.232" v="3461" actId="21"/>
          <ac:spMkLst>
            <pc:docMk/>
            <pc:sldMk cId="296474347" sldId="6193"/>
            <ac:spMk id="22" creationId="{00000000-0000-0000-0000-000000000000}"/>
          </ac:spMkLst>
        </pc:spChg>
        <pc:spChg chg="del topLvl">
          <ac:chgData name="Halan, Mridul" userId="d8402aca-56b7-4a75-97f5-504434d76ce0" providerId="ADAL" clId="{AA3C1486-642E-4193-95AF-D7E78E3DA4E9}" dt="2022-07-02T05:02:53.096" v="3453" actId="21"/>
          <ac:spMkLst>
            <pc:docMk/>
            <pc:sldMk cId="296474347" sldId="6193"/>
            <ac:spMk id="25" creationId="{00000000-0000-0000-0000-000000000000}"/>
          </ac:spMkLst>
        </pc:spChg>
        <pc:spChg chg="del topLvl">
          <ac:chgData name="Halan, Mridul" userId="d8402aca-56b7-4a75-97f5-504434d76ce0" providerId="ADAL" clId="{AA3C1486-642E-4193-95AF-D7E78E3DA4E9}" dt="2022-07-02T05:03:00.757" v="3456" actId="21"/>
          <ac:spMkLst>
            <pc:docMk/>
            <pc:sldMk cId="296474347" sldId="6193"/>
            <ac:spMk id="27" creationId="{00000000-0000-0000-0000-000000000000}"/>
          </ac:spMkLst>
        </pc:spChg>
        <pc:spChg chg="del mod topLvl">
          <ac:chgData name="Halan, Mridul" userId="d8402aca-56b7-4a75-97f5-504434d76ce0" providerId="ADAL" clId="{AA3C1486-642E-4193-95AF-D7E78E3DA4E9}" dt="2022-07-02T05:20:19.733" v="3849" actId="21"/>
          <ac:spMkLst>
            <pc:docMk/>
            <pc:sldMk cId="296474347" sldId="6193"/>
            <ac:spMk id="31" creationId="{00000000-0000-0000-0000-000000000000}"/>
          </ac:spMkLst>
        </pc:spChg>
        <pc:spChg chg="del mod topLvl">
          <ac:chgData name="Halan, Mridul" userId="d8402aca-56b7-4a75-97f5-504434d76ce0" providerId="ADAL" clId="{AA3C1486-642E-4193-95AF-D7E78E3DA4E9}" dt="2022-07-02T05:42:51.785" v="4372" actId="21"/>
          <ac:spMkLst>
            <pc:docMk/>
            <pc:sldMk cId="296474347" sldId="6193"/>
            <ac:spMk id="32" creationId="{00000000-0000-0000-0000-000000000000}"/>
          </ac:spMkLst>
        </pc:spChg>
        <pc:spChg chg="del mod topLvl">
          <ac:chgData name="Halan, Mridul" userId="d8402aca-56b7-4a75-97f5-504434d76ce0" providerId="ADAL" clId="{AA3C1486-642E-4193-95AF-D7E78E3DA4E9}" dt="2022-07-02T05:42:54.495" v="4373" actId="21"/>
          <ac:spMkLst>
            <pc:docMk/>
            <pc:sldMk cId="296474347" sldId="6193"/>
            <ac:spMk id="35" creationId="{00000000-0000-0000-0000-000000000000}"/>
          </ac:spMkLst>
        </pc:spChg>
        <pc:spChg chg="mod topLvl">
          <ac:chgData name="Halan, Mridul" userId="d8402aca-56b7-4a75-97f5-504434d76ce0" providerId="ADAL" clId="{AA3C1486-642E-4193-95AF-D7E78E3DA4E9}" dt="2022-07-02T05:04:03.232" v="3461" actId="21"/>
          <ac:spMkLst>
            <pc:docMk/>
            <pc:sldMk cId="296474347" sldId="6193"/>
            <ac:spMk id="38" creationId="{00000000-0000-0000-0000-000000000000}"/>
          </ac:spMkLst>
        </pc:spChg>
        <pc:spChg chg="mod">
          <ac:chgData name="Halan, Mridul" userId="d8402aca-56b7-4a75-97f5-504434d76ce0" providerId="ADAL" clId="{AA3C1486-642E-4193-95AF-D7E78E3DA4E9}" dt="2022-07-04T15:57:10.845" v="10980" actId="113"/>
          <ac:spMkLst>
            <pc:docMk/>
            <pc:sldMk cId="296474347" sldId="6193"/>
            <ac:spMk id="40" creationId="{00000000-0000-0000-0000-000000000000}"/>
          </ac:spMkLst>
        </pc:spChg>
        <pc:grpChg chg="del">
          <ac:chgData name="Halan, Mridul" userId="d8402aca-56b7-4a75-97f5-504434d76ce0" providerId="ADAL" clId="{AA3C1486-642E-4193-95AF-D7E78E3DA4E9}" dt="2022-07-02T05:02:53.096" v="3453" actId="21"/>
          <ac:grpSpMkLst>
            <pc:docMk/>
            <pc:sldMk cId="296474347" sldId="6193"/>
            <ac:grpSpMk id="3" creationId="{00000000-0000-0000-0000-000000000000}"/>
          </ac:grpSpMkLst>
        </pc:grpChg>
        <pc:grpChg chg="add del">
          <ac:chgData name="Halan, Mridul" userId="d8402aca-56b7-4a75-97f5-504434d76ce0" providerId="ADAL" clId="{AA3C1486-642E-4193-95AF-D7E78E3DA4E9}" dt="2022-07-02T05:03:00.757" v="3456" actId="21"/>
          <ac:grpSpMkLst>
            <pc:docMk/>
            <pc:sldMk cId="296474347" sldId="6193"/>
            <ac:grpSpMk id="4" creationId="{00000000-0000-0000-0000-000000000000}"/>
          </ac:grpSpMkLst>
        </pc:grpChg>
        <pc:grpChg chg="del">
          <ac:chgData name="Halan, Mridul" userId="d8402aca-56b7-4a75-97f5-504434d76ce0" providerId="ADAL" clId="{AA3C1486-642E-4193-95AF-D7E78E3DA4E9}" dt="2022-07-02T05:03:05.254" v="3457" actId="21"/>
          <ac:grpSpMkLst>
            <pc:docMk/>
            <pc:sldMk cId="296474347" sldId="6193"/>
            <ac:grpSpMk id="5" creationId="{00000000-0000-0000-0000-000000000000}"/>
          </ac:grpSpMkLst>
        </pc:grpChg>
        <pc:grpChg chg="add del">
          <ac:chgData name="Halan, Mridul" userId="d8402aca-56b7-4a75-97f5-504434d76ce0" providerId="ADAL" clId="{AA3C1486-642E-4193-95AF-D7E78E3DA4E9}" dt="2022-07-02T05:04:09.872" v="3462" actId="21"/>
          <ac:grpSpMkLst>
            <pc:docMk/>
            <pc:sldMk cId="296474347" sldId="6193"/>
            <ac:grpSpMk id="6" creationId="{00000000-0000-0000-0000-000000000000}"/>
          </ac:grpSpMkLst>
        </pc:grpChg>
        <pc:graphicFrameChg chg="add mod modGraphic">
          <ac:chgData name="Halan, Mridul" userId="d8402aca-56b7-4a75-97f5-504434d76ce0" providerId="ADAL" clId="{AA3C1486-642E-4193-95AF-D7E78E3DA4E9}" dt="2022-07-02T06:08:13.895" v="4917" actId="14100"/>
          <ac:graphicFrameMkLst>
            <pc:docMk/>
            <pc:sldMk cId="296474347" sldId="6193"/>
            <ac:graphicFrameMk id="2" creationId="{DFAD91D7-15EE-4B9F-853D-2AAC5FECE04B}"/>
          </ac:graphicFrameMkLst>
        </pc:graphicFrameChg>
        <pc:graphicFrameChg chg="add mod modGraphic">
          <ac:chgData name="Halan, Mridul" userId="d8402aca-56b7-4a75-97f5-504434d76ce0" providerId="ADAL" clId="{AA3C1486-642E-4193-95AF-D7E78E3DA4E9}" dt="2022-07-04T12:29:38.880" v="10630" actId="404"/>
          <ac:graphicFrameMkLst>
            <pc:docMk/>
            <pc:sldMk cId="296474347" sldId="6193"/>
            <ac:graphicFrameMk id="7" creationId="{56BC1306-A145-41E6-9698-BFFF8D169A37}"/>
          </ac:graphicFrameMkLst>
        </pc:graphicFrameChg>
        <pc:graphicFrameChg chg="add mod modGraphic">
          <ac:chgData name="Halan, Mridul" userId="d8402aca-56b7-4a75-97f5-504434d76ce0" providerId="ADAL" clId="{AA3C1486-642E-4193-95AF-D7E78E3DA4E9}" dt="2022-07-04T12:29:54.198" v="10642" actId="1035"/>
          <ac:graphicFrameMkLst>
            <pc:docMk/>
            <pc:sldMk cId="296474347" sldId="6193"/>
            <ac:graphicFrameMk id="33" creationId="{76B8DA39-C6E7-4811-BC03-A35DE91307C1}"/>
          </ac:graphicFrameMkLst>
        </pc:graphicFrameChg>
        <pc:graphicFrameChg chg="add mod modGraphic">
          <ac:chgData name="Halan, Mridul" userId="d8402aca-56b7-4a75-97f5-504434d76ce0" providerId="ADAL" clId="{AA3C1486-642E-4193-95AF-D7E78E3DA4E9}" dt="2022-07-04T12:29:54.198" v="10642" actId="1035"/>
          <ac:graphicFrameMkLst>
            <pc:docMk/>
            <pc:sldMk cId="296474347" sldId="6193"/>
            <ac:graphicFrameMk id="44" creationId="{EA1BD4C7-6066-4202-91C1-99F94F4EFBF1}"/>
          </ac:graphicFrameMkLst>
        </pc:graphicFrameChg>
        <pc:graphicFrameChg chg="add del mod">
          <ac:chgData name="Halan, Mridul" userId="d8402aca-56b7-4a75-97f5-504434d76ce0" providerId="ADAL" clId="{AA3C1486-642E-4193-95AF-D7E78E3DA4E9}" dt="2022-07-02T15:55:48.656" v="9474"/>
          <ac:graphicFrameMkLst>
            <pc:docMk/>
            <pc:sldMk cId="296474347" sldId="6193"/>
            <ac:graphicFrameMk id="46" creationId="{9F7D3B49-D3F2-4225-B637-BD4ECBB6190F}"/>
          </ac:graphicFrameMkLst>
        </pc:graphicFrameChg>
        <pc:graphicFrameChg chg="add del mod">
          <ac:chgData name="Halan, Mridul" userId="d8402aca-56b7-4a75-97f5-504434d76ce0" providerId="ADAL" clId="{AA3C1486-642E-4193-95AF-D7E78E3DA4E9}" dt="2022-07-02T15:56:34.437" v="9582" actId="21"/>
          <ac:graphicFrameMkLst>
            <pc:docMk/>
            <pc:sldMk cId="296474347" sldId="6193"/>
            <ac:graphicFrameMk id="49" creationId="{52343362-B8C1-4A04-B6AD-6CA0ADDF6B4C}"/>
          </ac:graphicFrameMkLst>
        </pc:graphicFrameChg>
        <pc:picChg chg="mod">
          <ac:chgData name="Halan, Mridul" userId="d8402aca-56b7-4a75-97f5-504434d76ce0" providerId="ADAL" clId="{AA3C1486-642E-4193-95AF-D7E78E3DA4E9}" dt="2022-07-04T12:29:54.198" v="10642" actId="1035"/>
          <ac:picMkLst>
            <pc:docMk/>
            <pc:sldMk cId="296474347" sldId="6193"/>
            <ac:picMk id="3" creationId="{3F8488A7-F874-0CEE-01DD-C9AA4BF53EAE}"/>
          </ac:picMkLst>
        </pc:picChg>
        <pc:picChg chg="mod">
          <ac:chgData name="Halan, Mridul" userId="d8402aca-56b7-4a75-97f5-504434d76ce0" providerId="ADAL" clId="{AA3C1486-642E-4193-95AF-D7E78E3DA4E9}" dt="2022-07-04T12:29:54.198" v="10642" actId="1035"/>
          <ac:picMkLst>
            <pc:docMk/>
            <pc:sldMk cId="296474347" sldId="6193"/>
            <ac:picMk id="4" creationId="{4A9FF542-8EE4-88E0-C308-D74791B6EF7A}"/>
          </ac:picMkLst>
        </pc:picChg>
        <pc:picChg chg="mod">
          <ac:chgData name="Halan, Mridul" userId="d8402aca-56b7-4a75-97f5-504434d76ce0" providerId="ADAL" clId="{AA3C1486-642E-4193-95AF-D7E78E3DA4E9}" dt="2022-07-04T12:29:54.198" v="10642" actId="1035"/>
          <ac:picMkLst>
            <pc:docMk/>
            <pc:sldMk cId="296474347" sldId="6193"/>
            <ac:picMk id="5" creationId="{BFC3CFBC-595A-19EE-404A-4948F7003607}"/>
          </ac:picMkLst>
        </pc:picChg>
        <pc:picChg chg="mod">
          <ac:chgData name="Halan, Mridul" userId="d8402aca-56b7-4a75-97f5-504434d76ce0" providerId="ADAL" clId="{AA3C1486-642E-4193-95AF-D7E78E3DA4E9}" dt="2022-07-04T12:29:54.198" v="10642" actId="1035"/>
          <ac:picMkLst>
            <pc:docMk/>
            <pc:sldMk cId="296474347" sldId="6193"/>
            <ac:picMk id="6" creationId="{896ED200-194A-67E5-9EB7-B9555C15E4BB}"/>
          </ac:picMkLst>
        </pc:picChg>
        <pc:picChg chg="add mod">
          <ac:chgData name="Halan, Mridul" userId="d8402aca-56b7-4a75-97f5-504434d76ce0" providerId="ADAL" clId="{AA3C1486-642E-4193-95AF-D7E78E3DA4E9}" dt="2022-07-04T12:29:54.198" v="10642" actId="1035"/>
          <ac:picMkLst>
            <pc:docMk/>
            <pc:sldMk cId="296474347" sldId="6193"/>
            <ac:picMk id="9" creationId="{28A32980-96D8-450F-AB61-98744ADF7F8A}"/>
          </ac:picMkLst>
        </pc:picChg>
        <pc:picChg chg="add mod">
          <ac:chgData name="Halan, Mridul" userId="d8402aca-56b7-4a75-97f5-504434d76ce0" providerId="ADAL" clId="{AA3C1486-642E-4193-95AF-D7E78E3DA4E9}" dt="2022-07-02T06:07:29.717" v="4860" actId="1035"/>
          <ac:picMkLst>
            <pc:docMk/>
            <pc:sldMk cId="296474347" sldId="6193"/>
            <ac:picMk id="11" creationId="{1A81F120-8E2B-4573-A894-BD570823D9EC}"/>
          </ac:picMkLst>
        </pc:picChg>
        <pc:picChg chg="add del mod">
          <ac:chgData name="Halan, Mridul" userId="d8402aca-56b7-4a75-97f5-504434d76ce0" providerId="ADAL" clId="{AA3C1486-642E-4193-95AF-D7E78E3DA4E9}" dt="2022-07-04T12:01:58.309" v="10092" actId="21"/>
          <ac:picMkLst>
            <pc:docMk/>
            <pc:sldMk cId="296474347" sldId="6193"/>
            <ac:picMk id="13" creationId="{0C21530A-CE02-4A54-86CE-103935ABA7C8}"/>
          </ac:picMkLst>
        </pc:picChg>
        <pc:picChg chg="add mod">
          <ac:chgData name="Halan, Mridul" userId="d8402aca-56b7-4a75-97f5-504434d76ce0" providerId="ADAL" clId="{AA3C1486-642E-4193-95AF-D7E78E3DA4E9}" dt="2022-07-04T12:29:54.198" v="10642" actId="1035"/>
          <ac:picMkLst>
            <pc:docMk/>
            <pc:sldMk cId="296474347" sldId="6193"/>
            <ac:picMk id="15" creationId="{9BEB42A3-5196-4B98-B0CA-B9C5937E7048}"/>
          </ac:picMkLst>
        </pc:picChg>
        <pc:picChg chg="mod">
          <ac:chgData name="Halan, Mridul" userId="d8402aca-56b7-4a75-97f5-504434d76ce0" providerId="ADAL" clId="{AA3C1486-642E-4193-95AF-D7E78E3DA4E9}" dt="2022-07-04T12:29:42.666" v="10631" actId="14100"/>
          <ac:picMkLst>
            <pc:docMk/>
            <pc:sldMk cId="296474347" sldId="6193"/>
            <ac:picMk id="29" creationId="{51AC1C94-6138-48E7-B343-F00BD110C08A}"/>
          </ac:picMkLst>
        </pc:picChg>
        <pc:picChg chg="add mod">
          <ac:chgData name="Halan, Mridul" userId="d8402aca-56b7-4a75-97f5-504434d76ce0" providerId="ADAL" clId="{AA3C1486-642E-4193-95AF-D7E78E3DA4E9}" dt="2022-07-04T12:29:54.198" v="10642" actId="1035"/>
          <ac:picMkLst>
            <pc:docMk/>
            <pc:sldMk cId="296474347" sldId="6193"/>
            <ac:picMk id="45" creationId="{EE5412FC-5347-496D-8581-B412DBCEB7CF}"/>
          </ac:picMkLst>
        </pc:picChg>
        <pc:picChg chg="add del mod">
          <ac:chgData name="Halan, Mridul" userId="d8402aca-56b7-4a75-97f5-504434d76ce0" providerId="ADAL" clId="{AA3C1486-642E-4193-95AF-D7E78E3DA4E9}" dt="2022-07-02T15:55:48.656" v="9474"/>
          <ac:picMkLst>
            <pc:docMk/>
            <pc:sldMk cId="296474347" sldId="6193"/>
            <ac:picMk id="47" creationId="{CB35DBD6-4465-40E8-85F8-8891FBDB1A7F}"/>
          </ac:picMkLst>
        </pc:picChg>
        <pc:picChg chg="add del mod">
          <ac:chgData name="Halan, Mridul" userId="d8402aca-56b7-4a75-97f5-504434d76ce0" providerId="ADAL" clId="{AA3C1486-642E-4193-95AF-D7E78E3DA4E9}" dt="2022-07-02T15:56:34.437" v="9582" actId="21"/>
          <ac:picMkLst>
            <pc:docMk/>
            <pc:sldMk cId="296474347" sldId="6193"/>
            <ac:picMk id="50" creationId="{573FF74B-72C9-47B9-BCFA-540F6EA1C1AA}"/>
          </ac:picMkLst>
        </pc:picChg>
        <pc:picChg chg="add del mod">
          <ac:chgData name="Halan, Mridul" userId="d8402aca-56b7-4a75-97f5-504434d76ce0" providerId="ADAL" clId="{AA3C1486-642E-4193-95AF-D7E78E3DA4E9}" dt="2022-07-02T15:56:34.437" v="9582" actId="21"/>
          <ac:picMkLst>
            <pc:docMk/>
            <pc:sldMk cId="296474347" sldId="6193"/>
            <ac:picMk id="51" creationId="{478FB40D-32AF-47B0-93A6-B53FB3ECEA54}"/>
          </ac:picMkLst>
        </pc:picChg>
        <pc:picChg chg="add del mod">
          <ac:chgData name="Halan, Mridul" userId="d8402aca-56b7-4a75-97f5-504434d76ce0" providerId="ADAL" clId="{AA3C1486-642E-4193-95AF-D7E78E3DA4E9}" dt="2022-07-02T15:56:34.437" v="9582" actId="21"/>
          <ac:picMkLst>
            <pc:docMk/>
            <pc:sldMk cId="296474347" sldId="6193"/>
            <ac:picMk id="52" creationId="{40D74179-6F2E-413A-A462-00CD1125256E}"/>
          </ac:picMkLst>
        </pc:picChg>
        <pc:picChg chg="add del mod">
          <ac:chgData name="Halan, Mridul" userId="d8402aca-56b7-4a75-97f5-504434d76ce0" providerId="ADAL" clId="{AA3C1486-642E-4193-95AF-D7E78E3DA4E9}" dt="2022-07-02T15:56:34.437" v="9582" actId="21"/>
          <ac:picMkLst>
            <pc:docMk/>
            <pc:sldMk cId="296474347" sldId="6193"/>
            <ac:picMk id="53" creationId="{C10CA4FA-2AC7-44B5-929B-FA6C96EFD448}"/>
          </ac:picMkLst>
        </pc:picChg>
        <pc:picChg chg="add del mod">
          <ac:chgData name="Halan, Mridul" userId="d8402aca-56b7-4a75-97f5-504434d76ce0" providerId="ADAL" clId="{AA3C1486-642E-4193-95AF-D7E78E3DA4E9}" dt="2022-07-02T15:56:34.437" v="9582" actId="21"/>
          <ac:picMkLst>
            <pc:docMk/>
            <pc:sldMk cId="296474347" sldId="6193"/>
            <ac:picMk id="54" creationId="{7E7C4E99-210D-4F8C-8D4E-107EE704E9F1}"/>
          </ac:picMkLst>
        </pc:picChg>
        <pc:picChg chg="add del mod">
          <ac:chgData name="Halan, Mridul" userId="d8402aca-56b7-4a75-97f5-504434d76ce0" providerId="ADAL" clId="{AA3C1486-642E-4193-95AF-D7E78E3DA4E9}" dt="2022-07-02T15:56:34.437" v="9582" actId="21"/>
          <ac:picMkLst>
            <pc:docMk/>
            <pc:sldMk cId="296474347" sldId="6193"/>
            <ac:picMk id="55" creationId="{9A099A0E-8D4A-4748-BC78-04C15A60CB91}"/>
          </ac:picMkLst>
        </pc:picChg>
        <pc:picChg chg="add mod">
          <ac:chgData name="Halan, Mridul" userId="d8402aca-56b7-4a75-97f5-504434d76ce0" providerId="ADAL" clId="{AA3C1486-642E-4193-95AF-D7E78E3DA4E9}" dt="2022-07-04T12:31:17.776" v="10691" actId="1076"/>
          <ac:picMkLst>
            <pc:docMk/>
            <pc:sldMk cId="296474347" sldId="6193"/>
            <ac:picMk id="3074" creationId="{53335559-CAFB-4493-AE25-EA9313D08FB2}"/>
          </ac:picMkLst>
        </pc:picChg>
        <pc:picChg chg="add mod">
          <ac:chgData name="Halan, Mridul" userId="d8402aca-56b7-4a75-97f5-504434d76ce0" providerId="ADAL" clId="{AA3C1486-642E-4193-95AF-D7E78E3DA4E9}" dt="2022-07-04T12:31:09.185" v="10688" actId="14100"/>
          <ac:picMkLst>
            <pc:docMk/>
            <pc:sldMk cId="296474347" sldId="6193"/>
            <ac:picMk id="3076" creationId="{5EC65707-F90A-483B-8CB8-9194F27D4EA3}"/>
          </ac:picMkLst>
        </pc:picChg>
        <pc:picChg chg="add mod">
          <ac:chgData name="Halan, Mridul" userId="d8402aca-56b7-4a75-97f5-504434d76ce0" providerId="ADAL" clId="{AA3C1486-642E-4193-95AF-D7E78E3DA4E9}" dt="2022-07-04T12:31:21.340" v="10692" actId="14100"/>
          <ac:picMkLst>
            <pc:docMk/>
            <pc:sldMk cId="296474347" sldId="6193"/>
            <ac:picMk id="3078" creationId="{CCCF169A-1421-4375-8B15-38A406C11424}"/>
          </ac:picMkLst>
        </pc:picChg>
        <pc:picChg chg="add del mod">
          <ac:chgData name="Halan, Mridul" userId="d8402aca-56b7-4a75-97f5-504434d76ce0" providerId="ADAL" clId="{AA3C1486-642E-4193-95AF-D7E78E3DA4E9}" dt="2022-07-02T05:24:48.615" v="3902" actId="21"/>
          <ac:picMkLst>
            <pc:docMk/>
            <pc:sldMk cId="296474347" sldId="6193"/>
            <ac:picMk id="3080" creationId="{DF90C277-72C7-40E1-9112-D7B788B7561B}"/>
          </ac:picMkLst>
        </pc:picChg>
        <pc:picChg chg="add mod">
          <ac:chgData name="Halan, Mridul" userId="d8402aca-56b7-4a75-97f5-504434d76ce0" providerId="ADAL" clId="{AA3C1486-642E-4193-95AF-D7E78E3DA4E9}" dt="2022-07-04T12:31:13.475" v="10690" actId="14100"/>
          <ac:picMkLst>
            <pc:docMk/>
            <pc:sldMk cId="296474347" sldId="6193"/>
            <ac:picMk id="3082" creationId="{7CCEE82C-3DBA-4527-8A7A-7ACA23C1F211}"/>
          </ac:picMkLst>
        </pc:picChg>
        <pc:picChg chg="add mod">
          <ac:chgData name="Halan, Mridul" userId="d8402aca-56b7-4a75-97f5-504434d76ce0" providerId="ADAL" clId="{AA3C1486-642E-4193-95AF-D7E78E3DA4E9}" dt="2022-07-04T12:31:24.413" v="10693" actId="14100"/>
          <ac:picMkLst>
            <pc:docMk/>
            <pc:sldMk cId="296474347" sldId="6193"/>
            <ac:picMk id="3084" creationId="{2D4231FD-9568-460B-8AB5-D2CBB3D961B5}"/>
          </ac:picMkLst>
        </pc:picChg>
        <pc:picChg chg="add del mod">
          <ac:chgData name="Halan, Mridul" userId="d8402aca-56b7-4a75-97f5-504434d76ce0" providerId="ADAL" clId="{AA3C1486-642E-4193-95AF-D7E78E3DA4E9}" dt="2022-07-02T05:26:35.228" v="3921" actId="21"/>
          <ac:picMkLst>
            <pc:docMk/>
            <pc:sldMk cId="296474347" sldId="6193"/>
            <ac:picMk id="3086" creationId="{E1378E8A-A67E-4C04-8480-FF01F240AE8E}"/>
          </ac:picMkLst>
        </pc:picChg>
        <pc:picChg chg="add mod">
          <ac:chgData name="Halan, Mridul" userId="d8402aca-56b7-4a75-97f5-504434d76ce0" providerId="ADAL" clId="{AA3C1486-642E-4193-95AF-D7E78E3DA4E9}" dt="2022-07-02T06:07:29.717" v="4860" actId="1035"/>
          <ac:picMkLst>
            <pc:docMk/>
            <pc:sldMk cId="296474347" sldId="6193"/>
            <ac:picMk id="3088" creationId="{3C98D521-CF2B-41ED-9EC9-ACBC1F6AA29F}"/>
          </ac:picMkLst>
        </pc:picChg>
        <pc:picChg chg="add mod">
          <ac:chgData name="Halan, Mridul" userId="d8402aca-56b7-4a75-97f5-504434d76ce0" providerId="ADAL" clId="{AA3C1486-642E-4193-95AF-D7E78E3DA4E9}" dt="2022-07-02T06:07:29.717" v="4860" actId="1035"/>
          <ac:picMkLst>
            <pc:docMk/>
            <pc:sldMk cId="296474347" sldId="6193"/>
            <ac:picMk id="3090" creationId="{F296AE81-1E90-4D4D-850F-05108B3C880D}"/>
          </ac:picMkLst>
        </pc:picChg>
        <pc:picChg chg="add mod">
          <ac:chgData name="Halan, Mridul" userId="d8402aca-56b7-4a75-97f5-504434d76ce0" providerId="ADAL" clId="{AA3C1486-642E-4193-95AF-D7E78E3DA4E9}" dt="2022-07-04T12:29:54.198" v="10642" actId="1035"/>
          <ac:picMkLst>
            <pc:docMk/>
            <pc:sldMk cId="296474347" sldId="6193"/>
            <ac:picMk id="3092" creationId="{11AA9C88-49B3-41BE-9F5B-4CCF66ABBFD5}"/>
          </ac:picMkLst>
        </pc:picChg>
        <pc:picChg chg="add mod">
          <ac:chgData name="Halan, Mridul" userId="d8402aca-56b7-4a75-97f5-504434d76ce0" providerId="ADAL" clId="{AA3C1486-642E-4193-95AF-D7E78E3DA4E9}" dt="2022-07-04T12:29:54.198" v="10642" actId="1035"/>
          <ac:picMkLst>
            <pc:docMk/>
            <pc:sldMk cId="296474347" sldId="6193"/>
            <ac:picMk id="3094" creationId="{59584DEB-F31C-4A6B-9B56-D1E998F4602B}"/>
          </ac:picMkLst>
        </pc:picChg>
        <pc:picChg chg="add mod">
          <ac:chgData name="Halan, Mridul" userId="d8402aca-56b7-4a75-97f5-504434d76ce0" providerId="ADAL" clId="{AA3C1486-642E-4193-95AF-D7E78E3DA4E9}" dt="2022-07-04T12:29:54.198" v="10642" actId="1035"/>
          <ac:picMkLst>
            <pc:docMk/>
            <pc:sldMk cId="296474347" sldId="6193"/>
            <ac:picMk id="134146" creationId="{B6863992-6A17-431F-93BA-B00B43C7C4AE}"/>
          </ac:picMkLst>
        </pc:picChg>
        <pc:cxnChg chg="del mod">
          <ac:chgData name="Halan, Mridul" userId="d8402aca-56b7-4a75-97f5-504434d76ce0" providerId="ADAL" clId="{AA3C1486-642E-4193-95AF-D7E78E3DA4E9}" dt="2022-07-02T15:56:34.437" v="9582" actId="21"/>
          <ac:cxnSpMkLst>
            <pc:docMk/>
            <pc:sldMk cId="296474347" sldId="6193"/>
            <ac:cxnSpMk id="23" creationId="{00000000-0000-0000-0000-000000000000}"/>
          </ac:cxnSpMkLst>
        </pc:cxnChg>
        <pc:cxnChg chg="mod">
          <ac:chgData name="Halan, Mridul" userId="d8402aca-56b7-4a75-97f5-504434d76ce0" providerId="ADAL" clId="{AA3C1486-642E-4193-95AF-D7E78E3DA4E9}" dt="2022-07-04T12:29:54.198" v="10642" actId="1035"/>
          <ac:cxnSpMkLst>
            <pc:docMk/>
            <pc:sldMk cId="296474347" sldId="6193"/>
            <ac:cxnSpMk id="28" creationId="{00000000-0000-0000-0000-000000000000}"/>
          </ac:cxnSpMkLst>
        </pc:cxnChg>
        <pc:cxnChg chg="mod">
          <ac:chgData name="Halan, Mridul" userId="d8402aca-56b7-4a75-97f5-504434d76ce0" providerId="ADAL" clId="{AA3C1486-642E-4193-95AF-D7E78E3DA4E9}" dt="2022-07-04T12:29:54.198" v="10642" actId="1035"/>
          <ac:cxnSpMkLst>
            <pc:docMk/>
            <pc:sldMk cId="296474347" sldId="6193"/>
            <ac:cxnSpMk id="30" creationId="{00000000-0000-0000-0000-000000000000}"/>
          </ac:cxnSpMkLst>
        </pc:cxnChg>
        <pc:cxnChg chg="add del mod">
          <ac:chgData name="Halan, Mridul" userId="d8402aca-56b7-4a75-97f5-504434d76ce0" providerId="ADAL" clId="{AA3C1486-642E-4193-95AF-D7E78E3DA4E9}" dt="2022-07-02T15:56:34.437" v="9582" actId="21"/>
          <ac:cxnSpMkLst>
            <pc:docMk/>
            <pc:sldMk cId="296474347" sldId="6193"/>
            <ac:cxnSpMk id="48" creationId="{987E540C-7BB5-4DDD-A109-A8094907602C}"/>
          </ac:cxnSpMkLst>
        </pc:cxnChg>
        <pc:cxnChg chg="add mod">
          <ac:chgData name="Halan, Mridul" userId="d8402aca-56b7-4a75-97f5-504434d76ce0" providerId="ADAL" clId="{AA3C1486-642E-4193-95AF-D7E78E3DA4E9}" dt="2022-07-04T12:29:54.198" v="10642" actId="1035"/>
          <ac:cxnSpMkLst>
            <pc:docMk/>
            <pc:sldMk cId="296474347" sldId="6193"/>
            <ac:cxnSpMk id="56" creationId="{BDA1B051-770D-4DAC-8DC7-8A78B883CA6B}"/>
          </ac:cxnSpMkLst>
        </pc:cxnChg>
      </pc:sldChg>
      <pc:sldChg chg="addSp delSp modSp add mod">
        <pc:chgData name="Halan, Mridul" userId="d8402aca-56b7-4a75-97f5-504434d76ce0" providerId="ADAL" clId="{AA3C1486-642E-4193-95AF-D7E78E3DA4E9}" dt="2022-07-04T15:57:15.978" v="10981" actId="113"/>
        <pc:sldMkLst>
          <pc:docMk/>
          <pc:sldMk cId="616035977" sldId="6195"/>
        </pc:sldMkLst>
        <pc:spChg chg="add del mod">
          <ac:chgData name="Halan, Mridul" userId="d8402aca-56b7-4a75-97f5-504434d76ce0" providerId="ADAL" clId="{AA3C1486-642E-4193-95AF-D7E78E3DA4E9}" dt="2022-07-02T06:37:25.420" v="5335" actId="21"/>
          <ac:spMkLst>
            <pc:docMk/>
            <pc:sldMk cId="616035977" sldId="6195"/>
            <ac:spMk id="5" creationId="{CDCC8513-126E-4BC7-909D-4D2B96923B61}"/>
          </ac:spMkLst>
        </pc:spChg>
        <pc:spChg chg="add del">
          <ac:chgData name="Halan, Mridul" userId="d8402aca-56b7-4a75-97f5-504434d76ce0" providerId="ADAL" clId="{AA3C1486-642E-4193-95AF-D7E78E3DA4E9}" dt="2022-07-02T06:37:32.355" v="5337"/>
          <ac:spMkLst>
            <pc:docMk/>
            <pc:sldMk cId="616035977" sldId="6195"/>
            <ac:spMk id="6" creationId="{8F83E7B5-F2B3-4C42-8064-65318795E7EF}"/>
          </ac:spMkLst>
        </pc:spChg>
        <pc:spChg chg="add del">
          <ac:chgData name="Halan, Mridul" userId="d8402aca-56b7-4a75-97f5-504434d76ce0" providerId="ADAL" clId="{AA3C1486-642E-4193-95AF-D7E78E3DA4E9}" dt="2022-07-02T07:06:39.919" v="5959"/>
          <ac:spMkLst>
            <pc:docMk/>
            <pc:sldMk cId="616035977" sldId="6195"/>
            <ac:spMk id="12" creationId="{16132B6D-034A-431F-878B-EC7766E3D8A6}"/>
          </ac:spMkLst>
        </pc:spChg>
        <pc:spChg chg="mod">
          <ac:chgData name="Halan, Mridul" userId="d8402aca-56b7-4a75-97f5-504434d76ce0" providerId="ADAL" clId="{AA3C1486-642E-4193-95AF-D7E78E3DA4E9}" dt="2022-07-04T15:57:15.978" v="10981" actId="113"/>
          <ac:spMkLst>
            <pc:docMk/>
            <pc:sldMk cId="616035977" sldId="6195"/>
            <ac:spMk id="40" creationId="{00000000-0000-0000-0000-000000000000}"/>
          </ac:spMkLst>
        </pc:spChg>
        <pc:graphicFrameChg chg="modGraphic">
          <ac:chgData name="Halan, Mridul" userId="d8402aca-56b7-4a75-97f5-504434d76ce0" providerId="ADAL" clId="{AA3C1486-642E-4193-95AF-D7E78E3DA4E9}" dt="2022-07-02T06:41:00.637" v="5377" actId="14100"/>
          <ac:graphicFrameMkLst>
            <pc:docMk/>
            <pc:sldMk cId="616035977" sldId="6195"/>
            <ac:graphicFrameMk id="2" creationId="{DFAD91D7-15EE-4B9F-853D-2AAC5FECE04B}"/>
          </ac:graphicFrameMkLst>
        </pc:graphicFrameChg>
        <pc:graphicFrameChg chg="add del mod modGraphic">
          <ac:chgData name="Halan, Mridul" userId="d8402aca-56b7-4a75-97f5-504434d76ce0" providerId="ADAL" clId="{AA3C1486-642E-4193-95AF-D7E78E3DA4E9}" dt="2022-07-02T15:55:56.218" v="9476" actId="21"/>
          <ac:graphicFrameMkLst>
            <pc:docMk/>
            <pc:sldMk cId="616035977" sldId="6195"/>
            <ac:graphicFrameMk id="7" creationId="{56BC1306-A145-41E6-9698-BFFF8D169A37}"/>
          </ac:graphicFrameMkLst>
        </pc:graphicFrameChg>
        <pc:graphicFrameChg chg="mod modGraphic">
          <ac:chgData name="Halan, Mridul" userId="d8402aca-56b7-4a75-97f5-504434d76ce0" providerId="ADAL" clId="{AA3C1486-642E-4193-95AF-D7E78E3DA4E9}" dt="2022-07-02T15:56:25.330" v="9581" actId="1035"/>
          <ac:graphicFrameMkLst>
            <pc:docMk/>
            <pc:sldMk cId="616035977" sldId="6195"/>
            <ac:graphicFrameMk id="33" creationId="{76B8DA39-C6E7-4811-BC03-A35DE91307C1}"/>
          </ac:graphicFrameMkLst>
        </pc:graphicFrameChg>
        <pc:graphicFrameChg chg="mod modGraphic">
          <ac:chgData name="Halan, Mridul" userId="d8402aca-56b7-4a75-97f5-504434d76ce0" providerId="ADAL" clId="{AA3C1486-642E-4193-95AF-D7E78E3DA4E9}" dt="2022-07-02T11:32:08.215" v="7397" actId="120"/>
          <ac:graphicFrameMkLst>
            <pc:docMk/>
            <pc:sldMk cId="616035977" sldId="6195"/>
            <ac:graphicFrameMk id="44" creationId="{EA1BD4C7-6066-4202-91C1-99F94F4EFBF1}"/>
          </ac:graphicFrameMkLst>
        </pc:graphicFrameChg>
        <pc:graphicFrameChg chg="add mod modGraphic">
          <ac:chgData name="Halan, Mridul" userId="d8402aca-56b7-4a75-97f5-504434d76ce0" providerId="ADAL" clId="{AA3C1486-642E-4193-95AF-D7E78E3DA4E9}" dt="2022-07-04T12:13:23.759" v="10461" actId="20577"/>
          <ac:graphicFrameMkLst>
            <pc:docMk/>
            <pc:sldMk cId="616035977" sldId="6195"/>
            <ac:graphicFrameMk id="52" creationId="{45165C82-DCF4-4D0B-82DA-0879616659E4}"/>
          </ac:graphicFrameMkLst>
        </pc:graphicFrameChg>
        <pc:graphicFrameChg chg="add mod modGraphic">
          <ac:chgData name="Halan, Mridul" userId="d8402aca-56b7-4a75-97f5-504434d76ce0" providerId="ADAL" clId="{AA3C1486-642E-4193-95AF-D7E78E3DA4E9}" dt="2022-07-04T12:14:46.252" v="10462" actId="20577"/>
          <ac:graphicFrameMkLst>
            <pc:docMk/>
            <pc:sldMk cId="616035977" sldId="6195"/>
            <ac:graphicFrameMk id="66" creationId="{429ED90D-CD75-4E83-89A5-50CE66F1F333}"/>
          </ac:graphicFrameMkLst>
        </pc:graphicFrameChg>
        <pc:picChg chg="add del mod">
          <ac:chgData name="Halan, Mridul" userId="d8402aca-56b7-4a75-97f5-504434d76ce0" providerId="ADAL" clId="{AA3C1486-642E-4193-95AF-D7E78E3DA4E9}" dt="2022-07-02T15:55:56.218" v="9476" actId="21"/>
          <ac:picMkLst>
            <pc:docMk/>
            <pc:sldMk cId="616035977" sldId="6195"/>
            <ac:picMk id="4" creationId="{C8F88F3C-3738-4FDC-ABD7-C4DCD88D20C2}"/>
          </ac:picMkLst>
        </pc:picChg>
        <pc:picChg chg="del">
          <ac:chgData name="Halan, Mridul" userId="d8402aca-56b7-4a75-97f5-504434d76ce0" providerId="ADAL" clId="{AA3C1486-642E-4193-95AF-D7E78E3DA4E9}" dt="2022-07-02T06:49:55.807" v="5566" actId="21"/>
          <ac:picMkLst>
            <pc:docMk/>
            <pc:sldMk cId="616035977" sldId="6195"/>
            <ac:picMk id="9" creationId="{28A32980-96D8-450F-AB61-98744ADF7F8A}"/>
          </ac:picMkLst>
        </pc:picChg>
        <pc:picChg chg="add mod">
          <ac:chgData name="Halan, Mridul" userId="d8402aca-56b7-4a75-97f5-504434d76ce0" providerId="ADAL" clId="{AA3C1486-642E-4193-95AF-D7E78E3DA4E9}" dt="2022-07-02T15:56:25.330" v="9581" actId="1035"/>
          <ac:picMkLst>
            <pc:docMk/>
            <pc:sldMk cId="616035977" sldId="6195"/>
            <ac:picMk id="10" creationId="{64205FDB-151E-435E-8569-C1401906D38E}"/>
          </ac:picMkLst>
        </pc:picChg>
        <pc:picChg chg="del mod">
          <ac:chgData name="Halan, Mridul" userId="d8402aca-56b7-4a75-97f5-504434d76ce0" providerId="ADAL" clId="{AA3C1486-642E-4193-95AF-D7E78E3DA4E9}" dt="2022-07-02T06:49:53.654" v="5565" actId="21"/>
          <ac:picMkLst>
            <pc:docMk/>
            <pc:sldMk cId="616035977" sldId="6195"/>
            <ac:picMk id="11" creationId="{1A81F120-8E2B-4573-A894-BD570823D9EC}"/>
          </ac:picMkLst>
        </pc:picChg>
        <pc:picChg chg="del">
          <ac:chgData name="Halan, Mridul" userId="d8402aca-56b7-4a75-97f5-504434d76ce0" providerId="ADAL" clId="{AA3C1486-642E-4193-95AF-D7E78E3DA4E9}" dt="2022-07-02T06:56:43.087" v="5742" actId="21"/>
          <ac:picMkLst>
            <pc:docMk/>
            <pc:sldMk cId="616035977" sldId="6195"/>
            <ac:picMk id="13" creationId="{0C21530A-CE02-4A54-86CE-103935ABA7C8}"/>
          </ac:picMkLst>
        </pc:picChg>
        <pc:picChg chg="del">
          <ac:chgData name="Halan, Mridul" userId="d8402aca-56b7-4a75-97f5-504434d76ce0" providerId="ADAL" clId="{AA3C1486-642E-4193-95AF-D7E78E3DA4E9}" dt="2022-07-02T06:13:23.257" v="4987" actId="21"/>
          <ac:picMkLst>
            <pc:docMk/>
            <pc:sldMk cId="616035977" sldId="6195"/>
            <ac:picMk id="15" creationId="{9BEB42A3-5196-4B98-B0CA-B9C5937E7048}"/>
          </ac:picMkLst>
        </pc:picChg>
        <pc:picChg chg="add del mod">
          <ac:chgData name="Halan, Mridul" userId="d8402aca-56b7-4a75-97f5-504434d76ce0" providerId="ADAL" clId="{AA3C1486-642E-4193-95AF-D7E78E3DA4E9}" dt="2022-07-02T07:18:48.672" v="5964" actId="21"/>
          <ac:picMkLst>
            <pc:docMk/>
            <pc:sldMk cId="616035977" sldId="6195"/>
            <ac:picMk id="16" creationId="{B3A14FBA-822A-4DAC-BDB4-D55CF7D9E051}"/>
          </ac:picMkLst>
        </pc:picChg>
        <pc:picChg chg="add mod">
          <ac:chgData name="Halan, Mridul" userId="d8402aca-56b7-4a75-97f5-504434d76ce0" providerId="ADAL" clId="{AA3C1486-642E-4193-95AF-D7E78E3DA4E9}" dt="2022-07-02T07:29:54.220" v="6260" actId="14100"/>
          <ac:picMkLst>
            <pc:docMk/>
            <pc:sldMk cId="616035977" sldId="6195"/>
            <ac:picMk id="18" creationId="{4B954F84-4D57-4EA8-98F5-A702967F1E73}"/>
          </ac:picMkLst>
        </pc:picChg>
        <pc:picChg chg="add mod">
          <ac:chgData name="Halan, Mridul" userId="d8402aca-56b7-4a75-97f5-504434d76ce0" providerId="ADAL" clId="{AA3C1486-642E-4193-95AF-D7E78E3DA4E9}" dt="2022-07-02T07:28:51.687" v="6255" actId="14100"/>
          <ac:picMkLst>
            <pc:docMk/>
            <pc:sldMk cId="616035977" sldId="6195"/>
            <ac:picMk id="20" creationId="{9045EF24-3A26-481D-8409-2003F4D636DA}"/>
          </ac:picMkLst>
        </pc:picChg>
        <pc:picChg chg="add mod">
          <ac:chgData name="Halan, Mridul" userId="d8402aca-56b7-4a75-97f5-504434d76ce0" providerId="ADAL" clId="{AA3C1486-642E-4193-95AF-D7E78E3DA4E9}" dt="2022-07-02T07:28:42.959" v="6246" actId="14100"/>
          <ac:picMkLst>
            <pc:docMk/>
            <pc:sldMk cId="616035977" sldId="6195"/>
            <ac:picMk id="22" creationId="{C7897AB6-94F9-42B3-A1D3-DC96B8311F46}"/>
          </ac:picMkLst>
        </pc:picChg>
        <pc:picChg chg="del">
          <ac:chgData name="Halan, Mridul" userId="d8402aca-56b7-4a75-97f5-504434d76ce0" providerId="ADAL" clId="{AA3C1486-642E-4193-95AF-D7E78E3DA4E9}" dt="2022-07-02T06:13:21.158" v="4986" actId="21"/>
          <ac:picMkLst>
            <pc:docMk/>
            <pc:sldMk cId="616035977" sldId="6195"/>
            <ac:picMk id="29" creationId="{51AC1C94-6138-48E7-B343-F00BD110C08A}"/>
          </ac:picMkLst>
        </pc:picChg>
        <pc:picChg chg="add mod">
          <ac:chgData name="Halan, Mridul" userId="d8402aca-56b7-4a75-97f5-504434d76ce0" providerId="ADAL" clId="{AA3C1486-642E-4193-95AF-D7E78E3DA4E9}" dt="2022-07-04T12:09:18.159" v="10284" actId="14100"/>
          <ac:picMkLst>
            <pc:docMk/>
            <pc:sldMk cId="616035977" sldId="6195"/>
            <ac:picMk id="38" creationId="{172E31E9-EF82-4B11-9959-BCE8C5921A5C}"/>
          </ac:picMkLst>
        </pc:picChg>
        <pc:picChg chg="del">
          <ac:chgData name="Halan, Mridul" userId="d8402aca-56b7-4a75-97f5-504434d76ce0" providerId="ADAL" clId="{AA3C1486-642E-4193-95AF-D7E78E3DA4E9}" dt="2022-07-02T06:56:40.608" v="5741" actId="21"/>
          <ac:picMkLst>
            <pc:docMk/>
            <pc:sldMk cId="616035977" sldId="6195"/>
            <ac:picMk id="45" creationId="{EE5412FC-5347-496D-8581-B412DBCEB7CF}"/>
          </ac:picMkLst>
        </pc:picChg>
        <pc:picChg chg="add mod">
          <ac:chgData name="Halan, Mridul" userId="d8402aca-56b7-4a75-97f5-504434d76ce0" providerId="ADAL" clId="{AA3C1486-642E-4193-95AF-D7E78E3DA4E9}" dt="2022-07-04T12:00:36.379" v="10082" actId="14100"/>
          <ac:picMkLst>
            <pc:docMk/>
            <pc:sldMk cId="616035977" sldId="6195"/>
            <ac:picMk id="46" creationId="{D1955D12-864E-45DC-B9BE-15FBF775A9F2}"/>
          </ac:picMkLst>
        </pc:picChg>
        <pc:picChg chg="add mod">
          <ac:chgData name="Halan, Mridul" userId="d8402aca-56b7-4a75-97f5-504434d76ce0" providerId="ADAL" clId="{AA3C1486-642E-4193-95AF-D7E78E3DA4E9}" dt="2022-07-04T11:59:46.331" v="10081" actId="1076"/>
          <ac:picMkLst>
            <pc:docMk/>
            <pc:sldMk cId="616035977" sldId="6195"/>
            <ac:picMk id="47" creationId="{B3916295-7B2A-4A48-9FE3-C3522A3C0143}"/>
          </ac:picMkLst>
        </pc:picChg>
        <pc:picChg chg="add mod">
          <ac:chgData name="Halan, Mridul" userId="d8402aca-56b7-4a75-97f5-504434d76ce0" providerId="ADAL" clId="{AA3C1486-642E-4193-95AF-D7E78E3DA4E9}" dt="2022-07-02T07:20:24.998" v="5987" actId="1076"/>
          <ac:picMkLst>
            <pc:docMk/>
            <pc:sldMk cId="616035977" sldId="6195"/>
            <ac:picMk id="48" creationId="{83C3F685-60EA-4BF4-BD0C-F50085807F8C}"/>
          </ac:picMkLst>
        </pc:picChg>
        <pc:picChg chg="add del mod">
          <ac:chgData name="Halan, Mridul" userId="d8402aca-56b7-4a75-97f5-504434d76ce0" providerId="ADAL" clId="{AA3C1486-642E-4193-95AF-D7E78E3DA4E9}" dt="2022-07-02T07:29:13.406" v="6257"/>
          <ac:picMkLst>
            <pc:docMk/>
            <pc:sldMk cId="616035977" sldId="6195"/>
            <ac:picMk id="59" creationId="{F6C5F6CB-539F-431B-AB7B-B6F4E08446A6}"/>
          </ac:picMkLst>
        </pc:picChg>
        <pc:picChg chg="add mod">
          <ac:chgData name="Halan, Mridul" userId="d8402aca-56b7-4a75-97f5-504434d76ce0" providerId="ADAL" clId="{AA3C1486-642E-4193-95AF-D7E78E3DA4E9}" dt="2022-07-02T10:25:38.540" v="6342" actId="14100"/>
          <ac:picMkLst>
            <pc:docMk/>
            <pc:sldMk cId="616035977" sldId="6195"/>
            <ac:picMk id="60" creationId="{EC723261-A582-4979-8327-B51428AA7468}"/>
          </ac:picMkLst>
        </pc:picChg>
        <pc:picChg chg="add del mod">
          <ac:chgData name="Halan, Mridul" userId="d8402aca-56b7-4a75-97f5-504434d76ce0" providerId="ADAL" clId="{AA3C1486-642E-4193-95AF-D7E78E3DA4E9}" dt="2022-07-02T15:55:56.218" v="9476" actId="21"/>
          <ac:picMkLst>
            <pc:docMk/>
            <pc:sldMk cId="616035977" sldId="6195"/>
            <ac:picMk id="61" creationId="{FBE75210-2C19-4FDB-BCA2-60C548D19C57}"/>
          </ac:picMkLst>
        </pc:picChg>
        <pc:picChg chg="add mod">
          <ac:chgData name="Halan, Mridul" userId="d8402aca-56b7-4a75-97f5-504434d76ce0" providerId="ADAL" clId="{AA3C1486-642E-4193-95AF-D7E78E3DA4E9}" dt="2022-07-02T15:56:25.330" v="9581" actId="1035"/>
          <ac:picMkLst>
            <pc:docMk/>
            <pc:sldMk cId="616035977" sldId="6195"/>
            <ac:picMk id="62" creationId="{101057C0-58D0-49EB-951C-B7D9CC10F426}"/>
          </ac:picMkLst>
        </pc:picChg>
        <pc:picChg chg="add mod">
          <ac:chgData name="Halan, Mridul" userId="d8402aca-56b7-4a75-97f5-504434d76ce0" providerId="ADAL" clId="{AA3C1486-642E-4193-95AF-D7E78E3DA4E9}" dt="2022-07-02T10:24:58.276" v="6332" actId="14100"/>
          <ac:picMkLst>
            <pc:docMk/>
            <pc:sldMk cId="616035977" sldId="6195"/>
            <ac:picMk id="63" creationId="{293119CD-0A25-4104-9A14-5D6F1A5A90E8}"/>
          </ac:picMkLst>
        </pc:picChg>
        <pc:picChg chg="add mod">
          <ac:chgData name="Halan, Mridul" userId="d8402aca-56b7-4a75-97f5-504434d76ce0" providerId="ADAL" clId="{AA3C1486-642E-4193-95AF-D7E78E3DA4E9}" dt="2022-07-02T15:56:53.540" v="9682" actId="1036"/>
          <ac:picMkLst>
            <pc:docMk/>
            <pc:sldMk cId="616035977" sldId="6195"/>
            <ac:picMk id="67" creationId="{B4295708-EFE9-4A18-BC8C-2155EB338341}"/>
          </ac:picMkLst>
        </pc:picChg>
        <pc:picChg chg="add mod">
          <ac:chgData name="Halan, Mridul" userId="d8402aca-56b7-4a75-97f5-504434d76ce0" providerId="ADAL" clId="{AA3C1486-642E-4193-95AF-D7E78E3DA4E9}" dt="2022-07-02T15:56:53.540" v="9682" actId="1036"/>
          <ac:picMkLst>
            <pc:docMk/>
            <pc:sldMk cId="616035977" sldId="6195"/>
            <ac:picMk id="68" creationId="{98D4F83C-F974-4114-84C6-635927B3EADB}"/>
          </ac:picMkLst>
        </pc:picChg>
        <pc:picChg chg="add mod">
          <ac:chgData name="Halan, Mridul" userId="d8402aca-56b7-4a75-97f5-504434d76ce0" providerId="ADAL" clId="{AA3C1486-642E-4193-95AF-D7E78E3DA4E9}" dt="2022-07-02T15:56:53.540" v="9682" actId="1036"/>
          <ac:picMkLst>
            <pc:docMk/>
            <pc:sldMk cId="616035977" sldId="6195"/>
            <ac:picMk id="69" creationId="{1A5C3EA4-7FE8-4956-94CA-708A0575B357}"/>
          </ac:picMkLst>
        </pc:picChg>
        <pc:picChg chg="add mod">
          <ac:chgData name="Halan, Mridul" userId="d8402aca-56b7-4a75-97f5-504434d76ce0" providerId="ADAL" clId="{AA3C1486-642E-4193-95AF-D7E78E3DA4E9}" dt="2022-07-02T15:56:53.540" v="9682" actId="1036"/>
          <ac:picMkLst>
            <pc:docMk/>
            <pc:sldMk cId="616035977" sldId="6195"/>
            <ac:picMk id="70" creationId="{63623FB9-36E8-470E-B5AD-26C11A8C6567}"/>
          </ac:picMkLst>
        </pc:picChg>
        <pc:picChg chg="add mod">
          <ac:chgData name="Halan, Mridul" userId="d8402aca-56b7-4a75-97f5-504434d76ce0" providerId="ADAL" clId="{AA3C1486-642E-4193-95AF-D7E78E3DA4E9}" dt="2022-07-02T15:56:53.540" v="9682" actId="1036"/>
          <ac:picMkLst>
            <pc:docMk/>
            <pc:sldMk cId="616035977" sldId="6195"/>
            <ac:picMk id="71" creationId="{6848EB06-6313-4F55-83D8-56F69B79BAF2}"/>
          </ac:picMkLst>
        </pc:picChg>
        <pc:picChg chg="add mod">
          <ac:chgData name="Halan, Mridul" userId="d8402aca-56b7-4a75-97f5-504434d76ce0" providerId="ADAL" clId="{AA3C1486-642E-4193-95AF-D7E78E3DA4E9}" dt="2022-07-02T15:56:53.540" v="9682" actId="1036"/>
          <ac:picMkLst>
            <pc:docMk/>
            <pc:sldMk cId="616035977" sldId="6195"/>
            <ac:picMk id="72" creationId="{7ECE9E7C-4021-4C19-8635-1B5366902839}"/>
          </ac:picMkLst>
        </pc:picChg>
        <pc:picChg chg="del">
          <ac:chgData name="Halan, Mridul" userId="d8402aca-56b7-4a75-97f5-504434d76ce0" providerId="ADAL" clId="{AA3C1486-642E-4193-95AF-D7E78E3DA4E9}" dt="2022-07-02T06:35:55.132" v="5318" actId="21"/>
          <ac:picMkLst>
            <pc:docMk/>
            <pc:sldMk cId="616035977" sldId="6195"/>
            <ac:picMk id="3074" creationId="{53335559-CAFB-4493-AE25-EA9313D08FB2}"/>
          </ac:picMkLst>
        </pc:picChg>
        <pc:picChg chg="del">
          <ac:chgData name="Halan, Mridul" userId="d8402aca-56b7-4a75-97f5-504434d76ce0" providerId="ADAL" clId="{AA3C1486-642E-4193-95AF-D7E78E3DA4E9}" dt="2022-07-02T06:35:55.132" v="5318" actId="21"/>
          <ac:picMkLst>
            <pc:docMk/>
            <pc:sldMk cId="616035977" sldId="6195"/>
            <ac:picMk id="3076" creationId="{5EC65707-F90A-483B-8CB8-9194F27D4EA3}"/>
          </ac:picMkLst>
        </pc:picChg>
        <pc:picChg chg="del">
          <ac:chgData name="Halan, Mridul" userId="d8402aca-56b7-4a75-97f5-504434d76ce0" providerId="ADAL" clId="{AA3C1486-642E-4193-95AF-D7E78E3DA4E9}" dt="2022-07-02T06:35:55.132" v="5318" actId="21"/>
          <ac:picMkLst>
            <pc:docMk/>
            <pc:sldMk cId="616035977" sldId="6195"/>
            <ac:picMk id="3078" creationId="{CCCF169A-1421-4375-8B15-38A406C11424}"/>
          </ac:picMkLst>
        </pc:picChg>
        <pc:picChg chg="del">
          <ac:chgData name="Halan, Mridul" userId="d8402aca-56b7-4a75-97f5-504434d76ce0" providerId="ADAL" clId="{AA3C1486-642E-4193-95AF-D7E78E3DA4E9}" dt="2022-07-02T06:37:45.178" v="5341" actId="21"/>
          <ac:picMkLst>
            <pc:docMk/>
            <pc:sldMk cId="616035977" sldId="6195"/>
            <ac:picMk id="3082" creationId="{7CCEE82C-3DBA-4527-8A7A-7ACA23C1F211}"/>
          </ac:picMkLst>
        </pc:picChg>
        <pc:picChg chg="del">
          <ac:chgData name="Halan, Mridul" userId="d8402aca-56b7-4a75-97f5-504434d76ce0" providerId="ADAL" clId="{AA3C1486-642E-4193-95AF-D7E78E3DA4E9}" dt="2022-07-02T06:35:55.132" v="5318" actId="21"/>
          <ac:picMkLst>
            <pc:docMk/>
            <pc:sldMk cId="616035977" sldId="6195"/>
            <ac:picMk id="3084" creationId="{2D4231FD-9568-460B-8AB5-D2CBB3D961B5}"/>
          </ac:picMkLst>
        </pc:picChg>
        <pc:picChg chg="del">
          <ac:chgData name="Halan, Mridul" userId="d8402aca-56b7-4a75-97f5-504434d76ce0" providerId="ADAL" clId="{AA3C1486-642E-4193-95AF-D7E78E3DA4E9}" dt="2022-07-02T06:49:53.654" v="5565" actId="21"/>
          <ac:picMkLst>
            <pc:docMk/>
            <pc:sldMk cId="616035977" sldId="6195"/>
            <ac:picMk id="3088" creationId="{3C98D521-CF2B-41ED-9EC9-ACBC1F6AA29F}"/>
          </ac:picMkLst>
        </pc:picChg>
        <pc:picChg chg="del">
          <ac:chgData name="Halan, Mridul" userId="d8402aca-56b7-4a75-97f5-504434d76ce0" providerId="ADAL" clId="{AA3C1486-642E-4193-95AF-D7E78E3DA4E9}" dt="2022-07-02T06:49:53.654" v="5565" actId="21"/>
          <ac:picMkLst>
            <pc:docMk/>
            <pc:sldMk cId="616035977" sldId="6195"/>
            <ac:picMk id="3090" creationId="{F296AE81-1E90-4D4D-850F-05108B3C880D}"/>
          </ac:picMkLst>
        </pc:picChg>
        <pc:picChg chg="del mod">
          <ac:chgData name="Halan, Mridul" userId="d8402aca-56b7-4a75-97f5-504434d76ce0" providerId="ADAL" clId="{AA3C1486-642E-4193-95AF-D7E78E3DA4E9}" dt="2022-07-02T15:55:56.218" v="9476" actId="21"/>
          <ac:picMkLst>
            <pc:docMk/>
            <pc:sldMk cId="616035977" sldId="6195"/>
            <ac:picMk id="3092" creationId="{11AA9C88-49B3-41BE-9F5B-4CCF66ABBFD5}"/>
          </ac:picMkLst>
        </pc:picChg>
        <pc:picChg chg="del">
          <ac:chgData name="Halan, Mridul" userId="d8402aca-56b7-4a75-97f5-504434d76ce0" providerId="ADAL" clId="{AA3C1486-642E-4193-95AF-D7E78E3DA4E9}" dt="2022-07-02T06:49:53.654" v="5565" actId="21"/>
          <ac:picMkLst>
            <pc:docMk/>
            <pc:sldMk cId="616035977" sldId="6195"/>
            <ac:picMk id="3094" creationId="{59584DEB-F31C-4A6B-9B56-D1E998F4602B}"/>
          </ac:picMkLst>
        </pc:picChg>
        <pc:picChg chg="add del mod">
          <ac:chgData name="Halan, Mridul" userId="d8402aca-56b7-4a75-97f5-504434d76ce0" providerId="ADAL" clId="{AA3C1486-642E-4193-95AF-D7E78E3DA4E9}" dt="2022-07-02T15:55:56.218" v="9476" actId="21"/>
          <ac:picMkLst>
            <pc:docMk/>
            <pc:sldMk cId="616035977" sldId="6195"/>
            <ac:picMk id="5126" creationId="{7EB9DA78-C0EC-4553-BB6E-E8D563FF9F9B}"/>
          </ac:picMkLst>
        </pc:picChg>
        <pc:picChg chg="add del mod">
          <ac:chgData name="Halan, Mridul" userId="d8402aca-56b7-4a75-97f5-504434d76ce0" providerId="ADAL" clId="{AA3C1486-642E-4193-95AF-D7E78E3DA4E9}" dt="2022-07-02T06:38:42.450" v="5351" actId="21"/>
          <ac:picMkLst>
            <pc:docMk/>
            <pc:sldMk cId="616035977" sldId="6195"/>
            <ac:picMk id="5128" creationId="{5055AB93-B3AE-4E78-A9E2-FCA59BA7741C}"/>
          </ac:picMkLst>
        </pc:picChg>
        <pc:picChg chg="add del mod">
          <ac:chgData name="Halan, Mridul" userId="d8402aca-56b7-4a75-97f5-504434d76ce0" providerId="ADAL" clId="{AA3C1486-642E-4193-95AF-D7E78E3DA4E9}" dt="2022-07-02T15:55:56.218" v="9476" actId="21"/>
          <ac:picMkLst>
            <pc:docMk/>
            <pc:sldMk cId="616035977" sldId="6195"/>
            <ac:picMk id="5130" creationId="{54997962-53FD-4F04-9954-7409E656838C}"/>
          </ac:picMkLst>
        </pc:picChg>
        <pc:picChg chg="add del mod">
          <ac:chgData name="Halan, Mridul" userId="d8402aca-56b7-4a75-97f5-504434d76ce0" providerId="ADAL" clId="{AA3C1486-642E-4193-95AF-D7E78E3DA4E9}" dt="2022-07-02T15:55:56.218" v="9476" actId="21"/>
          <ac:picMkLst>
            <pc:docMk/>
            <pc:sldMk cId="616035977" sldId="6195"/>
            <ac:picMk id="5132" creationId="{3574EDF0-F2C1-448F-9EDA-10AC94D11A1A}"/>
          </ac:picMkLst>
        </pc:picChg>
        <pc:picChg chg="add mod">
          <ac:chgData name="Halan, Mridul" userId="d8402aca-56b7-4a75-97f5-504434d76ce0" providerId="ADAL" clId="{AA3C1486-642E-4193-95AF-D7E78E3DA4E9}" dt="2022-07-02T15:56:25.330" v="9581" actId="1035"/>
          <ac:picMkLst>
            <pc:docMk/>
            <pc:sldMk cId="616035977" sldId="6195"/>
            <ac:picMk id="5134" creationId="{22DB8956-198F-4265-8EFC-12CCC105E760}"/>
          </ac:picMkLst>
        </pc:picChg>
        <pc:picChg chg="add mod">
          <ac:chgData name="Halan, Mridul" userId="d8402aca-56b7-4a75-97f5-504434d76ce0" providerId="ADAL" clId="{AA3C1486-642E-4193-95AF-D7E78E3DA4E9}" dt="2022-07-02T15:56:25.330" v="9581" actId="1035"/>
          <ac:picMkLst>
            <pc:docMk/>
            <pc:sldMk cId="616035977" sldId="6195"/>
            <ac:picMk id="5136" creationId="{6D7585EA-E3F9-4766-99A3-C61914F50094}"/>
          </ac:picMkLst>
        </pc:picChg>
        <pc:picChg chg="add mod">
          <ac:chgData name="Halan, Mridul" userId="d8402aca-56b7-4a75-97f5-504434d76ce0" providerId="ADAL" clId="{AA3C1486-642E-4193-95AF-D7E78E3DA4E9}" dt="2022-07-02T15:56:25.330" v="9581" actId="1035"/>
          <ac:picMkLst>
            <pc:docMk/>
            <pc:sldMk cId="616035977" sldId="6195"/>
            <ac:picMk id="5138" creationId="{3DC3E315-339F-4037-9102-F7FDB4C4ABF9}"/>
          </ac:picMkLst>
        </pc:picChg>
        <pc:picChg chg="add mod">
          <ac:chgData name="Halan, Mridul" userId="d8402aca-56b7-4a75-97f5-504434d76ce0" providerId="ADAL" clId="{AA3C1486-642E-4193-95AF-D7E78E3DA4E9}" dt="2022-07-02T15:56:25.330" v="9581" actId="1035"/>
          <ac:picMkLst>
            <pc:docMk/>
            <pc:sldMk cId="616035977" sldId="6195"/>
            <ac:picMk id="5140" creationId="{C9E5924F-31F2-4215-A13A-016C24DB6931}"/>
          </ac:picMkLst>
        </pc:picChg>
        <pc:picChg chg="add mod">
          <ac:chgData name="Halan, Mridul" userId="d8402aca-56b7-4a75-97f5-504434d76ce0" providerId="ADAL" clId="{AA3C1486-642E-4193-95AF-D7E78E3DA4E9}" dt="2022-07-02T07:29:56.698" v="6261" actId="14100"/>
          <ac:picMkLst>
            <pc:docMk/>
            <pc:sldMk cId="616035977" sldId="6195"/>
            <ac:picMk id="5144" creationId="{82FF59F7-BFE0-4A51-9252-2911E074110A}"/>
          </ac:picMkLst>
        </pc:picChg>
        <pc:picChg chg="add mod">
          <ac:chgData name="Halan, Mridul" userId="d8402aca-56b7-4a75-97f5-504434d76ce0" providerId="ADAL" clId="{AA3C1486-642E-4193-95AF-D7E78E3DA4E9}" dt="2022-07-02T07:21:00.093" v="5995" actId="1076"/>
          <ac:picMkLst>
            <pc:docMk/>
            <pc:sldMk cId="616035977" sldId="6195"/>
            <ac:picMk id="5146" creationId="{07A09520-CCA9-4C4B-9C74-7D510FD12A53}"/>
          </ac:picMkLst>
        </pc:picChg>
        <pc:picChg chg="add mod">
          <ac:chgData name="Halan, Mridul" userId="d8402aca-56b7-4a75-97f5-504434d76ce0" providerId="ADAL" clId="{AA3C1486-642E-4193-95AF-D7E78E3DA4E9}" dt="2022-07-02T07:28:21.132" v="6238" actId="14100"/>
          <ac:picMkLst>
            <pc:docMk/>
            <pc:sldMk cId="616035977" sldId="6195"/>
            <ac:picMk id="5148" creationId="{96F5D0C4-0731-4162-B5CF-CFC85ACD992B}"/>
          </ac:picMkLst>
        </pc:picChg>
        <pc:picChg chg="add mod">
          <ac:chgData name="Halan, Mridul" userId="d8402aca-56b7-4a75-97f5-504434d76ce0" providerId="ADAL" clId="{AA3C1486-642E-4193-95AF-D7E78E3DA4E9}" dt="2022-07-02T07:28:49.376" v="6254" actId="14100"/>
          <ac:picMkLst>
            <pc:docMk/>
            <pc:sldMk cId="616035977" sldId="6195"/>
            <ac:picMk id="5150" creationId="{7BDBA171-914C-422F-A677-A6FD8D7C1D06}"/>
          </ac:picMkLst>
        </pc:picChg>
        <pc:cxnChg chg="mod">
          <ac:chgData name="Halan, Mridul" userId="d8402aca-56b7-4a75-97f5-504434d76ce0" providerId="ADAL" clId="{AA3C1486-642E-4193-95AF-D7E78E3DA4E9}" dt="2022-07-02T07:21:14.190" v="6030" actId="1035"/>
          <ac:cxnSpMkLst>
            <pc:docMk/>
            <pc:sldMk cId="616035977" sldId="6195"/>
            <ac:cxnSpMk id="23" creationId="{00000000-0000-0000-0000-000000000000}"/>
          </ac:cxnSpMkLst>
        </pc:cxnChg>
        <pc:cxnChg chg="mod">
          <ac:chgData name="Halan, Mridul" userId="d8402aca-56b7-4a75-97f5-504434d76ce0" providerId="ADAL" clId="{AA3C1486-642E-4193-95AF-D7E78E3DA4E9}" dt="2022-07-02T06:56:27.084" v="5718" actId="1036"/>
          <ac:cxnSpMkLst>
            <pc:docMk/>
            <pc:sldMk cId="616035977" sldId="6195"/>
            <ac:cxnSpMk id="28" creationId="{00000000-0000-0000-0000-000000000000}"/>
          </ac:cxnSpMkLst>
        </pc:cxnChg>
        <pc:cxnChg chg="del mod">
          <ac:chgData name="Halan, Mridul" userId="d8402aca-56b7-4a75-97f5-504434d76ce0" providerId="ADAL" clId="{AA3C1486-642E-4193-95AF-D7E78E3DA4E9}" dt="2022-07-02T15:55:56.218" v="9476" actId="21"/>
          <ac:cxnSpMkLst>
            <pc:docMk/>
            <pc:sldMk cId="616035977" sldId="6195"/>
            <ac:cxnSpMk id="30" creationId="{00000000-0000-0000-0000-000000000000}"/>
          </ac:cxnSpMkLst>
        </pc:cxnChg>
        <pc:cxnChg chg="add mod">
          <ac:chgData name="Halan, Mridul" userId="d8402aca-56b7-4a75-97f5-504434d76ce0" providerId="ADAL" clId="{AA3C1486-642E-4193-95AF-D7E78E3DA4E9}" dt="2022-07-02T15:56:53.540" v="9682" actId="1036"/>
          <ac:cxnSpMkLst>
            <pc:docMk/>
            <pc:sldMk cId="616035977" sldId="6195"/>
            <ac:cxnSpMk id="64" creationId="{5E1C892F-10CC-472B-93A5-566286B30472}"/>
          </ac:cxnSpMkLst>
        </pc:cxnChg>
        <pc:cxnChg chg="add del mod">
          <ac:chgData name="Halan, Mridul" userId="d8402aca-56b7-4a75-97f5-504434d76ce0" providerId="ADAL" clId="{AA3C1486-642E-4193-95AF-D7E78E3DA4E9}" dt="2022-07-02T15:56:58.883" v="9683" actId="21"/>
          <ac:cxnSpMkLst>
            <pc:docMk/>
            <pc:sldMk cId="616035977" sldId="6195"/>
            <ac:cxnSpMk id="65" creationId="{57115B30-2D1A-4EF1-ABAF-53B20AEC7AAC}"/>
          </ac:cxnSpMkLst>
        </pc:cxnChg>
      </pc:sldChg>
      <pc:sldChg chg="modSp mod">
        <pc:chgData name="Halan, Mridul" userId="d8402aca-56b7-4a75-97f5-504434d76ce0" providerId="ADAL" clId="{AA3C1486-642E-4193-95AF-D7E78E3DA4E9}" dt="2022-07-04T16:17:57.691" v="11121" actId="113"/>
        <pc:sldMkLst>
          <pc:docMk/>
          <pc:sldMk cId="2716093337" sldId="6196"/>
        </pc:sldMkLst>
        <pc:spChg chg="mod">
          <ac:chgData name="Halan, Mridul" userId="d8402aca-56b7-4a75-97f5-504434d76ce0" providerId="ADAL" clId="{AA3C1486-642E-4193-95AF-D7E78E3DA4E9}" dt="2022-07-04T16:17:57.691" v="11121" actId="113"/>
          <ac:spMkLst>
            <pc:docMk/>
            <pc:sldMk cId="2716093337" sldId="6196"/>
            <ac:spMk id="2" creationId="{188B5FD8-DE7F-4FEB-9F3A-5D07FE22260C}"/>
          </ac:spMkLst>
        </pc:spChg>
      </pc:sldChg>
      <pc:sldChg chg="addSp delSp modSp add del mod">
        <pc:chgData name="Halan, Mridul" userId="d8402aca-56b7-4a75-97f5-504434d76ce0" providerId="ADAL" clId="{AA3C1486-642E-4193-95AF-D7E78E3DA4E9}" dt="2022-07-02T11:25:47.828" v="7244" actId="2696"/>
        <pc:sldMkLst>
          <pc:docMk/>
          <pc:sldMk cId="471222770" sldId="6197"/>
        </pc:sldMkLst>
        <pc:spChg chg="mod">
          <ac:chgData name="Halan, Mridul" userId="d8402aca-56b7-4a75-97f5-504434d76ce0" providerId="ADAL" clId="{AA3C1486-642E-4193-95AF-D7E78E3DA4E9}" dt="2022-07-02T11:22:45.635" v="7237" actId="20577"/>
          <ac:spMkLst>
            <pc:docMk/>
            <pc:sldMk cId="471222770" sldId="6197"/>
            <ac:spMk id="2" creationId="{F02F82D5-2DA0-494A-8694-A4C176CFA13A}"/>
          </ac:spMkLst>
        </pc:spChg>
        <pc:spChg chg="del mod">
          <ac:chgData name="Halan, Mridul" userId="d8402aca-56b7-4a75-97f5-504434d76ce0" providerId="ADAL" clId="{AA3C1486-642E-4193-95AF-D7E78E3DA4E9}" dt="2022-07-02T11:17:35.847" v="7161" actId="21"/>
          <ac:spMkLst>
            <pc:docMk/>
            <pc:sldMk cId="471222770" sldId="6197"/>
            <ac:spMk id="3" creationId="{E303F832-A0D8-4E61-A7C4-B3015B3AADCE}"/>
          </ac:spMkLst>
        </pc:spChg>
        <pc:graphicFrameChg chg="mod modGraphic">
          <ac:chgData name="Halan, Mridul" userId="d8402aca-56b7-4a75-97f5-504434d76ce0" providerId="ADAL" clId="{AA3C1486-642E-4193-95AF-D7E78E3DA4E9}" dt="2022-07-02T11:25:00.690" v="7243" actId="2062"/>
          <ac:graphicFrameMkLst>
            <pc:docMk/>
            <pc:sldMk cId="471222770" sldId="6197"/>
            <ac:graphicFrameMk id="4" creationId="{0D3E0BFC-B3EC-4D3D-96B4-A257FC0B1C11}"/>
          </ac:graphicFrameMkLst>
        </pc:graphicFrameChg>
        <pc:graphicFrameChg chg="add del mod">
          <ac:chgData name="Halan, Mridul" userId="d8402aca-56b7-4a75-97f5-504434d76ce0" providerId="ADAL" clId="{AA3C1486-642E-4193-95AF-D7E78E3DA4E9}" dt="2022-07-02T11:17:18.923" v="7158" actId="21"/>
          <ac:graphicFrameMkLst>
            <pc:docMk/>
            <pc:sldMk cId="471222770" sldId="6197"/>
            <ac:graphicFrameMk id="5" creationId="{43876487-EE27-4B3C-A96F-F9CC4676D976}"/>
          </ac:graphicFrameMkLst>
        </pc:graphicFrameChg>
      </pc:sldChg>
      <pc:sldChg chg="delSp modSp add del mod">
        <pc:chgData name="Halan, Mridul" userId="d8402aca-56b7-4a75-97f5-504434d76ce0" providerId="ADAL" clId="{AA3C1486-642E-4193-95AF-D7E78E3DA4E9}" dt="2022-07-04T15:47:13.827" v="10860" actId="2696"/>
        <pc:sldMkLst>
          <pc:docMk/>
          <pc:sldMk cId="555579079" sldId="6197"/>
        </pc:sldMkLst>
        <pc:spChg chg="mod">
          <ac:chgData name="Halan, Mridul" userId="d8402aca-56b7-4a75-97f5-504434d76ce0" providerId="ADAL" clId="{AA3C1486-642E-4193-95AF-D7E78E3DA4E9}" dt="2022-07-04T15:45:50.608" v="10831" actId="21"/>
          <ac:spMkLst>
            <pc:docMk/>
            <pc:sldMk cId="555579079" sldId="6197"/>
            <ac:spMk id="2" creationId="{F02F82D5-2DA0-494A-8694-A4C176CFA13A}"/>
          </ac:spMkLst>
        </pc:spChg>
        <pc:graphicFrameChg chg="del">
          <ac:chgData name="Halan, Mridul" userId="d8402aca-56b7-4a75-97f5-504434d76ce0" providerId="ADAL" clId="{AA3C1486-642E-4193-95AF-D7E78E3DA4E9}" dt="2022-07-04T15:46:03.130" v="10833" actId="21"/>
          <ac:graphicFrameMkLst>
            <pc:docMk/>
            <pc:sldMk cId="555579079" sldId="6197"/>
            <ac:graphicFrameMk id="4" creationId="{0D3E0BFC-B3EC-4D3D-96B4-A257FC0B1C11}"/>
          </ac:graphicFrameMkLst>
        </pc:graphicFrameChg>
      </pc:sldChg>
      <pc:sldChg chg="modSp mod">
        <pc:chgData name="Halan, Mridul" userId="d8402aca-56b7-4a75-97f5-504434d76ce0" providerId="ADAL" clId="{AA3C1486-642E-4193-95AF-D7E78E3DA4E9}" dt="2022-07-04T15:52:24.085" v="10943" actId="113"/>
        <pc:sldMkLst>
          <pc:docMk/>
          <pc:sldMk cId="2843776525" sldId="6198"/>
        </pc:sldMkLst>
        <pc:spChg chg="mod">
          <ac:chgData name="Halan, Mridul" userId="d8402aca-56b7-4a75-97f5-504434d76ce0" providerId="ADAL" clId="{AA3C1486-642E-4193-95AF-D7E78E3DA4E9}" dt="2022-07-04T15:52:24.085" v="10943" actId="113"/>
          <ac:spMkLst>
            <pc:docMk/>
            <pc:sldMk cId="2843776525" sldId="6198"/>
            <ac:spMk id="177" creationId="{25B1B997-3C04-46FA-B5D2-1CBB50C0472E}"/>
          </ac:spMkLst>
        </pc:spChg>
      </pc:sldChg>
      <pc:sldChg chg="addSp delSp modSp add mod">
        <pc:chgData name="Halan, Mridul" userId="d8402aca-56b7-4a75-97f5-504434d76ce0" providerId="ADAL" clId="{AA3C1486-642E-4193-95AF-D7E78E3DA4E9}" dt="2022-07-02T15:55:27.342" v="9471" actId="20577"/>
        <pc:sldMkLst>
          <pc:docMk/>
          <pc:sldMk cId="2480628551" sldId="6200"/>
        </pc:sldMkLst>
        <pc:spChg chg="mod">
          <ac:chgData name="Halan, Mridul" userId="d8402aca-56b7-4a75-97f5-504434d76ce0" providerId="ADAL" clId="{AA3C1486-642E-4193-95AF-D7E78E3DA4E9}" dt="2022-07-02T15:01:00.548" v="8062" actId="20577"/>
          <ac:spMkLst>
            <pc:docMk/>
            <pc:sldMk cId="2480628551" sldId="6200"/>
            <ac:spMk id="6"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11" creationId="{00000000-0000-0000-0000-000000000000}"/>
          </ac:spMkLst>
        </pc:spChg>
        <pc:spChg chg="add del mod ord">
          <ac:chgData name="Halan, Mridul" userId="d8402aca-56b7-4a75-97f5-504434d76ce0" providerId="ADAL" clId="{AA3C1486-642E-4193-95AF-D7E78E3DA4E9}" dt="2022-07-02T15:19:56.654" v="8193" actId="21"/>
          <ac:spMkLst>
            <pc:docMk/>
            <pc:sldMk cId="2480628551" sldId="6200"/>
            <ac:spMk id="12" creationId="{0337DD8D-C8D2-44A5-9AF7-69D8C6330326}"/>
          </ac:spMkLst>
        </pc:spChg>
        <pc:spChg chg="add mod">
          <ac:chgData name="Halan, Mridul" userId="d8402aca-56b7-4a75-97f5-504434d76ce0" providerId="ADAL" clId="{AA3C1486-642E-4193-95AF-D7E78E3DA4E9}" dt="2022-07-02T15:33:18.825" v="8632" actId="207"/>
          <ac:spMkLst>
            <pc:docMk/>
            <pc:sldMk cId="2480628551" sldId="6200"/>
            <ac:spMk id="14" creationId="{B0FDDFCE-F123-432E-B0D9-BE863BDC8B1C}"/>
          </ac:spMkLst>
        </pc:spChg>
        <pc:spChg chg="del">
          <ac:chgData name="Halan, Mridul" userId="d8402aca-56b7-4a75-97f5-504434d76ce0" providerId="ADAL" clId="{AA3C1486-642E-4193-95AF-D7E78E3DA4E9}" dt="2022-07-02T14:45:54.719" v="7761" actId="21"/>
          <ac:spMkLst>
            <pc:docMk/>
            <pc:sldMk cId="2480628551" sldId="6200"/>
            <ac:spMk id="19" creationId="{00000000-0000-0000-0000-000000000000}"/>
          </ac:spMkLst>
        </pc:spChg>
        <pc:spChg chg="del">
          <ac:chgData name="Halan, Mridul" userId="d8402aca-56b7-4a75-97f5-504434d76ce0" providerId="ADAL" clId="{AA3C1486-642E-4193-95AF-D7E78E3DA4E9}" dt="2022-07-02T14:45:57.509" v="7762" actId="21"/>
          <ac:spMkLst>
            <pc:docMk/>
            <pc:sldMk cId="2480628551" sldId="6200"/>
            <ac:spMk id="28" creationId="{00000000-0000-0000-0000-000000000000}"/>
          </ac:spMkLst>
        </pc:spChg>
        <pc:spChg chg="mod">
          <ac:chgData name="Halan, Mridul" userId="d8402aca-56b7-4a75-97f5-504434d76ce0" providerId="ADAL" clId="{AA3C1486-642E-4193-95AF-D7E78E3DA4E9}" dt="2022-07-02T15:00:44.357" v="8043" actId="1076"/>
          <ac:spMkLst>
            <pc:docMk/>
            <pc:sldMk cId="2480628551" sldId="6200"/>
            <ac:spMk id="37" creationId="{00000000-0000-0000-0000-000000000000}"/>
          </ac:spMkLst>
        </pc:spChg>
        <pc:spChg chg="del">
          <ac:chgData name="Halan, Mridul" userId="d8402aca-56b7-4a75-97f5-504434d76ce0" providerId="ADAL" clId="{AA3C1486-642E-4193-95AF-D7E78E3DA4E9}" dt="2022-07-02T14:45:54.719" v="7761" actId="21"/>
          <ac:spMkLst>
            <pc:docMk/>
            <pc:sldMk cId="2480628551" sldId="6200"/>
            <ac:spMk id="55" creationId="{00000000-0000-0000-0000-000000000000}"/>
          </ac:spMkLst>
        </pc:spChg>
        <pc:spChg chg="add mod">
          <ac:chgData name="Halan, Mridul" userId="d8402aca-56b7-4a75-97f5-504434d76ce0" providerId="ADAL" clId="{AA3C1486-642E-4193-95AF-D7E78E3DA4E9}" dt="2022-07-02T15:55:27.342" v="9471" actId="20577"/>
          <ac:spMkLst>
            <pc:docMk/>
            <pc:sldMk cId="2480628551" sldId="6200"/>
            <ac:spMk id="59" creationId="{5AF3350C-F011-45FD-9B27-22C2E62AF32B}"/>
          </ac:spMkLst>
        </pc:spChg>
        <pc:spChg chg="add mod">
          <ac:chgData name="Halan, Mridul" userId="d8402aca-56b7-4a75-97f5-504434d76ce0" providerId="ADAL" clId="{AA3C1486-642E-4193-95AF-D7E78E3DA4E9}" dt="2022-07-02T14:56:41.250" v="8041" actId="1076"/>
          <ac:spMkLst>
            <pc:docMk/>
            <pc:sldMk cId="2480628551" sldId="6200"/>
            <ac:spMk id="60" creationId="{FA0BCEF7-AB84-4B14-9DF0-C607333CEEA1}"/>
          </ac:spMkLst>
        </pc:spChg>
        <pc:spChg chg="add mod">
          <ac:chgData name="Halan, Mridul" userId="d8402aca-56b7-4a75-97f5-504434d76ce0" providerId="ADAL" clId="{AA3C1486-642E-4193-95AF-D7E78E3DA4E9}" dt="2022-07-02T14:56:44.862" v="8042" actId="1076"/>
          <ac:spMkLst>
            <pc:docMk/>
            <pc:sldMk cId="2480628551" sldId="6200"/>
            <ac:spMk id="61" creationId="{2D67A12E-119F-4141-9D35-38E6CE306B94}"/>
          </ac:spMkLst>
        </pc:spChg>
        <pc:spChg chg="add mod">
          <ac:chgData name="Halan, Mridul" userId="d8402aca-56b7-4a75-97f5-504434d76ce0" providerId="ADAL" clId="{AA3C1486-642E-4193-95AF-D7E78E3DA4E9}" dt="2022-07-02T15:14:23.643" v="8137" actId="207"/>
          <ac:spMkLst>
            <pc:docMk/>
            <pc:sldMk cId="2480628551" sldId="6200"/>
            <ac:spMk id="64" creationId="{F8D89799-281B-4858-8DAF-E91B0A1AE51D}"/>
          </ac:spMkLst>
        </pc:spChg>
        <pc:spChg chg="add mod">
          <ac:chgData name="Halan, Mridul" userId="d8402aca-56b7-4a75-97f5-504434d76ce0" providerId="ADAL" clId="{AA3C1486-642E-4193-95AF-D7E78E3DA4E9}" dt="2022-07-02T15:36:12.197" v="8636" actId="1076"/>
          <ac:spMkLst>
            <pc:docMk/>
            <pc:sldMk cId="2480628551" sldId="6200"/>
            <ac:spMk id="66" creationId="{414A8419-02B0-4C89-9F17-6F90047ED8A5}"/>
          </ac:spMkLst>
        </pc:spChg>
        <pc:spChg chg="add del mod">
          <ac:chgData name="Halan, Mridul" userId="d8402aca-56b7-4a75-97f5-504434d76ce0" providerId="ADAL" clId="{AA3C1486-642E-4193-95AF-D7E78E3DA4E9}" dt="2022-07-02T15:18:50.043" v="8177" actId="21"/>
          <ac:spMkLst>
            <pc:docMk/>
            <pc:sldMk cId="2480628551" sldId="6200"/>
            <ac:spMk id="67" creationId="{290D2051-A0C3-4A5F-BB88-41592EB9798F}"/>
          </ac:spMkLst>
        </pc:spChg>
        <pc:spChg chg="add del mod">
          <ac:chgData name="Halan, Mridul" userId="d8402aca-56b7-4a75-97f5-504434d76ce0" providerId="ADAL" clId="{AA3C1486-642E-4193-95AF-D7E78E3DA4E9}" dt="2022-07-02T15:19:24.431" v="8183" actId="21"/>
          <ac:spMkLst>
            <pc:docMk/>
            <pc:sldMk cId="2480628551" sldId="6200"/>
            <ac:spMk id="68" creationId="{C0639474-A905-43C8-A977-47A9E44039B5}"/>
          </ac:spMkLst>
        </pc:spChg>
        <pc:spChg chg="add mod">
          <ac:chgData name="Halan, Mridul" userId="d8402aca-56b7-4a75-97f5-504434d76ce0" providerId="ADAL" clId="{AA3C1486-642E-4193-95AF-D7E78E3DA4E9}" dt="2022-07-02T15:20:04.549" v="8196" actId="1076"/>
          <ac:spMkLst>
            <pc:docMk/>
            <pc:sldMk cId="2480628551" sldId="6200"/>
            <ac:spMk id="72" creationId="{6C950BC1-85E9-4DD7-B815-E0525BB6F03A}"/>
          </ac:spMkLst>
        </pc:spChg>
        <pc:spChg chg="del">
          <ac:chgData name="Halan, Mridul" userId="d8402aca-56b7-4a75-97f5-504434d76ce0" providerId="ADAL" clId="{AA3C1486-642E-4193-95AF-D7E78E3DA4E9}" dt="2022-07-02T14:46:06.396" v="7763" actId="21"/>
          <ac:spMkLst>
            <pc:docMk/>
            <pc:sldMk cId="2480628551" sldId="6200"/>
            <ac:spMk id="74" creationId="{00000000-0000-0000-0000-000000000000}"/>
          </ac:spMkLst>
        </pc:spChg>
        <pc:spChg chg="add mod">
          <ac:chgData name="Halan, Mridul" userId="d8402aca-56b7-4a75-97f5-504434d76ce0" providerId="ADAL" clId="{AA3C1486-642E-4193-95AF-D7E78E3DA4E9}" dt="2022-07-02T15:49:08.640" v="9218" actId="113"/>
          <ac:spMkLst>
            <pc:docMk/>
            <pc:sldMk cId="2480628551" sldId="6200"/>
            <ac:spMk id="75" creationId="{76A45365-312B-48CC-9496-64691269F03D}"/>
          </ac:spMkLst>
        </pc:spChg>
        <pc:spChg chg="del">
          <ac:chgData name="Halan, Mridul" userId="d8402aca-56b7-4a75-97f5-504434d76ce0" providerId="ADAL" clId="{AA3C1486-642E-4193-95AF-D7E78E3DA4E9}" dt="2022-07-02T14:46:06.396" v="7763" actId="21"/>
          <ac:spMkLst>
            <pc:docMk/>
            <pc:sldMk cId="2480628551" sldId="6200"/>
            <ac:spMk id="76" creationId="{00000000-0000-0000-0000-000000000000}"/>
          </ac:spMkLst>
        </pc:spChg>
        <pc:spChg chg="add mod">
          <ac:chgData name="Halan, Mridul" userId="d8402aca-56b7-4a75-97f5-504434d76ce0" providerId="ADAL" clId="{AA3C1486-642E-4193-95AF-D7E78E3DA4E9}" dt="2022-07-02T15:53:59.968" v="9443" actId="113"/>
          <ac:spMkLst>
            <pc:docMk/>
            <pc:sldMk cId="2480628551" sldId="6200"/>
            <ac:spMk id="77" creationId="{950DE1E1-822A-4231-9C75-ED77891741FF}"/>
          </ac:spMkLst>
        </pc:spChg>
        <pc:spChg chg="del">
          <ac:chgData name="Halan, Mridul" userId="d8402aca-56b7-4a75-97f5-504434d76ce0" providerId="ADAL" clId="{AA3C1486-642E-4193-95AF-D7E78E3DA4E9}" dt="2022-07-02T14:46:06.396" v="7763" actId="21"/>
          <ac:spMkLst>
            <pc:docMk/>
            <pc:sldMk cId="2480628551" sldId="6200"/>
            <ac:spMk id="78"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79" creationId="{00000000-0000-0000-0000-000000000000}"/>
          </ac:spMkLst>
        </pc:spChg>
        <pc:spChg chg="del">
          <ac:chgData name="Halan, Mridul" userId="d8402aca-56b7-4a75-97f5-504434d76ce0" providerId="ADAL" clId="{AA3C1486-642E-4193-95AF-D7E78E3DA4E9}" dt="2022-07-02T14:46:06.396" v="7763" actId="21"/>
          <ac:spMkLst>
            <pc:docMk/>
            <pc:sldMk cId="2480628551" sldId="6200"/>
            <ac:spMk id="80" creationId="{00000000-0000-0000-0000-000000000000}"/>
          </ac:spMkLst>
        </pc:spChg>
        <pc:grpChg chg="del">
          <ac:chgData name="Halan, Mridul" userId="d8402aca-56b7-4a75-97f5-504434d76ce0" providerId="ADAL" clId="{AA3C1486-642E-4193-95AF-D7E78E3DA4E9}" dt="2022-07-02T14:46:41.705" v="7793" actId="21"/>
          <ac:grpSpMkLst>
            <pc:docMk/>
            <pc:sldMk cId="2480628551" sldId="6200"/>
            <ac:grpSpMk id="13" creationId="{00000000-0000-0000-0000-000000000000}"/>
          </ac:grpSpMkLst>
        </pc:grpChg>
        <pc:grpChg chg="del">
          <ac:chgData name="Halan, Mridul" userId="d8402aca-56b7-4a75-97f5-504434d76ce0" providerId="ADAL" clId="{AA3C1486-642E-4193-95AF-D7E78E3DA4E9}" dt="2022-07-02T14:46:38.227" v="7792" actId="21"/>
          <ac:grpSpMkLst>
            <pc:docMk/>
            <pc:sldMk cId="2480628551" sldId="6200"/>
            <ac:grpSpMk id="56" creationId="{00000000-0000-0000-0000-000000000000}"/>
          </ac:grpSpMkLst>
        </pc:grpChg>
        <pc:grpChg chg="del mod">
          <ac:chgData name="Halan, Mridul" userId="d8402aca-56b7-4a75-97f5-504434d76ce0" providerId="ADAL" clId="{AA3C1486-642E-4193-95AF-D7E78E3DA4E9}" dt="2022-07-02T14:46:36.252" v="7791" actId="21"/>
          <ac:grpSpMkLst>
            <pc:docMk/>
            <pc:sldMk cId="2480628551" sldId="6200"/>
            <ac:grpSpMk id="57" creationId="{00000000-0000-0000-0000-000000000000}"/>
          </ac:grpSpMkLst>
        </pc:grpChg>
        <pc:grpChg chg="del mod">
          <ac:chgData name="Halan, Mridul" userId="d8402aca-56b7-4a75-97f5-504434d76ce0" providerId="ADAL" clId="{AA3C1486-642E-4193-95AF-D7E78E3DA4E9}" dt="2022-07-02T14:46:33.824" v="7789" actId="21"/>
          <ac:grpSpMkLst>
            <pc:docMk/>
            <pc:sldMk cId="2480628551" sldId="6200"/>
            <ac:grpSpMk id="58" creationId="{00000000-0000-0000-0000-000000000000}"/>
          </ac:grpSpMkLst>
        </pc:grpChg>
        <pc:grpChg chg="del">
          <ac:chgData name="Halan, Mridul" userId="d8402aca-56b7-4a75-97f5-504434d76ce0" providerId="ADAL" clId="{AA3C1486-642E-4193-95AF-D7E78E3DA4E9}" dt="2022-07-02T14:46:06.396" v="7763" actId="21"/>
          <ac:grpSpMkLst>
            <pc:docMk/>
            <pc:sldMk cId="2480628551" sldId="6200"/>
            <ac:grpSpMk id="63" creationId="{00000000-0000-0000-0000-000000000000}"/>
          </ac:grpSpMkLst>
        </pc:grpChg>
        <pc:graphicFrameChg chg="add del mod modGraphic">
          <ac:chgData name="Halan, Mridul" userId="d8402aca-56b7-4a75-97f5-504434d76ce0" providerId="ADAL" clId="{AA3C1486-642E-4193-95AF-D7E78E3DA4E9}" dt="2022-07-02T15:02:03.798" v="8067" actId="21"/>
          <ac:graphicFrameMkLst>
            <pc:docMk/>
            <pc:sldMk cId="2480628551" sldId="6200"/>
            <ac:graphicFrameMk id="8" creationId="{C6578641-99E6-4D4C-B7CC-307909C3FB34}"/>
          </ac:graphicFrameMkLst>
        </pc:graphicFrameChg>
        <pc:graphicFrameChg chg="add del mod modGraphic">
          <ac:chgData name="Halan, Mridul" userId="d8402aca-56b7-4a75-97f5-504434d76ce0" providerId="ADAL" clId="{AA3C1486-642E-4193-95AF-D7E78E3DA4E9}" dt="2022-07-02T15:05:20.102" v="8074" actId="21"/>
          <ac:graphicFrameMkLst>
            <pc:docMk/>
            <pc:sldMk cId="2480628551" sldId="6200"/>
            <ac:graphicFrameMk id="9" creationId="{99E44583-13AA-4B24-BF16-A2E0EB592070}"/>
          </ac:graphicFrameMkLst>
        </pc:graphicFrameChg>
        <pc:graphicFrameChg chg="add del mod modGraphic">
          <ac:chgData name="Halan, Mridul" userId="d8402aca-56b7-4a75-97f5-504434d76ce0" providerId="ADAL" clId="{AA3C1486-642E-4193-95AF-D7E78E3DA4E9}" dt="2022-07-02T15:08:10.738" v="8088" actId="21"/>
          <ac:graphicFrameMkLst>
            <pc:docMk/>
            <pc:sldMk cId="2480628551" sldId="6200"/>
            <ac:graphicFrameMk id="10" creationId="{28B093F5-6D2F-4128-B2F8-82A7DD82662B}"/>
          </ac:graphicFrameMkLst>
        </pc:graphicFrameChg>
        <pc:graphicFrameChg chg="add del mod">
          <ac:chgData name="Halan, Mridul" userId="d8402aca-56b7-4a75-97f5-504434d76ce0" providerId="ADAL" clId="{AA3C1486-642E-4193-95AF-D7E78E3DA4E9}" dt="2022-07-02T15:08:51.519" v="8090"/>
          <ac:graphicFrameMkLst>
            <pc:docMk/>
            <pc:sldMk cId="2480628551" sldId="6200"/>
            <ac:graphicFrameMk id="62" creationId="{61FDD6B6-4D15-4D07-9D01-5D7DC80E7EED}"/>
          </ac:graphicFrameMkLst>
        </pc:graphicFrameChg>
        <pc:picChg chg="del">
          <ac:chgData name="Halan, Mridul" userId="d8402aca-56b7-4a75-97f5-504434d76ce0" providerId="ADAL" clId="{AA3C1486-642E-4193-95AF-D7E78E3DA4E9}" dt="2022-07-02T14:46:06.396" v="7763" actId="21"/>
          <ac:picMkLst>
            <pc:docMk/>
            <pc:sldMk cId="2480628551" sldId="6200"/>
            <ac:picMk id="71" creationId="{00000000-0000-0000-0000-000000000000}"/>
          </ac:picMkLst>
        </pc:picChg>
        <pc:picChg chg="add del">
          <ac:chgData name="Halan, Mridul" userId="d8402aca-56b7-4a75-97f5-504434d76ce0" providerId="ADAL" clId="{AA3C1486-642E-4193-95AF-D7E78E3DA4E9}" dt="2022-07-02T15:08:58.900" v="8092"/>
          <ac:picMkLst>
            <pc:docMk/>
            <pc:sldMk cId="2480628551" sldId="6200"/>
            <ac:picMk id="33794" creationId="{33639E12-608F-4503-8544-7E9E308835CD}"/>
          </ac:picMkLst>
        </pc:picChg>
        <pc:picChg chg="add mod">
          <ac:chgData name="Halan, Mridul" userId="d8402aca-56b7-4a75-97f5-504434d76ce0" providerId="ADAL" clId="{AA3C1486-642E-4193-95AF-D7E78E3DA4E9}" dt="2022-07-02T15:21:51.074" v="8205" actId="14861"/>
          <ac:picMkLst>
            <pc:docMk/>
            <pc:sldMk cId="2480628551" sldId="6200"/>
            <ac:picMk id="33796" creationId="{22A19FA9-11C8-4A4C-AFFD-F696B9AA4223}"/>
          </ac:picMkLst>
        </pc:picChg>
        <pc:picChg chg="add mod">
          <ac:chgData name="Halan, Mridul" userId="d8402aca-56b7-4a75-97f5-504434d76ce0" providerId="ADAL" clId="{AA3C1486-642E-4193-95AF-D7E78E3DA4E9}" dt="2022-07-02T15:24:04.614" v="8209" actId="14100"/>
          <ac:picMkLst>
            <pc:docMk/>
            <pc:sldMk cId="2480628551" sldId="6200"/>
            <ac:picMk id="33798" creationId="{011E092E-C875-479A-B550-8C3C81FA51D4}"/>
          </ac:picMkLst>
        </pc:picChg>
        <pc:picChg chg="add mod">
          <ac:chgData name="Halan, Mridul" userId="d8402aca-56b7-4a75-97f5-504434d76ce0" providerId="ADAL" clId="{AA3C1486-642E-4193-95AF-D7E78E3DA4E9}" dt="2022-07-02T15:36:53.104" v="8641" actId="1076"/>
          <ac:picMkLst>
            <pc:docMk/>
            <pc:sldMk cId="2480628551" sldId="6200"/>
            <ac:picMk id="33800" creationId="{2D5A1D63-2EB9-48B9-894E-7F0EB3DC4FFC}"/>
          </ac:picMkLst>
        </pc:picChg>
        <pc:picChg chg="add del mod">
          <ac:chgData name="Halan, Mridul" userId="d8402aca-56b7-4a75-97f5-504434d76ce0" providerId="ADAL" clId="{AA3C1486-642E-4193-95AF-D7E78E3DA4E9}" dt="2022-07-02T15:19:24.431" v="8183" actId="21"/>
          <ac:picMkLst>
            <pc:docMk/>
            <pc:sldMk cId="2480628551" sldId="6200"/>
            <ac:picMk id="33802" creationId="{7C7A7D84-73D3-4BEE-A08D-CEDDCE163F6E}"/>
          </ac:picMkLst>
        </pc:picChg>
        <pc:picChg chg="add mod">
          <ac:chgData name="Halan, Mridul" userId="d8402aca-56b7-4a75-97f5-504434d76ce0" providerId="ADAL" clId="{AA3C1486-642E-4193-95AF-D7E78E3DA4E9}" dt="2022-07-02T15:36:19.700" v="8638" actId="14100"/>
          <ac:picMkLst>
            <pc:docMk/>
            <pc:sldMk cId="2480628551" sldId="6200"/>
            <ac:picMk id="33804" creationId="{3317B74D-FAEA-418F-9C98-D997CE30EF77}"/>
          </ac:picMkLst>
        </pc:picChg>
        <pc:picChg chg="add del">
          <ac:chgData name="Halan, Mridul" userId="d8402aca-56b7-4a75-97f5-504434d76ce0" providerId="ADAL" clId="{AA3C1486-642E-4193-95AF-D7E78E3DA4E9}" dt="2022-07-02T15:19:59.792" v="8194" actId="21"/>
          <ac:picMkLst>
            <pc:docMk/>
            <pc:sldMk cId="2480628551" sldId="6200"/>
            <ac:picMk id="33806" creationId="{66901CDB-07C7-4C1C-9CF7-5843E431FA52}"/>
          </ac:picMkLst>
        </pc:picChg>
        <pc:picChg chg="add mod">
          <ac:chgData name="Halan, Mridul" userId="d8402aca-56b7-4a75-97f5-504434d76ce0" providerId="ADAL" clId="{AA3C1486-642E-4193-95AF-D7E78E3DA4E9}" dt="2022-07-02T15:36:24.951" v="8639" actId="14100"/>
          <ac:picMkLst>
            <pc:docMk/>
            <pc:sldMk cId="2480628551" sldId="6200"/>
            <ac:picMk id="33808" creationId="{E475B7D3-3103-4D75-A4F1-3A9BD7D05AD5}"/>
          </ac:picMkLst>
        </pc:picChg>
        <pc:picChg chg="del">
          <ac:chgData name="Halan, Mridul" userId="d8402aca-56b7-4a75-97f5-504434d76ce0" providerId="ADAL" clId="{AA3C1486-642E-4193-95AF-D7E78E3DA4E9}" dt="2022-07-02T14:46:06.396" v="7763" actId="21"/>
          <ac:picMkLst>
            <pc:docMk/>
            <pc:sldMk cId="2480628551" sldId="6200"/>
            <ac:picMk id="3064863" creationId="{00000000-0000-0000-0000-000000000000}"/>
          </ac:picMkLst>
        </pc:picChg>
        <pc:picChg chg="del">
          <ac:chgData name="Halan, Mridul" userId="d8402aca-56b7-4a75-97f5-504434d76ce0" providerId="ADAL" clId="{AA3C1486-642E-4193-95AF-D7E78E3DA4E9}" dt="2022-07-02T14:46:06.396" v="7763" actId="21"/>
          <ac:picMkLst>
            <pc:docMk/>
            <pc:sldMk cId="2480628551" sldId="6200"/>
            <ac:picMk id="3064865" creationId="{00000000-0000-0000-0000-000000000000}"/>
          </ac:picMkLst>
        </pc:picChg>
        <pc:picChg chg="del">
          <ac:chgData name="Halan, Mridul" userId="d8402aca-56b7-4a75-97f5-504434d76ce0" providerId="ADAL" clId="{AA3C1486-642E-4193-95AF-D7E78E3DA4E9}" dt="2022-07-02T14:46:06.396" v="7763" actId="21"/>
          <ac:picMkLst>
            <pc:docMk/>
            <pc:sldMk cId="2480628551" sldId="6200"/>
            <ac:picMk id="3064869" creationId="{00000000-0000-0000-0000-000000000000}"/>
          </ac:picMkLst>
        </pc:picChg>
      </pc:sldChg>
      <pc:sldChg chg="modSp mod">
        <pc:chgData name="Halan, Mridul" userId="d8402aca-56b7-4a75-97f5-504434d76ce0" providerId="ADAL" clId="{AA3C1486-642E-4193-95AF-D7E78E3DA4E9}" dt="2022-07-04T16:17:44.978" v="11119" actId="113"/>
        <pc:sldMkLst>
          <pc:docMk/>
          <pc:sldMk cId="166138906" sldId="6201"/>
        </pc:sldMkLst>
        <pc:spChg chg="mod">
          <ac:chgData name="Halan, Mridul" userId="d8402aca-56b7-4a75-97f5-504434d76ce0" providerId="ADAL" clId="{AA3C1486-642E-4193-95AF-D7E78E3DA4E9}" dt="2022-07-04T16:17:44.978" v="11119" actId="113"/>
          <ac:spMkLst>
            <pc:docMk/>
            <pc:sldMk cId="166138906" sldId="6201"/>
            <ac:spMk id="2" creationId="{40DEA8BD-8A64-43E8-ABA4-688AE1E16EA0}"/>
          </ac:spMkLst>
        </pc:spChg>
      </pc:sldChg>
      <pc:sldChg chg="addSp delSp modSp del mod">
        <pc:chgData name="Halan, Mridul" userId="d8402aca-56b7-4a75-97f5-504434d76ce0" providerId="ADAL" clId="{AA3C1486-642E-4193-95AF-D7E78E3DA4E9}" dt="2022-07-04T15:53:26.165" v="10957" actId="2696"/>
        <pc:sldMkLst>
          <pc:docMk/>
          <pc:sldMk cId="2104228538" sldId="6206"/>
        </pc:sldMkLst>
        <pc:spChg chg="mod">
          <ac:chgData name="Halan, Mridul" userId="d8402aca-56b7-4a75-97f5-504434d76ce0" providerId="ADAL" clId="{AA3C1486-642E-4193-95AF-D7E78E3DA4E9}" dt="2022-07-04T15:53:17.585" v="10955" actId="21"/>
          <ac:spMkLst>
            <pc:docMk/>
            <pc:sldMk cId="2104228538" sldId="6206"/>
            <ac:spMk id="2" creationId="{94C4DC3E-67F6-490C-AEDF-D9C8E7CDED65}"/>
          </ac:spMkLst>
        </pc:spChg>
        <pc:spChg chg="mod">
          <ac:chgData name="Halan, Mridul" userId="d8402aca-56b7-4a75-97f5-504434d76ce0" providerId="ADAL" clId="{AA3C1486-642E-4193-95AF-D7E78E3DA4E9}" dt="2022-07-03T04:58:29.701" v="10080" actId="14100"/>
          <ac:spMkLst>
            <pc:docMk/>
            <pc:sldMk cId="2104228538" sldId="6206"/>
            <ac:spMk id="8" creationId="{6AE6DF53-55EE-452B-8DEA-F8A4B41B5167}"/>
          </ac:spMkLst>
        </pc:spChg>
        <pc:spChg chg="add del">
          <ac:chgData name="Halan, Mridul" userId="d8402aca-56b7-4a75-97f5-504434d76ce0" providerId="ADAL" clId="{AA3C1486-642E-4193-95AF-D7E78E3DA4E9}" dt="2022-07-04T15:53:03.543" v="10950" actId="21"/>
          <ac:spMkLst>
            <pc:docMk/>
            <pc:sldMk cId="2104228538" sldId="6206"/>
            <ac:spMk id="57" creationId="{34DD133B-D378-4BDA-A763-4AA95875043A}"/>
          </ac:spMkLst>
        </pc:spChg>
        <pc:spChg chg="add del">
          <ac:chgData name="Halan, Mridul" userId="d8402aca-56b7-4a75-97f5-504434d76ce0" providerId="ADAL" clId="{AA3C1486-642E-4193-95AF-D7E78E3DA4E9}" dt="2022-07-04T15:53:03.543" v="10950" actId="21"/>
          <ac:spMkLst>
            <pc:docMk/>
            <pc:sldMk cId="2104228538" sldId="6206"/>
            <ac:spMk id="106" creationId="{3D0B423B-F1E5-45B1-8C35-8B1FF304B383}"/>
          </ac:spMkLst>
        </pc:spChg>
        <pc:spChg chg="mod">
          <ac:chgData name="Halan, Mridul" userId="d8402aca-56b7-4a75-97f5-504434d76ce0" providerId="ADAL" clId="{AA3C1486-642E-4193-95AF-D7E78E3DA4E9}" dt="2022-07-03T04:58:29.414" v="10079" actId="14100"/>
          <ac:spMkLst>
            <pc:docMk/>
            <pc:sldMk cId="2104228538" sldId="6206"/>
            <ac:spMk id="120" creationId="{D1098087-4741-434E-B050-B64F19FEA0B9}"/>
          </ac:spMkLst>
        </pc:spChg>
        <pc:spChg chg="add del">
          <ac:chgData name="Halan, Mridul" userId="d8402aca-56b7-4a75-97f5-504434d76ce0" providerId="ADAL" clId="{AA3C1486-642E-4193-95AF-D7E78E3DA4E9}" dt="2022-07-04T15:53:03.543" v="10950" actId="21"/>
          <ac:spMkLst>
            <pc:docMk/>
            <pc:sldMk cId="2104228538" sldId="6206"/>
            <ac:spMk id="159" creationId="{8D62B4DF-B231-44BF-91A9-B1AAD56BD290}"/>
          </ac:spMkLst>
        </pc:spChg>
        <pc:spChg chg="add del">
          <ac:chgData name="Halan, Mridul" userId="d8402aca-56b7-4a75-97f5-504434d76ce0" providerId="ADAL" clId="{AA3C1486-642E-4193-95AF-D7E78E3DA4E9}" dt="2022-07-04T15:53:03.543" v="10950" actId="21"/>
          <ac:spMkLst>
            <pc:docMk/>
            <pc:sldMk cId="2104228538" sldId="6206"/>
            <ac:spMk id="227" creationId="{FBFBA1C1-4804-4D90-9794-A93A92756EDA}"/>
          </ac:spMkLst>
        </pc:spChg>
        <pc:grpChg chg="add del">
          <ac:chgData name="Halan, Mridul" userId="d8402aca-56b7-4a75-97f5-504434d76ce0" providerId="ADAL" clId="{AA3C1486-642E-4193-95AF-D7E78E3DA4E9}" dt="2022-07-04T15:53:03.543" v="10950" actId="21"/>
          <ac:grpSpMkLst>
            <pc:docMk/>
            <pc:sldMk cId="2104228538" sldId="6206"/>
            <ac:grpSpMk id="6" creationId="{6DA5678F-7CB4-4DC6-9510-24879401CB0D}"/>
          </ac:grpSpMkLst>
        </pc:grpChg>
        <pc:grpChg chg="add del">
          <ac:chgData name="Halan, Mridul" userId="d8402aca-56b7-4a75-97f5-504434d76ce0" providerId="ADAL" clId="{AA3C1486-642E-4193-95AF-D7E78E3DA4E9}" dt="2022-07-04T15:53:03.543" v="10950" actId="21"/>
          <ac:grpSpMkLst>
            <pc:docMk/>
            <pc:sldMk cId="2104228538" sldId="6206"/>
            <ac:grpSpMk id="7" creationId="{9DE79EB8-D0B8-4389-8EA3-1FA7F1819216}"/>
          </ac:grpSpMkLst>
        </pc:grpChg>
        <pc:grpChg chg="add del">
          <ac:chgData name="Halan, Mridul" userId="d8402aca-56b7-4a75-97f5-504434d76ce0" providerId="ADAL" clId="{AA3C1486-642E-4193-95AF-D7E78E3DA4E9}" dt="2022-07-04T15:53:03.543" v="10950" actId="21"/>
          <ac:grpSpMkLst>
            <pc:docMk/>
            <pc:sldMk cId="2104228538" sldId="6206"/>
            <ac:grpSpMk id="10" creationId="{08B0C039-4AC1-486F-8900-53D22810B143}"/>
          </ac:grpSpMkLst>
        </pc:grpChg>
        <pc:grpChg chg="add del">
          <ac:chgData name="Halan, Mridul" userId="d8402aca-56b7-4a75-97f5-504434d76ce0" providerId="ADAL" clId="{AA3C1486-642E-4193-95AF-D7E78E3DA4E9}" dt="2022-07-04T15:53:03.543" v="10950" actId="21"/>
          <ac:grpSpMkLst>
            <pc:docMk/>
            <pc:sldMk cId="2104228538" sldId="6206"/>
            <ac:grpSpMk id="13" creationId="{28B75090-C6BC-4F32-93C2-13791C802CFF}"/>
          </ac:grpSpMkLst>
        </pc:grpChg>
        <pc:grpChg chg="add del">
          <ac:chgData name="Halan, Mridul" userId="d8402aca-56b7-4a75-97f5-504434d76ce0" providerId="ADAL" clId="{AA3C1486-642E-4193-95AF-D7E78E3DA4E9}" dt="2022-07-04T15:53:03.543" v="10950" actId="21"/>
          <ac:grpSpMkLst>
            <pc:docMk/>
            <pc:sldMk cId="2104228538" sldId="6206"/>
            <ac:grpSpMk id="14" creationId="{48DE2850-32CE-4058-9E35-BAD5F9F647B8}"/>
          </ac:grpSpMkLst>
        </pc:grpChg>
        <pc:grpChg chg="del">
          <ac:chgData name="Halan, Mridul" userId="d8402aca-56b7-4a75-97f5-504434d76ce0" providerId="ADAL" clId="{AA3C1486-642E-4193-95AF-D7E78E3DA4E9}" dt="2022-07-04T15:53:03.543" v="10950" actId="21"/>
          <ac:grpSpMkLst>
            <pc:docMk/>
            <pc:sldMk cId="2104228538" sldId="6206"/>
            <ac:grpSpMk id="15" creationId="{86C012E4-92CD-4DCC-9F04-19EB04FBEAC5}"/>
          </ac:grpSpMkLst>
        </pc:grpChg>
        <pc:grpChg chg="del">
          <ac:chgData name="Halan, Mridul" userId="d8402aca-56b7-4a75-97f5-504434d76ce0" providerId="ADAL" clId="{AA3C1486-642E-4193-95AF-D7E78E3DA4E9}" dt="2022-07-04T15:53:03.543" v="10950" actId="21"/>
          <ac:grpSpMkLst>
            <pc:docMk/>
            <pc:sldMk cId="2104228538" sldId="6206"/>
            <ac:grpSpMk id="38" creationId="{1A60CC3A-07F1-44A9-B8B4-D9692FDF16B0}"/>
          </ac:grpSpMkLst>
        </pc:grpChg>
        <pc:grpChg chg="add del">
          <ac:chgData name="Halan, Mridul" userId="d8402aca-56b7-4a75-97f5-504434d76ce0" providerId="ADAL" clId="{AA3C1486-642E-4193-95AF-D7E78E3DA4E9}" dt="2022-07-04T15:53:03.543" v="10950" actId="21"/>
          <ac:grpSpMkLst>
            <pc:docMk/>
            <pc:sldMk cId="2104228538" sldId="6206"/>
            <ac:grpSpMk id="58" creationId="{0202F5EA-E960-4CAD-9F91-2D904F2074E7}"/>
          </ac:grpSpMkLst>
        </pc:grpChg>
        <pc:grpChg chg="add del">
          <ac:chgData name="Halan, Mridul" userId="d8402aca-56b7-4a75-97f5-504434d76ce0" providerId="ADAL" clId="{AA3C1486-642E-4193-95AF-D7E78E3DA4E9}" dt="2022-07-04T15:53:03.543" v="10950" actId="21"/>
          <ac:grpSpMkLst>
            <pc:docMk/>
            <pc:sldMk cId="2104228538" sldId="6206"/>
            <ac:grpSpMk id="74" creationId="{3569670D-531F-4ABD-8A02-800B0FB01B96}"/>
          </ac:grpSpMkLst>
        </pc:grpChg>
        <pc:grpChg chg="add del">
          <ac:chgData name="Halan, Mridul" userId="d8402aca-56b7-4a75-97f5-504434d76ce0" providerId="ADAL" clId="{AA3C1486-642E-4193-95AF-D7E78E3DA4E9}" dt="2022-07-04T15:53:03.543" v="10950" actId="21"/>
          <ac:grpSpMkLst>
            <pc:docMk/>
            <pc:sldMk cId="2104228538" sldId="6206"/>
            <ac:grpSpMk id="107" creationId="{F4AFACC6-B83F-4672-9298-F8BD8398DE2E}"/>
          </ac:grpSpMkLst>
        </pc:grpChg>
        <pc:grpChg chg="add del">
          <ac:chgData name="Halan, Mridul" userId="d8402aca-56b7-4a75-97f5-504434d76ce0" providerId="ADAL" clId="{AA3C1486-642E-4193-95AF-D7E78E3DA4E9}" dt="2022-07-04T15:53:03.543" v="10950" actId="21"/>
          <ac:grpSpMkLst>
            <pc:docMk/>
            <pc:sldMk cId="2104228538" sldId="6206"/>
            <ac:grpSpMk id="171" creationId="{1827E1D1-ACBE-4B9C-8B02-8EF041FFAC75}"/>
          </ac:grpSpMkLst>
        </pc:grpChg>
        <pc:grpChg chg="add del">
          <ac:chgData name="Halan, Mridul" userId="d8402aca-56b7-4a75-97f5-504434d76ce0" providerId="ADAL" clId="{AA3C1486-642E-4193-95AF-D7E78E3DA4E9}" dt="2022-07-04T15:53:03.543" v="10950" actId="21"/>
          <ac:grpSpMkLst>
            <pc:docMk/>
            <pc:sldMk cId="2104228538" sldId="6206"/>
            <ac:grpSpMk id="173" creationId="{999833D9-546D-44C1-9D5A-3F64FAFAC1C9}"/>
          </ac:grpSpMkLst>
        </pc:grpChg>
        <pc:cxnChg chg="del">
          <ac:chgData name="Halan, Mridul" userId="d8402aca-56b7-4a75-97f5-504434d76ce0" providerId="ADAL" clId="{AA3C1486-642E-4193-95AF-D7E78E3DA4E9}" dt="2022-07-04T15:53:10.187" v="10952" actId="21"/>
          <ac:cxnSpMkLst>
            <pc:docMk/>
            <pc:sldMk cId="2104228538" sldId="6206"/>
            <ac:cxnSpMk id="5" creationId="{E1644C55-C10A-4446-86E3-6BA03D354A78}"/>
          </ac:cxnSpMkLst>
        </pc:cxnChg>
      </pc:sldChg>
      <pc:sldChg chg="addSp modSp mod">
        <pc:chgData name="Halan, Mridul" userId="d8402aca-56b7-4a75-97f5-504434d76ce0" providerId="ADAL" clId="{AA3C1486-642E-4193-95AF-D7E78E3DA4E9}" dt="2022-07-04T16:10:38.773" v="11101" actId="403"/>
        <pc:sldMkLst>
          <pc:docMk/>
          <pc:sldMk cId="551029900" sldId="6211"/>
        </pc:sldMkLst>
        <pc:spChg chg="mod">
          <ac:chgData name="Halan, Mridul" userId="d8402aca-56b7-4a75-97f5-504434d76ce0" providerId="ADAL" clId="{AA3C1486-642E-4193-95AF-D7E78E3DA4E9}" dt="2022-07-04T16:09:42.606" v="11089" actId="404"/>
          <ac:spMkLst>
            <pc:docMk/>
            <pc:sldMk cId="551029900" sldId="6211"/>
            <ac:spMk id="2" creationId="{D228B4AA-1B2A-4218-BE9D-B8F9DA8C3DB3}"/>
          </ac:spMkLst>
        </pc:spChg>
        <pc:spChg chg="mod">
          <ac:chgData name="Halan, Mridul" userId="d8402aca-56b7-4a75-97f5-504434d76ce0" providerId="ADAL" clId="{AA3C1486-642E-4193-95AF-D7E78E3DA4E9}" dt="2022-07-04T16:09:29.356" v="11086" actId="1076"/>
          <ac:spMkLst>
            <pc:docMk/>
            <pc:sldMk cId="551029900" sldId="6211"/>
            <ac:spMk id="22" creationId="{57726576-B782-4B0D-B009-C52A4AE82A82}"/>
          </ac:spMkLst>
        </pc:spChg>
        <pc:spChg chg="mod">
          <ac:chgData name="Halan, Mridul" userId="d8402aca-56b7-4a75-97f5-504434d76ce0" providerId="ADAL" clId="{AA3C1486-642E-4193-95AF-D7E78E3DA4E9}" dt="2022-07-04T16:09:48.588" v="11091" actId="403"/>
          <ac:spMkLst>
            <pc:docMk/>
            <pc:sldMk cId="551029900" sldId="6211"/>
            <ac:spMk id="109" creationId="{C1DDEBA6-7C8C-4142-9CDC-B939147EA49E}"/>
          </ac:spMkLst>
        </pc:spChg>
        <pc:spChg chg="mod">
          <ac:chgData name="Halan, Mridul" userId="d8402aca-56b7-4a75-97f5-504434d76ce0" providerId="ADAL" clId="{AA3C1486-642E-4193-95AF-D7E78E3DA4E9}" dt="2022-07-04T16:09:55.005" v="11093" actId="403"/>
          <ac:spMkLst>
            <pc:docMk/>
            <pc:sldMk cId="551029900" sldId="6211"/>
            <ac:spMk id="110" creationId="{5084ABCE-5896-4DDA-92EE-6F55788EA4F7}"/>
          </ac:spMkLst>
        </pc:spChg>
        <pc:spChg chg="mod">
          <ac:chgData name="Halan, Mridul" userId="d8402aca-56b7-4a75-97f5-504434d76ce0" providerId="ADAL" clId="{AA3C1486-642E-4193-95AF-D7E78E3DA4E9}" dt="2022-07-04T16:10:08.438" v="11096" actId="14100"/>
          <ac:spMkLst>
            <pc:docMk/>
            <pc:sldMk cId="551029900" sldId="6211"/>
            <ac:spMk id="112" creationId="{2871C0D4-1DAE-4F53-9616-4BAAC046F114}"/>
          </ac:spMkLst>
        </pc:spChg>
        <pc:spChg chg="mod">
          <ac:chgData name="Halan, Mridul" userId="d8402aca-56b7-4a75-97f5-504434d76ce0" providerId="ADAL" clId="{AA3C1486-642E-4193-95AF-D7E78E3DA4E9}" dt="2022-07-04T16:10:17.364" v="11098" actId="14100"/>
          <ac:spMkLst>
            <pc:docMk/>
            <pc:sldMk cId="551029900" sldId="6211"/>
            <ac:spMk id="113" creationId="{655E9A60-F16E-4D0F-BC76-2538743B09C5}"/>
          </ac:spMkLst>
        </pc:spChg>
        <pc:spChg chg="mod">
          <ac:chgData name="Halan, Mridul" userId="d8402aca-56b7-4a75-97f5-504434d76ce0" providerId="ADAL" clId="{AA3C1486-642E-4193-95AF-D7E78E3DA4E9}" dt="2022-07-04T16:09:59.211" v="11094" actId="403"/>
          <ac:spMkLst>
            <pc:docMk/>
            <pc:sldMk cId="551029900" sldId="6211"/>
            <ac:spMk id="114" creationId="{41C0E3E3-38A8-4578-B09E-1F8DFEF3B3B3}"/>
          </ac:spMkLst>
        </pc:spChg>
        <pc:spChg chg="mod">
          <ac:chgData name="Halan, Mridul" userId="d8402aca-56b7-4a75-97f5-504434d76ce0" providerId="ADAL" clId="{AA3C1486-642E-4193-95AF-D7E78E3DA4E9}" dt="2022-07-04T16:10:32.385" v="11099" actId="403"/>
          <ac:spMkLst>
            <pc:docMk/>
            <pc:sldMk cId="551029900" sldId="6211"/>
            <ac:spMk id="117" creationId="{ED381ACA-D9F4-497A-B73D-79C24C945B56}"/>
          </ac:spMkLst>
        </pc:spChg>
        <pc:spChg chg="add mod">
          <ac:chgData name="Halan, Mridul" userId="d8402aca-56b7-4a75-97f5-504434d76ce0" providerId="ADAL" clId="{AA3C1486-642E-4193-95AF-D7E78E3DA4E9}" dt="2022-07-04T16:10:38.773" v="11101" actId="403"/>
          <ac:spMkLst>
            <pc:docMk/>
            <pc:sldMk cId="551029900" sldId="6211"/>
            <ac:spMk id="119" creationId="{E48FEED8-0461-4BB8-8017-296C28D8E09A}"/>
          </ac:spMkLst>
        </pc:spChg>
        <pc:spChg chg="add mod">
          <ac:chgData name="Halan, Mridul" userId="d8402aca-56b7-4a75-97f5-504434d76ce0" providerId="ADAL" clId="{AA3C1486-642E-4193-95AF-D7E78E3DA4E9}" dt="2022-07-04T16:10:38.773" v="11101" actId="403"/>
          <ac:spMkLst>
            <pc:docMk/>
            <pc:sldMk cId="551029900" sldId="6211"/>
            <ac:spMk id="120" creationId="{725E381C-D7D2-4017-B073-E077903FC4B9}"/>
          </ac:spMkLst>
        </pc:spChg>
        <pc:spChg chg="mod">
          <ac:chgData name="Halan, Mridul" userId="d8402aca-56b7-4a75-97f5-504434d76ce0" providerId="ADAL" clId="{AA3C1486-642E-4193-95AF-D7E78E3DA4E9}" dt="2022-07-04T16:10:38.773" v="11101" actId="403"/>
          <ac:spMkLst>
            <pc:docMk/>
            <pc:sldMk cId="551029900" sldId="6211"/>
            <ac:spMk id="121" creationId="{3E66D337-09B9-42DF-AE02-3C6435865C69}"/>
          </ac:spMkLst>
        </pc:spChg>
        <pc:spChg chg="mod">
          <ac:chgData name="Halan, Mridul" userId="d8402aca-56b7-4a75-97f5-504434d76ce0" providerId="ADAL" clId="{AA3C1486-642E-4193-95AF-D7E78E3DA4E9}" dt="2022-07-04T16:10:38.773" v="11101" actId="403"/>
          <ac:spMkLst>
            <pc:docMk/>
            <pc:sldMk cId="551029900" sldId="6211"/>
            <ac:spMk id="122" creationId="{D25ED00E-1532-4E76-B083-8A113846685B}"/>
          </ac:spMkLst>
        </pc:spChg>
        <pc:spChg chg="mod">
          <ac:chgData name="Halan, Mridul" userId="d8402aca-56b7-4a75-97f5-504434d76ce0" providerId="ADAL" clId="{AA3C1486-642E-4193-95AF-D7E78E3DA4E9}" dt="2022-07-04T16:09:51.555" v="11092" actId="1076"/>
          <ac:spMkLst>
            <pc:docMk/>
            <pc:sldMk cId="551029900" sldId="6211"/>
            <ac:spMk id="142" creationId="{FA64C57B-E2B5-4DE3-B58C-FC49A9AC6F07}"/>
          </ac:spMkLst>
        </pc:spChg>
      </pc:sldChg>
      <pc:sldChg chg="delSp modSp del mod">
        <pc:chgData name="Halan, Mridul" userId="d8402aca-56b7-4a75-97f5-504434d76ce0" providerId="ADAL" clId="{AA3C1486-642E-4193-95AF-D7E78E3DA4E9}" dt="2022-07-04T15:59:53.892" v="11027" actId="2696"/>
        <pc:sldMkLst>
          <pc:docMk/>
          <pc:sldMk cId="1149257076" sldId="6212"/>
        </pc:sldMkLst>
        <pc:spChg chg="del">
          <ac:chgData name="Halan, Mridul" userId="d8402aca-56b7-4a75-97f5-504434d76ce0" providerId="ADAL" clId="{AA3C1486-642E-4193-95AF-D7E78E3DA4E9}" dt="2022-07-04T15:59:20.440" v="11019" actId="21"/>
          <ac:spMkLst>
            <pc:docMk/>
            <pc:sldMk cId="1149257076" sldId="6212"/>
            <ac:spMk id="50" creationId="{B62AAA28-DB68-4A90-B5E9-4DB646B97D9B}"/>
          </ac:spMkLst>
        </pc:spChg>
        <pc:spChg chg="del mod">
          <ac:chgData name="Halan, Mridul" userId="d8402aca-56b7-4a75-97f5-504434d76ce0" providerId="ADAL" clId="{AA3C1486-642E-4193-95AF-D7E78E3DA4E9}" dt="2022-07-04T15:59:20.440" v="11019" actId="21"/>
          <ac:spMkLst>
            <pc:docMk/>
            <pc:sldMk cId="1149257076" sldId="6212"/>
            <ac:spMk id="56" creationId="{5841F982-2FAF-4ED6-85E6-C1335569FF92}"/>
          </ac:spMkLst>
        </pc:spChg>
        <pc:spChg chg="del">
          <ac:chgData name="Halan, Mridul" userId="d8402aca-56b7-4a75-97f5-504434d76ce0" providerId="ADAL" clId="{AA3C1486-642E-4193-95AF-D7E78E3DA4E9}" dt="2022-07-04T15:59:20.440" v="11019" actId="21"/>
          <ac:spMkLst>
            <pc:docMk/>
            <pc:sldMk cId="1149257076" sldId="6212"/>
            <ac:spMk id="60" creationId="{B7AE7BA1-AB19-4837-8739-7F03E05AF20A}"/>
          </ac:spMkLst>
        </pc:spChg>
        <pc:spChg chg="del">
          <ac:chgData name="Halan, Mridul" userId="d8402aca-56b7-4a75-97f5-504434d76ce0" providerId="ADAL" clId="{AA3C1486-642E-4193-95AF-D7E78E3DA4E9}" dt="2022-07-04T15:59:20.440" v="11019" actId="21"/>
          <ac:spMkLst>
            <pc:docMk/>
            <pc:sldMk cId="1149257076" sldId="6212"/>
            <ac:spMk id="64" creationId="{63D2A507-E650-4746-B10D-A56F1567F1F0}"/>
          </ac:spMkLst>
        </pc:spChg>
        <pc:grpChg chg="del">
          <ac:chgData name="Halan, Mridul" userId="d8402aca-56b7-4a75-97f5-504434d76ce0" providerId="ADAL" clId="{AA3C1486-642E-4193-95AF-D7E78E3DA4E9}" dt="2022-07-04T15:59:20.440" v="11019" actId="21"/>
          <ac:grpSpMkLst>
            <pc:docMk/>
            <pc:sldMk cId="1149257076" sldId="6212"/>
            <ac:grpSpMk id="55" creationId="{D266BA09-9F12-406B-9676-5C9F98EE30CF}"/>
          </ac:grpSpMkLst>
        </pc:grpChg>
        <pc:grpChg chg="del">
          <ac:chgData name="Halan, Mridul" userId="d8402aca-56b7-4a75-97f5-504434d76ce0" providerId="ADAL" clId="{AA3C1486-642E-4193-95AF-D7E78E3DA4E9}" dt="2022-07-04T15:59:20.440" v="11019" actId="21"/>
          <ac:grpSpMkLst>
            <pc:docMk/>
            <pc:sldMk cId="1149257076" sldId="6212"/>
            <ac:grpSpMk id="57" creationId="{373BADB2-BDCF-4E8B-B2D5-4BF3F928434F}"/>
          </ac:grpSpMkLst>
        </pc:grpChg>
        <pc:cxnChg chg="del">
          <ac:chgData name="Halan, Mridul" userId="d8402aca-56b7-4a75-97f5-504434d76ce0" providerId="ADAL" clId="{AA3C1486-642E-4193-95AF-D7E78E3DA4E9}" dt="2022-07-04T15:59:20.440" v="11019" actId="21"/>
          <ac:cxnSpMkLst>
            <pc:docMk/>
            <pc:sldMk cId="1149257076" sldId="6212"/>
            <ac:cxnSpMk id="59" creationId="{FC114557-FB61-462D-9C53-92B6AB2E7D9E}"/>
          </ac:cxnSpMkLst>
        </pc:cxnChg>
        <pc:cxnChg chg="del">
          <ac:chgData name="Halan, Mridul" userId="d8402aca-56b7-4a75-97f5-504434d76ce0" providerId="ADAL" clId="{AA3C1486-642E-4193-95AF-D7E78E3DA4E9}" dt="2022-07-04T15:59:20.440" v="11019" actId="21"/>
          <ac:cxnSpMkLst>
            <pc:docMk/>
            <pc:sldMk cId="1149257076" sldId="6212"/>
            <ac:cxnSpMk id="63" creationId="{90890F1B-4FB8-4CD9-937B-0EFE6257E872}"/>
          </ac:cxnSpMkLst>
        </pc:cxnChg>
      </pc:sldChg>
      <pc:sldChg chg="modSp mod">
        <pc:chgData name="Halan, Mridul" userId="d8402aca-56b7-4a75-97f5-504434d76ce0" providerId="ADAL" clId="{AA3C1486-642E-4193-95AF-D7E78E3DA4E9}" dt="2022-07-04T16:17:49.865" v="11120" actId="113"/>
        <pc:sldMkLst>
          <pc:docMk/>
          <pc:sldMk cId="484351821" sldId="6215"/>
        </pc:sldMkLst>
        <pc:spChg chg="mod">
          <ac:chgData name="Halan, Mridul" userId="d8402aca-56b7-4a75-97f5-504434d76ce0" providerId="ADAL" clId="{AA3C1486-642E-4193-95AF-D7E78E3DA4E9}" dt="2022-07-04T16:17:49.865" v="11120" actId="113"/>
          <ac:spMkLst>
            <pc:docMk/>
            <pc:sldMk cId="484351821" sldId="6215"/>
            <ac:spMk id="2" creationId="{40DEA8BD-8A64-43E8-ABA4-688AE1E16EA0}"/>
          </ac:spMkLst>
        </pc:spChg>
      </pc:sldChg>
      <pc:sldChg chg="addSp delSp modSp mod">
        <pc:chgData name="Halan, Mridul" userId="d8402aca-56b7-4a75-97f5-504434d76ce0" providerId="ADAL" clId="{AA3C1486-642E-4193-95AF-D7E78E3DA4E9}" dt="2022-07-04T15:43:49.057" v="10809" actId="1076"/>
        <pc:sldMkLst>
          <pc:docMk/>
          <pc:sldMk cId="4092330692" sldId="6217"/>
        </pc:sldMkLst>
        <pc:spChg chg="mod">
          <ac:chgData name="Halan, Mridul" userId="d8402aca-56b7-4a75-97f5-504434d76ce0" providerId="ADAL" clId="{AA3C1486-642E-4193-95AF-D7E78E3DA4E9}" dt="2022-07-04T15:40:25.014" v="10753" actId="403"/>
          <ac:spMkLst>
            <pc:docMk/>
            <pc:sldMk cId="4092330692" sldId="6217"/>
            <ac:spMk id="2" creationId="{00000000-0000-0000-0000-000000000000}"/>
          </ac:spMkLst>
        </pc:spChg>
        <pc:spChg chg="mod">
          <ac:chgData name="Halan, Mridul" userId="d8402aca-56b7-4a75-97f5-504434d76ce0" providerId="ADAL" clId="{AA3C1486-642E-4193-95AF-D7E78E3DA4E9}" dt="2022-07-04T15:41:11.823" v="10773" actId="1076"/>
          <ac:spMkLst>
            <pc:docMk/>
            <pc:sldMk cId="4092330692" sldId="6217"/>
            <ac:spMk id="6" creationId="{00000000-0000-0000-0000-000000000000}"/>
          </ac:spMkLst>
        </pc:spChg>
        <pc:spChg chg="add del">
          <ac:chgData name="Halan, Mridul" userId="d8402aca-56b7-4a75-97f5-504434d76ce0" providerId="ADAL" clId="{AA3C1486-642E-4193-95AF-D7E78E3DA4E9}" dt="2022-07-04T15:43:36.504" v="10807" actId="21"/>
          <ac:spMkLst>
            <pc:docMk/>
            <pc:sldMk cId="4092330692" sldId="6217"/>
            <ac:spMk id="8" creationId="{C1E16EB8-DBDD-4ED7-BD63-8E51F512A162}"/>
          </ac:spMkLst>
        </pc:spChg>
        <pc:spChg chg="mod">
          <ac:chgData name="Halan, Mridul" userId="d8402aca-56b7-4a75-97f5-504434d76ce0" providerId="ADAL" clId="{AA3C1486-642E-4193-95AF-D7E78E3DA4E9}" dt="2022-07-04T15:42:54.273" v="10805" actId="208"/>
          <ac:spMkLst>
            <pc:docMk/>
            <pc:sldMk cId="4092330692" sldId="6217"/>
            <ac:spMk id="1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16"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1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0"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3"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5"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8"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2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4"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7"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3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2"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49"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1"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3"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4"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55" creationId="{00000000-0000-0000-0000-000000000000}"/>
          </ac:spMkLst>
        </pc:spChg>
        <pc:spChg chg="mod">
          <ac:chgData name="Halan, Mridul" userId="d8402aca-56b7-4a75-97f5-504434d76ce0" providerId="ADAL" clId="{AA3C1486-642E-4193-95AF-D7E78E3DA4E9}" dt="2022-07-04T15:41:33.152" v="10792" actId="1036"/>
          <ac:spMkLst>
            <pc:docMk/>
            <pc:sldMk cId="4092330692" sldId="6217"/>
            <ac:spMk id="63" creationId="{0BB4B40D-201D-4954-9283-F2DEDD2FA75F}"/>
          </ac:spMkLst>
        </pc:spChg>
        <pc:spChg chg="mod">
          <ac:chgData name="Halan, Mridul" userId="d8402aca-56b7-4a75-97f5-504434d76ce0" providerId="ADAL" clId="{AA3C1486-642E-4193-95AF-D7E78E3DA4E9}" dt="2022-07-04T15:41:33.152" v="10792" actId="1036"/>
          <ac:spMkLst>
            <pc:docMk/>
            <pc:sldMk cId="4092330692" sldId="6217"/>
            <ac:spMk id="65" creationId="{2CA3CF33-9A5B-4396-9FAF-81FAD3805AD2}"/>
          </ac:spMkLst>
        </pc:spChg>
        <pc:spChg chg="mod">
          <ac:chgData name="Halan, Mridul" userId="d8402aca-56b7-4a75-97f5-504434d76ce0" providerId="ADAL" clId="{AA3C1486-642E-4193-95AF-D7E78E3DA4E9}" dt="2022-07-04T15:41:33.152" v="10792" actId="1036"/>
          <ac:spMkLst>
            <pc:docMk/>
            <pc:sldMk cId="4092330692" sldId="6217"/>
            <ac:spMk id="67" creationId="{F2F554C9-90CE-408B-A0A8-369867EED259}"/>
          </ac:spMkLst>
        </pc:spChg>
        <pc:spChg chg="mod">
          <ac:chgData name="Halan, Mridul" userId="d8402aca-56b7-4a75-97f5-504434d76ce0" providerId="ADAL" clId="{AA3C1486-642E-4193-95AF-D7E78E3DA4E9}" dt="2022-07-04T15:41:33.152" v="10792" actId="1036"/>
          <ac:spMkLst>
            <pc:docMk/>
            <pc:sldMk cId="4092330692" sldId="6217"/>
            <ac:spMk id="68" creationId="{FB6E4A50-4527-44F0-8BA7-9D43EC841C80}"/>
          </ac:spMkLst>
        </pc:spChg>
        <pc:spChg chg="mod">
          <ac:chgData name="Halan, Mridul" userId="d8402aca-56b7-4a75-97f5-504434d76ce0" providerId="ADAL" clId="{AA3C1486-642E-4193-95AF-D7E78E3DA4E9}" dt="2022-07-04T15:41:55.183" v="10793" actId="13926"/>
          <ac:spMkLst>
            <pc:docMk/>
            <pc:sldMk cId="4092330692" sldId="6217"/>
            <ac:spMk id="69" creationId="{E28E9FC8-4737-4C4E-843F-A12B6ED84270}"/>
          </ac:spMkLst>
        </pc:spChg>
        <pc:spChg chg="mod">
          <ac:chgData name="Halan, Mridul" userId="d8402aca-56b7-4a75-97f5-504434d76ce0" providerId="ADAL" clId="{AA3C1486-642E-4193-95AF-D7E78E3DA4E9}" dt="2022-07-04T15:41:27.806" v="10774" actId="1076"/>
          <ac:spMkLst>
            <pc:docMk/>
            <pc:sldMk cId="4092330692" sldId="6217"/>
            <ac:spMk id="74" creationId="{00000000-0000-0000-0000-000000000000}"/>
          </ac:spMkLst>
        </pc:spChg>
        <pc:spChg chg="mod">
          <ac:chgData name="Halan, Mridul" userId="d8402aca-56b7-4a75-97f5-504434d76ce0" providerId="ADAL" clId="{AA3C1486-642E-4193-95AF-D7E78E3DA4E9}" dt="2022-07-04T15:42:42.328" v="10804" actId="255"/>
          <ac:spMkLst>
            <pc:docMk/>
            <pc:sldMk cId="4092330692" sldId="6217"/>
            <ac:spMk id="76" creationId="{00000000-0000-0000-0000-000000000000}"/>
          </ac:spMkLst>
        </pc:spChg>
        <pc:spChg chg="mod">
          <ac:chgData name="Halan, Mridul" userId="d8402aca-56b7-4a75-97f5-504434d76ce0" providerId="ADAL" clId="{AA3C1486-642E-4193-95AF-D7E78E3DA4E9}" dt="2022-07-04T15:42:41.566" v="10802" actId="255"/>
          <ac:spMkLst>
            <pc:docMk/>
            <pc:sldMk cId="4092330692" sldId="6217"/>
            <ac:spMk id="78" creationId="{00000000-0000-0000-0000-000000000000}"/>
          </ac:spMkLst>
        </pc:spChg>
        <pc:spChg chg="mod">
          <ac:chgData name="Halan, Mridul" userId="d8402aca-56b7-4a75-97f5-504434d76ce0" providerId="ADAL" clId="{AA3C1486-642E-4193-95AF-D7E78E3DA4E9}" dt="2022-07-04T15:42:41.947" v="10803" actId="255"/>
          <ac:spMkLst>
            <pc:docMk/>
            <pc:sldMk cId="4092330692" sldId="6217"/>
            <ac:spMk id="79" creationId="{00000000-0000-0000-0000-000000000000}"/>
          </ac:spMkLst>
        </pc:spChg>
        <pc:grpChg chg="mod">
          <ac:chgData name="Halan, Mridul" userId="d8402aca-56b7-4a75-97f5-504434d76ce0" providerId="ADAL" clId="{AA3C1486-642E-4193-95AF-D7E78E3DA4E9}" dt="2022-07-04T15:41:33.152" v="10792" actId="1036"/>
          <ac:grpSpMkLst>
            <pc:docMk/>
            <pc:sldMk cId="4092330692" sldId="6217"/>
            <ac:grpSpMk id="13"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17"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21"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26"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3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38"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4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0"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2"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6" creationId="{00000000-0000-0000-0000-000000000000}"/>
          </ac:grpSpMkLst>
        </pc:grpChg>
        <pc:grpChg chg="mod">
          <ac:chgData name="Halan, Mridul" userId="d8402aca-56b7-4a75-97f5-504434d76ce0" providerId="ADAL" clId="{AA3C1486-642E-4193-95AF-D7E78E3DA4E9}" dt="2022-07-04T15:43:49.057" v="10809" actId="1076"/>
          <ac:grpSpMkLst>
            <pc:docMk/>
            <pc:sldMk cId="4092330692" sldId="6217"/>
            <ac:grpSpMk id="57"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58" creationId="{00000000-0000-0000-0000-000000000000}"/>
          </ac:grpSpMkLst>
        </pc:grpChg>
        <pc:grpChg chg="mod">
          <ac:chgData name="Halan, Mridul" userId="d8402aca-56b7-4a75-97f5-504434d76ce0" providerId="ADAL" clId="{AA3C1486-642E-4193-95AF-D7E78E3DA4E9}" dt="2022-07-04T15:41:33.152" v="10792" actId="1036"/>
          <ac:grpSpMkLst>
            <pc:docMk/>
            <pc:sldMk cId="4092330692" sldId="6217"/>
            <ac:grpSpMk id="62" creationId="{7C9E562F-DD0B-4AF6-AB6A-BE634A52EF12}"/>
          </ac:grpSpMkLst>
        </pc:grpChg>
        <pc:grpChg chg="mod">
          <ac:chgData name="Halan, Mridul" userId="d8402aca-56b7-4a75-97f5-504434d76ce0" providerId="ADAL" clId="{AA3C1486-642E-4193-95AF-D7E78E3DA4E9}" dt="2022-07-04T15:41:33.152" v="10792" actId="1036"/>
          <ac:grpSpMkLst>
            <pc:docMk/>
            <pc:sldMk cId="4092330692" sldId="6217"/>
            <ac:grpSpMk id="64" creationId="{2ADEA7D5-96F1-4A2B-8D89-1A7753FF1FB7}"/>
          </ac:grpSpMkLst>
        </pc:grpChg>
        <pc:grpChg chg="mod">
          <ac:chgData name="Halan, Mridul" userId="d8402aca-56b7-4a75-97f5-504434d76ce0" providerId="ADAL" clId="{AA3C1486-642E-4193-95AF-D7E78E3DA4E9}" dt="2022-07-04T15:41:33.152" v="10792" actId="1036"/>
          <ac:grpSpMkLst>
            <pc:docMk/>
            <pc:sldMk cId="4092330692" sldId="6217"/>
            <ac:grpSpMk id="66" creationId="{4A14FDD2-B902-4E21-9385-C191A8A48E9D}"/>
          </ac:grpSpMkLst>
        </pc:grpChg>
        <pc:picChg chg="mod">
          <ac:chgData name="Halan, Mridul" userId="d8402aca-56b7-4a75-97f5-504434d76ce0" providerId="ADAL" clId="{AA3C1486-642E-4193-95AF-D7E78E3DA4E9}" dt="2022-07-04T15:41:33.152" v="10792" actId="1036"/>
          <ac:picMkLst>
            <pc:docMk/>
            <pc:sldMk cId="4092330692" sldId="6217"/>
            <ac:picMk id="5" creationId="{40A9EF88-E692-446F-B46A-D8AE5853FF6E}"/>
          </ac:picMkLst>
        </pc:picChg>
        <pc:picChg chg="mod">
          <ac:chgData name="Halan, Mridul" userId="d8402aca-56b7-4a75-97f5-504434d76ce0" providerId="ADAL" clId="{AA3C1486-642E-4193-95AF-D7E78E3DA4E9}" dt="2022-07-04T15:41:33.152" v="10792" actId="1036"/>
          <ac:picMkLst>
            <pc:docMk/>
            <pc:sldMk cId="4092330692" sldId="6217"/>
            <ac:picMk id="7" creationId="{95A4E12C-C5CC-40CC-9033-00BA8EC156A2}"/>
          </ac:picMkLst>
        </pc:picChg>
        <pc:picChg chg="mod">
          <ac:chgData name="Halan, Mridul" userId="d8402aca-56b7-4a75-97f5-504434d76ce0" providerId="ADAL" clId="{AA3C1486-642E-4193-95AF-D7E78E3DA4E9}" dt="2022-07-04T15:41:33.152" v="10792" actId="1036"/>
          <ac:picMkLst>
            <pc:docMk/>
            <pc:sldMk cId="4092330692" sldId="6217"/>
            <ac:picMk id="59" creationId="{20FCBABD-08DE-490C-AEB3-8C54E8BA606F}"/>
          </ac:picMkLst>
        </pc:picChg>
        <pc:picChg chg="mod">
          <ac:chgData name="Halan, Mridul" userId="d8402aca-56b7-4a75-97f5-504434d76ce0" providerId="ADAL" clId="{AA3C1486-642E-4193-95AF-D7E78E3DA4E9}" dt="2022-07-04T15:41:59.164" v="10794" actId="1076"/>
          <ac:picMkLst>
            <pc:docMk/>
            <pc:sldMk cId="4092330692" sldId="6217"/>
            <ac:picMk id="60" creationId="{3CD874FB-0546-4B33-A18F-8C6D57D90BBC}"/>
          </ac:picMkLst>
        </pc:picChg>
        <pc:picChg chg="mod">
          <ac:chgData name="Halan, Mridul" userId="d8402aca-56b7-4a75-97f5-504434d76ce0" providerId="ADAL" clId="{AA3C1486-642E-4193-95AF-D7E78E3DA4E9}" dt="2022-07-04T15:41:33.152" v="10792" actId="1036"/>
          <ac:picMkLst>
            <pc:docMk/>
            <pc:sldMk cId="4092330692" sldId="6217"/>
            <ac:picMk id="61" creationId="{3F759D33-C788-4273-9A3C-F7BEC8A605CD}"/>
          </ac:picMkLst>
        </pc:picChg>
      </pc:sldChg>
      <pc:sldChg chg="delSp modSp del mod">
        <pc:chgData name="Halan, Mridul" userId="d8402aca-56b7-4a75-97f5-504434d76ce0" providerId="ADAL" clId="{AA3C1486-642E-4193-95AF-D7E78E3DA4E9}" dt="2022-07-04T15:48:00.830" v="10896" actId="2696"/>
        <pc:sldMkLst>
          <pc:docMk/>
          <pc:sldMk cId="426504972" sldId="6218"/>
        </pc:sldMkLst>
        <pc:spChg chg="mod">
          <ac:chgData name="Halan, Mridul" userId="d8402aca-56b7-4a75-97f5-504434d76ce0" providerId="ADAL" clId="{AA3C1486-642E-4193-95AF-D7E78E3DA4E9}" dt="2022-07-04T15:47:26.672" v="10863" actId="21"/>
          <ac:spMkLst>
            <pc:docMk/>
            <pc:sldMk cId="426504972" sldId="6218"/>
            <ac:spMk id="2" creationId="{90B109E2-7B40-463B-983F-556B88D76AE5}"/>
          </ac:spMkLst>
        </pc:spChg>
        <pc:spChg chg="del">
          <ac:chgData name="Halan, Mridul" userId="d8402aca-56b7-4a75-97f5-504434d76ce0" providerId="ADAL" clId="{AA3C1486-642E-4193-95AF-D7E78E3DA4E9}" dt="2022-07-04T15:47:46.960" v="10866" actId="21"/>
          <ac:spMkLst>
            <pc:docMk/>
            <pc:sldMk cId="426504972" sldId="6218"/>
            <ac:spMk id="5" creationId="{008AF0B7-71A4-45B1-9C7F-AB7367DF43D1}"/>
          </ac:spMkLst>
        </pc:spChg>
        <pc:spChg chg="del">
          <ac:chgData name="Halan, Mridul" userId="d8402aca-56b7-4a75-97f5-504434d76ce0" providerId="ADAL" clId="{AA3C1486-642E-4193-95AF-D7E78E3DA4E9}" dt="2022-07-04T15:47:46.960" v="10866" actId="21"/>
          <ac:spMkLst>
            <pc:docMk/>
            <pc:sldMk cId="426504972" sldId="6218"/>
            <ac:spMk id="7" creationId="{A91E7590-8FE8-4CD8-815B-AA38D6DF3C88}"/>
          </ac:spMkLst>
        </pc:spChg>
        <pc:spChg chg="del">
          <ac:chgData name="Halan, Mridul" userId="d8402aca-56b7-4a75-97f5-504434d76ce0" providerId="ADAL" clId="{AA3C1486-642E-4193-95AF-D7E78E3DA4E9}" dt="2022-07-04T15:47:46.960" v="10866" actId="21"/>
          <ac:spMkLst>
            <pc:docMk/>
            <pc:sldMk cId="426504972" sldId="6218"/>
            <ac:spMk id="9" creationId="{64FB0CF6-339C-4F7E-8B5C-B9A430C55B2C}"/>
          </ac:spMkLst>
        </pc:spChg>
        <pc:spChg chg="del">
          <ac:chgData name="Halan, Mridul" userId="d8402aca-56b7-4a75-97f5-504434d76ce0" providerId="ADAL" clId="{AA3C1486-642E-4193-95AF-D7E78E3DA4E9}" dt="2022-07-04T15:47:46.960" v="10866" actId="21"/>
          <ac:spMkLst>
            <pc:docMk/>
            <pc:sldMk cId="426504972" sldId="6218"/>
            <ac:spMk id="10" creationId="{7E094FE7-FF8B-43C0-B040-C7E4BE89C363}"/>
          </ac:spMkLst>
        </pc:spChg>
        <pc:spChg chg="del">
          <ac:chgData name="Halan, Mridul" userId="d8402aca-56b7-4a75-97f5-504434d76ce0" providerId="ADAL" clId="{AA3C1486-642E-4193-95AF-D7E78E3DA4E9}" dt="2022-07-04T15:47:46.960" v="10866" actId="21"/>
          <ac:spMkLst>
            <pc:docMk/>
            <pc:sldMk cId="426504972" sldId="6218"/>
            <ac:spMk id="20" creationId="{254025F2-BEF7-44A1-BBDA-214B9ED38895}"/>
          </ac:spMkLst>
        </pc:spChg>
        <pc:spChg chg="del">
          <ac:chgData name="Halan, Mridul" userId="d8402aca-56b7-4a75-97f5-504434d76ce0" providerId="ADAL" clId="{AA3C1486-642E-4193-95AF-D7E78E3DA4E9}" dt="2022-07-04T15:47:46.960" v="10866" actId="21"/>
          <ac:spMkLst>
            <pc:docMk/>
            <pc:sldMk cId="426504972" sldId="6218"/>
            <ac:spMk id="24" creationId="{F017534E-A23E-436C-92AF-9F9D9D6CCFFF}"/>
          </ac:spMkLst>
        </pc:spChg>
        <pc:spChg chg="del">
          <ac:chgData name="Halan, Mridul" userId="d8402aca-56b7-4a75-97f5-504434d76ce0" providerId="ADAL" clId="{AA3C1486-642E-4193-95AF-D7E78E3DA4E9}" dt="2022-07-04T15:47:46.960" v="10866" actId="21"/>
          <ac:spMkLst>
            <pc:docMk/>
            <pc:sldMk cId="426504972" sldId="6218"/>
            <ac:spMk id="25" creationId="{8047BD10-18D6-4311-9A0C-54F044361CDC}"/>
          </ac:spMkLst>
        </pc:spChg>
        <pc:spChg chg="del">
          <ac:chgData name="Halan, Mridul" userId="d8402aca-56b7-4a75-97f5-504434d76ce0" providerId="ADAL" clId="{AA3C1486-642E-4193-95AF-D7E78E3DA4E9}" dt="2022-07-04T15:47:46.960" v="10866" actId="21"/>
          <ac:spMkLst>
            <pc:docMk/>
            <pc:sldMk cId="426504972" sldId="6218"/>
            <ac:spMk id="32" creationId="{5EC94472-C230-437D-864F-DA78F4E2BCED}"/>
          </ac:spMkLst>
        </pc:spChg>
        <pc:grpChg chg="del">
          <ac:chgData name="Halan, Mridul" userId="d8402aca-56b7-4a75-97f5-504434d76ce0" providerId="ADAL" clId="{AA3C1486-642E-4193-95AF-D7E78E3DA4E9}" dt="2022-07-04T15:47:46.960" v="10866" actId="21"/>
          <ac:grpSpMkLst>
            <pc:docMk/>
            <pc:sldMk cId="426504972" sldId="6218"/>
            <ac:grpSpMk id="11" creationId="{7E04117F-344A-46D6-B191-F81FC8F2431B}"/>
          </ac:grpSpMkLst>
        </pc:grpChg>
        <pc:grpChg chg="del">
          <ac:chgData name="Halan, Mridul" userId="d8402aca-56b7-4a75-97f5-504434d76ce0" providerId="ADAL" clId="{AA3C1486-642E-4193-95AF-D7E78E3DA4E9}" dt="2022-07-04T15:47:46.960" v="10866" actId="21"/>
          <ac:grpSpMkLst>
            <pc:docMk/>
            <pc:sldMk cId="426504972" sldId="6218"/>
            <ac:grpSpMk id="14" creationId="{0441D3B5-F9D3-4BD4-BFC7-502768D60092}"/>
          </ac:grpSpMkLst>
        </pc:grpChg>
        <pc:grpChg chg="del">
          <ac:chgData name="Halan, Mridul" userId="d8402aca-56b7-4a75-97f5-504434d76ce0" providerId="ADAL" clId="{AA3C1486-642E-4193-95AF-D7E78E3DA4E9}" dt="2022-07-04T15:47:46.960" v="10866" actId="21"/>
          <ac:grpSpMkLst>
            <pc:docMk/>
            <pc:sldMk cId="426504972" sldId="6218"/>
            <ac:grpSpMk id="21" creationId="{8B4A994E-746B-4A29-B7FC-CF359A03CDE7}"/>
          </ac:grpSpMkLst>
        </pc:grpChg>
        <pc:grpChg chg="del">
          <ac:chgData name="Halan, Mridul" userId="d8402aca-56b7-4a75-97f5-504434d76ce0" providerId="ADAL" clId="{AA3C1486-642E-4193-95AF-D7E78E3DA4E9}" dt="2022-07-04T15:47:46.960" v="10866" actId="21"/>
          <ac:grpSpMkLst>
            <pc:docMk/>
            <pc:sldMk cId="426504972" sldId="6218"/>
            <ac:grpSpMk id="26" creationId="{72575DCA-CCA5-4A78-932B-9F9BFB94A4F9}"/>
          </ac:grpSpMkLst>
        </pc:grpChg>
        <pc:grpChg chg="del">
          <ac:chgData name="Halan, Mridul" userId="d8402aca-56b7-4a75-97f5-504434d76ce0" providerId="ADAL" clId="{AA3C1486-642E-4193-95AF-D7E78E3DA4E9}" dt="2022-07-04T15:47:46.960" v="10866" actId="21"/>
          <ac:grpSpMkLst>
            <pc:docMk/>
            <pc:sldMk cId="426504972" sldId="6218"/>
            <ac:grpSpMk id="29" creationId="{7519D100-5B43-4417-A2FD-272183CBF5B2}"/>
          </ac:grpSpMkLst>
        </pc:grpChg>
        <pc:cxnChg chg="del">
          <ac:chgData name="Halan, Mridul" userId="d8402aca-56b7-4a75-97f5-504434d76ce0" providerId="ADAL" clId="{AA3C1486-642E-4193-95AF-D7E78E3DA4E9}" dt="2022-07-04T15:47:46.960" v="10866" actId="21"/>
          <ac:cxnSpMkLst>
            <pc:docMk/>
            <pc:sldMk cId="426504972" sldId="6218"/>
            <ac:cxnSpMk id="6" creationId="{30B7CFB8-6C65-4AA6-812A-4A4846D7BF0D}"/>
          </ac:cxnSpMkLst>
        </pc:cxnChg>
      </pc:sldChg>
      <pc:sldChg chg="modSp mod">
        <pc:chgData name="Halan, Mridul" userId="d8402aca-56b7-4a75-97f5-504434d76ce0" providerId="ADAL" clId="{AA3C1486-642E-4193-95AF-D7E78E3DA4E9}" dt="2022-07-04T16:13:02.438" v="11117" actId="693"/>
        <pc:sldMkLst>
          <pc:docMk/>
          <pc:sldMk cId="3176385444" sldId="6223"/>
        </pc:sldMkLst>
        <pc:spChg chg="mod">
          <ac:chgData name="Halan, Mridul" userId="d8402aca-56b7-4a75-97f5-504434d76ce0" providerId="ADAL" clId="{AA3C1486-642E-4193-95AF-D7E78E3DA4E9}" dt="2022-07-04T16:12:39.738" v="11115" actId="113"/>
          <ac:spMkLst>
            <pc:docMk/>
            <pc:sldMk cId="3176385444" sldId="6223"/>
            <ac:spMk id="3" creationId="{56ABD41D-4A61-4F6C-B72A-14E2F1FDC4C2}"/>
          </ac:spMkLst>
        </pc:spChg>
        <pc:spChg chg="mod">
          <ac:chgData name="Halan, Mridul" userId="d8402aca-56b7-4a75-97f5-504434d76ce0" providerId="ADAL" clId="{AA3C1486-642E-4193-95AF-D7E78E3DA4E9}" dt="2022-07-04T16:13:02.438" v="11117" actId="693"/>
          <ac:spMkLst>
            <pc:docMk/>
            <pc:sldMk cId="3176385444" sldId="6223"/>
            <ac:spMk id="4" creationId="{D4B1FDBF-8128-418A-A1A5-C44353DBE379}"/>
          </ac:spMkLst>
        </pc:spChg>
      </pc:sldChg>
      <pc:sldChg chg="modSp mod">
        <pc:chgData name="Halan, Mridul" userId="d8402aca-56b7-4a75-97f5-504434d76ce0" providerId="ADAL" clId="{AA3C1486-642E-4193-95AF-D7E78E3DA4E9}" dt="2022-07-04T16:12:22.641" v="11114" actId="693"/>
        <pc:sldMkLst>
          <pc:docMk/>
          <pc:sldMk cId="1048668780" sldId="6224"/>
        </pc:sldMkLst>
        <pc:spChg chg="mod">
          <ac:chgData name="Halan, Mridul" userId="d8402aca-56b7-4a75-97f5-504434d76ce0" providerId="ADAL" clId="{AA3C1486-642E-4193-95AF-D7E78E3DA4E9}" dt="2022-07-04T16:11:36.678" v="11107" actId="1076"/>
          <ac:spMkLst>
            <pc:docMk/>
            <pc:sldMk cId="1048668780" sldId="6224"/>
            <ac:spMk id="3" creationId="{00000000-0000-0000-0000-000000000000}"/>
          </ac:spMkLst>
        </pc:spChg>
        <pc:spChg chg="mod">
          <ac:chgData name="Halan, Mridul" userId="d8402aca-56b7-4a75-97f5-504434d76ce0" providerId="ADAL" clId="{AA3C1486-642E-4193-95AF-D7E78E3DA4E9}" dt="2022-07-04T16:12:22.641" v="11114" actId="693"/>
          <ac:spMkLst>
            <pc:docMk/>
            <pc:sldMk cId="1048668780" sldId="6224"/>
            <ac:spMk id="20" creationId="{BEF43F2D-16E4-4F26-979F-8108A9D68349}"/>
          </ac:spMkLst>
        </pc:spChg>
        <pc:spChg chg="mod">
          <ac:chgData name="Halan, Mridul" userId="d8402aca-56b7-4a75-97f5-504434d76ce0" providerId="ADAL" clId="{AA3C1486-642E-4193-95AF-D7E78E3DA4E9}" dt="2022-07-04T16:11:58.733" v="11111" actId="207"/>
          <ac:spMkLst>
            <pc:docMk/>
            <pc:sldMk cId="1048668780" sldId="6224"/>
            <ac:spMk id="22" creationId="{C6C5D570-7929-4A00-B815-66D588CF45E2}"/>
          </ac:spMkLst>
        </pc:spChg>
      </pc:sldChg>
      <pc:sldChg chg="modSp mod">
        <pc:chgData name="Halan, Mridul" userId="d8402aca-56b7-4a75-97f5-504434d76ce0" providerId="ADAL" clId="{AA3C1486-642E-4193-95AF-D7E78E3DA4E9}" dt="2022-07-04T16:18:04.550" v="11122" actId="113"/>
        <pc:sldMkLst>
          <pc:docMk/>
          <pc:sldMk cId="4088684023" sldId="6225"/>
        </pc:sldMkLst>
        <pc:spChg chg="mod">
          <ac:chgData name="Halan, Mridul" userId="d8402aca-56b7-4a75-97f5-504434d76ce0" providerId="ADAL" clId="{AA3C1486-642E-4193-95AF-D7E78E3DA4E9}" dt="2022-07-04T16:18:04.550" v="11122" actId="113"/>
          <ac:spMkLst>
            <pc:docMk/>
            <pc:sldMk cId="4088684023" sldId="6225"/>
            <ac:spMk id="2" creationId="{188B5FD8-DE7F-4FEB-9F3A-5D07FE22260C}"/>
          </ac:spMkLst>
        </pc:spChg>
      </pc:sldChg>
      <pc:sldChg chg="modSp mod">
        <pc:chgData name="Halan, Mridul" userId="d8402aca-56b7-4a75-97f5-504434d76ce0" providerId="ADAL" clId="{AA3C1486-642E-4193-95AF-D7E78E3DA4E9}" dt="2022-07-04T16:10:51.379" v="11102" actId="113"/>
        <pc:sldMkLst>
          <pc:docMk/>
          <pc:sldMk cId="1597638962" sldId="6226"/>
        </pc:sldMkLst>
        <pc:spChg chg="mod">
          <ac:chgData name="Halan, Mridul" userId="d8402aca-56b7-4a75-97f5-504434d76ce0" providerId="ADAL" clId="{AA3C1486-642E-4193-95AF-D7E78E3DA4E9}" dt="2022-07-04T16:10:51.379" v="11102" actId="113"/>
          <ac:spMkLst>
            <pc:docMk/>
            <pc:sldMk cId="1597638962" sldId="6226"/>
            <ac:spMk id="2" creationId="{40DEA8BD-8A64-43E8-ABA4-688AE1E16EA0}"/>
          </ac:spMkLst>
        </pc:spChg>
      </pc:sldChg>
      <pc:sldChg chg="addSp delSp modSp add mod">
        <pc:chgData name="Halan, Mridul" userId="d8402aca-56b7-4a75-97f5-504434d76ce0" providerId="ADAL" clId="{AA3C1486-642E-4193-95AF-D7E78E3DA4E9}" dt="2022-07-04T15:46:43.323" v="10857" actId="14100"/>
        <pc:sldMkLst>
          <pc:docMk/>
          <pc:sldMk cId="1141558077" sldId="6227"/>
        </pc:sldMkLst>
        <pc:spChg chg="mod">
          <ac:chgData name="Halan, Mridul" userId="d8402aca-56b7-4a75-97f5-504434d76ce0" providerId="ADAL" clId="{AA3C1486-642E-4193-95AF-D7E78E3DA4E9}" dt="2022-07-04T15:45:21.033" v="10815"/>
          <ac:spMkLst>
            <pc:docMk/>
            <pc:sldMk cId="1141558077" sldId="6227"/>
            <ac:spMk id="2"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6"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11"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19"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28"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37"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55"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69" creationId="{E28E9FC8-4737-4C4E-843F-A12B6ED84270}"/>
          </ac:spMkLst>
        </pc:spChg>
        <pc:spChg chg="del">
          <ac:chgData name="Halan, Mridul" userId="d8402aca-56b7-4a75-97f5-504434d76ce0" providerId="ADAL" clId="{AA3C1486-642E-4193-95AF-D7E78E3DA4E9}" dt="2022-07-04T15:45:00.806" v="10812" actId="21"/>
          <ac:spMkLst>
            <pc:docMk/>
            <pc:sldMk cId="1141558077" sldId="6227"/>
            <ac:spMk id="74"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6"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8" creationId="{00000000-0000-0000-0000-000000000000}"/>
          </ac:spMkLst>
        </pc:spChg>
        <pc:spChg chg="del">
          <ac:chgData name="Halan, Mridul" userId="d8402aca-56b7-4a75-97f5-504434d76ce0" providerId="ADAL" clId="{AA3C1486-642E-4193-95AF-D7E78E3DA4E9}" dt="2022-07-04T15:45:00.806" v="10812" actId="21"/>
          <ac:spMkLst>
            <pc:docMk/>
            <pc:sldMk cId="1141558077" sldId="6227"/>
            <ac:spMk id="79" creationId="{00000000-0000-0000-0000-000000000000}"/>
          </ac:spMkLst>
        </pc:spChg>
        <pc:grpChg chg="del">
          <ac:chgData name="Halan, Mridul" userId="d8402aca-56b7-4a75-97f5-504434d76ce0" providerId="ADAL" clId="{AA3C1486-642E-4193-95AF-D7E78E3DA4E9}" dt="2022-07-04T15:45:00.806" v="10812" actId="21"/>
          <ac:grpSpMkLst>
            <pc:docMk/>
            <pc:sldMk cId="1141558077" sldId="6227"/>
            <ac:grpSpMk id="13"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6"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7"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58" creationId="{00000000-0000-0000-0000-000000000000}"/>
          </ac:grpSpMkLst>
        </pc:grpChg>
        <pc:grpChg chg="del">
          <ac:chgData name="Halan, Mridul" userId="d8402aca-56b7-4a75-97f5-504434d76ce0" providerId="ADAL" clId="{AA3C1486-642E-4193-95AF-D7E78E3DA4E9}" dt="2022-07-04T15:45:00.806" v="10812" actId="21"/>
          <ac:grpSpMkLst>
            <pc:docMk/>
            <pc:sldMk cId="1141558077" sldId="6227"/>
            <ac:grpSpMk id="62" creationId="{7C9E562F-DD0B-4AF6-AB6A-BE634A52EF12}"/>
          </ac:grpSpMkLst>
        </pc:grpChg>
        <pc:graphicFrameChg chg="add mod modGraphic">
          <ac:chgData name="Halan, Mridul" userId="d8402aca-56b7-4a75-97f5-504434d76ce0" providerId="ADAL" clId="{AA3C1486-642E-4193-95AF-D7E78E3DA4E9}" dt="2022-07-04T15:46:43.323" v="10857" actId="14100"/>
          <ac:graphicFrameMkLst>
            <pc:docMk/>
            <pc:sldMk cId="1141558077" sldId="6227"/>
            <ac:graphicFrameMk id="70" creationId="{A5607D2C-9A90-403F-9D7B-D5A60DFC328A}"/>
          </ac:graphicFrameMkLst>
        </pc:graphicFrameChg>
        <pc:picChg chg="del">
          <ac:chgData name="Halan, Mridul" userId="d8402aca-56b7-4a75-97f5-504434d76ce0" providerId="ADAL" clId="{AA3C1486-642E-4193-95AF-D7E78E3DA4E9}" dt="2022-07-04T15:45:00.806" v="10812" actId="21"/>
          <ac:picMkLst>
            <pc:docMk/>
            <pc:sldMk cId="1141558077" sldId="6227"/>
            <ac:picMk id="5" creationId="{40A9EF88-E692-446F-B46A-D8AE5853FF6E}"/>
          </ac:picMkLst>
        </pc:picChg>
        <pc:picChg chg="del">
          <ac:chgData name="Halan, Mridul" userId="d8402aca-56b7-4a75-97f5-504434d76ce0" providerId="ADAL" clId="{AA3C1486-642E-4193-95AF-D7E78E3DA4E9}" dt="2022-07-04T15:45:00.806" v="10812" actId="21"/>
          <ac:picMkLst>
            <pc:docMk/>
            <pc:sldMk cId="1141558077" sldId="6227"/>
            <ac:picMk id="7" creationId="{95A4E12C-C5CC-40CC-9033-00BA8EC156A2}"/>
          </ac:picMkLst>
        </pc:picChg>
        <pc:picChg chg="del">
          <ac:chgData name="Halan, Mridul" userId="d8402aca-56b7-4a75-97f5-504434d76ce0" providerId="ADAL" clId="{AA3C1486-642E-4193-95AF-D7E78E3DA4E9}" dt="2022-07-04T15:45:00.806" v="10812" actId="21"/>
          <ac:picMkLst>
            <pc:docMk/>
            <pc:sldMk cId="1141558077" sldId="6227"/>
            <ac:picMk id="59" creationId="{20FCBABD-08DE-490C-AEB3-8C54E8BA606F}"/>
          </ac:picMkLst>
        </pc:picChg>
        <pc:picChg chg="del">
          <ac:chgData name="Halan, Mridul" userId="d8402aca-56b7-4a75-97f5-504434d76ce0" providerId="ADAL" clId="{AA3C1486-642E-4193-95AF-D7E78E3DA4E9}" dt="2022-07-04T15:45:00.806" v="10812" actId="21"/>
          <ac:picMkLst>
            <pc:docMk/>
            <pc:sldMk cId="1141558077" sldId="6227"/>
            <ac:picMk id="60" creationId="{3CD874FB-0546-4B33-A18F-8C6D57D90BBC}"/>
          </ac:picMkLst>
        </pc:picChg>
        <pc:picChg chg="del">
          <ac:chgData name="Halan, Mridul" userId="d8402aca-56b7-4a75-97f5-504434d76ce0" providerId="ADAL" clId="{AA3C1486-642E-4193-95AF-D7E78E3DA4E9}" dt="2022-07-04T15:45:00.806" v="10812" actId="21"/>
          <ac:picMkLst>
            <pc:docMk/>
            <pc:sldMk cId="1141558077" sldId="6227"/>
            <ac:picMk id="61" creationId="{3F759D33-C788-4273-9A3C-F7BEC8A605CD}"/>
          </ac:picMkLst>
        </pc:picChg>
      </pc:sldChg>
      <pc:sldChg chg="add del">
        <pc:chgData name="Halan, Mridul" userId="d8402aca-56b7-4a75-97f5-504434d76ce0" providerId="ADAL" clId="{AA3C1486-642E-4193-95AF-D7E78E3DA4E9}" dt="2022-07-04T15:45:07.886" v="10814" actId="2696"/>
        <pc:sldMkLst>
          <pc:docMk/>
          <pc:sldMk cId="932110997" sldId="6228"/>
        </pc:sldMkLst>
      </pc:sldChg>
      <pc:sldChg chg="addSp modSp add mod">
        <pc:chgData name="Halan, Mridul" userId="d8402aca-56b7-4a75-97f5-504434d76ce0" providerId="ADAL" clId="{AA3C1486-642E-4193-95AF-D7E78E3DA4E9}" dt="2022-07-04T15:47:01.854" v="10859" actId="14100"/>
        <pc:sldMkLst>
          <pc:docMk/>
          <pc:sldMk cId="4043254352" sldId="6229"/>
        </pc:sldMkLst>
        <pc:spChg chg="mod">
          <ac:chgData name="Halan, Mridul" userId="d8402aca-56b7-4a75-97f5-504434d76ce0" providerId="ADAL" clId="{AA3C1486-642E-4193-95AF-D7E78E3DA4E9}" dt="2022-07-04T15:45:56.764" v="10832"/>
          <ac:spMkLst>
            <pc:docMk/>
            <pc:sldMk cId="4043254352" sldId="6229"/>
            <ac:spMk id="2" creationId="{00000000-0000-0000-0000-000000000000}"/>
          </ac:spMkLst>
        </pc:spChg>
        <pc:graphicFrameChg chg="add mod modGraphic">
          <ac:chgData name="Halan, Mridul" userId="d8402aca-56b7-4a75-97f5-504434d76ce0" providerId="ADAL" clId="{AA3C1486-642E-4193-95AF-D7E78E3DA4E9}" dt="2022-07-04T15:47:01.854" v="10859" actId="14100"/>
          <ac:graphicFrameMkLst>
            <pc:docMk/>
            <pc:sldMk cId="4043254352" sldId="6229"/>
            <ac:graphicFrameMk id="6" creationId="{F2997122-C0B1-4816-9C29-107D78612FB5}"/>
          </ac:graphicFrameMkLst>
        </pc:graphicFrameChg>
      </pc:sldChg>
      <pc:sldChg chg="addSp delSp modSp add mod">
        <pc:chgData name="Halan, Mridul" userId="d8402aca-56b7-4a75-97f5-504434d76ce0" providerId="ADAL" clId="{AA3C1486-642E-4193-95AF-D7E78E3DA4E9}" dt="2022-07-04T15:51:37.079" v="10942" actId="207"/>
        <pc:sldMkLst>
          <pc:docMk/>
          <pc:sldMk cId="1059635595" sldId="6230"/>
        </pc:sldMkLst>
        <pc:spChg chg="mod">
          <ac:chgData name="Halan, Mridul" userId="d8402aca-56b7-4a75-97f5-504434d76ce0" providerId="ADAL" clId="{AA3C1486-642E-4193-95AF-D7E78E3DA4E9}" dt="2022-07-04T15:47:37.924" v="10864"/>
          <ac:spMkLst>
            <pc:docMk/>
            <pc:sldMk cId="1059635595" sldId="6230"/>
            <ac:spMk id="2" creationId="{00000000-0000-0000-0000-000000000000}"/>
          </ac:spMkLst>
        </pc:spChg>
        <pc:spChg chg="add mod">
          <ac:chgData name="Halan, Mridul" userId="d8402aca-56b7-4a75-97f5-504434d76ce0" providerId="ADAL" clId="{AA3C1486-642E-4193-95AF-D7E78E3DA4E9}" dt="2022-07-04T15:50:44.473" v="10923" actId="20577"/>
          <ac:spMkLst>
            <pc:docMk/>
            <pc:sldMk cId="1059635595" sldId="6230"/>
            <ac:spMk id="7" creationId="{A017FE12-755A-4639-8F27-99EE95824BA2}"/>
          </ac:spMkLst>
        </pc:spChg>
        <pc:spChg chg="add mod">
          <ac:chgData name="Halan, Mridul" userId="d8402aca-56b7-4a75-97f5-504434d76ce0" providerId="ADAL" clId="{AA3C1486-642E-4193-95AF-D7E78E3DA4E9}" dt="2022-07-04T15:47:55.110" v="10895" actId="1036"/>
          <ac:spMkLst>
            <pc:docMk/>
            <pc:sldMk cId="1059635595" sldId="6230"/>
            <ac:spMk id="9" creationId="{FFD3FD9C-8968-4A8D-96BD-72270ACDC7B3}"/>
          </ac:spMkLst>
        </pc:spChg>
        <pc:spChg chg="add mod">
          <ac:chgData name="Halan, Mridul" userId="d8402aca-56b7-4a75-97f5-504434d76ce0" providerId="ADAL" clId="{AA3C1486-642E-4193-95AF-D7E78E3DA4E9}" dt="2022-07-04T15:51:37.079" v="10942" actId="207"/>
          <ac:spMkLst>
            <pc:docMk/>
            <pc:sldMk cId="1059635595" sldId="6230"/>
            <ac:spMk id="10" creationId="{DAE8EB23-4FE8-43A5-9B78-8450104AA9B9}"/>
          </ac:spMkLst>
        </pc:spChg>
        <pc:spChg chg="add mod">
          <ac:chgData name="Halan, Mridul" userId="d8402aca-56b7-4a75-97f5-504434d76ce0" providerId="ADAL" clId="{AA3C1486-642E-4193-95AF-D7E78E3DA4E9}" dt="2022-07-04T15:51:35.719" v="10939" actId="207"/>
          <ac:spMkLst>
            <pc:docMk/>
            <pc:sldMk cId="1059635595" sldId="6230"/>
            <ac:spMk id="11" creationId="{E5C225B7-7364-4375-ABEE-983C5540598D}"/>
          </ac:spMkLst>
        </pc:spChg>
        <pc:spChg chg="mod">
          <ac:chgData name="Halan, Mridul" userId="d8402aca-56b7-4a75-97f5-504434d76ce0" providerId="ADAL" clId="{AA3C1486-642E-4193-95AF-D7E78E3DA4E9}" dt="2022-07-04T15:47:55.110" v="10895" actId="1036"/>
          <ac:spMkLst>
            <pc:docMk/>
            <pc:sldMk cId="1059635595" sldId="6230"/>
            <ac:spMk id="13" creationId="{AF37FCD4-3C7D-4D1D-A62B-291BF9D02B29}"/>
          </ac:spMkLst>
        </pc:spChg>
        <pc:spChg chg="mod">
          <ac:chgData name="Halan, Mridul" userId="d8402aca-56b7-4a75-97f5-504434d76ce0" providerId="ADAL" clId="{AA3C1486-642E-4193-95AF-D7E78E3DA4E9}" dt="2022-07-04T15:47:55.110" v="10895" actId="1036"/>
          <ac:spMkLst>
            <pc:docMk/>
            <pc:sldMk cId="1059635595" sldId="6230"/>
            <ac:spMk id="14" creationId="{01F386F5-3155-4A95-99D2-20E6F247E5E3}"/>
          </ac:spMkLst>
        </pc:spChg>
        <pc:spChg chg="mod">
          <ac:chgData name="Halan, Mridul" userId="d8402aca-56b7-4a75-97f5-504434d76ce0" providerId="ADAL" clId="{AA3C1486-642E-4193-95AF-D7E78E3DA4E9}" dt="2022-07-04T15:47:55.110" v="10895" actId="1036"/>
          <ac:spMkLst>
            <pc:docMk/>
            <pc:sldMk cId="1059635595" sldId="6230"/>
            <ac:spMk id="16" creationId="{9A40FE66-9ED4-444C-81BD-BD0172EE92CA}"/>
          </ac:spMkLst>
        </pc:spChg>
        <pc:spChg chg="mod">
          <ac:chgData name="Halan, Mridul" userId="d8402aca-56b7-4a75-97f5-504434d76ce0" providerId="ADAL" clId="{AA3C1486-642E-4193-95AF-D7E78E3DA4E9}" dt="2022-07-04T15:47:55.110" v="10895" actId="1036"/>
          <ac:spMkLst>
            <pc:docMk/>
            <pc:sldMk cId="1059635595" sldId="6230"/>
            <ac:spMk id="17" creationId="{15E24F96-C508-49F5-8551-2EC3D32BC498}"/>
          </ac:spMkLst>
        </pc:spChg>
        <pc:spChg chg="mod">
          <ac:chgData name="Halan, Mridul" userId="d8402aca-56b7-4a75-97f5-504434d76ce0" providerId="ADAL" clId="{AA3C1486-642E-4193-95AF-D7E78E3DA4E9}" dt="2022-07-04T15:47:55.110" v="10895" actId="1036"/>
          <ac:spMkLst>
            <pc:docMk/>
            <pc:sldMk cId="1059635595" sldId="6230"/>
            <ac:spMk id="18" creationId="{CEA62CB0-5164-4B5F-AC19-0F6AEA1B6A48}"/>
          </ac:spMkLst>
        </pc:spChg>
        <pc:spChg chg="mod">
          <ac:chgData name="Halan, Mridul" userId="d8402aca-56b7-4a75-97f5-504434d76ce0" providerId="ADAL" clId="{AA3C1486-642E-4193-95AF-D7E78E3DA4E9}" dt="2022-07-04T15:47:55.110" v="10895" actId="1036"/>
          <ac:spMkLst>
            <pc:docMk/>
            <pc:sldMk cId="1059635595" sldId="6230"/>
            <ac:spMk id="19" creationId="{FF98C76F-044B-4E2B-BE78-CA4AEF5F4D69}"/>
          </ac:spMkLst>
        </pc:spChg>
        <pc:spChg chg="add mod">
          <ac:chgData name="Halan, Mridul" userId="d8402aca-56b7-4a75-97f5-504434d76ce0" providerId="ADAL" clId="{AA3C1486-642E-4193-95AF-D7E78E3DA4E9}" dt="2022-07-04T15:47:55.110" v="10895" actId="1036"/>
          <ac:spMkLst>
            <pc:docMk/>
            <pc:sldMk cId="1059635595" sldId="6230"/>
            <ac:spMk id="20" creationId="{2AA4F921-ACF4-43C0-9F69-4D26A1F5573D}"/>
          </ac:spMkLst>
        </pc:spChg>
        <pc:spChg chg="mod">
          <ac:chgData name="Halan, Mridul" userId="d8402aca-56b7-4a75-97f5-504434d76ce0" providerId="ADAL" clId="{AA3C1486-642E-4193-95AF-D7E78E3DA4E9}" dt="2022-07-04T15:47:55.110" v="10895" actId="1036"/>
          <ac:spMkLst>
            <pc:docMk/>
            <pc:sldMk cId="1059635595" sldId="6230"/>
            <ac:spMk id="22" creationId="{E807267B-C72F-49B5-99DF-B931CC2A8846}"/>
          </ac:spMkLst>
        </pc:spChg>
        <pc:spChg chg="mod">
          <ac:chgData name="Halan, Mridul" userId="d8402aca-56b7-4a75-97f5-504434d76ce0" providerId="ADAL" clId="{AA3C1486-642E-4193-95AF-D7E78E3DA4E9}" dt="2022-07-04T15:47:55.110" v="10895" actId="1036"/>
          <ac:spMkLst>
            <pc:docMk/>
            <pc:sldMk cId="1059635595" sldId="6230"/>
            <ac:spMk id="23" creationId="{DCC12483-CC06-4140-A012-F12C02763E8A}"/>
          </ac:spMkLst>
        </pc:spChg>
        <pc:spChg chg="add mod">
          <ac:chgData name="Halan, Mridul" userId="d8402aca-56b7-4a75-97f5-504434d76ce0" providerId="ADAL" clId="{AA3C1486-642E-4193-95AF-D7E78E3DA4E9}" dt="2022-07-04T15:47:55.110" v="10895" actId="1036"/>
          <ac:spMkLst>
            <pc:docMk/>
            <pc:sldMk cId="1059635595" sldId="6230"/>
            <ac:spMk id="24" creationId="{082FC26F-A039-4CE0-AEB5-1700F79F63AF}"/>
          </ac:spMkLst>
        </pc:spChg>
        <pc:spChg chg="add mod">
          <ac:chgData name="Halan, Mridul" userId="d8402aca-56b7-4a75-97f5-504434d76ce0" providerId="ADAL" clId="{AA3C1486-642E-4193-95AF-D7E78E3DA4E9}" dt="2022-07-04T15:47:55.110" v="10895" actId="1036"/>
          <ac:spMkLst>
            <pc:docMk/>
            <pc:sldMk cId="1059635595" sldId="6230"/>
            <ac:spMk id="25" creationId="{80FB3202-242D-442A-BE8D-90F7FAD74759}"/>
          </ac:spMkLst>
        </pc:spChg>
        <pc:spChg chg="mod">
          <ac:chgData name="Halan, Mridul" userId="d8402aca-56b7-4a75-97f5-504434d76ce0" providerId="ADAL" clId="{AA3C1486-642E-4193-95AF-D7E78E3DA4E9}" dt="2022-07-04T15:49:38.258" v="10911" actId="207"/>
          <ac:spMkLst>
            <pc:docMk/>
            <pc:sldMk cId="1059635595" sldId="6230"/>
            <ac:spMk id="27" creationId="{FAFC4E36-C93C-4664-B1F4-A2D92633DBD3}"/>
          </ac:spMkLst>
        </pc:spChg>
        <pc:spChg chg="mod">
          <ac:chgData name="Halan, Mridul" userId="d8402aca-56b7-4a75-97f5-504434d76ce0" providerId="ADAL" clId="{AA3C1486-642E-4193-95AF-D7E78E3DA4E9}" dt="2022-07-04T15:49:38.258" v="10911" actId="207"/>
          <ac:spMkLst>
            <pc:docMk/>
            <pc:sldMk cId="1059635595" sldId="6230"/>
            <ac:spMk id="28" creationId="{CC5620D4-CFE0-4BF7-9BF0-460A5A7835E7}"/>
          </ac:spMkLst>
        </pc:spChg>
        <pc:spChg chg="mod">
          <ac:chgData name="Halan, Mridul" userId="d8402aca-56b7-4a75-97f5-504434d76ce0" providerId="ADAL" clId="{AA3C1486-642E-4193-95AF-D7E78E3DA4E9}" dt="2022-07-04T15:49:31.330" v="10910" actId="207"/>
          <ac:spMkLst>
            <pc:docMk/>
            <pc:sldMk cId="1059635595" sldId="6230"/>
            <ac:spMk id="30" creationId="{24659976-5036-4210-98E3-E3E9549484A3}"/>
          </ac:spMkLst>
        </pc:spChg>
        <pc:spChg chg="mod">
          <ac:chgData name="Halan, Mridul" userId="d8402aca-56b7-4a75-97f5-504434d76ce0" providerId="ADAL" clId="{AA3C1486-642E-4193-95AF-D7E78E3DA4E9}" dt="2022-07-04T15:49:31.330" v="10910" actId="207"/>
          <ac:spMkLst>
            <pc:docMk/>
            <pc:sldMk cId="1059635595" sldId="6230"/>
            <ac:spMk id="31" creationId="{60C969F9-EA61-4189-A760-27D8CD767D1A}"/>
          </ac:spMkLst>
        </pc:spChg>
        <pc:spChg chg="add mod">
          <ac:chgData name="Halan, Mridul" userId="d8402aca-56b7-4a75-97f5-504434d76ce0" providerId="ADAL" clId="{AA3C1486-642E-4193-95AF-D7E78E3DA4E9}" dt="2022-07-04T15:51:12.181" v="10930" actId="403"/>
          <ac:spMkLst>
            <pc:docMk/>
            <pc:sldMk cId="1059635595" sldId="6230"/>
            <ac:spMk id="32" creationId="{2615A0E3-6081-4C7D-A5F3-FFCFDC1631B2}"/>
          </ac:spMkLst>
        </pc:spChg>
        <pc:grpChg chg="add mod">
          <ac:chgData name="Halan, Mridul" userId="d8402aca-56b7-4a75-97f5-504434d76ce0" providerId="ADAL" clId="{AA3C1486-642E-4193-95AF-D7E78E3DA4E9}" dt="2022-07-04T15:47:55.110" v="10895" actId="1036"/>
          <ac:grpSpMkLst>
            <pc:docMk/>
            <pc:sldMk cId="1059635595" sldId="6230"/>
            <ac:grpSpMk id="12" creationId="{727CE562-1C2F-4FCA-9C34-42B6F4587577}"/>
          </ac:grpSpMkLst>
        </pc:grpChg>
        <pc:grpChg chg="add mod">
          <ac:chgData name="Halan, Mridul" userId="d8402aca-56b7-4a75-97f5-504434d76ce0" providerId="ADAL" clId="{AA3C1486-642E-4193-95AF-D7E78E3DA4E9}" dt="2022-07-04T15:47:55.110" v="10895" actId="1036"/>
          <ac:grpSpMkLst>
            <pc:docMk/>
            <pc:sldMk cId="1059635595" sldId="6230"/>
            <ac:grpSpMk id="15" creationId="{4BFC0CAB-6F28-4B8A-A016-AD33A6E308F1}"/>
          </ac:grpSpMkLst>
        </pc:grpChg>
        <pc:grpChg chg="add mod">
          <ac:chgData name="Halan, Mridul" userId="d8402aca-56b7-4a75-97f5-504434d76ce0" providerId="ADAL" clId="{AA3C1486-642E-4193-95AF-D7E78E3DA4E9}" dt="2022-07-04T15:47:55.110" v="10895" actId="1036"/>
          <ac:grpSpMkLst>
            <pc:docMk/>
            <pc:sldMk cId="1059635595" sldId="6230"/>
            <ac:grpSpMk id="21" creationId="{241DDDA6-40C1-4BE1-BD33-EB3BDB2FC45D}"/>
          </ac:grpSpMkLst>
        </pc:grpChg>
        <pc:grpChg chg="add mod">
          <ac:chgData name="Halan, Mridul" userId="d8402aca-56b7-4a75-97f5-504434d76ce0" providerId="ADAL" clId="{AA3C1486-642E-4193-95AF-D7E78E3DA4E9}" dt="2022-07-04T15:49:38.258" v="10911" actId="207"/>
          <ac:grpSpMkLst>
            <pc:docMk/>
            <pc:sldMk cId="1059635595" sldId="6230"/>
            <ac:grpSpMk id="26" creationId="{2E1FE928-8DD5-4EFD-B6B8-BA5DAD35770A}"/>
          </ac:grpSpMkLst>
        </pc:grpChg>
        <pc:grpChg chg="add mod">
          <ac:chgData name="Halan, Mridul" userId="d8402aca-56b7-4a75-97f5-504434d76ce0" providerId="ADAL" clId="{AA3C1486-642E-4193-95AF-D7E78E3DA4E9}" dt="2022-07-04T15:49:31.330" v="10910" actId="207"/>
          <ac:grpSpMkLst>
            <pc:docMk/>
            <pc:sldMk cId="1059635595" sldId="6230"/>
            <ac:grpSpMk id="29" creationId="{E7FDC687-B613-43BA-9AAB-6684601124ED}"/>
          </ac:grpSpMkLst>
        </pc:grpChg>
        <pc:graphicFrameChg chg="del">
          <ac:chgData name="Halan, Mridul" userId="d8402aca-56b7-4a75-97f5-504434d76ce0" providerId="ADAL" clId="{AA3C1486-642E-4193-95AF-D7E78E3DA4E9}" dt="2022-07-04T15:47:42.022" v="10865" actId="21"/>
          <ac:graphicFrameMkLst>
            <pc:docMk/>
            <pc:sldMk cId="1059635595" sldId="6230"/>
            <ac:graphicFrameMk id="6" creationId="{F2997122-C0B1-4816-9C29-107D78612FB5}"/>
          </ac:graphicFrameMkLst>
        </pc:graphicFrameChg>
        <pc:cxnChg chg="add mod">
          <ac:chgData name="Halan, Mridul" userId="d8402aca-56b7-4a75-97f5-504434d76ce0" providerId="ADAL" clId="{AA3C1486-642E-4193-95AF-D7E78E3DA4E9}" dt="2022-07-04T15:47:55.110" v="10895" actId="1036"/>
          <ac:cxnSpMkLst>
            <pc:docMk/>
            <pc:sldMk cId="1059635595" sldId="6230"/>
            <ac:cxnSpMk id="8" creationId="{5CA5BE08-3693-4F09-850B-0C87E9D15B7A}"/>
          </ac:cxnSpMkLst>
        </pc:cxnChg>
      </pc:sldChg>
      <pc:sldChg chg="addSp delSp modSp add mod">
        <pc:chgData name="Halan, Mridul" userId="d8402aca-56b7-4a75-97f5-504434d76ce0" providerId="ADAL" clId="{AA3C1486-642E-4193-95AF-D7E78E3DA4E9}" dt="2022-07-04T15:57:05.612" v="10979" actId="14100"/>
        <pc:sldMkLst>
          <pc:docMk/>
          <pc:sldMk cId="3887181450" sldId="6231"/>
        </pc:sldMkLst>
        <pc:spChg chg="del">
          <ac:chgData name="Halan, Mridul" userId="d8402aca-56b7-4a75-97f5-504434d76ce0" providerId="ADAL" clId="{AA3C1486-642E-4193-95AF-D7E78E3DA4E9}" dt="2022-07-04T15:52:46.544" v="10946" actId="21"/>
          <ac:spMkLst>
            <pc:docMk/>
            <pc:sldMk cId="3887181450" sldId="6231"/>
            <ac:spMk id="76" creationId="{9654A25B-2A00-4FC1-96A3-03B88F688FF3}"/>
          </ac:spMkLst>
        </pc:spChg>
        <pc:spChg chg="mod">
          <ac:chgData name="Halan, Mridul" userId="d8402aca-56b7-4a75-97f5-504434d76ce0" providerId="ADAL" clId="{AA3C1486-642E-4193-95AF-D7E78E3DA4E9}" dt="2022-07-04T15:53:05.814" v="10951"/>
          <ac:spMkLst>
            <pc:docMk/>
            <pc:sldMk cId="3887181450" sldId="6231"/>
            <ac:spMk id="83" creationId="{31F75B9F-C617-48CE-B56F-3B32C47CDD2C}"/>
          </ac:spMkLst>
        </pc:spChg>
        <pc:spChg chg="mod">
          <ac:chgData name="Halan, Mridul" userId="d8402aca-56b7-4a75-97f5-504434d76ce0" providerId="ADAL" clId="{AA3C1486-642E-4193-95AF-D7E78E3DA4E9}" dt="2022-07-04T15:53:05.814" v="10951"/>
          <ac:spMkLst>
            <pc:docMk/>
            <pc:sldMk cId="3887181450" sldId="6231"/>
            <ac:spMk id="84" creationId="{CC13C65B-350B-431B-A5E1-E19575DA75F2}"/>
          </ac:spMkLst>
        </pc:spChg>
        <pc:spChg chg="mod">
          <ac:chgData name="Halan, Mridul" userId="d8402aca-56b7-4a75-97f5-504434d76ce0" providerId="ADAL" clId="{AA3C1486-642E-4193-95AF-D7E78E3DA4E9}" dt="2022-07-04T15:53:05.814" v="10951"/>
          <ac:spMkLst>
            <pc:docMk/>
            <pc:sldMk cId="3887181450" sldId="6231"/>
            <ac:spMk id="85" creationId="{E7B535AF-CF50-4569-9516-284DA00C2A6B}"/>
          </ac:spMkLst>
        </pc:spChg>
        <pc:spChg chg="mod">
          <ac:chgData name="Halan, Mridul" userId="d8402aca-56b7-4a75-97f5-504434d76ce0" providerId="ADAL" clId="{AA3C1486-642E-4193-95AF-D7E78E3DA4E9}" dt="2022-07-04T15:53:05.814" v="10951"/>
          <ac:spMkLst>
            <pc:docMk/>
            <pc:sldMk cId="3887181450" sldId="6231"/>
            <ac:spMk id="86" creationId="{5674BA2F-1A4B-4BAE-A239-27BE17F84938}"/>
          </ac:spMkLst>
        </pc:spChg>
        <pc:spChg chg="mod">
          <ac:chgData name="Halan, Mridul" userId="d8402aca-56b7-4a75-97f5-504434d76ce0" providerId="ADAL" clId="{AA3C1486-642E-4193-95AF-D7E78E3DA4E9}" dt="2022-07-04T15:53:05.814" v="10951"/>
          <ac:spMkLst>
            <pc:docMk/>
            <pc:sldMk cId="3887181450" sldId="6231"/>
            <ac:spMk id="87" creationId="{57F35B4E-6DF1-43A4-87E1-7B3DD5E0DCDB}"/>
          </ac:spMkLst>
        </pc:spChg>
        <pc:spChg chg="mod">
          <ac:chgData name="Halan, Mridul" userId="d8402aca-56b7-4a75-97f5-504434d76ce0" providerId="ADAL" clId="{AA3C1486-642E-4193-95AF-D7E78E3DA4E9}" dt="2022-07-04T15:53:05.814" v="10951"/>
          <ac:spMkLst>
            <pc:docMk/>
            <pc:sldMk cId="3887181450" sldId="6231"/>
            <ac:spMk id="88" creationId="{ABF323D5-0D5B-401B-8782-7E5463627D71}"/>
          </ac:spMkLst>
        </pc:spChg>
        <pc:spChg chg="mod">
          <ac:chgData name="Halan, Mridul" userId="d8402aca-56b7-4a75-97f5-504434d76ce0" providerId="ADAL" clId="{AA3C1486-642E-4193-95AF-D7E78E3DA4E9}" dt="2022-07-04T15:53:05.814" v="10951"/>
          <ac:spMkLst>
            <pc:docMk/>
            <pc:sldMk cId="3887181450" sldId="6231"/>
            <ac:spMk id="89" creationId="{AA4ED9A4-7E3A-472D-B8BD-B91215AA1803}"/>
          </ac:spMkLst>
        </pc:spChg>
        <pc:spChg chg="mod">
          <ac:chgData name="Halan, Mridul" userId="d8402aca-56b7-4a75-97f5-504434d76ce0" providerId="ADAL" clId="{AA3C1486-642E-4193-95AF-D7E78E3DA4E9}" dt="2022-07-04T15:53:05.814" v="10951"/>
          <ac:spMkLst>
            <pc:docMk/>
            <pc:sldMk cId="3887181450" sldId="6231"/>
            <ac:spMk id="90" creationId="{E3659B97-D682-48A1-833B-6A929E6060CA}"/>
          </ac:spMkLst>
        </pc:spChg>
        <pc:spChg chg="mod">
          <ac:chgData name="Halan, Mridul" userId="d8402aca-56b7-4a75-97f5-504434d76ce0" providerId="ADAL" clId="{AA3C1486-642E-4193-95AF-D7E78E3DA4E9}" dt="2022-07-04T15:53:05.814" v="10951"/>
          <ac:spMkLst>
            <pc:docMk/>
            <pc:sldMk cId="3887181450" sldId="6231"/>
            <ac:spMk id="91" creationId="{472FDEDE-ED6D-4B8A-8160-B57811ED4976}"/>
          </ac:spMkLst>
        </pc:spChg>
        <pc:spChg chg="mod">
          <ac:chgData name="Halan, Mridul" userId="d8402aca-56b7-4a75-97f5-504434d76ce0" providerId="ADAL" clId="{AA3C1486-642E-4193-95AF-D7E78E3DA4E9}" dt="2022-07-04T15:53:05.814" v="10951"/>
          <ac:spMkLst>
            <pc:docMk/>
            <pc:sldMk cId="3887181450" sldId="6231"/>
            <ac:spMk id="92" creationId="{B903C171-FA8A-4BD2-A24B-B0B0F73759E0}"/>
          </ac:spMkLst>
        </pc:spChg>
        <pc:spChg chg="mod">
          <ac:chgData name="Halan, Mridul" userId="d8402aca-56b7-4a75-97f5-504434d76ce0" providerId="ADAL" clId="{AA3C1486-642E-4193-95AF-D7E78E3DA4E9}" dt="2022-07-04T15:53:05.814" v="10951"/>
          <ac:spMkLst>
            <pc:docMk/>
            <pc:sldMk cId="3887181450" sldId="6231"/>
            <ac:spMk id="93" creationId="{CB40E22C-E08E-4724-8735-65703803A981}"/>
          </ac:spMkLst>
        </pc:spChg>
        <pc:spChg chg="mod">
          <ac:chgData name="Halan, Mridul" userId="d8402aca-56b7-4a75-97f5-504434d76ce0" providerId="ADAL" clId="{AA3C1486-642E-4193-95AF-D7E78E3DA4E9}" dt="2022-07-04T15:53:05.814" v="10951"/>
          <ac:spMkLst>
            <pc:docMk/>
            <pc:sldMk cId="3887181450" sldId="6231"/>
            <ac:spMk id="94" creationId="{0F1A3F8D-7B32-424D-B51D-B2D667EABF85}"/>
          </ac:spMkLst>
        </pc:spChg>
        <pc:spChg chg="add mod">
          <ac:chgData name="Halan, Mridul" userId="d8402aca-56b7-4a75-97f5-504434d76ce0" providerId="ADAL" clId="{AA3C1486-642E-4193-95AF-D7E78E3DA4E9}" dt="2022-07-04T15:54:05.159" v="10963" actId="1076"/>
          <ac:spMkLst>
            <pc:docMk/>
            <pc:sldMk cId="3887181450" sldId="6231"/>
            <ac:spMk id="95" creationId="{DDD78C62-65CD-4E5C-A9E2-AC3C78A2919F}"/>
          </ac:spMkLst>
        </pc:spChg>
        <pc:spChg chg="mod">
          <ac:chgData name="Halan, Mridul" userId="d8402aca-56b7-4a75-97f5-504434d76ce0" providerId="ADAL" clId="{AA3C1486-642E-4193-95AF-D7E78E3DA4E9}" dt="2022-07-04T15:55:31.745" v="10976" actId="1076"/>
          <ac:spMkLst>
            <pc:docMk/>
            <pc:sldMk cId="3887181450" sldId="6231"/>
            <ac:spMk id="97" creationId="{670A9076-FA87-449B-8BC4-DF4299152B05}"/>
          </ac:spMkLst>
        </pc:spChg>
        <pc:spChg chg="mod">
          <ac:chgData name="Halan, Mridul" userId="d8402aca-56b7-4a75-97f5-504434d76ce0" providerId="ADAL" clId="{AA3C1486-642E-4193-95AF-D7E78E3DA4E9}" dt="2022-07-04T15:55:25.659" v="10975" actId="1076"/>
          <ac:spMkLst>
            <pc:docMk/>
            <pc:sldMk cId="3887181450" sldId="6231"/>
            <ac:spMk id="98" creationId="{F0165707-B8A7-4A2C-A722-79A8686ECA20}"/>
          </ac:spMkLst>
        </pc:spChg>
        <pc:spChg chg="mod">
          <ac:chgData name="Halan, Mridul" userId="d8402aca-56b7-4a75-97f5-504434d76ce0" providerId="ADAL" clId="{AA3C1486-642E-4193-95AF-D7E78E3DA4E9}" dt="2022-07-04T15:55:03.290" v="10970" actId="14100"/>
          <ac:spMkLst>
            <pc:docMk/>
            <pc:sldMk cId="3887181450" sldId="6231"/>
            <ac:spMk id="100" creationId="{97B50C8A-12D9-4774-9464-11810968A4CB}"/>
          </ac:spMkLst>
        </pc:spChg>
        <pc:spChg chg="mod">
          <ac:chgData name="Halan, Mridul" userId="d8402aca-56b7-4a75-97f5-504434d76ce0" providerId="ADAL" clId="{AA3C1486-642E-4193-95AF-D7E78E3DA4E9}" dt="2022-07-04T15:55:03.290" v="10970" actId="14100"/>
          <ac:spMkLst>
            <pc:docMk/>
            <pc:sldMk cId="3887181450" sldId="6231"/>
            <ac:spMk id="101" creationId="{37CBE22B-859A-453F-8C5D-0345D76E3D30}"/>
          </ac:spMkLst>
        </pc:spChg>
        <pc:spChg chg="mod">
          <ac:chgData name="Halan, Mridul" userId="d8402aca-56b7-4a75-97f5-504434d76ce0" providerId="ADAL" clId="{AA3C1486-642E-4193-95AF-D7E78E3DA4E9}" dt="2022-07-04T15:55:03.290" v="10970" actId="14100"/>
          <ac:spMkLst>
            <pc:docMk/>
            <pc:sldMk cId="3887181450" sldId="6231"/>
            <ac:spMk id="102" creationId="{884B8DC3-4E65-4E87-8E0A-67A9723E81C4}"/>
          </ac:spMkLst>
        </pc:spChg>
        <pc:spChg chg="mod">
          <ac:chgData name="Halan, Mridul" userId="d8402aca-56b7-4a75-97f5-504434d76ce0" providerId="ADAL" clId="{AA3C1486-642E-4193-95AF-D7E78E3DA4E9}" dt="2022-07-04T15:55:03.290" v="10970" actId="14100"/>
          <ac:spMkLst>
            <pc:docMk/>
            <pc:sldMk cId="3887181450" sldId="6231"/>
            <ac:spMk id="103" creationId="{EB9F3775-66DA-4573-B54B-646092AEEC15}"/>
          </ac:spMkLst>
        </pc:spChg>
        <pc:spChg chg="mod">
          <ac:chgData name="Halan, Mridul" userId="d8402aca-56b7-4a75-97f5-504434d76ce0" providerId="ADAL" clId="{AA3C1486-642E-4193-95AF-D7E78E3DA4E9}" dt="2022-07-04T15:55:03.290" v="10970" actId="14100"/>
          <ac:spMkLst>
            <pc:docMk/>
            <pc:sldMk cId="3887181450" sldId="6231"/>
            <ac:spMk id="104" creationId="{5980D72A-2923-4714-8E3F-03CD05C435B8}"/>
          </ac:spMkLst>
        </pc:spChg>
        <pc:spChg chg="mod">
          <ac:chgData name="Halan, Mridul" userId="d8402aca-56b7-4a75-97f5-504434d76ce0" providerId="ADAL" clId="{AA3C1486-642E-4193-95AF-D7E78E3DA4E9}" dt="2022-07-04T15:55:03.290" v="10970" actId="14100"/>
          <ac:spMkLst>
            <pc:docMk/>
            <pc:sldMk cId="3887181450" sldId="6231"/>
            <ac:spMk id="105" creationId="{B6555993-D153-456E-A2C6-8D7221D347BF}"/>
          </ac:spMkLst>
        </pc:spChg>
        <pc:spChg chg="mod">
          <ac:chgData name="Halan, Mridul" userId="d8402aca-56b7-4a75-97f5-504434d76ce0" providerId="ADAL" clId="{AA3C1486-642E-4193-95AF-D7E78E3DA4E9}" dt="2022-07-04T15:55:03.290" v="10970" actId="14100"/>
          <ac:spMkLst>
            <pc:docMk/>
            <pc:sldMk cId="3887181450" sldId="6231"/>
            <ac:spMk id="106" creationId="{1F2AE6DB-F545-4AE1-821D-D189736FBA4D}"/>
          </ac:spMkLst>
        </pc:spChg>
        <pc:spChg chg="mod">
          <ac:chgData name="Halan, Mridul" userId="d8402aca-56b7-4a75-97f5-504434d76ce0" providerId="ADAL" clId="{AA3C1486-642E-4193-95AF-D7E78E3DA4E9}" dt="2022-07-04T15:55:03.290" v="10970" actId="14100"/>
          <ac:spMkLst>
            <pc:docMk/>
            <pc:sldMk cId="3887181450" sldId="6231"/>
            <ac:spMk id="107" creationId="{AE59AD8B-BE1C-4FC5-AB44-06D887561CFF}"/>
          </ac:spMkLst>
        </pc:spChg>
        <pc:spChg chg="mod">
          <ac:chgData name="Halan, Mridul" userId="d8402aca-56b7-4a75-97f5-504434d76ce0" providerId="ADAL" clId="{AA3C1486-642E-4193-95AF-D7E78E3DA4E9}" dt="2022-07-04T15:55:03.290" v="10970" actId="14100"/>
          <ac:spMkLst>
            <pc:docMk/>
            <pc:sldMk cId="3887181450" sldId="6231"/>
            <ac:spMk id="108" creationId="{2177BB79-1703-4BD3-B369-85176B4C5222}"/>
          </ac:spMkLst>
        </pc:spChg>
        <pc:spChg chg="mod">
          <ac:chgData name="Halan, Mridul" userId="d8402aca-56b7-4a75-97f5-504434d76ce0" providerId="ADAL" clId="{AA3C1486-642E-4193-95AF-D7E78E3DA4E9}" dt="2022-07-04T15:55:03.290" v="10970" actId="14100"/>
          <ac:spMkLst>
            <pc:docMk/>
            <pc:sldMk cId="3887181450" sldId="6231"/>
            <ac:spMk id="109" creationId="{A637F067-D1A0-4090-A001-34D55186C1B7}"/>
          </ac:spMkLst>
        </pc:spChg>
        <pc:spChg chg="mod">
          <ac:chgData name="Halan, Mridul" userId="d8402aca-56b7-4a75-97f5-504434d76ce0" providerId="ADAL" clId="{AA3C1486-642E-4193-95AF-D7E78E3DA4E9}" dt="2022-07-04T15:55:03.290" v="10970" actId="14100"/>
          <ac:spMkLst>
            <pc:docMk/>
            <pc:sldMk cId="3887181450" sldId="6231"/>
            <ac:spMk id="110" creationId="{BE8DCC80-B619-4EAD-91B3-E9BFFAD5AF79}"/>
          </ac:spMkLst>
        </pc:spChg>
        <pc:spChg chg="mod">
          <ac:chgData name="Halan, Mridul" userId="d8402aca-56b7-4a75-97f5-504434d76ce0" providerId="ADAL" clId="{AA3C1486-642E-4193-95AF-D7E78E3DA4E9}" dt="2022-07-04T15:55:03.290" v="10970" actId="14100"/>
          <ac:spMkLst>
            <pc:docMk/>
            <pc:sldMk cId="3887181450" sldId="6231"/>
            <ac:spMk id="111" creationId="{F9DB63DC-2162-4E3D-A4FE-A7C0428F7402}"/>
          </ac:spMkLst>
        </pc:spChg>
        <pc:spChg chg="mod">
          <ac:chgData name="Halan, Mridul" userId="d8402aca-56b7-4a75-97f5-504434d76ce0" providerId="ADAL" clId="{AA3C1486-642E-4193-95AF-D7E78E3DA4E9}" dt="2022-07-04T15:53:05.814" v="10951"/>
          <ac:spMkLst>
            <pc:docMk/>
            <pc:sldMk cId="3887181450" sldId="6231"/>
            <ac:spMk id="116" creationId="{8B1EC19F-C41F-4A0B-B504-CAA6961CE9D3}"/>
          </ac:spMkLst>
        </pc:spChg>
        <pc:spChg chg="mod">
          <ac:chgData name="Halan, Mridul" userId="d8402aca-56b7-4a75-97f5-504434d76ce0" providerId="ADAL" clId="{AA3C1486-642E-4193-95AF-D7E78E3DA4E9}" dt="2022-07-04T15:53:05.814" v="10951"/>
          <ac:spMkLst>
            <pc:docMk/>
            <pc:sldMk cId="3887181450" sldId="6231"/>
            <ac:spMk id="117" creationId="{9C819149-5914-463C-8576-E63CAA96A1E8}"/>
          </ac:spMkLst>
        </pc:spChg>
        <pc:spChg chg="mod">
          <ac:chgData name="Halan, Mridul" userId="d8402aca-56b7-4a75-97f5-504434d76ce0" providerId="ADAL" clId="{AA3C1486-642E-4193-95AF-D7E78E3DA4E9}" dt="2022-07-04T15:53:05.814" v="10951"/>
          <ac:spMkLst>
            <pc:docMk/>
            <pc:sldMk cId="3887181450" sldId="6231"/>
            <ac:spMk id="118" creationId="{218BDDD2-7EB4-4408-A70A-47DC58481E45}"/>
          </ac:spMkLst>
        </pc:spChg>
        <pc:spChg chg="mod">
          <ac:chgData name="Halan, Mridul" userId="d8402aca-56b7-4a75-97f5-504434d76ce0" providerId="ADAL" clId="{AA3C1486-642E-4193-95AF-D7E78E3DA4E9}" dt="2022-07-04T15:53:05.814" v="10951"/>
          <ac:spMkLst>
            <pc:docMk/>
            <pc:sldMk cId="3887181450" sldId="6231"/>
            <ac:spMk id="122" creationId="{9A3164FF-CBB4-4DC5-920F-89A319D5C45D}"/>
          </ac:spMkLst>
        </pc:spChg>
        <pc:spChg chg="mod">
          <ac:chgData name="Halan, Mridul" userId="d8402aca-56b7-4a75-97f5-504434d76ce0" providerId="ADAL" clId="{AA3C1486-642E-4193-95AF-D7E78E3DA4E9}" dt="2022-07-04T15:53:05.814" v="10951"/>
          <ac:spMkLst>
            <pc:docMk/>
            <pc:sldMk cId="3887181450" sldId="6231"/>
            <ac:spMk id="123" creationId="{77A1AFF0-073A-470F-BC4E-55DA294A79AD}"/>
          </ac:spMkLst>
        </pc:spChg>
        <pc:spChg chg="mod">
          <ac:chgData name="Halan, Mridul" userId="d8402aca-56b7-4a75-97f5-504434d76ce0" providerId="ADAL" clId="{AA3C1486-642E-4193-95AF-D7E78E3DA4E9}" dt="2022-07-04T15:53:05.814" v="10951"/>
          <ac:spMkLst>
            <pc:docMk/>
            <pc:sldMk cId="3887181450" sldId="6231"/>
            <ac:spMk id="124" creationId="{602D13D0-0A49-49C2-9BD9-BAE7E6231F8D}"/>
          </ac:spMkLst>
        </pc:spChg>
        <pc:spChg chg="mod">
          <ac:chgData name="Halan, Mridul" userId="d8402aca-56b7-4a75-97f5-504434d76ce0" providerId="ADAL" clId="{AA3C1486-642E-4193-95AF-D7E78E3DA4E9}" dt="2022-07-04T15:53:05.814" v="10951"/>
          <ac:spMkLst>
            <pc:docMk/>
            <pc:sldMk cId="3887181450" sldId="6231"/>
            <ac:spMk id="125" creationId="{24FD2454-7D7E-42B6-91CB-E5C116A7D750}"/>
          </ac:spMkLst>
        </pc:spChg>
        <pc:spChg chg="mod">
          <ac:chgData name="Halan, Mridul" userId="d8402aca-56b7-4a75-97f5-504434d76ce0" providerId="ADAL" clId="{AA3C1486-642E-4193-95AF-D7E78E3DA4E9}" dt="2022-07-04T15:53:05.814" v="10951"/>
          <ac:spMkLst>
            <pc:docMk/>
            <pc:sldMk cId="3887181450" sldId="6231"/>
            <ac:spMk id="126" creationId="{F32661FD-A489-44E8-B3D2-16D20863D1C6}"/>
          </ac:spMkLst>
        </pc:spChg>
        <pc:spChg chg="mod">
          <ac:chgData name="Halan, Mridul" userId="d8402aca-56b7-4a75-97f5-504434d76ce0" providerId="ADAL" clId="{AA3C1486-642E-4193-95AF-D7E78E3DA4E9}" dt="2022-07-04T15:53:05.814" v="10951"/>
          <ac:spMkLst>
            <pc:docMk/>
            <pc:sldMk cId="3887181450" sldId="6231"/>
            <ac:spMk id="127" creationId="{7FE805C3-C683-4EAA-A347-B06CF95D209B}"/>
          </ac:spMkLst>
        </pc:spChg>
        <pc:spChg chg="mod">
          <ac:chgData name="Halan, Mridul" userId="d8402aca-56b7-4a75-97f5-504434d76ce0" providerId="ADAL" clId="{AA3C1486-642E-4193-95AF-D7E78E3DA4E9}" dt="2022-07-04T15:53:05.814" v="10951"/>
          <ac:spMkLst>
            <pc:docMk/>
            <pc:sldMk cId="3887181450" sldId="6231"/>
            <ac:spMk id="128" creationId="{D7C15CA2-7C76-4799-BA64-68C6F4D4785C}"/>
          </ac:spMkLst>
        </pc:spChg>
        <pc:spChg chg="mod">
          <ac:chgData name="Halan, Mridul" userId="d8402aca-56b7-4a75-97f5-504434d76ce0" providerId="ADAL" clId="{AA3C1486-642E-4193-95AF-D7E78E3DA4E9}" dt="2022-07-04T15:53:05.814" v="10951"/>
          <ac:spMkLst>
            <pc:docMk/>
            <pc:sldMk cId="3887181450" sldId="6231"/>
            <ac:spMk id="129" creationId="{746D6CBC-340D-45AC-AEB5-962EC6CCD74C}"/>
          </ac:spMkLst>
        </pc:spChg>
        <pc:spChg chg="mod">
          <ac:chgData name="Halan, Mridul" userId="d8402aca-56b7-4a75-97f5-504434d76ce0" providerId="ADAL" clId="{AA3C1486-642E-4193-95AF-D7E78E3DA4E9}" dt="2022-07-04T15:53:05.814" v="10951"/>
          <ac:spMkLst>
            <pc:docMk/>
            <pc:sldMk cId="3887181450" sldId="6231"/>
            <ac:spMk id="130" creationId="{740B11E5-1BAB-4940-BCC9-BC3F5C115F59}"/>
          </ac:spMkLst>
        </pc:spChg>
        <pc:spChg chg="mod">
          <ac:chgData name="Halan, Mridul" userId="d8402aca-56b7-4a75-97f5-504434d76ce0" providerId="ADAL" clId="{AA3C1486-642E-4193-95AF-D7E78E3DA4E9}" dt="2022-07-04T15:53:05.814" v="10951"/>
          <ac:spMkLst>
            <pc:docMk/>
            <pc:sldMk cId="3887181450" sldId="6231"/>
            <ac:spMk id="131" creationId="{DAA7D466-2624-4BEF-8388-C5758EAE3C8E}"/>
          </ac:spMkLst>
        </pc:spChg>
        <pc:spChg chg="mod">
          <ac:chgData name="Halan, Mridul" userId="d8402aca-56b7-4a75-97f5-504434d76ce0" providerId="ADAL" clId="{AA3C1486-642E-4193-95AF-D7E78E3DA4E9}" dt="2022-07-04T15:53:05.814" v="10951"/>
          <ac:spMkLst>
            <pc:docMk/>
            <pc:sldMk cId="3887181450" sldId="6231"/>
            <ac:spMk id="132" creationId="{339B86F8-8313-48C8-8231-06623157A0B4}"/>
          </ac:spMkLst>
        </pc:spChg>
        <pc:spChg chg="mod">
          <ac:chgData name="Halan, Mridul" userId="d8402aca-56b7-4a75-97f5-504434d76ce0" providerId="ADAL" clId="{AA3C1486-642E-4193-95AF-D7E78E3DA4E9}" dt="2022-07-04T15:53:05.814" v="10951"/>
          <ac:spMkLst>
            <pc:docMk/>
            <pc:sldMk cId="3887181450" sldId="6231"/>
            <ac:spMk id="133" creationId="{5DAE588D-032E-4652-B989-9E2287531744}"/>
          </ac:spMkLst>
        </pc:spChg>
        <pc:spChg chg="mod">
          <ac:chgData name="Halan, Mridul" userId="d8402aca-56b7-4a75-97f5-504434d76ce0" providerId="ADAL" clId="{AA3C1486-642E-4193-95AF-D7E78E3DA4E9}" dt="2022-07-04T15:53:05.814" v="10951"/>
          <ac:spMkLst>
            <pc:docMk/>
            <pc:sldMk cId="3887181450" sldId="6231"/>
            <ac:spMk id="134" creationId="{41850A79-F989-4863-8BFF-7E9CEBD8B6D9}"/>
          </ac:spMkLst>
        </pc:spChg>
        <pc:spChg chg="mod">
          <ac:chgData name="Halan, Mridul" userId="d8402aca-56b7-4a75-97f5-504434d76ce0" providerId="ADAL" clId="{AA3C1486-642E-4193-95AF-D7E78E3DA4E9}" dt="2022-07-04T15:53:05.814" v="10951"/>
          <ac:spMkLst>
            <pc:docMk/>
            <pc:sldMk cId="3887181450" sldId="6231"/>
            <ac:spMk id="135" creationId="{A05E2197-8FB0-4995-AE8F-6A1E293E0163}"/>
          </ac:spMkLst>
        </pc:spChg>
        <pc:spChg chg="mod">
          <ac:chgData name="Halan, Mridul" userId="d8402aca-56b7-4a75-97f5-504434d76ce0" providerId="ADAL" clId="{AA3C1486-642E-4193-95AF-D7E78E3DA4E9}" dt="2022-07-04T15:53:05.814" v="10951"/>
          <ac:spMkLst>
            <pc:docMk/>
            <pc:sldMk cId="3887181450" sldId="6231"/>
            <ac:spMk id="136" creationId="{990004A7-B1F6-41B3-9988-E8B33379A61D}"/>
          </ac:spMkLst>
        </pc:spChg>
        <pc:spChg chg="mod">
          <ac:chgData name="Halan, Mridul" userId="d8402aca-56b7-4a75-97f5-504434d76ce0" providerId="ADAL" clId="{AA3C1486-642E-4193-95AF-D7E78E3DA4E9}" dt="2022-07-04T15:53:05.814" v="10951"/>
          <ac:spMkLst>
            <pc:docMk/>
            <pc:sldMk cId="3887181450" sldId="6231"/>
            <ac:spMk id="137" creationId="{6C9F1B93-7940-4F5E-AC44-C60736DCEA17}"/>
          </ac:spMkLst>
        </pc:spChg>
        <pc:spChg chg="mod">
          <ac:chgData name="Halan, Mridul" userId="d8402aca-56b7-4a75-97f5-504434d76ce0" providerId="ADAL" clId="{AA3C1486-642E-4193-95AF-D7E78E3DA4E9}" dt="2022-07-04T15:53:05.814" v="10951"/>
          <ac:spMkLst>
            <pc:docMk/>
            <pc:sldMk cId="3887181450" sldId="6231"/>
            <ac:spMk id="138" creationId="{8B08180B-E421-402F-88E1-587CE7D85C27}"/>
          </ac:spMkLst>
        </pc:spChg>
        <pc:spChg chg="mod">
          <ac:chgData name="Halan, Mridul" userId="d8402aca-56b7-4a75-97f5-504434d76ce0" providerId="ADAL" clId="{AA3C1486-642E-4193-95AF-D7E78E3DA4E9}" dt="2022-07-04T15:53:05.814" v="10951"/>
          <ac:spMkLst>
            <pc:docMk/>
            <pc:sldMk cId="3887181450" sldId="6231"/>
            <ac:spMk id="139" creationId="{1B8C3A2B-2435-47FA-9373-9AEB05151FC1}"/>
          </ac:spMkLst>
        </pc:spChg>
        <pc:spChg chg="mod">
          <ac:chgData name="Halan, Mridul" userId="d8402aca-56b7-4a75-97f5-504434d76ce0" providerId="ADAL" clId="{AA3C1486-642E-4193-95AF-D7E78E3DA4E9}" dt="2022-07-04T15:53:05.814" v="10951"/>
          <ac:spMkLst>
            <pc:docMk/>
            <pc:sldMk cId="3887181450" sldId="6231"/>
            <ac:spMk id="140" creationId="{2DC4270C-06E4-4DD8-B982-3032A7ADBB31}"/>
          </ac:spMkLst>
        </pc:spChg>
        <pc:spChg chg="mod">
          <ac:chgData name="Halan, Mridul" userId="d8402aca-56b7-4a75-97f5-504434d76ce0" providerId="ADAL" clId="{AA3C1486-642E-4193-95AF-D7E78E3DA4E9}" dt="2022-07-04T15:53:05.814" v="10951"/>
          <ac:spMkLst>
            <pc:docMk/>
            <pc:sldMk cId="3887181450" sldId="6231"/>
            <ac:spMk id="141" creationId="{8DCB70FD-DC66-4F48-8749-46F95D60CEA8}"/>
          </ac:spMkLst>
        </pc:spChg>
        <pc:spChg chg="mod">
          <ac:chgData name="Halan, Mridul" userId="d8402aca-56b7-4a75-97f5-504434d76ce0" providerId="ADAL" clId="{AA3C1486-642E-4193-95AF-D7E78E3DA4E9}" dt="2022-07-04T15:53:05.814" v="10951"/>
          <ac:spMkLst>
            <pc:docMk/>
            <pc:sldMk cId="3887181450" sldId="6231"/>
            <ac:spMk id="142" creationId="{6BE83BFD-78E7-4BC9-94C7-D48FD9258D7B}"/>
          </ac:spMkLst>
        </pc:spChg>
        <pc:spChg chg="mod">
          <ac:chgData name="Halan, Mridul" userId="d8402aca-56b7-4a75-97f5-504434d76ce0" providerId="ADAL" clId="{AA3C1486-642E-4193-95AF-D7E78E3DA4E9}" dt="2022-07-04T15:53:05.814" v="10951"/>
          <ac:spMkLst>
            <pc:docMk/>
            <pc:sldMk cId="3887181450" sldId="6231"/>
            <ac:spMk id="143" creationId="{D262DA35-5012-49D8-90D0-2A7BB76D475D}"/>
          </ac:spMkLst>
        </pc:spChg>
        <pc:spChg chg="add mod">
          <ac:chgData name="Halan, Mridul" userId="d8402aca-56b7-4a75-97f5-504434d76ce0" providerId="ADAL" clId="{AA3C1486-642E-4193-95AF-D7E78E3DA4E9}" dt="2022-07-04T15:55:22.168" v="10973" actId="1076"/>
          <ac:spMkLst>
            <pc:docMk/>
            <pc:sldMk cId="3887181450" sldId="6231"/>
            <ac:spMk id="144" creationId="{C9C7ECF9-2AE0-4F78-B39E-0B2AFD25301C}"/>
          </ac:spMkLst>
        </pc:spChg>
        <pc:spChg chg="mod">
          <ac:chgData name="Halan, Mridul" userId="d8402aca-56b7-4a75-97f5-504434d76ce0" providerId="ADAL" clId="{AA3C1486-642E-4193-95AF-D7E78E3DA4E9}" dt="2022-07-04T15:53:05.814" v="10951"/>
          <ac:spMkLst>
            <pc:docMk/>
            <pc:sldMk cId="3887181450" sldId="6231"/>
            <ac:spMk id="146" creationId="{9DBF718D-58A3-4984-900B-3D1E16EA681A}"/>
          </ac:spMkLst>
        </pc:spChg>
        <pc:spChg chg="mod">
          <ac:chgData name="Halan, Mridul" userId="d8402aca-56b7-4a75-97f5-504434d76ce0" providerId="ADAL" clId="{AA3C1486-642E-4193-95AF-D7E78E3DA4E9}" dt="2022-07-04T15:53:05.814" v="10951"/>
          <ac:spMkLst>
            <pc:docMk/>
            <pc:sldMk cId="3887181450" sldId="6231"/>
            <ac:spMk id="147" creationId="{520A7599-5DF6-4789-9BC9-F2E99705FAFE}"/>
          </ac:spMkLst>
        </pc:spChg>
        <pc:spChg chg="mod">
          <ac:chgData name="Halan, Mridul" userId="d8402aca-56b7-4a75-97f5-504434d76ce0" providerId="ADAL" clId="{AA3C1486-642E-4193-95AF-D7E78E3DA4E9}" dt="2022-07-04T15:53:05.814" v="10951"/>
          <ac:spMkLst>
            <pc:docMk/>
            <pc:sldMk cId="3887181450" sldId="6231"/>
            <ac:spMk id="148" creationId="{B2F2DE9F-526A-4C79-B6C4-788AC61C1C6D}"/>
          </ac:spMkLst>
        </pc:spChg>
        <pc:spChg chg="mod">
          <ac:chgData name="Halan, Mridul" userId="d8402aca-56b7-4a75-97f5-504434d76ce0" providerId="ADAL" clId="{AA3C1486-642E-4193-95AF-D7E78E3DA4E9}" dt="2022-07-04T15:53:05.814" v="10951"/>
          <ac:spMkLst>
            <pc:docMk/>
            <pc:sldMk cId="3887181450" sldId="6231"/>
            <ac:spMk id="149" creationId="{50C2F1FB-7EA5-4E66-B149-AC587B58A5B3}"/>
          </ac:spMkLst>
        </pc:spChg>
        <pc:spChg chg="mod">
          <ac:chgData name="Halan, Mridul" userId="d8402aca-56b7-4a75-97f5-504434d76ce0" providerId="ADAL" clId="{AA3C1486-642E-4193-95AF-D7E78E3DA4E9}" dt="2022-07-04T15:53:05.814" v="10951"/>
          <ac:spMkLst>
            <pc:docMk/>
            <pc:sldMk cId="3887181450" sldId="6231"/>
            <ac:spMk id="153" creationId="{BDD73C05-6174-4DC8-8EC1-F38E98C57D91}"/>
          </ac:spMkLst>
        </pc:spChg>
        <pc:spChg chg="mod">
          <ac:chgData name="Halan, Mridul" userId="d8402aca-56b7-4a75-97f5-504434d76ce0" providerId="ADAL" clId="{AA3C1486-642E-4193-95AF-D7E78E3DA4E9}" dt="2022-07-04T15:53:05.814" v="10951"/>
          <ac:spMkLst>
            <pc:docMk/>
            <pc:sldMk cId="3887181450" sldId="6231"/>
            <ac:spMk id="154" creationId="{4188ECEA-D6EB-4ADC-956C-08F1E4991285}"/>
          </ac:spMkLst>
        </pc:spChg>
        <pc:spChg chg="mod">
          <ac:chgData name="Halan, Mridul" userId="d8402aca-56b7-4a75-97f5-504434d76ce0" providerId="ADAL" clId="{AA3C1486-642E-4193-95AF-D7E78E3DA4E9}" dt="2022-07-04T15:53:05.814" v="10951"/>
          <ac:spMkLst>
            <pc:docMk/>
            <pc:sldMk cId="3887181450" sldId="6231"/>
            <ac:spMk id="155" creationId="{DDAA4C94-4B64-4D4F-BE77-B75FDEC1B1C4}"/>
          </ac:spMkLst>
        </pc:spChg>
        <pc:spChg chg="del">
          <ac:chgData name="Halan, Mridul" userId="d8402aca-56b7-4a75-97f5-504434d76ce0" providerId="ADAL" clId="{AA3C1486-642E-4193-95AF-D7E78E3DA4E9}" dt="2022-07-04T15:52:46.544" v="10946" actId="21"/>
          <ac:spMkLst>
            <pc:docMk/>
            <pc:sldMk cId="3887181450" sldId="6231"/>
            <ac:spMk id="157" creationId="{7FC6A7F5-66CA-4D80-9459-3E6DC317AC23}"/>
          </ac:spMkLst>
        </pc:spChg>
        <pc:spChg chg="mod">
          <ac:chgData name="Halan, Mridul" userId="d8402aca-56b7-4a75-97f5-504434d76ce0" providerId="ADAL" clId="{AA3C1486-642E-4193-95AF-D7E78E3DA4E9}" dt="2022-07-04T15:53:05.814" v="10951"/>
          <ac:spMkLst>
            <pc:docMk/>
            <pc:sldMk cId="3887181450" sldId="6231"/>
            <ac:spMk id="158" creationId="{D2FFB508-1A2A-4EF1-814F-AD20A12F0AA7}"/>
          </ac:spMkLst>
        </pc:spChg>
        <pc:spChg chg="del">
          <ac:chgData name="Halan, Mridul" userId="d8402aca-56b7-4a75-97f5-504434d76ce0" providerId="ADAL" clId="{AA3C1486-642E-4193-95AF-D7E78E3DA4E9}" dt="2022-07-04T15:52:46.544" v="10946" actId="21"/>
          <ac:spMkLst>
            <pc:docMk/>
            <pc:sldMk cId="3887181450" sldId="6231"/>
            <ac:spMk id="170" creationId="{1B35CAAB-E7EE-4ABB-A06D-351F5D0F1747}"/>
          </ac:spMkLst>
        </pc:spChg>
        <pc:spChg chg="mod">
          <ac:chgData name="Halan, Mridul" userId="d8402aca-56b7-4a75-97f5-504434d76ce0" providerId="ADAL" clId="{AA3C1486-642E-4193-95AF-D7E78E3DA4E9}" dt="2022-07-04T15:53:05.814" v="10951"/>
          <ac:spMkLst>
            <pc:docMk/>
            <pc:sldMk cId="3887181450" sldId="6231"/>
            <ac:spMk id="171" creationId="{A78AC736-E240-4067-A13C-BEE47ADB5D27}"/>
          </ac:spMkLst>
        </pc:spChg>
        <pc:spChg chg="del">
          <ac:chgData name="Halan, Mridul" userId="d8402aca-56b7-4a75-97f5-504434d76ce0" providerId="ADAL" clId="{AA3C1486-642E-4193-95AF-D7E78E3DA4E9}" dt="2022-07-04T15:52:46.544" v="10946" actId="21"/>
          <ac:spMkLst>
            <pc:docMk/>
            <pc:sldMk cId="3887181450" sldId="6231"/>
            <ac:spMk id="173" creationId="{2902D771-32AE-4766-8E6B-96BC2B04E50B}"/>
          </ac:spMkLst>
        </pc:spChg>
        <pc:spChg chg="mod">
          <ac:chgData name="Halan, Mridul" userId="d8402aca-56b7-4a75-97f5-504434d76ce0" providerId="ADAL" clId="{AA3C1486-642E-4193-95AF-D7E78E3DA4E9}" dt="2022-07-04T15:53:05.814" v="10951"/>
          <ac:spMkLst>
            <pc:docMk/>
            <pc:sldMk cId="3887181450" sldId="6231"/>
            <ac:spMk id="174" creationId="{20768565-56D0-45F1-85AD-2DD3A7BA0D3E}"/>
          </ac:spMkLst>
        </pc:spChg>
        <pc:spChg chg="mod">
          <ac:chgData name="Halan, Mridul" userId="d8402aca-56b7-4a75-97f5-504434d76ce0" providerId="ADAL" clId="{AA3C1486-642E-4193-95AF-D7E78E3DA4E9}" dt="2022-07-04T15:53:05.814" v="10951"/>
          <ac:spMkLst>
            <pc:docMk/>
            <pc:sldMk cId="3887181450" sldId="6231"/>
            <ac:spMk id="175" creationId="{A21F1759-5423-44FB-A5E1-6DAD908C419C}"/>
          </ac:spMkLst>
        </pc:spChg>
        <pc:spChg chg="mod">
          <ac:chgData name="Halan, Mridul" userId="d8402aca-56b7-4a75-97f5-504434d76ce0" providerId="ADAL" clId="{AA3C1486-642E-4193-95AF-D7E78E3DA4E9}" dt="2022-07-04T15:53:05.814" v="10951"/>
          <ac:spMkLst>
            <pc:docMk/>
            <pc:sldMk cId="3887181450" sldId="6231"/>
            <ac:spMk id="176" creationId="{29FE7E3D-7626-47D1-8071-AF929110629C}"/>
          </ac:spMkLst>
        </pc:spChg>
        <pc:spChg chg="mod">
          <ac:chgData name="Halan, Mridul" userId="d8402aca-56b7-4a75-97f5-504434d76ce0" providerId="ADAL" clId="{AA3C1486-642E-4193-95AF-D7E78E3DA4E9}" dt="2022-07-04T15:53:22.361" v="10956"/>
          <ac:spMkLst>
            <pc:docMk/>
            <pc:sldMk cId="3887181450" sldId="6231"/>
            <ac:spMk id="177" creationId="{25B1B997-3C04-46FA-B5D2-1CBB50C0472E}"/>
          </ac:spMkLst>
        </pc:spChg>
        <pc:spChg chg="mod">
          <ac:chgData name="Halan, Mridul" userId="d8402aca-56b7-4a75-97f5-504434d76ce0" providerId="ADAL" clId="{AA3C1486-642E-4193-95AF-D7E78E3DA4E9}" dt="2022-07-04T15:53:05.814" v="10951"/>
          <ac:spMkLst>
            <pc:docMk/>
            <pc:sldMk cId="3887181450" sldId="6231"/>
            <ac:spMk id="180" creationId="{FEFEB94E-DD68-417A-B3BE-6AF765A81514}"/>
          </ac:spMkLst>
        </pc:spChg>
        <pc:spChg chg="mod">
          <ac:chgData name="Halan, Mridul" userId="d8402aca-56b7-4a75-97f5-504434d76ce0" providerId="ADAL" clId="{AA3C1486-642E-4193-95AF-D7E78E3DA4E9}" dt="2022-07-04T15:53:05.814" v="10951"/>
          <ac:spMkLst>
            <pc:docMk/>
            <pc:sldMk cId="3887181450" sldId="6231"/>
            <ac:spMk id="181" creationId="{7E15897A-21D6-4BB6-99F2-C76423572138}"/>
          </ac:spMkLst>
        </pc:spChg>
        <pc:spChg chg="mod">
          <ac:chgData name="Halan, Mridul" userId="d8402aca-56b7-4a75-97f5-504434d76ce0" providerId="ADAL" clId="{AA3C1486-642E-4193-95AF-D7E78E3DA4E9}" dt="2022-07-04T15:53:05.814" v="10951"/>
          <ac:spMkLst>
            <pc:docMk/>
            <pc:sldMk cId="3887181450" sldId="6231"/>
            <ac:spMk id="183" creationId="{92450606-FEA2-4F5F-B7B7-BCE78E2CE5A3}"/>
          </ac:spMkLst>
        </pc:spChg>
        <pc:spChg chg="mod">
          <ac:chgData name="Halan, Mridul" userId="d8402aca-56b7-4a75-97f5-504434d76ce0" providerId="ADAL" clId="{AA3C1486-642E-4193-95AF-D7E78E3DA4E9}" dt="2022-07-04T15:53:05.814" v="10951"/>
          <ac:spMkLst>
            <pc:docMk/>
            <pc:sldMk cId="3887181450" sldId="6231"/>
            <ac:spMk id="184" creationId="{4B34174F-01B9-4257-9504-75DCC752E0DA}"/>
          </ac:spMkLst>
        </pc:spChg>
        <pc:spChg chg="mod">
          <ac:chgData name="Halan, Mridul" userId="d8402aca-56b7-4a75-97f5-504434d76ce0" providerId="ADAL" clId="{AA3C1486-642E-4193-95AF-D7E78E3DA4E9}" dt="2022-07-04T15:53:05.814" v="10951"/>
          <ac:spMkLst>
            <pc:docMk/>
            <pc:sldMk cId="3887181450" sldId="6231"/>
            <ac:spMk id="186" creationId="{61B50DAC-F39A-42A2-B07B-7B59140F8A6A}"/>
          </ac:spMkLst>
        </pc:spChg>
        <pc:spChg chg="mod">
          <ac:chgData name="Halan, Mridul" userId="d8402aca-56b7-4a75-97f5-504434d76ce0" providerId="ADAL" clId="{AA3C1486-642E-4193-95AF-D7E78E3DA4E9}" dt="2022-07-04T15:53:05.814" v="10951"/>
          <ac:spMkLst>
            <pc:docMk/>
            <pc:sldMk cId="3887181450" sldId="6231"/>
            <ac:spMk id="187" creationId="{864432CB-D19E-4BF7-826D-60586D364676}"/>
          </ac:spMkLst>
        </pc:spChg>
        <pc:spChg chg="mod">
          <ac:chgData name="Halan, Mridul" userId="d8402aca-56b7-4a75-97f5-504434d76ce0" providerId="ADAL" clId="{AA3C1486-642E-4193-95AF-D7E78E3DA4E9}" dt="2022-07-04T15:53:05.814" v="10951"/>
          <ac:spMkLst>
            <pc:docMk/>
            <pc:sldMk cId="3887181450" sldId="6231"/>
            <ac:spMk id="188" creationId="{72A8AAB3-F598-4B41-810A-08D6DD87C140}"/>
          </ac:spMkLst>
        </pc:spChg>
        <pc:spChg chg="mod">
          <ac:chgData name="Halan, Mridul" userId="d8402aca-56b7-4a75-97f5-504434d76ce0" providerId="ADAL" clId="{AA3C1486-642E-4193-95AF-D7E78E3DA4E9}" dt="2022-07-04T15:53:05.814" v="10951"/>
          <ac:spMkLst>
            <pc:docMk/>
            <pc:sldMk cId="3887181450" sldId="6231"/>
            <ac:spMk id="192" creationId="{C0F5B74F-0C67-4748-8015-82D083AA7A62}"/>
          </ac:spMkLst>
        </pc:spChg>
        <pc:spChg chg="mod">
          <ac:chgData name="Halan, Mridul" userId="d8402aca-56b7-4a75-97f5-504434d76ce0" providerId="ADAL" clId="{AA3C1486-642E-4193-95AF-D7E78E3DA4E9}" dt="2022-07-04T15:53:05.814" v="10951"/>
          <ac:spMkLst>
            <pc:docMk/>
            <pc:sldMk cId="3887181450" sldId="6231"/>
            <ac:spMk id="193" creationId="{52154C2E-52AC-4FE5-9E3D-46F8C57223BA}"/>
          </ac:spMkLst>
        </pc:spChg>
        <pc:spChg chg="del">
          <ac:chgData name="Halan, Mridul" userId="d8402aca-56b7-4a75-97f5-504434d76ce0" providerId="ADAL" clId="{AA3C1486-642E-4193-95AF-D7E78E3DA4E9}" dt="2022-07-04T15:52:46.544" v="10946" actId="21"/>
          <ac:spMkLst>
            <pc:docMk/>
            <pc:sldMk cId="3887181450" sldId="6231"/>
            <ac:spMk id="194" creationId="{A2B6A873-45C3-459F-9BCF-0E8F55BB2E1E}"/>
          </ac:spMkLst>
        </pc:spChg>
        <pc:spChg chg="del">
          <ac:chgData name="Halan, Mridul" userId="d8402aca-56b7-4a75-97f5-504434d76ce0" providerId="ADAL" clId="{AA3C1486-642E-4193-95AF-D7E78E3DA4E9}" dt="2022-07-04T15:52:46.544" v="10946" actId="21"/>
          <ac:spMkLst>
            <pc:docMk/>
            <pc:sldMk cId="3887181450" sldId="6231"/>
            <ac:spMk id="195" creationId="{59979AAE-C370-4D1B-95E0-A21123716A83}"/>
          </ac:spMkLst>
        </pc:spChg>
        <pc:spChg chg="del">
          <ac:chgData name="Halan, Mridul" userId="d8402aca-56b7-4a75-97f5-504434d76ce0" providerId="ADAL" clId="{AA3C1486-642E-4193-95AF-D7E78E3DA4E9}" dt="2022-07-04T15:52:46.544" v="10946" actId="21"/>
          <ac:spMkLst>
            <pc:docMk/>
            <pc:sldMk cId="3887181450" sldId="6231"/>
            <ac:spMk id="196" creationId="{9FCD5EFE-12F3-4FBC-934C-450B0BEFC711}"/>
          </ac:spMkLst>
        </pc:spChg>
        <pc:spChg chg="del">
          <ac:chgData name="Halan, Mridul" userId="d8402aca-56b7-4a75-97f5-504434d76ce0" providerId="ADAL" clId="{AA3C1486-642E-4193-95AF-D7E78E3DA4E9}" dt="2022-07-04T15:52:46.544" v="10946" actId="21"/>
          <ac:spMkLst>
            <pc:docMk/>
            <pc:sldMk cId="3887181450" sldId="6231"/>
            <ac:spMk id="197" creationId="{69128E1F-5292-4202-A871-BD4432948B5D}"/>
          </ac:spMkLst>
        </pc:spChg>
        <pc:spChg chg="del">
          <ac:chgData name="Halan, Mridul" userId="d8402aca-56b7-4a75-97f5-504434d76ce0" providerId="ADAL" clId="{AA3C1486-642E-4193-95AF-D7E78E3DA4E9}" dt="2022-07-04T15:52:46.544" v="10946" actId="21"/>
          <ac:spMkLst>
            <pc:docMk/>
            <pc:sldMk cId="3887181450" sldId="6231"/>
            <ac:spMk id="198" creationId="{6D74F905-E489-4380-8C68-744F4A968F20}"/>
          </ac:spMkLst>
        </pc:spChg>
        <pc:spChg chg="del">
          <ac:chgData name="Halan, Mridul" userId="d8402aca-56b7-4a75-97f5-504434d76ce0" providerId="ADAL" clId="{AA3C1486-642E-4193-95AF-D7E78E3DA4E9}" dt="2022-07-04T15:52:46.544" v="10946" actId="21"/>
          <ac:spMkLst>
            <pc:docMk/>
            <pc:sldMk cId="3887181450" sldId="6231"/>
            <ac:spMk id="199" creationId="{D8C9DA4D-26DC-46B5-BED2-6520CF5D7668}"/>
          </ac:spMkLst>
        </pc:spChg>
        <pc:spChg chg="del">
          <ac:chgData name="Halan, Mridul" userId="d8402aca-56b7-4a75-97f5-504434d76ce0" providerId="ADAL" clId="{AA3C1486-642E-4193-95AF-D7E78E3DA4E9}" dt="2022-07-04T15:52:46.544" v="10946" actId="21"/>
          <ac:spMkLst>
            <pc:docMk/>
            <pc:sldMk cId="3887181450" sldId="6231"/>
            <ac:spMk id="200" creationId="{4B527542-10C3-48F6-8758-C9FDADD37AA5}"/>
          </ac:spMkLst>
        </pc:spChg>
        <pc:spChg chg="del">
          <ac:chgData name="Halan, Mridul" userId="d8402aca-56b7-4a75-97f5-504434d76ce0" providerId="ADAL" clId="{AA3C1486-642E-4193-95AF-D7E78E3DA4E9}" dt="2022-07-04T15:52:46.544" v="10946" actId="21"/>
          <ac:spMkLst>
            <pc:docMk/>
            <pc:sldMk cId="3887181450" sldId="6231"/>
            <ac:spMk id="201" creationId="{56C8CA81-554A-4A32-BE72-7B6D2620A0C6}"/>
          </ac:spMkLst>
        </pc:spChg>
        <pc:spChg chg="del">
          <ac:chgData name="Halan, Mridul" userId="d8402aca-56b7-4a75-97f5-504434d76ce0" providerId="ADAL" clId="{AA3C1486-642E-4193-95AF-D7E78E3DA4E9}" dt="2022-07-04T15:52:46.544" v="10946" actId="21"/>
          <ac:spMkLst>
            <pc:docMk/>
            <pc:sldMk cId="3887181450" sldId="6231"/>
            <ac:spMk id="202" creationId="{2ED1251F-CC56-4941-9911-D222823FDD0F}"/>
          </ac:spMkLst>
        </pc:spChg>
        <pc:spChg chg="del">
          <ac:chgData name="Halan, Mridul" userId="d8402aca-56b7-4a75-97f5-504434d76ce0" providerId="ADAL" clId="{AA3C1486-642E-4193-95AF-D7E78E3DA4E9}" dt="2022-07-04T15:52:46.544" v="10946" actId="21"/>
          <ac:spMkLst>
            <pc:docMk/>
            <pc:sldMk cId="3887181450" sldId="6231"/>
            <ac:spMk id="203" creationId="{23D2EE46-C9D8-4E29-A9A8-19AE61067F06}"/>
          </ac:spMkLst>
        </pc:spChg>
        <pc:spChg chg="mod">
          <ac:chgData name="Halan, Mridul" userId="d8402aca-56b7-4a75-97f5-504434d76ce0" providerId="ADAL" clId="{AA3C1486-642E-4193-95AF-D7E78E3DA4E9}" dt="2022-07-04T15:53:05.814" v="10951"/>
          <ac:spMkLst>
            <pc:docMk/>
            <pc:sldMk cId="3887181450" sldId="6231"/>
            <ac:spMk id="234" creationId="{08BF444F-FC47-496F-AD15-D2F20A1F0890}"/>
          </ac:spMkLst>
        </pc:spChg>
        <pc:spChg chg="mod">
          <ac:chgData name="Halan, Mridul" userId="d8402aca-56b7-4a75-97f5-504434d76ce0" providerId="ADAL" clId="{AA3C1486-642E-4193-95AF-D7E78E3DA4E9}" dt="2022-07-04T15:53:05.814" v="10951"/>
          <ac:spMkLst>
            <pc:docMk/>
            <pc:sldMk cId="3887181450" sldId="6231"/>
            <ac:spMk id="235" creationId="{53006818-804A-4A14-B469-05F4A0B4FC20}"/>
          </ac:spMkLst>
        </pc:spChg>
        <pc:spChg chg="mod">
          <ac:chgData name="Halan, Mridul" userId="d8402aca-56b7-4a75-97f5-504434d76ce0" providerId="ADAL" clId="{AA3C1486-642E-4193-95AF-D7E78E3DA4E9}" dt="2022-07-04T15:53:05.814" v="10951"/>
          <ac:spMkLst>
            <pc:docMk/>
            <pc:sldMk cId="3887181450" sldId="6231"/>
            <ac:spMk id="236" creationId="{0375B95C-04C5-427C-A41C-5862FC7266F5}"/>
          </ac:spMkLst>
        </pc:spChg>
        <pc:spChg chg="mod">
          <ac:chgData name="Halan, Mridul" userId="d8402aca-56b7-4a75-97f5-504434d76ce0" providerId="ADAL" clId="{AA3C1486-642E-4193-95AF-D7E78E3DA4E9}" dt="2022-07-04T15:53:05.814" v="10951"/>
          <ac:spMkLst>
            <pc:docMk/>
            <pc:sldMk cId="3887181450" sldId="6231"/>
            <ac:spMk id="237" creationId="{7E0A776D-557E-4BC4-B580-95EAC1A87480}"/>
          </ac:spMkLst>
        </pc:spChg>
        <pc:spChg chg="mod">
          <ac:chgData name="Halan, Mridul" userId="d8402aca-56b7-4a75-97f5-504434d76ce0" providerId="ADAL" clId="{AA3C1486-642E-4193-95AF-D7E78E3DA4E9}" dt="2022-07-04T15:53:05.814" v="10951"/>
          <ac:spMkLst>
            <pc:docMk/>
            <pc:sldMk cId="3887181450" sldId="6231"/>
            <ac:spMk id="238" creationId="{7D7A9AA2-233B-4BF1-A9D2-91D0C0E24786}"/>
          </ac:spMkLst>
        </pc:spChg>
        <pc:spChg chg="mod">
          <ac:chgData name="Halan, Mridul" userId="d8402aca-56b7-4a75-97f5-504434d76ce0" providerId="ADAL" clId="{AA3C1486-642E-4193-95AF-D7E78E3DA4E9}" dt="2022-07-04T15:53:05.814" v="10951"/>
          <ac:spMkLst>
            <pc:docMk/>
            <pc:sldMk cId="3887181450" sldId="6231"/>
            <ac:spMk id="239" creationId="{7C97E01E-8076-4F9D-A77B-3B64FB18BBD5}"/>
          </ac:spMkLst>
        </pc:spChg>
        <pc:spChg chg="mod">
          <ac:chgData name="Halan, Mridul" userId="d8402aca-56b7-4a75-97f5-504434d76ce0" providerId="ADAL" clId="{AA3C1486-642E-4193-95AF-D7E78E3DA4E9}" dt="2022-07-04T15:53:05.814" v="10951"/>
          <ac:spMkLst>
            <pc:docMk/>
            <pc:sldMk cId="3887181450" sldId="6231"/>
            <ac:spMk id="240" creationId="{F701FC4E-7BE6-407A-86CE-BF0E615A1314}"/>
          </ac:spMkLst>
        </pc:spChg>
        <pc:spChg chg="add mod">
          <ac:chgData name="Halan, Mridul" userId="d8402aca-56b7-4a75-97f5-504434d76ce0" providerId="ADAL" clId="{AA3C1486-642E-4193-95AF-D7E78E3DA4E9}" dt="2022-07-04T15:53:05.814" v="10951"/>
          <ac:spMkLst>
            <pc:docMk/>
            <pc:sldMk cId="3887181450" sldId="6231"/>
            <ac:spMk id="241" creationId="{474A5A87-F1CD-4412-85B6-0DE79F0E59C2}"/>
          </ac:spMkLst>
        </pc:spChg>
        <pc:spChg chg="add mod">
          <ac:chgData name="Halan, Mridul" userId="d8402aca-56b7-4a75-97f5-504434d76ce0" providerId="ADAL" clId="{AA3C1486-642E-4193-95AF-D7E78E3DA4E9}" dt="2022-07-04T15:53:05.814" v="10951"/>
          <ac:spMkLst>
            <pc:docMk/>
            <pc:sldMk cId="3887181450" sldId="6231"/>
            <ac:spMk id="242" creationId="{E8AD5B86-9680-4920-9104-3CC3008820AA}"/>
          </ac:spMkLst>
        </pc:spChg>
        <pc:spChg chg="mod">
          <ac:chgData name="Halan, Mridul" userId="d8402aca-56b7-4a75-97f5-504434d76ce0" providerId="ADAL" clId="{AA3C1486-642E-4193-95AF-D7E78E3DA4E9}" dt="2022-07-04T15:53:05.814" v="10951"/>
          <ac:spMkLst>
            <pc:docMk/>
            <pc:sldMk cId="3887181450" sldId="6231"/>
            <ac:spMk id="244" creationId="{7A00F606-2092-441A-91F5-FABF005828C5}"/>
          </ac:spMkLst>
        </pc:spChg>
        <pc:spChg chg="mod">
          <ac:chgData name="Halan, Mridul" userId="d8402aca-56b7-4a75-97f5-504434d76ce0" providerId="ADAL" clId="{AA3C1486-642E-4193-95AF-D7E78E3DA4E9}" dt="2022-07-04T15:53:05.814" v="10951"/>
          <ac:spMkLst>
            <pc:docMk/>
            <pc:sldMk cId="3887181450" sldId="6231"/>
            <ac:spMk id="247" creationId="{568EEEE1-619E-4D17-9A6E-19A8B8FC4EC3}"/>
          </ac:spMkLst>
        </pc:spChg>
        <pc:spChg chg="mod">
          <ac:chgData name="Halan, Mridul" userId="d8402aca-56b7-4a75-97f5-504434d76ce0" providerId="ADAL" clId="{AA3C1486-642E-4193-95AF-D7E78E3DA4E9}" dt="2022-07-04T15:53:05.814" v="10951"/>
          <ac:spMkLst>
            <pc:docMk/>
            <pc:sldMk cId="3887181450" sldId="6231"/>
            <ac:spMk id="250" creationId="{1856E76D-02B1-4A7C-B19D-7F56E12C952C}"/>
          </ac:spMkLst>
        </pc:spChg>
        <pc:spChg chg="mod">
          <ac:chgData name="Halan, Mridul" userId="d8402aca-56b7-4a75-97f5-504434d76ce0" providerId="ADAL" clId="{AA3C1486-642E-4193-95AF-D7E78E3DA4E9}" dt="2022-07-04T15:53:05.814" v="10951"/>
          <ac:spMkLst>
            <pc:docMk/>
            <pc:sldMk cId="3887181450" sldId="6231"/>
            <ac:spMk id="253" creationId="{D698B611-C25C-4A98-9A0B-E5EB481F8DF7}"/>
          </ac:spMkLst>
        </pc:spChg>
        <pc:grpChg chg="add mod">
          <ac:chgData name="Halan, Mridul" userId="d8402aca-56b7-4a75-97f5-504434d76ce0" providerId="ADAL" clId="{AA3C1486-642E-4193-95AF-D7E78E3DA4E9}" dt="2022-07-04T15:57:05.612" v="10979" actId="14100"/>
          <ac:grpSpMkLst>
            <pc:docMk/>
            <pc:sldMk cId="3887181450" sldId="6231"/>
            <ac:grpSpMk id="78" creationId="{2866D401-B111-4105-9E33-FF28913DE062}"/>
          </ac:grpSpMkLst>
        </pc:grpChg>
        <pc:grpChg chg="mod">
          <ac:chgData name="Halan, Mridul" userId="d8402aca-56b7-4a75-97f5-504434d76ce0" providerId="ADAL" clId="{AA3C1486-642E-4193-95AF-D7E78E3DA4E9}" dt="2022-07-04T15:53:05.814" v="10951"/>
          <ac:grpSpMkLst>
            <pc:docMk/>
            <pc:sldMk cId="3887181450" sldId="6231"/>
            <ac:grpSpMk id="79" creationId="{E821512B-DD5F-43A0-B837-EA7249A0A975}"/>
          </ac:grpSpMkLst>
        </pc:grpChg>
        <pc:grpChg chg="mod">
          <ac:chgData name="Halan, Mridul" userId="d8402aca-56b7-4a75-97f5-504434d76ce0" providerId="ADAL" clId="{AA3C1486-642E-4193-95AF-D7E78E3DA4E9}" dt="2022-07-04T15:53:05.814" v="10951"/>
          <ac:grpSpMkLst>
            <pc:docMk/>
            <pc:sldMk cId="3887181450" sldId="6231"/>
            <ac:grpSpMk id="80" creationId="{2506D990-3B15-4CF9-B4B1-213FF1C0FC07}"/>
          </ac:grpSpMkLst>
        </pc:grpChg>
        <pc:grpChg chg="mod">
          <ac:chgData name="Halan, Mridul" userId="d8402aca-56b7-4a75-97f5-504434d76ce0" providerId="ADAL" clId="{AA3C1486-642E-4193-95AF-D7E78E3DA4E9}" dt="2022-07-04T15:53:05.814" v="10951"/>
          <ac:grpSpMkLst>
            <pc:docMk/>
            <pc:sldMk cId="3887181450" sldId="6231"/>
            <ac:grpSpMk id="81" creationId="{52B68A7B-4C22-4764-AE23-EF75CFD1EF5F}"/>
          </ac:grpSpMkLst>
        </pc:grpChg>
        <pc:grpChg chg="mod">
          <ac:chgData name="Halan, Mridul" userId="d8402aca-56b7-4a75-97f5-504434d76ce0" providerId="ADAL" clId="{AA3C1486-642E-4193-95AF-D7E78E3DA4E9}" dt="2022-07-04T15:53:05.814" v="10951"/>
          <ac:grpSpMkLst>
            <pc:docMk/>
            <pc:sldMk cId="3887181450" sldId="6231"/>
            <ac:grpSpMk id="82" creationId="{39098A2C-B391-4219-8096-89DD63D9007A}"/>
          </ac:grpSpMkLst>
        </pc:grpChg>
        <pc:grpChg chg="add mod">
          <ac:chgData name="Halan, Mridul" userId="d8402aca-56b7-4a75-97f5-504434d76ce0" providerId="ADAL" clId="{AA3C1486-642E-4193-95AF-D7E78E3DA4E9}" dt="2022-07-04T15:55:03.290" v="10970" actId="14100"/>
          <ac:grpSpMkLst>
            <pc:docMk/>
            <pc:sldMk cId="3887181450" sldId="6231"/>
            <ac:grpSpMk id="96" creationId="{33DAF63C-9D71-40AE-9181-CDE90944C371}"/>
          </ac:grpSpMkLst>
        </pc:grpChg>
        <pc:grpChg chg="mod">
          <ac:chgData name="Halan, Mridul" userId="d8402aca-56b7-4a75-97f5-504434d76ce0" providerId="ADAL" clId="{AA3C1486-642E-4193-95AF-D7E78E3DA4E9}" dt="2022-07-04T15:55:03.290" v="10970" actId="14100"/>
          <ac:grpSpMkLst>
            <pc:docMk/>
            <pc:sldMk cId="3887181450" sldId="6231"/>
            <ac:grpSpMk id="99" creationId="{38EE5B4B-2203-45BB-9DD2-6C68F073CF02}"/>
          </ac:grpSpMkLst>
        </pc:grpChg>
        <pc:grpChg chg="add mod">
          <ac:chgData name="Halan, Mridul" userId="d8402aca-56b7-4a75-97f5-504434d76ce0" providerId="ADAL" clId="{AA3C1486-642E-4193-95AF-D7E78E3DA4E9}" dt="2022-07-04T15:53:39.916" v="10958" actId="1076"/>
          <ac:grpSpMkLst>
            <pc:docMk/>
            <pc:sldMk cId="3887181450" sldId="6231"/>
            <ac:grpSpMk id="112" creationId="{909D1631-BB1D-43E4-8C00-321560DA3031}"/>
          </ac:grpSpMkLst>
        </pc:grpChg>
        <pc:grpChg chg="mod">
          <ac:chgData name="Halan, Mridul" userId="d8402aca-56b7-4a75-97f5-504434d76ce0" providerId="ADAL" clId="{AA3C1486-642E-4193-95AF-D7E78E3DA4E9}" dt="2022-07-04T15:53:05.814" v="10951"/>
          <ac:grpSpMkLst>
            <pc:docMk/>
            <pc:sldMk cId="3887181450" sldId="6231"/>
            <ac:grpSpMk id="113" creationId="{E581974E-5812-4A5B-9EC8-27622B2B441A}"/>
          </ac:grpSpMkLst>
        </pc:grpChg>
        <pc:grpChg chg="mod">
          <ac:chgData name="Halan, Mridul" userId="d8402aca-56b7-4a75-97f5-504434d76ce0" providerId="ADAL" clId="{AA3C1486-642E-4193-95AF-D7E78E3DA4E9}" dt="2022-07-04T15:53:05.814" v="10951"/>
          <ac:grpSpMkLst>
            <pc:docMk/>
            <pc:sldMk cId="3887181450" sldId="6231"/>
            <ac:grpSpMk id="114" creationId="{5EF86F1B-CDB8-4F2C-8224-3D7AE39BF7B2}"/>
          </ac:grpSpMkLst>
        </pc:grpChg>
        <pc:grpChg chg="mod">
          <ac:chgData name="Halan, Mridul" userId="d8402aca-56b7-4a75-97f5-504434d76ce0" providerId="ADAL" clId="{AA3C1486-642E-4193-95AF-D7E78E3DA4E9}" dt="2022-07-04T15:53:05.814" v="10951"/>
          <ac:grpSpMkLst>
            <pc:docMk/>
            <pc:sldMk cId="3887181450" sldId="6231"/>
            <ac:grpSpMk id="115" creationId="{08DA9932-F917-4881-8DBA-A02AFDE61F39}"/>
          </ac:grpSpMkLst>
        </pc:grpChg>
        <pc:grpChg chg="add mod">
          <ac:chgData name="Halan, Mridul" userId="d8402aca-56b7-4a75-97f5-504434d76ce0" providerId="ADAL" clId="{AA3C1486-642E-4193-95AF-D7E78E3DA4E9}" dt="2022-07-04T15:53:51.038" v="10960" actId="1076"/>
          <ac:grpSpMkLst>
            <pc:docMk/>
            <pc:sldMk cId="3887181450" sldId="6231"/>
            <ac:grpSpMk id="145" creationId="{A2C5E4FB-AE81-4A53-BCFC-220AF0D8A58A}"/>
          </ac:grpSpMkLst>
        </pc:grpChg>
        <pc:grpChg chg="add mod">
          <ac:chgData name="Halan, Mridul" userId="d8402aca-56b7-4a75-97f5-504434d76ce0" providerId="ADAL" clId="{AA3C1486-642E-4193-95AF-D7E78E3DA4E9}" dt="2022-07-04T15:53:05.814" v="10951"/>
          <ac:grpSpMkLst>
            <pc:docMk/>
            <pc:sldMk cId="3887181450" sldId="6231"/>
            <ac:grpSpMk id="161" creationId="{3B5BE337-AF73-4CC3-98D8-FC667FB6604F}"/>
          </ac:grpSpMkLst>
        </pc:grpChg>
        <pc:grpChg chg="del">
          <ac:chgData name="Halan, Mridul" userId="d8402aca-56b7-4a75-97f5-504434d76ce0" providerId="ADAL" clId="{AA3C1486-642E-4193-95AF-D7E78E3DA4E9}" dt="2022-07-04T15:52:46.544" v="10946" actId="21"/>
          <ac:grpSpMkLst>
            <pc:docMk/>
            <pc:sldMk cId="3887181450" sldId="6231"/>
            <ac:grpSpMk id="169" creationId="{426BF6D9-8237-4F09-824A-5D38E1BEA472}"/>
          </ac:grpSpMkLst>
        </pc:grpChg>
        <pc:grpChg chg="del">
          <ac:chgData name="Halan, Mridul" userId="d8402aca-56b7-4a75-97f5-504434d76ce0" providerId="ADAL" clId="{AA3C1486-642E-4193-95AF-D7E78E3DA4E9}" dt="2022-07-04T15:52:46.544" v="10946" actId="21"/>
          <ac:grpSpMkLst>
            <pc:docMk/>
            <pc:sldMk cId="3887181450" sldId="6231"/>
            <ac:grpSpMk id="172" creationId="{9AE31258-B29B-4474-A482-77C350EE72A6}"/>
          </ac:grpSpMkLst>
        </pc:grpChg>
        <pc:grpChg chg="add mod">
          <ac:chgData name="Halan, Mridul" userId="d8402aca-56b7-4a75-97f5-504434d76ce0" providerId="ADAL" clId="{AA3C1486-642E-4193-95AF-D7E78E3DA4E9}" dt="2022-07-04T15:53:05.814" v="10951"/>
          <ac:grpSpMkLst>
            <pc:docMk/>
            <pc:sldMk cId="3887181450" sldId="6231"/>
            <ac:grpSpMk id="178" creationId="{E895CABC-9B9B-43C0-A75A-CEB1B14B634C}"/>
          </ac:grpSpMkLst>
        </pc:grpChg>
        <pc:grpChg chg="add mod">
          <ac:chgData name="Halan, Mridul" userId="d8402aca-56b7-4a75-97f5-504434d76ce0" providerId="ADAL" clId="{AA3C1486-642E-4193-95AF-D7E78E3DA4E9}" dt="2022-07-04T15:53:05.814" v="10951"/>
          <ac:grpSpMkLst>
            <pc:docMk/>
            <pc:sldMk cId="3887181450" sldId="6231"/>
            <ac:grpSpMk id="182" creationId="{D1446E98-953C-4ABD-88E6-C18DA524AAB7}"/>
          </ac:grpSpMkLst>
        </pc:grpChg>
        <pc:grpChg chg="mod">
          <ac:chgData name="Halan, Mridul" userId="d8402aca-56b7-4a75-97f5-504434d76ce0" providerId="ADAL" clId="{AA3C1486-642E-4193-95AF-D7E78E3DA4E9}" dt="2022-07-04T15:53:05.814" v="10951"/>
          <ac:grpSpMkLst>
            <pc:docMk/>
            <pc:sldMk cId="3887181450" sldId="6231"/>
            <ac:grpSpMk id="185" creationId="{17E695F1-8D5D-4AE5-B7DA-DD73792C16E7}"/>
          </ac:grpSpMkLst>
        </pc:grpChg>
        <pc:grpChg chg="add mod">
          <ac:chgData name="Halan, Mridul" userId="d8402aca-56b7-4a75-97f5-504434d76ce0" providerId="ADAL" clId="{AA3C1486-642E-4193-95AF-D7E78E3DA4E9}" dt="2022-07-04T15:53:05.814" v="10951"/>
          <ac:grpSpMkLst>
            <pc:docMk/>
            <pc:sldMk cId="3887181450" sldId="6231"/>
            <ac:grpSpMk id="189" creationId="{0438764A-E181-405B-B030-BCA3A98AC7C0}"/>
          </ac:grpSpMkLst>
        </pc:grpChg>
        <pc:grpChg chg="mod">
          <ac:chgData name="Halan, Mridul" userId="d8402aca-56b7-4a75-97f5-504434d76ce0" providerId="ADAL" clId="{AA3C1486-642E-4193-95AF-D7E78E3DA4E9}" dt="2022-07-04T15:53:05.814" v="10951"/>
          <ac:grpSpMkLst>
            <pc:docMk/>
            <pc:sldMk cId="3887181450" sldId="6231"/>
            <ac:grpSpMk id="190" creationId="{27A664E7-0A76-4025-ACD6-554592C5748B}"/>
          </ac:grpSpMkLst>
        </pc:grpChg>
        <pc:grpChg chg="mod">
          <ac:chgData name="Halan, Mridul" userId="d8402aca-56b7-4a75-97f5-504434d76ce0" providerId="ADAL" clId="{AA3C1486-642E-4193-95AF-D7E78E3DA4E9}" dt="2022-07-04T15:53:05.814" v="10951"/>
          <ac:grpSpMkLst>
            <pc:docMk/>
            <pc:sldMk cId="3887181450" sldId="6231"/>
            <ac:grpSpMk id="191" creationId="{5DA28071-E5DC-4405-8017-68E65EE53042}"/>
          </ac:grpSpMkLst>
        </pc:grpChg>
        <pc:grpChg chg="del">
          <ac:chgData name="Halan, Mridul" userId="d8402aca-56b7-4a75-97f5-504434d76ce0" providerId="ADAL" clId="{AA3C1486-642E-4193-95AF-D7E78E3DA4E9}" dt="2022-07-04T15:52:46.544" v="10946" actId="21"/>
          <ac:grpSpMkLst>
            <pc:docMk/>
            <pc:sldMk cId="3887181450" sldId="6231"/>
            <ac:grpSpMk id="204" creationId="{4C2A12B6-3F65-4A77-ADC8-0F6DE1F31560}"/>
          </ac:grpSpMkLst>
        </pc:grpChg>
        <pc:grpChg chg="del">
          <ac:chgData name="Halan, Mridul" userId="d8402aca-56b7-4a75-97f5-504434d76ce0" providerId="ADAL" clId="{AA3C1486-642E-4193-95AF-D7E78E3DA4E9}" dt="2022-07-04T15:52:46.544" v="10946" actId="21"/>
          <ac:grpSpMkLst>
            <pc:docMk/>
            <pc:sldMk cId="3887181450" sldId="6231"/>
            <ac:grpSpMk id="208" creationId="{2D43BE8C-55CD-4D14-BFBB-E167AEC537C3}"/>
          </ac:grpSpMkLst>
        </pc:grpChg>
        <pc:grpChg chg="del">
          <ac:chgData name="Halan, Mridul" userId="d8402aca-56b7-4a75-97f5-504434d76ce0" providerId="ADAL" clId="{AA3C1486-642E-4193-95AF-D7E78E3DA4E9}" dt="2022-07-04T15:52:50.154" v="10947" actId="21"/>
          <ac:grpSpMkLst>
            <pc:docMk/>
            <pc:sldMk cId="3887181450" sldId="6231"/>
            <ac:grpSpMk id="219" creationId="{839D4B9F-876F-4787-8DCA-8CC865517D77}"/>
          </ac:grpSpMkLst>
        </pc:grpChg>
        <pc:grpChg chg="del">
          <ac:chgData name="Halan, Mridul" userId="d8402aca-56b7-4a75-97f5-504434d76ce0" providerId="ADAL" clId="{AA3C1486-642E-4193-95AF-D7E78E3DA4E9}" dt="2022-07-04T15:52:46.544" v="10946" actId="21"/>
          <ac:grpSpMkLst>
            <pc:docMk/>
            <pc:sldMk cId="3887181450" sldId="6231"/>
            <ac:grpSpMk id="222" creationId="{CE4FB837-ECC4-404D-8D8C-DB47FA66FCB8}"/>
          </ac:grpSpMkLst>
        </pc:grpChg>
        <pc:grpChg chg="del">
          <ac:chgData name="Halan, Mridul" userId="d8402aca-56b7-4a75-97f5-504434d76ce0" providerId="ADAL" clId="{AA3C1486-642E-4193-95AF-D7E78E3DA4E9}" dt="2022-07-04T15:52:46.544" v="10946" actId="21"/>
          <ac:grpSpMkLst>
            <pc:docMk/>
            <pc:sldMk cId="3887181450" sldId="6231"/>
            <ac:grpSpMk id="231" creationId="{1E6F6A2E-4024-4D0F-95D5-40EB38CB7361}"/>
          </ac:grpSpMkLst>
        </pc:grpChg>
        <pc:grpChg chg="add mod">
          <ac:chgData name="Halan, Mridul" userId="d8402aca-56b7-4a75-97f5-504434d76ce0" providerId="ADAL" clId="{AA3C1486-642E-4193-95AF-D7E78E3DA4E9}" dt="2022-07-04T15:53:05.814" v="10951"/>
          <ac:grpSpMkLst>
            <pc:docMk/>
            <pc:sldMk cId="3887181450" sldId="6231"/>
            <ac:grpSpMk id="243" creationId="{BC7B1A54-65EA-4DA3-BB19-BEAF74930DE4}"/>
          </ac:grpSpMkLst>
        </pc:grpChg>
        <pc:grpChg chg="add mod">
          <ac:chgData name="Halan, Mridul" userId="d8402aca-56b7-4a75-97f5-504434d76ce0" providerId="ADAL" clId="{AA3C1486-642E-4193-95AF-D7E78E3DA4E9}" dt="2022-07-04T15:53:05.814" v="10951"/>
          <ac:grpSpMkLst>
            <pc:docMk/>
            <pc:sldMk cId="3887181450" sldId="6231"/>
            <ac:grpSpMk id="246" creationId="{F80F4932-AA2A-42EC-A0D9-8A53564C8185}"/>
          </ac:grpSpMkLst>
        </pc:grpChg>
        <pc:grpChg chg="add mod">
          <ac:chgData name="Halan, Mridul" userId="d8402aca-56b7-4a75-97f5-504434d76ce0" providerId="ADAL" clId="{AA3C1486-642E-4193-95AF-D7E78E3DA4E9}" dt="2022-07-04T15:53:05.814" v="10951"/>
          <ac:grpSpMkLst>
            <pc:docMk/>
            <pc:sldMk cId="3887181450" sldId="6231"/>
            <ac:grpSpMk id="249" creationId="{1634C393-6A02-432E-91CE-2682B1DE22E2}"/>
          </ac:grpSpMkLst>
        </pc:grpChg>
        <pc:grpChg chg="add mod">
          <ac:chgData name="Halan, Mridul" userId="d8402aca-56b7-4a75-97f5-504434d76ce0" providerId="ADAL" clId="{AA3C1486-642E-4193-95AF-D7E78E3DA4E9}" dt="2022-07-04T15:53:05.814" v="10951"/>
          <ac:grpSpMkLst>
            <pc:docMk/>
            <pc:sldMk cId="3887181450" sldId="6231"/>
            <ac:grpSpMk id="252" creationId="{20BB14FA-0E7C-42EE-A82F-30763CA7C3F5}"/>
          </ac:grpSpMkLst>
        </pc:grpChg>
        <pc:picChg chg="mod">
          <ac:chgData name="Halan, Mridul" userId="d8402aca-56b7-4a75-97f5-504434d76ce0" providerId="ADAL" clId="{AA3C1486-642E-4193-95AF-D7E78E3DA4E9}" dt="2022-07-04T15:53:05.814" v="10951"/>
          <ac:picMkLst>
            <pc:docMk/>
            <pc:sldMk cId="3887181450" sldId="6231"/>
            <ac:picMk id="179" creationId="{FEC67B5E-11A7-48AD-9609-1BF8C9B88F7D}"/>
          </ac:picMkLst>
        </pc:picChg>
        <pc:picChg chg="mod">
          <ac:chgData name="Halan, Mridul" userId="d8402aca-56b7-4a75-97f5-504434d76ce0" providerId="ADAL" clId="{AA3C1486-642E-4193-95AF-D7E78E3DA4E9}" dt="2022-07-04T15:53:05.814" v="10951"/>
          <ac:picMkLst>
            <pc:docMk/>
            <pc:sldMk cId="3887181450" sldId="6231"/>
            <ac:picMk id="245" creationId="{F0273769-BEC2-43C9-AF44-FCE6ECCE41DC}"/>
          </ac:picMkLst>
        </pc:picChg>
        <pc:picChg chg="mod">
          <ac:chgData name="Halan, Mridul" userId="d8402aca-56b7-4a75-97f5-504434d76ce0" providerId="ADAL" clId="{AA3C1486-642E-4193-95AF-D7E78E3DA4E9}" dt="2022-07-04T15:53:05.814" v="10951"/>
          <ac:picMkLst>
            <pc:docMk/>
            <pc:sldMk cId="3887181450" sldId="6231"/>
            <ac:picMk id="248" creationId="{5E3AC728-F2DC-459C-8C5C-E911FD55668D}"/>
          </ac:picMkLst>
        </pc:picChg>
        <pc:picChg chg="mod">
          <ac:chgData name="Halan, Mridul" userId="d8402aca-56b7-4a75-97f5-504434d76ce0" providerId="ADAL" clId="{AA3C1486-642E-4193-95AF-D7E78E3DA4E9}" dt="2022-07-04T15:53:05.814" v="10951"/>
          <ac:picMkLst>
            <pc:docMk/>
            <pc:sldMk cId="3887181450" sldId="6231"/>
            <ac:picMk id="251" creationId="{0641200A-33A8-40EE-B653-8F9B1A33E96C}"/>
          </ac:picMkLst>
        </pc:picChg>
        <pc:picChg chg="mod">
          <ac:chgData name="Halan, Mridul" userId="d8402aca-56b7-4a75-97f5-504434d76ce0" providerId="ADAL" clId="{AA3C1486-642E-4193-95AF-D7E78E3DA4E9}" dt="2022-07-04T15:53:05.814" v="10951"/>
          <ac:picMkLst>
            <pc:docMk/>
            <pc:sldMk cId="3887181450" sldId="6231"/>
            <ac:picMk id="254" creationId="{522ADD94-7651-478A-831C-084D1709ED0B}"/>
          </ac:picMkLst>
        </pc:picChg>
        <pc:cxnChg chg="mod">
          <ac:chgData name="Halan, Mridul" userId="d8402aca-56b7-4a75-97f5-504434d76ce0" providerId="ADAL" clId="{AA3C1486-642E-4193-95AF-D7E78E3DA4E9}" dt="2022-07-04T15:53:05.814" v="10951"/>
          <ac:cxnSpMkLst>
            <pc:docMk/>
            <pc:sldMk cId="3887181450" sldId="6231"/>
            <ac:cxnSpMk id="119" creationId="{40340AA9-6484-4DAF-A22E-89A0C4B0CB51}"/>
          </ac:cxnSpMkLst>
        </pc:cxnChg>
        <pc:cxnChg chg="mod">
          <ac:chgData name="Halan, Mridul" userId="d8402aca-56b7-4a75-97f5-504434d76ce0" providerId="ADAL" clId="{AA3C1486-642E-4193-95AF-D7E78E3DA4E9}" dt="2022-07-04T15:53:05.814" v="10951"/>
          <ac:cxnSpMkLst>
            <pc:docMk/>
            <pc:sldMk cId="3887181450" sldId="6231"/>
            <ac:cxnSpMk id="120" creationId="{777C7957-0561-4F7F-A609-EBD046132462}"/>
          </ac:cxnSpMkLst>
        </pc:cxnChg>
        <pc:cxnChg chg="mod">
          <ac:chgData name="Halan, Mridul" userId="d8402aca-56b7-4a75-97f5-504434d76ce0" providerId="ADAL" clId="{AA3C1486-642E-4193-95AF-D7E78E3DA4E9}" dt="2022-07-04T15:53:05.814" v="10951"/>
          <ac:cxnSpMkLst>
            <pc:docMk/>
            <pc:sldMk cId="3887181450" sldId="6231"/>
            <ac:cxnSpMk id="121" creationId="{04C9DCFC-22C8-409F-9206-403E0EC11EBD}"/>
          </ac:cxnSpMkLst>
        </pc:cxnChg>
        <pc:cxnChg chg="mod">
          <ac:chgData name="Halan, Mridul" userId="d8402aca-56b7-4a75-97f5-504434d76ce0" providerId="ADAL" clId="{AA3C1486-642E-4193-95AF-D7E78E3DA4E9}" dt="2022-07-04T15:53:05.814" v="10951"/>
          <ac:cxnSpMkLst>
            <pc:docMk/>
            <pc:sldMk cId="3887181450" sldId="6231"/>
            <ac:cxnSpMk id="150" creationId="{773C295C-410F-4D3D-8903-711C419EB55D}"/>
          </ac:cxnSpMkLst>
        </pc:cxnChg>
        <pc:cxnChg chg="mod">
          <ac:chgData name="Halan, Mridul" userId="d8402aca-56b7-4a75-97f5-504434d76ce0" providerId="ADAL" clId="{AA3C1486-642E-4193-95AF-D7E78E3DA4E9}" dt="2022-07-04T15:53:05.814" v="10951"/>
          <ac:cxnSpMkLst>
            <pc:docMk/>
            <pc:sldMk cId="3887181450" sldId="6231"/>
            <ac:cxnSpMk id="151" creationId="{588DFABC-FD5B-43A3-AA3E-251FBA4EB575}"/>
          </ac:cxnSpMkLst>
        </pc:cxnChg>
        <pc:cxnChg chg="mod">
          <ac:chgData name="Halan, Mridul" userId="d8402aca-56b7-4a75-97f5-504434d76ce0" providerId="ADAL" clId="{AA3C1486-642E-4193-95AF-D7E78E3DA4E9}" dt="2022-07-04T15:53:05.814" v="10951"/>
          <ac:cxnSpMkLst>
            <pc:docMk/>
            <pc:sldMk cId="3887181450" sldId="6231"/>
            <ac:cxnSpMk id="152" creationId="{4DA8F6DE-F7CC-4942-86A1-654075B35754}"/>
          </ac:cxnSpMkLst>
        </pc:cxnChg>
        <pc:cxnChg chg="mod">
          <ac:chgData name="Halan, Mridul" userId="d8402aca-56b7-4a75-97f5-504434d76ce0" providerId="ADAL" clId="{AA3C1486-642E-4193-95AF-D7E78E3DA4E9}" dt="2022-07-04T15:53:05.814" v="10951"/>
          <ac:cxnSpMkLst>
            <pc:docMk/>
            <pc:sldMk cId="3887181450" sldId="6231"/>
            <ac:cxnSpMk id="156" creationId="{A603A399-3E24-400C-92B3-5D675D987533}"/>
          </ac:cxnSpMkLst>
        </pc:cxnChg>
        <pc:cxnChg chg="add mod">
          <ac:chgData name="Halan, Mridul" userId="d8402aca-56b7-4a75-97f5-504434d76ce0" providerId="ADAL" clId="{AA3C1486-642E-4193-95AF-D7E78E3DA4E9}" dt="2022-07-04T15:53:12.260" v="10953"/>
          <ac:cxnSpMkLst>
            <pc:docMk/>
            <pc:sldMk cId="3887181450" sldId="6231"/>
            <ac:cxnSpMk id="255" creationId="{B38C92AC-F853-47D9-9831-857DB924F38D}"/>
          </ac:cxnSpMkLst>
        </pc:cxnChg>
      </pc:sldChg>
      <pc:sldChg chg="addSp delSp modSp add mod">
        <pc:chgData name="Halan, Mridul" userId="d8402aca-56b7-4a75-97f5-504434d76ce0" providerId="ADAL" clId="{AA3C1486-642E-4193-95AF-D7E78E3DA4E9}" dt="2022-07-04T15:59:48.762" v="11026" actId="113"/>
        <pc:sldMkLst>
          <pc:docMk/>
          <pc:sldMk cId="851322213" sldId="6232"/>
        </pc:sldMkLst>
        <pc:spChg chg="mod">
          <ac:chgData name="Halan, Mridul" userId="d8402aca-56b7-4a75-97f5-504434d76ce0" providerId="ADAL" clId="{AA3C1486-642E-4193-95AF-D7E78E3DA4E9}" dt="2022-07-04T15:59:48.762" v="11026" actId="113"/>
          <ac:spMkLst>
            <pc:docMk/>
            <pc:sldMk cId="851322213" sldId="6232"/>
            <ac:spMk id="2" creationId="{EF5ED846-31EA-42B1-87CA-5AF9F3EB4F42}"/>
          </ac:spMkLst>
        </pc:spChg>
        <pc:spChg chg="del">
          <ac:chgData name="Halan, Mridul" userId="d8402aca-56b7-4a75-97f5-504434d76ce0" providerId="ADAL" clId="{AA3C1486-642E-4193-95AF-D7E78E3DA4E9}" dt="2022-07-04T15:59:14.354" v="11018" actId="21"/>
          <ac:spMkLst>
            <pc:docMk/>
            <pc:sldMk cId="851322213" sldId="6232"/>
            <ac:spMk id="63" creationId="{80079A57-EFA3-4229-B8C6-F038FC38668F}"/>
          </ac:spMkLst>
        </pc:spChg>
        <pc:spChg chg="del">
          <ac:chgData name="Halan, Mridul" userId="d8402aca-56b7-4a75-97f5-504434d76ce0" providerId="ADAL" clId="{AA3C1486-642E-4193-95AF-D7E78E3DA4E9}" dt="2022-07-04T15:59:14.354" v="11018" actId="21"/>
          <ac:spMkLst>
            <pc:docMk/>
            <pc:sldMk cId="851322213" sldId="6232"/>
            <ac:spMk id="64" creationId="{B6B277C8-A38A-4B2B-A878-22236DD17494}"/>
          </ac:spMkLst>
        </pc:spChg>
        <pc:spChg chg="del">
          <ac:chgData name="Halan, Mridul" userId="d8402aca-56b7-4a75-97f5-504434d76ce0" providerId="ADAL" clId="{AA3C1486-642E-4193-95AF-D7E78E3DA4E9}" dt="2022-07-04T15:59:14.354" v="11018" actId="21"/>
          <ac:spMkLst>
            <pc:docMk/>
            <pc:sldMk cId="851322213" sldId="6232"/>
            <ac:spMk id="65" creationId="{6943BBF4-3B98-4042-8EE2-2AABA2DD2FB9}"/>
          </ac:spMkLst>
        </pc:spChg>
        <pc:spChg chg="del">
          <ac:chgData name="Halan, Mridul" userId="d8402aca-56b7-4a75-97f5-504434d76ce0" providerId="ADAL" clId="{AA3C1486-642E-4193-95AF-D7E78E3DA4E9}" dt="2022-07-04T15:59:14.354" v="11018" actId="21"/>
          <ac:spMkLst>
            <pc:docMk/>
            <pc:sldMk cId="851322213" sldId="6232"/>
            <ac:spMk id="66" creationId="{5151C850-9076-4BC2-AC98-D25FAED37963}"/>
          </ac:spMkLst>
        </pc:spChg>
        <pc:spChg chg="add mod">
          <ac:chgData name="Halan, Mridul" userId="d8402aca-56b7-4a75-97f5-504434d76ce0" providerId="ADAL" clId="{AA3C1486-642E-4193-95AF-D7E78E3DA4E9}" dt="2022-07-04T15:59:22.515" v="11020"/>
          <ac:spMkLst>
            <pc:docMk/>
            <pc:sldMk cId="851322213" sldId="6232"/>
            <ac:spMk id="70" creationId="{1B6D19CB-BA09-40D6-A717-441F2CB7319D}"/>
          </ac:spMkLst>
        </pc:spChg>
        <pc:spChg chg="del">
          <ac:chgData name="Halan, Mridul" userId="d8402aca-56b7-4a75-97f5-504434d76ce0" providerId="ADAL" clId="{AA3C1486-642E-4193-95AF-D7E78E3DA4E9}" dt="2022-07-04T15:59:14.354" v="11018" actId="21"/>
          <ac:spMkLst>
            <pc:docMk/>
            <pc:sldMk cId="851322213" sldId="6232"/>
            <ac:spMk id="73" creationId="{D7D8D293-CE81-49F9-87DE-C65234793A5E}"/>
          </ac:spMkLst>
        </pc:spChg>
        <pc:spChg chg="mod">
          <ac:chgData name="Halan, Mridul" userId="d8402aca-56b7-4a75-97f5-504434d76ce0" providerId="ADAL" clId="{AA3C1486-642E-4193-95AF-D7E78E3DA4E9}" dt="2022-07-04T15:59:22.515" v="11020"/>
          <ac:spMkLst>
            <pc:docMk/>
            <pc:sldMk cId="851322213" sldId="6232"/>
            <ac:spMk id="75" creationId="{297E8067-3A29-4248-9D32-AAAB4B72B8B3}"/>
          </ac:spMkLst>
        </pc:spChg>
        <pc:spChg chg="del">
          <ac:chgData name="Halan, Mridul" userId="d8402aca-56b7-4a75-97f5-504434d76ce0" providerId="ADAL" clId="{AA3C1486-642E-4193-95AF-D7E78E3DA4E9}" dt="2022-07-04T15:59:14.354" v="11018" actId="21"/>
          <ac:spMkLst>
            <pc:docMk/>
            <pc:sldMk cId="851322213" sldId="6232"/>
            <ac:spMk id="76" creationId="{12F9A131-18FA-40C3-BCAD-8F42A59A35CD}"/>
          </ac:spMkLst>
        </pc:spChg>
        <pc:spChg chg="del">
          <ac:chgData name="Halan, Mridul" userId="d8402aca-56b7-4a75-97f5-504434d76ce0" providerId="ADAL" clId="{AA3C1486-642E-4193-95AF-D7E78E3DA4E9}" dt="2022-07-04T15:59:14.354" v="11018" actId="21"/>
          <ac:spMkLst>
            <pc:docMk/>
            <pc:sldMk cId="851322213" sldId="6232"/>
            <ac:spMk id="77" creationId="{8CF91DA3-383A-47FE-8E3A-1AE00B3D2D43}"/>
          </ac:spMkLst>
        </pc:spChg>
        <pc:spChg chg="del">
          <ac:chgData name="Halan, Mridul" userId="d8402aca-56b7-4a75-97f5-504434d76ce0" providerId="ADAL" clId="{AA3C1486-642E-4193-95AF-D7E78E3DA4E9}" dt="2022-07-04T15:59:14.354" v="11018" actId="21"/>
          <ac:spMkLst>
            <pc:docMk/>
            <pc:sldMk cId="851322213" sldId="6232"/>
            <ac:spMk id="78" creationId="{13F3297C-E760-4E13-BC7C-C47622837057}"/>
          </ac:spMkLst>
        </pc:spChg>
        <pc:spChg chg="mod">
          <ac:chgData name="Halan, Mridul" userId="d8402aca-56b7-4a75-97f5-504434d76ce0" providerId="ADAL" clId="{AA3C1486-642E-4193-95AF-D7E78E3DA4E9}" dt="2022-07-04T15:59:22.515" v="11020"/>
          <ac:spMkLst>
            <pc:docMk/>
            <pc:sldMk cId="851322213" sldId="6232"/>
            <ac:spMk id="79" creationId="{7A639C2E-C01A-46AD-B887-CC1CCBACFF43}"/>
          </ac:spMkLst>
        </pc:spChg>
        <pc:spChg chg="del">
          <ac:chgData name="Halan, Mridul" userId="d8402aca-56b7-4a75-97f5-504434d76ce0" providerId="ADAL" clId="{AA3C1486-642E-4193-95AF-D7E78E3DA4E9}" dt="2022-07-04T15:59:14.354" v="11018" actId="21"/>
          <ac:spMkLst>
            <pc:docMk/>
            <pc:sldMk cId="851322213" sldId="6232"/>
            <ac:spMk id="80" creationId="{A70DF5E8-0F7A-4E0F-89A2-86DC11E79486}"/>
          </ac:spMkLst>
        </pc:spChg>
        <pc:spChg chg="del">
          <ac:chgData name="Halan, Mridul" userId="d8402aca-56b7-4a75-97f5-504434d76ce0" providerId="ADAL" clId="{AA3C1486-642E-4193-95AF-D7E78E3DA4E9}" dt="2022-07-04T15:59:14.354" v="11018" actId="21"/>
          <ac:spMkLst>
            <pc:docMk/>
            <pc:sldMk cId="851322213" sldId="6232"/>
            <ac:spMk id="81" creationId="{A07C7363-E934-4EB3-8F50-6EA45C1554DC}"/>
          </ac:spMkLst>
        </pc:spChg>
        <pc:spChg chg="del">
          <ac:chgData name="Halan, Mridul" userId="d8402aca-56b7-4a75-97f5-504434d76ce0" providerId="ADAL" clId="{AA3C1486-642E-4193-95AF-D7E78E3DA4E9}" dt="2022-07-04T15:59:14.354" v="11018" actId="21"/>
          <ac:spMkLst>
            <pc:docMk/>
            <pc:sldMk cId="851322213" sldId="6232"/>
            <ac:spMk id="82" creationId="{DF0AD8F2-53B7-4BB4-9B41-622F772A9712}"/>
          </ac:spMkLst>
        </pc:spChg>
        <pc:spChg chg="del">
          <ac:chgData name="Halan, Mridul" userId="d8402aca-56b7-4a75-97f5-504434d76ce0" providerId="ADAL" clId="{AA3C1486-642E-4193-95AF-D7E78E3DA4E9}" dt="2022-07-04T15:59:14.354" v="11018" actId="21"/>
          <ac:spMkLst>
            <pc:docMk/>
            <pc:sldMk cId="851322213" sldId="6232"/>
            <ac:spMk id="83" creationId="{1488FD9A-41F0-482A-ABAD-231DC8743E73}"/>
          </ac:spMkLst>
        </pc:spChg>
        <pc:spChg chg="mod">
          <ac:chgData name="Halan, Mridul" userId="d8402aca-56b7-4a75-97f5-504434d76ce0" providerId="ADAL" clId="{AA3C1486-642E-4193-95AF-D7E78E3DA4E9}" dt="2022-07-04T15:59:22.515" v="11020"/>
          <ac:spMkLst>
            <pc:docMk/>
            <pc:sldMk cId="851322213" sldId="6232"/>
            <ac:spMk id="84" creationId="{A208F67F-9CDC-4933-BADD-7D154C098B5E}"/>
          </ac:spMkLst>
        </pc:spChg>
        <pc:spChg chg="del">
          <ac:chgData name="Halan, Mridul" userId="d8402aca-56b7-4a75-97f5-504434d76ce0" providerId="ADAL" clId="{AA3C1486-642E-4193-95AF-D7E78E3DA4E9}" dt="2022-07-04T15:59:14.354" v="11018" actId="21"/>
          <ac:spMkLst>
            <pc:docMk/>
            <pc:sldMk cId="851322213" sldId="6232"/>
            <ac:spMk id="85" creationId="{0ECCE100-B51B-420E-99FD-CECB225987D3}"/>
          </ac:spMkLst>
        </pc:spChg>
        <pc:spChg chg="del">
          <ac:chgData name="Halan, Mridul" userId="d8402aca-56b7-4a75-97f5-504434d76ce0" providerId="ADAL" clId="{AA3C1486-642E-4193-95AF-D7E78E3DA4E9}" dt="2022-07-04T15:59:14.354" v="11018" actId="21"/>
          <ac:spMkLst>
            <pc:docMk/>
            <pc:sldMk cId="851322213" sldId="6232"/>
            <ac:spMk id="86" creationId="{A6472DD0-AD5F-44FC-8B08-443A8A4866A4}"/>
          </ac:spMkLst>
        </pc:spChg>
        <pc:spChg chg="del">
          <ac:chgData name="Halan, Mridul" userId="d8402aca-56b7-4a75-97f5-504434d76ce0" providerId="ADAL" clId="{AA3C1486-642E-4193-95AF-D7E78E3DA4E9}" dt="2022-07-04T15:59:14.354" v="11018" actId="21"/>
          <ac:spMkLst>
            <pc:docMk/>
            <pc:sldMk cId="851322213" sldId="6232"/>
            <ac:spMk id="87" creationId="{21D4F5B0-A21D-495E-A2B4-0D34D24370D8}"/>
          </ac:spMkLst>
        </pc:spChg>
        <pc:spChg chg="del">
          <ac:chgData name="Halan, Mridul" userId="d8402aca-56b7-4a75-97f5-504434d76ce0" providerId="ADAL" clId="{AA3C1486-642E-4193-95AF-D7E78E3DA4E9}" dt="2022-07-04T15:59:14.354" v="11018" actId="21"/>
          <ac:spMkLst>
            <pc:docMk/>
            <pc:sldMk cId="851322213" sldId="6232"/>
            <ac:spMk id="88" creationId="{F748BDD8-0491-462A-A698-DB8D077C1E24}"/>
          </ac:spMkLst>
        </pc:spChg>
        <pc:spChg chg="del">
          <ac:chgData name="Halan, Mridul" userId="d8402aca-56b7-4a75-97f5-504434d76ce0" providerId="ADAL" clId="{AA3C1486-642E-4193-95AF-D7E78E3DA4E9}" dt="2022-07-04T15:59:14.354" v="11018" actId="21"/>
          <ac:spMkLst>
            <pc:docMk/>
            <pc:sldMk cId="851322213" sldId="6232"/>
            <ac:spMk id="89" creationId="{2041A8B6-EB65-4408-A7D6-05D61C441C77}"/>
          </ac:spMkLst>
        </pc:spChg>
        <pc:spChg chg="mod">
          <ac:chgData name="Halan, Mridul" userId="d8402aca-56b7-4a75-97f5-504434d76ce0" providerId="ADAL" clId="{AA3C1486-642E-4193-95AF-D7E78E3DA4E9}" dt="2022-07-04T15:59:22.515" v="11020"/>
          <ac:spMkLst>
            <pc:docMk/>
            <pc:sldMk cId="851322213" sldId="6232"/>
            <ac:spMk id="90" creationId="{B1DCDA3A-D745-4BBC-86E4-014FC36648EF}"/>
          </ac:spMkLst>
        </pc:spChg>
        <pc:spChg chg="mod">
          <ac:chgData name="Halan, Mridul" userId="d8402aca-56b7-4a75-97f5-504434d76ce0" providerId="ADAL" clId="{AA3C1486-642E-4193-95AF-D7E78E3DA4E9}" dt="2022-07-04T15:59:22.515" v="11020"/>
          <ac:spMkLst>
            <pc:docMk/>
            <pc:sldMk cId="851322213" sldId="6232"/>
            <ac:spMk id="91" creationId="{D46F5146-45E0-4442-8127-0D6208DCE129}"/>
          </ac:spMkLst>
        </pc:spChg>
        <pc:spChg chg="mod">
          <ac:chgData name="Halan, Mridul" userId="d8402aca-56b7-4a75-97f5-504434d76ce0" providerId="ADAL" clId="{AA3C1486-642E-4193-95AF-D7E78E3DA4E9}" dt="2022-07-04T15:59:22.515" v="11020"/>
          <ac:spMkLst>
            <pc:docMk/>
            <pc:sldMk cId="851322213" sldId="6232"/>
            <ac:spMk id="92" creationId="{0C3CE0C2-6B2C-40DB-B539-2A5BC70FF1CE}"/>
          </ac:spMkLst>
        </pc:spChg>
        <pc:spChg chg="del">
          <ac:chgData name="Halan, Mridul" userId="d8402aca-56b7-4a75-97f5-504434d76ce0" providerId="ADAL" clId="{AA3C1486-642E-4193-95AF-D7E78E3DA4E9}" dt="2022-07-04T15:59:14.354" v="11018" actId="21"/>
          <ac:spMkLst>
            <pc:docMk/>
            <pc:sldMk cId="851322213" sldId="6232"/>
            <ac:spMk id="94" creationId="{D23AF1B2-9830-4710-AE94-0815A8E95639}"/>
          </ac:spMkLst>
        </pc:spChg>
        <pc:spChg chg="mod">
          <ac:chgData name="Halan, Mridul" userId="d8402aca-56b7-4a75-97f5-504434d76ce0" providerId="ADAL" clId="{AA3C1486-642E-4193-95AF-D7E78E3DA4E9}" dt="2022-07-04T15:59:22.515" v="11020"/>
          <ac:spMkLst>
            <pc:docMk/>
            <pc:sldMk cId="851322213" sldId="6232"/>
            <ac:spMk id="95" creationId="{08BB95CF-CE32-4FFC-9F91-D45E0306BAFC}"/>
          </ac:spMkLst>
        </pc:spChg>
        <pc:spChg chg="del">
          <ac:chgData name="Halan, Mridul" userId="d8402aca-56b7-4a75-97f5-504434d76ce0" providerId="ADAL" clId="{AA3C1486-642E-4193-95AF-D7E78E3DA4E9}" dt="2022-07-04T15:59:14.354" v="11018" actId="21"/>
          <ac:spMkLst>
            <pc:docMk/>
            <pc:sldMk cId="851322213" sldId="6232"/>
            <ac:spMk id="97" creationId="{0CB6EC1D-099C-435B-82D1-7ECE329FE0B0}"/>
          </ac:spMkLst>
        </pc:spChg>
        <pc:spChg chg="mod">
          <ac:chgData name="Halan, Mridul" userId="d8402aca-56b7-4a75-97f5-504434d76ce0" providerId="ADAL" clId="{AA3C1486-642E-4193-95AF-D7E78E3DA4E9}" dt="2022-07-04T15:59:22.515" v="11020"/>
          <ac:spMkLst>
            <pc:docMk/>
            <pc:sldMk cId="851322213" sldId="6232"/>
            <ac:spMk id="103" creationId="{E9E8F4D9-0124-4F2E-89BF-5594B2B5EA7D}"/>
          </ac:spMkLst>
        </pc:spChg>
        <pc:spChg chg="mod">
          <ac:chgData name="Halan, Mridul" userId="d8402aca-56b7-4a75-97f5-504434d76ce0" providerId="ADAL" clId="{AA3C1486-642E-4193-95AF-D7E78E3DA4E9}" dt="2022-07-04T15:59:22.515" v="11020"/>
          <ac:spMkLst>
            <pc:docMk/>
            <pc:sldMk cId="851322213" sldId="6232"/>
            <ac:spMk id="104" creationId="{60E5895C-F0F3-4A68-A47E-8CF7274EECDA}"/>
          </ac:spMkLst>
        </pc:spChg>
        <pc:spChg chg="mod">
          <ac:chgData name="Halan, Mridul" userId="d8402aca-56b7-4a75-97f5-504434d76ce0" providerId="ADAL" clId="{AA3C1486-642E-4193-95AF-D7E78E3DA4E9}" dt="2022-07-04T15:59:22.515" v="11020"/>
          <ac:spMkLst>
            <pc:docMk/>
            <pc:sldMk cId="851322213" sldId="6232"/>
            <ac:spMk id="105" creationId="{347B9ECC-C9ED-4253-A076-C84012892FA9}"/>
          </ac:spMkLst>
        </pc:spChg>
        <pc:spChg chg="mod">
          <ac:chgData name="Halan, Mridul" userId="d8402aca-56b7-4a75-97f5-504434d76ce0" providerId="ADAL" clId="{AA3C1486-642E-4193-95AF-D7E78E3DA4E9}" dt="2022-07-04T15:59:22.515" v="11020"/>
          <ac:spMkLst>
            <pc:docMk/>
            <pc:sldMk cId="851322213" sldId="6232"/>
            <ac:spMk id="106" creationId="{85C427D5-75EA-4416-89B1-741E290F5BAF}"/>
          </ac:spMkLst>
        </pc:spChg>
        <pc:spChg chg="mod">
          <ac:chgData name="Halan, Mridul" userId="d8402aca-56b7-4a75-97f5-504434d76ce0" providerId="ADAL" clId="{AA3C1486-642E-4193-95AF-D7E78E3DA4E9}" dt="2022-07-04T15:59:22.515" v="11020"/>
          <ac:spMkLst>
            <pc:docMk/>
            <pc:sldMk cId="851322213" sldId="6232"/>
            <ac:spMk id="107" creationId="{EA271AE2-6974-41D3-A079-7191056F7429}"/>
          </ac:spMkLst>
        </pc:spChg>
        <pc:spChg chg="mod">
          <ac:chgData name="Halan, Mridul" userId="d8402aca-56b7-4a75-97f5-504434d76ce0" providerId="ADAL" clId="{AA3C1486-642E-4193-95AF-D7E78E3DA4E9}" dt="2022-07-04T15:59:22.515" v="11020"/>
          <ac:spMkLst>
            <pc:docMk/>
            <pc:sldMk cId="851322213" sldId="6232"/>
            <ac:spMk id="108" creationId="{F69A225B-FF4E-4EE7-884E-35BE031EF6BA}"/>
          </ac:spMkLst>
        </pc:spChg>
        <pc:spChg chg="mod">
          <ac:chgData name="Halan, Mridul" userId="d8402aca-56b7-4a75-97f5-504434d76ce0" providerId="ADAL" clId="{AA3C1486-642E-4193-95AF-D7E78E3DA4E9}" dt="2022-07-04T15:59:22.515" v="11020"/>
          <ac:spMkLst>
            <pc:docMk/>
            <pc:sldMk cId="851322213" sldId="6232"/>
            <ac:spMk id="109" creationId="{417D1BF5-819E-4667-97ED-895DF7ED30B3}"/>
          </ac:spMkLst>
        </pc:spChg>
        <pc:spChg chg="mod">
          <ac:chgData name="Halan, Mridul" userId="d8402aca-56b7-4a75-97f5-504434d76ce0" providerId="ADAL" clId="{AA3C1486-642E-4193-95AF-D7E78E3DA4E9}" dt="2022-07-04T15:59:22.515" v="11020"/>
          <ac:spMkLst>
            <pc:docMk/>
            <pc:sldMk cId="851322213" sldId="6232"/>
            <ac:spMk id="110" creationId="{45E3197A-074C-42A4-B6CE-EC7C3D4354C9}"/>
          </ac:spMkLst>
        </pc:spChg>
        <pc:spChg chg="mod">
          <ac:chgData name="Halan, Mridul" userId="d8402aca-56b7-4a75-97f5-504434d76ce0" providerId="ADAL" clId="{AA3C1486-642E-4193-95AF-D7E78E3DA4E9}" dt="2022-07-04T15:59:22.515" v="11020"/>
          <ac:spMkLst>
            <pc:docMk/>
            <pc:sldMk cId="851322213" sldId="6232"/>
            <ac:spMk id="113" creationId="{04A26B83-903D-4807-89BF-E1E85E3FAA95}"/>
          </ac:spMkLst>
        </pc:spChg>
        <pc:spChg chg="mod">
          <ac:chgData name="Halan, Mridul" userId="d8402aca-56b7-4a75-97f5-504434d76ce0" providerId="ADAL" clId="{AA3C1486-642E-4193-95AF-D7E78E3DA4E9}" dt="2022-07-04T15:59:22.515" v="11020"/>
          <ac:spMkLst>
            <pc:docMk/>
            <pc:sldMk cId="851322213" sldId="6232"/>
            <ac:spMk id="114" creationId="{37A40EA0-6A78-465E-958B-3D98E1D38153}"/>
          </ac:spMkLst>
        </pc:spChg>
        <pc:spChg chg="mod">
          <ac:chgData name="Halan, Mridul" userId="d8402aca-56b7-4a75-97f5-504434d76ce0" providerId="ADAL" clId="{AA3C1486-642E-4193-95AF-D7E78E3DA4E9}" dt="2022-07-04T15:59:22.515" v="11020"/>
          <ac:spMkLst>
            <pc:docMk/>
            <pc:sldMk cId="851322213" sldId="6232"/>
            <ac:spMk id="115" creationId="{FAABD088-87CB-4678-9043-F81C0B9EB385}"/>
          </ac:spMkLst>
        </pc:spChg>
        <pc:spChg chg="mod">
          <ac:chgData name="Halan, Mridul" userId="d8402aca-56b7-4a75-97f5-504434d76ce0" providerId="ADAL" clId="{AA3C1486-642E-4193-95AF-D7E78E3DA4E9}" dt="2022-07-04T15:59:22.515" v="11020"/>
          <ac:spMkLst>
            <pc:docMk/>
            <pc:sldMk cId="851322213" sldId="6232"/>
            <ac:spMk id="116" creationId="{C6E1E5AF-C089-4F29-B8EB-DBFE0BDCA3B4}"/>
          </ac:spMkLst>
        </pc:spChg>
        <pc:spChg chg="mod">
          <ac:chgData name="Halan, Mridul" userId="d8402aca-56b7-4a75-97f5-504434d76ce0" providerId="ADAL" clId="{AA3C1486-642E-4193-95AF-D7E78E3DA4E9}" dt="2022-07-04T15:59:22.515" v="11020"/>
          <ac:spMkLst>
            <pc:docMk/>
            <pc:sldMk cId="851322213" sldId="6232"/>
            <ac:spMk id="119" creationId="{3BAB2FAC-C6EE-4D74-93EB-92246C5FE4B9}"/>
          </ac:spMkLst>
        </pc:spChg>
        <pc:spChg chg="mod">
          <ac:chgData name="Halan, Mridul" userId="d8402aca-56b7-4a75-97f5-504434d76ce0" providerId="ADAL" clId="{AA3C1486-642E-4193-95AF-D7E78E3DA4E9}" dt="2022-07-04T15:59:22.515" v="11020"/>
          <ac:spMkLst>
            <pc:docMk/>
            <pc:sldMk cId="851322213" sldId="6232"/>
            <ac:spMk id="120" creationId="{EF5FCDDA-6228-41CF-A0AD-7DD52B31F2BB}"/>
          </ac:spMkLst>
        </pc:spChg>
        <pc:spChg chg="mod">
          <ac:chgData name="Halan, Mridul" userId="d8402aca-56b7-4a75-97f5-504434d76ce0" providerId="ADAL" clId="{AA3C1486-642E-4193-95AF-D7E78E3DA4E9}" dt="2022-07-04T15:59:22.515" v="11020"/>
          <ac:spMkLst>
            <pc:docMk/>
            <pc:sldMk cId="851322213" sldId="6232"/>
            <ac:spMk id="121" creationId="{73A87583-55D3-49BB-AECB-7D319B7AD7CA}"/>
          </ac:spMkLst>
        </pc:spChg>
        <pc:spChg chg="mod">
          <ac:chgData name="Halan, Mridul" userId="d8402aca-56b7-4a75-97f5-504434d76ce0" providerId="ADAL" clId="{AA3C1486-642E-4193-95AF-D7E78E3DA4E9}" dt="2022-07-04T15:59:22.515" v="11020"/>
          <ac:spMkLst>
            <pc:docMk/>
            <pc:sldMk cId="851322213" sldId="6232"/>
            <ac:spMk id="122" creationId="{AC162B16-1750-47F0-9736-550E28C0770D}"/>
          </ac:spMkLst>
        </pc:spChg>
        <pc:spChg chg="mod">
          <ac:chgData name="Halan, Mridul" userId="d8402aca-56b7-4a75-97f5-504434d76ce0" providerId="ADAL" clId="{AA3C1486-642E-4193-95AF-D7E78E3DA4E9}" dt="2022-07-04T15:59:22.515" v="11020"/>
          <ac:spMkLst>
            <pc:docMk/>
            <pc:sldMk cId="851322213" sldId="6232"/>
            <ac:spMk id="125" creationId="{17B398D2-C137-4092-8AA2-DE2FAE07DEDA}"/>
          </ac:spMkLst>
        </pc:spChg>
        <pc:spChg chg="mod">
          <ac:chgData name="Halan, Mridul" userId="d8402aca-56b7-4a75-97f5-504434d76ce0" providerId="ADAL" clId="{AA3C1486-642E-4193-95AF-D7E78E3DA4E9}" dt="2022-07-04T15:59:22.515" v="11020"/>
          <ac:spMkLst>
            <pc:docMk/>
            <pc:sldMk cId="851322213" sldId="6232"/>
            <ac:spMk id="126" creationId="{0DB34007-76C7-464E-876F-32A8BE58962E}"/>
          </ac:spMkLst>
        </pc:spChg>
        <pc:spChg chg="mod">
          <ac:chgData name="Halan, Mridul" userId="d8402aca-56b7-4a75-97f5-504434d76ce0" providerId="ADAL" clId="{AA3C1486-642E-4193-95AF-D7E78E3DA4E9}" dt="2022-07-04T15:59:22.515" v="11020"/>
          <ac:spMkLst>
            <pc:docMk/>
            <pc:sldMk cId="851322213" sldId="6232"/>
            <ac:spMk id="127" creationId="{F0B12752-4195-460F-80D5-981E7E62F93D}"/>
          </ac:spMkLst>
        </pc:spChg>
        <pc:spChg chg="mod">
          <ac:chgData name="Halan, Mridul" userId="d8402aca-56b7-4a75-97f5-504434d76ce0" providerId="ADAL" clId="{AA3C1486-642E-4193-95AF-D7E78E3DA4E9}" dt="2022-07-04T15:59:22.515" v="11020"/>
          <ac:spMkLst>
            <pc:docMk/>
            <pc:sldMk cId="851322213" sldId="6232"/>
            <ac:spMk id="128" creationId="{B4BD33FA-3A92-4E51-9DB2-B2CDDCAFFC04}"/>
          </ac:spMkLst>
        </pc:spChg>
        <pc:spChg chg="mod">
          <ac:chgData name="Halan, Mridul" userId="d8402aca-56b7-4a75-97f5-504434d76ce0" providerId="ADAL" clId="{AA3C1486-642E-4193-95AF-D7E78E3DA4E9}" dt="2022-07-04T15:59:22.515" v="11020"/>
          <ac:spMkLst>
            <pc:docMk/>
            <pc:sldMk cId="851322213" sldId="6232"/>
            <ac:spMk id="131" creationId="{90957862-845A-4E79-8277-E1946CAA0C99}"/>
          </ac:spMkLst>
        </pc:spChg>
        <pc:spChg chg="mod">
          <ac:chgData name="Halan, Mridul" userId="d8402aca-56b7-4a75-97f5-504434d76ce0" providerId="ADAL" clId="{AA3C1486-642E-4193-95AF-D7E78E3DA4E9}" dt="2022-07-04T15:59:22.515" v="11020"/>
          <ac:spMkLst>
            <pc:docMk/>
            <pc:sldMk cId="851322213" sldId="6232"/>
            <ac:spMk id="132" creationId="{3754A505-3241-424D-AB24-C3DBB7154B1D}"/>
          </ac:spMkLst>
        </pc:spChg>
        <pc:spChg chg="mod">
          <ac:chgData name="Halan, Mridul" userId="d8402aca-56b7-4a75-97f5-504434d76ce0" providerId="ADAL" clId="{AA3C1486-642E-4193-95AF-D7E78E3DA4E9}" dt="2022-07-04T15:59:22.515" v="11020"/>
          <ac:spMkLst>
            <pc:docMk/>
            <pc:sldMk cId="851322213" sldId="6232"/>
            <ac:spMk id="133" creationId="{F0B80837-7E3B-4113-97F2-62AA07B7C487}"/>
          </ac:spMkLst>
        </pc:spChg>
        <pc:spChg chg="mod">
          <ac:chgData name="Halan, Mridul" userId="d8402aca-56b7-4a75-97f5-504434d76ce0" providerId="ADAL" clId="{AA3C1486-642E-4193-95AF-D7E78E3DA4E9}" dt="2022-07-04T15:59:22.515" v="11020"/>
          <ac:spMkLst>
            <pc:docMk/>
            <pc:sldMk cId="851322213" sldId="6232"/>
            <ac:spMk id="134" creationId="{95CEFEE6-CE9C-4B7C-9694-519E1A9B1A52}"/>
          </ac:spMkLst>
        </pc:spChg>
        <pc:spChg chg="mod">
          <ac:chgData name="Halan, Mridul" userId="d8402aca-56b7-4a75-97f5-504434d76ce0" providerId="ADAL" clId="{AA3C1486-642E-4193-95AF-D7E78E3DA4E9}" dt="2022-07-04T15:59:22.515" v="11020"/>
          <ac:spMkLst>
            <pc:docMk/>
            <pc:sldMk cId="851322213" sldId="6232"/>
            <ac:spMk id="135" creationId="{769FAB09-1586-4A80-B540-40566D0460E5}"/>
          </ac:spMkLst>
        </pc:spChg>
        <pc:spChg chg="mod">
          <ac:chgData name="Halan, Mridul" userId="d8402aca-56b7-4a75-97f5-504434d76ce0" providerId="ADAL" clId="{AA3C1486-642E-4193-95AF-D7E78E3DA4E9}" dt="2022-07-04T15:59:22.515" v="11020"/>
          <ac:spMkLst>
            <pc:docMk/>
            <pc:sldMk cId="851322213" sldId="6232"/>
            <ac:spMk id="136" creationId="{65F5C2E4-78A8-4E7A-8CD5-6A491AC408B6}"/>
          </ac:spMkLst>
        </pc:spChg>
        <pc:spChg chg="add mod">
          <ac:chgData name="Halan, Mridul" userId="d8402aca-56b7-4a75-97f5-504434d76ce0" providerId="ADAL" clId="{AA3C1486-642E-4193-95AF-D7E78E3DA4E9}" dt="2022-07-04T15:59:22.515" v="11020"/>
          <ac:spMkLst>
            <pc:docMk/>
            <pc:sldMk cId="851322213" sldId="6232"/>
            <ac:spMk id="137" creationId="{9BD5639C-7F65-4FA3-AA07-B9AFCCE112E8}"/>
          </ac:spMkLst>
        </pc:spChg>
        <pc:spChg chg="mod">
          <ac:chgData name="Halan, Mridul" userId="d8402aca-56b7-4a75-97f5-504434d76ce0" providerId="ADAL" clId="{AA3C1486-642E-4193-95AF-D7E78E3DA4E9}" dt="2022-07-04T15:59:22.515" v="11020"/>
          <ac:spMkLst>
            <pc:docMk/>
            <pc:sldMk cId="851322213" sldId="6232"/>
            <ac:spMk id="139" creationId="{ADDFF917-D31A-4225-ABF2-AE4216BA14AC}"/>
          </ac:spMkLst>
        </pc:spChg>
        <pc:spChg chg="mod">
          <ac:chgData name="Halan, Mridul" userId="d8402aca-56b7-4a75-97f5-504434d76ce0" providerId="ADAL" clId="{AA3C1486-642E-4193-95AF-D7E78E3DA4E9}" dt="2022-07-04T15:59:22.515" v="11020"/>
          <ac:spMkLst>
            <pc:docMk/>
            <pc:sldMk cId="851322213" sldId="6232"/>
            <ac:spMk id="140" creationId="{05DEE245-C6E0-4D56-8EED-3E5C807CD134}"/>
          </ac:spMkLst>
        </pc:spChg>
        <pc:spChg chg="mod">
          <ac:chgData name="Halan, Mridul" userId="d8402aca-56b7-4a75-97f5-504434d76ce0" providerId="ADAL" clId="{AA3C1486-642E-4193-95AF-D7E78E3DA4E9}" dt="2022-07-04T15:59:22.515" v="11020"/>
          <ac:spMkLst>
            <pc:docMk/>
            <pc:sldMk cId="851322213" sldId="6232"/>
            <ac:spMk id="141" creationId="{C9595B40-67BE-45FF-8454-8DAAC3D8BA0E}"/>
          </ac:spMkLst>
        </pc:spChg>
        <pc:spChg chg="mod">
          <ac:chgData name="Halan, Mridul" userId="d8402aca-56b7-4a75-97f5-504434d76ce0" providerId="ADAL" clId="{AA3C1486-642E-4193-95AF-D7E78E3DA4E9}" dt="2022-07-04T15:59:22.515" v="11020"/>
          <ac:spMkLst>
            <pc:docMk/>
            <pc:sldMk cId="851322213" sldId="6232"/>
            <ac:spMk id="142" creationId="{1F9BE5A3-D36D-4B56-A865-105C5BF40087}"/>
          </ac:spMkLst>
        </pc:spChg>
        <pc:spChg chg="add mod">
          <ac:chgData name="Halan, Mridul" userId="d8402aca-56b7-4a75-97f5-504434d76ce0" providerId="ADAL" clId="{AA3C1486-642E-4193-95AF-D7E78E3DA4E9}" dt="2022-07-04T15:59:22.515" v="11020"/>
          <ac:spMkLst>
            <pc:docMk/>
            <pc:sldMk cId="851322213" sldId="6232"/>
            <ac:spMk id="144" creationId="{EB546FE7-1481-4732-A19E-73011C2A01AE}"/>
          </ac:spMkLst>
        </pc:spChg>
        <pc:spChg chg="add mod">
          <ac:chgData name="Halan, Mridul" userId="d8402aca-56b7-4a75-97f5-504434d76ce0" providerId="ADAL" clId="{AA3C1486-642E-4193-95AF-D7E78E3DA4E9}" dt="2022-07-04T15:59:22.515" v="11020"/>
          <ac:spMkLst>
            <pc:docMk/>
            <pc:sldMk cId="851322213" sldId="6232"/>
            <ac:spMk id="146" creationId="{0B1E54CB-04F0-4CA0-991A-5BB2116DC7E8}"/>
          </ac:spMkLst>
        </pc:spChg>
        <pc:grpChg chg="del">
          <ac:chgData name="Halan, Mridul" userId="d8402aca-56b7-4a75-97f5-504434d76ce0" providerId="ADAL" clId="{AA3C1486-642E-4193-95AF-D7E78E3DA4E9}" dt="2022-07-04T15:59:14.354" v="11018" actId="21"/>
          <ac:grpSpMkLst>
            <pc:docMk/>
            <pc:sldMk cId="851322213" sldId="6232"/>
            <ac:grpSpMk id="67" creationId="{477E4DE9-FB9C-4138-B7D5-F1610B8EB18F}"/>
          </ac:grpSpMkLst>
        </pc:grpChg>
        <pc:grpChg chg="del">
          <ac:chgData name="Halan, Mridul" userId="d8402aca-56b7-4a75-97f5-504434d76ce0" providerId="ADAL" clId="{AA3C1486-642E-4193-95AF-D7E78E3DA4E9}" dt="2022-07-04T15:59:14.354" v="11018" actId="21"/>
          <ac:grpSpMkLst>
            <pc:docMk/>
            <pc:sldMk cId="851322213" sldId="6232"/>
            <ac:grpSpMk id="72" creationId="{2863131F-764C-4313-A97C-E4AC3A6A20BB}"/>
          </ac:grpSpMkLst>
        </pc:grpChg>
        <pc:grpChg chg="add mod">
          <ac:chgData name="Halan, Mridul" userId="d8402aca-56b7-4a75-97f5-504434d76ce0" providerId="ADAL" clId="{AA3C1486-642E-4193-95AF-D7E78E3DA4E9}" dt="2022-07-04T15:59:22.515" v="11020"/>
          <ac:grpSpMkLst>
            <pc:docMk/>
            <pc:sldMk cId="851322213" sldId="6232"/>
            <ac:grpSpMk id="74" creationId="{EAD57067-E8C2-40BD-A651-3963BB74E3B2}"/>
          </ac:grpSpMkLst>
        </pc:grpChg>
        <pc:grpChg chg="mod">
          <ac:chgData name="Halan, Mridul" userId="d8402aca-56b7-4a75-97f5-504434d76ce0" providerId="ADAL" clId="{AA3C1486-642E-4193-95AF-D7E78E3DA4E9}" dt="2022-07-04T15:59:22.515" v="11020"/>
          <ac:grpSpMkLst>
            <pc:docMk/>
            <pc:sldMk cId="851322213" sldId="6232"/>
            <ac:grpSpMk id="96" creationId="{CE81E848-EA5C-452E-AEA8-02A905F99090}"/>
          </ac:grpSpMkLst>
        </pc:grpChg>
        <pc:grpChg chg="mod">
          <ac:chgData name="Halan, Mridul" userId="d8402aca-56b7-4a75-97f5-504434d76ce0" providerId="ADAL" clId="{AA3C1486-642E-4193-95AF-D7E78E3DA4E9}" dt="2022-07-04T15:59:22.515" v="11020"/>
          <ac:grpSpMkLst>
            <pc:docMk/>
            <pc:sldMk cId="851322213" sldId="6232"/>
            <ac:grpSpMk id="98" creationId="{4B804C28-9CE2-4AAC-8E36-8CB9C060622F}"/>
          </ac:grpSpMkLst>
        </pc:grpChg>
        <pc:grpChg chg="mod">
          <ac:chgData name="Halan, Mridul" userId="d8402aca-56b7-4a75-97f5-504434d76ce0" providerId="ADAL" clId="{AA3C1486-642E-4193-95AF-D7E78E3DA4E9}" dt="2022-07-04T15:59:22.515" v="11020"/>
          <ac:grpSpMkLst>
            <pc:docMk/>
            <pc:sldMk cId="851322213" sldId="6232"/>
            <ac:grpSpMk id="99" creationId="{31D89953-CC5F-466F-92A4-4092AE19CB2D}"/>
          </ac:grpSpMkLst>
        </pc:grpChg>
        <pc:grpChg chg="mod">
          <ac:chgData name="Halan, Mridul" userId="d8402aca-56b7-4a75-97f5-504434d76ce0" providerId="ADAL" clId="{AA3C1486-642E-4193-95AF-D7E78E3DA4E9}" dt="2022-07-04T15:59:22.515" v="11020"/>
          <ac:grpSpMkLst>
            <pc:docMk/>
            <pc:sldMk cId="851322213" sldId="6232"/>
            <ac:grpSpMk id="100" creationId="{4AA39FB9-BD6F-4EC3-94F9-66D780EB0D32}"/>
          </ac:grpSpMkLst>
        </pc:grpChg>
        <pc:grpChg chg="mod">
          <ac:chgData name="Halan, Mridul" userId="d8402aca-56b7-4a75-97f5-504434d76ce0" providerId="ADAL" clId="{AA3C1486-642E-4193-95AF-D7E78E3DA4E9}" dt="2022-07-04T15:59:22.515" v="11020"/>
          <ac:grpSpMkLst>
            <pc:docMk/>
            <pc:sldMk cId="851322213" sldId="6232"/>
            <ac:grpSpMk id="101" creationId="{59803D0A-B92B-480B-9243-013C9C16DFEA}"/>
          </ac:grpSpMkLst>
        </pc:grpChg>
        <pc:grpChg chg="mod">
          <ac:chgData name="Halan, Mridul" userId="d8402aca-56b7-4a75-97f5-504434d76ce0" providerId="ADAL" clId="{AA3C1486-642E-4193-95AF-D7E78E3DA4E9}" dt="2022-07-04T15:59:22.515" v="11020"/>
          <ac:grpSpMkLst>
            <pc:docMk/>
            <pc:sldMk cId="851322213" sldId="6232"/>
            <ac:grpSpMk id="102" creationId="{37B957FC-AA16-49A0-B3B9-F155C2CFD738}"/>
          </ac:grpSpMkLst>
        </pc:grpChg>
        <pc:grpChg chg="mod">
          <ac:chgData name="Halan, Mridul" userId="d8402aca-56b7-4a75-97f5-504434d76ce0" providerId="ADAL" clId="{AA3C1486-642E-4193-95AF-D7E78E3DA4E9}" dt="2022-07-04T15:59:22.515" v="11020"/>
          <ac:grpSpMkLst>
            <pc:docMk/>
            <pc:sldMk cId="851322213" sldId="6232"/>
            <ac:grpSpMk id="112" creationId="{51D46AD4-6C05-4949-8465-1FC04F1D5770}"/>
          </ac:grpSpMkLst>
        </pc:grpChg>
        <pc:grpChg chg="mod">
          <ac:chgData name="Halan, Mridul" userId="d8402aca-56b7-4a75-97f5-504434d76ce0" providerId="ADAL" clId="{AA3C1486-642E-4193-95AF-D7E78E3DA4E9}" dt="2022-07-04T15:59:22.515" v="11020"/>
          <ac:grpSpMkLst>
            <pc:docMk/>
            <pc:sldMk cId="851322213" sldId="6232"/>
            <ac:grpSpMk id="118" creationId="{12F71386-DBF8-49FE-8F8A-5A244066CF38}"/>
          </ac:grpSpMkLst>
        </pc:grpChg>
        <pc:grpChg chg="mod">
          <ac:chgData name="Halan, Mridul" userId="d8402aca-56b7-4a75-97f5-504434d76ce0" providerId="ADAL" clId="{AA3C1486-642E-4193-95AF-D7E78E3DA4E9}" dt="2022-07-04T15:59:22.515" v="11020"/>
          <ac:grpSpMkLst>
            <pc:docMk/>
            <pc:sldMk cId="851322213" sldId="6232"/>
            <ac:grpSpMk id="124" creationId="{023C770C-F22C-4B30-8F23-A11A97EA9EB9}"/>
          </ac:grpSpMkLst>
        </pc:grpChg>
        <pc:grpChg chg="mod">
          <ac:chgData name="Halan, Mridul" userId="d8402aca-56b7-4a75-97f5-504434d76ce0" providerId="ADAL" clId="{AA3C1486-642E-4193-95AF-D7E78E3DA4E9}" dt="2022-07-04T15:59:22.515" v="11020"/>
          <ac:grpSpMkLst>
            <pc:docMk/>
            <pc:sldMk cId="851322213" sldId="6232"/>
            <ac:grpSpMk id="130" creationId="{863973FC-EC1F-4C47-A280-2C3DFE6ED175}"/>
          </ac:grpSpMkLst>
        </pc:grpChg>
        <pc:grpChg chg="add mod">
          <ac:chgData name="Halan, Mridul" userId="d8402aca-56b7-4a75-97f5-504434d76ce0" providerId="ADAL" clId="{AA3C1486-642E-4193-95AF-D7E78E3DA4E9}" dt="2022-07-04T15:59:22.515" v="11020"/>
          <ac:grpSpMkLst>
            <pc:docMk/>
            <pc:sldMk cId="851322213" sldId="6232"/>
            <ac:grpSpMk id="138" creationId="{19AF41CB-40CF-48B2-8D4A-38635EFD7168}"/>
          </ac:grpSpMkLst>
        </pc:grpChg>
        <pc:cxnChg chg="del">
          <ac:chgData name="Halan, Mridul" userId="d8402aca-56b7-4a75-97f5-504434d76ce0" providerId="ADAL" clId="{AA3C1486-642E-4193-95AF-D7E78E3DA4E9}" dt="2022-07-04T15:59:14.354" v="11018" actId="21"/>
          <ac:cxnSpMkLst>
            <pc:docMk/>
            <pc:sldMk cId="851322213" sldId="6232"/>
            <ac:cxnSpMk id="93" creationId="{00616407-01DD-4F7E-A234-DC9E2AC887B3}"/>
          </ac:cxnSpMkLst>
        </pc:cxnChg>
        <pc:cxnChg chg="mod">
          <ac:chgData name="Halan, Mridul" userId="d8402aca-56b7-4a75-97f5-504434d76ce0" providerId="ADAL" clId="{AA3C1486-642E-4193-95AF-D7E78E3DA4E9}" dt="2022-07-04T15:59:22.515" v="11020"/>
          <ac:cxnSpMkLst>
            <pc:docMk/>
            <pc:sldMk cId="851322213" sldId="6232"/>
            <ac:cxnSpMk id="111" creationId="{AD1F406F-A0A9-47F5-9DEC-1C61479915B8}"/>
          </ac:cxnSpMkLst>
        </pc:cxnChg>
        <pc:cxnChg chg="mod">
          <ac:chgData name="Halan, Mridul" userId="d8402aca-56b7-4a75-97f5-504434d76ce0" providerId="ADAL" clId="{AA3C1486-642E-4193-95AF-D7E78E3DA4E9}" dt="2022-07-04T15:59:22.515" v="11020"/>
          <ac:cxnSpMkLst>
            <pc:docMk/>
            <pc:sldMk cId="851322213" sldId="6232"/>
            <ac:cxnSpMk id="117" creationId="{0FAD879E-BCD9-41C0-BF23-E1C5B9CC20B2}"/>
          </ac:cxnSpMkLst>
        </pc:cxnChg>
        <pc:cxnChg chg="mod">
          <ac:chgData name="Halan, Mridul" userId="d8402aca-56b7-4a75-97f5-504434d76ce0" providerId="ADAL" clId="{AA3C1486-642E-4193-95AF-D7E78E3DA4E9}" dt="2022-07-04T15:59:22.515" v="11020"/>
          <ac:cxnSpMkLst>
            <pc:docMk/>
            <pc:sldMk cId="851322213" sldId="6232"/>
            <ac:cxnSpMk id="123" creationId="{EFB74B95-940A-4401-AAF0-584F59C9239F}"/>
          </ac:cxnSpMkLst>
        </pc:cxnChg>
        <pc:cxnChg chg="mod">
          <ac:chgData name="Halan, Mridul" userId="d8402aca-56b7-4a75-97f5-504434d76ce0" providerId="ADAL" clId="{AA3C1486-642E-4193-95AF-D7E78E3DA4E9}" dt="2022-07-04T15:59:22.515" v="11020"/>
          <ac:cxnSpMkLst>
            <pc:docMk/>
            <pc:sldMk cId="851322213" sldId="6232"/>
            <ac:cxnSpMk id="129" creationId="{99F99619-90D9-4D9A-86A2-6217417ECA2C}"/>
          </ac:cxnSpMkLst>
        </pc:cxnChg>
        <pc:cxnChg chg="add mod">
          <ac:chgData name="Halan, Mridul" userId="d8402aca-56b7-4a75-97f5-504434d76ce0" providerId="ADAL" clId="{AA3C1486-642E-4193-95AF-D7E78E3DA4E9}" dt="2022-07-04T15:59:22.515" v="11020"/>
          <ac:cxnSpMkLst>
            <pc:docMk/>
            <pc:sldMk cId="851322213" sldId="6232"/>
            <ac:cxnSpMk id="143" creationId="{37F20620-95C8-4235-BA62-F59F48A78169}"/>
          </ac:cxnSpMkLst>
        </pc:cxnChg>
        <pc:cxnChg chg="add mod">
          <ac:chgData name="Halan, Mridul" userId="d8402aca-56b7-4a75-97f5-504434d76ce0" providerId="ADAL" clId="{AA3C1486-642E-4193-95AF-D7E78E3DA4E9}" dt="2022-07-04T15:59:22.515" v="11020"/>
          <ac:cxnSpMkLst>
            <pc:docMk/>
            <pc:sldMk cId="851322213" sldId="6232"/>
            <ac:cxnSpMk id="145" creationId="{FA58D644-A3D8-4371-9779-14A6079D9122}"/>
          </ac:cxnSpMkLst>
        </pc:cxnChg>
      </pc:sldChg>
      <pc:sldChg chg="addSp delSp modSp add mod">
        <pc:chgData name="Halan, Mridul" userId="d8402aca-56b7-4a75-97f5-504434d76ce0" providerId="ADAL" clId="{AA3C1486-642E-4193-95AF-D7E78E3DA4E9}" dt="2022-07-04T16:09:01.233" v="11083" actId="14100"/>
        <pc:sldMkLst>
          <pc:docMk/>
          <pc:sldMk cId="4074865643" sldId="6233"/>
        </pc:sldMkLst>
        <pc:spChg chg="mod">
          <ac:chgData name="Halan, Mridul" userId="d8402aca-56b7-4a75-97f5-504434d76ce0" providerId="ADAL" clId="{AA3C1486-642E-4193-95AF-D7E78E3DA4E9}" dt="2022-07-04T16:08:56.445" v="11082"/>
          <ac:spMkLst>
            <pc:docMk/>
            <pc:sldMk cId="4074865643" sldId="6233"/>
            <ac:spMk id="2" creationId="{EF5ED846-31EA-42B1-87CA-5AF9F3EB4F42}"/>
          </ac:spMkLst>
        </pc:spChg>
        <pc:spChg chg="add mod">
          <ac:chgData name="Halan, Mridul" userId="d8402aca-56b7-4a75-97f5-504434d76ce0" providerId="ADAL" clId="{AA3C1486-642E-4193-95AF-D7E78E3DA4E9}" dt="2022-07-04T16:06:00.527" v="11065" actId="1076"/>
          <ac:spMkLst>
            <pc:docMk/>
            <pc:sldMk cId="4074865643" sldId="6233"/>
            <ac:spMk id="62" creationId="{CB1335BB-65F7-42E0-ADE7-9D8F2D0DE69B}"/>
          </ac:spMkLst>
        </pc:spChg>
        <pc:spChg chg="add mod">
          <ac:chgData name="Halan, Mridul" userId="d8402aca-56b7-4a75-97f5-504434d76ce0" providerId="ADAL" clId="{AA3C1486-642E-4193-95AF-D7E78E3DA4E9}" dt="2022-07-04T16:00:28.398" v="11033"/>
          <ac:spMkLst>
            <pc:docMk/>
            <pc:sldMk cId="4074865643" sldId="6233"/>
            <ac:spMk id="63" creationId="{1C33154F-E242-4386-B937-BA6C2A78F0BA}"/>
          </ac:spMkLst>
        </pc:spChg>
        <pc:spChg chg="add mod">
          <ac:chgData name="Halan, Mridul" userId="d8402aca-56b7-4a75-97f5-504434d76ce0" providerId="ADAL" clId="{AA3C1486-642E-4193-95AF-D7E78E3DA4E9}" dt="2022-07-04T16:08:08.436" v="11076" actId="693"/>
          <ac:spMkLst>
            <pc:docMk/>
            <pc:sldMk cId="4074865643" sldId="6233"/>
            <ac:spMk id="64" creationId="{F03E8E32-D69D-44C7-BA8D-4F4B0E0DE058}"/>
          </ac:spMkLst>
        </pc:spChg>
        <pc:spChg chg="add mod">
          <ac:chgData name="Halan, Mridul" userId="d8402aca-56b7-4a75-97f5-504434d76ce0" providerId="ADAL" clId="{AA3C1486-642E-4193-95AF-D7E78E3DA4E9}" dt="2022-07-04T16:00:28.398" v="11033"/>
          <ac:spMkLst>
            <pc:docMk/>
            <pc:sldMk cId="4074865643" sldId="6233"/>
            <ac:spMk id="65" creationId="{C7504B1B-8165-4C22-A61F-A14DBE9F557E}"/>
          </ac:spMkLst>
        </pc:spChg>
        <pc:spChg chg="add mod">
          <ac:chgData name="Halan, Mridul" userId="d8402aca-56b7-4a75-97f5-504434d76ce0" providerId="ADAL" clId="{AA3C1486-642E-4193-95AF-D7E78E3DA4E9}" dt="2022-07-04T16:01:08.165" v="11044" actId="1076"/>
          <ac:spMkLst>
            <pc:docMk/>
            <pc:sldMk cId="4074865643" sldId="6233"/>
            <ac:spMk id="68" creationId="{19CCA4EE-663E-4F49-A6D7-EF6B91D77D2C}"/>
          </ac:spMkLst>
        </pc:spChg>
        <pc:spChg chg="del">
          <ac:chgData name="Halan, Mridul" userId="d8402aca-56b7-4a75-97f5-504434d76ce0" providerId="ADAL" clId="{AA3C1486-642E-4193-95AF-D7E78E3DA4E9}" dt="2022-07-04T16:00:12.528" v="11029" actId="21"/>
          <ac:spMkLst>
            <pc:docMk/>
            <pc:sldMk cId="4074865643" sldId="6233"/>
            <ac:spMk id="70" creationId="{1B6D19CB-BA09-40D6-A717-441F2CB7319D}"/>
          </ac:spMkLst>
        </pc:spChg>
        <pc:spChg chg="del">
          <ac:chgData name="Halan, Mridul" userId="d8402aca-56b7-4a75-97f5-504434d76ce0" providerId="ADAL" clId="{AA3C1486-642E-4193-95AF-D7E78E3DA4E9}" dt="2022-07-04T16:00:12.528" v="11029" actId="21"/>
          <ac:spMkLst>
            <pc:docMk/>
            <pc:sldMk cId="4074865643" sldId="6233"/>
            <ac:spMk id="137" creationId="{9BD5639C-7F65-4FA3-AA07-B9AFCCE112E8}"/>
          </ac:spMkLst>
        </pc:spChg>
        <pc:spChg chg="del">
          <ac:chgData name="Halan, Mridul" userId="d8402aca-56b7-4a75-97f5-504434d76ce0" providerId="ADAL" clId="{AA3C1486-642E-4193-95AF-D7E78E3DA4E9}" dt="2022-07-04T16:00:12.528" v="11029" actId="21"/>
          <ac:spMkLst>
            <pc:docMk/>
            <pc:sldMk cId="4074865643" sldId="6233"/>
            <ac:spMk id="144" creationId="{EB546FE7-1481-4732-A19E-73011C2A01AE}"/>
          </ac:spMkLst>
        </pc:spChg>
        <pc:spChg chg="del">
          <ac:chgData name="Halan, Mridul" userId="d8402aca-56b7-4a75-97f5-504434d76ce0" providerId="ADAL" clId="{AA3C1486-642E-4193-95AF-D7E78E3DA4E9}" dt="2022-07-04T16:00:12.528" v="11029" actId="21"/>
          <ac:spMkLst>
            <pc:docMk/>
            <pc:sldMk cId="4074865643" sldId="6233"/>
            <ac:spMk id="146" creationId="{0B1E54CB-04F0-4CA0-991A-5BB2116DC7E8}"/>
          </ac:spMkLst>
        </pc:spChg>
        <pc:grpChg chg="del">
          <ac:chgData name="Halan, Mridul" userId="d8402aca-56b7-4a75-97f5-504434d76ce0" providerId="ADAL" clId="{AA3C1486-642E-4193-95AF-D7E78E3DA4E9}" dt="2022-07-04T16:00:12.528" v="11029" actId="21"/>
          <ac:grpSpMkLst>
            <pc:docMk/>
            <pc:sldMk cId="4074865643" sldId="6233"/>
            <ac:grpSpMk id="74" creationId="{EAD57067-E8C2-40BD-A651-3963BB74E3B2}"/>
          </ac:grpSpMkLst>
        </pc:grpChg>
        <pc:grpChg chg="del">
          <ac:chgData name="Halan, Mridul" userId="d8402aca-56b7-4a75-97f5-504434d76ce0" providerId="ADAL" clId="{AA3C1486-642E-4193-95AF-D7E78E3DA4E9}" dt="2022-07-04T16:00:12.528" v="11029" actId="21"/>
          <ac:grpSpMkLst>
            <pc:docMk/>
            <pc:sldMk cId="4074865643" sldId="6233"/>
            <ac:grpSpMk id="138" creationId="{19AF41CB-40CF-48B2-8D4A-38635EFD7168}"/>
          </ac:grpSpMkLst>
        </pc:grpChg>
        <pc:graphicFrameChg chg="add mod modGraphic">
          <ac:chgData name="Halan, Mridul" userId="d8402aca-56b7-4a75-97f5-504434d76ce0" providerId="ADAL" clId="{AA3C1486-642E-4193-95AF-D7E78E3DA4E9}" dt="2022-07-04T16:08:24.048" v="11079" actId="14734"/>
          <ac:graphicFrameMkLst>
            <pc:docMk/>
            <pc:sldMk cId="4074865643" sldId="6233"/>
            <ac:graphicFrameMk id="66" creationId="{DDBBB010-A464-43D2-BBDC-4B93E72DC6F6}"/>
          </ac:graphicFrameMkLst>
        </pc:graphicFrameChg>
        <pc:graphicFrameChg chg="add mod">
          <ac:chgData name="Halan, Mridul" userId="d8402aca-56b7-4a75-97f5-504434d76ce0" providerId="ADAL" clId="{AA3C1486-642E-4193-95AF-D7E78E3DA4E9}" dt="2022-07-04T16:09:01.233" v="11083" actId="14100"/>
          <ac:graphicFrameMkLst>
            <pc:docMk/>
            <pc:sldMk cId="4074865643" sldId="6233"/>
            <ac:graphicFrameMk id="67" creationId="{50E9A438-9033-4763-B573-ABA62173F2D4}"/>
          </ac:graphicFrameMkLst>
        </pc:graphicFrameChg>
        <pc:cxnChg chg="del">
          <ac:chgData name="Halan, Mridul" userId="d8402aca-56b7-4a75-97f5-504434d76ce0" providerId="ADAL" clId="{AA3C1486-642E-4193-95AF-D7E78E3DA4E9}" dt="2022-07-04T16:00:12.528" v="11029" actId="21"/>
          <ac:cxnSpMkLst>
            <pc:docMk/>
            <pc:sldMk cId="4074865643" sldId="6233"/>
            <ac:cxnSpMk id="143" creationId="{37F20620-95C8-4235-BA62-F59F48A78169}"/>
          </ac:cxnSpMkLst>
        </pc:cxnChg>
        <pc:cxnChg chg="del">
          <ac:chgData name="Halan, Mridul" userId="d8402aca-56b7-4a75-97f5-504434d76ce0" providerId="ADAL" clId="{AA3C1486-642E-4193-95AF-D7E78E3DA4E9}" dt="2022-07-04T16:00:12.528" v="11029" actId="21"/>
          <ac:cxnSpMkLst>
            <pc:docMk/>
            <pc:sldMk cId="4074865643" sldId="6233"/>
            <ac:cxnSpMk id="145" creationId="{FA58D644-A3D8-4371-9779-14A6079D9122}"/>
          </ac:cxnSpMkLst>
        </pc:cxnChg>
      </pc:sldChg>
      <pc:sldMasterChg chg="delSldLayout">
        <pc:chgData name="Halan, Mridul" userId="d8402aca-56b7-4a75-97f5-504434d76ce0" providerId="ADAL" clId="{AA3C1486-642E-4193-95AF-D7E78E3DA4E9}" dt="2022-07-04T15:59:53.892" v="11027" actId="2696"/>
        <pc:sldMasterMkLst>
          <pc:docMk/>
          <pc:sldMasterMk cId="3197474883" sldId="2147483757"/>
        </pc:sldMasterMkLst>
        <pc:sldLayoutChg chg="del">
          <pc:chgData name="Halan, Mridul" userId="d8402aca-56b7-4a75-97f5-504434d76ce0" providerId="ADAL" clId="{AA3C1486-642E-4193-95AF-D7E78E3DA4E9}" dt="2022-07-04T15:59:53.892" v="11027" actId="2696"/>
          <pc:sldLayoutMkLst>
            <pc:docMk/>
            <pc:sldMasterMk cId="3197474883" sldId="2147483757"/>
            <pc:sldLayoutMk cId="1801254837" sldId="2147484163"/>
          </pc:sldLayoutMkLst>
        </pc:sldLayoutChg>
      </pc:sldMasterChg>
      <pc:sldMasterChg chg="add del addSldLayout delSldLayout">
        <pc:chgData name="Halan, Mridul" userId="d8402aca-56b7-4a75-97f5-504434d76ce0" providerId="ADAL" clId="{AA3C1486-642E-4193-95AF-D7E78E3DA4E9}" dt="2022-06-30T10:09:48.280" v="3356" actId="2696"/>
        <pc:sldMasterMkLst>
          <pc:docMk/>
          <pc:sldMasterMk cId="90218404" sldId="2147484071"/>
        </pc:sldMasterMkLst>
        <pc:sldLayoutChg chg="add del">
          <pc:chgData name="Halan, Mridul" userId="d8402aca-56b7-4a75-97f5-504434d76ce0" providerId="ADAL" clId="{AA3C1486-642E-4193-95AF-D7E78E3DA4E9}" dt="2022-06-30T10:09:48.280" v="3356" actId="2696"/>
          <pc:sldLayoutMkLst>
            <pc:docMk/>
            <pc:sldMasterMk cId="90218404" sldId="2147484071"/>
            <pc:sldLayoutMk cId="2608354714" sldId="214748407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660487253" sldId="214748407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621195290" sldId="214748407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934693761" sldId="214748407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583266693" sldId="214748407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08776049" sldId="214748407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65879457" sldId="214748407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1585832" sldId="214748407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11802609" sldId="214748408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90524779" sldId="214748408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221639224" sldId="214748408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252393748" sldId="214748408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813210486" sldId="214748408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399652962" sldId="214748408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692983159" sldId="214748408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1475958" sldId="214748408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9824116" sldId="214748408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957759443" sldId="214748408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73843252" sldId="214748409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561120151" sldId="214748409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150586622" sldId="214748409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0312443" sldId="214748409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65233385" sldId="214748409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9430932" sldId="214748409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274428456" sldId="214748409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566393126" sldId="214748409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838910005" sldId="214748409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887868573" sldId="214748409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685834784" sldId="214748410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049323370" sldId="214748410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381294773" sldId="214748410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57562915" sldId="214748410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937416240" sldId="214748410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42192426" sldId="214748410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616838218" sldId="214748410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25211482" sldId="214748410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815299346" sldId="214748410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93581862" sldId="214748410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083855070" sldId="214748411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77423715" sldId="2147484111"/>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791784674" sldId="2147484112"/>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7597507" sldId="2147484113"/>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2808373787" sldId="2147484114"/>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625273300" sldId="2147484115"/>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31116861" sldId="2147484116"/>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897436917" sldId="2147484117"/>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137579931" sldId="2147484118"/>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1866759593" sldId="2147484119"/>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4194634271" sldId="2147484120"/>
          </pc:sldLayoutMkLst>
        </pc:sldLayoutChg>
        <pc:sldLayoutChg chg="add del">
          <pc:chgData name="Halan, Mridul" userId="d8402aca-56b7-4a75-97f5-504434d76ce0" providerId="ADAL" clId="{AA3C1486-642E-4193-95AF-D7E78E3DA4E9}" dt="2022-06-30T10:09:48.280" v="3356" actId="2696"/>
          <pc:sldLayoutMkLst>
            <pc:docMk/>
            <pc:sldMasterMk cId="90218404" sldId="2147484071"/>
            <pc:sldLayoutMk cId="3220250834" sldId="2147484121"/>
          </pc:sldLayoutMkLst>
        </pc:sldLayoutChg>
      </pc:sldMasterChg>
      <pc:sldMasterChg chg="del delSldLayout">
        <pc:chgData name="Halan, Mridul" userId="d8402aca-56b7-4a75-97f5-504434d76ce0" providerId="ADAL" clId="{AA3C1486-642E-4193-95AF-D7E78E3DA4E9}" dt="2022-07-02T07:33:26.220" v="6266" actId="2696"/>
        <pc:sldMasterMkLst>
          <pc:docMk/>
          <pc:sldMasterMk cId="1450240559" sldId="2147484124"/>
        </pc:sldMasterMkLst>
        <pc:sldLayoutChg chg="del">
          <pc:chgData name="Halan, Mridul" userId="d8402aca-56b7-4a75-97f5-504434d76ce0" providerId="ADAL" clId="{AA3C1486-642E-4193-95AF-D7E78E3DA4E9}" dt="2022-07-02T07:33:26.220" v="6266" actId="2696"/>
          <pc:sldLayoutMkLst>
            <pc:docMk/>
            <pc:sldMasterMk cId="1450240559" sldId="2147484124"/>
            <pc:sldLayoutMk cId="3790801011" sldId="2147484125"/>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138466657" sldId="2147484126"/>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4230326570" sldId="2147484127"/>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3562398047" sldId="2147484128"/>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2477360563" sldId="2147484129"/>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2802272431" sldId="2147484130"/>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4125305216" sldId="2147484131"/>
          </pc:sldLayoutMkLst>
        </pc:sldLayoutChg>
        <pc:sldLayoutChg chg="del">
          <pc:chgData name="Halan, Mridul" userId="d8402aca-56b7-4a75-97f5-504434d76ce0" providerId="ADAL" clId="{AA3C1486-642E-4193-95AF-D7E78E3DA4E9}" dt="2022-07-02T07:33:26.220" v="6266" actId="2696"/>
          <pc:sldLayoutMkLst>
            <pc:docMk/>
            <pc:sldMasterMk cId="1450240559" sldId="2147484124"/>
            <pc:sldLayoutMk cId="1407533578" sldId="2147484132"/>
          </pc:sldLayoutMkLst>
        </pc:sldLayoutChg>
      </pc:sldMasterChg>
      <pc:sldMasterChg chg="del delSldLayout">
        <pc:chgData name="Halan, Mridul" userId="d8402aca-56b7-4a75-97f5-504434d76ce0" providerId="ADAL" clId="{AA3C1486-642E-4193-95AF-D7E78E3DA4E9}" dt="2022-07-04T15:47:13.827" v="10860" actId="2696"/>
        <pc:sldMasterMkLst>
          <pc:docMk/>
          <pc:sldMasterMk cId="4119867864" sldId="2147484133"/>
        </pc:sldMasterMkLst>
        <pc:sldLayoutChg chg="del">
          <pc:chgData name="Halan, Mridul" userId="d8402aca-56b7-4a75-97f5-504434d76ce0" providerId="ADAL" clId="{AA3C1486-642E-4193-95AF-D7E78E3DA4E9}" dt="2022-07-04T15:47:13.827" v="10860" actId="2696"/>
          <pc:sldLayoutMkLst>
            <pc:docMk/>
            <pc:sldMasterMk cId="4119867864" sldId="2147484133"/>
            <pc:sldLayoutMk cId="2863594526" sldId="2147484134"/>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444825195" sldId="2147484135"/>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759748159" sldId="2147484136"/>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602897868" sldId="2147484137"/>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490390954" sldId="214748413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240083756" sldId="2147484139"/>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949995147" sldId="214748414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257696426" sldId="2147484142"/>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723582440" sldId="214748414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962296419" sldId="214748415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504875918" sldId="2147484151"/>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3422448870" sldId="2147484152"/>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247364166" sldId="2147484153"/>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76247312" sldId="2147484154"/>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543096691" sldId="2147484155"/>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081824323" sldId="2147484156"/>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1851072168" sldId="2147484157"/>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665908756" sldId="2147484158"/>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4111783095" sldId="2147484160"/>
          </pc:sldLayoutMkLst>
        </pc:sldLayoutChg>
        <pc:sldLayoutChg chg="del">
          <pc:chgData name="Halan, Mridul" userId="d8402aca-56b7-4a75-97f5-504434d76ce0" providerId="ADAL" clId="{AA3C1486-642E-4193-95AF-D7E78E3DA4E9}" dt="2022-07-04T15:47:13.827" v="10860" actId="2696"/>
          <pc:sldLayoutMkLst>
            <pc:docMk/>
            <pc:sldMasterMk cId="4119867864" sldId="2147484133"/>
            <pc:sldLayoutMk cId="285890765" sldId="2147484162"/>
          </pc:sldLayoutMkLst>
        </pc:sldLayoutChg>
      </pc:sldMasterChg>
    </pc:docChg>
  </pc:docChgLst>
  <pc:docChgLst>
    <pc:chgData name="Kalagara, Vijaya" userId="S::vikalagara@deloitte.com::b66aa0f1-1604-4161-b753-4146846484c3" providerId="AD" clId="Web-{BA2533B7-D680-44B9-B9F2-FE9E8F8689FF}"/>
    <pc:docChg chg="modSld">
      <pc:chgData name="Kalagara, Vijaya" userId="S::vikalagara@deloitte.com::b66aa0f1-1604-4161-b753-4146846484c3" providerId="AD" clId="Web-{BA2533B7-D680-44B9-B9F2-FE9E8F8689FF}" dt="2022-07-01T04:32:29.369" v="10" actId="20577"/>
      <pc:docMkLst>
        <pc:docMk/>
      </pc:docMkLst>
      <pc:sldChg chg="modSp">
        <pc:chgData name="Kalagara, Vijaya" userId="S::vikalagara@deloitte.com::b66aa0f1-1604-4161-b753-4146846484c3" providerId="AD" clId="Web-{BA2533B7-D680-44B9-B9F2-FE9E8F8689FF}" dt="2022-07-01T04:32:29.369" v="10" actId="20577"/>
        <pc:sldMkLst>
          <pc:docMk/>
          <pc:sldMk cId="3927171300" sldId="4013"/>
        </pc:sldMkLst>
        <pc:spChg chg="mod">
          <ac:chgData name="Kalagara, Vijaya" userId="S::vikalagara@deloitte.com::b66aa0f1-1604-4161-b753-4146846484c3" providerId="AD" clId="Web-{BA2533B7-D680-44B9-B9F2-FE9E8F8689FF}" dt="2022-07-01T04:32:29.369" v="10" actId="20577"/>
          <ac:spMkLst>
            <pc:docMk/>
            <pc:sldMk cId="3927171300" sldId="4013"/>
            <ac:spMk id="26" creationId="{6E4DA83E-E552-4E1F-8253-2E43A502F504}"/>
          </ac:spMkLst>
        </pc:spChg>
      </pc:sldChg>
    </pc:docChg>
  </pc:docChgLst>
  <pc:docChgLst>
    <pc:chgData name="Lal, Harshita" userId="S::halal@deloitte.com::e573156b-5431-42dd-8837-da3cd2646097" providerId="AD" clId="Web-{458D684A-650F-4E35-9D6B-2FA887B8D097}"/>
    <pc:docChg chg="modSld">
      <pc:chgData name="Lal, Harshita" userId="S::halal@deloitte.com::e573156b-5431-42dd-8837-da3cd2646097" providerId="AD" clId="Web-{458D684A-650F-4E35-9D6B-2FA887B8D097}" dt="2022-07-05T15:48:21.710" v="183" actId="20577"/>
      <pc:docMkLst>
        <pc:docMk/>
      </pc:docMkLst>
      <pc:sldChg chg="modSp">
        <pc:chgData name="Lal, Harshita" userId="S::halal@deloitte.com::e573156b-5431-42dd-8837-da3cd2646097" providerId="AD" clId="Web-{458D684A-650F-4E35-9D6B-2FA887B8D097}" dt="2022-07-05T15:48:21.710" v="183" actId="20577"/>
        <pc:sldMkLst>
          <pc:docMk/>
          <pc:sldMk cId="551029900" sldId="6211"/>
        </pc:sldMkLst>
        <pc:spChg chg="mod">
          <ac:chgData name="Lal, Harshita" userId="S::halal@deloitte.com::e573156b-5431-42dd-8837-da3cd2646097" providerId="AD" clId="Web-{458D684A-650F-4E35-9D6B-2FA887B8D097}" dt="2022-07-05T15:48:21.710" v="183" actId="20577"/>
          <ac:spMkLst>
            <pc:docMk/>
            <pc:sldMk cId="551029900" sldId="6211"/>
            <ac:spMk id="109" creationId="{C1DDEBA6-7C8C-4142-9CDC-B939147EA49E}"/>
          </ac:spMkLst>
        </pc:spChg>
      </pc:sldChg>
    </pc:docChg>
  </pc:docChgLst>
  <pc:docChgLst>
    <pc:chgData name="Sengupta, Amrita" userId="dffd0a83-e290-4d5f-944c-be72de0ecce2" providerId="ADAL" clId="{ACC8B24D-C460-4217-94A7-F133CF08F0C0}"/>
    <pc:docChg chg="modSld">
      <pc:chgData name="Sengupta, Amrita" userId="dffd0a83-e290-4d5f-944c-be72de0ecce2" providerId="ADAL" clId="{ACC8B24D-C460-4217-94A7-F133CF08F0C0}" dt="2023-08-08T05:18:23.940" v="25" actId="20577"/>
      <pc:docMkLst>
        <pc:docMk/>
      </pc:docMkLst>
      <pc:sldChg chg="modSp mod">
        <pc:chgData name="Sengupta, Amrita" userId="dffd0a83-e290-4d5f-944c-be72de0ecce2" providerId="ADAL" clId="{ACC8B24D-C460-4217-94A7-F133CF08F0C0}" dt="2023-08-08T05:18:23.940" v="25" actId="20577"/>
        <pc:sldMkLst>
          <pc:docMk/>
          <pc:sldMk cId="289173355" sldId="954"/>
        </pc:sldMkLst>
        <pc:spChg chg="mod">
          <ac:chgData name="Sengupta, Amrita" userId="dffd0a83-e290-4d5f-944c-be72de0ecce2" providerId="ADAL" clId="{ACC8B24D-C460-4217-94A7-F133CF08F0C0}" dt="2023-08-08T05:18:23.940" v="25" actId="20577"/>
          <ac:spMkLst>
            <pc:docMk/>
            <pc:sldMk cId="289173355" sldId="954"/>
            <ac:spMk id="4" creationId="{00000000-0000-0000-0000-000000000000}"/>
          </ac:spMkLst>
        </pc:spChg>
      </pc:sldChg>
    </pc:docChg>
  </pc:docChgLst>
  <pc:docChgLst>
    <pc:chgData name="Sood, Rohit" userId="7b75868d-8e9e-4750-b797-935f69551534" providerId="ADAL" clId="{108D7E32-9466-4B4B-932C-A0B4B4B40980}"/>
    <pc:docChg chg="undo custSel addSld delSld modSld">
      <pc:chgData name="Sood, Rohit" userId="7b75868d-8e9e-4750-b797-935f69551534" providerId="ADAL" clId="{108D7E32-9466-4B4B-932C-A0B4B4B40980}" dt="2022-07-02T17:10:33.348" v="1127" actId="20577"/>
      <pc:docMkLst>
        <pc:docMk/>
      </pc:docMkLst>
      <pc:sldChg chg="addSp modSp add del">
        <pc:chgData name="Sood, Rohit" userId="7b75868d-8e9e-4750-b797-935f69551534" providerId="ADAL" clId="{108D7E32-9466-4B4B-932C-A0B4B4B40980}" dt="2022-07-02T06:55:02.454" v="2" actId="47"/>
        <pc:sldMkLst>
          <pc:docMk/>
          <pc:sldMk cId="1728445315" sldId="6196"/>
        </pc:sldMkLst>
        <pc:spChg chg="add mod">
          <ac:chgData name="Sood, Rohit" userId="7b75868d-8e9e-4750-b797-935f69551534" providerId="ADAL" clId="{108D7E32-9466-4B4B-932C-A0B4B4B40980}" dt="2022-07-02T06:54:41.740" v="1"/>
          <ac:spMkLst>
            <pc:docMk/>
            <pc:sldMk cId="1728445315" sldId="6196"/>
            <ac:spMk id="4" creationId="{E1C9610F-1616-4975-891B-67BB07FB50E6}"/>
          </ac:spMkLst>
        </pc:spChg>
        <pc:spChg chg="add mod">
          <ac:chgData name="Sood, Rohit" userId="7b75868d-8e9e-4750-b797-935f69551534" providerId="ADAL" clId="{108D7E32-9466-4B4B-932C-A0B4B4B40980}" dt="2022-07-02T06:54:41.740" v="1"/>
          <ac:spMkLst>
            <pc:docMk/>
            <pc:sldMk cId="1728445315" sldId="6196"/>
            <ac:spMk id="5" creationId="{2547B83E-2A83-4CBD-B322-50F6A7006990}"/>
          </ac:spMkLst>
        </pc:spChg>
        <pc:spChg chg="add mod">
          <ac:chgData name="Sood, Rohit" userId="7b75868d-8e9e-4750-b797-935f69551534" providerId="ADAL" clId="{108D7E32-9466-4B4B-932C-A0B4B4B40980}" dt="2022-07-02T06:54:41.740" v="1"/>
          <ac:spMkLst>
            <pc:docMk/>
            <pc:sldMk cId="1728445315" sldId="6196"/>
            <ac:spMk id="6" creationId="{6F6CDCFD-C631-417E-A60D-19BEBA40BB4F}"/>
          </ac:spMkLst>
        </pc:spChg>
        <pc:spChg chg="add mod">
          <ac:chgData name="Sood, Rohit" userId="7b75868d-8e9e-4750-b797-935f69551534" providerId="ADAL" clId="{108D7E32-9466-4B4B-932C-A0B4B4B40980}" dt="2022-07-02T06:54:41.740" v="1"/>
          <ac:spMkLst>
            <pc:docMk/>
            <pc:sldMk cId="1728445315" sldId="6196"/>
            <ac:spMk id="7" creationId="{2BE93F09-15A5-4A40-AFDF-1D55C5952C47}"/>
          </ac:spMkLst>
        </pc:spChg>
        <pc:spChg chg="add mod">
          <ac:chgData name="Sood, Rohit" userId="7b75868d-8e9e-4750-b797-935f69551534" providerId="ADAL" clId="{108D7E32-9466-4B4B-932C-A0B4B4B40980}" dt="2022-07-02T06:54:41.740" v="1"/>
          <ac:spMkLst>
            <pc:docMk/>
            <pc:sldMk cId="1728445315" sldId="6196"/>
            <ac:spMk id="8" creationId="{6C77B1ED-631A-489B-8828-DCAF41C9068C}"/>
          </ac:spMkLst>
        </pc:spChg>
        <pc:spChg chg="add mod">
          <ac:chgData name="Sood, Rohit" userId="7b75868d-8e9e-4750-b797-935f69551534" providerId="ADAL" clId="{108D7E32-9466-4B4B-932C-A0B4B4B40980}" dt="2022-07-02T06:54:41.740" v="1"/>
          <ac:spMkLst>
            <pc:docMk/>
            <pc:sldMk cId="1728445315" sldId="6196"/>
            <ac:spMk id="9" creationId="{928BF34A-8CCF-4D1E-893D-B54C4AA87183}"/>
          </ac:spMkLst>
        </pc:spChg>
        <pc:spChg chg="add mod">
          <ac:chgData name="Sood, Rohit" userId="7b75868d-8e9e-4750-b797-935f69551534" providerId="ADAL" clId="{108D7E32-9466-4B4B-932C-A0B4B4B40980}" dt="2022-07-02T06:54:41.740" v="1"/>
          <ac:spMkLst>
            <pc:docMk/>
            <pc:sldMk cId="1728445315" sldId="6196"/>
            <ac:spMk id="10" creationId="{DAA1BC1D-EA4D-4E29-8507-37E636A0428F}"/>
          </ac:spMkLst>
        </pc:spChg>
        <pc:spChg chg="add mod">
          <ac:chgData name="Sood, Rohit" userId="7b75868d-8e9e-4750-b797-935f69551534" providerId="ADAL" clId="{108D7E32-9466-4B4B-932C-A0B4B4B40980}" dt="2022-07-02T06:54:41.740" v="1"/>
          <ac:spMkLst>
            <pc:docMk/>
            <pc:sldMk cId="1728445315" sldId="6196"/>
            <ac:spMk id="11" creationId="{A44D3CD7-91BA-4EB4-B24F-B6C8E8A6CAD5}"/>
          </ac:spMkLst>
        </pc:spChg>
        <pc:spChg chg="mod">
          <ac:chgData name="Sood, Rohit" userId="7b75868d-8e9e-4750-b797-935f69551534" providerId="ADAL" clId="{108D7E32-9466-4B4B-932C-A0B4B4B40980}" dt="2022-07-02T06:54:41.740" v="1"/>
          <ac:spMkLst>
            <pc:docMk/>
            <pc:sldMk cId="1728445315" sldId="6196"/>
            <ac:spMk id="13" creationId="{7EF82FC4-06B4-4F70-857B-AD3F4CA9F7D4}"/>
          </ac:spMkLst>
        </pc:spChg>
        <pc:spChg chg="mod">
          <ac:chgData name="Sood, Rohit" userId="7b75868d-8e9e-4750-b797-935f69551534" providerId="ADAL" clId="{108D7E32-9466-4B4B-932C-A0B4B4B40980}" dt="2022-07-02T06:54:41.740" v="1"/>
          <ac:spMkLst>
            <pc:docMk/>
            <pc:sldMk cId="1728445315" sldId="6196"/>
            <ac:spMk id="14" creationId="{C3C00659-73A1-479B-9912-B58E26040174}"/>
          </ac:spMkLst>
        </pc:spChg>
        <pc:spChg chg="add mod">
          <ac:chgData name="Sood, Rohit" userId="7b75868d-8e9e-4750-b797-935f69551534" providerId="ADAL" clId="{108D7E32-9466-4B4B-932C-A0B4B4B40980}" dt="2022-07-02T06:54:41.740" v="1"/>
          <ac:spMkLst>
            <pc:docMk/>
            <pc:sldMk cId="1728445315" sldId="6196"/>
            <ac:spMk id="15" creationId="{A0CC81FA-21CB-4EEA-8852-E3118028ECD1}"/>
          </ac:spMkLst>
        </pc:spChg>
        <pc:spChg chg="add mod">
          <ac:chgData name="Sood, Rohit" userId="7b75868d-8e9e-4750-b797-935f69551534" providerId="ADAL" clId="{108D7E32-9466-4B4B-932C-A0B4B4B40980}" dt="2022-07-02T06:54:41.740" v="1"/>
          <ac:spMkLst>
            <pc:docMk/>
            <pc:sldMk cId="1728445315" sldId="6196"/>
            <ac:spMk id="16" creationId="{8ADD02E9-CBDD-4C6F-9B48-2B48850BD167}"/>
          </ac:spMkLst>
        </pc:spChg>
        <pc:spChg chg="add mod">
          <ac:chgData name="Sood, Rohit" userId="7b75868d-8e9e-4750-b797-935f69551534" providerId="ADAL" clId="{108D7E32-9466-4B4B-932C-A0B4B4B40980}" dt="2022-07-02T06:54:41.740" v="1"/>
          <ac:spMkLst>
            <pc:docMk/>
            <pc:sldMk cId="1728445315" sldId="6196"/>
            <ac:spMk id="17" creationId="{7323BB69-C38D-414B-8365-F33EC98E92B4}"/>
          </ac:spMkLst>
        </pc:spChg>
        <pc:spChg chg="add mod">
          <ac:chgData name="Sood, Rohit" userId="7b75868d-8e9e-4750-b797-935f69551534" providerId="ADAL" clId="{108D7E32-9466-4B4B-932C-A0B4B4B40980}" dt="2022-07-02T06:54:41.740" v="1"/>
          <ac:spMkLst>
            <pc:docMk/>
            <pc:sldMk cId="1728445315" sldId="6196"/>
            <ac:spMk id="18" creationId="{9AB28102-6395-4A65-AA49-96306B854EB1}"/>
          </ac:spMkLst>
        </pc:spChg>
        <pc:spChg chg="add mod">
          <ac:chgData name="Sood, Rohit" userId="7b75868d-8e9e-4750-b797-935f69551534" providerId="ADAL" clId="{108D7E32-9466-4B4B-932C-A0B4B4B40980}" dt="2022-07-02T06:54:41.740" v="1"/>
          <ac:spMkLst>
            <pc:docMk/>
            <pc:sldMk cId="1728445315" sldId="6196"/>
            <ac:spMk id="19" creationId="{A91BE09E-DDDB-4008-A104-5B12AB5816B9}"/>
          </ac:spMkLst>
        </pc:spChg>
        <pc:spChg chg="add mod">
          <ac:chgData name="Sood, Rohit" userId="7b75868d-8e9e-4750-b797-935f69551534" providerId="ADAL" clId="{108D7E32-9466-4B4B-932C-A0B4B4B40980}" dt="2022-07-02T06:54:41.740" v="1"/>
          <ac:spMkLst>
            <pc:docMk/>
            <pc:sldMk cId="1728445315" sldId="6196"/>
            <ac:spMk id="20" creationId="{4AA3ECF2-A0E6-4F1D-B311-D5174ECDC792}"/>
          </ac:spMkLst>
        </pc:spChg>
        <pc:spChg chg="add mod">
          <ac:chgData name="Sood, Rohit" userId="7b75868d-8e9e-4750-b797-935f69551534" providerId="ADAL" clId="{108D7E32-9466-4B4B-932C-A0B4B4B40980}" dt="2022-07-02T06:54:41.740" v="1"/>
          <ac:spMkLst>
            <pc:docMk/>
            <pc:sldMk cId="1728445315" sldId="6196"/>
            <ac:spMk id="21" creationId="{E06BFD39-08AD-45BA-9048-A5A89B032243}"/>
          </ac:spMkLst>
        </pc:spChg>
        <pc:spChg chg="add mod">
          <ac:chgData name="Sood, Rohit" userId="7b75868d-8e9e-4750-b797-935f69551534" providerId="ADAL" clId="{108D7E32-9466-4B4B-932C-A0B4B4B40980}" dt="2022-07-02T06:54:41.740" v="1"/>
          <ac:spMkLst>
            <pc:docMk/>
            <pc:sldMk cId="1728445315" sldId="6196"/>
            <ac:spMk id="22" creationId="{9DD0B2F1-3247-4B19-9FC3-0CBCB152B3D9}"/>
          </ac:spMkLst>
        </pc:spChg>
        <pc:spChg chg="add mod">
          <ac:chgData name="Sood, Rohit" userId="7b75868d-8e9e-4750-b797-935f69551534" providerId="ADAL" clId="{108D7E32-9466-4B4B-932C-A0B4B4B40980}" dt="2022-07-02T06:54:41.740" v="1"/>
          <ac:spMkLst>
            <pc:docMk/>
            <pc:sldMk cId="1728445315" sldId="6196"/>
            <ac:spMk id="23" creationId="{807A605E-D893-4755-9BDC-582AA79B5769}"/>
          </ac:spMkLst>
        </pc:spChg>
        <pc:spChg chg="add mod">
          <ac:chgData name="Sood, Rohit" userId="7b75868d-8e9e-4750-b797-935f69551534" providerId="ADAL" clId="{108D7E32-9466-4B4B-932C-A0B4B4B40980}" dt="2022-07-02T06:54:41.740" v="1"/>
          <ac:spMkLst>
            <pc:docMk/>
            <pc:sldMk cId="1728445315" sldId="6196"/>
            <ac:spMk id="24" creationId="{9EA171EA-5578-4403-B115-B5283E3A5F60}"/>
          </ac:spMkLst>
        </pc:spChg>
        <pc:spChg chg="add mod">
          <ac:chgData name="Sood, Rohit" userId="7b75868d-8e9e-4750-b797-935f69551534" providerId="ADAL" clId="{108D7E32-9466-4B4B-932C-A0B4B4B40980}" dt="2022-07-02T06:54:41.740" v="1"/>
          <ac:spMkLst>
            <pc:docMk/>
            <pc:sldMk cId="1728445315" sldId="6196"/>
            <ac:spMk id="25" creationId="{479BB307-7EC0-4E34-B047-A86B1112E8C1}"/>
          </ac:spMkLst>
        </pc:spChg>
        <pc:spChg chg="add mod">
          <ac:chgData name="Sood, Rohit" userId="7b75868d-8e9e-4750-b797-935f69551534" providerId="ADAL" clId="{108D7E32-9466-4B4B-932C-A0B4B4B40980}" dt="2022-07-02T06:54:41.740" v="1"/>
          <ac:spMkLst>
            <pc:docMk/>
            <pc:sldMk cId="1728445315" sldId="6196"/>
            <ac:spMk id="26" creationId="{EF1058D4-132C-4B55-93B5-B7785559CA12}"/>
          </ac:spMkLst>
        </pc:spChg>
        <pc:grpChg chg="add mod">
          <ac:chgData name="Sood, Rohit" userId="7b75868d-8e9e-4750-b797-935f69551534" providerId="ADAL" clId="{108D7E32-9466-4B4B-932C-A0B4B4B40980}" dt="2022-07-02T06:54:41.740" v="1"/>
          <ac:grpSpMkLst>
            <pc:docMk/>
            <pc:sldMk cId="1728445315" sldId="6196"/>
            <ac:grpSpMk id="12" creationId="{848FE7C7-B23E-4A8E-A9CA-F1C45C1A5D95}"/>
          </ac:grpSpMkLst>
        </pc:grpChg>
        <pc:cxnChg chg="add mod">
          <ac:chgData name="Sood, Rohit" userId="7b75868d-8e9e-4750-b797-935f69551534" providerId="ADAL" clId="{108D7E32-9466-4B4B-932C-A0B4B4B40980}" dt="2022-07-02T06:54:41.740" v="1"/>
          <ac:cxnSpMkLst>
            <pc:docMk/>
            <pc:sldMk cId="1728445315" sldId="6196"/>
            <ac:cxnSpMk id="27" creationId="{7D9D8494-35CF-43D0-9414-B4FBD425CBCC}"/>
          </ac:cxnSpMkLst>
        </pc:cxnChg>
        <pc:cxnChg chg="add mod">
          <ac:chgData name="Sood, Rohit" userId="7b75868d-8e9e-4750-b797-935f69551534" providerId="ADAL" clId="{108D7E32-9466-4B4B-932C-A0B4B4B40980}" dt="2022-07-02T06:54:41.740" v="1"/>
          <ac:cxnSpMkLst>
            <pc:docMk/>
            <pc:sldMk cId="1728445315" sldId="6196"/>
            <ac:cxnSpMk id="28" creationId="{3D4EE6F8-32F5-43B2-82F0-095EEFCBA766}"/>
          </ac:cxnSpMkLst>
        </pc:cxnChg>
        <pc:cxnChg chg="add mod">
          <ac:chgData name="Sood, Rohit" userId="7b75868d-8e9e-4750-b797-935f69551534" providerId="ADAL" clId="{108D7E32-9466-4B4B-932C-A0B4B4B40980}" dt="2022-07-02T06:54:41.740" v="1"/>
          <ac:cxnSpMkLst>
            <pc:docMk/>
            <pc:sldMk cId="1728445315" sldId="6196"/>
            <ac:cxnSpMk id="29" creationId="{8A76135E-FE40-4A72-A343-6B43E1624680}"/>
          </ac:cxnSpMkLst>
        </pc:cxnChg>
        <pc:cxnChg chg="add mod">
          <ac:chgData name="Sood, Rohit" userId="7b75868d-8e9e-4750-b797-935f69551534" providerId="ADAL" clId="{108D7E32-9466-4B4B-932C-A0B4B4B40980}" dt="2022-07-02T06:54:41.740" v="1"/>
          <ac:cxnSpMkLst>
            <pc:docMk/>
            <pc:sldMk cId="1728445315" sldId="6196"/>
            <ac:cxnSpMk id="30" creationId="{D29E9071-7001-4FBB-AD4A-F8A09B6E1641}"/>
          </ac:cxnSpMkLst>
        </pc:cxnChg>
      </pc:sldChg>
      <pc:sldChg chg="addSp delSp modSp add mod">
        <pc:chgData name="Sood, Rohit" userId="7b75868d-8e9e-4750-b797-935f69551534" providerId="ADAL" clId="{108D7E32-9466-4B4B-932C-A0B4B4B40980}" dt="2022-07-02T17:10:33.348" v="1127" actId="20577"/>
        <pc:sldMkLst>
          <pc:docMk/>
          <pc:sldMk cId="2716093337" sldId="6196"/>
        </pc:sldMkLst>
        <pc:spChg chg="mod">
          <ac:chgData name="Sood, Rohit" userId="7b75868d-8e9e-4750-b797-935f69551534" providerId="ADAL" clId="{108D7E32-9466-4B4B-932C-A0B4B4B40980}" dt="2022-07-02T06:56:06.586" v="95" actId="6549"/>
          <ac:spMkLst>
            <pc:docMk/>
            <pc:sldMk cId="2716093337" sldId="6196"/>
            <ac:spMk id="2" creationId="{188B5FD8-DE7F-4FEB-9F3A-5D07FE22260C}"/>
          </ac:spMkLst>
        </pc:spChg>
        <pc:spChg chg="add mod">
          <ac:chgData name="Sood, Rohit" userId="7b75868d-8e9e-4750-b797-935f69551534" providerId="ADAL" clId="{108D7E32-9466-4B4B-932C-A0B4B4B40980}" dt="2022-07-02T07:49:19.991" v="1066" actId="14100"/>
          <ac:spMkLst>
            <pc:docMk/>
            <pc:sldMk cId="2716093337" sldId="6196"/>
            <ac:spMk id="4" creationId="{A13616ED-FC41-4C2E-A55B-FBD96CAE55B8}"/>
          </ac:spMkLst>
        </pc:spChg>
        <pc:spChg chg="add mod">
          <ac:chgData name="Sood, Rohit" userId="7b75868d-8e9e-4750-b797-935f69551534" providerId="ADAL" clId="{108D7E32-9466-4B4B-932C-A0B4B4B40980}" dt="2022-07-02T17:10:33.348" v="1127" actId="20577"/>
          <ac:spMkLst>
            <pc:docMk/>
            <pc:sldMk cId="2716093337" sldId="6196"/>
            <ac:spMk id="5" creationId="{B3DD489F-2434-4A39-987D-07F35915EEFB}"/>
          </ac:spMkLst>
        </pc:spChg>
        <pc:spChg chg="add del mod">
          <ac:chgData name="Sood, Rohit" userId="7b75868d-8e9e-4750-b797-935f69551534" providerId="ADAL" clId="{108D7E32-9466-4B4B-932C-A0B4B4B40980}" dt="2022-07-02T06:55:29.391" v="6" actId="478"/>
          <ac:spMkLst>
            <pc:docMk/>
            <pc:sldMk cId="2716093337" sldId="6196"/>
            <ac:spMk id="6" creationId="{4CB17158-E267-49EF-88FC-736A6CC64C29}"/>
          </ac:spMkLst>
        </pc:spChg>
        <pc:spChg chg="add mod">
          <ac:chgData name="Sood, Rohit" userId="7b75868d-8e9e-4750-b797-935f69551534" providerId="ADAL" clId="{108D7E32-9466-4B4B-932C-A0B4B4B40980}" dt="2022-07-02T06:55:39.274" v="7" actId="1076"/>
          <ac:spMkLst>
            <pc:docMk/>
            <pc:sldMk cId="2716093337" sldId="6196"/>
            <ac:spMk id="7" creationId="{B711F3EC-44A9-490D-B7AB-CACE026EC05D}"/>
          </ac:spMkLst>
        </pc:spChg>
        <pc:spChg chg="add mod">
          <ac:chgData name="Sood, Rohit" userId="7b75868d-8e9e-4750-b797-935f69551534" providerId="ADAL" clId="{108D7E32-9466-4B4B-932C-A0B4B4B40980}" dt="2022-07-02T06:55:39.274" v="7" actId="1076"/>
          <ac:spMkLst>
            <pc:docMk/>
            <pc:sldMk cId="2716093337" sldId="6196"/>
            <ac:spMk id="8" creationId="{C610613D-9679-4CA4-8D22-DE0A01026EA5}"/>
          </ac:spMkLst>
        </pc:spChg>
        <pc:spChg chg="add mod">
          <ac:chgData name="Sood, Rohit" userId="7b75868d-8e9e-4750-b797-935f69551534" providerId="ADAL" clId="{108D7E32-9466-4B4B-932C-A0B4B4B40980}" dt="2022-07-02T06:55:39.274" v="7" actId="1076"/>
          <ac:spMkLst>
            <pc:docMk/>
            <pc:sldMk cId="2716093337" sldId="6196"/>
            <ac:spMk id="9" creationId="{D2F0BF08-CBED-4A31-B3AB-C716B4112FF3}"/>
          </ac:spMkLst>
        </pc:spChg>
        <pc:spChg chg="add mod">
          <ac:chgData name="Sood, Rohit" userId="7b75868d-8e9e-4750-b797-935f69551534" providerId="ADAL" clId="{108D7E32-9466-4B4B-932C-A0B4B4B40980}" dt="2022-07-02T06:55:39.274" v="7" actId="1076"/>
          <ac:spMkLst>
            <pc:docMk/>
            <pc:sldMk cId="2716093337" sldId="6196"/>
            <ac:spMk id="10" creationId="{F8668B0F-3DB7-42F1-841E-CBE2FB5C2FFE}"/>
          </ac:spMkLst>
        </pc:spChg>
        <pc:spChg chg="mod">
          <ac:chgData name="Sood, Rohit" userId="7b75868d-8e9e-4750-b797-935f69551534" providerId="ADAL" clId="{108D7E32-9466-4B4B-932C-A0B4B4B40980}" dt="2022-07-02T06:55:19.437" v="4"/>
          <ac:spMkLst>
            <pc:docMk/>
            <pc:sldMk cId="2716093337" sldId="6196"/>
            <ac:spMk id="12" creationId="{5A63B810-B781-4986-82BB-A35739CA2DE9}"/>
          </ac:spMkLst>
        </pc:spChg>
        <pc:spChg chg="mod">
          <ac:chgData name="Sood, Rohit" userId="7b75868d-8e9e-4750-b797-935f69551534" providerId="ADAL" clId="{108D7E32-9466-4B4B-932C-A0B4B4B40980}" dt="2022-07-02T06:55:19.437" v="4"/>
          <ac:spMkLst>
            <pc:docMk/>
            <pc:sldMk cId="2716093337" sldId="6196"/>
            <ac:spMk id="13" creationId="{45E7FB2F-AAA2-45E9-9BA3-5C260F75F381}"/>
          </ac:spMkLst>
        </pc:spChg>
        <pc:spChg chg="add mod">
          <ac:chgData name="Sood, Rohit" userId="7b75868d-8e9e-4750-b797-935f69551534" providerId="ADAL" clId="{108D7E32-9466-4B4B-932C-A0B4B4B40980}" dt="2022-07-02T07:12:56.442" v="188" actId="20577"/>
          <ac:spMkLst>
            <pc:docMk/>
            <pc:sldMk cId="2716093337" sldId="6196"/>
            <ac:spMk id="14" creationId="{EA7E0214-282B-41AA-A53F-192F0A58BC17}"/>
          </ac:spMkLst>
        </pc:spChg>
        <pc:spChg chg="add mod">
          <ac:chgData name="Sood, Rohit" userId="7b75868d-8e9e-4750-b797-935f69551534" providerId="ADAL" clId="{108D7E32-9466-4B4B-932C-A0B4B4B40980}" dt="2022-07-02T07:40:43.177" v="543" actId="6549"/>
          <ac:spMkLst>
            <pc:docMk/>
            <pc:sldMk cId="2716093337" sldId="6196"/>
            <ac:spMk id="15" creationId="{9AEF9482-40F1-4A10-AF34-F7F87660BEA5}"/>
          </ac:spMkLst>
        </pc:spChg>
        <pc:spChg chg="add mod">
          <ac:chgData name="Sood, Rohit" userId="7b75868d-8e9e-4750-b797-935f69551534" providerId="ADAL" clId="{108D7E32-9466-4B4B-932C-A0B4B4B40980}" dt="2022-07-02T07:44:52.308" v="654" actId="255"/>
          <ac:spMkLst>
            <pc:docMk/>
            <pc:sldMk cId="2716093337" sldId="6196"/>
            <ac:spMk id="16" creationId="{C22992E2-383E-4161-8E8D-74C52F5C03EE}"/>
          </ac:spMkLst>
        </pc:spChg>
        <pc:spChg chg="add mod">
          <ac:chgData name="Sood, Rohit" userId="7b75868d-8e9e-4750-b797-935f69551534" providerId="ADAL" clId="{108D7E32-9466-4B4B-932C-A0B4B4B40980}" dt="2022-07-02T07:45:11.357" v="663" actId="20577"/>
          <ac:spMkLst>
            <pc:docMk/>
            <pc:sldMk cId="2716093337" sldId="6196"/>
            <ac:spMk id="17" creationId="{53B6FC14-35F3-449F-95D2-A132F275A455}"/>
          </ac:spMkLst>
        </pc:spChg>
        <pc:spChg chg="add mod">
          <ac:chgData name="Sood, Rohit" userId="7b75868d-8e9e-4750-b797-935f69551534" providerId="ADAL" clId="{108D7E32-9466-4B4B-932C-A0B4B4B40980}" dt="2022-07-02T07:49:37.731" v="1070" actId="14100"/>
          <ac:spMkLst>
            <pc:docMk/>
            <pc:sldMk cId="2716093337" sldId="6196"/>
            <ac:spMk id="18" creationId="{377BC6E4-B222-4A19-BAC4-D67DFDAFEF01}"/>
          </ac:spMkLst>
        </pc:spChg>
        <pc:spChg chg="add mod">
          <ac:chgData name="Sood, Rohit" userId="7b75868d-8e9e-4750-b797-935f69551534" providerId="ADAL" clId="{108D7E32-9466-4B4B-932C-A0B4B4B40980}" dt="2022-07-02T07:49:43.762" v="1072" actId="1076"/>
          <ac:spMkLst>
            <pc:docMk/>
            <pc:sldMk cId="2716093337" sldId="6196"/>
            <ac:spMk id="19" creationId="{28B8F145-32A4-460B-A475-26D77CA2EC0E}"/>
          </ac:spMkLst>
        </pc:spChg>
        <pc:spChg chg="add mod">
          <ac:chgData name="Sood, Rohit" userId="7b75868d-8e9e-4750-b797-935f69551534" providerId="ADAL" clId="{108D7E32-9466-4B4B-932C-A0B4B4B40980}" dt="2022-07-02T07:49:30.237" v="1068" actId="1076"/>
          <ac:spMkLst>
            <pc:docMk/>
            <pc:sldMk cId="2716093337" sldId="6196"/>
            <ac:spMk id="20" creationId="{F5D52973-AF4C-4806-B6B7-C8DA0A1418AA}"/>
          </ac:spMkLst>
        </pc:spChg>
        <pc:spChg chg="add mod">
          <ac:chgData name="Sood, Rohit" userId="7b75868d-8e9e-4750-b797-935f69551534" providerId="ADAL" clId="{108D7E32-9466-4B4B-932C-A0B4B4B40980}" dt="2022-07-02T07:13:44.665" v="195" actId="113"/>
          <ac:spMkLst>
            <pc:docMk/>
            <pc:sldMk cId="2716093337" sldId="6196"/>
            <ac:spMk id="21" creationId="{3A35F1F5-1E30-4919-8B1B-92FE6D7F4BB3}"/>
          </ac:spMkLst>
        </pc:spChg>
        <pc:spChg chg="add mod">
          <ac:chgData name="Sood, Rohit" userId="7b75868d-8e9e-4750-b797-935f69551534" providerId="ADAL" clId="{108D7E32-9466-4B4B-932C-A0B4B4B40980}" dt="2022-07-02T07:50:18.352" v="1099" actId="20577"/>
          <ac:spMkLst>
            <pc:docMk/>
            <pc:sldMk cId="2716093337" sldId="6196"/>
            <ac:spMk id="22" creationId="{C5751C07-F96C-4C52-AF0D-B408031DF4D9}"/>
          </ac:spMkLst>
        </pc:spChg>
        <pc:spChg chg="add mod">
          <ac:chgData name="Sood, Rohit" userId="7b75868d-8e9e-4750-b797-935f69551534" providerId="ADAL" clId="{108D7E32-9466-4B4B-932C-A0B4B4B40980}" dt="2022-07-02T07:50:39.520" v="1123" actId="20577"/>
          <ac:spMkLst>
            <pc:docMk/>
            <pc:sldMk cId="2716093337" sldId="6196"/>
            <ac:spMk id="23" creationId="{E7D473A5-8E2C-4BA6-89E4-7E285CF6A06B}"/>
          </ac:spMkLst>
        </pc:spChg>
        <pc:spChg chg="add mod">
          <ac:chgData name="Sood, Rohit" userId="7b75868d-8e9e-4750-b797-935f69551534" providerId="ADAL" clId="{108D7E32-9466-4B4B-932C-A0B4B4B40980}" dt="2022-07-02T06:55:39.274" v="7" actId="1076"/>
          <ac:spMkLst>
            <pc:docMk/>
            <pc:sldMk cId="2716093337" sldId="6196"/>
            <ac:spMk id="24" creationId="{948C207F-14F2-4630-BEED-F91375B30DB6}"/>
          </ac:spMkLst>
        </pc:spChg>
        <pc:spChg chg="add mod">
          <ac:chgData name="Sood, Rohit" userId="7b75868d-8e9e-4750-b797-935f69551534" providerId="ADAL" clId="{108D7E32-9466-4B4B-932C-A0B4B4B40980}" dt="2022-07-02T07:49:35.133" v="1069" actId="1076"/>
          <ac:spMkLst>
            <pc:docMk/>
            <pc:sldMk cId="2716093337" sldId="6196"/>
            <ac:spMk id="25" creationId="{440AA286-F444-4460-BCB2-2C95357B18A3}"/>
          </ac:spMkLst>
        </pc:spChg>
        <pc:grpChg chg="add mod">
          <ac:chgData name="Sood, Rohit" userId="7b75868d-8e9e-4750-b797-935f69551534" providerId="ADAL" clId="{108D7E32-9466-4B4B-932C-A0B4B4B40980}" dt="2022-07-02T06:55:39.274" v="7" actId="1076"/>
          <ac:grpSpMkLst>
            <pc:docMk/>
            <pc:sldMk cId="2716093337" sldId="6196"/>
            <ac:grpSpMk id="11" creationId="{AFBB4060-92AA-4108-801C-0E1B1C33FF67}"/>
          </ac:grpSpMkLst>
        </pc:grpChg>
        <pc:cxnChg chg="add mod">
          <ac:chgData name="Sood, Rohit" userId="7b75868d-8e9e-4750-b797-935f69551534" providerId="ADAL" clId="{108D7E32-9466-4B4B-932C-A0B4B4B40980}" dt="2022-07-02T06:55:39.274" v="7" actId="1076"/>
          <ac:cxnSpMkLst>
            <pc:docMk/>
            <pc:sldMk cId="2716093337" sldId="6196"/>
            <ac:cxnSpMk id="26" creationId="{C9390523-8034-4053-8029-146F082B103D}"/>
          </ac:cxnSpMkLst>
        </pc:cxnChg>
        <pc:cxnChg chg="add mod">
          <ac:chgData name="Sood, Rohit" userId="7b75868d-8e9e-4750-b797-935f69551534" providerId="ADAL" clId="{108D7E32-9466-4B4B-932C-A0B4B4B40980}" dt="2022-07-02T06:55:39.274" v="7" actId="1076"/>
          <ac:cxnSpMkLst>
            <pc:docMk/>
            <pc:sldMk cId="2716093337" sldId="6196"/>
            <ac:cxnSpMk id="27" creationId="{BE5B00B7-21C6-43D0-B17F-802903C73712}"/>
          </ac:cxnSpMkLst>
        </pc:cxnChg>
        <pc:cxnChg chg="add mod">
          <ac:chgData name="Sood, Rohit" userId="7b75868d-8e9e-4750-b797-935f69551534" providerId="ADAL" clId="{108D7E32-9466-4B4B-932C-A0B4B4B40980}" dt="2022-07-02T06:55:39.274" v="7" actId="1076"/>
          <ac:cxnSpMkLst>
            <pc:docMk/>
            <pc:sldMk cId="2716093337" sldId="6196"/>
            <ac:cxnSpMk id="28" creationId="{955CE494-E71B-44A8-98A4-E3FA37190321}"/>
          </ac:cxnSpMkLst>
        </pc:cxnChg>
        <pc:cxnChg chg="add mod">
          <ac:chgData name="Sood, Rohit" userId="7b75868d-8e9e-4750-b797-935f69551534" providerId="ADAL" clId="{108D7E32-9466-4B4B-932C-A0B4B4B40980}" dt="2022-07-02T07:49:40.375" v="1071" actId="1076"/>
          <ac:cxnSpMkLst>
            <pc:docMk/>
            <pc:sldMk cId="2716093337" sldId="6196"/>
            <ac:cxnSpMk id="29" creationId="{C9E262C4-5CF2-429F-8702-BC536962738A}"/>
          </ac:cxnSpMkLst>
        </pc:cxnChg>
      </pc:sldChg>
    </pc:docChg>
  </pc:docChgLst>
  <pc:docChgLst>
    <pc:chgData name="Banerjee, Rajeswar" userId="b4ff5a26-7e17-4c5f-975b-d63f3f91df5b" providerId="ADAL" clId="{13A75D8B-C75E-4E7D-8669-A01C8A3E2AF0}"/>
    <pc:docChg chg="custSel addSld delSld modSld">
      <pc:chgData name="Banerjee, Rajeswar" userId="b4ff5a26-7e17-4c5f-975b-d63f3f91df5b" providerId="ADAL" clId="{13A75D8B-C75E-4E7D-8669-A01C8A3E2AF0}" dt="2022-07-02T14:28:11.894" v="505" actId="2085"/>
      <pc:docMkLst>
        <pc:docMk/>
      </pc:docMkLst>
      <pc:sldChg chg="modSp mod">
        <pc:chgData name="Banerjee, Rajeswar" userId="b4ff5a26-7e17-4c5f-975b-d63f3f91df5b" providerId="ADAL" clId="{13A75D8B-C75E-4E7D-8669-A01C8A3E2AF0}" dt="2022-07-01T05:59:11.885" v="5" actId="20577"/>
        <pc:sldMkLst>
          <pc:docMk/>
          <pc:sldMk cId="3709311350" sldId="624"/>
        </pc:sldMkLst>
        <pc:spChg chg="mod">
          <ac:chgData name="Banerjee, Rajeswar" userId="b4ff5a26-7e17-4c5f-975b-d63f3f91df5b" providerId="ADAL" clId="{13A75D8B-C75E-4E7D-8669-A01C8A3E2AF0}" dt="2022-07-01T05:59:11.885" v="5" actId="20577"/>
          <ac:spMkLst>
            <pc:docMk/>
            <pc:sldMk cId="3709311350" sldId="624"/>
            <ac:spMk id="4" creationId="{498ABFF3-40E3-4F47-9A1D-87E681E5C461}"/>
          </ac:spMkLst>
        </pc:spChg>
      </pc:sldChg>
      <pc:sldChg chg="del">
        <pc:chgData name="Banerjee, Rajeswar" userId="b4ff5a26-7e17-4c5f-975b-d63f3f91df5b" providerId="ADAL" clId="{13A75D8B-C75E-4E7D-8669-A01C8A3E2AF0}" dt="2022-07-01T05:59:07.316" v="4" actId="47"/>
        <pc:sldMkLst>
          <pc:docMk/>
          <pc:sldMk cId="1583769314" sldId="4027"/>
        </pc:sldMkLst>
      </pc:sldChg>
      <pc:sldChg chg="del">
        <pc:chgData name="Banerjee, Rajeswar" userId="b4ff5a26-7e17-4c5f-975b-d63f3f91df5b" providerId="ADAL" clId="{13A75D8B-C75E-4E7D-8669-A01C8A3E2AF0}" dt="2022-07-01T05:59:07.316" v="4" actId="47"/>
        <pc:sldMkLst>
          <pc:docMk/>
          <pc:sldMk cId="1197967501" sldId="4028"/>
        </pc:sldMkLst>
      </pc:sldChg>
      <pc:sldChg chg="addSp modSp add">
        <pc:chgData name="Banerjee, Rajeswar" userId="b4ff5a26-7e17-4c5f-975b-d63f3f91df5b" providerId="ADAL" clId="{13A75D8B-C75E-4E7D-8669-A01C8A3E2AF0}" dt="2022-07-01T05:59:03.130" v="3"/>
        <pc:sldMkLst>
          <pc:docMk/>
          <pc:sldMk cId="326628513" sldId="6182"/>
        </pc:sldMkLst>
        <pc:spChg chg="add mod">
          <ac:chgData name="Banerjee, Rajeswar" userId="b4ff5a26-7e17-4c5f-975b-d63f3f91df5b" providerId="ADAL" clId="{13A75D8B-C75E-4E7D-8669-A01C8A3E2AF0}" dt="2022-07-01T05:59:03.130" v="3"/>
          <ac:spMkLst>
            <pc:docMk/>
            <pc:sldMk cId="326628513" sldId="6182"/>
            <ac:spMk id="12" creationId="{E3D7766B-117C-415C-BECB-9276C1BE489D}"/>
          </ac:spMkLst>
        </pc:spChg>
      </pc:sldChg>
      <pc:sldChg chg="addSp modSp add mod setBg">
        <pc:chgData name="Banerjee, Rajeswar" userId="b4ff5a26-7e17-4c5f-975b-d63f3f91df5b" providerId="ADAL" clId="{13A75D8B-C75E-4E7D-8669-A01C8A3E2AF0}" dt="2022-07-01T05:59:27.554" v="18" actId="1036"/>
        <pc:sldMkLst>
          <pc:docMk/>
          <pc:sldMk cId="3622323979" sldId="6186"/>
        </pc:sldMkLst>
        <pc:spChg chg="add mod">
          <ac:chgData name="Banerjee, Rajeswar" userId="b4ff5a26-7e17-4c5f-975b-d63f3f91df5b" providerId="ADAL" clId="{13A75D8B-C75E-4E7D-8669-A01C8A3E2AF0}" dt="2022-07-01T05:58:57.558" v="2" actId="20577"/>
          <ac:spMkLst>
            <pc:docMk/>
            <pc:sldMk cId="3622323979" sldId="6186"/>
            <ac:spMk id="14" creationId="{6B588208-0A9B-4A46-9A1F-D04766FD82BD}"/>
          </ac:spMkLst>
        </pc:spChg>
        <pc:spChg chg="mod">
          <ac:chgData name="Banerjee, Rajeswar" userId="b4ff5a26-7e17-4c5f-975b-d63f3f91df5b" providerId="ADAL" clId="{13A75D8B-C75E-4E7D-8669-A01C8A3E2AF0}" dt="2022-07-01T05:59:23.484" v="13" actId="20577"/>
          <ac:spMkLst>
            <pc:docMk/>
            <pc:sldMk cId="3622323979" sldId="6186"/>
            <ac:spMk id="19" creationId="{CEEC6971-6B1A-4749-B170-65AFF2E08379}"/>
          </ac:spMkLst>
        </pc:spChg>
        <pc:spChg chg="mod">
          <ac:chgData name="Banerjee, Rajeswar" userId="b4ff5a26-7e17-4c5f-975b-d63f3f91df5b" providerId="ADAL" clId="{13A75D8B-C75E-4E7D-8669-A01C8A3E2AF0}" dt="2022-07-01T05:59:27.554" v="18" actId="1036"/>
          <ac:spMkLst>
            <pc:docMk/>
            <pc:sldMk cId="3622323979" sldId="6186"/>
            <ac:spMk id="20" creationId="{A05C5B48-2464-4C86-9BD7-3D9714D4C167}"/>
          </ac:spMkLst>
        </pc:spChg>
        <pc:spChg chg="mod">
          <ac:chgData name="Banerjee, Rajeswar" userId="b4ff5a26-7e17-4c5f-975b-d63f3f91df5b" providerId="ADAL" clId="{13A75D8B-C75E-4E7D-8669-A01C8A3E2AF0}" dt="2022-07-01T05:59:27.554" v="18" actId="1036"/>
          <ac:spMkLst>
            <pc:docMk/>
            <pc:sldMk cId="3622323979" sldId="6186"/>
            <ac:spMk id="21" creationId="{7856BEEE-89CA-4407-BD32-A16B5457D380}"/>
          </ac:spMkLst>
        </pc:spChg>
      </pc:sldChg>
      <pc:sldChg chg="modSp add del mod">
        <pc:chgData name="Banerjee, Rajeswar" userId="b4ff5a26-7e17-4c5f-975b-d63f3f91df5b" providerId="ADAL" clId="{13A75D8B-C75E-4E7D-8669-A01C8A3E2AF0}" dt="2022-07-02T09:42:54.375" v="489" actId="20577"/>
        <pc:sldMkLst>
          <pc:docMk/>
          <pc:sldMk cId="3627085183" sldId="6187"/>
        </pc:sldMkLst>
        <pc:spChg chg="mod">
          <ac:chgData name="Banerjee, Rajeswar" userId="b4ff5a26-7e17-4c5f-975b-d63f3f91df5b" providerId="ADAL" clId="{13A75D8B-C75E-4E7D-8669-A01C8A3E2AF0}" dt="2022-07-02T09:42:54.375" v="489" actId="20577"/>
          <ac:spMkLst>
            <pc:docMk/>
            <pc:sldMk cId="3627085183" sldId="6187"/>
            <ac:spMk id="97" creationId="{0CB6EC1D-099C-435B-82D1-7ECE329FE0B0}"/>
          </ac:spMkLst>
        </pc:spChg>
      </pc:sldChg>
      <pc:sldChg chg="del">
        <pc:chgData name="Banerjee, Rajeswar" userId="b4ff5a26-7e17-4c5f-975b-d63f3f91df5b" providerId="ADAL" clId="{13A75D8B-C75E-4E7D-8669-A01C8A3E2AF0}" dt="2022-07-02T14:26:53.448" v="491" actId="47"/>
        <pc:sldMkLst>
          <pc:docMk/>
          <pc:sldMk cId="263422836" sldId="6188"/>
        </pc:sldMkLst>
      </pc:sldChg>
      <pc:sldChg chg="modSp add mod">
        <pc:chgData name="Banerjee, Rajeswar" userId="b4ff5a26-7e17-4c5f-975b-d63f3f91df5b" providerId="ADAL" clId="{13A75D8B-C75E-4E7D-8669-A01C8A3E2AF0}" dt="2022-07-02T14:28:11.894" v="505" actId="2085"/>
        <pc:sldMkLst>
          <pc:docMk/>
          <pc:sldMk cId="161344285" sldId="6199"/>
        </pc:sldMkLst>
        <pc:spChg chg="mod">
          <ac:chgData name="Banerjee, Rajeswar" userId="b4ff5a26-7e17-4c5f-975b-d63f3f91df5b" providerId="ADAL" clId="{13A75D8B-C75E-4E7D-8669-A01C8A3E2AF0}" dt="2022-07-02T14:27:17.021" v="493" actId="2085"/>
          <ac:spMkLst>
            <pc:docMk/>
            <pc:sldMk cId="161344285" sldId="6199"/>
            <ac:spMk id="4" creationId="{6AF12E25-DCD1-4976-9FB2-D28DB99BF3AD}"/>
          </ac:spMkLst>
        </pc:spChg>
        <pc:spChg chg="mod">
          <ac:chgData name="Banerjee, Rajeswar" userId="b4ff5a26-7e17-4c5f-975b-d63f3f91df5b" providerId="ADAL" clId="{13A75D8B-C75E-4E7D-8669-A01C8A3E2AF0}" dt="2022-07-02T14:27:19.223" v="494" actId="1076"/>
          <ac:spMkLst>
            <pc:docMk/>
            <pc:sldMk cId="161344285" sldId="6199"/>
            <ac:spMk id="5" creationId="{0589B3F4-41EB-44B5-8908-F4B6A58B1E5B}"/>
          </ac:spMkLst>
        </pc:spChg>
        <pc:spChg chg="mod">
          <ac:chgData name="Banerjee, Rajeswar" userId="b4ff5a26-7e17-4c5f-975b-d63f3f91df5b" providerId="ADAL" clId="{13A75D8B-C75E-4E7D-8669-A01C8A3E2AF0}" dt="2022-07-02T14:27:24.464" v="496" actId="2085"/>
          <ac:spMkLst>
            <pc:docMk/>
            <pc:sldMk cId="161344285" sldId="6199"/>
            <ac:spMk id="6" creationId="{78F4E7FD-1218-419A-BDAC-61D2864FCEF2}"/>
          </ac:spMkLst>
        </pc:spChg>
        <pc:spChg chg="mod">
          <ac:chgData name="Banerjee, Rajeswar" userId="b4ff5a26-7e17-4c5f-975b-d63f3f91df5b" providerId="ADAL" clId="{13A75D8B-C75E-4E7D-8669-A01C8A3E2AF0}" dt="2022-07-02T14:28:02.557" v="501" actId="2085"/>
          <ac:spMkLst>
            <pc:docMk/>
            <pc:sldMk cId="161344285" sldId="6199"/>
            <ac:spMk id="16" creationId="{954C15CE-8E6C-4939-A521-522C15C8F738}"/>
          </ac:spMkLst>
        </pc:spChg>
        <pc:spChg chg="mod">
          <ac:chgData name="Banerjee, Rajeswar" userId="b4ff5a26-7e17-4c5f-975b-d63f3f91df5b" providerId="ADAL" clId="{13A75D8B-C75E-4E7D-8669-A01C8A3E2AF0}" dt="2022-07-02T14:28:07.592" v="503" actId="2085"/>
          <ac:spMkLst>
            <pc:docMk/>
            <pc:sldMk cId="161344285" sldId="6199"/>
            <ac:spMk id="19" creationId="{52D3F832-36A2-467C-908F-AC916E829F59}"/>
          </ac:spMkLst>
        </pc:spChg>
        <pc:spChg chg="mod">
          <ac:chgData name="Banerjee, Rajeswar" userId="b4ff5a26-7e17-4c5f-975b-d63f3f91df5b" providerId="ADAL" clId="{13A75D8B-C75E-4E7D-8669-A01C8A3E2AF0}" dt="2022-07-02T14:28:11.894" v="505" actId="2085"/>
          <ac:spMkLst>
            <pc:docMk/>
            <pc:sldMk cId="161344285" sldId="6199"/>
            <ac:spMk id="24" creationId="{390B2912-AF61-461C-9A6E-A7F28BCDFEAD}"/>
          </ac:spMkLst>
        </pc:spChg>
      </pc:sldChg>
    </pc:docChg>
  </pc:docChgLst>
  <pc:docChgLst>
    <pc:chgData name="Singh, Sunny" userId="S::ssingh4@deloitte.com::6823f1f4-71ba-4b00-ab83-ce4ca41a9632" providerId="AD" clId="Web-{6CE66723-6461-4960-B164-3BA8457CFD52}"/>
    <pc:docChg chg="modSld">
      <pc:chgData name="Singh, Sunny" userId="S::ssingh4@deloitte.com::6823f1f4-71ba-4b00-ab83-ce4ca41a9632" providerId="AD" clId="Web-{6CE66723-6461-4960-B164-3BA8457CFD52}" dt="2022-08-31T16:11:34.416" v="2" actId="1076"/>
      <pc:docMkLst>
        <pc:docMk/>
      </pc:docMkLst>
      <pc:sldChg chg="addSp delSp modSp">
        <pc:chgData name="Singh, Sunny" userId="S::ssingh4@deloitte.com::6823f1f4-71ba-4b00-ab83-ce4ca41a9632" providerId="AD" clId="Web-{6CE66723-6461-4960-B164-3BA8457CFD52}" dt="2022-08-31T16:11:34.416" v="2" actId="1076"/>
        <pc:sldMkLst>
          <pc:docMk/>
          <pc:sldMk cId="4088684023" sldId="6225"/>
        </pc:sldMkLst>
        <pc:grpChg chg="add del mod">
          <ac:chgData name="Singh, Sunny" userId="S::ssingh4@deloitte.com::6823f1f4-71ba-4b00-ab83-ce4ca41a9632" providerId="AD" clId="Web-{6CE66723-6461-4960-B164-3BA8457CFD52}" dt="2022-08-31T16:11:34.416" v="2" actId="1076"/>
          <ac:grpSpMkLst>
            <pc:docMk/>
            <pc:sldMk cId="4088684023" sldId="6225"/>
            <ac:grpSpMk id="30" creationId="{889BF5C8-5FD1-4E82-8074-5DE59624458E}"/>
          </ac:grpSpMkLst>
        </pc:grpChg>
      </pc:sldChg>
    </pc:docChg>
  </pc:docChgLst>
  <pc:docChgLst>
    <pc:chgData name="Banerjee, Rajeswar" userId="b4ff5a26-7e17-4c5f-975b-d63f3f91df5b" providerId="ADAL" clId="{6B8F4DCF-E6D5-493D-82D8-EFF41A1F57A5}"/>
    <pc:docChg chg="custSel addSld delSld modSld">
      <pc:chgData name="Banerjee, Rajeswar" userId="b4ff5a26-7e17-4c5f-975b-d63f3f91df5b" providerId="ADAL" clId="{6B8F4DCF-E6D5-493D-82D8-EFF41A1F57A5}" dt="2022-07-02T20:02:25.910" v="19" actId="1036"/>
      <pc:docMkLst>
        <pc:docMk/>
      </pc:docMkLst>
      <pc:sldChg chg="del">
        <pc:chgData name="Banerjee, Rajeswar" userId="b4ff5a26-7e17-4c5f-975b-d63f3f91df5b" providerId="ADAL" clId="{6B8F4DCF-E6D5-493D-82D8-EFF41A1F57A5}" dt="2022-07-02T20:00:27.865" v="1" actId="47"/>
        <pc:sldMkLst>
          <pc:docMk/>
          <pc:sldMk cId="3709311350" sldId="624"/>
        </pc:sldMkLst>
      </pc:sldChg>
      <pc:sldChg chg="delSp modSp add mod">
        <pc:chgData name="Banerjee, Rajeswar" userId="b4ff5a26-7e17-4c5f-975b-d63f3f91df5b" providerId="ADAL" clId="{6B8F4DCF-E6D5-493D-82D8-EFF41A1F57A5}" dt="2022-07-02T20:02:25.910" v="19" actId="1036"/>
        <pc:sldMkLst>
          <pc:docMk/>
          <pc:sldMk cId="3031323895" sldId="6194"/>
        </pc:sldMkLst>
        <pc:spChg chg="del mod">
          <ac:chgData name="Banerjee, Rajeswar" userId="b4ff5a26-7e17-4c5f-975b-d63f3f91df5b" providerId="ADAL" clId="{6B8F4DCF-E6D5-493D-82D8-EFF41A1F57A5}" dt="2022-07-02T20:00:38.280" v="3" actId="478"/>
          <ac:spMkLst>
            <pc:docMk/>
            <pc:sldMk cId="3031323895" sldId="6194"/>
            <ac:spMk id="4" creationId="{498ABFF3-40E3-4F47-9A1D-87E681E5C461}"/>
          </ac:spMkLst>
        </pc:spChg>
        <pc:spChg chg="mod">
          <ac:chgData name="Banerjee, Rajeswar" userId="b4ff5a26-7e17-4c5f-975b-d63f3f91df5b" providerId="ADAL" clId="{6B8F4DCF-E6D5-493D-82D8-EFF41A1F57A5}" dt="2022-07-02T20:02:25.910" v="19" actId="1036"/>
          <ac:spMkLst>
            <pc:docMk/>
            <pc:sldMk cId="3031323895" sldId="6194"/>
            <ac:spMk id="7" creationId="{A91E7590-8FE8-4CD8-815B-AA38D6DF3C88}"/>
          </ac:spMkLst>
        </pc:spChg>
        <pc:spChg chg="mod">
          <ac:chgData name="Banerjee, Rajeswar" userId="b4ff5a26-7e17-4c5f-975b-d63f3f91df5b" providerId="ADAL" clId="{6B8F4DCF-E6D5-493D-82D8-EFF41A1F57A5}" dt="2022-07-02T20:01:05.829" v="7" actId="14100"/>
          <ac:spMkLst>
            <pc:docMk/>
            <pc:sldMk cId="3031323895" sldId="6194"/>
            <ac:spMk id="10" creationId="{7E094FE7-FF8B-43C0-B040-C7E4BE89C363}"/>
          </ac:spMkLst>
        </pc:spChg>
        <pc:spChg chg="del mod">
          <ac:chgData name="Banerjee, Rajeswar" userId="b4ff5a26-7e17-4c5f-975b-d63f3f91df5b" providerId="ADAL" clId="{6B8F4DCF-E6D5-493D-82D8-EFF41A1F57A5}" dt="2022-07-02T20:02:16.597" v="13" actId="478"/>
          <ac:spMkLst>
            <pc:docMk/>
            <pc:sldMk cId="3031323895" sldId="6194"/>
            <ac:spMk id="33" creationId="{9337A062-E903-451D-8B69-59EDE78594F8}"/>
          </ac:spMkLst>
        </pc:spChg>
        <pc:cxnChg chg="del mod">
          <ac:chgData name="Banerjee, Rajeswar" userId="b4ff5a26-7e17-4c5f-975b-d63f3f91df5b" providerId="ADAL" clId="{6B8F4DCF-E6D5-493D-82D8-EFF41A1F57A5}" dt="2022-07-02T20:02:19.099" v="15" actId="478"/>
          <ac:cxnSpMkLst>
            <pc:docMk/>
            <pc:sldMk cId="3031323895" sldId="6194"/>
            <ac:cxnSpMk id="32" creationId="{4958CEAF-A3B6-41EB-BF5E-B2827D062454}"/>
          </ac:cxnSpMkLst>
        </pc:cxnChg>
      </pc:sldChg>
      <pc:sldChg chg="delSp modSp add mod">
        <pc:chgData name="Banerjee, Rajeswar" userId="b4ff5a26-7e17-4c5f-975b-d63f3f91df5b" providerId="ADAL" clId="{6B8F4DCF-E6D5-493D-82D8-EFF41A1F57A5}" dt="2022-07-02T20:01:42.125" v="11" actId="3062"/>
        <pc:sldMkLst>
          <pc:docMk/>
          <pc:sldMk cId="3171069382" sldId="6205"/>
        </pc:sldMkLst>
        <pc:spChg chg="del mod">
          <ac:chgData name="Banerjee, Rajeswar" userId="b4ff5a26-7e17-4c5f-975b-d63f3f91df5b" providerId="ADAL" clId="{6B8F4DCF-E6D5-493D-82D8-EFF41A1F57A5}" dt="2022-07-02T20:00:42.210" v="5" actId="478"/>
          <ac:spMkLst>
            <pc:docMk/>
            <pc:sldMk cId="3171069382" sldId="6205"/>
            <ac:spMk id="4" creationId="{498ABFF3-40E3-4F47-9A1D-87E681E5C461}"/>
          </ac:spMkLst>
        </pc:spChg>
        <pc:graphicFrameChg chg="mod modGraphic">
          <ac:chgData name="Banerjee, Rajeswar" userId="b4ff5a26-7e17-4c5f-975b-d63f3f91df5b" providerId="ADAL" clId="{6B8F4DCF-E6D5-493D-82D8-EFF41A1F57A5}" dt="2022-07-02T20:01:42.125" v="11" actId="3062"/>
          <ac:graphicFrameMkLst>
            <pc:docMk/>
            <pc:sldMk cId="3171069382" sldId="6205"/>
            <ac:graphicFrameMk id="109" creationId="{C536435A-369C-4266-918F-7F362977EB40}"/>
          </ac:graphicFrameMkLst>
        </pc:graphicFrameChg>
      </pc:sldChg>
    </pc:docChg>
  </pc:docChgLst>
  <pc:docChgLst>
    <pc:chgData name="Mitra, Sayan" userId="5f9b069e-390c-41f3-af3f-6bd4b0fb9710" providerId="ADAL" clId="{603CB73D-5ABF-4B35-AB35-B8B719F0AA85}"/>
    <pc:docChg chg="undo redo custSel addSld delSld modSld sldOrd modMainMaster">
      <pc:chgData name="Mitra, Sayan" userId="5f9b069e-390c-41f3-af3f-6bd4b0fb9710" providerId="ADAL" clId="{603CB73D-5ABF-4B35-AB35-B8B719F0AA85}" dt="2022-07-04T17:29:50.370" v="14622" actId="20577"/>
      <pc:docMkLst>
        <pc:docMk/>
      </pc:docMkLst>
      <pc:sldChg chg="addSp delSp modSp del mod">
        <pc:chgData name="Mitra, Sayan" userId="5f9b069e-390c-41f3-af3f-6bd4b0fb9710" providerId="ADAL" clId="{603CB73D-5ABF-4B35-AB35-B8B719F0AA85}" dt="2022-07-04T10:34:29.649" v="14231" actId="47"/>
        <pc:sldMkLst>
          <pc:docMk/>
          <pc:sldMk cId="0" sldId="260"/>
        </pc:sldMkLst>
        <pc:spChg chg="add mod">
          <ac:chgData name="Mitra, Sayan" userId="5f9b069e-390c-41f3-af3f-6bd4b0fb9710" providerId="ADAL" clId="{603CB73D-5ABF-4B35-AB35-B8B719F0AA85}" dt="2022-07-02T17:00:27.672" v="3494" actId="14100"/>
          <ac:spMkLst>
            <pc:docMk/>
            <pc:sldMk cId="0" sldId="260"/>
            <ac:spMk id="3" creationId="{30688C3C-B5CE-40DD-BE6A-3148EAA334DB}"/>
          </ac:spMkLst>
        </pc:spChg>
        <pc:spChg chg="mod">
          <ac:chgData name="Mitra, Sayan" userId="5f9b069e-390c-41f3-af3f-6bd4b0fb9710" providerId="ADAL" clId="{603CB73D-5ABF-4B35-AB35-B8B719F0AA85}" dt="2022-07-02T16:49:47.804" v="3323" actId="27803"/>
          <ac:spMkLst>
            <pc:docMk/>
            <pc:sldMk cId="0" sldId="260"/>
            <ac:spMk id="7" creationId="{93770A00-3113-4235-BA8F-F90F5B2C52D3}"/>
          </ac:spMkLst>
        </pc:spChg>
        <pc:spChg chg="mod">
          <ac:chgData name="Mitra, Sayan" userId="5f9b069e-390c-41f3-af3f-6bd4b0fb9710" providerId="ADAL" clId="{603CB73D-5ABF-4B35-AB35-B8B719F0AA85}" dt="2022-07-02T16:50:45.991" v="3336" actId="207"/>
          <ac:spMkLst>
            <pc:docMk/>
            <pc:sldMk cId="0" sldId="260"/>
            <ac:spMk id="8" creationId="{0D2F0007-E5B9-4B93-B9F5-5E16CD39B5B7}"/>
          </ac:spMkLst>
        </pc:spChg>
        <pc:spChg chg="add mod ord">
          <ac:chgData name="Mitra, Sayan" userId="5f9b069e-390c-41f3-af3f-6bd4b0fb9710" providerId="ADAL" clId="{603CB73D-5ABF-4B35-AB35-B8B719F0AA85}" dt="2022-07-02T16:55:49.862" v="3447" actId="167"/>
          <ac:spMkLst>
            <pc:docMk/>
            <pc:sldMk cId="0" sldId="260"/>
            <ac:spMk id="11" creationId="{00762CBF-892A-402B-BA0E-F7255CE4A24E}"/>
          </ac:spMkLst>
        </pc:spChg>
        <pc:spChg chg="del mod">
          <ac:chgData name="Mitra, Sayan" userId="5f9b069e-390c-41f3-af3f-6bd4b0fb9710" providerId="ADAL" clId="{603CB73D-5ABF-4B35-AB35-B8B719F0AA85}" dt="2022-07-02T17:00:43.103" v="3496" actId="478"/>
          <ac:spMkLst>
            <pc:docMk/>
            <pc:sldMk cId="0" sldId="260"/>
            <ac:spMk id="22" creationId="{00000000-0000-0000-0000-000000000000}"/>
          </ac:spMkLst>
        </pc:spChg>
        <pc:spChg chg="mod">
          <ac:chgData name="Mitra, Sayan" userId="5f9b069e-390c-41f3-af3f-6bd4b0fb9710" providerId="ADAL" clId="{603CB73D-5ABF-4B35-AB35-B8B719F0AA85}" dt="2022-07-02T16:59:27.922" v="3491" actId="313"/>
          <ac:spMkLst>
            <pc:docMk/>
            <pc:sldMk cId="0" sldId="260"/>
            <ac:spMk id="63" creationId="{C1663F23-E644-4C09-AC17-ACFE93CCAD00}"/>
          </ac:spMkLst>
        </pc:spChg>
        <pc:spChg chg="add del mod">
          <ac:chgData name="Mitra, Sayan" userId="5f9b069e-390c-41f3-af3f-6bd4b0fb9710" providerId="ADAL" clId="{603CB73D-5ABF-4B35-AB35-B8B719F0AA85}" dt="2022-07-02T16:54:05.825" v="3435" actId="478"/>
          <ac:spMkLst>
            <pc:docMk/>
            <pc:sldMk cId="0" sldId="260"/>
            <ac:spMk id="66" creationId="{D86B68F1-7121-4275-AFA8-B2BCF37094AA}"/>
          </ac:spMkLst>
        </pc:spChg>
        <pc:spChg chg="mod">
          <ac:chgData name="Mitra, Sayan" userId="5f9b069e-390c-41f3-af3f-6bd4b0fb9710" providerId="ADAL" clId="{603CB73D-5ABF-4B35-AB35-B8B719F0AA85}" dt="2022-07-02T16:57:29.468" v="3481" actId="12788"/>
          <ac:spMkLst>
            <pc:docMk/>
            <pc:sldMk cId="0" sldId="260"/>
            <ac:spMk id="67" creationId="{8D8F6903-AF4D-47AE-BB1D-645253284DE6}"/>
          </ac:spMkLst>
        </pc:spChg>
        <pc:spChg chg="del mod">
          <ac:chgData name="Mitra, Sayan" userId="5f9b069e-390c-41f3-af3f-6bd4b0fb9710" providerId="ADAL" clId="{603CB73D-5ABF-4B35-AB35-B8B719F0AA85}" dt="2022-07-02T16:59:47.424" v="3492" actId="478"/>
          <ac:spMkLst>
            <pc:docMk/>
            <pc:sldMk cId="0" sldId="260"/>
            <ac:spMk id="82" creationId="{858E6F79-A613-4AA1-99C1-E01BE33916F0}"/>
          </ac:spMkLst>
        </pc:spChg>
        <pc:spChg chg="del">
          <ac:chgData name="Mitra, Sayan" userId="5f9b069e-390c-41f3-af3f-6bd4b0fb9710" providerId="ADAL" clId="{603CB73D-5ABF-4B35-AB35-B8B719F0AA85}" dt="2022-07-02T16:59:47.424" v="3492" actId="478"/>
          <ac:spMkLst>
            <pc:docMk/>
            <pc:sldMk cId="0" sldId="260"/>
            <ac:spMk id="103" creationId="{89462BFB-C678-4672-A436-FD2DE16E2422}"/>
          </ac:spMkLst>
        </pc:spChg>
        <pc:spChg chg="mod">
          <ac:chgData name="Mitra, Sayan" userId="5f9b069e-390c-41f3-af3f-6bd4b0fb9710" providerId="ADAL" clId="{603CB73D-5ABF-4B35-AB35-B8B719F0AA85}" dt="2022-07-02T16:57:29.468" v="3481" actId="12788"/>
          <ac:spMkLst>
            <pc:docMk/>
            <pc:sldMk cId="0" sldId="260"/>
            <ac:spMk id="104" creationId="{64B48B72-E47B-43A2-8B89-EE83804E379D}"/>
          </ac:spMkLst>
        </pc:spChg>
        <pc:spChg chg="del mod">
          <ac:chgData name="Mitra, Sayan" userId="5f9b069e-390c-41f3-af3f-6bd4b0fb9710" providerId="ADAL" clId="{603CB73D-5ABF-4B35-AB35-B8B719F0AA85}" dt="2022-07-02T16:59:47.424" v="3492" actId="478"/>
          <ac:spMkLst>
            <pc:docMk/>
            <pc:sldMk cId="0" sldId="260"/>
            <ac:spMk id="105" creationId="{A18E19EC-891F-4CD8-A748-E17C8C387D8C}"/>
          </ac:spMkLst>
        </pc:spChg>
        <pc:spChg chg="del">
          <ac:chgData name="Mitra, Sayan" userId="5f9b069e-390c-41f3-af3f-6bd4b0fb9710" providerId="ADAL" clId="{603CB73D-5ABF-4B35-AB35-B8B719F0AA85}" dt="2022-07-02T16:55:56.468" v="3448" actId="478"/>
          <ac:spMkLst>
            <pc:docMk/>
            <pc:sldMk cId="0" sldId="260"/>
            <ac:spMk id="110" creationId="{0E8C0761-CEBE-4447-8CEC-7FC8C82B1C58}"/>
          </ac:spMkLst>
        </pc:spChg>
        <pc:spChg chg="mod">
          <ac:chgData name="Mitra, Sayan" userId="5f9b069e-390c-41f3-af3f-6bd4b0fb9710" providerId="ADAL" clId="{603CB73D-5ABF-4B35-AB35-B8B719F0AA85}" dt="2022-07-02T16:57:29.468" v="3481" actId="12788"/>
          <ac:spMkLst>
            <pc:docMk/>
            <pc:sldMk cId="0" sldId="260"/>
            <ac:spMk id="117" creationId="{42EC8AC3-0A20-42DB-B2C1-B821B3F9D68C}"/>
          </ac:spMkLst>
        </pc:spChg>
        <pc:spChg chg="mod">
          <ac:chgData name="Mitra, Sayan" userId="5f9b069e-390c-41f3-af3f-6bd4b0fb9710" providerId="ADAL" clId="{603CB73D-5ABF-4B35-AB35-B8B719F0AA85}" dt="2022-07-02T16:57:29.468" v="3481" actId="12788"/>
          <ac:spMkLst>
            <pc:docMk/>
            <pc:sldMk cId="0" sldId="260"/>
            <ac:spMk id="118" creationId="{0A1BA352-AB33-4A06-B96D-9298F668CF9A}"/>
          </ac:spMkLst>
        </pc:spChg>
        <pc:spChg chg="mod">
          <ac:chgData name="Mitra, Sayan" userId="5f9b069e-390c-41f3-af3f-6bd4b0fb9710" providerId="ADAL" clId="{603CB73D-5ABF-4B35-AB35-B8B719F0AA85}" dt="2022-07-02T16:57:41.710" v="3484" actId="552"/>
          <ac:spMkLst>
            <pc:docMk/>
            <pc:sldMk cId="0" sldId="260"/>
            <ac:spMk id="120" creationId="{C7B1C4FD-E95B-4A33-BD45-8B6B2BEF9D61}"/>
          </ac:spMkLst>
        </pc:spChg>
        <pc:spChg chg="mod">
          <ac:chgData name="Mitra, Sayan" userId="5f9b069e-390c-41f3-af3f-6bd4b0fb9710" providerId="ADAL" clId="{603CB73D-5ABF-4B35-AB35-B8B719F0AA85}" dt="2022-07-02T16:57:41.710" v="3484" actId="552"/>
          <ac:spMkLst>
            <pc:docMk/>
            <pc:sldMk cId="0" sldId="260"/>
            <ac:spMk id="121" creationId="{DF68C146-C461-4FA5-8FB6-973C6A450CD1}"/>
          </ac:spMkLst>
        </pc:spChg>
        <pc:spChg chg="mod">
          <ac:chgData name="Mitra, Sayan" userId="5f9b069e-390c-41f3-af3f-6bd4b0fb9710" providerId="ADAL" clId="{603CB73D-5ABF-4B35-AB35-B8B719F0AA85}" dt="2022-07-02T16:57:29.468" v="3481" actId="12788"/>
          <ac:spMkLst>
            <pc:docMk/>
            <pc:sldMk cId="0" sldId="260"/>
            <ac:spMk id="122" creationId="{EC6B0D73-6856-40BE-A5CC-3331FE2543C7}"/>
          </ac:spMkLst>
        </pc:spChg>
        <pc:spChg chg="mod">
          <ac:chgData name="Mitra, Sayan" userId="5f9b069e-390c-41f3-af3f-6bd4b0fb9710" providerId="ADAL" clId="{603CB73D-5ABF-4B35-AB35-B8B719F0AA85}" dt="2022-07-02T16:57:41.710" v="3484" actId="552"/>
          <ac:spMkLst>
            <pc:docMk/>
            <pc:sldMk cId="0" sldId="260"/>
            <ac:spMk id="125" creationId="{46A0216B-6A55-4A3F-BC03-AC53460CFBF5}"/>
          </ac:spMkLst>
        </pc:spChg>
        <pc:spChg chg="mod">
          <ac:chgData name="Mitra, Sayan" userId="5f9b069e-390c-41f3-af3f-6bd4b0fb9710" providerId="ADAL" clId="{603CB73D-5ABF-4B35-AB35-B8B719F0AA85}" dt="2022-07-02T16:57:29.468" v="3481" actId="12788"/>
          <ac:spMkLst>
            <pc:docMk/>
            <pc:sldMk cId="0" sldId="260"/>
            <ac:spMk id="137" creationId="{CCA43F8A-BEB8-449F-94A7-3CDBBF8841E4}"/>
          </ac:spMkLst>
        </pc:spChg>
        <pc:spChg chg="add del mod">
          <ac:chgData name="Mitra, Sayan" userId="5f9b069e-390c-41f3-af3f-6bd4b0fb9710" providerId="ADAL" clId="{603CB73D-5ABF-4B35-AB35-B8B719F0AA85}" dt="2022-07-02T16:47:54.618" v="3274" actId="478"/>
          <ac:spMkLst>
            <pc:docMk/>
            <pc:sldMk cId="0" sldId="260"/>
            <ac:spMk id="145" creationId="{CBF89692-E65E-4BFE-A8F3-CF704A61F389}"/>
          </ac:spMkLst>
        </pc:spChg>
        <pc:spChg chg="del">
          <ac:chgData name="Mitra, Sayan" userId="5f9b069e-390c-41f3-af3f-6bd4b0fb9710" providerId="ADAL" clId="{603CB73D-5ABF-4B35-AB35-B8B719F0AA85}" dt="2022-07-02T16:56:00.624" v="3449" actId="478"/>
          <ac:spMkLst>
            <pc:docMk/>
            <pc:sldMk cId="0" sldId="260"/>
            <ac:spMk id="149" creationId="{F24DA8F6-7EF1-43E7-8979-DD0DE909CC5B}"/>
          </ac:spMkLst>
        </pc:spChg>
        <pc:spChg chg="del">
          <ac:chgData name="Mitra, Sayan" userId="5f9b069e-390c-41f3-af3f-6bd4b0fb9710" providerId="ADAL" clId="{603CB73D-5ABF-4B35-AB35-B8B719F0AA85}" dt="2022-07-02T16:42:03.329" v="3227" actId="478"/>
          <ac:spMkLst>
            <pc:docMk/>
            <pc:sldMk cId="0" sldId="260"/>
            <ac:spMk id="167" creationId="{48509B84-2D33-4F34-82D9-09B2B1CAC315}"/>
          </ac:spMkLst>
        </pc:spChg>
        <pc:spChg chg="del">
          <ac:chgData name="Mitra, Sayan" userId="5f9b069e-390c-41f3-af3f-6bd4b0fb9710" providerId="ADAL" clId="{603CB73D-5ABF-4B35-AB35-B8B719F0AA85}" dt="2022-07-02T16:42:11.452" v="3230" actId="478"/>
          <ac:spMkLst>
            <pc:docMk/>
            <pc:sldMk cId="0" sldId="260"/>
            <ac:spMk id="168" creationId="{62E39275-41F9-4242-90DD-F4553ABE0C0F}"/>
          </ac:spMkLst>
        </pc:spChg>
        <pc:spChg chg="del">
          <ac:chgData name="Mitra, Sayan" userId="5f9b069e-390c-41f3-af3f-6bd4b0fb9710" providerId="ADAL" clId="{603CB73D-5ABF-4B35-AB35-B8B719F0AA85}" dt="2022-07-02T16:42:15.333" v="3231" actId="478"/>
          <ac:spMkLst>
            <pc:docMk/>
            <pc:sldMk cId="0" sldId="260"/>
            <ac:spMk id="169" creationId="{596DA6FF-63F8-4236-9915-4A869F962E09}"/>
          </ac:spMkLst>
        </pc:spChg>
        <pc:spChg chg="del">
          <ac:chgData name="Mitra, Sayan" userId="5f9b069e-390c-41f3-af3f-6bd4b0fb9710" providerId="ADAL" clId="{603CB73D-5ABF-4B35-AB35-B8B719F0AA85}" dt="2022-07-02T16:42:53.745" v="3241" actId="478"/>
          <ac:spMkLst>
            <pc:docMk/>
            <pc:sldMk cId="0" sldId="260"/>
            <ac:spMk id="170" creationId="{AC38C239-60EB-4127-8722-DC117C7112DD}"/>
          </ac:spMkLst>
        </pc:spChg>
        <pc:spChg chg="del">
          <ac:chgData name="Mitra, Sayan" userId="5f9b069e-390c-41f3-af3f-6bd4b0fb9710" providerId="ADAL" clId="{603CB73D-5ABF-4B35-AB35-B8B719F0AA85}" dt="2022-07-02T16:43:00.974" v="3244" actId="478"/>
          <ac:spMkLst>
            <pc:docMk/>
            <pc:sldMk cId="0" sldId="260"/>
            <ac:spMk id="171" creationId="{257C8B95-FA0A-43E6-85F9-74363DC1315C}"/>
          </ac:spMkLst>
        </pc:spChg>
        <pc:spChg chg="add mod ord">
          <ac:chgData name="Mitra, Sayan" userId="5f9b069e-390c-41f3-af3f-6bd4b0fb9710" providerId="ADAL" clId="{603CB73D-5ABF-4B35-AB35-B8B719F0AA85}" dt="2022-07-02T16:58:24.945" v="3486" actId="207"/>
          <ac:spMkLst>
            <pc:docMk/>
            <pc:sldMk cId="0" sldId="260"/>
            <ac:spMk id="179" creationId="{C0957C0D-6B45-48B2-80BB-C3EAEEDD134F}"/>
          </ac:spMkLst>
        </pc:spChg>
        <pc:grpChg chg="del mod">
          <ac:chgData name="Mitra, Sayan" userId="5f9b069e-390c-41f3-af3f-6bd4b0fb9710" providerId="ADAL" clId="{603CB73D-5ABF-4B35-AB35-B8B719F0AA85}" dt="2022-07-03T14:11:59.099" v="9030" actId="478"/>
          <ac:grpSpMkLst>
            <pc:docMk/>
            <pc:sldMk cId="0" sldId="260"/>
            <ac:grpSpMk id="190" creationId="{FD87DDA2-8FB9-4FE3-9032-D2382262D085}"/>
          </ac:grpSpMkLst>
        </pc:grpChg>
        <pc:picChg chg="add del mod">
          <ac:chgData name="Mitra, Sayan" userId="5f9b069e-390c-41f3-af3f-6bd4b0fb9710" providerId="ADAL" clId="{603CB73D-5ABF-4B35-AB35-B8B719F0AA85}" dt="2022-07-02T16:50:17.532" v="3327" actId="27803"/>
          <ac:picMkLst>
            <pc:docMk/>
            <pc:sldMk cId="0" sldId="260"/>
            <ac:picMk id="6" creationId="{983AFFB1-A194-427E-959C-75D6E7C6FFC9}"/>
          </ac:picMkLst>
        </pc:picChg>
        <pc:cxnChg chg="del">
          <ac:chgData name="Mitra, Sayan" userId="5f9b069e-390c-41f3-af3f-6bd4b0fb9710" providerId="ADAL" clId="{603CB73D-5ABF-4B35-AB35-B8B719F0AA85}" dt="2022-07-02T16:53:26.978" v="3421" actId="478"/>
          <ac:cxnSpMkLst>
            <pc:docMk/>
            <pc:sldMk cId="0" sldId="260"/>
            <ac:cxnSpMk id="23" creationId="{8908C150-1110-4D96-A167-081D91212343}"/>
          </ac:cxnSpMkLst>
        </pc:cxnChg>
        <pc:cxnChg chg="del">
          <ac:chgData name="Mitra, Sayan" userId="5f9b069e-390c-41f3-af3f-6bd4b0fb9710" providerId="ADAL" clId="{603CB73D-5ABF-4B35-AB35-B8B719F0AA85}" dt="2022-07-02T16:59:51.019" v="3493" actId="478"/>
          <ac:cxnSpMkLst>
            <pc:docMk/>
            <pc:sldMk cId="0" sldId="260"/>
            <ac:cxnSpMk id="45" creationId="{FAB4C8D8-7037-4EB2-93D6-F2238FE21701}"/>
          </ac:cxnSpMkLst>
        </pc:cxnChg>
        <pc:cxnChg chg="add del">
          <ac:chgData name="Mitra, Sayan" userId="5f9b069e-390c-41f3-af3f-6bd4b0fb9710" providerId="ADAL" clId="{603CB73D-5ABF-4B35-AB35-B8B719F0AA85}" dt="2022-07-02T16:54:06.087" v="3436" actId="478"/>
          <ac:cxnSpMkLst>
            <pc:docMk/>
            <pc:sldMk cId="0" sldId="260"/>
            <ac:cxnSpMk id="108" creationId="{724C0380-F0E2-456F-B0F2-48CFE4AA440A}"/>
          </ac:cxnSpMkLst>
        </pc:cxnChg>
        <pc:cxnChg chg="del">
          <ac:chgData name="Mitra, Sayan" userId="5f9b069e-390c-41f3-af3f-6bd4b0fb9710" providerId="ADAL" clId="{603CB73D-5ABF-4B35-AB35-B8B719F0AA85}" dt="2022-07-02T16:42:03.329" v="3227" actId="478"/>
          <ac:cxnSpMkLst>
            <pc:docMk/>
            <pc:sldMk cId="0" sldId="260"/>
            <ac:cxnSpMk id="127" creationId="{44A7A12B-5DDE-4848-9D52-B23675052853}"/>
          </ac:cxnSpMkLst>
        </pc:cxnChg>
        <pc:cxnChg chg="del">
          <ac:chgData name="Mitra, Sayan" userId="5f9b069e-390c-41f3-af3f-6bd4b0fb9710" providerId="ADAL" clId="{603CB73D-5ABF-4B35-AB35-B8B719F0AA85}" dt="2022-07-02T16:42:57.541" v="3243" actId="478"/>
          <ac:cxnSpMkLst>
            <pc:docMk/>
            <pc:sldMk cId="0" sldId="260"/>
            <ac:cxnSpMk id="130" creationId="{8459119B-2228-42A8-8BC6-478D2A4F5DDC}"/>
          </ac:cxnSpMkLst>
        </pc:cxnChg>
        <pc:cxnChg chg="del">
          <ac:chgData name="Mitra, Sayan" userId="5f9b069e-390c-41f3-af3f-6bd4b0fb9710" providerId="ADAL" clId="{603CB73D-5ABF-4B35-AB35-B8B719F0AA85}" dt="2022-07-02T16:42:18.040" v="3232" actId="478"/>
          <ac:cxnSpMkLst>
            <pc:docMk/>
            <pc:sldMk cId="0" sldId="260"/>
            <ac:cxnSpMk id="132" creationId="{D7750F9B-5BFF-446C-A619-9D9A6EFE50DF}"/>
          </ac:cxnSpMkLst>
        </pc:cxnChg>
        <pc:cxnChg chg="del">
          <ac:chgData name="Mitra, Sayan" userId="5f9b069e-390c-41f3-af3f-6bd4b0fb9710" providerId="ADAL" clId="{603CB73D-5ABF-4B35-AB35-B8B719F0AA85}" dt="2022-07-02T16:42:53.745" v="3241" actId="478"/>
          <ac:cxnSpMkLst>
            <pc:docMk/>
            <pc:sldMk cId="0" sldId="260"/>
            <ac:cxnSpMk id="133" creationId="{C034A334-10E5-44A0-9BE7-65FB9B886DD5}"/>
          </ac:cxnSpMkLst>
        </pc:cxnChg>
        <pc:cxnChg chg="del">
          <ac:chgData name="Mitra, Sayan" userId="5f9b069e-390c-41f3-af3f-6bd4b0fb9710" providerId="ADAL" clId="{603CB73D-5ABF-4B35-AB35-B8B719F0AA85}" dt="2022-07-02T16:42:55.355" v="3242" actId="478"/>
          <ac:cxnSpMkLst>
            <pc:docMk/>
            <pc:sldMk cId="0" sldId="260"/>
            <ac:cxnSpMk id="139" creationId="{93F48A33-4B16-46B7-9AC2-2D19ADA88AF2}"/>
          </ac:cxnSpMkLst>
        </pc:cxnChg>
        <pc:cxnChg chg="del">
          <ac:chgData name="Mitra, Sayan" userId="5f9b069e-390c-41f3-af3f-6bd4b0fb9710" providerId="ADAL" clId="{603CB73D-5ABF-4B35-AB35-B8B719F0AA85}" dt="2022-07-02T16:42:41.664" v="3238" actId="478"/>
          <ac:cxnSpMkLst>
            <pc:docMk/>
            <pc:sldMk cId="0" sldId="260"/>
            <ac:cxnSpMk id="140" creationId="{9E245ED3-F660-4DD2-A5BA-F7794EAA647D}"/>
          </ac:cxnSpMkLst>
        </pc:cxnChg>
        <pc:cxnChg chg="add del">
          <ac:chgData name="Mitra, Sayan" userId="5f9b069e-390c-41f3-af3f-6bd4b0fb9710" providerId="ADAL" clId="{603CB73D-5ABF-4B35-AB35-B8B719F0AA85}" dt="2022-07-02T16:42:48.306" v="3240" actId="478"/>
          <ac:cxnSpMkLst>
            <pc:docMk/>
            <pc:sldMk cId="0" sldId="260"/>
            <ac:cxnSpMk id="141" creationId="{9EBF7251-E6F1-459C-AE7A-017266FFBA1B}"/>
          </ac:cxnSpMkLst>
        </pc:cxnChg>
        <pc:cxnChg chg="del">
          <ac:chgData name="Mitra, Sayan" userId="5f9b069e-390c-41f3-af3f-6bd4b0fb9710" providerId="ADAL" clId="{603CB73D-5ABF-4B35-AB35-B8B719F0AA85}" dt="2022-07-02T16:42:45.650" v="3239" actId="478"/>
          <ac:cxnSpMkLst>
            <pc:docMk/>
            <pc:sldMk cId="0" sldId="260"/>
            <ac:cxnSpMk id="142" creationId="{0120B290-1CDF-422D-B890-B3F3CCEC9147}"/>
          </ac:cxnSpMkLst>
        </pc:cxnChg>
        <pc:cxnChg chg="del">
          <ac:chgData name="Mitra, Sayan" userId="5f9b069e-390c-41f3-af3f-6bd4b0fb9710" providerId="ADAL" clId="{603CB73D-5ABF-4B35-AB35-B8B719F0AA85}" dt="2022-07-02T16:43:03.043" v="3245" actId="478"/>
          <ac:cxnSpMkLst>
            <pc:docMk/>
            <pc:sldMk cId="0" sldId="260"/>
            <ac:cxnSpMk id="143" creationId="{8A993C14-289B-4353-8C15-9EDD4AA560EC}"/>
          </ac:cxnSpMkLst>
        </pc:cxnChg>
        <pc:cxnChg chg="del">
          <ac:chgData name="Mitra, Sayan" userId="5f9b069e-390c-41f3-af3f-6bd4b0fb9710" providerId="ADAL" clId="{603CB73D-5ABF-4B35-AB35-B8B719F0AA85}" dt="2022-07-02T16:43:05.104" v="3246" actId="478"/>
          <ac:cxnSpMkLst>
            <pc:docMk/>
            <pc:sldMk cId="0" sldId="260"/>
            <ac:cxnSpMk id="144" creationId="{1069BA3B-3536-4F3B-9C2B-727AD9985950}"/>
          </ac:cxnSpMkLst>
        </pc:cxnChg>
        <pc:cxnChg chg="del">
          <ac:chgData name="Mitra, Sayan" userId="5f9b069e-390c-41f3-af3f-6bd4b0fb9710" providerId="ADAL" clId="{603CB73D-5ABF-4B35-AB35-B8B719F0AA85}" dt="2022-07-02T16:42:30.995" v="3235" actId="478"/>
          <ac:cxnSpMkLst>
            <pc:docMk/>
            <pc:sldMk cId="0" sldId="260"/>
            <ac:cxnSpMk id="148" creationId="{BD940D0B-4E23-4C5A-8BAD-6C5728F2A207}"/>
          </ac:cxnSpMkLst>
        </pc:cxnChg>
        <pc:cxnChg chg="del">
          <ac:chgData name="Mitra, Sayan" userId="5f9b069e-390c-41f3-af3f-6bd4b0fb9710" providerId="ADAL" clId="{603CB73D-5ABF-4B35-AB35-B8B719F0AA85}" dt="2022-07-02T16:42:30.995" v="3235" actId="478"/>
          <ac:cxnSpMkLst>
            <pc:docMk/>
            <pc:sldMk cId="0" sldId="260"/>
            <ac:cxnSpMk id="150" creationId="{01A43B2E-4915-45E5-967C-93921E98B9B2}"/>
          </ac:cxnSpMkLst>
        </pc:cxnChg>
        <pc:cxnChg chg="del">
          <ac:chgData name="Mitra, Sayan" userId="5f9b069e-390c-41f3-af3f-6bd4b0fb9710" providerId="ADAL" clId="{603CB73D-5ABF-4B35-AB35-B8B719F0AA85}" dt="2022-07-02T16:42:39.909" v="3237" actId="478"/>
          <ac:cxnSpMkLst>
            <pc:docMk/>
            <pc:sldMk cId="0" sldId="260"/>
            <ac:cxnSpMk id="152" creationId="{E0E0714A-06E1-485E-834B-F5861A4B9C99}"/>
          </ac:cxnSpMkLst>
        </pc:cxnChg>
        <pc:cxnChg chg="del">
          <ac:chgData name="Mitra, Sayan" userId="5f9b069e-390c-41f3-af3f-6bd4b0fb9710" providerId="ADAL" clId="{603CB73D-5ABF-4B35-AB35-B8B719F0AA85}" dt="2022-07-02T16:42:39.909" v="3237" actId="478"/>
          <ac:cxnSpMkLst>
            <pc:docMk/>
            <pc:sldMk cId="0" sldId="260"/>
            <ac:cxnSpMk id="154" creationId="{602DBD2B-A60D-4235-A403-77C4D8707098}"/>
          </ac:cxnSpMkLst>
        </pc:cxnChg>
        <pc:cxnChg chg="del">
          <ac:chgData name="Mitra, Sayan" userId="5f9b069e-390c-41f3-af3f-6bd4b0fb9710" providerId="ADAL" clId="{603CB73D-5ABF-4B35-AB35-B8B719F0AA85}" dt="2022-07-02T16:42:34.045" v="3236" actId="478"/>
          <ac:cxnSpMkLst>
            <pc:docMk/>
            <pc:sldMk cId="0" sldId="260"/>
            <ac:cxnSpMk id="155" creationId="{6AADC33C-B622-4D90-9D8C-7E38606DBBFC}"/>
          </ac:cxnSpMkLst>
        </pc:cxnChg>
        <pc:cxnChg chg="del">
          <ac:chgData name="Mitra, Sayan" userId="5f9b069e-390c-41f3-af3f-6bd4b0fb9710" providerId="ADAL" clId="{603CB73D-5ABF-4B35-AB35-B8B719F0AA85}" dt="2022-07-02T16:42:05.788" v="3228" actId="478"/>
          <ac:cxnSpMkLst>
            <pc:docMk/>
            <pc:sldMk cId="0" sldId="260"/>
            <ac:cxnSpMk id="161" creationId="{C96662AD-C14E-4BCB-9458-44B54F1B3614}"/>
          </ac:cxnSpMkLst>
        </pc:cxnChg>
        <pc:cxnChg chg="del">
          <ac:chgData name="Mitra, Sayan" userId="5f9b069e-390c-41f3-af3f-6bd4b0fb9710" providerId="ADAL" clId="{603CB73D-5ABF-4B35-AB35-B8B719F0AA85}" dt="2022-07-02T16:42:11.452" v="3230" actId="478"/>
          <ac:cxnSpMkLst>
            <pc:docMk/>
            <pc:sldMk cId="0" sldId="260"/>
            <ac:cxnSpMk id="178" creationId="{022DE0F3-6BD1-4933-AE31-D68456628006}"/>
          </ac:cxnSpMkLst>
        </pc:cxnChg>
        <pc:cxnChg chg="del">
          <ac:chgData name="Mitra, Sayan" userId="5f9b069e-390c-41f3-af3f-6bd4b0fb9710" providerId="ADAL" clId="{603CB73D-5ABF-4B35-AB35-B8B719F0AA85}" dt="2022-07-02T16:56:00.624" v="3449" actId="478"/>
          <ac:cxnSpMkLst>
            <pc:docMk/>
            <pc:sldMk cId="0" sldId="260"/>
            <ac:cxnSpMk id="180" creationId="{24B943AD-D996-4C15-8337-060117B2FF1E}"/>
          </ac:cxnSpMkLst>
        </pc:cxnChg>
        <pc:cxnChg chg="del">
          <ac:chgData name="Mitra, Sayan" userId="5f9b069e-390c-41f3-af3f-6bd4b0fb9710" providerId="ADAL" clId="{603CB73D-5ABF-4B35-AB35-B8B719F0AA85}" dt="2022-07-03T14:11:53.872" v="9029" actId="478"/>
          <ac:cxnSpMkLst>
            <pc:docMk/>
            <pc:sldMk cId="0" sldId="260"/>
            <ac:cxnSpMk id="184" creationId="{CC047D91-D0AD-4657-A436-67D7EC0B6685}"/>
          </ac:cxnSpMkLst>
        </pc:cxnChg>
        <pc:cxnChg chg="del">
          <ac:chgData name="Mitra, Sayan" userId="5f9b069e-390c-41f3-af3f-6bd4b0fb9710" providerId="ADAL" clId="{603CB73D-5ABF-4B35-AB35-B8B719F0AA85}" dt="2022-07-02T16:42:15.333" v="3231" actId="478"/>
          <ac:cxnSpMkLst>
            <pc:docMk/>
            <pc:sldMk cId="0" sldId="260"/>
            <ac:cxnSpMk id="192" creationId="{4FB703EC-9A10-4B79-B629-EBDB773D2C28}"/>
          </ac:cxnSpMkLst>
        </pc:cxnChg>
        <pc:cxnChg chg="del">
          <ac:chgData name="Mitra, Sayan" userId="5f9b069e-390c-41f3-af3f-6bd4b0fb9710" providerId="ADAL" clId="{603CB73D-5ABF-4B35-AB35-B8B719F0AA85}" dt="2022-07-02T16:42:08.201" v="3229" actId="478"/>
          <ac:cxnSpMkLst>
            <pc:docMk/>
            <pc:sldMk cId="0" sldId="260"/>
            <ac:cxnSpMk id="206" creationId="{DD5EE594-3D2A-493D-9BB8-EDDC64C0928F}"/>
          </ac:cxnSpMkLst>
        </pc:cxnChg>
      </pc:sldChg>
      <pc:sldChg chg="del">
        <pc:chgData name="Mitra, Sayan" userId="5f9b069e-390c-41f3-af3f-6bd4b0fb9710" providerId="ADAL" clId="{603CB73D-5ABF-4B35-AB35-B8B719F0AA85}" dt="2022-06-28T16:05:30.457" v="316" actId="47"/>
        <pc:sldMkLst>
          <pc:docMk/>
          <pc:sldMk cId="3091055145" sldId="381"/>
        </pc:sldMkLst>
      </pc:sldChg>
      <pc:sldChg chg="modSp del mod">
        <pc:chgData name="Mitra, Sayan" userId="5f9b069e-390c-41f3-af3f-6bd4b0fb9710" providerId="ADAL" clId="{603CB73D-5ABF-4B35-AB35-B8B719F0AA85}" dt="2022-06-28T16:01:55.084" v="248" actId="47"/>
        <pc:sldMkLst>
          <pc:docMk/>
          <pc:sldMk cId="1354766238" sldId="382"/>
        </pc:sldMkLst>
        <pc:spChg chg="mod">
          <ac:chgData name="Mitra, Sayan" userId="5f9b069e-390c-41f3-af3f-6bd4b0fb9710" providerId="ADAL" clId="{603CB73D-5ABF-4B35-AB35-B8B719F0AA85}" dt="2022-06-28T12:25:41.697" v="8" actId="20577"/>
          <ac:spMkLst>
            <pc:docMk/>
            <pc:sldMk cId="1354766238" sldId="382"/>
            <ac:spMk id="41" creationId="{5E5BF44B-A8F6-47AC-9AE5-5215FCAAB6E7}"/>
          </ac:spMkLst>
        </pc:spChg>
      </pc:sldChg>
      <pc:sldChg chg="del">
        <pc:chgData name="Mitra, Sayan" userId="5f9b069e-390c-41f3-af3f-6bd4b0fb9710" providerId="ADAL" clId="{603CB73D-5ABF-4B35-AB35-B8B719F0AA85}" dt="2022-06-28T12:28:22.633" v="9" actId="47"/>
        <pc:sldMkLst>
          <pc:docMk/>
          <pc:sldMk cId="3212148087" sldId="385"/>
        </pc:sldMkLst>
      </pc:sldChg>
      <pc:sldChg chg="modSp del mod ord">
        <pc:chgData name="Mitra, Sayan" userId="5f9b069e-390c-41f3-af3f-6bd4b0fb9710" providerId="ADAL" clId="{603CB73D-5ABF-4B35-AB35-B8B719F0AA85}" dt="2022-06-28T16:42:28.047" v="804" actId="47"/>
        <pc:sldMkLst>
          <pc:docMk/>
          <pc:sldMk cId="1826934169" sldId="387"/>
        </pc:sldMkLst>
        <pc:spChg chg="mod">
          <ac:chgData name="Mitra, Sayan" userId="5f9b069e-390c-41f3-af3f-6bd4b0fb9710" providerId="ADAL" clId="{603CB73D-5ABF-4B35-AB35-B8B719F0AA85}" dt="2022-06-28T12:38:59.094" v="56" actId="20577"/>
          <ac:spMkLst>
            <pc:docMk/>
            <pc:sldMk cId="1826934169" sldId="387"/>
            <ac:spMk id="56" creationId="{52607AC4-9456-4DA4-8036-BEDFBFC1BA6E}"/>
          </ac:spMkLst>
        </pc:spChg>
      </pc:sldChg>
      <pc:sldChg chg="addSp delSp modSp add del mod modClrScheme chgLayout">
        <pc:chgData name="Mitra, Sayan" userId="5f9b069e-390c-41f3-af3f-6bd4b0fb9710" providerId="ADAL" clId="{603CB73D-5ABF-4B35-AB35-B8B719F0AA85}" dt="2022-07-03T04:49:08.445" v="7210" actId="47"/>
        <pc:sldMkLst>
          <pc:docMk/>
          <pc:sldMk cId="1174990228" sldId="528"/>
        </pc:sldMkLst>
        <pc:spChg chg="add del mod">
          <ac:chgData name="Mitra, Sayan" userId="5f9b069e-390c-41f3-af3f-6bd4b0fb9710" providerId="ADAL" clId="{603CB73D-5ABF-4B35-AB35-B8B719F0AA85}" dt="2022-07-03T04:47:54.793" v="7154" actId="21"/>
          <ac:spMkLst>
            <pc:docMk/>
            <pc:sldMk cId="1174990228" sldId="528"/>
            <ac:spMk id="2" creationId="{C3B5304A-D4F1-4382-95BB-D3DA9DF21C9F}"/>
          </ac:spMkLst>
        </pc:spChg>
        <pc:spChg chg="add del mod ord">
          <ac:chgData name="Mitra, Sayan" userId="5f9b069e-390c-41f3-af3f-6bd4b0fb9710" providerId="ADAL" clId="{603CB73D-5ABF-4B35-AB35-B8B719F0AA85}" dt="2022-07-03T04:47:43.275" v="7152" actId="700"/>
          <ac:spMkLst>
            <pc:docMk/>
            <pc:sldMk cId="1174990228" sldId="528"/>
            <ac:spMk id="3" creationId="{D4745C33-018E-4306-9E97-3F91DA94E563}"/>
          </ac:spMkLst>
        </pc:spChg>
        <pc:spChg chg="del mod">
          <ac:chgData name="Mitra, Sayan" userId="5f9b069e-390c-41f3-af3f-6bd4b0fb9710" providerId="ADAL" clId="{603CB73D-5ABF-4B35-AB35-B8B719F0AA85}" dt="2022-07-03T04:47:54.793" v="7154" actId="21"/>
          <ac:spMkLst>
            <pc:docMk/>
            <pc:sldMk cId="1174990228" sldId="528"/>
            <ac:spMk id="4"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50"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51"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60"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1"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2"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63"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0"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1" creationId="{00000000-0000-0000-0000-000000000000}"/>
          </ac:spMkLst>
        </pc:spChg>
        <pc:spChg chg="del mod">
          <ac:chgData name="Mitra, Sayan" userId="5f9b069e-390c-41f3-af3f-6bd4b0fb9710" providerId="ADAL" clId="{603CB73D-5ABF-4B35-AB35-B8B719F0AA85}" dt="2022-07-03T04:47:54.793" v="7154" actId="21"/>
          <ac:spMkLst>
            <pc:docMk/>
            <pc:sldMk cId="1174990228" sldId="528"/>
            <ac:spMk id="72"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79"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80" creationId="{00000000-0000-0000-0000-000000000000}"/>
          </ac:spMkLst>
        </pc:spChg>
        <pc:spChg chg="del mod ord">
          <ac:chgData name="Mitra, Sayan" userId="5f9b069e-390c-41f3-af3f-6bd4b0fb9710" providerId="ADAL" clId="{603CB73D-5ABF-4B35-AB35-B8B719F0AA85}" dt="2022-07-03T04:47:54.793" v="7154" actId="21"/>
          <ac:spMkLst>
            <pc:docMk/>
            <pc:sldMk cId="1174990228" sldId="528"/>
            <ac:spMk id="81" creationId="{00000000-0000-0000-0000-000000000000}"/>
          </ac:spMkLst>
        </pc:spChg>
        <pc:grpChg chg="del mod">
          <ac:chgData name="Mitra, Sayan" userId="5f9b069e-390c-41f3-af3f-6bd4b0fb9710" providerId="ADAL" clId="{603CB73D-5ABF-4B35-AB35-B8B719F0AA85}" dt="2022-07-03T04:47:54.793" v="7154" actId="21"/>
          <ac:grpSpMkLst>
            <pc:docMk/>
            <pc:sldMk cId="1174990228" sldId="528"/>
            <ac:grpSpMk id="64"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5"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6"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7"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8" creationId="{00000000-0000-0000-0000-000000000000}"/>
          </ac:grpSpMkLst>
        </pc:grpChg>
        <pc:grpChg chg="del mod">
          <ac:chgData name="Mitra, Sayan" userId="5f9b069e-390c-41f3-af3f-6bd4b0fb9710" providerId="ADAL" clId="{603CB73D-5ABF-4B35-AB35-B8B719F0AA85}" dt="2022-07-03T04:47:54.793" v="7154" actId="21"/>
          <ac:grpSpMkLst>
            <pc:docMk/>
            <pc:sldMk cId="1174990228" sldId="528"/>
            <ac:grpSpMk id="69" creationId="{00000000-0000-0000-0000-000000000000}"/>
          </ac:grpSpMkLst>
        </pc:grpChg>
      </pc:sldChg>
      <pc:sldChg chg="del">
        <pc:chgData name="Mitra, Sayan" userId="5f9b069e-390c-41f3-af3f-6bd4b0fb9710" providerId="ADAL" clId="{603CB73D-5ABF-4B35-AB35-B8B719F0AA85}" dt="2022-06-28T16:02:01.505" v="250" actId="47"/>
        <pc:sldMkLst>
          <pc:docMk/>
          <pc:sldMk cId="1861270906" sldId="572"/>
        </pc:sldMkLst>
      </pc:sldChg>
      <pc:sldChg chg="modSp mod">
        <pc:chgData name="Mitra, Sayan" userId="5f9b069e-390c-41f3-af3f-6bd4b0fb9710" providerId="ADAL" clId="{603CB73D-5ABF-4B35-AB35-B8B719F0AA85}" dt="2022-06-28T16:29:44.340" v="580" actId="20577"/>
        <pc:sldMkLst>
          <pc:docMk/>
          <pc:sldMk cId="3709311350" sldId="624"/>
        </pc:sldMkLst>
        <pc:spChg chg="mod">
          <ac:chgData name="Mitra, Sayan" userId="5f9b069e-390c-41f3-af3f-6bd4b0fb9710" providerId="ADAL" clId="{603CB73D-5ABF-4B35-AB35-B8B719F0AA85}" dt="2022-06-28T16:29:44.340" v="580" actId="20577"/>
          <ac:spMkLst>
            <pc:docMk/>
            <pc:sldMk cId="3709311350" sldId="624"/>
            <ac:spMk id="4" creationId="{498ABFF3-40E3-4F47-9A1D-87E681E5C461}"/>
          </ac:spMkLst>
        </pc:spChg>
      </pc:sldChg>
      <pc:sldChg chg="addSp modSp add del mod">
        <pc:chgData name="Mitra, Sayan" userId="5f9b069e-390c-41f3-af3f-6bd4b0fb9710" providerId="ADAL" clId="{603CB73D-5ABF-4B35-AB35-B8B719F0AA85}" dt="2022-07-03T14:38:02.966" v="10239" actId="47"/>
        <pc:sldMkLst>
          <pc:docMk/>
          <pc:sldMk cId="2681813362" sldId="705"/>
        </pc:sldMkLst>
        <pc:spChg chg="add mod">
          <ac:chgData name="Mitra, Sayan" userId="5f9b069e-390c-41f3-af3f-6bd4b0fb9710" providerId="ADAL" clId="{603CB73D-5ABF-4B35-AB35-B8B719F0AA85}" dt="2022-07-03T14:01:55.624" v="8938" actId="1035"/>
          <ac:spMkLst>
            <pc:docMk/>
            <pc:sldMk cId="2681813362" sldId="705"/>
            <ac:spMk id="2" creationId="{372EA2E2-616C-459B-9C60-22B404271FD8}"/>
          </ac:spMkLst>
        </pc:spChg>
        <pc:spChg chg="mod">
          <ac:chgData name="Mitra, Sayan" userId="5f9b069e-390c-41f3-af3f-6bd4b0fb9710" providerId="ADAL" clId="{603CB73D-5ABF-4B35-AB35-B8B719F0AA85}" dt="2022-07-03T14:30:46.062" v="9963" actId="255"/>
          <ac:spMkLst>
            <pc:docMk/>
            <pc:sldMk cId="2681813362" sldId="705"/>
            <ac:spMk id="41" creationId="{00000000-0000-0000-0000-000000000000}"/>
          </ac:spMkLst>
        </pc:spChg>
        <pc:spChg chg="mod">
          <ac:chgData name="Mitra, Sayan" userId="5f9b069e-390c-41f3-af3f-6bd4b0fb9710" providerId="ADAL" clId="{603CB73D-5ABF-4B35-AB35-B8B719F0AA85}" dt="2022-07-03T14:30:46.062" v="9963" actId="255"/>
          <ac:spMkLst>
            <pc:docMk/>
            <pc:sldMk cId="2681813362" sldId="705"/>
            <ac:spMk id="42" creationId="{00000000-0000-0000-0000-000000000000}"/>
          </ac:spMkLst>
        </pc:spChg>
        <pc:spChg chg="mod">
          <ac:chgData name="Mitra, Sayan" userId="5f9b069e-390c-41f3-af3f-6bd4b0fb9710" providerId="ADAL" clId="{603CB73D-5ABF-4B35-AB35-B8B719F0AA85}" dt="2022-07-03T14:23:43.602" v="9319" actId="255"/>
          <ac:spMkLst>
            <pc:docMk/>
            <pc:sldMk cId="2681813362" sldId="705"/>
            <ac:spMk id="45" creationId="{00000000-0000-0000-0000-000000000000}"/>
          </ac:spMkLst>
        </pc:spChg>
        <pc:spChg chg="mod">
          <ac:chgData name="Mitra, Sayan" userId="5f9b069e-390c-41f3-af3f-6bd4b0fb9710" providerId="ADAL" clId="{603CB73D-5ABF-4B35-AB35-B8B719F0AA85}" dt="2022-07-03T14:23:43.602" v="9319" actId="255"/>
          <ac:spMkLst>
            <pc:docMk/>
            <pc:sldMk cId="2681813362" sldId="705"/>
            <ac:spMk id="48" creationId="{00000000-0000-0000-0000-000000000000}"/>
          </ac:spMkLst>
        </pc:spChg>
        <pc:spChg chg="mod">
          <ac:chgData name="Mitra, Sayan" userId="5f9b069e-390c-41f3-af3f-6bd4b0fb9710" providerId="ADAL" clId="{603CB73D-5ABF-4B35-AB35-B8B719F0AA85}" dt="2022-07-03T14:33:02.764" v="10153" actId="255"/>
          <ac:spMkLst>
            <pc:docMk/>
            <pc:sldMk cId="2681813362" sldId="705"/>
            <ac:spMk id="50" creationId="{00000000-0000-0000-0000-000000000000}"/>
          </ac:spMkLst>
        </pc:spChg>
        <pc:spChg chg="mod">
          <ac:chgData name="Mitra, Sayan" userId="5f9b069e-390c-41f3-af3f-6bd4b0fb9710" providerId="ADAL" clId="{603CB73D-5ABF-4B35-AB35-B8B719F0AA85}" dt="2022-07-03T14:33:02.764" v="10153" actId="255"/>
          <ac:spMkLst>
            <pc:docMk/>
            <pc:sldMk cId="2681813362" sldId="705"/>
            <ac:spMk id="51" creationId="{00000000-0000-0000-0000-000000000000}"/>
          </ac:spMkLst>
        </pc:spChg>
        <pc:spChg chg="mod">
          <ac:chgData name="Mitra, Sayan" userId="5f9b069e-390c-41f3-af3f-6bd4b0fb9710" providerId="ADAL" clId="{603CB73D-5ABF-4B35-AB35-B8B719F0AA85}" dt="2022-07-03T14:22:31.243" v="9183" actId="255"/>
          <ac:spMkLst>
            <pc:docMk/>
            <pc:sldMk cId="2681813362" sldId="705"/>
            <ac:spMk id="53" creationId="{00000000-0000-0000-0000-000000000000}"/>
          </ac:spMkLst>
        </pc:spChg>
        <pc:spChg chg="mod">
          <ac:chgData name="Mitra, Sayan" userId="5f9b069e-390c-41f3-af3f-6bd4b0fb9710" providerId="ADAL" clId="{603CB73D-5ABF-4B35-AB35-B8B719F0AA85}" dt="2022-07-03T14:22:35.336" v="9184" actId="14100"/>
          <ac:spMkLst>
            <pc:docMk/>
            <pc:sldMk cId="2681813362" sldId="705"/>
            <ac:spMk id="54" creationId="{00000000-0000-0000-0000-000000000000}"/>
          </ac:spMkLst>
        </pc:spChg>
        <pc:spChg chg="mod">
          <ac:chgData name="Mitra, Sayan" userId="5f9b069e-390c-41f3-af3f-6bd4b0fb9710" providerId="ADAL" clId="{603CB73D-5ABF-4B35-AB35-B8B719F0AA85}" dt="2022-07-03T14:33:17.609" v="10166" actId="1038"/>
          <ac:spMkLst>
            <pc:docMk/>
            <pc:sldMk cId="2681813362" sldId="705"/>
            <ac:spMk id="56" creationId="{00000000-0000-0000-0000-000000000000}"/>
          </ac:spMkLst>
        </pc:spChg>
        <pc:spChg chg="mod">
          <ac:chgData name="Mitra, Sayan" userId="5f9b069e-390c-41f3-af3f-6bd4b0fb9710" providerId="ADAL" clId="{603CB73D-5ABF-4B35-AB35-B8B719F0AA85}" dt="2022-07-03T14:33:17.609" v="10166" actId="1038"/>
          <ac:spMkLst>
            <pc:docMk/>
            <pc:sldMk cId="2681813362" sldId="705"/>
            <ac:spMk id="57" creationId="{00000000-0000-0000-0000-000000000000}"/>
          </ac:spMkLst>
        </pc:spChg>
        <pc:spChg chg="mod">
          <ac:chgData name="Mitra, Sayan" userId="5f9b069e-390c-41f3-af3f-6bd4b0fb9710" providerId="ADAL" clId="{603CB73D-5ABF-4B35-AB35-B8B719F0AA85}" dt="2022-07-03T14:26:29.249" v="9563" actId="14100"/>
          <ac:spMkLst>
            <pc:docMk/>
            <pc:sldMk cId="2681813362" sldId="705"/>
            <ac:spMk id="59" creationId="{00000000-0000-0000-0000-000000000000}"/>
          </ac:spMkLst>
        </pc:spChg>
        <pc:spChg chg="mod">
          <ac:chgData name="Mitra, Sayan" userId="5f9b069e-390c-41f3-af3f-6bd4b0fb9710" providerId="ADAL" clId="{603CB73D-5ABF-4B35-AB35-B8B719F0AA85}" dt="2022-07-03T14:33:12.962" v="10154" actId="14100"/>
          <ac:spMkLst>
            <pc:docMk/>
            <pc:sldMk cId="2681813362" sldId="705"/>
            <ac:spMk id="68" creationId="{00000000-0000-0000-0000-000000000000}"/>
          </ac:spMkLst>
        </pc:spChg>
      </pc:sldChg>
      <pc:sldChg chg="add">
        <pc:chgData name="Mitra, Sayan" userId="5f9b069e-390c-41f3-af3f-6bd4b0fb9710" providerId="ADAL" clId="{603CB73D-5ABF-4B35-AB35-B8B719F0AA85}" dt="2022-07-04T09:13:23.609" v="13894"/>
        <pc:sldMkLst>
          <pc:docMk/>
          <pc:sldMk cId="2846299048" sldId="749"/>
        </pc:sldMkLst>
      </pc:sldChg>
      <pc:sldChg chg="addSp delSp modSp add del mod">
        <pc:chgData name="Mitra, Sayan" userId="5f9b069e-390c-41f3-af3f-6bd4b0fb9710" providerId="ADAL" clId="{603CB73D-5ABF-4B35-AB35-B8B719F0AA85}" dt="2022-07-04T09:21:09.098" v="13992" actId="47"/>
        <pc:sldMkLst>
          <pc:docMk/>
          <pc:sldMk cId="2345938613" sldId="750"/>
        </pc:sldMkLst>
        <pc:spChg chg="del">
          <ac:chgData name="Mitra, Sayan" userId="5f9b069e-390c-41f3-af3f-6bd4b0fb9710" providerId="ADAL" clId="{603CB73D-5ABF-4B35-AB35-B8B719F0AA85}" dt="2022-07-04T09:15:01.104" v="13940" actId="478"/>
          <ac:spMkLst>
            <pc:docMk/>
            <pc:sldMk cId="2345938613" sldId="750"/>
            <ac:spMk id="2" creationId="{D98173CF-D9AB-496D-89F4-32C8A0489652}"/>
          </ac:spMkLst>
        </pc:spChg>
        <pc:spChg chg="mod">
          <ac:chgData name="Mitra, Sayan" userId="5f9b069e-390c-41f3-af3f-6bd4b0fb9710" providerId="ADAL" clId="{603CB73D-5ABF-4B35-AB35-B8B719F0AA85}" dt="2022-07-04T09:19:43.454" v="13975" actId="12"/>
          <ac:spMkLst>
            <pc:docMk/>
            <pc:sldMk cId="2345938613" sldId="750"/>
            <ac:spMk id="4" creationId="{CE1B435F-E423-4DFB-90D2-800BD1D56DA8}"/>
          </ac:spMkLst>
        </pc:spChg>
        <pc:spChg chg="add">
          <ac:chgData name="Mitra, Sayan" userId="5f9b069e-390c-41f3-af3f-6bd4b0fb9710" providerId="ADAL" clId="{603CB73D-5ABF-4B35-AB35-B8B719F0AA85}" dt="2022-07-04T09:19:54.788" v="13976" actId="22"/>
          <ac:spMkLst>
            <pc:docMk/>
            <pc:sldMk cId="2345938613" sldId="750"/>
            <ac:spMk id="6" creationId="{7784AF6E-1463-4E68-9F71-7A0AB3299B8B}"/>
          </ac:spMkLst>
        </pc:spChg>
      </pc:sldChg>
      <pc:sldChg chg="delSp modSp add mod">
        <pc:chgData name="Mitra, Sayan" userId="5f9b069e-390c-41f3-af3f-6bd4b0fb9710" providerId="ADAL" clId="{603CB73D-5ABF-4B35-AB35-B8B719F0AA85}" dt="2022-07-04T09:14:22.585" v="13939" actId="12385"/>
        <pc:sldMkLst>
          <pc:docMk/>
          <pc:sldMk cId="725654455" sldId="751"/>
        </pc:sldMkLst>
        <pc:spChg chg="del">
          <ac:chgData name="Mitra, Sayan" userId="5f9b069e-390c-41f3-af3f-6bd4b0fb9710" providerId="ADAL" clId="{603CB73D-5ABF-4B35-AB35-B8B719F0AA85}" dt="2022-07-04T09:13:53.848" v="13897" actId="478"/>
          <ac:spMkLst>
            <pc:docMk/>
            <pc:sldMk cId="725654455" sldId="751"/>
            <ac:spMk id="2" creationId="{6F8FAA7B-6979-429B-9E92-9C74248EEA87}"/>
          </ac:spMkLst>
        </pc:spChg>
        <pc:spChg chg="mod">
          <ac:chgData name="Mitra, Sayan" userId="5f9b069e-390c-41f3-af3f-6bd4b0fb9710" providerId="ADAL" clId="{603CB73D-5ABF-4B35-AB35-B8B719F0AA85}" dt="2022-07-04T09:14:00.542" v="13918" actId="1036"/>
          <ac:spMkLst>
            <pc:docMk/>
            <pc:sldMk cId="725654455" sldId="751"/>
            <ac:spMk id="4" creationId="{D4B1FDBF-8128-418A-A1A5-C44353DBE379}"/>
          </ac:spMkLst>
        </pc:spChg>
        <pc:graphicFrameChg chg="mod modGraphic">
          <ac:chgData name="Mitra, Sayan" userId="5f9b069e-390c-41f3-af3f-6bd4b0fb9710" providerId="ADAL" clId="{603CB73D-5ABF-4B35-AB35-B8B719F0AA85}" dt="2022-07-04T09:14:22.585" v="13939" actId="12385"/>
          <ac:graphicFrameMkLst>
            <pc:docMk/>
            <pc:sldMk cId="725654455" sldId="751"/>
            <ac:graphicFrameMk id="5" creationId="{479A05EA-D033-4B78-A48A-AAB6B2315622}"/>
          </ac:graphicFrameMkLst>
        </pc:graphicFrameChg>
        <pc:picChg chg="mod">
          <ac:chgData name="Mitra, Sayan" userId="5f9b069e-390c-41f3-af3f-6bd4b0fb9710" providerId="ADAL" clId="{603CB73D-5ABF-4B35-AB35-B8B719F0AA85}" dt="2022-07-04T09:14:15.113" v="13937" actId="14100"/>
          <ac:picMkLst>
            <pc:docMk/>
            <pc:sldMk cId="725654455" sldId="751"/>
            <ac:picMk id="6" creationId="{FE9F350D-645B-47D5-8A31-14097B34B217}"/>
          </ac:picMkLst>
        </pc:picChg>
      </pc:sldChg>
      <pc:sldChg chg="addSp delSp modSp add del mod ord setBg modNotesTx">
        <pc:chgData name="Mitra, Sayan" userId="5f9b069e-390c-41f3-af3f-6bd4b0fb9710" providerId="ADAL" clId="{603CB73D-5ABF-4B35-AB35-B8B719F0AA85}" dt="2022-07-01T15:14:29.592" v="2381" actId="6549"/>
        <pc:sldMkLst>
          <pc:docMk/>
          <pc:sldMk cId="289173355" sldId="954"/>
        </pc:sldMkLst>
        <pc:picChg chg="add del">
          <ac:chgData name="Mitra, Sayan" userId="5f9b069e-390c-41f3-af3f-6bd4b0fb9710" providerId="ADAL" clId="{603CB73D-5ABF-4B35-AB35-B8B719F0AA85}" dt="2022-07-01T15:09:36.565" v="2365"/>
          <ac:picMkLst>
            <pc:docMk/>
            <pc:sldMk cId="289173355" sldId="954"/>
            <ac:picMk id="3" creationId="{99EF7895-2665-49DE-BE93-785AE9F6F28C}"/>
          </ac:picMkLst>
        </pc:picChg>
        <pc:picChg chg="add mod">
          <ac:chgData name="Mitra, Sayan" userId="5f9b069e-390c-41f3-af3f-6bd4b0fb9710" providerId="ADAL" clId="{603CB73D-5ABF-4B35-AB35-B8B719F0AA85}" dt="2022-07-01T15:14:00.750" v="2378" actId="1038"/>
          <ac:picMkLst>
            <pc:docMk/>
            <pc:sldMk cId="289173355" sldId="954"/>
            <ac:picMk id="7" creationId="{D2BD02D3-AD61-4FAE-BB50-B790EA8785BA}"/>
          </ac:picMkLst>
        </pc:picChg>
        <pc:picChg chg="add mod">
          <ac:chgData name="Mitra, Sayan" userId="5f9b069e-390c-41f3-af3f-6bd4b0fb9710" providerId="ADAL" clId="{603CB73D-5ABF-4B35-AB35-B8B719F0AA85}" dt="2022-07-01T15:14:18.500" v="2380" actId="14100"/>
          <ac:picMkLst>
            <pc:docMk/>
            <pc:sldMk cId="289173355" sldId="954"/>
            <ac:picMk id="2050" creationId="{DD2D2864-C88C-47B6-A7B4-FB8D1B996D88}"/>
          </ac:picMkLst>
        </pc:picChg>
      </pc:sldChg>
      <pc:sldChg chg="modSp del mod ord">
        <pc:chgData name="Mitra, Sayan" userId="5f9b069e-390c-41f3-af3f-6bd4b0fb9710" providerId="ADAL" clId="{603CB73D-5ABF-4B35-AB35-B8B719F0AA85}" dt="2022-06-28T16:42:25.713" v="803" actId="47"/>
        <pc:sldMkLst>
          <pc:docMk/>
          <pc:sldMk cId="1194355145" sldId="1007"/>
        </pc:sldMkLst>
        <pc:spChg chg="mod">
          <ac:chgData name="Mitra, Sayan" userId="5f9b069e-390c-41f3-af3f-6bd4b0fb9710" providerId="ADAL" clId="{603CB73D-5ABF-4B35-AB35-B8B719F0AA85}" dt="2022-06-28T12:38:42.605" v="44" actId="20577"/>
          <ac:spMkLst>
            <pc:docMk/>
            <pc:sldMk cId="1194355145" sldId="1007"/>
            <ac:spMk id="52" creationId="{9D169E19-701C-4797-9AB7-EC808B555DAF}"/>
          </ac:spMkLst>
        </pc:spChg>
      </pc:sldChg>
      <pc:sldChg chg="modSp del mod">
        <pc:chgData name="Mitra, Sayan" userId="5f9b069e-390c-41f3-af3f-6bd4b0fb9710" providerId="ADAL" clId="{603CB73D-5ABF-4B35-AB35-B8B719F0AA85}" dt="2022-07-01T01:43:54.551" v="1079" actId="47"/>
        <pc:sldMkLst>
          <pc:docMk/>
          <pc:sldMk cId="1648647936" sldId="1020"/>
        </pc:sldMkLst>
        <pc:spChg chg="mod">
          <ac:chgData name="Mitra, Sayan" userId="5f9b069e-390c-41f3-af3f-6bd4b0fb9710" providerId="ADAL" clId="{603CB73D-5ABF-4B35-AB35-B8B719F0AA85}" dt="2022-06-29T00:17:17.570" v="815" actId="1076"/>
          <ac:spMkLst>
            <pc:docMk/>
            <pc:sldMk cId="1648647936" sldId="1020"/>
            <ac:spMk id="3" creationId="{00000000-0000-0000-0000-000000000000}"/>
          </ac:spMkLst>
        </pc:spChg>
        <pc:spChg chg="mod">
          <ac:chgData name="Mitra, Sayan" userId="5f9b069e-390c-41f3-af3f-6bd4b0fb9710" providerId="ADAL" clId="{603CB73D-5ABF-4B35-AB35-B8B719F0AA85}" dt="2022-06-28T16:29:38.378" v="571" actId="20577"/>
          <ac:spMkLst>
            <pc:docMk/>
            <pc:sldMk cId="1648647936" sldId="1020"/>
            <ac:spMk id="49" creationId="{B954BBD7-1FB5-408B-BD6D-39C233F040EA}"/>
          </ac:spMkLst>
        </pc:spChg>
      </pc:sldChg>
      <pc:sldChg chg="addSp delSp modSp add mod">
        <pc:chgData name="Mitra, Sayan" userId="5f9b069e-390c-41f3-af3f-6bd4b0fb9710" providerId="ADAL" clId="{603CB73D-5ABF-4B35-AB35-B8B719F0AA85}" dt="2022-07-02T04:48:48.771" v="2810" actId="20577"/>
        <pc:sldMkLst>
          <pc:docMk/>
          <pc:sldMk cId="2456380472" sldId="1057"/>
        </pc:sldMkLst>
        <pc:spChg chg="mod">
          <ac:chgData name="Mitra, Sayan" userId="5f9b069e-390c-41f3-af3f-6bd4b0fb9710" providerId="ADAL" clId="{603CB73D-5ABF-4B35-AB35-B8B719F0AA85}" dt="2022-07-02T04:48:48.771" v="2810" actId="20577"/>
          <ac:spMkLst>
            <pc:docMk/>
            <pc:sldMk cId="2456380472" sldId="1057"/>
            <ac:spMk id="25" creationId="{00000000-0000-0000-0000-000000000000}"/>
          </ac:spMkLst>
        </pc:spChg>
        <pc:spChg chg="mod">
          <ac:chgData name="Mitra, Sayan" userId="5f9b069e-390c-41f3-af3f-6bd4b0fb9710" providerId="ADAL" clId="{603CB73D-5ABF-4B35-AB35-B8B719F0AA85}" dt="2022-07-01T04:03:15.850" v="2002" actId="478"/>
          <ac:spMkLst>
            <pc:docMk/>
            <pc:sldMk cId="2456380472" sldId="1057"/>
            <ac:spMk id="27" creationId="{00000000-0000-0000-0000-000000000000}"/>
          </ac:spMkLst>
        </pc:spChg>
        <pc:spChg chg="mod">
          <ac:chgData name="Mitra, Sayan" userId="5f9b069e-390c-41f3-af3f-6bd4b0fb9710" providerId="ADAL" clId="{603CB73D-5ABF-4B35-AB35-B8B719F0AA85}" dt="2022-07-01T04:02:40.299" v="2001" actId="120"/>
          <ac:spMkLst>
            <pc:docMk/>
            <pc:sldMk cId="2456380472" sldId="1057"/>
            <ac:spMk id="31" creationId="{00000000-0000-0000-0000-000000000000}"/>
          </ac:spMkLst>
        </pc:spChg>
        <pc:spChg chg="mod">
          <ac:chgData name="Mitra, Sayan" userId="5f9b069e-390c-41f3-af3f-6bd4b0fb9710" providerId="ADAL" clId="{603CB73D-5ABF-4B35-AB35-B8B719F0AA85}" dt="2022-07-01T04:10:05.805" v="2133" actId="20577"/>
          <ac:spMkLst>
            <pc:docMk/>
            <pc:sldMk cId="2456380472" sldId="1057"/>
            <ac:spMk id="32" creationId="{00000000-0000-0000-0000-000000000000}"/>
          </ac:spMkLst>
        </pc:spChg>
        <pc:spChg chg="mod">
          <ac:chgData name="Mitra, Sayan" userId="5f9b069e-390c-41f3-af3f-6bd4b0fb9710" providerId="ADAL" clId="{603CB73D-5ABF-4B35-AB35-B8B719F0AA85}" dt="2022-07-01T04:11:21.880" v="2153" actId="1036"/>
          <ac:spMkLst>
            <pc:docMk/>
            <pc:sldMk cId="2456380472" sldId="1057"/>
            <ac:spMk id="43" creationId="{00000000-0000-0000-0000-000000000000}"/>
          </ac:spMkLst>
        </pc:spChg>
        <pc:grpChg chg="mod">
          <ac:chgData name="Mitra, Sayan" userId="5f9b069e-390c-41f3-af3f-6bd4b0fb9710" providerId="ADAL" clId="{603CB73D-5ABF-4B35-AB35-B8B719F0AA85}" dt="2022-07-01T04:03:15.850" v="2002" actId="478"/>
          <ac:grpSpMkLst>
            <pc:docMk/>
            <pc:sldMk cId="2456380472" sldId="1057"/>
            <ac:grpSpMk id="4" creationId="{00000000-0000-0000-0000-000000000000}"/>
          </ac:grpSpMkLst>
        </pc:grpChg>
        <pc:picChg chg="del">
          <ac:chgData name="Mitra, Sayan" userId="5f9b069e-390c-41f3-af3f-6bd4b0fb9710" providerId="ADAL" clId="{603CB73D-5ABF-4B35-AB35-B8B719F0AA85}" dt="2022-07-01T04:01:12.524" v="1956" actId="478"/>
          <ac:picMkLst>
            <pc:docMk/>
            <pc:sldMk cId="2456380472" sldId="1057"/>
            <ac:picMk id="2" creationId="{00000000-0000-0000-0000-000000000000}"/>
          </ac:picMkLst>
        </pc:picChg>
        <pc:picChg chg="del">
          <ac:chgData name="Mitra, Sayan" userId="5f9b069e-390c-41f3-af3f-6bd4b0fb9710" providerId="ADAL" clId="{603CB73D-5ABF-4B35-AB35-B8B719F0AA85}" dt="2022-07-01T04:03:15.850" v="2002" actId="478"/>
          <ac:picMkLst>
            <pc:docMk/>
            <pc:sldMk cId="2456380472" sldId="1057"/>
            <ac:picMk id="24" creationId="{00000000-0000-0000-0000-000000000000}"/>
          </ac:picMkLst>
        </pc:picChg>
        <pc:picChg chg="del">
          <ac:chgData name="Mitra, Sayan" userId="5f9b069e-390c-41f3-af3f-6bd4b0fb9710" providerId="ADAL" clId="{603CB73D-5ABF-4B35-AB35-B8B719F0AA85}" dt="2022-07-01T04:01:04.459" v="1954" actId="478"/>
          <ac:picMkLst>
            <pc:docMk/>
            <pc:sldMk cId="2456380472" sldId="1057"/>
            <ac:picMk id="26" creationId="{00000000-0000-0000-0000-000000000000}"/>
          </ac:picMkLst>
        </pc:picChg>
        <pc:picChg chg="add mod">
          <ac:chgData name="Mitra, Sayan" userId="5f9b069e-390c-41f3-af3f-6bd4b0fb9710" providerId="ADAL" clId="{603CB73D-5ABF-4B35-AB35-B8B719F0AA85}" dt="2022-07-01T04:02:15.879" v="1965" actId="1076"/>
          <ac:picMkLst>
            <pc:docMk/>
            <pc:sldMk cId="2456380472" sldId="1057"/>
            <ac:picMk id="29" creationId="{51AC1C94-6138-48E7-B343-F00BD110C08A}"/>
          </ac:picMkLst>
        </pc:picChg>
        <pc:picChg chg="del">
          <ac:chgData name="Mitra, Sayan" userId="5f9b069e-390c-41f3-af3f-6bd4b0fb9710" providerId="ADAL" clId="{603CB73D-5ABF-4B35-AB35-B8B719F0AA85}" dt="2022-07-01T04:01:09.894" v="1955" actId="478"/>
          <ac:picMkLst>
            <pc:docMk/>
            <pc:sldMk cId="2456380472" sldId="1057"/>
            <ac:picMk id="44" creationId="{00000000-0000-0000-0000-000000000000}"/>
          </ac:picMkLst>
        </pc:picChg>
      </pc:sldChg>
      <pc:sldChg chg="modSp del mod">
        <pc:chgData name="Mitra, Sayan" userId="5f9b069e-390c-41f3-af3f-6bd4b0fb9710" providerId="ADAL" clId="{603CB73D-5ABF-4B35-AB35-B8B719F0AA85}" dt="2022-06-29T00:23:13.105" v="820" actId="47"/>
        <pc:sldMkLst>
          <pc:docMk/>
          <pc:sldMk cId="2763198061" sldId="1123"/>
        </pc:sldMkLst>
        <pc:spChg chg="mod">
          <ac:chgData name="Mitra, Sayan" userId="5f9b069e-390c-41f3-af3f-6bd4b0fb9710" providerId="ADAL" clId="{603CB73D-5ABF-4B35-AB35-B8B719F0AA85}" dt="2022-06-29T00:23:06.755" v="817" actId="21"/>
          <ac:spMkLst>
            <pc:docMk/>
            <pc:sldMk cId="2763198061" sldId="1123"/>
            <ac:spMk id="10" creationId="{7F8B5CA4-D971-4A79-9A57-B0710765EDBC}"/>
          </ac:spMkLst>
        </pc:spChg>
        <pc:spChg chg="mod">
          <ac:chgData name="Mitra, Sayan" userId="5f9b069e-390c-41f3-af3f-6bd4b0fb9710" providerId="ADAL" clId="{603CB73D-5ABF-4B35-AB35-B8B719F0AA85}" dt="2022-06-28T16:33:52.576" v="655" actId="20577"/>
          <ac:spMkLst>
            <pc:docMk/>
            <pc:sldMk cId="2763198061" sldId="1123"/>
            <ac:spMk id="31" creationId="{FE2CE1B7-882D-40A3-8926-E2F938813A18}"/>
          </ac:spMkLst>
        </pc:spChg>
      </pc:sldChg>
      <pc:sldChg chg="addSp delSp modSp add del mod">
        <pc:chgData name="Mitra, Sayan" userId="5f9b069e-390c-41f3-af3f-6bd4b0fb9710" providerId="ADAL" clId="{603CB73D-5ABF-4B35-AB35-B8B719F0AA85}" dt="2022-07-01T01:38:19.763" v="1028" actId="47"/>
        <pc:sldMkLst>
          <pc:docMk/>
          <pc:sldMk cId="3198021113" sldId="1137"/>
        </pc:sldMkLst>
        <pc:spChg chg="mod">
          <ac:chgData name="Mitra, Sayan" userId="5f9b069e-390c-41f3-af3f-6bd4b0fb9710" providerId="ADAL" clId="{603CB73D-5ABF-4B35-AB35-B8B719F0AA85}" dt="2022-07-01T01:31:01.659" v="975" actId="1035"/>
          <ac:spMkLst>
            <pc:docMk/>
            <pc:sldMk cId="3198021113" sldId="1137"/>
            <ac:spMk id="3"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16"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17"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18"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19" creationId="{00000000-0000-0000-0000-000000000000}"/>
          </ac:spMkLst>
        </pc:spChg>
        <pc:spChg chg="del">
          <ac:chgData name="Mitra, Sayan" userId="5f9b069e-390c-41f3-af3f-6bd4b0fb9710" providerId="ADAL" clId="{603CB73D-5ABF-4B35-AB35-B8B719F0AA85}" dt="2022-06-30T12:26:01.504" v="949" actId="478"/>
          <ac:spMkLst>
            <pc:docMk/>
            <pc:sldMk cId="3198021113" sldId="1137"/>
            <ac:spMk id="21"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22" creationId="{00000000-0000-0000-0000-000000000000}"/>
          </ac:spMkLst>
        </pc:spChg>
        <pc:spChg chg="del">
          <ac:chgData name="Mitra, Sayan" userId="5f9b069e-390c-41f3-af3f-6bd4b0fb9710" providerId="ADAL" clId="{603CB73D-5ABF-4B35-AB35-B8B719F0AA85}" dt="2022-06-30T12:26:06.301" v="950" actId="478"/>
          <ac:spMkLst>
            <pc:docMk/>
            <pc:sldMk cId="3198021113" sldId="1137"/>
            <ac:spMk id="30" creationId="{00000000-0000-0000-0000-000000000000}"/>
          </ac:spMkLst>
        </pc:spChg>
        <pc:spChg chg="del">
          <ac:chgData name="Mitra, Sayan" userId="5f9b069e-390c-41f3-af3f-6bd4b0fb9710" providerId="ADAL" clId="{603CB73D-5ABF-4B35-AB35-B8B719F0AA85}" dt="2022-07-01T01:30:52.860" v="961" actId="478"/>
          <ac:spMkLst>
            <pc:docMk/>
            <pc:sldMk cId="3198021113" sldId="1137"/>
            <ac:spMk id="31"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32" creationId="{00000000-0000-0000-0000-000000000000}"/>
          </ac:spMkLst>
        </pc:spChg>
        <pc:spChg chg="del">
          <ac:chgData name="Mitra, Sayan" userId="5f9b069e-390c-41f3-af3f-6bd4b0fb9710" providerId="ADAL" clId="{603CB73D-5ABF-4B35-AB35-B8B719F0AA85}" dt="2022-06-30T12:25:58.249" v="948" actId="478"/>
          <ac:spMkLst>
            <pc:docMk/>
            <pc:sldMk cId="3198021113" sldId="1137"/>
            <ac:spMk id="33" creationId="{00000000-0000-0000-0000-000000000000}"/>
          </ac:spMkLst>
        </pc:spChg>
        <pc:graphicFrameChg chg="add mod modGraphic">
          <ac:chgData name="Mitra, Sayan" userId="5f9b069e-390c-41f3-af3f-6bd4b0fb9710" providerId="ADAL" clId="{603CB73D-5ABF-4B35-AB35-B8B719F0AA85}" dt="2022-06-30T12:27:17.228" v="959" actId="21"/>
          <ac:graphicFrameMkLst>
            <pc:docMk/>
            <pc:sldMk cId="3198021113" sldId="1137"/>
            <ac:graphicFrameMk id="20" creationId="{9AB0F3B6-B006-4320-B5B9-9A69847DAC12}"/>
          </ac:graphicFrameMkLst>
        </pc:graphicFrameChg>
        <pc:graphicFrameChg chg="modGraphic">
          <ac:chgData name="Mitra, Sayan" userId="5f9b069e-390c-41f3-af3f-6bd4b0fb9710" providerId="ADAL" clId="{603CB73D-5ABF-4B35-AB35-B8B719F0AA85}" dt="2022-06-30T12:25:46.244" v="947" actId="21"/>
          <ac:graphicFrameMkLst>
            <pc:docMk/>
            <pc:sldMk cId="3198021113" sldId="1137"/>
            <ac:graphicFrameMk id="28" creationId="{00000000-0000-0000-0000-000000000000}"/>
          </ac:graphicFrameMkLst>
        </pc:graphicFrameChg>
      </pc:sldChg>
      <pc:sldChg chg="modSp del mod ord">
        <pc:chgData name="Mitra, Sayan" userId="5f9b069e-390c-41f3-af3f-6bd4b0fb9710" providerId="ADAL" clId="{603CB73D-5ABF-4B35-AB35-B8B719F0AA85}" dt="2022-07-01T01:30:25.827" v="960" actId="47"/>
        <pc:sldMkLst>
          <pc:docMk/>
          <pc:sldMk cId="3465684756" sldId="1139"/>
        </pc:sldMkLst>
        <pc:spChg chg="mod">
          <ac:chgData name="Mitra, Sayan" userId="5f9b069e-390c-41f3-af3f-6bd4b0fb9710" providerId="ADAL" clId="{603CB73D-5ABF-4B35-AB35-B8B719F0AA85}" dt="2022-06-28T16:35:24.804" v="716" actId="20577"/>
          <ac:spMkLst>
            <pc:docMk/>
            <pc:sldMk cId="3465684756" sldId="1139"/>
            <ac:spMk id="28" creationId="{2ACD16A9-90F8-4A51-823A-F32178C2EF6D}"/>
          </ac:spMkLst>
        </pc:spChg>
      </pc:sldChg>
      <pc:sldChg chg="delSp modSp add del mod">
        <pc:chgData name="Mitra, Sayan" userId="5f9b069e-390c-41f3-af3f-6bd4b0fb9710" providerId="ADAL" clId="{603CB73D-5ABF-4B35-AB35-B8B719F0AA85}" dt="2022-07-01T01:44:42.016" v="1080" actId="47"/>
        <pc:sldMkLst>
          <pc:docMk/>
          <pc:sldMk cId="3607992038" sldId="1141"/>
        </pc:sldMkLst>
        <pc:graphicFrameChg chg="del modGraphic">
          <ac:chgData name="Mitra, Sayan" userId="5f9b069e-390c-41f3-af3f-6bd4b0fb9710" providerId="ADAL" clId="{603CB73D-5ABF-4B35-AB35-B8B719F0AA85}" dt="2022-06-30T12:26:34.520" v="953" actId="21"/>
          <ac:graphicFrameMkLst>
            <pc:docMk/>
            <pc:sldMk cId="3607992038" sldId="1141"/>
            <ac:graphicFrameMk id="28" creationId="{00000000-0000-0000-0000-000000000000}"/>
          </ac:graphicFrameMkLst>
        </pc:graphicFrameChg>
      </pc:sldChg>
      <pc:sldChg chg="modSp del mod ord">
        <pc:chgData name="Mitra, Sayan" userId="5f9b069e-390c-41f3-af3f-6bd4b0fb9710" providerId="ADAL" clId="{603CB73D-5ABF-4B35-AB35-B8B719F0AA85}" dt="2022-06-29T10:45:11.243" v="873" actId="47"/>
        <pc:sldMkLst>
          <pc:docMk/>
          <pc:sldMk cId="2413619334" sldId="1144"/>
        </pc:sldMkLst>
        <pc:spChg chg="mod">
          <ac:chgData name="Mitra, Sayan" userId="5f9b069e-390c-41f3-af3f-6bd4b0fb9710" providerId="ADAL" clId="{603CB73D-5ABF-4B35-AB35-B8B719F0AA85}" dt="2022-06-28T16:30:44.474" v="607" actId="20577"/>
          <ac:spMkLst>
            <pc:docMk/>
            <pc:sldMk cId="2413619334" sldId="1144"/>
            <ac:spMk id="97" creationId="{4B840EC0-3657-44C7-97E4-68EEC8B80DE5}"/>
          </ac:spMkLst>
        </pc:spChg>
      </pc:sldChg>
      <pc:sldChg chg="addSp delSp modSp del mod">
        <pc:chgData name="Mitra, Sayan" userId="5f9b069e-390c-41f3-af3f-6bd4b0fb9710" providerId="ADAL" clId="{603CB73D-5ABF-4B35-AB35-B8B719F0AA85}" dt="2022-06-28T15:39:11.090" v="116" actId="47"/>
        <pc:sldMkLst>
          <pc:docMk/>
          <pc:sldMk cId="2847178762" sldId="1161"/>
        </pc:sldMkLst>
        <pc:spChg chg="mod">
          <ac:chgData name="Mitra, Sayan" userId="5f9b069e-390c-41f3-af3f-6bd4b0fb9710" providerId="ADAL" clId="{603CB73D-5ABF-4B35-AB35-B8B719F0AA85}" dt="2022-06-28T15:27:29.214" v="96" actId="20577"/>
          <ac:spMkLst>
            <pc:docMk/>
            <pc:sldMk cId="2847178762" sldId="1161"/>
            <ac:spMk id="88" creationId="{00000000-0000-0000-0000-000000000000}"/>
          </ac:spMkLst>
        </pc:spChg>
        <pc:spChg chg="mod">
          <ac:chgData name="Mitra, Sayan" userId="5f9b069e-390c-41f3-af3f-6bd4b0fb9710" providerId="ADAL" clId="{603CB73D-5ABF-4B35-AB35-B8B719F0AA85}" dt="2022-06-28T15:28:07.763" v="113" actId="20577"/>
          <ac:spMkLst>
            <pc:docMk/>
            <pc:sldMk cId="2847178762" sldId="1161"/>
            <ac:spMk id="90" creationId="{00000000-0000-0000-0000-000000000000}"/>
          </ac:spMkLst>
        </pc:spChg>
        <pc:picChg chg="add mod">
          <ac:chgData name="Mitra, Sayan" userId="5f9b069e-390c-41f3-af3f-6bd4b0fb9710" providerId="ADAL" clId="{603CB73D-5ABF-4B35-AB35-B8B719F0AA85}" dt="2022-06-28T15:28:01.392" v="105" actId="1076"/>
          <ac:picMkLst>
            <pc:docMk/>
            <pc:sldMk cId="2847178762" sldId="1161"/>
            <ac:picMk id="36" creationId="{CF51D0B7-1239-429C-A242-6A103F5F20B6}"/>
          </ac:picMkLst>
        </pc:picChg>
        <pc:picChg chg="del">
          <ac:chgData name="Mitra, Sayan" userId="5f9b069e-390c-41f3-af3f-6bd4b0fb9710" providerId="ADAL" clId="{603CB73D-5ABF-4B35-AB35-B8B719F0AA85}" dt="2022-06-28T15:27:44.167" v="97" actId="478"/>
          <ac:picMkLst>
            <pc:docMk/>
            <pc:sldMk cId="2847178762" sldId="1161"/>
            <ac:picMk id="91" creationId="{00000000-0000-0000-0000-000000000000}"/>
          </ac:picMkLst>
        </pc:picChg>
      </pc:sldChg>
      <pc:sldChg chg="addSp delSp modSp add mod modClrScheme chgLayout">
        <pc:chgData name="Mitra, Sayan" userId="5f9b069e-390c-41f3-af3f-6bd4b0fb9710" providerId="ADAL" clId="{603CB73D-5ABF-4B35-AB35-B8B719F0AA85}" dt="2022-07-04T16:32:26.390" v="14362" actId="478"/>
        <pc:sldMkLst>
          <pc:docMk/>
          <pc:sldMk cId="4276926512" sldId="1257"/>
        </pc:sldMkLst>
        <pc:spChg chg="add del mod ord">
          <ac:chgData name="Mitra, Sayan" userId="5f9b069e-390c-41f3-af3f-6bd4b0fb9710" providerId="ADAL" clId="{603CB73D-5ABF-4B35-AB35-B8B719F0AA85}" dt="2022-07-04T16:32:22.337" v="14361" actId="478"/>
          <ac:spMkLst>
            <pc:docMk/>
            <pc:sldMk cId="4276926512" sldId="1257"/>
            <ac:spMk id="3" creationId="{5CE4A5BC-B049-48EA-AC02-91940BF1DA7A}"/>
          </ac:spMkLst>
        </pc:spChg>
        <pc:spChg chg="mod ord">
          <ac:chgData name="Mitra, Sayan" userId="5f9b069e-390c-41f3-af3f-6bd4b0fb9710" providerId="ADAL" clId="{603CB73D-5ABF-4B35-AB35-B8B719F0AA85}" dt="2022-07-04T16:32:17.113" v="14360" actId="700"/>
          <ac:spMkLst>
            <pc:docMk/>
            <pc:sldMk cId="4276926512" sldId="1257"/>
            <ac:spMk id="4" creationId="{F21133B6-996C-4A97-ADE6-53284802FC16}"/>
          </ac:spMkLst>
        </pc:spChg>
        <pc:spChg chg="add del mod ord">
          <ac:chgData name="Mitra, Sayan" userId="5f9b069e-390c-41f3-af3f-6bd4b0fb9710" providerId="ADAL" clId="{603CB73D-5ABF-4B35-AB35-B8B719F0AA85}" dt="2022-07-04T16:32:26.390" v="14362" actId="478"/>
          <ac:spMkLst>
            <pc:docMk/>
            <pc:sldMk cId="4276926512" sldId="1257"/>
            <ac:spMk id="14" creationId="{E9241317-B422-4757-9D88-14D236E487FA}"/>
          </ac:spMkLst>
        </pc:spChg>
      </pc:sldChg>
      <pc:sldChg chg="modSp mod ord">
        <pc:chgData name="Mitra, Sayan" userId="5f9b069e-390c-41f3-af3f-6bd4b0fb9710" providerId="ADAL" clId="{603CB73D-5ABF-4B35-AB35-B8B719F0AA85}" dt="2022-07-04T05:01:00.915" v="12468"/>
        <pc:sldMkLst>
          <pc:docMk/>
          <pc:sldMk cId="2239265673" sldId="1258"/>
        </pc:sldMkLst>
        <pc:spChg chg="mod">
          <ac:chgData name="Mitra, Sayan" userId="5f9b069e-390c-41f3-af3f-6bd4b0fb9710" providerId="ADAL" clId="{603CB73D-5ABF-4B35-AB35-B8B719F0AA85}" dt="2022-07-01T03:23:12.600" v="1379" actId="20577"/>
          <ac:spMkLst>
            <pc:docMk/>
            <pc:sldMk cId="2239265673" sldId="1258"/>
            <ac:spMk id="2" creationId="{DE6C1B41-02FD-584A-AC63-60E3A80FD66B}"/>
          </ac:spMkLst>
        </pc:spChg>
      </pc:sldChg>
      <pc:sldChg chg="modSp add del mod ord">
        <pc:chgData name="Mitra, Sayan" userId="5f9b069e-390c-41f3-af3f-6bd4b0fb9710" providerId="ADAL" clId="{603CB73D-5ABF-4B35-AB35-B8B719F0AA85}" dt="2022-07-01T01:39:57.354" v="1031" actId="47"/>
        <pc:sldMkLst>
          <pc:docMk/>
          <pc:sldMk cId="2056651951" sldId="1449"/>
        </pc:sldMkLst>
        <pc:spChg chg="mod">
          <ac:chgData name="Mitra, Sayan" userId="5f9b069e-390c-41f3-af3f-6bd4b0fb9710" providerId="ADAL" clId="{603CB73D-5ABF-4B35-AB35-B8B719F0AA85}" dt="2022-06-28T12:34:06.460" v="31" actId="20577"/>
          <ac:spMkLst>
            <pc:docMk/>
            <pc:sldMk cId="2056651951" sldId="1449"/>
            <ac:spMk id="3" creationId="{00000000-0000-0000-0000-000000000000}"/>
          </ac:spMkLst>
        </pc:spChg>
        <pc:spChg chg="mod">
          <ac:chgData name="Mitra, Sayan" userId="5f9b069e-390c-41f3-af3f-6bd4b0fb9710" providerId="ADAL" clId="{603CB73D-5ABF-4B35-AB35-B8B719F0AA85}" dt="2022-06-28T16:35:03.236" v="681" actId="20577"/>
          <ac:spMkLst>
            <pc:docMk/>
            <pc:sldMk cId="2056651951" sldId="1449"/>
            <ac:spMk id="46" creationId="{78D8A209-B76F-4DB7-B7FE-0DD9B723009F}"/>
          </ac:spMkLst>
        </pc:spChg>
        <pc:graphicFrameChg chg="mod modGraphic">
          <ac:chgData name="Mitra, Sayan" userId="5f9b069e-390c-41f3-af3f-6bd4b0fb9710" providerId="ADAL" clId="{603CB73D-5ABF-4B35-AB35-B8B719F0AA85}" dt="2022-06-30T12:24:19.861" v="941" actId="6549"/>
          <ac:graphicFrameMkLst>
            <pc:docMk/>
            <pc:sldMk cId="2056651951" sldId="1449"/>
            <ac:graphicFrameMk id="34" creationId="{00000000-0000-0000-0000-000000000000}"/>
          </ac:graphicFrameMkLst>
        </pc:graphicFrameChg>
      </pc:sldChg>
      <pc:sldChg chg="modSp del mod ord">
        <pc:chgData name="Mitra, Sayan" userId="5f9b069e-390c-41f3-af3f-6bd4b0fb9710" providerId="ADAL" clId="{603CB73D-5ABF-4B35-AB35-B8B719F0AA85}" dt="2022-07-01T15:14:41.326" v="2382" actId="47"/>
        <pc:sldMkLst>
          <pc:docMk/>
          <pc:sldMk cId="4036808968" sldId="3321"/>
        </pc:sldMkLst>
        <pc:spChg chg="mod">
          <ac:chgData name="Mitra, Sayan" userId="5f9b069e-390c-41f3-af3f-6bd4b0fb9710" providerId="ADAL" clId="{603CB73D-5ABF-4B35-AB35-B8B719F0AA85}" dt="2022-06-28T16:28:40.812" v="546" actId="20577"/>
          <ac:spMkLst>
            <pc:docMk/>
            <pc:sldMk cId="4036808968" sldId="3321"/>
            <ac:spMk id="71" creationId="{74CFA79E-07A9-4E75-889E-2B26F8492518}"/>
          </ac:spMkLst>
        </pc:spChg>
      </pc:sldChg>
      <pc:sldChg chg="modSp del mod ord">
        <pc:chgData name="Mitra, Sayan" userId="5f9b069e-390c-41f3-af3f-6bd4b0fb9710" providerId="ADAL" clId="{603CB73D-5ABF-4B35-AB35-B8B719F0AA85}" dt="2022-06-30T04:45:47.805" v="908" actId="47"/>
        <pc:sldMkLst>
          <pc:docMk/>
          <pc:sldMk cId="3931086963" sldId="3332"/>
        </pc:sldMkLst>
        <pc:spChg chg="mod">
          <ac:chgData name="Mitra, Sayan" userId="5f9b069e-390c-41f3-af3f-6bd4b0fb9710" providerId="ADAL" clId="{603CB73D-5ABF-4B35-AB35-B8B719F0AA85}" dt="2022-06-28T16:27:44.741" v="512" actId="20577"/>
          <ac:spMkLst>
            <pc:docMk/>
            <pc:sldMk cId="3931086963" sldId="3332"/>
            <ac:spMk id="112" creationId="{3E373AA0-FC72-4D88-A821-E57F4B2D924F}"/>
          </ac:spMkLst>
        </pc:spChg>
      </pc:sldChg>
      <pc:sldChg chg="addSp delSp modSp add del mod">
        <pc:chgData name="Mitra, Sayan" userId="5f9b069e-390c-41f3-af3f-6bd4b0fb9710" providerId="ADAL" clId="{603CB73D-5ABF-4B35-AB35-B8B719F0AA85}" dt="2022-07-03T01:48:40.775" v="6155" actId="1038"/>
        <pc:sldMkLst>
          <pc:docMk/>
          <pc:sldMk cId="2761177778" sldId="3702"/>
        </pc:sldMkLst>
        <pc:spChg chg="mod">
          <ac:chgData name="Mitra, Sayan" userId="5f9b069e-390c-41f3-af3f-6bd4b0fb9710" providerId="ADAL" clId="{603CB73D-5ABF-4B35-AB35-B8B719F0AA85}" dt="2022-07-03T01:15:23.124" v="5307"/>
          <ac:spMkLst>
            <pc:docMk/>
            <pc:sldMk cId="2761177778" sldId="3702"/>
            <ac:spMk id="11" creationId="{00000000-0000-0000-0000-000000000000}"/>
          </ac:spMkLst>
        </pc:spChg>
        <pc:spChg chg="mod">
          <ac:chgData name="Mitra, Sayan" userId="5f9b069e-390c-41f3-af3f-6bd4b0fb9710" providerId="ADAL" clId="{603CB73D-5ABF-4B35-AB35-B8B719F0AA85}" dt="2022-07-03T01:18:44.029" v="5323" actId="113"/>
          <ac:spMkLst>
            <pc:docMk/>
            <pc:sldMk cId="2761177778" sldId="3702"/>
            <ac:spMk id="19" creationId="{00000000-0000-0000-0000-000000000000}"/>
          </ac:spMkLst>
        </pc:spChg>
        <pc:spChg chg="mod">
          <ac:chgData name="Mitra, Sayan" userId="5f9b069e-390c-41f3-af3f-6bd4b0fb9710" providerId="ADAL" clId="{603CB73D-5ABF-4B35-AB35-B8B719F0AA85}" dt="2022-07-03T01:22:24.807" v="5533" actId="20577"/>
          <ac:spMkLst>
            <pc:docMk/>
            <pc:sldMk cId="2761177778" sldId="3702"/>
            <ac:spMk id="28" creationId="{00000000-0000-0000-0000-000000000000}"/>
          </ac:spMkLst>
        </pc:spChg>
        <pc:spChg chg="mod">
          <ac:chgData name="Mitra, Sayan" userId="5f9b069e-390c-41f3-af3f-6bd4b0fb9710" providerId="ADAL" clId="{603CB73D-5ABF-4B35-AB35-B8B719F0AA85}" dt="2022-07-03T01:12:14.371" v="5276" actId="14100"/>
          <ac:spMkLst>
            <pc:docMk/>
            <pc:sldMk cId="2761177778" sldId="3702"/>
            <ac:spMk id="37" creationId="{00000000-0000-0000-0000-000000000000}"/>
          </ac:spMkLst>
        </pc:spChg>
        <pc:spChg chg="mod">
          <ac:chgData name="Mitra, Sayan" userId="5f9b069e-390c-41f3-af3f-6bd4b0fb9710" providerId="ADAL" clId="{603CB73D-5ABF-4B35-AB35-B8B719F0AA85}" dt="2022-07-03T01:18:37.247" v="5322" actId="113"/>
          <ac:spMkLst>
            <pc:docMk/>
            <pc:sldMk cId="2761177778" sldId="3702"/>
            <ac:spMk id="55" creationId="{00000000-0000-0000-0000-000000000000}"/>
          </ac:spMkLst>
        </pc:spChg>
        <pc:spChg chg="mod">
          <ac:chgData name="Mitra, Sayan" userId="5f9b069e-390c-41f3-af3f-6bd4b0fb9710" providerId="ADAL" clId="{603CB73D-5ABF-4B35-AB35-B8B719F0AA85}" dt="2022-07-03T01:48:40.775" v="6155" actId="1038"/>
          <ac:spMkLst>
            <pc:docMk/>
            <pc:sldMk cId="2761177778" sldId="3702"/>
            <ac:spMk id="74" creationId="{00000000-0000-0000-0000-000000000000}"/>
          </ac:spMkLst>
        </pc:spChg>
        <pc:spChg chg="mod">
          <ac:chgData name="Mitra, Sayan" userId="5f9b069e-390c-41f3-af3f-6bd4b0fb9710" providerId="ADAL" clId="{603CB73D-5ABF-4B35-AB35-B8B719F0AA85}" dt="2022-07-03T01:22:05.286" v="5521" actId="20577"/>
          <ac:spMkLst>
            <pc:docMk/>
            <pc:sldMk cId="2761177778" sldId="3702"/>
            <ac:spMk id="76" creationId="{00000000-0000-0000-0000-000000000000}"/>
          </ac:spMkLst>
        </pc:spChg>
        <pc:spChg chg="mod">
          <ac:chgData name="Mitra, Sayan" userId="5f9b069e-390c-41f3-af3f-6bd4b0fb9710" providerId="ADAL" clId="{603CB73D-5ABF-4B35-AB35-B8B719F0AA85}" dt="2022-07-03T01:17:55.891" v="5317" actId="6549"/>
          <ac:spMkLst>
            <pc:docMk/>
            <pc:sldMk cId="2761177778" sldId="3702"/>
            <ac:spMk id="78" creationId="{00000000-0000-0000-0000-000000000000}"/>
          </ac:spMkLst>
        </pc:spChg>
        <pc:spChg chg="mod">
          <ac:chgData name="Mitra, Sayan" userId="5f9b069e-390c-41f3-af3f-6bd4b0fb9710" providerId="ADAL" clId="{603CB73D-5ABF-4B35-AB35-B8B719F0AA85}" dt="2022-07-03T01:18:22.188" v="5320"/>
          <ac:spMkLst>
            <pc:docMk/>
            <pc:sldMk cId="2761177778" sldId="3702"/>
            <ac:spMk id="79" creationId="{00000000-0000-0000-0000-000000000000}"/>
          </ac:spMkLst>
        </pc:spChg>
        <pc:spChg chg="del mod">
          <ac:chgData name="Mitra, Sayan" userId="5f9b069e-390c-41f3-af3f-6bd4b0fb9710" providerId="ADAL" clId="{603CB73D-5ABF-4B35-AB35-B8B719F0AA85}" dt="2022-07-03T01:13:54.211" v="5288" actId="478"/>
          <ac:spMkLst>
            <pc:docMk/>
            <pc:sldMk cId="2761177778" sldId="3702"/>
            <ac:spMk id="80" creationId="{00000000-0000-0000-0000-000000000000}"/>
          </ac:spMkLst>
        </pc:spChg>
        <pc:grpChg chg="mod">
          <ac:chgData name="Mitra, Sayan" userId="5f9b069e-390c-41f3-af3f-6bd4b0fb9710" providerId="ADAL" clId="{603CB73D-5ABF-4B35-AB35-B8B719F0AA85}" dt="2022-07-03T01:12:24.792" v="5278" actId="14100"/>
          <ac:grpSpMkLst>
            <pc:docMk/>
            <pc:sldMk cId="2761177778" sldId="3702"/>
            <ac:grpSpMk id="13"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6"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7" creationId="{00000000-0000-0000-0000-000000000000}"/>
          </ac:grpSpMkLst>
        </pc:grpChg>
        <pc:grpChg chg="mod">
          <ac:chgData name="Mitra, Sayan" userId="5f9b069e-390c-41f3-af3f-6bd4b0fb9710" providerId="ADAL" clId="{603CB73D-5ABF-4B35-AB35-B8B719F0AA85}" dt="2022-07-03T01:12:24.792" v="5278" actId="14100"/>
          <ac:grpSpMkLst>
            <pc:docMk/>
            <pc:sldMk cId="2761177778" sldId="3702"/>
            <ac:grpSpMk id="58" creationId="{00000000-0000-0000-0000-000000000000}"/>
          </ac:grpSpMkLst>
        </pc:grpChg>
        <pc:grpChg chg="del">
          <ac:chgData name="Mitra, Sayan" userId="5f9b069e-390c-41f3-af3f-6bd4b0fb9710" providerId="ADAL" clId="{603CB73D-5ABF-4B35-AB35-B8B719F0AA85}" dt="2022-07-03T01:13:11.827" v="5281" actId="478"/>
          <ac:grpSpMkLst>
            <pc:docMk/>
            <pc:sldMk cId="2761177778" sldId="3702"/>
            <ac:grpSpMk id="63" creationId="{00000000-0000-0000-0000-000000000000}"/>
          </ac:grpSpMkLst>
        </pc:grpChg>
        <pc:picChg chg="add mod">
          <ac:chgData name="Mitra, Sayan" userId="5f9b069e-390c-41f3-af3f-6bd4b0fb9710" providerId="ADAL" clId="{603CB73D-5ABF-4B35-AB35-B8B719F0AA85}" dt="2022-07-03T01:23:41.613" v="5544" actId="12788"/>
          <ac:picMkLst>
            <pc:docMk/>
            <pc:sldMk cId="2761177778" sldId="3702"/>
            <ac:picMk id="59" creationId="{20FCBABD-08DE-490C-AEB3-8C54E8BA606F}"/>
          </ac:picMkLst>
        </pc:picChg>
        <pc:picChg chg="add mod">
          <ac:chgData name="Mitra, Sayan" userId="5f9b069e-390c-41f3-af3f-6bd4b0fb9710" providerId="ADAL" clId="{603CB73D-5ABF-4B35-AB35-B8B719F0AA85}" dt="2022-07-03T01:23:41.613" v="5544" actId="12788"/>
          <ac:picMkLst>
            <pc:docMk/>
            <pc:sldMk cId="2761177778" sldId="3702"/>
            <ac:picMk id="60" creationId="{3CD874FB-0546-4B33-A18F-8C6D57D90BBC}"/>
          </ac:picMkLst>
        </pc:picChg>
        <pc:picChg chg="add mod">
          <ac:chgData name="Mitra, Sayan" userId="5f9b069e-390c-41f3-af3f-6bd4b0fb9710" providerId="ADAL" clId="{603CB73D-5ABF-4B35-AB35-B8B719F0AA85}" dt="2022-07-03T01:23:41.613" v="5544" actId="12788"/>
          <ac:picMkLst>
            <pc:docMk/>
            <pc:sldMk cId="2761177778" sldId="3702"/>
            <ac:picMk id="61" creationId="{3F759D33-C788-4273-9A3C-F7BEC8A605CD}"/>
          </ac:picMkLst>
        </pc:picChg>
        <pc:picChg chg="del">
          <ac:chgData name="Mitra, Sayan" userId="5f9b069e-390c-41f3-af3f-6bd4b0fb9710" providerId="ADAL" clId="{603CB73D-5ABF-4B35-AB35-B8B719F0AA85}" dt="2022-07-03T01:13:11.827" v="5281" actId="478"/>
          <ac:picMkLst>
            <pc:docMk/>
            <pc:sldMk cId="2761177778" sldId="3702"/>
            <ac:picMk id="71" creationId="{00000000-0000-0000-0000-000000000000}"/>
          </ac:picMkLst>
        </pc:picChg>
        <pc:picChg chg="add mod">
          <ac:chgData name="Mitra, Sayan" userId="5f9b069e-390c-41f3-af3f-6bd4b0fb9710" providerId="ADAL" clId="{603CB73D-5ABF-4B35-AB35-B8B719F0AA85}" dt="2022-07-03T01:23:41.613" v="5544" actId="12788"/>
          <ac:picMkLst>
            <pc:docMk/>
            <pc:sldMk cId="2761177778" sldId="3702"/>
            <ac:picMk id="1026" creationId="{E536386F-92B4-4D95-A5FD-79256217D788}"/>
          </ac:picMkLst>
        </pc:picChg>
        <pc:picChg chg="add mod">
          <ac:chgData name="Mitra, Sayan" userId="5f9b069e-390c-41f3-af3f-6bd4b0fb9710" providerId="ADAL" clId="{603CB73D-5ABF-4B35-AB35-B8B719F0AA85}" dt="2022-07-03T01:23:41.613" v="5544" actId="12788"/>
          <ac:picMkLst>
            <pc:docMk/>
            <pc:sldMk cId="2761177778" sldId="3702"/>
            <ac:picMk id="1028" creationId="{0EBF5C5A-E0EA-4D8A-9580-77DF2108CC3D}"/>
          </ac:picMkLst>
        </pc:picChg>
        <pc:picChg chg="del">
          <ac:chgData name="Mitra, Sayan" userId="5f9b069e-390c-41f3-af3f-6bd4b0fb9710" providerId="ADAL" clId="{603CB73D-5ABF-4B35-AB35-B8B719F0AA85}" dt="2022-07-03T01:13:11.827" v="5281" actId="478"/>
          <ac:picMkLst>
            <pc:docMk/>
            <pc:sldMk cId="2761177778" sldId="3702"/>
            <ac:picMk id="3064863" creationId="{00000000-0000-0000-0000-000000000000}"/>
          </ac:picMkLst>
        </pc:picChg>
        <pc:picChg chg="del">
          <ac:chgData name="Mitra, Sayan" userId="5f9b069e-390c-41f3-af3f-6bd4b0fb9710" providerId="ADAL" clId="{603CB73D-5ABF-4B35-AB35-B8B719F0AA85}" dt="2022-07-03T01:13:13.730" v="5282" actId="478"/>
          <ac:picMkLst>
            <pc:docMk/>
            <pc:sldMk cId="2761177778" sldId="3702"/>
            <ac:picMk id="3064865" creationId="{00000000-0000-0000-0000-000000000000}"/>
          </ac:picMkLst>
        </pc:picChg>
        <pc:picChg chg="del">
          <ac:chgData name="Mitra, Sayan" userId="5f9b069e-390c-41f3-af3f-6bd4b0fb9710" providerId="ADAL" clId="{603CB73D-5ABF-4B35-AB35-B8B719F0AA85}" dt="2022-07-03T01:13:11.827" v="5281" actId="478"/>
          <ac:picMkLst>
            <pc:docMk/>
            <pc:sldMk cId="2761177778" sldId="3702"/>
            <ac:picMk id="3064869" creationId="{00000000-0000-0000-0000-000000000000}"/>
          </ac:picMkLst>
        </pc:picChg>
      </pc:sldChg>
      <pc:sldChg chg="addSp delSp modSp add mod">
        <pc:chgData name="Mitra, Sayan" userId="5f9b069e-390c-41f3-af3f-6bd4b0fb9710" providerId="ADAL" clId="{603CB73D-5ABF-4B35-AB35-B8B719F0AA85}" dt="2022-07-04T09:11:17.296" v="13893" actId="14100"/>
        <pc:sldMkLst>
          <pc:docMk/>
          <pc:sldMk cId="3779880356" sldId="3718"/>
        </pc:sldMkLst>
        <pc:spChg chg="mod">
          <ac:chgData name="Mitra, Sayan" userId="5f9b069e-390c-41f3-af3f-6bd4b0fb9710" providerId="ADAL" clId="{603CB73D-5ABF-4B35-AB35-B8B719F0AA85}" dt="2022-07-03T08:40:09.626" v="7365" actId="1036"/>
          <ac:spMkLst>
            <pc:docMk/>
            <pc:sldMk cId="3779880356" sldId="3718"/>
            <ac:spMk id="14"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5"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7"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18"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1"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4"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5"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6"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27" creationId="{00000000-0000-0000-0000-000000000000}"/>
          </ac:spMkLst>
        </pc:spChg>
        <pc:spChg chg="mod">
          <ac:chgData name="Mitra, Sayan" userId="5f9b069e-390c-41f3-af3f-6bd4b0fb9710" providerId="ADAL" clId="{603CB73D-5ABF-4B35-AB35-B8B719F0AA85}" dt="2022-07-03T08:44:44.814" v="7428" actId="20577"/>
          <ac:spMkLst>
            <pc:docMk/>
            <pc:sldMk cId="3779880356" sldId="3718"/>
            <ac:spMk id="36" creationId="{E880922B-2571-4272-970E-ED010AA8C03A}"/>
          </ac:spMkLst>
        </pc:spChg>
        <pc:spChg chg="mod">
          <ac:chgData name="Mitra, Sayan" userId="5f9b069e-390c-41f3-af3f-6bd4b0fb9710" providerId="ADAL" clId="{603CB73D-5ABF-4B35-AB35-B8B719F0AA85}" dt="2022-07-03T08:40:44.621" v="7390" actId="20577"/>
          <ac:spMkLst>
            <pc:docMk/>
            <pc:sldMk cId="3779880356" sldId="3718"/>
            <ac:spMk id="40" creationId="{8A7FD379-AE0F-4B68-9756-B86604DC0B46}"/>
          </ac:spMkLst>
        </pc:spChg>
        <pc:spChg chg="mod">
          <ac:chgData name="Mitra, Sayan" userId="5f9b069e-390c-41f3-af3f-6bd4b0fb9710" providerId="ADAL" clId="{603CB73D-5ABF-4B35-AB35-B8B719F0AA85}" dt="2022-07-03T08:40:09.626" v="7365" actId="1036"/>
          <ac:spMkLst>
            <pc:docMk/>
            <pc:sldMk cId="3779880356" sldId="3718"/>
            <ac:spMk id="4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43" creationId="{00000000-0000-0000-0000-000000000000}"/>
          </ac:spMkLst>
        </pc:spChg>
        <pc:spChg chg="add del">
          <ac:chgData name="Mitra, Sayan" userId="5f9b069e-390c-41f3-af3f-6bd4b0fb9710" providerId="ADAL" clId="{603CB73D-5ABF-4B35-AB35-B8B719F0AA85}" dt="2022-07-03T08:44:31.196" v="7400" actId="22"/>
          <ac:spMkLst>
            <pc:docMk/>
            <pc:sldMk cId="3779880356" sldId="3718"/>
            <ac:spMk id="44" creationId="{A8CD66BE-96F3-4E9F-B9EF-02318CA161CA}"/>
          </ac:spMkLst>
        </pc:spChg>
        <pc:spChg chg="mod">
          <ac:chgData name="Mitra, Sayan" userId="5f9b069e-390c-41f3-af3f-6bd4b0fb9710" providerId="ADAL" clId="{603CB73D-5ABF-4B35-AB35-B8B719F0AA85}" dt="2022-07-03T08:40:09.626" v="7365" actId="1036"/>
          <ac:spMkLst>
            <pc:docMk/>
            <pc:sldMk cId="3779880356" sldId="3718"/>
            <ac:spMk id="62" creationId="{00000000-0000-0000-0000-000000000000}"/>
          </ac:spMkLst>
        </pc:spChg>
        <pc:spChg chg="mod">
          <ac:chgData name="Mitra, Sayan" userId="5f9b069e-390c-41f3-af3f-6bd4b0fb9710" providerId="ADAL" clId="{603CB73D-5ABF-4B35-AB35-B8B719F0AA85}" dt="2022-07-03T08:40:09.626" v="7365" actId="1036"/>
          <ac:spMkLst>
            <pc:docMk/>
            <pc:sldMk cId="3779880356" sldId="3718"/>
            <ac:spMk id="63" creationId="{00000000-0000-0000-0000-000000000000}"/>
          </ac:spMkLst>
        </pc:spChg>
        <pc:grpChg chg="mod">
          <ac:chgData name="Mitra, Sayan" userId="5f9b069e-390c-41f3-af3f-6bd4b0fb9710" providerId="ADAL" clId="{603CB73D-5ABF-4B35-AB35-B8B719F0AA85}" dt="2022-07-03T08:40:09.626" v="7365" actId="1036"/>
          <ac:grpSpMkLst>
            <pc:docMk/>
            <pc:sldMk cId="3779880356" sldId="3718"/>
            <ac:grpSpMk id="4"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5"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8"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9"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0"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1" creationId="{00000000-0000-0000-0000-000000000000}"/>
          </ac:grpSpMkLst>
        </pc:grpChg>
        <pc:grpChg chg="mod">
          <ac:chgData name="Mitra, Sayan" userId="5f9b069e-390c-41f3-af3f-6bd4b0fb9710" providerId="ADAL" clId="{603CB73D-5ABF-4B35-AB35-B8B719F0AA85}" dt="2022-07-03T08:40:09.626" v="7365" actId="1036"/>
          <ac:grpSpMkLst>
            <pc:docMk/>
            <pc:sldMk cId="3779880356" sldId="3718"/>
            <ac:grpSpMk id="12" creationId="{00000000-0000-0000-0000-000000000000}"/>
          </ac:grpSpMkLst>
        </pc:grpChg>
        <pc:grpChg chg="add mod">
          <ac:chgData name="Mitra, Sayan" userId="5f9b069e-390c-41f3-af3f-6bd4b0fb9710" providerId="ADAL" clId="{603CB73D-5ABF-4B35-AB35-B8B719F0AA85}" dt="2022-07-03T08:40:21.924" v="7367" actId="1076"/>
          <ac:grpSpMkLst>
            <pc:docMk/>
            <pc:sldMk cId="3779880356" sldId="3718"/>
            <ac:grpSpMk id="33" creationId="{DA6B47CC-279F-4AD7-8B4C-C5743F06AE3E}"/>
          </ac:grpSpMkLst>
        </pc:grpChg>
        <pc:graphicFrameChg chg="add del mod">
          <ac:chgData name="Mitra, Sayan" userId="5f9b069e-390c-41f3-af3f-6bd4b0fb9710" providerId="ADAL" clId="{603CB73D-5ABF-4B35-AB35-B8B719F0AA85}" dt="2022-07-02T01:28:21.263" v="2439" actId="12084"/>
          <ac:graphicFrameMkLst>
            <pc:docMk/>
            <pc:sldMk cId="3779880356" sldId="3718"/>
            <ac:graphicFrameMk id="13" creationId="{1782864A-5BF0-4DEA-A821-1E1AE60CF8EB}"/>
          </ac:graphicFrameMkLst>
        </pc:graphicFrameChg>
        <pc:picChg chg="del">
          <ac:chgData name="Mitra, Sayan" userId="5f9b069e-390c-41f3-af3f-6bd4b0fb9710" providerId="ADAL" clId="{603CB73D-5ABF-4B35-AB35-B8B719F0AA85}" dt="2022-07-02T01:36:38.645" v="2580" actId="478"/>
          <ac:picMkLst>
            <pc:docMk/>
            <pc:sldMk cId="3779880356" sldId="3718"/>
            <ac:picMk id="2" creationId="{00000000-0000-0000-0000-000000000000}"/>
          </ac:picMkLst>
        </pc:picChg>
        <pc:picChg chg="mod">
          <ac:chgData name="Mitra, Sayan" userId="5f9b069e-390c-41f3-af3f-6bd4b0fb9710" providerId="ADAL" clId="{603CB73D-5ABF-4B35-AB35-B8B719F0AA85}" dt="2022-07-03T08:40:09.626" v="7365" actId="1036"/>
          <ac:picMkLst>
            <pc:docMk/>
            <pc:sldMk cId="3779880356" sldId="3718"/>
            <ac:picMk id="13" creationId="{7B5E8804-FDEC-2B9C-95DA-46C847E98A26}"/>
          </ac:picMkLst>
        </pc:picChg>
        <pc:picChg chg="add mod">
          <ac:chgData name="Mitra, Sayan" userId="5f9b069e-390c-41f3-af3f-6bd4b0fb9710" providerId="ADAL" clId="{603CB73D-5ABF-4B35-AB35-B8B719F0AA85}" dt="2022-07-03T08:40:09.626" v="7365" actId="1036"/>
          <ac:picMkLst>
            <pc:docMk/>
            <pc:sldMk cId="3779880356" sldId="3718"/>
            <ac:picMk id="16" creationId="{4C7FFE5B-9091-4CD5-9D22-B0DD4D5E184A}"/>
          </ac:picMkLst>
        </pc:picChg>
        <pc:picChg chg="del">
          <ac:chgData name="Mitra, Sayan" userId="5f9b069e-390c-41f3-af3f-6bd4b0fb9710" providerId="ADAL" clId="{603CB73D-5ABF-4B35-AB35-B8B719F0AA85}" dt="2022-07-02T01:47:14.543" v="2605" actId="478"/>
          <ac:picMkLst>
            <pc:docMk/>
            <pc:sldMk cId="3779880356" sldId="3718"/>
            <ac:picMk id="19" creationId="{00000000-0000-0000-0000-000000000000}"/>
          </ac:picMkLst>
        </pc:picChg>
        <pc:picChg chg="del">
          <ac:chgData name="Mitra, Sayan" userId="5f9b069e-390c-41f3-af3f-6bd4b0fb9710" providerId="ADAL" clId="{603CB73D-5ABF-4B35-AB35-B8B719F0AA85}" dt="2022-07-02T01:30:36.574" v="2452" actId="478"/>
          <ac:picMkLst>
            <pc:docMk/>
            <pc:sldMk cId="3779880356" sldId="3718"/>
            <ac:picMk id="23" creationId="{00000000-0000-0000-0000-000000000000}"/>
          </ac:picMkLst>
        </pc:picChg>
        <pc:picChg chg="del">
          <ac:chgData name="Mitra, Sayan" userId="5f9b069e-390c-41f3-af3f-6bd4b0fb9710" providerId="ADAL" clId="{603CB73D-5ABF-4B35-AB35-B8B719F0AA85}" dt="2022-07-02T01:36:42.430" v="2581" actId="478"/>
          <ac:picMkLst>
            <pc:docMk/>
            <pc:sldMk cId="3779880356" sldId="3718"/>
            <ac:picMk id="28" creationId="{00000000-0000-0000-0000-000000000000}"/>
          </ac:picMkLst>
        </pc:picChg>
        <pc:picChg chg="add del mod">
          <ac:chgData name="Mitra, Sayan" userId="5f9b069e-390c-41f3-af3f-6bd4b0fb9710" providerId="ADAL" clId="{603CB73D-5ABF-4B35-AB35-B8B719F0AA85}" dt="2022-07-03T08:40:09.626" v="7365" actId="1036"/>
          <ac:picMkLst>
            <pc:docMk/>
            <pc:sldMk cId="3779880356" sldId="3718"/>
            <ac:picMk id="34" creationId="{CAF450C8-6D7B-40C9-B704-56BF7AA0BA83}"/>
          </ac:picMkLst>
        </pc:picChg>
        <pc:picChg chg="mod">
          <ac:chgData name="Mitra, Sayan" userId="5f9b069e-390c-41f3-af3f-6bd4b0fb9710" providerId="ADAL" clId="{603CB73D-5ABF-4B35-AB35-B8B719F0AA85}" dt="2022-07-04T09:11:11.125" v="13892" actId="14100"/>
          <ac:picMkLst>
            <pc:docMk/>
            <pc:sldMk cId="3779880356" sldId="3718"/>
            <ac:picMk id="35" creationId="{052C810A-B2DF-41DE-9409-E7B81B1D2CD6}"/>
          </ac:picMkLst>
        </pc:picChg>
        <pc:picChg chg="del">
          <ac:chgData name="Mitra, Sayan" userId="5f9b069e-390c-41f3-af3f-6bd4b0fb9710" providerId="ADAL" clId="{603CB73D-5ABF-4B35-AB35-B8B719F0AA85}" dt="2022-07-02T01:33:46.318" v="2511" actId="478"/>
          <ac:picMkLst>
            <pc:docMk/>
            <pc:sldMk cId="3779880356" sldId="3718"/>
            <ac:picMk id="36" creationId="{00000000-0000-0000-0000-000000000000}"/>
          </ac:picMkLst>
        </pc:picChg>
        <pc:picChg chg="add mod">
          <ac:chgData name="Mitra, Sayan" userId="5f9b069e-390c-41f3-af3f-6bd4b0fb9710" providerId="ADAL" clId="{603CB73D-5ABF-4B35-AB35-B8B719F0AA85}" dt="2022-07-03T08:40:09.626" v="7365" actId="1036"/>
          <ac:picMkLst>
            <pc:docMk/>
            <pc:sldMk cId="3779880356" sldId="3718"/>
            <ac:picMk id="37" creationId="{26B73C00-C2A9-4E1D-86C1-9427316ED17F}"/>
          </ac:picMkLst>
        </pc:picChg>
        <pc:picChg chg="add del mod">
          <ac:chgData name="Mitra, Sayan" userId="5f9b069e-390c-41f3-af3f-6bd4b0fb9710" providerId="ADAL" clId="{603CB73D-5ABF-4B35-AB35-B8B719F0AA85}" dt="2022-07-04T06:08:14.088" v="12878" actId="478"/>
          <ac:picMkLst>
            <pc:docMk/>
            <pc:sldMk cId="3779880356" sldId="3718"/>
            <ac:picMk id="38" creationId="{64A11FC1-FD74-4DF6-A4AA-033F386A865D}"/>
          </ac:picMkLst>
        </pc:picChg>
        <pc:picChg chg="add mod">
          <ac:chgData name="Mitra, Sayan" userId="5f9b069e-390c-41f3-af3f-6bd4b0fb9710" providerId="ADAL" clId="{603CB73D-5ABF-4B35-AB35-B8B719F0AA85}" dt="2022-07-03T08:40:09.626" v="7365" actId="1036"/>
          <ac:picMkLst>
            <pc:docMk/>
            <pc:sldMk cId="3779880356" sldId="3718"/>
            <ac:picMk id="39" creationId="{A2B24A8C-4228-4479-AC7A-CD8CD6C442BC}"/>
          </ac:picMkLst>
        </pc:picChg>
        <pc:picChg chg="add mod">
          <ac:chgData name="Mitra, Sayan" userId="5f9b069e-390c-41f3-af3f-6bd4b0fb9710" providerId="ADAL" clId="{603CB73D-5ABF-4B35-AB35-B8B719F0AA85}" dt="2022-07-02T01:37:42.497" v="2591" actId="11530"/>
          <ac:picMkLst>
            <pc:docMk/>
            <pc:sldMk cId="3779880356" sldId="3718"/>
            <ac:picMk id="40" creationId="{CB155076-76FF-4322-A7A8-0C05024745E1}"/>
          </ac:picMkLst>
        </pc:picChg>
        <pc:picChg chg="add mod">
          <ac:chgData name="Mitra, Sayan" userId="5f9b069e-390c-41f3-af3f-6bd4b0fb9710" providerId="ADAL" clId="{603CB73D-5ABF-4B35-AB35-B8B719F0AA85}" dt="2022-07-04T06:08:48.471" v="12887" actId="14100"/>
          <ac:picMkLst>
            <pc:docMk/>
            <pc:sldMk cId="3779880356" sldId="3718"/>
            <ac:picMk id="41" creationId="{3436487B-B473-4839-8259-D2329A94BA6A}"/>
          </ac:picMkLst>
        </pc:picChg>
        <pc:picChg chg="add mod">
          <ac:chgData name="Mitra, Sayan" userId="5f9b069e-390c-41f3-af3f-6bd4b0fb9710" providerId="ADAL" clId="{603CB73D-5ABF-4B35-AB35-B8B719F0AA85}" dt="2022-07-02T01:47:26.196" v="2607" actId="1076"/>
          <ac:picMkLst>
            <pc:docMk/>
            <pc:sldMk cId="3779880356" sldId="3718"/>
            <ac:picMk id="41" creationId="{7D65D012-FB55-4896-A67A-728F2A39F262}"/>
          </ac:picMkLst>
        </pc:picChg>
        <pc:picChg chg="add del mod">
          <ac:chgData name="Mitra, Sayan" userId="5f9b069e-390c-41f3-af3f-6bd4b0fb9710" providerId="ADAL" clId="{603CB73D-5ABF-4B35-AB35-B8B719F0AA85}" dt="2022-07-03T08:40:24.602" v="7368" actId="478"/>
          <ac:picMkLst>
            <pc:docMk/>
            <pc:sldMk cId="3779880356" sldId="3718"/>
            <ac:picMk id="41" creationId="{A4570A1F-20AF-46FB-8600-026507623145}"/>
          </ac:picMkLst>
        </pc:picChg>
        <pc:picChg chg="del">
          <ac:chgData name="Mitra, Sayan" userId="5f9b069e-390c-41f3-af3f-6bd4b0fb9710" providerId="ADAL" clId="{603CB73D-5ABF-4B35-AB35-B8B719F0AA85}" dt="2022-07-02T01:33:55.298" v="2512" actId="478"/>
          <ac:picMkLst>
            <pc:docMk/>
            <pc:sldMk cId="3779880356" sldId="3718"/>
            <ac:picMk id="48" creationId="{00000000-0000-0000-0000-000000000000}"/>
          </ac:picMkLst>
        </pc:picChg>
        <pc:picChg chg="del">
          <ac:chgData name="Mitra, Sayan" userId="5f9b069e-390c-41f3-af3f-6bd4b0fb9710" providerId="ADAL" clId="{603CB73D-5ABF-4B35-AB35-B8B719F0AA85}" dt="2022-07-02T01:32:29.587" v="2490" actId="478"/>
          <ac:picMkLst>
            <pc:docMk/>
            <pc:sldMk cId="3779880356" sldId="3718"/>
            <ac:picMk id="61" creationId="{00000000-0000-0000-0000-000000000000}"/>
          </ac:picMkLst>
        </pc:picChg>
        <pc:picChg chg="add del">
          <ac:chgData name="Mitra, Sayan" userId="5f9b069e-390c-41f3-af3f-6bd4b0fb9710" providerId="ADAL" clId="{603CB73D-5ABF-4B35-AB35-B8B719F0AA85}" dt="2022-07-02T01:29:03.101" v="2442" actId="478"/>
          <ac:picMkLst>
            <pc:docMk/>
            <pc:sldMk cId="3779880356" sldId="3718"/>
            <ac:picMk id="65" creationId="{00000000-0000-0000-0000-000000000000}"/>
          </ac:picMkLst>
        </pc:picChg>
        <pc:picChg chg="add mod">
          <ac:chgData name="Mitra, Sayan" userId="5f9b069e-390c-41f3-af3f-6bd4b0fb9710" providerId="ADAL" clId="{603CB73D-5ABF-4B35-AB35-B8B719F0AA85}" dt="2022-07-04T09:11:17.296" v="13893" actId="14100"/>
          <ac:picMkLst>
            <pc:docMk/>
            <pc:sldMk cId="3779880356" sldId="3718"/>
            <ac:picMk id="1026" creationId="{DB65D9E8-42CF-470D-89DE-4C414AE713D4}"/>
          </ac:picMkLst>
        </pc:picChg>
      </pc:sldChg>
      <pc:sldChg chg="addSp delSp modSp mod">
        <pc:chgData name="Mitra, Sayan" userId="5f9b069e-390c-41f3-af3f-6bd4b0fb9710" providerId="ADAL" clId="{603CB73D-5ABF-4B35-AB35-B8B719F0AA85}" dt="2022-07-04T08:35:17.620" v="13369" actId="478"/>
        <pc:sldMkLst>
          <pc:docMk/>
          <pc:sldMk cId="1663662808" sldId="3884"/>
        </pc:sldMkLst>
        <pc:spChg chg="add del mod">
          <ac:chgData name="Mitra, Sayan" userId="5f9b069e-390c-41f3-af3f-6bd4b0fb9710" providerId="ADAL" clId="{603CB73D-5ABF-4B35-AB35-B8B719F0AA85}" dt="2022-07-04T08:35:17.620" v="13369" actId="478"/>
          <ac:spMkLst>
            <pc:docMk/>
            <pc:sldMk cId="1663662808" sldId="3884"/>
            <ac:spMk id="49" creationId="{0152A195-273A-44A1-BCA1-397A735BC081}"/>
          </ac:spMkLst>
        </pc:spChg>
        <pc:spChg chg="mod">
          <ac:chgData name="Mitra, Sayan" userId="5f9b069e-390c-41f3-af3f-6bd4b0fb9710" providerId="ADAL" clId="{603CB73D-5ABF-4B35-AB35-B8B719F0AA85}" dt="2022-07-04T08:34:47.645" v="13368" actId="113"/>
          <ac:spMkLst>
            <pc:docMk/>
            <pc:sldMk cId="1663662808" sldId="3884"/>
            <ac:spMk id="184" creationId="{B4682380-451C-40F6-8FB1-2F65451BB65E}"/>
          </ac:spMkLst>
        </pc:spChg>
      </pc:sldChg>
      <pc:sldChg chg="addSp delSp modSp mod">
        <pc:chgData name="Mitra, Sayan" userId="5f9b069e-390c-41f3-af3f-6bd4b0fb9710" providerId="ADAL" clId="{603CB73D-5ABF-4B35-AB35-B8B719F0AA85}" dt="2022-07-04T05:01:33.795" v="12474" actId="478"/>
        <pc:sldMkLst>
          <pc:docMk/>
          <pc:sldMk cId="2473939844" sldId="3969"/>
        </pc:sldMkLst>
        <pc:spChg chg="del">
          <ac:chgData name="Mitra, Sayan" userId="5f9b069e-390c-41f3-af3f-6bd4b0fb9710" providerId="ADAL" clId="{603CB73D-5ABF-4B35-AB35-B8B719F0AA85}" dt="2022-07-04T05:01:21.205" v="12470" actId="478"/>
          <ac:spMkLst>
            <pc:docMk/>
            <pc:sldMk cId="2473939844" sldId="3969"/>
            <ac:spMk id="16" creationId="{F3E57C58-2BA6-4D86-86D3-A7005568A0D5}"/>
          </ac:spMkLst>
        </pc:spChg>
        <pc:spChg chg="del mod">
          <ac:chgData name="Mitra, Sayan" userId="5f9b069e-390c-41f3-af3f-6bd4b0fb9710" providerId="ADAL" clId="{603CB73D-5ABF-4B35-AB35-B8B719F0AA85}" dt="2022-07-04T05:01:21.205" v="12470" actId="478"/>
          <ac:spMkLst>
            <pc:docMk/>
            <pc:sldMk cId="2473939844" sldId="3969"/>
            <ac:spMk id="17" creationId="{0DE4AEE0-311C-496A-B548-147E57C14701}"/>
          </ac:spMkLst>
        </pc:spChg>
        <pc:spChg chg="del mod">
          <ac:chgData name="Mitra, Sayan" userId="5f9b069e-390c-41f3-af3f-6bd4b0fb9710" providerId="ADAL" clId="{603CB73D-5ABF-4B35-AB35-B8B719F0AA85}" dt="2022-07-04T05:01:17.419" v="12469" actId="478"/>
          <ac:spMkLst>
            <pc:docMk/>
            <pc:sldMk cId="2473939844" sldId="3969"/>
            <ac:spMk id="18" creationId="{9095C9E7-72DD-4CA0-940F-7DA9754F95C0}"/>
          </ac:spMkLst>
        </pc:spChg>
        <pc:spChg chg="add del mod">
          <ac:chgData name="Mitra, Sayan" userId="5f9b069e-390c-41f3-af3f-6bd4b0fb9710" providerId="ADAL" clId="{603CB73D-5ABF-4B35-AB35-B8B719F0AA85}" dt="2022-07-04T05:01:24.103" v="12471" actId="478"/>
          <ac:spMkLst>
            <pc:docMk/>
            <pc:sldMk cId="2473939844" sldId="3969"/>
            <ac:spMk id="19" creationId="{844D020B-70EC-40B6-A4AD-7753F2D86BAE}"/>
          </ac:spMkLst>
        </pc:spChg>
        <pc:spChg chg="add del mod">
          <ac:chgData name="Mitra, Sayan" userId="5f9b069e-390c-41f3-af3f-6bd4b0fb9710" providerId="ADAL" clId="{603CB73D-5ABF-4B35-AB35-B8B719F0AA85}" dt="2022-07-04T05:01:24.103" v="12471" actId="478"/>
          <ac:spMkLst>
            <pc:docMk/>
            <pc:sldMk cId="2473939844" sldId="3969"/>
            <ac:spMk id="20" creationId="{5493C5B2-5A18-42DF-8309-F8E7BCECDED3}"/>
          </ac:spMkLst>
        </pc:spChg>
        <pc:spChg chg="add del mod">
          <ac:chgData name="Mitra, Sayan" userId="5f9b069e-390c-41f3-af3f-6bd4b0fb9710" providerId="ADAL" clId="{603CB73D-5ABF-4B35-AB35-B8B719F0AA85}" dt="2022-07-04T05:01:17.419" v="12469" actId="478"/>
          <ac:spMkLst>
            <pc:docMk/>
            <pc:sldMk cId="2473939844" sldId="3969"/>
            <ac:spMk id="21" creationId="{82FE3045-0DD5-48D1-91CD-14C8D252A56F}"/>
          </ac:spMkLst>
        </pc:spChg>
        <pc:spChg chg="add del mod">
          <ac:chgData name="Mitra, Sayan" userId="5f9b069e-390c-41f3-af3f-6bd4b0fb9710" providerId="ADAL" clId="{603CB73D-5ABF-4B35-AB35-B8B719F0AA85}" dt="2022-07-04T05:01:26.882" v="12472" actId="478"/>
          <ac:spMkLst>
            <pc:docMk/>
            <pc:sldMk cId="2473939844" sldId="3969"/>
            <ac:spMk id="22" creationId="{E47DAE3E-F555-4680-B549-32897CB10C9E}"/>
          </ac:spMkLst>
        </pc:spChg>
        <pc:spChg chg="add del mod">
          <ac:chgData name="Mitra, Sayan" userId="5f9b069e-390c-41f3-af3f-6bd4b0fb9710" providerId="ADAL" clId="{603CB73D-5ABF-4B35-AB35-B8B719F0AA85}" dt="2022-07-04T05:01:26.882" v="12472" actId="478"/>
          <ac:spMkLst>
            <pc:docMk/>
            <pc:sldMk cId="2473939844" sldId="3969"/>
            <ac:spMk id="23" creationId="{83C3B348-AE26-4B52-84D8-9FDA6F88117E}"/>
          </ac:spMkLst>
        </pc:spChg>
        <pc:spChg chg="add del mod">
          <ac:chgData name="Mitra, Sayan" userId="5f9b069e-390c-41f3-af3f-6bd4b0fb9710" providerId="ADAL" clId="{603CB73D-5ABF-4B35-AB35-B8B719F0AA85}" dt="2022-07-04T05:01:17.419" v="12469" actId="478"/>
          <ac:spMkLst>
            <pc:docMk/>
            <pc:sldMk cId="2473939844" sldId="3969"/>
            <ac:spMk id="24" creationId="{DDC81AED-123B-417D-805B-3D7A5360E445}"/>
          </ac:spMkLst>
        </pc:spChg>
        <pc:spChg chg="mod">
          <ac:chgData name="Mitra, Sayan" userId="5f9b069e-390c-41f3-af3f-6bd4b0fb9710" providerId="ADAL" clId="{603CB73D-5ABF-4B35-AB35-B8B719F0AA85}" dt="2022-07-03T05:05:33.253" v="7246"/>
          <ac:spMkLst>
            <pc:docMk/>
            <pc:sldMk cId="2473939844" sldId="3969"/>
            <ac:spMk id="26" creationId="{5BA4FCD5-4905-46D3-A784-8731C575D565}"/>
          </ac:spMkLst>
        </pc:spChg>
        <pc:spChg chg="mod">
          <ac:chgData name="Mitra, Sayan" userId="5f9b069e-390c-41f3-af3f-6bd4b0fb9710" providerId="ADAL" clId="{603CB73D-5ABF-4B35-AB35-B8B719F0AA85}" dt="2022-07-03T05:22:30.167" v="7327" actId="207"/>
          <ac:spMkLst>
            <pc:docMk/>
            <pc:sldMk cId="2473939844" sldId="3969"/>
            <ac:spMk id="28" creationId="{A44F4B57-6219-4542-8BF2-D297602A3CF1}"/>
          </ac:spMkLst>
        </pc:spChg>
        <pc:spChg chg="mod">
          <ac:chgData name="Mitra, Sayan" userId="5f9b069e-390c-41f3-af3f-6bd4b0fb9710" providerId="ADAL" clId="{603CB73D-5ABF-4B35-AB35-B8B719F0AA85}" dt="2022-07-03T05:18:53.876" v="7255"/>
          <ac:spMkLst>
            <pc:docMk/>
            <pc:sldMk cId="2473939844" sldId="3969"/>
            <ac:spMk id="29" creationId="{CC652346-BBC4-49DD-A7C8-BBCF7F7DA393}"/>
          </ac:spMkLst>
        </pc:spChg>
        <pc:spChg chg="mod">
          <ac:chgData name="Mitra, Sayan" userId="5f9b069e-390c-41f3-af3f-6bd4b0fb9710" providerId="ADAL" clId="{603CB73D-5ABF-4B35-AB35-B8B719F0AA85}" dt="2022-07-03T05:18:37.336" v="7254"/>
          <ac:spMkLst>
            <pc:docMk/>
            <pc:sldMk cId="2473939844" sldId="3969"/>
            <ac:spMk id="30" creationId="{BAEDD00A-B953-4595-B8CB-05917E029F6A}"/>
          </ac:spMkLst>
        </pc:spChg>
        <pc:spChg chg="del mod">
          <ac:chgData name="Mitra, Sayan" userId="5f9b069e-390c-41f3-af3f-6bd4b0fb9710" providerId="ADAL" clId="{603CB73D-5ABF-4B35-AB35-B8B719F0AA85}" dt="2022-07-04T05:01:17.419" v="12469" actId="478"/>
          <ac:spMkLst>
            <pc:docMk/>
            <pc:sldMk cId="2473939844" sldId="3969"/>
            <ac:spMk id="32" creationId="{47E110A6-BD2B-445A-AE1B-315CA8FFF138}"/>
          </ac:spMkLst>
        </pc:spChg>
        <pc:spChg chg="del mod">
          <ac:chgData name="Mitra, Sayan" userId="5f9b069e-390c-41f3-af3f-6bd4b0fb9710" providerId="ADAL" clId="{603CB73D-5ABF-4B35-AB35-B8B719F0AA85}" dt="2022-07-04T05:01:17.419" v="12469" actId="478"/>
          <ac:spMkLst>
            <pc:docMk/>
            <pc:sldMk cId="2473939844" sldId="3969"/>
            <ac:spMk id="33" creationId="{68891175-ECF2-4DC4-9EC6-F8A597D7E66D}"/>
          </ac:spMkLst>
        </pc:spChg>
        <pc:spChg chg="del mod">
          <ac:chgData name="Mitra, Sayan" userId="5f9b069e-390c-41f3-af3f-6bd4b0fb9710" providerId="ADAL" clId="{603CB73D-5ABF-4B35-AB35-B8B719F0AA85}" dt="2022-07-04T05:01:17.419" v="12469" actId="478"/>
          <ac:spMkLst>
            <pc:docMk/>
            <pc:sldMk cId="2473939844" sldId="3969"/>
            <ac:spMk id="34" creationId="{B2C77052-D024-44B6-9AF8-15000940C6EE}"/>
          </ac:spMkLst>
        </pc:spChg>
        <pc:spChg chg="add del mod">
          <ac:chgData name="Mitra, Sayan" userId="5f9b069e-390c-41f3-af3f-6bd4b0fb9710" providerId="ADAL" clId="{603CB73D-5ABF-4B35-AB35-B8B719F0AA85}" dt="2022-07-04T05:01:29.864" v="12473" actId="478"/>
          <ac:spMkLst>
            <pc:docMk/>
            <pc:sldMk cId="2473939844" sldId="3969"/>
            <ac:spMk id="35" creationId="{7740F9DA-51D8-4DD6-A728-E726DF41F069}"/>
          </ac:spMkLst>
        </pc:spChg>
        <pc:spChg chg="add del mod">
          <ac:chgData name="Mitra, Sayan" userId="5f9b069e-390c-41f3-af3f-6bd4b0fb9710" providerId="ADAL" clId="{603CB73D-5ABF-4B35-AB35-B8B719F0AA85}" dt="2022-07-04T05:01:29.864" v="12473" actId="478"/>
          <ac:spMkLst>
            <pc:docMk/>
            <pc:sldMk cId="2473939844" sldId="3969"/>
            <ac:spMk id="38" creationId="{E6A2EB5E-06A4-431E-A2D2-7A2C968C4DE1}"/>
          </ac:spMkLst>
        </pc:spChg>
        <pc:spChg chg="add del mod">
          <ac:chgData name="Mitra, Sayan" userId="5f9b069e-390c-41f3-af3f-6bd4b0fb9710" providerId="ADAL" clId="{603CB73D-5ABF-4B35-AB35-B8B719F0AA85}" dt="2022-07-04T05:01:17.419" v="12469" actId="478"/>
          <ac:spMkLst>
            <pc:docMk/>
            <pc:sldMk cId="2473939844" sldId="3969"/>
            <ac:spMk id="39" creationId="{6AD0DB2C-4C0B-4EB8-A750-8BD0997B7DBA}"/>
          </ac:spMkLst>
        </pc:spChg>
        <pc:spChg chg="add del mod">
          <ac:chgData name="Mitra, Sayan" userId="5f9b069e-390c-41f3-af3f-6bd4b0fb9710" providerId="ADAL" clId="{603CB73D-5ABF-4B35-AB35-B8B719F0AA85}" dt="2022-07-04T05:01:33.795" v="12474" actId="478"/>
          <ac:spMkLst>
            <pc:docMk/>
            <pc:sldMk cId="2473939844" sldId="3969"/>
            <ac:spMk id="40" creationId="{AE7ED53A-BA16-46D8-966D-E9EEAB9C8571}"/>
          </ac:spMkLst>
        </pc:spChg>
        <pc:spChg chg="add del mod">
          <ac:chgData name="Mitra, Sayan" userId="5f9b069e-390c-41f3-af3f-6bd4b0fb9710" providerId="ADAL" clId="{603CB73D-5ABF-4B35-AB35-B8B719F0AA85}" dt="2022-07-04T05:01:33.795" v="12474" actId="478"/>
          <ac:spMkLst>
            <pc:docMk/>
            <pc:sldMk cId="2473939844" sldId="3969"/>
            <ac:spMk id="41" creationId="{46D3A8E1-23A0-48A5-B238-BA4EF427770C}"/>
          </ac:spMkLst>
        </pc:spChg>
        <pc:spChg chg="add del mod">
          <ac:chgData name="Mitra, Sayan" userId="5f9b069e-390c-41f3-af3f-6bd4b0fb9710" providerId="ADAL" clId="{603CB73D-5ABF-4B35-AB35-B8B719F0AA85}" dt="2022-07-04T05:01:17.419" v="12469" actId="478"/>
          <ac:spMkLst>
            <pc:docMk/>
            <pc:sldMk cId="2473939844" sldId="3969"/>
            <ac:spMk id="42" creationId="{4843C1CB-A959-4AA2-A863-6702A0AABB92}"/>
          </ac:spMkLst>
        </pc:spChg>
      </pc:sldChg>
      <pc:sldChg chg="del">
        <pc:chgData name="Mitra, Sayan" userId="5f9b069e-390c-41f3-af3f-6bd4b0fb9710" providerId="ADAL" clId="{603CB73D-5ABF-4B35-AB35-B8B719F0AA85}" dt="2022-07-01T01:46:41.808" v="1083" actId="47"/>
        <pc:sldMkLst>
          <pc:docMk/>
          <pc:sldMk cId="2258419677" sldId="3970"/>
        </pc:sldMkLst>
      </pc:sldChg>
      <pc:sldChg chg="del">
        <pc:chgData name="Mitra, Sayan" userId="5f9b069e-390c-41f3-af3f-6bd4b0fb9710" providerId="ADAL" clId="{603CB73D-5ABF-4B35-AB35-B8B719F0AA85}" dt="2022-06-28T16:01:48.873" v="247" actId="47"/>
        <pc:sldMkLst>
          <pc:docMk/>
          <pc:sldMk cId="3312490722" sldId="3971"/>
        </pc:sldMkLst>
      </pc:sldChg>
      <pc:sldChg chg="del">
        <pc:chgData name="Mitra, Sayan" userId="5f9b069e-390c-41f3-af3f-6bd4b0fb9710" providerId="ADAL" clId="{603CB73D-5ABF-4B35-AB35-B8B719F0AA85}" dt="2022-06-28T16:38:08.351" v="721" actId="47"/>
        <pc:sldMkLst>
          <pc:docMk/>
          <pc:sldMk cId="2571674261" sldId="3974"/>
        </pc:sldMkLst>
      </pc:sldChg>
      <pc:sldChg chg="modSp del mod ord">
        <pc:chgData name="Mitra, Sayan" userId="5f9b069e-390c-41f3-af3f-6bd4b0fb9710" providerId="ADAL" clId="{603CB73D-5ABF-4B35-AB35-B8B719F0AA85}" dt="2022-06-28T16:42:28.755" v="805" actId="47"/>
        <pc:sldMkLst>
          <pc:docMk/>
          <pc:sldMk cId="2781786602" sldId="3975"/>
        </pc:sldMkLst>
        <pc:spChg chg="mod">
          <ac:chgData name="Mitra, Sayan" userId="5f9b069e-390c-41f3-af3f-6bd4b0fb9710" providerId="ADAL" clId="{603CB73D-5ABF-4B35-AB35-B8B719F0AA85}" dt="2022-06-28T12:39:05.011" v="62" actId="20577"/>
          <ac:spMkLst>
            <pc:docMk/>
            <pc:sldMk cId="2781786602" sldId="3975"/>
            <ac:spMk id="56" creationId="{8CB53F6E-3567-48F4-BC13-ACA0C098A125}"/>
          </ac:spMkLst>
        </pc:spChg>
      </pc:sldChg>
      <pc:sldChg chg="delSp modSp del mod ord setBg">
        <pc:chgData name="Mitra, Sayan" userId="5f9b069e-390c-41f3-af3f-6bd4b0fb9710" providerId="ADAL" clId="{603CB73D-5ABF-4B35-AB35-B8B719F0AA85}" dt="2022-07-03T15:36:26.669" v="10358" actId="47"/>
        <pc:sldMkLst>
          <pc:docMk/>
          <pc:sldMk cId="2421038644" sldId="3982"/>
        </pc:sldMkLst>
        <pc:spChg chg="mod">
          <ac:chgData name="Mitra, Sayan" userId="5f9b069e-390c-41f3-af3f-6bd4b0fb9710" providerId="ADAL" clId="{603CB73D-5ABF-4B35-AB35-B8B719F0AA85}" dt="2022-07-01T03:05:09.168" v="1117" actId="1076"/>
          <ac:spMkLst>
            <pc:docMk/>
            <pc:sldMk cId="2421038644" sldId="3982"/>
            <ac:spMk id="2" creationId="{565012A1-2FCC-47F2-A5F3-9D07319BCF70}"/>
          </ac:spMkLst>
        </pc:spChg>
        <pc:spChg chg="mod">
          <ac:chgData name="Mitra, Sayan" userId="5f9b069e-390c-41f3-af3f-6bd4b0fb9710" providerId="ADAL" clId="{603CB73D-5ABF-4B35-AB35-B8B719F0AA85}" dt="2022-06-28T16:50:37.173" v="810" actId="207"/>
          <ac:spMkLst>
            <pc:docMk/>
            <pc:sldMk cId="2421038644" sldId="3982"/>
            <ac:spMk id="3" creationId="{8BBB8575-C624-40A7-9924-631F94DD521E}"/>
          </ac:spMkLst>
        </pc:spChg>
        <pc:spChg chg="mod">
          <ac:chgData name="Mitra, Sayan" userId="5f9b069e-390c-41f3-af3f-6bd4b0fb9710" providerId="ADAL" clId="{603CB73D-5ABF-4B35-AB35-B8B719F0AA85}" dt="2022-07-01T03:02:33.784" v="1095" actId="113"/>
          <ac:spMkLst>
            <pc:docMk/>
            <pc:sldMk cId="2421038644" sldId="3982"/>
            <ac:spMk id="4" creationId="{9BBC08F7-7A76-4062-B9FE-AEAF840B032F}"/>
          </ac:spMkLst>
        </pc:spChg>
        <pc:spChg chg="del mod">
          <ac:chgData name="Mitra, Sayan" userId="5f9b069e-390c-41f3-af3f-6bd4b0fb9710" providerId="ADAL" clId="{603CB73D-5ABF-4B35-AB35-B8B719F0AA85}" dt="2022-07-03T05:32:45.441" v="7328" actId="478"/>
          <ac:spMkLst>
            <pc:docMk/>
            <pc:sldMk cId="2421038644" sldId="3982"/>
            <ac:spMk id="11" creationId="{A12B559C-D864-44A1-86C8-900941D766ED}"/>
          </ac:spMkLst>
        </pc:spChg>
        <pc:spChg chg="mod">
          <ac:chgData name="Mitra, Sayan" userId="5f9b069e-390c-41f3-af3f-6bd4b0fb9710" providerId="ADAL" clId="{603CB73D-5ABF-4B35-AB35-B8B719F0AA85}" dt="2022-07-01T03:02:33.784" v="1095" actId="113"/>
          <ac:spMkLst>
            <pc:docMk/>
            <pc:sldMk cId="2421038644" sldId="3982"/>
            <ac:spMk id="12" creationId="{9A165517-6792-4B5C-AE5E-0EF76B15B86C}"/>
          </ac:spMkLst>
        </pc:spChg>
        <pc:spChg chg="mod">
          <ac:chgData name="Mitra, Sayan" userId="5f9b069e-390c-41f3-af3f-6bd4b0fb9710" providerId="ADAL" clId="{603CB73D-5ABF-4B35-AB35-B8B719F0AA85}" dt="2022-07-01T03:05:19.063" v="1120" actId="1076"/>
          <ac:spMkLst>
            <pc:docMk/>
            <pc:sldMk cId="2421038644" sldId="3982"/>
            <ac:spMk id="13" creationId="{5016DF23-697F-4BB0-9C88-B4CAD2B53BDE}"/>
          </ac:spMkLst>
        </pc:spChg>
        <pc:spChg chg="mod">
          <ac:chgData name="Mitra, Sayan" userId="5f9b069e-390c-41f3-af3f-6bd4b0fb9710" providerId="ADAL" clId="{603CB73D-5ABF-4B35-AB35-B8B719F0AA85}" dt="2022-07-01T03:04:17.327" v="1107" actId="1076"/>
          <ac:spMkLst>
            <pc:docMk/>
            <pc:sldMk cId="2421038644" sldId="3982"/>
            <ac:spMk id="14" creationId="{0FEDE3F1-DAF2-4121-81F4-F5E539649658}"/>
          </ac:spMkLst>
        </pc:spChg>
        <pc:spChg chg="mod">
          <ac:chgData name="Mitra, Sayan" userId="5f9b069e-390c-41f3-af3f-6bd4b0fb9710" providerId="ADAL" clId="{603CB73D-5ABF-4B35-AB35-B8B719F0AA85}" dt="2022-07-01T03:02:33.784" v="1095" actId="113"/>
          <ac:spMkLst>
            <pc:docMk/>
            <pc:sldMk cId="2421038644" sldId="3982"/>
            <ac:spMk id="15" creationId="{0B5DA93B-CC2A-49C6-BF01-9EF34D063A01}"/>
          </ac:spMkLst>
        </pc:spChg>
        <pc:graphicFrameChg chg="mod">
          <ac:chgData name="Mitra, Sayan" userId="5f9b069e-390c-41f3-af3f-6bd4b0fb9710" providerId="ADAL" clId="{603CB73D-5ABF-4B35-AB35-B8B719F0AA85}" dt="2022-07-01T03:05:15.838" v="1119" actId="2085"/>
          <ac:graphicFrameMkLst>
            <pc:docMk/>
            <pc:sldMk cId="2421038644" sldId="3982"/>
            <ac:graphicFrameMk id="9" creationId="{58BD4E52-F59C-4138-A210-262CCDA24A52}"/>
          </ac:graphicFrameMkLst>
        </pc:graphicFrameChg>
      </pc:sldChg>
      <pc:sldChg chg="modSp del mod">
        <pc:chgData name="Mitra, Sayan" userId="5f9b069e-390c-41f3-af3f-6bd4b0fb9710" providerId="ADAL" clId="{603CB73D-5ABF-4B35-AB35-B8B719F0AA85}" dt="2022-06-29T11:36:35.719" v="877" actId="47"/>
        <pc:sldMkLst>
          <pc:docMk/>
          <pc:sldMk cId="1548796105" sldId="3985"/>
        </pc:sldMkLst>
        <pc:spChg chg="mod">
          <ac:chgData name="Mitra, Sayan" userId="5f9b069e-390c-41f3-af3f-6bd4b0fb9710" providerId="ADAL" clId="{603CB73D-5ABF-4B35-AB35-B8B719F0AA85}" dt="2022-06-28T16:27:57.774" v="521" actId="20577"/>
          <ac:spMkLst>
            <pc:docMk/>
            <pc:sldMk cId="1548796105" sldId="3985"/>
            <ac:spMk id="3" creationId="{232C413D-E1BB-4255-B1FA-3B42F900F44B}"/>
          </ac:spMkLst>
        </pc:spChg>
      </pc:sldChg>
      <pc:sldChg chg="modSp mod ord">
        <pc:chgData name="Mitra, Sayan" userId="5f9b069e-390c-41f3-af3f-6bd4b0fb9710" providerId="ADAL" clId="{603CB73D-5ABF-4B35-AB35-B8B719F0AA85}" dt="2022-07-02T04:47:21.594" v="2765"/>
        <pc:sldMkLst>
          <pc:docMk/>
          <pc:sldMk cId="1186650502" sldId="3986"/>
        </pc:sldMkLst>
        <pc:spChg chg="mod">
          <ac:chgData name="Mitra, Sayan" userId="5f9b069e-390c-41f3-af3f-6bd4b0fb9710" providerId="ADAL" clId="{603CB73D-5ABF-4B35-AB35-B8B719F0AA85}" dt="2022-06-28T16:38:36.479" v="727" actId="20577"/>
          <ac:spMkLst>
            <pc:docMk/>
            <pc:sldMk cId="1186650502" sldId="3986"/>
            <ac:spMk id="3" creationId="{E303F832-A0D8-4E61-A7C4-B3015B3AADCE}"/>
          </ac:spMkLst>
        </pc:spChg>
        <pc:graphicFrameChg chg="modGraphic">
          <ac:chgData name="Mitra, Sayan" userId="5f9b069e-390c-41f3-af3f-6bd4b0fb9710" providerId="ADAL" clId="{603CB73D-5ABF-4B35-AB35-B8B719F0AA85}" dt="2022-06-29T11:38:35.399" v="879" actId="14734"/>
          <ac:graphicFrameMkLst>
            <pc:docMk/>
            <pc:sldMk cId="1186650502" sldId="3986"/>
            <ac:graphicFrameMk id="4" creationId="{0D3E0BFC-B3EC-4D3D-96B4-A257FC0B1C11}"/>
          </ac:graphicFrameMkLst>
        </pc:graphicFrameChg>
      </pc:sldChg>
      <pc:sldChg chg="add del">
        <pc:chgData name="Mitra, Sayan" userId="5f9b069e-390c-41f3-af3f-6bd4b0fb9710" providerId="ADAL" clId="{603CB73D-5ABF-4B35-AB35-B8B719F0AA85}" dt="2022-07-01T01:46:49.439" v="1085" actId="47"/>
        <pc:sldMkLst>
          <pc:docMk/>
          <pc:sldMk cId="3867399006" sldId="3994"/>
        </pc:sldMkLst>
      </pc:sldChg>
      <pc:sldChg chg="modSp del mod">
        <pc:chgData name="Mitra, Sayan" userId="5f9b069e-390c-41f3-af3f-6bd4b0fb9710" providerId="ADAL" clId="{603CB73D-5ABF-4B35-AB35-B8B719F0AA85}" dt="2022-06-29T00:22:55.525" v="816" actId="47"/>
        <pc:sldMkLst>
          <pc:docMk/>
          <pc:sldMk cId="55561715" sldId="3995"/>
        </pc:sldMkLst>
        <pc:spChg chg="mod">
          <ac:chgData name="Mitra, Sayan" userId="5f9b069e-390c-41f3-af3f-6bd4b0fb9710" providerId="ADAL" clId="{603CB73D-5ABF-4B35-AB35-B8B719F0AA85}" dt="2022-06-28T16:34:00.078" v="660" actId="20577"/>
          <ac:spMkLst>
            <pc:docMk/>
            <pc:sldMk cId="55561715" sldId="3995"/>
            <ac:spMk id="4" creationId="{FCE0FBDD-549E-40C0-B70C-EF1D6E2AC4C5}"/>
          </ac:spMkLst>
        </pc:spChg>
      </pc:sldChg>
      <pc:sldChg chg="add del">
        <pc:chgData name="Mitra, Sayan" userId="5f9b069e-390c-41f3-af3f-6bd4b0fb9710" providerId="ADAL" clId="{603CB73D-5ABF-4B35-AB35-B8B719F0AA85}" dt="2022-07-02T12:41:00.579" v="3067" actId="47"/>
        <pc:sldMkLst>
          <pc:docMk/>
          <pc:sldMk cId="402082807" sldId="3995"/>
        </pc:sldMkLst>
      </pc:sldChg>
      <pc:sldChg chg="del">
        <pc:chgData name="Mitra, Sayan" userId="5f9b069e-390c-41f3-af3f-6bd4b0fb9710" providerId="ADAL" clId="{603CB73D-5ABF-4B35-AB35-B8B719F0AA85}" dt="2022-06-28T16:07:58.444" v="348" actId="47"/>
        <pc:sldMkLst>
          <pc:docMk/>
          <pc:sldMk cId="854952118" sldId="3996"/>
        </pc:sldMkLst>
      </pc:sldChg>
      <pc:sldChg chg="modSp add del mod ord">
        <pc:chgData name="Mitra, Sayan" userId="5f9b069e-390c-41f3-af3f-6bd4b0fb9710" providerId="ADAL" clId="{603CB73D-5ABF-4B35-AB35-B8B719F0AA85}" dt="2022-07-02T14:32:01.073" v="3188" actId="47"/>
        <pc:sldMkLst>
          <pc:docMk/>
          <pc:sldMk cId="2865138133" sldId="3996"/>
        </pc:sldMkLst>
        <pc:spChg chg="mod">
          <ac:chgData name="Mitra, Sayan" userId="5f9b069e-390c-41f3-af3f-6bd4b0fb9710" providerId="ADAL" clId="{603CB73D-5ABF-4B35-AB35-B8B719F0AA85}" dt="2022-07-01T15:04:14.823" v="2339" actId="20577"/>
          <ac:spMkLst>
            <pc:docMk/>
            <pc:sldMk cId="2865138133" sldId="3996"/>
            <ac:spMk id="4" creationId="{282D22DF-7B59-4450-ABE2-648A21FE155E}"/>
          </ac:spMkLst>
        </pc:spChg>
        <pc:spChg chg="mod">
          <ac:chgData name="Mitra, Sayan" userId="5f9b069e-390c-41f3-af3f-6bd4b0fb9710" providerId="ADAL" clId="{603CB73D-5ABF-4B35-AB35-B8B719F0AA85}" dt="2022-07-01T15:04:07.788" v="2334" actId="20577"/>
          <ac:spMkLst>
            <pc:docMk/>
            <pc:sldMk cId="2865138133" sldId="3996"/>
            <ac:spMk id="43" creationId="{94F6A868-65C2-4A4E-B14A-EA85DDBC4A05}"/>
          </ac:spMkLst>
        </pc:spChg>
        <pc:spChg chg="mod">
          <ac:chgData name="Mitra, Sayan" userId="5f9b069e-390c-41f3-af3f-6bd4b0fb9710" providerId="ADAL" clId="{603CB73D-5ABF-4B35-AB35-B8B719F0AA85}" dt="2022-07-01T15:04:22.557" v="2344" actId="20577"/>
          <ac:spMkLst>
            <pc:docMk/>
            <pc:sldMk cId="2865138133" sldId="3996"/>
            <ac:spMk id="60" creationId="{DDF388FB-F43D-4A9F-9CCF-48718BAC5E89}"/>
          </ac:spMkLst>
        </pc:spChg>
      </pc:sldChg>
      <pc:sldChg chg="del">
        <pc:chgData name="Mitra, Sayan" userId="5f9b069e-390c-41f3-af3f-6bd4b0fb9710" providerId="ADAL" clId="{603CB73D-5ABF-4B35-AB35-B8B719F0AA85}" dt="2022-06-28T16:07:58.931" v="349" actId="47"/>
        <pc:sldMkLst>
          <pc:docMk/>
          <pc:sldMk cId="1251110085" sldId="3997"/>
        </pc:sldMkLst>
      </pc:sldChg>
      <pc:sldChg chg="del">
        <pc:chgData name="Mitra, Sayan" userId="5f9b069e-390c-41f3-af3f-6bd4b0fb9710" providerId="ADAL" clId="{603CB73D-5ABF-4B35-AB35-B8B719F0AA85}" dt="2022-06-28T16:07:59.347" v="350" actId="47"/>
        <pc:sldMkLst>
          <pc:docMk/>
          <pc:sldMk cId="3622479343" sldId="3998"/>
        </pc:sldMkLst>
      </pc:sldChg>
      <pc:sldChg chg="del">
        <pc:chgData name="Mitra, Sayan" userId="5f9b069e-390c-41f3-af3f-6bd4b0fb9710" providerId="ADAL" clId="{603CB73D-5ABF-4B35-AB35-B8B719F0AA85}" dt="2022-06-28T16:08:00.321" v="352" actId="47"/>
        <pc:sldMkLst>
          <pc:docMk/>
          <pc:sldMk cId="2191807869" sldId="3999"/>
        </pc:sldMkLst>
      </pc:sldChg>
      <pc:sldChg chg="del">
        <pc:chgData name="Mitra, Sayan" userId="5f9b069e-390c-41f3-af3f-6bd4b0fb9710" providerId="ADAL" clId="{603CB73D-5ABF-4B35-AB35-B8B719F0AA85}" dt="2022-06-28T16:07:59.858" v="351" actId="47"/>
        <pc:sldMkLst>
          <pc:docMk/>
          <pc:sldMk cId="1717065486" sldId="4000"/>
        </pc:sldMkLst>
      </pc:sldChg>
      <pc:sldChg chg="del">
        <pc:chgData name="Mitra, Sayan" userId="5f9b069e-390c-41f3-af3f-6bd4b0fb9710" providerId="ADAL" clId="{603CB73D-5ABF-4B35-AB35-B8B719F0AA85}" dt="2022-06-28T16:08:00.863" v="353" actId="47"/>
        <pc:sldMkLst>
          <pc:docMk/>
          <pc:sldMk cId="537019356" sldId="4001"/>
        </pc:sldMkLst>
      </pc:sldChg>
      <pc:sldChg chg="modSp mod ord">
        <pc:chgData name="Mitra, Sayan" userId="5f9b069e-390c-41f3-af3f-6bd4b0fb9710" providerId="ADAL" clId="{603CB73D-5ABF-4B35-AB35-B8B719F0AA85}" dt="2022-07-04T05:01:00.915" v="12468"/>
        <pc:sldMkLst>
          <pc:docMk/>
          <pc:sldMk cId="2013189944" sldId="4003"/>
        </pc:sldMkLst>
        <pc:spChg chg="mod">
          <ac:chgData name="Mitra, Sayan" userId="5f9b069e-390c-41f3-af3f-6bd4b0fb9710" providerId="ADAL" clId="{603CB73D-5ABF-4B35-AB35-B8B719F0AA85}" dt="2022-07-01T15:06:42.393" v="2355" actId="20577"/>
          <ac:spMkLst>
            <pc:docMk/>
            <pc:sldMk cId="2013189944" sldId="4003"/>
            <ac:spMk id="2" creationId="{C06003AB-AEA1-4B1C-8C21-D4000341C37D}"/>
          </ac:spMkLst>
        </pc:spChg>
      </pc:sldChg>
      <pc:sldChg chg="add del ord">
        <pc:chgData name="Mitra, Sayan" userId="5f9b069e-390c-41f3-af3f-6bd4b0fb9710" providerId="ADAL" clId="{603CB73D-5ABF-4B35-AB35-B8B719F0AA85}" dt="2022-07-02T17:02:59.408" v="3511" actId="20578"/>
        <pc:sldMkLst>
          <pc:docMk/>
          <pc:sldMk cId="1529536459" sldId="4004"/>
        </pc:sldMkLst>
      </pc:sldChg>
      <pc:sldChg chg="modSp del mod">
        <pc:chgData name="Mitra, Sayan" userId="5f9b069e-390c-41f3-af3f-6bd4b0fb9710" providerId="ADAL" clId="{603CB73D-5ABF-4B35-AB35-B8B719F0AA85}" dt="2022-06-29T10:43:39.683" v="865" actId="47"/>
        <pc:sldMkLst>
          <pc:docMk/>
          <pc:sldMk cId="3209615698" sldId="4005"/>
        </pc:sldMkLst>
        <pc:spChg chg="mod">
          <ac:chgData name="Mitra, Sayan" userId="5f9b069e-390c-41f3-af3f-6bd4b0fb9710" providerId="ADAL" clId="{603CB73D-5ABF-4B35-AB35-B8B719F0AA85}" dt="2022-06-29T00:30:22.128" v="823" actId="20577"/>
          <ac:spMkLst>
            <pc:docMk/>
            <pc:sldMk cId="3209615698" sldId="4005"/>
            <ac:spMk id="3" creationId="{99857407-D1B5-44A1-83FC-43C02CAA5EAD}"/>
          </ac:spMkLst>
        </pc:spChg>
      </pc:sldChg>
      <pc:sldChg chg="modSp mod">
        <pc:chgData name="Mitra, Sayan" userId="5f9b069e-390c-41f3-af3f-6bd4b0fb9710" providerId="ADAL" clId="{603CB73D-5ABF-4B35-AB35-B8B719F0AA85}" dt="2022-06-28T11:10:55.248" v="0" actId="313"/>
        <pc:sldMkLst>
          <pc:docMk/>
          <pc:sldMk cId="65114440" sldId="4006"/>
        </pc:sldMkLst>
        <pc:spChg chg="mod">
          <ac:chgData name="Mitra, Sayan" userId="5f9b069e-390c-41f3-af3f-6bd4b0fb9710" providerId="ADAL" clId="{603CB73D-5ABF-4B35-AB35-B8B719F0AA85}" dt="2022-06-28T11:10:55.248" v="0" actId="313"/>
          <ac:spMkLst>
            <pc:docMk/>
            <pc:sldMk cId="65114440" sldId="4006"/>
            <ac:spMk id="2" creationId="{5851B33C-4E72-48F6-A711-7E0BA9B4489B}"/>
          </ac:spMkLst>
        </pc:spChg>
      </pc:sldChg>
      <pc:sldChg chg="del">
        <pc:chgData name="Mitra, Sayan" userId="5f9b069e-390c-41f3-af3f-6bd4b0fb9710" providerId="ADAL" clId="{603CB73D-5ABF-4B35-AB35-B8B719F0AA85}" dt="2022-07-02T11:49:58.782" v="3062" actId="47"/>
        <pc:sldMkLst>
          <pc:docMk/>
          <pc:sldMk cId="1707497288" sldId="4010"/>
        </pc:sldMkLst>
      </pc:sldChg>
      <pc:sldChg chg="del">
        <pc:chgData name="Mitra, Sayan" userId="5f9b069e-390c-41f3-af3f-6bd4b0fb9710" providerId="ADAL" clId="{603CB73D-5ABF-4B35-AB35-B8B719F0AA85}" dt="2022-06-29T10:43:46.016" v="866" actId="47"/>
        <pc:sldMkLst>
          <pc:docMk/>
          <pc:sldMk cId="3569400418" sldId="4011"/>
        </pc:sldMkLst>
      </pc:sldChg>
      <pc:sldChg chg="del">
        <pc:chgData name="Mitra, Sayan" userId="5f9b069e-390c-41f3-af3f-6bd4b0fb9710" providerId="ADAL" clId="{603CB73D-5ABF-4B35-AB35-B8B719F0AA85}" dt="2022-06-29T10:43:46.777" v="867" actId="47"/>
        <pc:sldMkLst>
          <pc:docMk/>
          <pc:sldMk cId="2369176660" sldId="4012"/>
        </pc:sldMkLst>
      </pc:sldChg>
      <pc:sldChg chg="modSp mod">
        <pc:chgData name="Mitra, Sayan" userId="5f9b069e-390c-41f3-af3f-6bd4b0fb9710" providerId="ADAL" clId="{603CB73D-5ABF-4B35-AB35-B8B719F0AA85}" dt="2022-06-29T00:30:27.278" v="824" actId="20577"/>
        <pc:sldMkLst>
          <pc:docMk/>
          <pc:sldMk cId="3927171300" sldId="4013"/>
        </pc:sldMkLst>
        <pc:spChg chg="mod">
          <ac:chgData name="Mitra, Sayan" userId="5f9b069e-390c-41f3-af3f-6bd4b0fb9710" providerId="ADAL" clId="{603CB73D-5ABF-4B35-AB35-B8B719F0AA85}" dt="2022-06-29T00:27:26.486" v="822" actId="20577"/>
          <ac:spMkLst>
            <pc:docMk/>
            <pc:sldMk cId="3927171300" sldId="4013"/>
            <ac:spMk id="2" creationId="{05A405A3-621C-4564-993A-53E173F512C0}"/>
          </ac:spMkLst>
        </pc:spChg>
        <pc:spChg chg="mod">
          <ac:chgData name="Mitra, Sayan" userId="5f9b069e-390c-41f3-af3f-6bd4b0fb9710" providerId="ADAL" clId="{603CB73D-5ABF-4B35-AB35-B8B719F0AA85}" dt="2022-06-29T00:30:27.278" v="824" actId="20577"/>
          <ac:spMkLst>
            <pc:docMk/>
            <pc:sldMk cId="3927171300" sldId="4013"/>
            <ac:spMk id="3" creationId="{386AE64B-36DB-4320-92CA-4D16341ACA17}"/>
          </ac:spMkLst>
        </pc:spChg>
      </pc:sldChg>
      <pc:sldChg chg="modSp del mod ord">
        <pc:chgData name="Mitra, Sayan" userId="5f9b069e-390c-41f3-af3f-6bd4b0fb9710" providerId="ADAL" clId="{603CB73D-5ABF-4B35-AB35-B8B719F0AA85}" dt="2022-07-01T01:46:58.817" v="1086" actId="47"/>
        <pc:sldMkLst>
          <pc:docMk/>
          <pc:sldMk cId="2247575581" sldId="4014"/>
        </pc:sldMkLst>
        <pc:spChg chg="mod">
          <ac:chgData name="Mitra, Sayan" userId="5f9b069e-390c-41f3-af3f-6bd4b0fb9710" providerId="ADAL" clId="{603CB73D-5ABF-4B35-AB35-B8B719F0AA85}" dt="2022-06-28T15:48:43.957" v="246" actId="20577"/>
          <ac:spMkLst>
            <pc:docMk/>
            <pc:sldMk cId="2247575581" sldId="4014"/>
            <ac:spMk id="2" creationId="{02550551-BAF7-4537-A666-F9000F99487D}"/>
          </ac:spMkLst>
        </pc:spChg>
      </pc:sldChg>
      <pc:sldChg chg="modSp del mod">
        <pc:chgData name="Mitra, Sayan" userId="5f9b069e-390c-41f3-af3f-6bd4b0fb9710" providerId="ADAL" clId="{603CB73D-5ABF-4B35-AB35-B8B719F0AA85}" dt="2022-06-29T10:44:27.197" v="869" actId="47"/>
        <pc:sldMkLst>
          <pc:docMk/>
          <pc:sldMk cId="3702578110" sldId="4015"/>
        </pc:sldMkLst>
        <pc:spChg chg="mod">
          <ac:chgData name="Mitra, Sayan" userId="5f9b069e-390c-41f3-af3f-6bd4b0fb9710" providerId="ADAL" clId="{603CB73D-5ABF-4B35-AB35-B8B719F0AA85}" dt="2022-06-28T16:36:18.757" v="720"/>
          <ac:spMkLst>
            <pc:docMk/>
            <pc:sldMk cId="3702578110" sldId="4015"/>
            <ac:spMk id="4" creationId="{FC0C1C2E-E1A5-473C-B9EA-230E25F91262}"/>
          </ac:spMkLst>
        </pc:spChg>
      </pc:sldChg>
      <pc:sldChg chg="addSp modSp add del mod">
        <pc:chgData name="Mitra, Sayan" userId="5f9b069e-390c-41f3-af3f-6bd4b0fb9710" providerId="ADAL" clId="{603CB73D-5ABF-4B35-AB35-B8B719F0AA85}" dt="2022-06-29T12:22:10.278" v="907" actId="1036"/>
        <pc:sldMkLst>
          <pc:docMk/>
          <pc:sldMk cId="1443572205" sldId="4016"/>
        </pc:sldMkLst>
        <pc:spChg chg="add mod">
          <ac:chgData name="Mitra, Sayan" userId="5f9b069e-390c-41f3-af3f-6bd4b0fb9710" providerId="ADAL" clId="{603CB73D-5ABF-4B35-AB35-B8B719F0AA85}" dt="2022-06-29T12:22:10.278" v="907" actId="1036"/>
          <ac:spMkLst>
            <pc:docMk/>
            <pc:sldMk cId="1443572205" sldId="4016"/>
            <ac:spMk id="55" creationId="{C5329C22-0C97-4484-94E0-23AEC80E6643}"/>
          </ac:spMkLst>
        </pc:spChg>
        <pc:picChg chg="add mod ord">
          <ac:chgData name="Mitra, Sayan" userId="5f9b069e-390c-41f3-af3f-6bd4b0fb9710" providerId="ADAL" clId="{603CB73D-5ABF-4B35-AB35-B8B719F0AA85}" dt="2022-06-29T12:20:40.497" v="899" actId="1076"/>
          <ac:picMkLst>
            <pc:docMk/>
            <pc:sldMk cId="1443572205" sldId="4016"/>
            <ac:picMk id="60" creationId="{D020071C-2612-4E3E-BBB2-F49F288EE510}"/>
          </ac:picMkLst>
        </pc:picChg>
      </pc:sldChg>
      <pc:sldChg chg="modSp del mod ord">
        <pc:chgData name="Mitra, Sayan" userId="5f9b069e-390c-41f3-af3f-6bd4b0fb9710" providerId="ADAL" clId="{603CB73D-5ABF-4B35-AB35-B8B719F0AA85}" dt="2022-06-28T16:42:29.374" v="806" actId="47"/>
        <pc:sldMkLst>
          <pc:docMk/>
          <pc:sldMk cId="417164709" sldId="4017"/>
        </pc:sldMkLst>
        <pc:spChg chg="mod">
          <ac:chgData name="Mitra, Sayan" userId="5f9b069e-390c-41f3-af3f-6bd4b0fb9710" providerId="ADAL" clId="{603CB73D-5ABF-4B35-AB35-B8B719F0AA85}" dt="2022-06-28T12:39:10.346" v="68" actId="20577"/>
          <ac:spMkLst>
            <pc:docMk/>
            <pc:sldMk cId="417164709" sldId="4017"/>
            <ac:spMk id="4" creationId="{2BD6CF1D-DFEC-45A6-BE9C-4E354FE2957E}"/>
          </ac:spMkLst>
        </pc:spChg>
      </pc:sldChg>
      <pc:sldChg chg="modSp del mod ord">
        <pc:chgData name="Mitra, Sayan" userId="5f9b069e-390c-41f3-af3f-6bd4b0fb9710" providerId="ADAL" clId="{603CB73D-5ABF-4B35-AB35-B8B719F0AA85}" dt="2022-06-28T16:42:29.997" v="807" actId="47"/>
        <pc:sldMkLst>
          <pc:docMk/>
          <pc:sldMk cId="32219922" sldId="4018"/>
        </pc:sldMkLst>
        <pc:spChg chg="mod">
          <ac:chgData name="Mitra, Sayan" userId="5f9b069e-390c-41f3-af3f-6bd4b0fb9710" providerId="ADAL" clId="{603CB73D-5ABF-4B35-AB35-B8B719F0AA85}" dt="2022-06-28T12:39:14.859" v="74" actId="20577"/>
          <ac:spMkLst>
            <pc:docMk/>
            <pc:sldMk cId="32219922" sldId="4018"/>
            <ac:spMk id="5" creationId="{036A6C64-4902-469F-B79F-DDC864C8142B}"/>
          </ac:spMkLst>
        </pc:spChg>
      </pc:sldChg>
      <pc:sldChg chg="del ord">
        <pc:chgData name="Mitra, Sayan" userId="5f9b069e-390c-41f3-af3f-6bd4b0fb9710" providerId="ADAL" clId="{603CB73D-5ABF-4B35-AB35-B8B719F0AA85}" dt="2022-06-29T10:45:11.972" v="874" actId="47"/>
        <pc:sldMkLst>
          <pc:docMk/>
          <pc:sldMk cId="1642340587" sldId="4019"/>
        </pc:sldMkLst>
      </pc:sldChg>
      <pc:sldChg chg="modSp del mod">
        <pc:chgData name="Mitra, Sayan" userId="5f9b069e-390c-41f3-af3f-6bd4b0fb9710" providerId="ADAL" clId="{603CB73D-5ABF-4B35-AB35-B8B719F0AA85}" dt="2022-06-29T10:44:49.203" v="870" actId="47"/>
        <pc:sldMkLst>
          <pc:docMk/>
          <pc:sldMk cId="2369517524" sldId="4020"/>
        </pc:sldMkLst>
        <pc:spChg chg="mod">
          <ac:chgData name="Mitra, Sayan" userId="5f9b069e-390c-41f3-af3f-6bd4b0fb9710" providerId="ADAL" clId="{603CB73D-5ABF-4B35-AB35-B8B719F0AA85}" dt="2022-06-28T16:29:51.514" v="589" actId="20577"/>
          <ac:spMkLst>
            <pc:docMk/>
            <pc:sldMk cId="2369517524" sldId="4020"/>
            <ac:spMk id="4" creationId="{498ABFF3-40E3-4F47-9A1D-87E681E5C461}"/>
          </ac:spMkLst>
        </pc:spChg>
      </pc:sldChg>
      <pc:sldChg chg="addSp delSp modSp del mod">
        <pc:chgData name="Mitra, Sayan" userId="5f9b069e-390c-41f3-af3f-6bd4b0fb9710" providerId="ADAL" clId="{603CB73D-5ABF-4B35-AB35-B8B719F0AA85}" dt="2022-07-02T18:09:05.951" v="4493" actId="47"/>
        <pc:sldMkLst>
          <pc:docMk/>
          <pc:sldMk cId="3683221257" sldId="4021"/>
        </pc:sldMkLst>
        <pc:spChg chg="del">
          <ac:chgData name="Mitra, Sayan" userId="5f9b069e-390c-41f3-af3f-6bd4b0fb9710" providerId="ADAL" clId="{603CB73D-5ABF-4B35-AB35-B8B719F0AA85}" dt="2022-06-28T16:30:16.454" v="598" actId="478"/>
          <ac:spMkLst>
            <pc:docMk/>
            <pc:sldMk cId="3683221257" sldId="4021"/>
            <ac:spMk id="3" creationId="{FB5881AF-2844-48DE-8E83-7DBD52F22719}"/>
          </ac:spMkLst>
        </pc:spChg>
        <pc:spChg chg="add del mod">
          <ac:chgData name="Mitra, Sayan" userId="5f9b069e-390c-41f3-af3f-6bd4b0fb9710" providerId="ADAL" clId="{603CB73D-5ABF-4B35-AB35-B8B719F0AA85}" dt="2022-06-28T16:32:54.526" v="632" actId="478"/>
          <ac:spMkLst>
            <pc:docMk/>
            <pc:sldMk cId="3683221257" sldId="4021"/>
            <ac:spMk id="4" creationId="{48899A6F-E4A0-4543-B0AD-4C5CD396ECDE}"/>
          </ac:spMkLst>
        </pc:spChg>
        <pc:spChg chg="add del mod">
          <ac:chgData name="Mitra, Sayan" userId="5f9b069e-390c-41f3-af3f-6bd4b0fb9710" providerId="ADAL" clId="{603CB73D-5ABF-4B35-AB35-B8B719F0AA85}" dt="2022-07-02T15:02:28.720" v="3189" actId="478"/>
          <ac:spMkLst>
            <pc:docMk/>
            <pc:sldMk cId="3683221257" sldId="4021"/>
            <ac:spMk id="5" creationId="{B258EA4E-B13E-47CA-BF14-916CE7CF1CC0}"/>
          </ac:spMkLst>
        </pc:spChg>
        <pc:spChg chg="mod">
          <ac:chgData name="Mitra, Sayan" userId="5f9b069e-390c-41f3-af3f-6bd4b0fb9710" providerId="ADAL" clId="{603CB73D-5ABF-4B35-AB35-B8B719F0AA85}" dt="2022-07-02T17:47:48.363" v="4137" actId="14100"/>
          <ac:spMkLst>
            <pc:docMk/>
            <pc:sldMk cId="3683221257" sldId="4021"/>
            <ac:spMk id="22" creationId="{BF3E50F0-59BA-482B-872A-B78C09AEA1C1}"/>
          </ac:spMkLst>
        </pc:spChg>
        <pc:spChg chg="mod">
          <ac:chgData name="Mitra, Sayan" userId="5f9b069e-390c-41f3-af3f-6bd4b0fb9710" providerId="ADAL" clId="{603CB73D-5ABF-4B35-AB35-B8B719F0AA85}" dt="2022-07-02T17:47:48.363" v="4137" actId="14100"/>
          <ac:spMkLst>
            <pc:docMk/>
            <pc:sldMk cId="3683221257" sldId="4021"/>
            <ac:spMk id="23" creationId="{D39ECCF9-5B53-4D95-ABEF-F94BFA591A37}"/>
          </ac:spMkLst>
        </pc:spChg>
        <pc:spChg chg="mod">
          <ac:chgData name="Mitra, Sayan" userId="5f9b069e-390c-41f3-af3f-6bd4b0fb9710" providerId="ADAL" clId="{603CB73D-5ABF-4B35-AB35-B8B719F0AA85}" dt="2022-07-02T17:47:48.363" v="4137" actId="14100"/>
          <ac:spMkLst>
            <pc:docMk/>
            <pc:sldMk cId="3683221257" sldId="4021"/>
            <ac:spMk id="24" creationId="{2419CEF7-A8F8-4B4E-A411-7A1B1D7F3134}"/>
          </ac:spMkLst>
        </pc:spChg>
        <pc:spChg chg="mod">
          <ac:chgData name="Mitra, Sayan" userId="5f9b069e-390c-41f3-af3f-6bd4b0fb9710" providerId="ADAL" clId="{603CB73D-5ABF-4B35-AB35-B8B719F0AA85}" dt="2022-07-02T17:47:48.363" v="4137" actId="14100"/>
          <ac:spMkLst>
            <pc:docMk/>
            <pc:sldMk cId="3683221257" sldId="4021"/>
            <ac:spMk id="25" creationId="{2F832D3E-94BB-44C5-884A-440D86C28FD8}"/>
          </ac:spMkLst>
        </pc:spChg>
        <pc:spChg chg="mod">
          <ac:chgData name="Mitra, Sayan" userId="5f9b069e-390c-41f3-af3f-6bd4b0fb9710" providerId="ADAL" clId="{603CB73D-5ABF-4B35-AB35-B8B719F0AA85}" dt="2022-07-02T17:47:48.363" v="4137" actId="14100"/>
          <ac:spMkLst>
            <pc:docMk/>
            <pc:sldMk cId="3683221257" sldId="4021"/>
            <ac:spMk id="26" creationId="{9E4A0A6B-21E2-4DD8-87B5-7A571CA12968}"/>
          </ac:spMkLst>
        </pc:spChg>
        <pc:spChg chg="mod">
          <ac:chgData name="Mitra, Sayan" userId="5f9b069e-390c-41f3-af3f-6bd4b0fb9710" providerId="ADAL" clId="{603CB73D-5ABF-4B35-AB35-B8B719F0AA85}" dt="2022-07-02T17:47:48.363" v="4137" actId="14100"/>
          <ac:spMkLst>
            <pc:docMk/>
            <pc:sldMk cId="3683221257" sldId="4021"/>
            <ac:spMk id="28" creationId="{75C15912-6793-46F6-99B2-F6CBF8AA49EF}"/>
          </ac:spMkLst>
        </pc:spChg>
        <pc:spChg chg="mod">
          <ac:chgData name="Mitra, Sayan" userId="5f9b069e-390c-41f3-af3f-6bd4b0fb9710" providerId="ADAL" clId="{603CB73D-5ABF-4B35-AB35-B8B719F0AA85}" dt="2022-07-02T17:47:48.363" v="4137" actId="14100"/>
          <ac:spMkLst>
            <pc:docMk/>
            <pc:sldMk cId="3683221257" sldId="4021"/>
            <ac:spMk id="29" creationId="{6379059D-844C-4AE1-BAE8-ECD66C1FE3E8}"/>
          </ac:spMkLst>
        </pc:spChg>
        <pc:spChg chg="mod">
          <ac:chgData name="Mitra, Sayan" userId="5f9b069e-390c-41f3-af3f-6bd4b0fb9710" providerId="ADAL" clId="{603CB73D-5ABF-4B35-AB35-B8B719F0AA85}" dt="2022-07-02T17:47:48.363" v="4137" actId="14100"/>
          <ac:spMkLst>
            <pc:docMk/>
            <pc:sldMk cId="3683221257" sldId="4021"/>
            <ac:spMk id="31" creationId="{081A4FAE-5A83-46F8-A98B-02FCA084ED53}"/>
          </ac:spMkLst>
        </pc:spChg>
        <pc:spChg chg="mod">
          <ac:chgData name="Mitra, Sayan" userId="5f9b069e-390c-41f3-af3f-6bd4b0fb9710" providerId="ADAL" clId="{603CB73D-5ABF-4B35-AB35-B8B719F0AA85}" dt="2022-07-02T17:47:48.363" v="4137" actId="14100"/>
          <ac:spMkLst>
            <pc:docMk/>
            <pc:sldMk cId="3683221257" sldId="4021"/>
            <ac:spMk id="32" creationId="{DFCE725B-0F7C-4B52-A189-69F20DDDBEC6}"/>
          </ac:spMkLst>
        </pc:spChg>
        <pc:spChg chg="mod">
          <ac:chgData name="Mitra, Sayan" userId="5f9b069e-390c-41f3-af3f-6bd4b0fb9710" providerId="ADAL" clId="{603CB73D-5ABF-4B35-AB35-B8B719F0AA85}" dt="2022-07-02T17:47:48.363" v="4137" actId="14100"/>
          <ac:spMkLst>
            <pc:docMk/>
            <pc:sldMk cId="3683221257" sldId="4021"/>
            <ac:spMk id="33" creationId="{BAD1B8F5-B13E-41D1-8BFD-F03A984FC864}"/>
          </ac:spMkLst>
        </pc:spChg>
        <pc:spChg chg="mod">
          <ac:chgData name="Mitra, Sayan" userId="5f9b069e-390c-41f3-af3f-6bd4b0fb9710" providerId="ADAL" clId="{603CB73D-5ABF-4B35-AB35-B8B719F0AA85}" dt="2022-07-02T17:47:48.363" v="4137" actId="14100"/>
          <ac:spMkLst>
            <pc:docMk/>
            <pc:sldMk cId="3683221257" sldId="4021"/>
            <ac:spMk id="35" creationId="{0DEFEB98-F6A1-48BD-ACCA-B0473118E282}"/>
          </ac:spMkLst>
        </pc:spChg>
        <pc:spChg chg="mod">
          <ac:chgData name="Mitra, Sayan" userId="5f9b069e-390c-41f3-af3f-6bd4b0fb9710" providerId="ADAL" clId="{603CB73D-5ABF-4B35-AB35-B8B719F0AA85}" dt="2022-07-02T17:47:48.363" v="4137" actId="14100"/>
          <ac:spMkLst>
            <pc:docMk/>
            <pc:sldMk cId="3683221257" sldId="4021"/>
            <ac:spMk id="36" creationId="{4E0C4E91-3CC4-4C9A-AEF1-73BB826ED45B}"/>
          </ac:spMkLst>
        </pc:spChg>
        <pc:spChg chg="mod">
          <ac:chgData name="Mitra, Sayan" userId="5f9b069e-390c-41f3-af3f-6bd4b0fb9710" providerId="ADAL" clId="{603CB73D-5ABF-4B35-AB35-B8B719F0AA85}" dt="2022-07-02T17:47:47.763" v="4136" actId="14100"/>
          <ac:spMkLst>
            <pc:docMk/>
            <pc:sldMk cId="3683221257" sldId="4021"/>
            <ac:spMk id="59" creationId="{5A4356C9-D240-49DA-98F7-BFA7799C6CF9}"/>
          </ac:spMkLst>
        </pc:spChg>
        <pc:spChg chg="mod">
          <ac:chgData name="Mitra, Sayan" userId="5f9b069e-390c-41f3-af3f-6bd4b0fb9710" providerId="ADAL" clId="{603CB73D-5ABF-4B35-AB35-B8B719F0AA85}" dt="2022-07-02T17:47:47.763" v="4136" actId="14100"/>
          <ac:spMkLst>
            <pc:docMk/>
            <pc:sldMk cId="3683221257" sldId="4021"/>
            <ac:spMk id="60" creationId="{21FA694D-D509-4244-8930-310976FF65FB}"/>
          </ac:spMkLst>
        </pc:spChg>
        <pc:spChg chg="mod">
          <ac:chgData name="Mitra, Sayan" userId="5f9b069e-390c-41f3-af3f-6bd4b0fb9710" providerId="ADAL" clId="{603CB73D-5ABF-4B35-AB35-B8B719F0AA85}" dt="2022-07-02T17:47:47.763" v="4136" actId="14100"/>
          <ac:spMkLst>
            <pc:docMk/>
            <pc:sldMk cId="3683221257" sldId="4021"/>
            <ac:spMk id="62" creationId="{E0BB1843-D5F4-47DF-9C2D-C5526C93CA98}"/>
          </ac:spMkLst>
        </pc:spChg>
        <pc:spChg chg="mod">
          <ac:chgData name="Mitra, Sayan" userId="5f9b069e-390c-41f3-af3f-6bd4b0fb9710" providerId="ADAL" clId="{603CB73D-5ABF-4B35-AB35-B8B719F0AA85}" dt="2022-07-02T17:47:47.763" v="4136" actId="14100"/>
          <ac:spMkLst>
            <pc:docMk/>
            <pc:sldMk cId="3683221257" sldId="4021"/>
            <ac:spMk id="63" creationId="{65A37685-3A5E-4FF7-AE61-961832A6EF8B}"/>
          </ac:spMkLst>
        </pc:spChg>
        <pc:spChg chg="mod">
          <ac:chgData name="Mitra, Sayan" userId="5f9b069e-390c-41f3-af3f-6bd4b0fb9710" providerId="ADAL" clId="{603CB73D-5ABF-4B35-AB35-B8B719F0AA85}" dt="2022-07-02T17:47:47.763" v="4136" actId="14100"/>
          <ac:spMkLst>
            <pc:docMk/>
            <pc:sldMk cId="3683221257" sldId="4021"/>
            <ac:spMk id="64" creationId="{000B3099-5CF9-4B07-849E-247835804FA4}"/>
          </ac:spMkLst>
        </pc:spChg>
        <pc:spChg chg="mod">
          <ac:chgData name="Mitra, Sayan" userId="5f9b069e-390c-41f3-af3f-6bd4b0fb9710" providerId="ADAL" clId="{603CB73D-5ABF-4B35-AB35-B8B719F0AA85}" dt="2022-07-02T17:47:47.763" v="4136" actId="14100"/>
          <ac:spMkLst>
            <pc:docMk/>
            <pc:sldMk cId="3683221257" sldId="4021"/>
            <ac:spMk id="65" creationId="{F4E80E36-CA97-4F5C-AFEA-0093F839F17F}"/>
          </ac:spMkLst>
        </pc:spChg>
        <pc:spChg chg="mod">
          <ac:chgData name="Mitra, Sayan" userId="5f9b069e-390c-41f3-af3f-6bd4b0fb9710" providerId="ADAL" clId="{603CB73D-5ABF-4B35-AB35-B8B719F0AA85}" dt="2022-07-02T17:47:47.763" v="4136" actId="14100"/>
          <ac:spMkLst>
            <pc:docMk/>
            <pc:sldMk cId="3683221257" sldId="4021"/>
            <ac:spMk id="66" creationId="{7F4D7D4E-4C15-45EB-B89D-6DBE26BDDF09}"/>
          </ac:spMkLst>
        </pc:spChg>
        <pc:spChg chg="mod">
          <ac:chgData name="Mitra, Sayan" userId="5f9b069e-390c-41f3-af3f-6bd4b0fb9710" providerId="ADAL" clId="{603CB73D-5ABF-4B35-AB35-B8B719F0AA85}" dt="2022-07-02T17:47:47.763" v="4136" actId="14100"/>
          <ac:spMkLst>
            <pc:docMk/>
            <pc:sldMk cId="3683221257" sldId="4021"/>
            <ac:spMk id="67" creationId="{06401C71-55FE-405D-B944-5D50B488F890}"/>
          </ac:spMkLst>
        </pc:spChg>
        <pc:spChg chg="mod">
          <ac:chgData name="Mitra, Sayan" userId="5f9b069e-390c-41f3-af3f-6bd4b0fb9710" providerId="ADAL" clId="{603CB73D-5ABF-4B35-AB35-B8B719F0AA85}" dt="2022-07-02T17:47:47.763" v="4136" actId="14100"/>
          <ac:spMkLst>
            <pc:docMk/>
            <pc:sldMk cId="3683221257" sldId="4021"/>
            <ac:spMk id="68" creationId="{864CA89C-282A-49F3-99CB-93AE64EDB627}"/>
          </ac:spMkLst>
        </pc:spChg>
        <pc:spChg chg="mod">
          <ac:chgData name="Mitra, Sayan" userId="5f9b069e-390c-41f3-af3f-6bd4b0fb9710" providerId="ADAL" clId="{603CB73D-5ABF-4B35-AB35-B8B719F0AA85}" dt="2022-07-02T17:47:47.763" v="4136" actId="14100"/>
          <ac:spMkLst>
            <pc:docMk/>
            <pc:sldMk cId="3683221257" sldId="4021"/>
            <ac:spMk id="69" creationId="{C2C19BC6-100C-4B28-93F4-4250A270D86D}"/>
          </ac:spMkLst>
        </pc:spChg>
        <pc:spChg chg="mod">
          <ac:chgData name="Mitra, Sayan" userId="5f9b069e-390c-41f3-af3f-6bd4b0fb9710" providerId="ADAL" clId="{603CB73D-5ABF-4B35-AB35-B8B719F0AA85}" dt="2022-07-02T17:47:47.763" v="4136" actId="14100"/>
          <ac:spMkLst>
            <pc:docMk/>
            <pc:sldMk cId="3683221257" sldId="4021"/>
            <ac:spMk id="70" creationId="{260FBA76-E37A-4F00-87F0-4EF35B8913F1}"/>
          </ac:spMkLst>
        </pc:spChg>
        <pc:spChg chg="mod">
          <ac:chgData name="Mitra, Sayan" userId="5f9b069e-390c-41f3-af3f-6bd4b0fb9710" providerId="ADAL" clId="{603CB73D-5ABF-4B35-AB35-B8B719F0AA85}" dt="2022-07-02T17:47:47.763" v="4136" actId="14100"/>
          <ac:spMkLst>
            <pc:docMk/>
            <pc:sldMk cId="3683221257" sldId="4021"/>
            <ac:spMk id="71" creationId="{2996296E-3CC4-4565-A30A-7C5B7DBB8366}"/>
          </ac:spMkLst>
        </pc:spChg>
        <pc:spChg chg="mod">
          <ac:chgData name="Mitra, Sayan" userId="5f9b069e-390c-41f3-af3f-6bd4b0fb9710" providerId="ADAL" clId="{603CB73D-5ABF-4B35-AB35-B8B719F0AA85}" dt="2022-07-02T17:47:47.763" v="4136" actId="14100"/>
          <ac:spMkLst>
            <pc:docMk/>
            <pc:sldMk cId="3683221257" sldId="4021"/>
            <ac:spMk id="72" creationId="{2CF3980E-129B-49D1-A807-EDF680E193A2}"/>
          </ac:spMkLst>
        </pc:spChg>
        <pc:spChg chg="mod">
          <ac:chgData name="Mitra, Sayan" userId="5f9b069e-390c-41f3-af3f-6bd4b0fb9710" providerId="ADAL" clId="{603CB73D-5ABF-4B35-AB35-B8B719F0AA85}" dt="2022-07-02T17:47:47.763" v="4136" actId="14100"/>
          <ac:spMkLst>
            <pc:docMk/>
            <pc:sldMk cId="3683221257" sldId="4021"/>
            <ac:spMk id="73" creationId="{9B9F59A4-8923-4DC0-B637-386F0400BABC}"/>
          </ac:spMkLst>
        </pc:spChg>
        <pc:spChg chg="mod">
          <ac:chgData name="Mitra, Sayan" userId="5f9b069e-390c-41f3-af3f-6bd4b0fb9710" providerId="ADAL" clId="{603CB73D-5ABF-4B35-AB35-B8B719F0AA85}" dt="2022-07-02T17:47:48.363" v="4137" actId="14100"/>
          <ac:spMkLst>
            <pc:docMk/>
            <pc:sldMk cId="3683221257" sldId="4021"/>
            <ac:spMk id="78" creationId="{1858830D-B717-42EA-AD60-C7DD9A999716}"/>
          </ac:spMkLst>
        </pc:spChg>
        <pc:spChg chg="mod">
          <ac:chgData name="Mitra, Sayan" userId="5f9b069e-390c-41f3-af3f-6bd4b0fb9710" providerId="ADAL" clId="{603CB73D-5ABF-4B35-AB35-B8B719F0AA85}" dt="2022-07-02T17:47:48.363" v="4137" actId="14100"/>
          <ac:spMkLst>
            <pc:docMk/>
            <pc:sldMk cId="3683221257" sldId="4021"/>
            <ac:spMk id="79" creationId="{64859FA4-A7B6-4362-A10B-8BEE6D7CFA4D}"/>
          </ac:spMkLst>
        </pc:spChg>
        <pc:spChg chg="mod">
          <ac:chgData name="Mitra, Sayan" userId="5f9b069e-390c-41f3-af3f-6bd4b0fb9710" providerId="ADAL" clId="{603CB73D-5ABF-4B35-AB35-B8B719F0AA85}" dt="2022-07-02T17:47:48.363" v="4137" actId="14100"/>
          <ac:spMkLst>
            <pc:docMk/>
            <pc:sldMk cId="3683221257" sldId="4021"/>
            <ac:spMk id="80" creationId="{FC966FDF-7A5E-4E26-B7E2-F413AA6B21BA}"/>
          </ac:spMkLst>
        </pc:spChg>
        <pc:spChg chg="mod">
          <ac:chgData name="Mitra, Sayan" userId="5f9b069e-390c-41f3-af3f-6bd4b0fb9710" providerId="ADAL" clId="{603CB73D-5ABF-4B35-AB35-B8B719F0AA85}" dt="2022-07-02T17:47:48.363" v="4137" actId="14100"/>
          <ac:spMkLst>
            <pc:docMk/>
            <pc:sldMk cId="3683221257" sldId="4021"/>
            <ac:spMk id="84" creationId="{29EC86C5-3EAA-4447-AFF1-C85454B8D394}"/>
          </ac:spMkLst>
        </pc:spChg>
        <pc:spChg chg="mod">
          <ac:chgData name="Mitra, Sayan" userId="5f9b069e-390c-41f3-af3f-6bd4b0fb9710" providerId="ADAL" clId="{603CB73D-5ABF-4B35-AB35-B8B719F0AA85}" dt="2022-07-02T17:47:48.363" v="4137" actId="14100"/>
          <ac:spMkLst>
            <pc:docMk/>
            <pc:sldMk cId="3683221257" sldId="4021"/>
            <ac:spMk id="85" creationId="{F6F01112-9F6F-4756-8BFF-38373A947FFC}"/>
          </ac:spMkLst>
        </pc:spChg>
        <pc:spChg chg="mod">
          <ac:chgData name="Mitra, Sayan" userId="5f9b069e-390c-41f3-af3f-6bd4b0fb9710" providerId="ADAL" clId="{603CB73D-5ABF-4B35-AB35-B8B719F0AA85}" dt="2022-07-02T17:47:48.363" v="4137" actId="14100"/>
          <ac:spMkLst>
            <pc:docMk/>
            <pc:sldMk cId="3683221257" sldId="4021"/>
            <ac:spMk id="86" creationId="{EB296142-9250-4831-AC55-6AA8A0AF7653}"/>
          </ac:spMkLst>
        </pc:spChg>
        <pc:spChg chg="mod">
          <ac:chgData name="Mitra, Sayan" userId="5f9b069e-390c-41f3-af3f-6bd4b0fb9710" providerId="ADAL" clId="{603CB73D-5ABF-4B35-AB35-B8B719F0AA85}" dt="2022-07-02T17:47:48.363" v="4137" actId="14100"/>
          <ac:spMkLst>
            <pc:docMk/>
            <pc:sldMk cId="3683221257" sldId="4021"/>
            <ac:spMk id="87" creationId="{07E3F9B8-1BAE-4FD2-B0F5-77B98924C9E0}"/>
          </ac:spMkLst>
        </pc:spChg>
        <pc:spChg chg="mod">
          <ac:chgData name="Mitra, Sayan" userId="5f9b069e-390c-41f3-af3f-6bd4b0fb9710" providerId="ADAL" clId="{603CB73D-5ABF-4B35-AB35-B8B719F0AA85}" dt="2022-07-02T17:47:48.363" v="4137" actId="14100"/>
          <ac:spMkLst>
            <pc:docMk/>
            <pc:sldMk cId="3683221257" sldId="4021"/>
            <ac:spMk id="88" creationId="{C0644229-B4AD-4020-B10D-EBA2DD093A30}"/>
          </ac:spMkLst>
        </pc:spChg>
        <pc:spChg chg="mod">
          <ac:chgData name="Mitra, Sayan" userId="5f9b069e-390c-41f3-af3f-6bd4b0fb9710" providerId="ADAL" clId="{603CB73D-5ABF-4B35-AB35-B8B719F0AA85}" dt="2022-07-02T17:47:48.363" v="4137" actId="14100"/>
          <ac:spMkLst>
            <pc:docMk/>
            <pc:sldMk cId="3683221257" sldId="4021"/>
            <ac:spMk id="89" creationId="{5959BEE1-0B06-494E-8B0C-7F98B8E1AA19}"/>
          </ac:spMkLst>
        </pc:spChg>
        <pc:spChg chg="mod">
          <ac:chgData name="Mitra, Sayan" userId="5f9b069e-390c-41f3-af3f-6bd4b0fb9710" providerId="ADAL" clId="{603CB73D-5ABF-4B35-AB35-B8B719F0AA85}" dt="2022-07-02T17:47:48.363" v="4137" actId="14100"/>
          <ac:spMkLst>
            <pc:docMk/>
            <pc:sldMk cId="3683221257" sldId="4021"/>
            <ac:spMk id="90" creationId="{25B61A02-9678-4F54-A007-1C283C2B17C8}"/>
          </ac:spMkLst>
        </pc:spChg>
        <pc:spChg chg="mod">
          <ac:chgData name="Mitra, Sayan" userId="5f9b069e-390c-41f3-af3f-6bd4b0fb9710" providerId="ADAL" clId="{603CB73D-5ABF-4B35-AB35-B8B719F0AA85}" dt="2022-07-02T17:47:48.363" v="4137" actId="14100"/>
          <ac:spMkLst>
            <pc:docMk/>
            <pc:sldMk cId="3683221257" sldId="4021"/>
            <ac:spMk id="91" creationId="{DF6560FB-F7ED-41E2-9DED-4F083F1CAF22}"/>
          </ac:spMkLst>
        </pc:spChg>
        <pc:spChg chg="mod">
          <ac:chgData name="Mitra, Sayan" userId="5f9b069e-390c-41f3-af3f-6bd4b0fb9710" providerId="ADAL" clId="{603CB73D-5ABF-4B35-AB35-B8B719F0AA85}" dt="2022-07-02T17:47:48.363" v="4137" actId="14100"/>
          <ac:spMkLst>
            <pc:docMk/>
            <pc:sldMk cId="3683221257" sldId="4021"/>
            <ac:spMk id="92" creationId="{901DD221-D882-4875-9F36-1CAB205F2E0F}"/>
          </ac:spMkLst>
        </pc:spChg>
        <pc:spChg chg="mod">
          <ac:chgData name="Mitra, Sayan" userId="5f9b069e-390c-41f3-af3f-6bd4b0fb9710" providerId="ADAL" clId="{603CB73D-5ABF-4B35-AB35-B8B719F0AA85}" dt="2022-07-02T17:47:48.363" v="4137" actId="14100"/>
          <ac:spMkLst>
            <pc:docMk/>
            <pc:sldMk cId="3683221257" sldId="4021"/>
            <ac:spMk id="93" creationId="{2D766F9C-7C11-4563-B35F-3C4159153C64}"/>
          </ac:spMkLst>
        </pc:spChg>
        <pc:spChg chg="mod">
          <ac:chgData name="Mitra, Sayan" userId="5f9b069e-390c-41f3-af3f-6bd4b0fb9710" providerId="ADAL" clId="{603CB73D-5ABF-4B35-AB35-B8B719F0AA85}" dt="2022-07-02T17:47:48.363" v="4137" actId="14100"/>
          <ac:spMkLst>
            <pc:docMk/>
            <pc:sldMk cId="3683221257" sldId="4021"/>
            <ac:spMk id="94" creationId="{0D77D96C-53E3-4C79-B1A6-DA1370E4C033}"/>
          </ac:spMkLst>
        </pc:spChg>
        <pc:spChg chg="mod">
          <ac:chgData name="Mitra, Sayan" userId="5f9b069e-390c-41f3-af3f-6bd4b0fb9710" providerId="ADAL" clId="{603CB73D-5ABF-4B35-AB35-B8B719F0AA85}" dt="2022-07-02T17:47:48.363" v="4137" actId="14100"/>
          <ac:spMkLst>
            <pc:docMk/>
            <pc:sldMk cId="3683221257" sldId="4021"/>
            <ac:spMk id="95" creationId="{68F69704-2692-44BA-9ED7-644137C75E7F}"/>
          </ac:spMkLst>
        </pc:spChg>
        <pc:spChg chg="mod">
          <ac:chgData name="Mitra, Sayan" userId="5f9b069e-390c-41f3-af3f-6bd4b0fb9710" providerId="ADAL" clId="{603CB73D-5ABF-4B35-AB35-B8B719F0AA85}" dt="2022-07-02T17:47:48.363" v="4137" actId="14100"/>
          <ac:spMkLst>
            <pc:docMk/>
            <pc:sldMk cId="3683221257" sldId="4021"/>
            <ac:spMk id="96" creationId="{32FDE3CD-ECEC-470C-BEEF-2BECA3E37AB4}"/>
          </ac:spMkLst>
        </pc:spChg>
        <pc:spChg chg="mod">
          <ac:chgData name="Mitra, Sayan" userId="5f9b069e-390c-41f3-af3f-6bd4b0fb9710" providerId="ADAL" clId="{603CB73D-5ABF-4B35-AB35-B8B719F0AA85}" dt="2022-07-02T17:47:48.363" v="4137" actId="14100"/>
          <ac:spMkLst>
            <pc:docMk/>
            <pc:sldMk cId="3683221257" sldId="4021"/>
            <ac:spMk id="97" creationId="{09BFE7D0-416C-4420-B00E-7929A9853532}"/>
          </ac:spMkLst>
        </pc:spChg>
        <pc:spChg chg="mod">
          <ac:chgData name="Mitra, Sayan" userId="5f9b069e-390c-41f3-af3f-6bd4b0fb9710" providerId="ADAL" clId="{603CB73D-5ABF-4B35-AB35-B8B719F0AA85}" dt="2022-07-02T17:47:48.363" v="4137" actId="14100"/>
          <ac:spMkLst>
            <pc:docMk/>
            <pc:sldMk cId="3683221257" sldId="4021"/>
            <ac:spMk id="98" creationId="{ED8FD1F7-F1DF-453D-BCA9-06D0601B49C3}"/>
          </ac:spMkLst>
        </pc:spChg>
        <pc:spChg chg="mod">
          <ac:chgData name="Mitra, Sayan" userId="5f9b069e-390c-41f3-af3f-6bd4b0fb9710" providerId="ADAL" clId="{603CB73D-5ABF-4B35-AB35-B8B719F0AA85}" dt="2022-07-02T17:47:48.363" v="4137" actId="14100"/>
          <ac:spMkLst>
            <pc:docMk/>
            <pc:sldMk cId="3683221257" sldId="4021"/>
            <ac:spMk id="99" creationId="{9D62AA39-DE15-4515-99BB-6CF6BAAEB497}"/>
          </ac:spMkLst>
        </pc:spChg>
        <pc:spChg chg="mod">
          <ac:chgData name="Mitra, Sayan" userId="5f9b069e-390c-41f3-af3f-6bd4b0fb9710" providerId="ADAL" clId="{603CB73D-5ABF-4B35-AB35-B8B719F0AA85}" dt="2022-07-02T17:47:48.363" v="4137" actId="14100"/>
          <ac:spMkLst>
            <pc:docMk/>
            <pc:sldMk cId="3683221257" sldId="4021"/>
            <ac:spMk id="100" creationId="{C399E53D-DE50-4909-8F59-0B9C9FE1E640}"/>
          </ac:spMkLst>
        </pc:spChg>
        <pc:spChg chg="mod">
          <ac:chgData name="Mitra, Sayan" userId="5f9b069e-390c-41f3-af3f-6bd4b0fb9710" providerId="ADAL" clId="{603CB73D-5ABF-4B35-AB35-B8B719F0AA85}" dt="2022-07-02T17:47:48.363" v="4137" actId="14100"/>
          <ac:spMkLst>
            <pc:docMk/>
            <pc:sldMk cId="3683221257" sldId="4021"/>
            <ac:spMk id="101" creationId="{6C40AFC3-337A-4CFF-A82F-62255E3A0C67}"/>
          </ac:spMkLst>
        </pc:spChg>
        <pc:spChg chg="mod">
          <ac:chgData name="Mitra, Sayan" userId="5f9b069e-390c-41f3-af3f-6bd4b0fb9710" providerId="ADAL" clId="{603CB73D-5ABF-4B35-AB35-B8B719F0AA85}" dt="2022-07-02T17:47:48.363" v="4137" actId="14100"/>
          <ac:spMkLst>
            <pc:docMk/>
            <pc:sldMk cId="3683221257" sldId="4021"/>
            <ac:spMk id="102" creationId="{4F069CFC-8643-4E2D-A69D-8DC8428BECBE}"/>
          </ac:spMkLst>
        </pc:spChg>
        <pc:spChg chg="mod">
          <ac:chgData name="Mitra, Sayan" userId="5f9b069e-390c-41f3-af3f-6bd4b0fb9710" providerId="ADAL" clId="{603CB73D-5ABF-4B35-AB35-B8B719F0AA85}" dt="2022-07-02T17:47:48.363" v="4137" actId="14100"/>
          <ac:spMkLst>
            <pc:docMk/>
            <pc:sldMk cId="3683221257" sldId="4021"/>
            <ac:spMk id="103" creationId="{A2AAD1BD-9519-4AC6-9B12-0650CF64EA5B}"/>
          </ac:spMkLst>
        </pc:spChg>
        <pc:spChg chg="mod">
          <ac:chgData name="Mitra, Sayan" userId="5f9b069e-390c-41f3-af3f-6bd4b0fb9710" providerId="ADAL" clId="{603CB73D-5ABF-4B35-AB35-B8B719F0AA85}" dt="2022-07-02T17:47:48.363" v="4137" actId="14100"/>
          <ac:spMkLst>
            <pc:docMk/>
            <pc:sldMk cId="3683221257" sldId="4021"/>
            <ac:spMk id="104" creationId="{188D939B-1EC8-4441-A8FB-31AE6834195F}"/>
          </ac:spMkLst>
        </pc:spChg>
        <pc:spChg chg="mod">
          <ac:chgData name="Mitra, Sayan" userId="5f9b069e-390c-41f3-af3f-6bd4b0fb9710" providerId="ADAL" clId="{603CB73D-5ABF-4B35-AB35-B8B719F0AA85}" dt="2022-07-02T17:47:48.363" v="4137" actId="14100"/>
          <ac:spMkLst>
            <pc:docMk/>
            <pc:sldMk cId="3683221257" sldId="4021"/>
            <ac:spMk id="105" creationId="{D4E4CA92-1AC8-4D5A-8E79-2310F52936BC}"/>
          </ac:spMkLst>
        </pc:spChg>
        <pc:spChg chg="mod">
          <ac:chgData name="Mitra, Sayan" userId="5f9b069e-390c-41f3-af3f-6bd4b0fb9710" providerId="ADAL" clId="{603CB73D-5ABF-4B35-AB35-B8B719F0AA85}" dt="2022-07-02T17:47:48.363" v="4137" actId="14100"/>
          <ac:spMkLst>
            <pc:docMk/>
            <pc:sldMk cId="3683221257" sldId="4021"/>
            <ac:spMk id="106" creationId="{3D0B423B-F1E5-45B1-8C35-8B1FF304B383}"/>
          </ac:spMkLst>
        </pc:spChg>
        <pc:spChg chg="mod">
          <ac:chgData name="Mitra, Sayan" userId="5f9b069e-390c-41f3-af3f-6bd4b0fb9710" providerId="ADAL" clId="{603CB73D-5ABF-4B35-AB35-B8B719F0AA85}" dt="2022-07-02T17:47:48.363" v="4137" actId="14100"/>
          <ac:spMkLst>
            <pc:docMk/>
            <pc:sldMk cId="3683221257" sldId="4021"/>
            <ac:spMk id="108" creationId="{79AE6268-4E09-412E-AB80-FE88158F797C}"/>
          </ac:spMkLst>
        </pc:spChg>
        <pc:spChg chg="mod">
          <ac:chgData name="Mitra, Sayan" userId="5f9b069e-390c-41f3-af3f-6bd4b0fb9710" providerId="ADAL" clId="{603CB73D-5ABF-4B35-AB35-B8B719F0AA85}" dt="2022-07-02T17:47:48.363" v="4137" actId="14100"/>
          <ac:spMkLst>
            <pc:docMk/>
            <pc:sldMk cId="3683221257" sldId="4021"/>
            <ac:spMk id="109" creationId="{C4B6C997-1F7F-4472-9FD8-8C08F18B9886}"/>
          </ac:spMkLst>
        </pc:spChg>
        <pc:spChg chg="mod">
          <ac:chgData name="Mitra, Sayan" userId="5f9b069e-390c-41f3-af3f-6bd4b0fb9710" providerId="ADAL" clId="{603CB73D-5ABF-4B35-AB35-B8B719F0AA85}" dt="2022-07-02T17:47:48.363" v="4137" actId="14100"/>
          <ac:spMkLst>
            <pc:docMk/>
            <pc:sldMk cId="3683221257" sldId="4021"/>
            <ac:spMk id="110" creationId="{2CAF76BA-4112-493F-BE1C-EB4569C08EE0}"/>
          </ac:spMkLst>
        </pc:spChg>
        <pc:spChg chg="mod">
          <ac:chgData name="Mitra, Sayan" userId="5f9b069e-390c-41f3-af3f-6bd4b0fb9710" providerId="ADAL" clId="{603CB73D-5ABF-4B35-AB35-B8B719F0AA85}" dt="2022-07-02T17:47:48.363" v="4137" actId="14100"/>
          <ac:spMkLst>
            <pc:docMk/>
            <pc:sldMk cId="3683221257" sldId="4021"/>
            <ac:spMk id="111" creationId="{77DDB055-5B61-4E91-B183-790552A1ABB6}"/>
          </ac:spMkLst>
        </pc:spChg>
        <pc:spChg chg="mod">
          <ac:chgData name="Mitra, Sayan" userId="5f9b069e-390c-41f3-af3f-6bd4b0fb9710" providerId="ADAL" clId="{603CB73D-5ABF-4B35-AB35-B8B719F0AA85}" dt="2022-07-02T17:47:48.363" v="4137" actId="14100"/>
          <ac:spMkLst>
            <pc:docMk/>
            <pc:sldMk cId="3683221257" sldId="4021"/>
            <ac:spMk id="115" creationId="{0A6E08A3-40D5-4845-9230-489FA48D7194}"/>
          </ac:spMkLst>
        </pc:spChg>
        <pc:spChg chg="mod">
          <ac:chgData name="Mitra, Sayan" userId="5f9b069e-390c-41f3-af3f-6bd4b0fb9710" providerId="ADAL" clId="{603CB73D-5ABF-4B35-AB35-B8B719F0AA85}" dt="2022-07-02T17:47:48.363" v="4137" actId="14100"/>
          <ac:spMkLst>
            <pc:docMk/>
            <pc:sldMk cId="3683221257" sldId="4021"/>
            <ac:spMk id="116" creationId="{3636B678-CFE6-4FB5-AF62-5EC027955AF7}"/>
          </ac:spMkLst>
        </pc:spChg>
        <pc:spChg chg="mod">
          <ac:chgData name="Mitra, Sayan" userId="5f9b069e-390c-41f3-af3f-6bd4b0fb9710" providerId="ADAL" clId="{603CB73D-5ABF-4B35-AB35-B8B719F0AA85}" dt="2022-07-02T17:47:48.363" v="4137" actId="14100"/>
          <ac:spMkLst>
            <pc:docMk/>
            <pc:sldMk cId="3683221257" sldId="4021"/>
            <ac:spMk id="117" creationId="{1E26E715-59C1-4610-983B-AD50C00F1877}"/>
          </ac:spMkLst>
        </pc:spChg>
        <pc:spChg chg="mod">
          <ac:chgData name="Mitra, Sayan" userId="5f9b069e-390c-41f3-af3f-6bd4b0fb9710" providerId="ADAL" clId="{603CB73D-5ABF-4B35-AB35-B8B719F0AA85}" dt="2022-07-02T17:47:48.363" v="4137" actId="14100"/>
          <ac:spMkLst>
            <pc:docMk/>
            <pc:sldMk cId="3683221257" sldId="4021"/>
            <ac:spMk id="119" creationId="{D659A7F4-2A43-49AD-8387-BBC501D20B02}"/>
          </ac:spMkLst>
        </pc:spChg>
        <pc:spChg chg="mod">
          <ac:chgData name="Mitra, Sayan" userId="5f9b069e-390c-41f3-af3f-6bd4b0fb9710" providerId="ADAL" clId="{603CB73D-5ABF-4B35-AB35-B8B719F0AA85}" dt="2022-07-02T17:47:48.363" v="4137" actId="14100"/>
          <ac:spMkLst>
            <pc:docMk/>
            <pc:sldMk cId="3683221257" sldId="4021"/>
            <ac:spMk id="159" creationId="{8D62B4DF-B231-44BF-91A9-B1AAD56BD290}"/>
          </ac:spMkLst>
        </pc:spChg>
        <pc:spChg chg="mod">
          <ac:chgData name="Mitra, Sayan" userId="5f9b069e-390c-41f3-af3f-6bd4b0fb9710" providerId="ADAL" clId="{603CB73D-5ABF-4B35-AB35-B8B719F0AA85}" dt="2022-07-02T17:47:48.363" v="4137" actId="14100"/>
          <ac:spMkLst>
            <pc:docMk/>
            <pc:sldMk cId="3683221257" sldId="4021"/>
            <ac:spMk id="162" creationId="{792CA852-ACA4-410C-8598-089C56F4CF56}"/>
          </ac:spMkLst>
        </pc:spChg>
        <pc:spChg chg="mod">
          <ac:chgData name="Mitra, Sayan" userId="5f9b069e-390c-41f3-af3f-6bd4b0fb9710" providerId="ADAL" clId="{603CB73D-5ABF-4B35-AB35-B8B719F0AA85}" dt="2022-07-02T17:47:48.363" v="4137" actId="14100"/>
          <ac:spMkLst>
            <pc:docMk/>
            <pc:sldMk cId="3683221257" sldId="4021"/>
            <ac:spMk id="163" creationId="{8974C9A1-9554-477C-846E-715DE53DE729}"/>
          </ac:spMkLst>
        </pc:spChg>
        <pc:spChg chg="mod">
          <ac:chgData name="Mitra, Sayan" userId="5f9b069e-390c-41f3-af3f-6bd4b0fb9710" providerId="ADAL" clId="{603CB73D-5ABF-4B35-AB35-B8B719F0AA85}" dt="2022-07-02T17:47:48.363" v="4137" actId="14100"/>
          <ac:spMkLst>
            <pc:docMk/>
            <pc:sldMk cId="3683221257" sldId="4021"/>
            <ac:spMk id="164" creationId="{990C77B2-37F7-4F20-AA91-DA87B25BED12}"/>
          </ac:spMkLst>
        </pc:spChg>
        <pc:spChg chg="mod">
          <ac:chgData name="Mitra, Sayan" userId="5f9b069e-390c-41f3-af3f-6bd4b0fb9710" providerId="ADAL" clId="{603CB73D-5ABF-4B35-AB35-B8B719F0AA85}" dt="2022-07-02T17:47:48.363" v="4137" actId="14100"/>
          <ac:spMkLst>
            <pc:docMk/>
            <pc:sldMk cId="3683221257" sldId="4021"/>
            <ac:spMk id="165" creationId="{EB2E83B7-F6B1-4EC5-8965-C93B673CD26D}"/>
          </ac:spMkLst>
        </pc:spChg>
        <pc:spChg chg="mod">
          <ac:chgData name="Mitra, Sayan" userId="5f9b069e-390c-41f3-af3f-6bd4b0fb9710" providerId="ADAL" clId="{603CB73D-5ABF-4B35-AB35-B8B719F0AA85}" dt="2022-07-02T17:47:48.363" v="4137" actId="14100"/>
          <ac:spMkLst>
            <pc:docMk/>
            <pc:sldMk cId="3683221257" sldId="4021"/>
            <ac:spMk id="166" creationId="{0937DA69-2144-4976-8A49-A5D68C0D7267}"/>
          </ac:spMkLst>
        </pc:spChg>
        <pc:spChg chg="mod">
          <ac:chgData name="Mitra, Sayan" userId="5f9b069e-390c-41f3-af3f-6bd4b0fb9710" providerId="ADAL" clId="{603CB73D-5ABF-4B35-AB35-B8B719F0AA85}" dt="2022-07-02T17:47:48.363" v="4137" actId="14100"/>
          <ac:spMkLst>
            <pc:docMk/>
            <pc:sldMk cId="3683221257" sldId="4021"/>
            <ac:spMk id="167" creationId="{50B521A6-0A88-434D-8F58-32E4870D751E}"/>
          </ac:spMkLst>
        </pc:spChg>
        <pc:spChg chg="mod">
          <ac:chgData name="Mitra, Sayan" userId="5f9b069e-390c-41f3-af3f-6bd4b0fb9710" providerId="ADAL" clId="{603CB73D-5ABF-4B35-AB35-B8B719F0AA85}" dt="2022-07-02T17:47:48.363" v="4137" actId="14100"/>
          <ac:spMkLst>
            <pc:docMk/>
            <pc:sldMk cId="3683221257" sldId="4021"/>
            <ac:spMk id="168" creationId="{1D7960A7-08FF-4EA6-A335-2DA9057456ED}"/>
          </ac:spMkLst>
        </pc:spChg>
        <pc:spChg chg="mod">
          <ac:chgData name="Mitra, Sayan" userId="5f9b069e-390c-41f3-af3f-6bd4b0fb9710" providerId="ADAL" clId="{603CB73D-5ABF-4B35-AB35-B8B719F0AA85}" dt="2022-07-02T17:47:48.363" v="4137" actId="14100"/>
          <ac:spMkLst>
            <pc:docMk/>
            <pc:sldMk cId="3683221257" sldId="4021"/>
            <ac:spMk id="176" creationId="{7C0C1225-4082-4BB5-B847-C0C1D22384E8}"/>
          </ac:spMkLst>
        </pc:spChg>
        <pc:spChg chg="mod">
          <ac:chgData name="Mitra, Sayan" userId="5f9b069e-390c-41f3-af3f-6bd4b0fb9710" providerId="ADAL" clId="{603CB73D-5ABF-4B35-AB35-B8B719F0AA85}" dt="2022-07-02T17:47:48.363" v="4137" actId="14100"/>
          <ac:spMkLst>
            <pc:docMk/>
            <pc:sldMk cId="3683221257" sldId="4021"/>
            <ac:spMk id="177" creationId="{0DAF6643-9B99-4C9E-AB17-D8CBBDDB2BA9}"/>
          </ac:spMkLst>
        </pc:spChg>
        <pc:spChg chg="mod">
          <ac:chgData name="Mitra, Sayan" userId="5f9b069e-390c-41f3-af3f-6bd4b0fb9710" providerId="ADAL" clId="{603CB73D-5ABF-4B35-AB35-B8B719F0AA85}" dt="2022-07-02T17:47:48.363" v="4137" actId="14100"/>
          <ac:spMkLst>
            <pc:docMk/>
            <pc:sldMk cId="3683221257" sldId="4021"/>
            <ac:spMk id="179" creationId="{EFBEA453-C3B2-425D-82DF-53891511B36F}"/>
          </ac:spMkLst>
        </pc:spChg>
        <pc:spChg chg="mod">
          <ac:chgData name="Mitra, Sayan" userId="5f9b069e-390c-41f3-af3f-6bd4b0fb9710" providerId="ADAL" clId="{603CB73D-5ABF-4B35-AB35-B8B719F0AA85}" dt="2022-07-02T17:47:48.363" v="4137" actId="14100"/>
          <ac:spMkLst>
            <pc:docMk/>
            <pc:sldMk cId="3683221257" sldId="4021"/>
            <ac:spMk id="180" creationId="{A621709E-3696-4CE9-A3B0-593F8E3B02E0}"/>
          </ac:spMkLst>
        </pc:spChg>
        <pc:spChg chg="mod">
          <ac:chgData name="Mitra, Sayan" userId="5f9b069e-390c-41f3-af3f-6bd4b0fb9710" providerId="ADAL" clId="{603CB73D-5ABF-4B35-AB35-B8B719F0AA85}" dt="2022-07-02T17:47:48.363" v="4137" actId="14100"/>
          <ac:spMkLst>
            <pc:docMk/>
            <pc:sldMk cId="3683221257" sldId="4021"/>
            <ac:spMk id="181" creationId="{6493CE9C-056C-442B-AA0A-7F0CCBC6E512}"/>
          </ac:spMkLst>
        </pc:spChg>
        <pc:spChg chg="mod">
          <ac:chgData name="Mitra, Sayan" userId="5f9b069e-390c-41f3-af3f-6bd4b0fb9710" providerId="ADAL" clId="{603CB73D-5ABF-4B35-AB35-B8B719F0AA85}" dt="2022-07-02T17:47:48.363" v="4137" actId="14100"/>
          <ac:spMkLst>
            <pc:docMk/>
            <pc:sldMk cId="3683221257" sldId="4021"/>
            <ac:spMk id="183" creationId="{B8B52E45-04A5-4CF7-BF46-106AA8623800}"/>
          </ac:spMkLst>
        </pc:spChg>
        <pc:spChg chg="mod">
          <ac:chgData name="Mitra, Sayan" userId="5f9b069e-390c-41f3-af3f-6bd4b0fb9710" providerId="ADAL" clId="{603CB73D-5ABF-4B35-AB35-B8B719F0AA85}" dt="2022-07-02T17:47:48.363" v="4137" actId="14100"/>
          <ac:spMkLst>
            <pc:docMk/>
            <pc:sldMk cId="3683221257" sldId="4021"/>
            <ac:spMk id="184" creationId="{C0915715-B921-46AA-BA05-3329E6412743}"/>
          </ac:spMkLst>
        </pc:spChg>
        <pc:spChg chg="mod">
          <ac:chgData name="Mitra, Sayan" userId="5f9b069e-390c-41f3-af3f-6bd4b0fb9710" providerId="ADAL" clId="{603CB73D-5ABF-4B35-AB35-B8B719F0AA85}" dt="2022-07-02T17:47:48.363" v="4137" actId="14100"/>
          <ac:spMkLst>
            <pc:docMk/>
            <pc:sldMk cId="3683221257" sldId="4021"/>
            <ac:spMk id="185" creationId="{3F5F10FA-DADB-49C1-B9E7-BE919E879931}"/>
          </ac:spMkLst>
        </pc:spChg>
        <pc:spChg chg="mod">
          <ac:chgData name="Mitra, Sayan" userId="5f9b069e-390c-41f3-af3f-6bd4b0fb9710" providerId="ADAL" clId="{603CB73D-5ABF-4B35-AB35-B8B719F0AA85}" dt="2022-07-02T17:47:48.363" v="4137" actId="14100"/>
          <ac:spMkLst>
            <pc:docMk/>
            <pc:sldMk cId="3683221257" sldId="4021"/>
            <ac:spMk id="186" creationId="{65E4FB64-1AAC-4D8B-A2DC-FEC1186AEDCA}"/>
          </ac:spMkLst>
        </pc:spChg>
        <pc:spChg chg="mod">
          <ac:chgData name="Mitra, Sayan" userId="5f9b069e-390c-41f3-af3f-6bd4b0fb9710" providerId="ADAL" clId="{603CB73D-5ABF-4B35-AB35-B8B719F0AA85}" dt="2022-07-02T17:47:48.363" v="4137" actId="14100"/>
          <ac:spMkLst>
            <pc:docMk/>
            <pc:sldMk cId="3683221257" sldId="4021"/>
            <ac:spMk id="187" creationId="{4B43764A-34B2-45DF-B3A5-BA881FDAC559}"/>
          </ac:spMkLst>
        </pc:spChg>
        <pc:spChg chg="mod">
          <ac:chgData name="Mitra, Sayan" userId="5f9b069e-390c-41f3-af3f-6bd4b0fb9710" providerId="ADAL" clId="{603CB73D-5ABF-4B35-AB35-B8B719F0AA85}" dt="2022-07-02T17:47:48.363" v="4137" actId="14100"/>
          <ac:spMkLst>
            <pc:docMk/>
            <pc:sldMk cId="3683221257" sldId="4021"/>
            <ac:spMk id="188" creationId="{36AA9077-F848-4ABF-A0FF-97D248DAD81A}"/>
          </ac:spMkLst>
        </pc:spChg>
        <pc:spChg chg="mod">
          <ac:chgData name="Mitra, Sayan" userId="5f9b069e-390c-41f3-af3f-6bd4b0fb9710" providerId="ADAL" clId="{603CB73D-5ABF-4B35-AB35-B8B719F0AA85}" dt="2022-07-02T17:47:48.363" v="4137" actId="14100"/>
          <ac:spMkLst>
            <pc:docMk/>
            <pc:sldMk cId="3683221257" sldId="4021"/>
            <ac:spMk id="189" creationId="{7D40DE82-9978-4FF9-BFE7-196D2D086F6B}"/>
          </ac:spMkLst>
        </pc:spChg>
        <pc:spChg chg="mod">
          <ac:chgData name="Mitra, Sayan" userId="5f9b069e-390c-41f3-af3f-6bd4b0fb9710" providerId="ADAL" clId="{603CB73D-5ABF-4B35-AB35-B8B719F0AA85}" dt="2022-07-02T17:47:48.363" v="4137" actId="14100"/>
          <ac:spMkLst>
            <pc:docMk/>
            <pc:sldMk cId="3683221257" sldId="4021"/>
            <ac:spMk id="190" creationId="{1C0F37A6-DD4C-4FC0-8032-021711752BC5}"/>
          </ac:spMkLst>
        </pc:spChg>
        <pc:spChg chg="mod">
          <ac:chgData name="Mitra, Sayan" userId="5f9b069e-390c-41f3-af3f-6bd4b0fb9710" providerId="ADAL" clId="{603CB73D-5ABF-4B35-AB35-B8B719F0AA85}" dt="2022-07-02T17:47:48.363" v="4137" actId="14100"/>
          <ac:spMkLst>
            <pc:docMk/>
            <pc:sldMk cId="3683221257" sldId="4021"/>
            <ac:spMk id="227" creationId="{FBFBA1C1-4804-4D90-9794-A93A92756EDA}"/>
          </ac:spMkLst>
        </pc:spChg>
        <pc:grpChg chg="mod">
          <ac:chgData name="Mitra, Sayan" userId="5f9b069e-390c-41f3-af3f-6bd4b0fb9710" providerId="ADAL" clId="{603CB73D-5ABF-4B35-AB35-B8B719F0AA85}" dt="2022-07-02T17:47:48.363" v="4137" actId="14100"/>
          <ac:grpSpMkLst>
            <pc:docMk/>
            <pc:sldMk cId="3683221257" sldId="4021"/>
            <ac:grpSpMk id="21" creationId="{46C13272-8D2C-4001-B961-FC259D3C88D8}"/>
          </ac:grpSpMkLst>
        </pc:grpChg>
        <pc:grpChg chg="mod">
          <ac:chgData name="Mitra, Sayan" userId="5f9b069e-390c-41f3-af3f-6bd4b0fb9710" providerId="ADAL" clId="{603CB73D-5ABF-4B35-AB35-B8B719F0AA85}" dt="2022-07-02T17:47:48.363" v="4137" actId="14100"/>
          <ac:grpSpMkLst>
            <pc:docMk/>
            <pc:sldMk cId="3683221257" sldId="4021"/>
            <ac:grpSpMk id="27" creationId="{37BEBC7D-BE34-48D4-8A3D-C3264018CAEE}"/>
          </ac:grpSpMkLst>
        </pc:grpChg>
        <pc:grpChg chg="mod">
          <ac:chgData name="Mitra, Sayan" userId="5f9b069e-390c-41f3-af3f-6bd4b0fb9710" providerId="ADAL" clId="{603CB73D-5ABF-4B35-AB35-B8B719F0AA85}" dt="2022-07-02T17:47:48.363" v="4137" actId="14100"/>
          <ac:grpSpMkLst>
            <pc:docMk/>
            <pc:sldMk cId="3683221257" sldId="4021"/>
            <ac:grpSpMk id="30" creationId="{8E4F78CC-FDA1-4414-9601-AEA2E5B13B90}"/>
          </ac:grpSpMkLst>
        </pc:grpChg>
        <pc:grpChg chg="mod">
          <ac:chgData name="Mitra, Sayan" userId="5f9b069e-390c-41f3-af3f-6bd4b0fb9710" providerId="ADAL" clId="{603CB73D-5ABF-4B35-AB35-B8B719F0AA85}" dt="2022-07-02T17:47:48.363" v="4137" actId="14100"/>
          <ac:grpSpMkLst>
            <pc:docMk/>
            <pc:sldMk cId="3683221257" sldId="4021"/>
            <ac:grpSpMk id="34" creationId="{C308E3C9-8A1C-49E3-A932-37FC6B431F97}"/>
          </ac:grpSpMkLst>
        </pc:grpChg>
        <pc:grpChg chg="mod">
          <ac:chgData name="Mitra, Sayan" userId="5f9b069e-390c-41f3-af3f-6bd4b0fb9710" providerId="ADAL" clId="{603CB73D-5ABF-4B35-AB35-B8B719F0AA85}" dt="2022-07-02T17:47:48.363" v="4137" actId="14100"/>
          <ac:grpSpMkLst>
            <pc:docMk/>
            <pc:sldMk cId="3683221257" sldId="4021"/>
            <ac:grpSpMk id="38" creationId="{1A60CC3A-07F1-44A9-B8B4-D9692FDF16B0}"/>
          </ac:grpSpMkLst>
        </pc:grpChg>
        <pc:grpChg chg="mod">
          <ac:chgData name="Mitra, Sayan" userId="5f9b069e-390c-41f3-af3f-6bd4b0fb9710" providerId="ADAL" clId="{603CB73D-5ABF-4B35-AB35-B8B719F0AA85}" dt="2022-07-02T17:47:47.763" v="4136" actId="14100"/>
          <ac:grpSpMkLst>
            <pc:docMk/>
            <pc:sldMk cId="3683221257" sldId="4021"/>
            <ac:grpSpMk id="58" creationId="{0202F5EA-E960-4CAD-9F91-2D904F2074E7}"/>
          </ac:grpSpMkLst>
        </pc:grpChg>
        <pc:grpChg chg="mod">
          <ac:chgData name="Mitra, Sayan" userId="5f9b069e-390c-41f3-af3f-6bd4b0fb9710" providerId="ADAL" clId="{603CB73D-5ABF-4B35-AB35-B8B719F0AA85}" dt="2022-07-02T17:47:47.763" v="4136" actId="14100"/>
          <ac:grpSpMkLst>
            <pc:docMk/>
            <pc:sldMk cId="3683221257" sldId="4021"/>
            <ac:grpSpMk id="61" creationId="{121552EC-4C6C-4A09-A1E8-5EAFB30AA746}"/>
          </ac:grpSpMkLst>
        </pc:grpChg>
        <pc:grpChg chg="mod">
          <ac:chgData name="Mitra, Sayan" userId="5f9b069e-390c-41f3-af3f-6bd4b0fb9710" providerId="ADAL" clId="{603CB73D-5ABF-4B35-AB35-B8B719F0AA85}" dt="2022-07-02T17:47:48.363" v="4137" actId="14100"/>
          <ac:grpSpMkLst>
            <pc:docMk/>
            <pc:sldMk cId="3683221257" sldId="4021"/>
            <ac:grpSpMk id="74" creationId="{3569670D-531F-4ABD-8A02-800B0FB01B96}"/>
          </ac:grpSpMkLst>
        </pc:grpChg>
        <pc:grpChg chg="mod">
          <ac:chgData name="Mitra, Sayan" userId="5f9b069e-390c-41f3-af3f-6bd4b0fb9710" providerId="ADAL" clId="{603CB73D-5ABF-4B35-AB35-B8B719F0AA85}" dt="2022-07-02T17:47:48.363" v="4137" actId="14100"/>
          <ac:grpSpMkLst>
            <pc:docMk/>
            <pc:sldMk cId="3683221257" sldId="4021"/>
            <ac:grpSpMk id="75" creationId="{97778117-445C-42DD-95BE-64724A27B837}"/>
          </ac:grpSpMkLst>
        </pc:grpChg>
        <pc:grpChg chg="mod">
          <ac:chgData name="Mitra, Sayan" userId="5f9b069e-390c-41f3-af3f-6bd4b0fb9710" providerId="ADAL" clId="{603CB73D-5ABF-4B35-AB35-B8B719F0AA85}" dt="2022-07-02T17:47:48.363" v="4137" actId="14100"/>
          <ac:grpSpMkLst>
            <pc:docMk/>
            <pc:sldMk cId="3683221257" sldId="4021"/>
            <ac:grpSpMk id="76" creationId="{1AAC562B-3965-40BA-B365-FACF71AA3631}"/>
          </ac:grpSpMkLst>
        </pc:grpChg>
        <pc:grpChg chg="mod">
          <ac:chgData name="Mitra, Sayan" userId="5f9b069e-390c-41f3-af3f-6bd4b0fb9710" providerId="ADAL" clId="{603CB73D-5ABF-4B35-AB35-B8B719F0AA85}" dt="2022-07-02T17:47:48.363" v="4137" actId="14100"/>
          <ac:grpSpMkLst>
            <pc:docMk/>
            <pc:sldMk cId="3683221257" sldId="4021"/>
            <ac:grpSpMk id="77" creationId="{66950A4C-A698-4EFB-B6B5-FD8ABB506AFE}"/>
          </ac:grpSpMkLst>
        </pc:grpChg>
        <pc:grpChg chg="mod">
          <ac:chgData name="Mitra, Sayan" userId="5f9b069e-390c-41f3-af3f-6bd4b0fb9710" providerId="ADAL" clId="{603CB73D-5ABF-4B35-AB35-B8B719F0AA85}" dt="2022-07-02T17:47:48.363" v="4137" actId="14100"/>
          <ac:grpSpMkLst>
            <pc:docMk/>
            <pc:sldMk cId="3683221257" sldId="4021"/>
            <ac:grpSpMk id="107" creationId="{F4AFACC6-B83F-4672-9298-F8BD8398DE2E}"/>
          </ac:grpSpMkLst>
        </pc:grpChg>
        <pc:grpChg chg="mod">
          <ac:chgData name="Mitra, Sayan" userId="5f9b069e-390c-41f3-af3f-6bd4b0fb9710" providerId="ADAL" clId="{603CB73D-5ABF-4B35-AB35-B8B719F0AA85}" dt="2022-07-02T17:47:48.363" v="4137" actId="14100"/>
          <ac:grpSpMkLst>
            <pc:docMk/>
            <pc:sldMk cId="3683221257" sldId="4021"/>
            <ac:grpSpMk id="158" creationId="{3A003594-A79D-42A1-9B77-91B2755888C9}"/>
          </ac:grpSpMkLst>
        </pc:grpChg>
        <pc:grpChg chg="mod">
          <ac:chgData name="Mitra, Sayan" userId="5f9b069e-390c-41f3-af3f-6bd4b0fb9710" providerId="ADAL" clId="{603CB73D-5ABF-4B35-AB35-B8B719F0AA85}" dt="2022-07-02T17:47:48.363" v="4137" actId="14100"/>
          <ac:grpSpMkLst>
            <pc:docMk/>
            <pc:sldMk cId="3683221257" sldId="4021"/>
            <ac:grpSpMk id="171" creationId="{1827E1D1-ACBE-4B9C-8B02-8EF041FFAC75}"/>
          </ac:grpSpMkLst>
        </pc:grpChg>
        <pc:grpChg chg="mod">
          <ac:chgData name="Mitra, Sayan" userId="5f9b069e-390c-41f3-af3f-6bd4b0fb9710" providerId="ADAL" clId="{603CB73D-5ABF-4B35-AB35-B8B719F0AA85}" dt="2022-07-02T17:47:48.363" v="4137" actId="14100"/>
          <ac:grpSpMkLst>
            <pc:docMk/>
            <pc:sldMk cId="3683221257" sldId="4021"/>
            <ac:grpSpMk id="172" creationId="{4826BC1B-180B-487E-80B4-A80B52B8C797}"/>
          </ac:grpSpMkLst>
        </pc:grpChg>
        <pc:grpChg chg="mod">
          <ac:chgData name="Mitra, Sayan" userId="5f9b069e-390c-41f3-af3f-6bd4b0fb9710" providerId="ADAL" clId="{603CB73D-5ABF-4B35-AB35-B8B719F0AA85}" dt="2022-07-02T17:47:48.363" v="4137" actId="14100"/>
          <ac:grpSpMkLst>
            <pc:docMk/>
            <pc:sldMk cId="3683221257" sldId="4021"/>
            <ac:grpSpMk id="173" creationId="{999833D9-546D-44C1-9D5A-3F64FAFAC1C9}"/>
          </ac:grpSpMkLst>
        </pc:grpChg>
        <pc:grpChg chg="mod">
          <ac:chgData name="Mitra, Sayan" userId="5f9b069e-390c-41f3-af3f-6bd4b0fb9710" providerId="ADAL" clId="{603CB73D-5ABF-4B35-AB35-B8B719F0AA85}" dt="2022-07-02T17:47:48.363" v="4137" actId="14100"/>
          <ac:grpSpMkLst>
            <pc:docMk/>
            <pc:sldMk cId="3683221257" sldId="4021"/>
            <ac:grpSpMk id="178" creationId="{3B99758A-DC7F-4651-9DEA-F028F3C1ABEB}"/>
          </ac:grpSpMkLst>
        </pc:grpChg>
        <pc:picChg chg="mod">
          <ac:chgData name="Mitra, Sayan" userId="5f9b069e-390c-41f3-af3f-6bd4b0fb9710" providerId="ADAL" clId="{603CB73D-5ABF-4B35-AB35-B8B719F0AA85}" dt="2022-07-02T17:47:48.363" v="4137" actId="14100"/>
          <ac:picMkLst>
            <pc:docMk/>
            <pc:sldMk cId="3683221257" sldId="4021"/>
            <ac:picMk id="182" creationId="{611B9B4A-8099-4280-8E0F-F069713FE755}"/>
          </ac:picMkLst>
        </pc:picChg>
        <pc:cxnChg chg="mod">
          <ac:chgData name="Mitra, Sayan" userId="5f9b069e-390c-41f3-af3f-6bd4b0fb9710" providerId="ADAL" clId="{603CB73D-5ABF-4B35-AB35-B8B719F0AA85}" dt="2022-07-02T17:47:48.363" v="4137" actId="14100"/>
          <ac:cxnSpMkLst>
            <pc:docMk/>
            <pc:sldMk cId="3683221257" sldId="4021"/>
            <ac:cxnSpMk id="81" creationId="{8984ABBF-DF82-4BEC-BAE4-FC5F12DC1B86}"/>
          </ac:cxnSpMkLst>
        </pc:cxnChg>
        <pc:cxnChg chg="mod">
          <ac:chgData name="Mitra, Sayan" userId="5f9b069e-390c-41f3-af3f-6bd4b0fb9710" providerId="ADAL" clId="{603CB73D-5ABF-4B35-AB35-B8B719F0AA85}" dt="2022-07-02T17:47:48.363" v="4137" actId="14100"/>
          <ac:cxnSpMkLst>
            <pc:docMk/>
            <pc:sldMk cId="3683221257" sldId="4021"/>
            <ac:cxnSpMk id="82" creationId="{9A010963-0D03-44F9-8B19-2836F76C6598}"/>
          </ac:cxnSpMkLst>
        </pc:cxnChg>
        <pc:cxnChg chg="mod">
          <ac:chgData name="Mitra, Sayan" userId="5f9b069e-390c-41f3-af3f-6bd4b0fb9710" providerId="ADAL" clId="{603CB73D-5ABF-4B35-AB35-B8B719F0AA85}" dt="2022-07-02T17:47:48.363" v="4137" actId="14100"/>
          <ac:cxnSpMkLst>
            <pc:docMk/>
            <pc:sldMk cId="3683221257" sldId="4021"/>
            <ac:cxnSpMk id="83" creationId="{D7EF1947-F2E9-48BE-98C1-64936D02B334}"/>
          </ac:cxnSpMkLst>
        </pc:cxnChg>
        <pc:cxnChg chg="mod">
          <ac:chgData name="Mitra, Sayan" userId="5f9b069e-390c-41f3-af3f-6bd4b0fb9710" providerId="ADAL" clId="{603CB73D-5ABF-4B35-AB35-B8B719F0AA85}" dt="2022-07-02T17:47:48.363" v="4137" actId="14100"/>
          <ac:cxnSpMkLst>
            <pc:docMk/>
            <pc:sldMk cId="3683221257" sldId="4021"/>
            <ac:cxnSpMk id="112" creationId="{B81D3178-A585-4F60-A195-A96FBA102897}"/>
          </ac:cxnSpMkLst>
        </pc:cxnChg>
        <pc:cxnChg chg="mod">
          <ac:chgData name="Mitra, Sayan" userId="5f9b069e-390c-41f3-af3f-6bd4b0fb9710" providerId="ADAL" clId="{603CB73D-5ABF-4B35-AB35-B8B719F0AA85}" dt="2022-07-02T17:47:48.363" v="4137" actId="14100"/>
          <ac:cxnSpMkLst>
            <pc:docMk/>
            <pc:sldMk cId="3683221257" sldId="4021"/>
            <ac:cxnSpMk id="113" creationId="{DE1A8889-6DBE-44BD-BC2C-47C5CE7A67E2}"/>
          </ac:cxnSpMkLst>
        </pc:cxnChg>
        <pc:cxnChg chg="mod">
          <ac:chgData name="Mitra, Sayan" userId="5f9b069e-390c-41f3-af3f-6bd4b0fb9710" providerId="ADAL" clId="{603CB73D-5ABF-4B35-AB35-B8B719F0AA85}" dt="2022-07-02T17:47:48.363" v="4137" actId="14100"/>
          <ac:cxnSpMkLst>
            <pc:docMk/>
            <pc:sldMk cId="3683221257" sldId="4021"/>
            <ac:cxnSpMk id="114" creationId="{6DE7E1F5-4130-459E-AD2C-549EE9B7012F}"/>
          </ac:cxnSpMkLst>
        </pc:cxnChg>
        <pc:cxnChg chg="mod">
          <ac:chgData name="Mitra, Sayan" userId="5f9b069e-390c-41f3-af3f-6bd4b0fb9710" providerId="ADAL" clId="{603CB73D-5ABF-4B35-AB35-B8B719F0AA85}" dt="2022-07-02T17:47:48.363" v="4137" actId="14100"/>
          <ac:cxnSpMkLst>
            <pc:docMk/>
            <pc:sldMk cId="3683221257" sldId="4021"/>
            <ac:cxnSpMk id="118" creationId="{441A8A76-0D56-454B-91F9-454574790010}"/>
          </ac:cxnSpMkLst>
        </pc:cxnChg>
      </pc:sldChg>
      <pc:sldChg chg="modSp del mod">
        <pc:chgData name="Mitra, Sayan" userId="5f9b069e-390c-41f3-af3f-6bd4b0fb9710" providerId="ADAL" clId="{603CB73D-5ABF-4B35-AB35-B8B719F0AA85}" dt="2022-06-29T10:43:39.065" v="864" actId="47"/>
        <pc:sldMkLst>
          <pc:docMk/>
          <pc:sldMk cId="3113324416" sldId="4022"/>
        </pc:sldMkLst>
        <pc:spChg chg="mod">
          <ac:chgData name="Mitra, Sayan" userId="5f9b069e-390c-41f3-af3f-6bd4b0fb9710" providerId="ADAL" clId="{603CB73D-5ABF-4B35-AB35-B8B719F0AA85}" dt="2022-06-28T12:41:09.062" v="83" actId="20577"/>
          <ac:spMkLst>
            <pc:docMk/>
            <pc:sldMk cId="3113324416" sldId="4022"/>
            <ac:spMk id="2" creationId="{01F4866C-8C6F-4533-AA97-5861F9D45205}"/>
          </ac:spMkLst>
        </pc:spChg>
        <pc:spChg chg="mod">
          <ac:chgData name="Mitra, Sayan" userId="5f9b069e-390c-41f3-af3f-6bd4b0fb9710" providerId="ADAL" clId="{603CB73D-5ABF-4B35-AB35-B8B719F0AA85}" dt="2022-06-28T12:40:27.372" v="75" actId="1076"/>
          <ac:spMkLst>
            <pc:docMk/>
            <pc:sldMk cId="3113324416" sldId="4022"/>
            <ac:spMk id="3" creationId="{5AF5A118-2DF0-4266-8480-055AECE883C6}"/>
          </ac:spMkLst>
        </pc:spChg>
      </pc:sldChg>
      <pc:sldChg chg="addSp modSp mod">
        <pc:chgData name="Mitra, Sayan" userId="5f9b069e-390c-41f3-af3f-6bd4b0fb9710" providerId="ADAL" clId="{603CB73D-5ABF-4B35-AB35-B8B719F0AA85}" dt="2022-07-03T14:58:46.574" v="10356" actId="207"/>
        <pc:sldMkLst>
          <pc:docMk/>
          <pc:sldMk cId="665762817" sldId="4023"/>
        </pc:sldMkLst>
        <pc:spChg chg="mod">
          <ac:chgData name="Mitra, Sayan" userId="5f9b069e-390c-41f3-af3f-6bd4b0fb9710" providerId="ADAL" clId="{603CB73D-5ABF-4B35-AB35-B8B719F0AA85}" dt="2022-07-01T03:11:26.854" v="1257" actId="1036"/>
          <ac:spMkLst>
            <pc:docMk/>
            <pc:sldMk cId="665762817" sldId="4023"/>
            <ac:spMk id="77" creationId="{7471BE02-88EF-482A-9F67-A80C21955E9C}"/>
          </ac:spMkLst>
        </pc:spChg>
        <pc:spChg chg="mod">
          <ac:chgData name="Mitra, Sayan" userId="5f9b069e-390c-41f3-af3f-6bd4b0fb9710" providerId="ADAL" clId="{603CB73D-5ABF-4B35-AB35-B8B719F0AA85}" dt="2022-07-03T14:57:29.760" v="10351" actId="692"/>
          <ac:spMkLst>
            <pc:docMk/>
            <pc:sldMk cId="665762817" sldId="4023"/>
            <ac:spMk id="87" creationId="{4F7EC6FA-2F37-4253-A81B-77499B00FE11}"/>
          </ac:spMkLst>
        </pc:spChg>
        <pc:spChg chg="mod">
          <ac:chgData name="Mitra, Sayan" userId="5f9b069e-390c-41f3-af3f-6bd4b0fb9710" providerId="ADAL" clId="{603CB73D-5ABF-4B35-AB35-B8B719F0AA85}" dt="2022-07-03T14:57:29.760" v="10351" actId="692"/>
          <ac:spMkLst>
            <pc:docMk/>
            <pc:sldMk cId="665762817" sldId="4023"/>
            <ac:spMk id="88" creationId="{D24CEE60-12FE-481C-B5A9-DFD757FF7CF0}"/>
          </ac:spMkLst>
        </pc:spChg>
        <pc:spChg chg="mod">
          <ac:chgData name="Mitra, Sayan" userId="5f9b069e-390c-41f3-af3f-6bd4b0fb9710" providerId="ADAL" clId="{603CB73D-5ABF-4B35-AB35-B8B719F0AA85}" dt="2022-07-03T14:57:29.760" v="10351" actId="692"/>
          <ac:spMkLst>
            <pc:docMk/>
            <pc:sldMk cId="665762817" sldId="4023"/>
            <ac:spMk id="90" creationId="{08633CD1-ED3E-437D-8361-70AAA9ABFB51}"/>
          </ac:spMkLst>
        </pc:spChg>
        <pc:spChg chg="mod">
          <ac:chgData name="Mitra, Sayan" userId="5f9b069e-390c-41f3-af3f-6bd4b0fb9710" providerId="ADAL" clId="{603CB73D-5ABF-4B35-AB35-B8B719F0AA85}" dt="2022-07-03T14:57:29.760" v="10351" actId="692"/>
          <ac:spMkLst>
            <pc:docMk/>
            <pc:sldMk cId="665762817" sldId="4023"/>
            <ac:spMk id="103" creationId="{798A0739-6C9C-47DF-8809-9510F5F8EB1C}"/>
          </ac:spMkLst>
        </pc:spChg>
        <pc:spChg chg="mod">
          <ac:chgData name="Mitra, Sayan" userId="5f9b069e-390c-41f3-af3f-6bd4b0fb9710" providerId="ADAL" clId="{603CB73D-5ABF-4B35-AB35-B8B719F0AA85}" dt="2022-07-03T14:57:29.760" v="10351" actId="692"/>
          <ac:spMkLst>
            <pc:docMk/>
            <pc:sldMk cId="665762817" sldId="4023"/>
            <ac:spMk id="104" creationId="{AB294F02-BFE3-4B7C-8AB0-211DC2EC2A4D}"/>
          </ac:spMkLst>
        </pc:spChg>
        <pc:spChg chg="mod">
          <ac:chgData name="Mitra, Sayan" userId="5f9b069e-390c-41f3-af3f-6bd4b0fb9710" providerId="ADAL" clId="{603CB73D-5ABF-4B35-AB35-B8B719F0AA85}" dt="2022-07-03T14:57:29.760" v="10351" actId="692"/>
          <ac:spMkLst>
            <pc:docMk/>
            <pc:sldMk cId="665762817" sldId="4023"/>
            <ac:spMk id="105" creationId="{97D28A77-D1BB-4E4D-A230-721CDF30575F}"/>
          </ac:spMkLst>
        </pc:spChg>
        <pc:spChg chg="mod">
          <ac:chgData name="Mitra, Sayan" userId="5f9b069e-390c-41f3-af3f-6bd4b0fb9710" providerId="ADAL" clId="{603CB73D-5ABF-4B35-AB35-B8B719F0AA85}" dt="2022-07-03T14:57:29.760" v="10351" actId="692"/>
          <ac:spMkLst>
            <pc:docMk/>
            <pc:sldMk cId="665762817" sldId="4023"/>
            <ac:spMk id="106" creationId="{1CC2D39E-C6DF-4922-925E-B07B87B06A92}"/>
          </ac:spMkLst>
        </pc:spChg>
        <pc:spChg chg="mod">
          <ac:chgData name="Mitra, Sayan" userId="5f9b069e-390c-41f3-af3f-6bd4b0fb9710" providerId="ADAL" clId="{603CB73D-5ABF-4B35-AB35-B8B719F0AA85}" dt="2022-07-03T14:57:29.760" v="10351" actId="692"/>
          <ac:spMkLst>
            <pc:docMk/>
            <pc:sldMk cId="665762817" sldId="4023"/>
            <ac:spMk id="107" creationId="{3FC9B995-78E5-498B-B146-9CAD987FC35E}"/>
          </ac:spMkLst>
        </pc:spChg>
        <pc:spChg chg="mod">
          <ac:chgData name="Mitra, Sayan" userId="5f9b069e-390c-41f3-af3f-6bd4b0fb9710" providerId="ADAL" clId="{603CB73D-5ABF-4B35-AB35-B8B719F0AA85}" dt="2022-07-03T14:57:29.760" v="10351" actId="692"/>
          <ac:spMkLst>
            <pc:docMk/>
            <pc:sldMk cId="665762817" sldId="4023"/>
            <ac:spMk id="108" creationId="{BCF68E05-A844-4129-9EC8-8FB5B19CF89A}"/>
          </ac:spMkLst>
        </pc:spChg>
        <pc:spChg chg="mod">
          <ac:chgData name="Mitra, Sayan" userId="5f9b069e-390c-41f3-af3f-6bd4b0fb9710" providerId="ADAL" clId="{603CB73D-5ABF-4B35-AB35-B8B719F0AA85}" dt="2022-07-03T14:57:47.004" v="10354" actId="1038"/>
          <ac:spMkLst>
            <pc:docMk/>
            <pc:sldMk cId="665762817" sldId="4023"/>
            <ac:spMk id="114" creationId="{5BAF05C4-D721-4172-AC02-3046721636BA}"/>
          </ac:spMkLst>
        </pc:spChg>
        <pc:spChg chg="mod">
          <ac:chgData name="Mitra, Sayan" userId="5f9b069e-390c-41f3-af3f-6bd4b0fb9710" providerId="ADAL" clId="{603CB73D-5ABF-4B35-AB35-B8B719F0AA85}" dt="2022-07-03T14:57:47.004" v="10354" actId="1038"/>
          <ac:spMkLst>
            <pc:docMk/>
            <pc:sldMk cId="665762817" sldId="4023"/>
            <ac:spMk id="115" creationId="{17B1BB01-CD1A-47AF-A5AF-2E0BFEE2915C}"/>
          </ac:spMkLst>
        </pc:spChg>
        <pc:spChg chg="mod">
          <ac:chgData name="Mitra, Sayan" userId="5f9b069e-390c-41f3-af3f-6bd4b0fb9710" providerId="ADAL" clId="{603CB73D-5ABF-4B35-AB35-B8B719F0AA85}" dt="2022-07-03T14:57:29.760" v="10351" actId="692"/>
          <ac:spMkLst>
            <pc:docMk/>
            <pc:sldMk cId="665762817" sldId="4023"/>
            <ac:spMk id="116" creationId="{28FC0C63-E5D4-4BD9-9392-43B493CB4E44}"/>
          </ac:spMkLst>
        </pc:spChg>
        <pc:spChg chg="mod">
          <ac:chgData name="Mitra, Sayan" userId="5f9b069e-390c-41f3-af3f-6bd4b0fb9710" providerId="ADAL" clId="{603CB73D-5ABF-4B35-AB35-B8B719F0AA85}" dt="2022-07-03T14:57:47.004" v="10354" actId="1038"/>
          <ac:spMkLst>
            <pc:docMk/>
            <pc:sldMk cId="665762817" sldId="4023"/>
            <ac:spMk id="117" creationId="{B418A389-51BF-4F63-AFE9-D14DF0CAE9D7}"/>
          </ac:spMkLst>
        </pc:spChg>
        <pc:spChg chg="mod">
          <ac:chgData name="Mitra, Sayan" userId="5f9b069e-390c-41f3-af3f-6bd4b0fb9710" providerId="ADAL" clId="{603CB73D-5ABF-4B35-AB35-B8B719F0AA85}" dt="2022-07-03T14:57:29.760" v="10351" actId="692"/>
          <ac:spMkLst>
            <pc:docMk/>
            <pc:sldMk cId="665762817" sldId="4023"/>
            <ac:spMk id="118" creationId="{5ADDD242-887B-4733-9879-25AD7004852A}"/>
          </ac:spMkLst>
        </pc:spChg>
        <pc:spChg chg="mod">
          <ac:chgData name="Mitra, Sayan" userId="5f9b069e-390c-41f3-af3f-6bd4b0fb9710" providerId="ADAL" clId="{603CB73D-5ABF-4B35-AB35-B8B719F0AA85}" dt="2022-07-03T14:58:46.574" v="10356" actId="207"/>
          <ac:spMkLst>
            <pc:docMk/>
            <pc:sldMk cId="665762817" sldId="4023"/>
            <ac:spMk id="124" creationId="{41832212-52C1-459D-B78B-189944A8A051}"/>
          </ac:spMkLst>
        </pc:spChg>
        <pc:spChg chg="mod">
          <ac:chgData name="Mitra, Sayan" userId="5f9b069e-390c-41f3-af3f-6bd4b0fb9710" providerId="ADAL" clId="{603CB73D-5ABF-4B35-AB35-B8B719F0AA85}" dt="2022-07-03T14:58:46.574" v="10356" actId="207"/>
          <ac:spMkLst>
            <pc:docMk/>
            <pc:sldMk cId="665762817" sldId="4023"/>
            <ac:spMk id="126" creationId="{92816435-C0A0-4596-9105-55FA6B36C14B}"/>
          </ac:spMkLst>
        </pc:spChg>
        <pc:spChg chg="mod">
          <ac:chgData name="Mitra, Sayan" userId="5f9b069e-390c-41f3-af3f-6bd4b0fb9710" providerId="ADAL" clId="{603CB73D-5ABF-4B35-AB35-B8B719F0AA85}" dt="2022-07-03T14:58:46.574" v="10356" actId="207"/>
          <ac:spMkLst>
            <pc:docMk/>
            <pc:sldMk cId="665762817" sldId="4023"/>
            <ac:spMk id="127" creationId="{3DB88709-FBE8-41BD-9481-F8BC068964D7}"/>
          </ac:spMkLst>
        </pc:spChg>
        <pc:spChg chg="mod">
          <ac:chgData name="Mitra, Sayan" userId="5f9b069e-390c-41f3-af3f-6bd4b0fb9710" providerId="ADAL" clId="{603CB73D-5ABF-4B35-AB35-B8B719F0AA85}" dt="2022-07-03T14:58:46.574" v="10356" actId="207"/>
          <ac:spMkLst>
            <pc:docMk/>
            <pc:sldMk cId="665762817" sldId="4023"/>
            <ac:spMk id="147" creationId="{CDDC7F2A-2305-40E1-A094-0F4FA8353FE3}"/>
          </ac:spMkLst>
        </pc:spChg>
        <pc:spChg chg="mod">
          <ac:chgData name="Mitra, Sayan" userId="5f9b069e-390c-41f3-af3f-6bd4b0fb9710" providerId="ADAL" clId="{603CB73D-5ABF-4B35-AB35-B8B719F0AA85}" dt="2022-07-03T14:50:58.894" v="10264" actId="3064"/>
          <ac:spMkLst>
            <pc:docMk/>
            <pc:sldMk cId="665762817" sldId="4023"/>
            <ac:spMk id="149" creationId="{140D0C3D-5D4D-4B96-AF4E-5B64055BF04C}"/>
          </ac:spMkLst>
        </pc:spChg>
        <pc:spChg chg="mod">
          <ac:chgData name="Mitra, Sayan" userId="5f9b069e-390c-41f3-af3f-6bd4b0fb9710" providerId="ADAL" clId="{603CB73D-5ABF-4B35-AB35-B8B719F0AA85}" dt="2022-07-03T14:50:58.894" v="10264" actId="3064"/>
          <ac:spMkLst>
            <pc:docMk/>
            <pc:sldMk cId="665762817" sldId="4023"/>
            <ac:spMk id="150" creationId="{8E5F9095-A1EE-41CE-9007-627E7A59ED80}"/>
          </ac:spMkLst>
        </pc:spChg>
        <pc:spChg chg="mod">
          <ac:chgData name="Mitra, Sayan" userId="5f9b069e-390c-41f3-af3f-6bd4b0fb9710" providerId="ADAL" clId="{603CB73D-5ABF-4B35-AB35-B8B719F0AA85}" dt="2022-07-03T14:50:58.894" v="10264" actId="3064"/>
          <ac:spMkLst>
            <pc:docMk/>
            <pc:sldMk cId="665762817" sldId="4023"/>
            <ac:spMk id="151" creationId="{1F5C140F-D40B-4191-8CCA-457CE47FD525}"/>
          </ac:spMkLst>
        </pc:spChg>
        <pc:spChg chg="mod">
          <ac:chgData name="Mitra, Sayan" userId="5f9b069e-390c-41f3-af3f-6bd4b0fb9710" providerId="ADAL" clId="{603CB73D-5ABF-4B35-AB35-B8B719F0AA85}" dt="2022-07-03T14:50:58.894" v="10264" actId="3064"/>
          <ac:spMkLst>
            <pc:docMk/>
            <pc:sldMk cId="665762817" sldId="4023"/>
            <ac:spMk id="152" creationId="{8E917AC6-32EA-40F5-880C-A198BD122E35}"/>
          </ac:spMkLst>
        </pc:spChg>
        <pc:spChg chg="mod">
          <ac:chgData name="Mitra, Sayan" userId="5f9b069e-390c-41f3-af3f-6bd4b0fb9710" providerId="ADAL" clId="{603CB73D-5ABF-4B35-AB35-B8B719F0AA85}" dt="2022-07-03T14:56:55.110" v="10346" actId="20577"/>
          <ac:spMkLst>
            <pc:docMk/>
            <pc:sldMk cId="665762817" sldId="4023"/>
            <ac:spMk id="153" creationId="{91214B2A-91B8-42C0-9CC7-073046F6C6F7}"/>
          </ac:spMkLst>
        </pc:spChg>
        <pc:spChg chg="mod">
          <ac:chgData name="Mitra, Sayan" userId="5f9b069e-390c-41f3-af3f-6bd4b0fb9710" providerId="ADAL" clId="{603CB73D-5ABF-4B35-AB35-B8B719F0AA85}" dt="2022-07-03T14:50:58.894" v="10264" actId="3064"/>
          <ac:spMkLst>
            <pc:docMk/>
            <pc:sldMk cId="665762817" sldId="4023"/>
            <ac:spMk id="154" creationId="{1094AA3A-C51E-4995-A837-0AB2071341E1}"/>
          </ac:spMkLst>
        </pc:spChg>
        <pc:spChg chg="mod">
          <ac:chgData name="Mitra, Sayan" userId="5f9b069e-390c-41f3-af3f-6bd4b0fb9710" providerId="ADAL" clId="{603CB73D-5ABF-4B35-AB35-B8B719F0AA85}" dt="2022-07-03T14:50:58.894" v="10264" actId="3064"/>
          <ac:spMkLst>
            <pc:docMk/>
            <pc:sldMk cId="665762817" sldId="4023"/>
            <ac:spMk id="155" creationId="{48A2FE19-FBA4-403F-8652-FC0BDABC1CE2}"/>
          </ac:spMkLst>
        </pc:spChg>
        <pc:spChg chg="mod">
          <ac:chgData name="Mitra, Sayan" userId="5f9b069e-390c-41f3-af3f-6bd4b0fb9710" providerId="ADAL" clId="{603CB73D-5ABF-4B35-AB35-B8B719F0AA85}" dt="2022-07-03T14:50:58.894" v="10264" actId="3064"/>
          <ac:spMkLst>
            <pc:docMk/>
            <pc:sldMk cId="665762817" sldId="4023"/>
            <ac:spMk id="156" creationId="{1A8ED923-42D7-4CD4-BC34-2029C38E51EB}"/>
          </ac:spMkLst>
        </pc:spChg>
        <pc:spChg chg="mod">
          <ac:chgData name="Mitra, Sayan" userId="5f9b069e-390c-41f3-af3f-6bd4b0fb9710" providerId="ADAL" clId="{603CB73D-5ABF-4B35-AB35-B8B719F0AA85}" dt="2022-07-03T14:50:58.894" v="10264" actId="3064"/>
          <ac:spMkLst>
            <pc:docMk/>
            <pc:sldMk cId="665762817" sldId="4023"/>
            <ac:spMk id="157" creationId="{00CC6AD6-4AA1-41A1-B545-D5442D312956}"/>
          </ac:spMkLst>
        </pc:spChg>
        <pc:spChg chg="mod">
          <ac:chgData name="Mitra, Sayan" userId="5f9b069e-390c-41f3-af3f-6bd4b0fb9710" providerId="ADAL" clId="{603CB73D-5ABF-4B35-AB35-B8B719F0AA85}" dt="2022-07-03T14:58:46.574" v="10356" actId="207"/>
          <ac:spMkLst>
            <pc:docMk/>
            <pc:sldMk cId="665762817" sldId="4023"/>
            <ac:spMk id="158" creationId="{D31B496F-81E2-4920-BC60-9FD54F5B1CE9}"/>
          </ac:spMkLst>
        </pc:spChg>
        <pc:spChg chg="mod">
          <ac:chgData name="Mitra, Sayan" userId="5f9b069e-390c-41f3-af3f-6bd4b0fb9710" providerId="ADAL" clId="{603CB73D-5ABF-4B35-AB35-B8B719F0AA85}" dt="2022-07-03T14:50:27.267" v="10260" actId="255"/>
          <ac:spMkLst>
            <pc:docMk/>
            <pc:sldMk cId="665762817" sldId="4023"/>
            <ac:spMk id="160" creationId="{60024687-8E0F-4DD0-B5EE-C76E300B2281}"/>
          </ac:spMkLst>
        </pc:spChg>
        <pc:spChg chg="mod">
          <ac:chgData name="Mitra, Sayan" userId="5f9b069e-390c-41f3-af3f-6bd4b0fb9710" providerId="ADAL" clId="{603CB73D-5ABF-4B35-AB35-B8B719F0AA85}" dt="2022-07-03T14:50:27.267" v="10260" actId="255"/>
          <ac:spMkLst>
            <pc:docMk/>
            <pc:sldMk cId="665762817" sldId="4023"/>
            <ac:spMk id="161" creationId="{8953B0E0-E7B0-4E38-8640-2FAC99353DC0}"/>
          </ac:spMkLst>
        </pc:spChg>
        <pc:spChg chg="mod">
          <ac:chgData name="Mitra, Sayan" userId="5f9b069e-390c-41f3-af3f-6bd4b0fb9710" providerId="ADAL" clId="{603CB73D-5ABF-4B35-AB35-B8B719F0AA85}" dt="2022-07-03T14:50:27.267" v="10260" actId="255"/>
          <ac:spMkLst>
            <pc:docMk/>
            <pc:sldMk cId="665762817" sldId="4023"/>
            <ac:spMk id="162" creationId="{13F8CD61-91AE-487B-B61C-6DD6951B3377}"/>
          </ac:spMkLst>
        </pc:spChg>
        <pc:spChg chg="mod">
          <ac:chgData name="Mitra, Sayan" userId="5f9b069e-390c-41f3-af3f-6bd4b0fb9710" providerId="ADAL" clId="{603CB73D-5ABF-4B35-AB35-B8B719F0AA85}" dt="2022-07-03T14:50:27.267" v="10260" actId="255"/>
          <ac:spMkLst>
            <pc:docMk/>
            <pc:sldMk cId="665762817" sldId="4023"/>
            <ac:spMk id="163" creationId="{10E058E7-4B73-4017-A995-2C2637BAFE4B}"/>
          </ac:spMkLst>
        </pc:spChg>
        <pc:spChg chg="mod">
          <ac:chgData name="Mitra, Sayan" userId="5f9b069e-390c-41f3-af3f-6bd4b0fb9710" providerId="ADAL" clId="{603CB73D-5ABF-4B35-AB35-B8B719F0AA85}" dt="2022-07-03T14:50:27.267" v="10260" actId="255"/>
          <ac:spMkLst>
            <pc:docMk/>
            <pc:sldMk cId="665762817" sldId="4023"/>
            <ac:spMk id="164" creationId="{8848CE81-EF66-48C4-8627-0D34C03492E6}"/>
          </ac:spMkLst>
        </pc:spChg>
        <pc:spChg chg="mod">
          <ac:chgData name="Mitra, Sayan" userId="5f9b069e-390c-41f3-af3f-6bd4b0fb9710" providerId="ADAL" clId="{603CB73D-5ABF-4B35-AB35-B8B719F0AA85}" dt="2022-07-03T14:50:27.267" v="10260" actId="255"/>
          <ac:spMkLst>
            <pc:docMk/>
            <pc:sldMk cId="665762817" sldId="4023"/>
            <ac:spMk id="165" creationId="{FB89C83C-FA0F-4911-973C-E9BB1991F0F1}"/>
          </ac:spMkLst>
        </pc:spChg>
        <pc:spChg chg="mod">
          <ac:chgData name="Mitra, Sayan" userId="5f9b069e-390c-41f3-af3f-6bd4b0fb9710" providerId="ADAL" clId="{603CB73D-5ABF-4B35-AB35-B8B719F0AA85}" dt="2022-07-03T14:50:27.267" v="10260" actId="255"/>
          <ac:spMkLst>
            <pc:docMk/>
            <pc:sldMk cId="665762817" sldId="4023"/>
            <ac:spMk id="166" creationId="{68A87B10-B683-4771-AD6F-127E3C37873B}"/>
          </ac:spMkLst>
        </pc:spChg>
        <pc:spChg chg="mod">
          <ac:chgData name="Mitra, Sayan" userId="5f9b069e-390c-41f3-af3f-6bd4b0fb9710" providerId="ADAL" clId="{603CB73D-5ABF-4B35-AB35-B8B719F0AA85}" dt="2022-07-03T14:50:27.267" v="10260" actId="255"/>
          <ac:spMkLst>
            <pc:docMk/>
            <pc:sldMk cId="665762817" sldId="4023"/>
            <ac:spMk id="167" creationId="{D55201FA-E489-4715-84D6-B7B4FA1C8A7C}"/>
          </ac:spMkLst>
        </pc:spChg>
        <pc:spChg chg="mod">
          <ac:chgData name="Mitra, Sayan" userId="5f9b069e-390c-41f3-af3f-6bd4b0fb9710" providerId="ADAL" clId="{603CB73D-5ABF-4B35-AB35-B8B719F0AA85}" dt="2022-07-03T14:50:27.267" v="10260" actId="255"/>
          <ac:spMkLst>
            <pc:docMk/>
            <pc:sldMk cId="665762817" sldId="4023"/>
            <ac:spMk id="168" creationId="{142BCD6A-3BA0-482C-B8A6-0E5EAF0FA64B}"/>
          </ac:spMkLst>
        </pc:spChg>
        <pc:spChg chg="mod">
          <ac:chgData name="Mitra, Sayan" userId="5f9b069e-390c-41f3-af3f-6bd4b0fb9710" providerId="ADAL" clId="{603CB73D-5ABF-4B35-AB35-B8B719F0AA85}" dt="2022-07-03T14:58:46.574" v="10356" actId="207"/>
          <ac:spMkLst>
            <pc:docMk/>
            <pc:sldMk cId="665762817" sldId="4023"/>
            <ac:spMk id="169" creationId="{639D8464-292E-4A72-B66F-977549637E4C}"/>
          </ac:spMkLst>
        </pc:spChg>
        <pc:spChg chg="mod">
          <ac:chgData name="Mitra, Sayan" userId="5f9b069e-390c-41f3-af3f-6bd4b0fb9710" providerId="ADAL" clId="{603CB73D-5ABF-4B35-AB35-B8B719F0AA85}" dt="2022-07-03T14:50:27.267" v="10260" actId="255"/>
          <ac:spMkLst>
            <pc:docMk/>
            <pc:sldMk cId="665762817" sldId="4023"/>
            <ac:spMk id="171" creationId="{206BE7D4-1FB7-4B31-87BD-887A199143AF}"/>
          </ac:spMkLst>
        </pc:spChg>
        <pc:spChg chg="mod">
          <ac:chgData name="Mitra, Sayan" userId="5f9b069e-390c-41f3-af3f-6bd4b0fb9710" providerId="ADAL" clId="{603CB73D-5ABF-4B35-AB35-B8B719F0AA85}" dt="2022-07-03T14:50:27.267" v="10260" actId="255"/>
          <ac:spMkLst>
            <pc:docMk/>
            <pc:sldMk cId="665762817" sldId="4023"/>
            <ac:spMk id="172" creationId="{A0D6224C-1370-46EC-A274-0DD7BE996EA7}"/>
          </ac:spMkLst>
        </pc:spChg>
        <pc:spChg chg="mod">
          <ac:chgData name="Mitra, Sayan" userId="5f9b069e-390c-41f3-af3f-6bd4b0fb9710" providerId="ADAL" clId="{603CB73D-5ABF-4B35-AB35-B8B719F0AA85}" dt="2022-07-03T14:50:27.267" v="10260" actId="255"/>
          <ac:spMkLst>
            <pc:docMk/>
            <pc:sldMk cId="665762817" sldId="4023"/>
            <ac:spMk id="173" creationId="{639FDAC2-0C12-4C8C-927A-5DC2581031F4}"/>
          </ac:spMkLst>
        </pc:spChg>
        <pc:spChg chg="mod">
          <ac:chgData name="Mitra, Sayan" userId="5f9b069e-390c-41f3-af3f-6bd4b0fb9710" providerId="ADAL" clId="{603CB73D-5ABF-4B35-AB35-B8B719F0AA85}" dt="2022-07-03T14:50:27.267" v="10260" actId="255"/>
          <ac:spMkLst>
            <pc:docMk/>
            <pc:sldMk cId="665762817" sldId="4023"/>
            <ac:spMk id="174" creationId="{229B2082-C29E-4A4C-8075-A072C24C56B8}"/>
          </ac:spMkLst>
        </pc:spChg>
        <pc:spChg chg="mod">
          <ac:chgData name="Mitra, Sayan" userId="5f9b069e-390c-41f3-af3f-6bd4b0fb9710" providerId="ADAL" clId="{603CB73D-5ABF-4B35-AB35-B8B719F0AA85}" dt="2022-07-03T14:50:27.267" v="10260" actId="255"/>
          <ac:spMkLst>
            <pc:docMk/>
            <pc:sldMk cId="665762817" sldId="4023"/>
            <ac:spMk id="175" creationId="{663354A1-8E0B-411A-B96B-7B5CC481C62B}"/>
          </ac:spMkLst>
        </pc:spChg>
        <pc:spChg chg="mod">
          <ac:chgData name="Mitra, Sayan" userId="5f9b069e-390c-41f3-af3f-6bd4b0fb9710" providerId="ADAL" clId="{603CB73D-5ABF-4B35-AB35-B8B719F0AA85}" dt="2022-07-03T14:50:27.267" v="10260" actId="255"/>
          <ac:spMkLst>
            <pc:docMk/>
            <pc:sldMk cId="665762817" sldId="4023"/>
            <ac:spMk id="176" creationId="{C1640E47-36EF-43C3-B189-6D471A2E56CC}"/>
          </ac:spMkLst>
        </pc:spChg>
        <pc:spChg chg="mod">
          <ac:chgData name="Mitra, Sayan" userId="5f9b069e-390c-41f3-af3f-6bd4b0fb9710" providerId="ADAL" clId="{603CB73D-5ABF-4B35-AB35-B8B719F0AA85}" dt="2022-07-03T14:50:27.267" v="10260" actId="255"/>
          <ac:spMkLst>
            <pc:docMk/>
            <pc:sldMk cId="665762817" sldId="4023"/>
            <ac:spMk id="177" creationId="{B65037BC-1E71-4FCB-88A5-7EE61A077C00}"/>
          </ac:spMkLst>
        </pc:spChg>
        <pc:spChg chg="mod">
          <ac:chgData name="Mitra, Sayan" userId="5f9b069e-390c-41f3-af3f-6bd4b0fb9710" providerId="ADAL" clId="{603CB73D-5ABF-4B35-AB35-B8B719F0AA85}" dt="2022-07-03T14:50:27.267" v="10260" actId="255"/>
          <ac:spMkLst>
            <pc:docMk/>
            <pc:sldMk cId="665762817" sldId="4023"/>
            <ac:spMk id="178" creationId="{AE0B28A7-261B-4263-A4A3-C609969F3F25}"/>
          </ac:spMkLst>
        </pc:spChg>
        <pc:spChg chg="mod">
          <ac:chgData name="Mitra, Sayan" userId="5f9b069e-390c-41f3-af3f-6bd4b0fb9710" providerId="ADAL" clId="{603CB73D-5ABF-4B35-AB35-B8B719F0AA85}" dt="2022-07-03T14:50:27.267" v="10260" actId="255"/>
          <ac:spMkLst>
            <pc:docMk/>
            <pc:sldMk cId="665762817" sldId="4023"/>
            <ac:spMk id="179" creationId="{172C7FE1-D680-4EEB-A8CE-415CDDDD2103}"/>
          </ac:spMkLst>
        </pc:spChg>
        <pc:spChg chg="mod">
          <ac:chgData name="Mitra, Sayan" userId="5f9b069e-390c-41f3-af3f-6bd4b0fb9710" providerId="ADAL" clId="{603CB73D-5ABF-4B35-AB35-B8B719F0AA85}" dt="2022-07-03T14:57:29.760" v="10351" actId="692"/>
          <ac:spMkLst>
            <pc:docMk/>
            <pc:sldMk cId="665762817" sldId="4023"/>
            <ac:spMk id="180" creationId="{B588C7B9-666F-4FBC-B1F9-200DD12EAA3C}"/>
          </ac:spMkLst>
        </pc:spChg>
        <pc:grpChg chg="add mod">
          <ac:chgData name="Mitra, Sayan" userId="5f9b069e-390c-41f3-af3f-6bd4b0fb9710" providerId="ADAL" clId="{603CB73D-5ABF-4B35-AB35-B8B719F0AA85}" dt="2022-07-01T03:11:36.750" v="1263" actId="1035"/>
          <ac:grpSpMkLst>
            <pc:docMk/>
            <pc:sldMk cId="665762817" sldId="4023"/>
            <ac:grpSpMk id="3" creationId="{38561350-2143-40B8-AF8A-2DA2FEC1865C}"/>
          </ac:grpSpMkLst>
        </pc:grpChg>
        <pc:grpChg chg="mod">
          <ac:chgData name="Mitra, Sayan" userId="5f9b069e-390c-41f3-af3f-6bd4b0fb9710" providerId="ADAL" clId="{603CB73D-5ABF-4B35-AB35-B8B719F0AA85}" dt="2022-07-01T03:13:08.086" v="1278" actId="408"/>
          <ac:grpSpMkLst>
            <pc:docMk/>
            <pc:sldMk cId="665762817" sldId="4023"/>
            <ac:grpSpMk id="79" creationId="{41AD91D3-6335-48ED-A5E0-F4A609A3D902}"/>
          </ac:grpSpMkLst>
        </pc:grpChg>
        <pc:grpChg chg="mod">
          <ac:chgData name="Mitra, Sayan" userId="5f9b069e-390c-41f3-af3f-6bd4b0fb9710" providerId="ADAL" clId="{603CB73D-5ABF-4B35-AB35-B8B719F0AA85}" dt="2022-07-01T03:11:36.750" v="1263" actId="1035"/>
          <ac:grpSpMkLst>
            <pc:docMk/>
            <pc:sldMk cId="665762817" sldId="4023"/>
            <ac:grpSpMk id="96" creationId="{6373B8CA-91AA-4DDA-B6F3-AA7ED612A791}"/>
          </ac:grpSpMkLst>
        </pc:grpChg>
        <pc:grpChg chg="mod">
          <ac:chgData name="Mitra, Sayan" userId="5f9b069e-390c-41f3-af3f-6bd4b0fb9710" providerId="ADAL" clId="{603CB73D-5ABF-4B35-AB35-B8B719F0AA85}" dt="2022-07-01T03:08:09.761" v="1168" actId="164"/>
          <ac:grpSpMkLst>
            <pc:docMk/>
            <pc:sldMk cId="665762817" sldId="4023"/>
            <ac:grpSpMk id="112" creationId="{03800C69-0C77-4DBA-A477-A0110879BF84}"/>
          </ac:grpSpMkLst>
        </pc:grpChg>
        <pc:grpChg chg="mod">
          <ac:chgData name="Mitra, Sayan" userId="5f9b069e-390c-41f3-af3f-6bd4b0fb9710" providerId="ADAL" clId="{603CB73D-5ABF-4B35-AB35-B8B719F0AA85}" dt="2022-07-01T03:19:59.372" v="1349" actId="207"/>
          <ac:grpSpMkLst>
            <pc:docMk/>
            <pc:sldMk cId="665762817" sldId="4023"/>
            <ac:grpSpMk id="148" creationId="{74AE15F9-F788-4578-934F-C3EA11EA5106}"/>
          </ac:grpSpMkLst>
        </pc:grpChg>
        <pc:grpChg chg="mod">
          <ac:chgData name="Mitra, Sayan" userId="5f9b069e-390c-41f3-af3f-6bd4b0fb9710" providerId="ADAL" clId="{603CB73D-5ABF-4B35-AB35-B8B719F0AA85}" dt="2022-07-01T03:17:17.622" v="1332" actId="1036"/>
          <ac:grpSpMkLst>
            <pc:docMk/>
            <pc:sldMk cId="665762817" sldId="4023"/>
            <ac:grpSpMk id="159" creationId="{F85B7A21-0524-4D7A-A861-D45B28B15B36}"/>
          </ac:grpSpMkLst>
        </pc:grpChg>
        <pc:grpChg chg="mod">
          <ac:chgData name="Mitra, Sayan" userId="5f9b069e-390c-41f3-af3f-6bd4b0fb9710" providerId="ADAL" clId="{603CB73D-5ABF-4B35-AB35-B8B719F0AA85}" dt="2022-07-01T03:21:34.821" v="1376" actId="14100"/>
          <ac:grpSpMkLst>
            <pc:docMk/>
            <pc:sldMk cId="665762817" sldId="4023"/>
            <ac:grpSpMk id="170" creationId="{36E83EB0-BAF3-4858-AD7A-13F2518A6750}"/>
          </ac:grpSpMkLst>
        </pc:grpChg>
      </pc:sldChg>
      <pc:sldChg chg="del">
        <pc:chgData name="Mitra, Sayan" userId="5f9b069e-390c-41f3-af3f-6bd4b0fb9710" providerId="ADAL" clId="{603CB73D-5ABF-4B35-AB35-B8B719F0AA85}" dt="2022-06-28T16:08:02.243" v="354" actId="47"/>
        <pc:sldMkLst>
          <pc:docMk/>
          <pc:sldMk cId="3983028176" sldId="4024"/>
        </pc:sldMkLst>
      </pc:sldChg>
      <pc:sldChg chg="modSp add del mod ord">
        <pc:chgData name="Mitra, Sayan" userId="5f9b069e-390c-41f3-af3f-6bd4b0fb9710" providerId="ADAL" clId="{603CB73D-5ABF-4B35-AB35-B8B719F0AA85}" dt="2022-06-29T10:43:53.111" v="868" actId="47"/>
        <pc:sldMkLst>
          <pc:docMk/>
          <pc:sldMk cId="1067640273" sldId="4025"/>
        </pc:sldMkLst>
        <pc:spChg chg="mod">
          <ac:chgData name="Mitra, Sayan" userId="5f9b069e-390c-41f3-af3f-6bd4b0fb9710" providerId="ADAL" clId="{603CB73D-5ABF-4B35-AB35-B8B719F0AA85}" dt="2022-06-28T12:37:40.446" v="38" actId="20577"/>
          <ac:spMkLst>
            <pc:docMk/>
            <pc:sldMk cId="1067640273" sldId="4025"/>
            <ac:spMk id="3" creationId="{00000000-0000-0000-0000-000000000000}"/>
          </ac:spMkLst>
        </pc:spChg>
        <pc:spChg chg="mod">
          <ac:chgData name="Mitra, Sayan" userId="5f9b069e-390c-41f3-af3f-6bd4b0fb9710" providerId="ADAL" clId="{603CB73D-5ABF-4B35-AB35-B8B719F0AA85}" dt="2022-06-28T16:35:07.406" v="686" actId="20577"/>
          <ac:spMkLst>
            <pc:docMk/>
            <pc:sldMk cId="1067640273" sldId="4025"/>
            <ac:spMk id="46" creationId="{78D8A209-B76F-4DB7-B7FE-0DD9B723009F}"/>
          </ac:spMkLst>
        </pc:spChg>
      </pc:sldChg>
      <pc:sldChg chg="new del">
        <pc:chgData name="Mitra, Sayan" userId="5f9b069e-390c-41f3-af3f-6bd4b0fb9710" providerId="ADAL" clId="{603CB73D-5ABF-4B35-AB35-B8B719F0AA85}" dt="2022-06-28T16:28:44.426" v="547" actId="47"/>
        <pc:sldMkLst>
          <pc:docMk/>
          <pc:sldMk cId="793001823" sldId="4026"/>
        </pc:sldMkLst>
      </pc:sldChg>
      <pc:sldChg chg="addSp modSp new mod">
        <pc:chgData name="Mitra, Sayan" userId="5f9b069e-390c-41f3-af3f-6bd4b0fb9710" providerId="ADAL" clId="{603CB73D-5ABF-4B35-AB35-B8B719F0AA85}" dt="2022-06-28T16:36:06.821" v="717"/>
        <pc:sldMkLst>
          <pc:docMk/>
          <pc:sldMk cId="1583769314" sldId="4027"/>
        </pc:sldMkLst>
        <pc:spChg chg="mod">
          <ac:chgData name="Mitra, Sayan" userId="5f9b069e-390c-41f3-af3f-6bd4b0fb9710" providerId="ADAL" clId="{603CB73D-5ABF-4B35-AB35-B8B719F0AA85}" dt="2022-06-28T15:42:47.467" v="164" actId="20577"/>
          <ac:spMkLst>
            <pc:docMk/>
            <pc:sldMk cId="1583769314" sldId="4027"/>
            <ac:spMk id="2" creationId="{2797937B-298F-4E68-AC47-0D5EB4E07135}"/>
          </ac:spMkLst>
        </pc:spChg>
        <pc:spChg chg="add mod">
          <ac:chgData name="Mitra, Sayan" userId="5f9b069e-390c-41f3-af3f-6bd4b0fb9710" providerId="ADAL" clId="{603CB73D-5ABF-4B35-AB35-B8B719F0AA85}" dt="2022-06-28T16:36:06.821" v="717"/>
          <ac:spMkLst>
            <pc:docMk/>
            <pc:sldMk cId="1583769314" sldId="4027"/>
            <ac:spMk id="3" creationId="{C5D91CDC-5228-454D-95F4-BCC1815E03EF}"/>
          </ac:spMkLst>
        </pc:spChg>
      </pc:sldChg>
      <pc:sldChg chg="addSp delSp modSp new mod">
        <pc:chgData name="Mitra, Sayan" userId="5f9b069e-390c-41f3-af3f-6bd4b0fb9710" providerId="ADAL" clId="{603CB73D-5ABF-4B35-AB35-B8B719F0AA85}" dt="2022-06-28T16:36:10.644" v="718"/>
        <pc:sldMkLst>
          <pc:docMk/>
          <pc:sldMk cId="1197967501" sldId="4028"/>
        </pc:sldMkLst>
        <pc:spChg chg="mod">
          <ac:chgData name="Mitra, Sayan" userId="5f9b069e-390c-41f3-af3f-6bd4b0fb9710" providerId="ADAL" clId="{603CB73D-5ABF-4B35-AB35-B8B719F0AA85}" dt="2022-06-28T15:44:50.658" v="199" actId="313"/>
          <ac:spMkLst>
            <pc:docMk/>
            <pc:sldMk cId="1197967501" sldId="4028"/>
            <ac:spMk id="2" creationId="{3AA4D913-F5F5-4332-8821-D6AE5807E904}"/>
          </ac:spMkLst>
        </pc:spChg>
        <pc:spChg chg="add del mod">
          <ac:chgData name="Mitra, Sayan" userId="5f9b069e-390c-41f3-af3f-6bd4b0fb9710" providerId="ADAL" clId="{603CB73D-5ABF-4B35-AB35-B8B719F0AA85}" dt="2022-06-28T16:28:07.014" v="523" actId="478"/>
          <ac:spMkLst>
            <pc:docMk/>
            <pc:sldMk cId="1197967501" sldId="4028"/>
            <ac:spMk id="3" creationId="{FEF9B079-E19B-4295-A0B8-79DD38E57BEE}"/>
          </ac:spMkLst>
        </pc:spChg>
        <pc:spChg chg="add mod">
          <ac:chgData name="Mitra, Sayan" userId="5f9b069e-390c-41f3-af3f-6bd4b0fb9710" providerId="ADAL" clId="{603CB73D-5ABF-4B35-AB35-B8B719F0AA85}" dt="2022-06-28T16:36:10.644" v="718"/>
          <ac:spMkLst>
            <pc:docMk/>
            <pc:sldMk cId="1197967501" sldId="4028"/>
            <ac:spMk id="4" creationId="{69B025E9-1B7E-4E32-98CD-EBFD99803EA9}"/>
          </ac:spMkLst>
        </pc:spChg>
      </pc:sldChg>
      <pc:sldChg chg="addSp modSp new del mod">
        <pc:chgData name="Mitra, Sayan" userId="5f9b069e-390c-41f3-af3f-6bd4b0fb9710" providerId="ADAL" clId="{603CB73D-5ABF-4B35-AB35-B8B719F0AA85}" dt="2022-06-29T11:37:34.206" v="878" actId="47"/>
        <pc:sldMkLst>
          <pc:docMk/>
          <pc:sldMk cId="214757635" sldId="4029"/>
        </pc:sldMkLst>
        <pc:spChg chg="mod">
          <ac:chgData name="Mitra, Sayan" userId="5f9b069e-390c-41f3-af3f-6bd4b0fb9710" providerId="ADAL" clId="{603CB73D-5ABF-4B35-AB35-B8B719F0AA85}" dt="2022-06-28T15:46:39.121" v="236" actId="20577"/>
          <ac:spMkLst>
            <pc:docMk/>
            <pc:sldMk cId="214757635" sldId="4029"/>
            <ac:spMk id="2" creationId="{8F4F8C67-6BCC-4457-AB00-264C08330F45}"/>
          </ac:spMkLst>
        </pc:spChg>
        <pc:spChg chg="add mod">
          <ac:chgData name="Mitra, Sayan" userId="5f9b069e-390c-41f3-af3f-6bd4b0fb9710" providerId="ADAL" clId="{603CB73D-5ABF-4B35-AB35-B8B719F0AA85}" dt="2022-06-28T16:36:14.620" v="719"/>
          <ac:spMkLst>
            <pc:docMk/>
            <pc:sldMk cId="214757635" sldId="4029"/>
            <ac:spMk id="3" creationId="{DB636E17-73F3-4F3F-927F-9ED00B04F498}"/>
          </ac:spMkLst>
        </pc:spChg>
      </pc:sldChg>
      <pc:sldChg chg="addSp delSp modSp new del mod">
        <pc:chgData name="Mitra, Sayan" userId="5f9b069e-390c-41f3-af3f-6bd4b0fb9710" providerId="ADAL" clId="{603CB73D-5ABF-4B35-AB35-B8B719F0AA85}" dt="2022-07-02T12:50:49.155" v="3157" actId="47"/>
        <pc:sldMkLst>
          <pc:docMk/>
          <pc:sldMk cId="4221800723" sldId="4030"/>
        </pc:sldMkLst>
        <pc:spChg chg="mod">
          <ac:chgData name="Mitra, Sayan" userId="5f9b069e-390c-41f3-af3f-6bd4b0fb9710" providerId="ADAL" clId="{603CB73D-5ABF-4B35-AB35-B8B719F0AA85}" dt="2022-06-28T16:32:21.970" v="621" actId="313"/>
          <ac:spMkLst>
            <pc:docMk/>
            <pc:sldMk cId="4221800723" sldId="4030"/>
            <ac:spMk id="2" creationId="{ACFBCFFE-3595-4163-91E6-406213D1C110}"/>
          </ac:spMkLst>
        </pc:spChg>
        <pc:spChg chg="add mod">
          <ac:chgData name="Mitra, Sayan" userId="5f9b069e-390c-41f3-af3f-6bd4b0fb9710" providerId="ADAL" clId="{603CB73D-5ABF-4B35-AB35-B8B719F0AA85}" dt="2022-07-02T12:48:24.062" v="3127"/>
          <ac:spMkLst>
            <pc:docMk/>
            <pc:sldMk cId="4221800723" sldId="4030"/>
            <ac:spMk id="2" creationId="{E2C25666-852A-4724-8FD7-FFF1BB886F43}"/>
          </ac:spMkLst>
        </pc:spChg>
        <pc:spChg chg="add del mod">
          <ac:chgData name="Mitra, Sayan" userId="5f9b069e-390c-41f3-af3f-6bd4b0fb9710" providerId="ADAL" clId="{603CB73D-5ABF-4B35-AB35-B8B719F0AA85}" dt="2022-07-02T12:42:33.328" v="3068" actId="478"/>
          <ac:spMkLst>
            <pc:docMk/>
            <pc:sldMk cId="4221800723" sldId="4030"/>
            <ac:spMk id="3" creationId="{89E06F76-FBF9-41C6-88C3-1A5F05339F88}"/>
          </ac:spMkLst>
        </pc:spChg>
      </pc:sldChg>
      <pc:sldChg chg="addSp modSp new del mod">
        <pc:chgData name="Mitra, Sayan" userId="5f9b069e-390c-41f3-af3f-6bd4b0fb9710" providerId="ADAL" clId="{603CB73D-5ABF-4B35-AB35-B8B719F0AA85}" dt="2022-06-29T10:45:04.013" v="871" actId="47"/>
        <pc:sldMkLst>
          <pc:docMk/>
          <pc:sldMk cId="523840352" sldId="4031"/>
        </pc:sldMkLst>
        <pc:spChg chg="mod">
          <ac:chgData name="Mitra, Sayan" userId="5f9b069e-390c-41f3-af3f-6bd4b0fb9710" providerId="ADAL" clId="{603CB73D-5ABF-4B35-AB35-B8B719F0AA85}" dt="2022-06-28T16:03:25.714" v="304" actId="20577"/>
          <ac:spMkLst>
            <pc:docMk/>
            <pc:sldMk cId="523840352" sldId="4031"/>
            <ac:spMk id="2" creationId="{A817722F-72C0-4070-8560-37A4C04EF2B7}"/>
          </ac:spMkLst>
        </pc:spChg>
        <pc:spChg chg="add mod">
          <ac:chgData name="Mitra, Sayan" userId="5f9b069e-390c-41f3-af3f-6bd4b0fb9710" providerId="ADAL" clId="{603CB73D-5ABF-4B35-AB35-B8B719F0AA85}" dt="2022-06-28T16:32:44.631" v="629" actId="20577"/>
          <ac:spMkLst>
            <pc:docMk/>
            <pc:sldMk cId="523840352" sldId="4031"/>
            <ac:spMk id="3" creationId="{4BA56072-A82A-4E5B-B22D-15905BB5EB53}"/>
          </ac:spMkLst>
        </pc:spChg>
      </pc:sldChg>
      <pc:sldChg chg="addSp delSp modSp new del mod">
        <pc:chgData name="Mitra, Sayan" userId="5f9b069e-390c-41f3-af3f-6bd4b0fb9710" providerId="ADAL" clId="{603CB73D-5ABF-4B35-AB35-B8B719F0AA85}" dt="2022-06-29T10:45:06.103" v="872" actId="47"/>
        <pc:sldMkLst>
          <pc:docMk/>
          <pc:sldMk cId="2670150110" sldId="4032"/>
        </pc:sldMkLst>
        <pc:spChg chg="mod">
          <ac:chgData name="Mitra, Sayan" userId="5f9b069e-390c-41f3-af3f-6bd4b0fb9710" providerId="ADAL" clId="{603CB73D-5ABF-4B35-AB35-B8B719F0AA85}" dt="2022-06-28T16:05:18.966" v="315" actId="20577"/>
          <ac:spMkLst>
            <pc:docMk/>
            <pc:sldMk cId="2670150110" sldId="4032"/>
            <ac:spMk id="2" creationId="{ADCAD2BE-DFAB-401E-813D-CE6E419AF8CB}"/>
          </ac:spMkLst>
        </pc:spChg>
        <pc:spChg chg="add del mod">
          <ac:chgData name="Mitra, Sayan" userId="5f9b069e-390c-41f3-af3f-6bd4b0fb9710" providerId="ADAL" clId="{603CB73D-5ABF-4B35-AB35-B8B719F0AA85}" dt="2022-06-28T16:32:51.158" v="630" actId="478"/>
          <ac:spMkLst>
            <pc:docMk/>
            <pc:sldMk cId="2670150110" sldId="4032"/>
            <ac:spMk id="3" creationId="{A711265F-664B-4AEF-B148-F0F362EED7FB}"/>
          </ac:spMkLst>
        </pc:spChg>
        <pc:spChg chg="add mod">
          <ac:chgData name="Mitra, Sayan" userId="5f9b069e-390c-41f3-af3f-6bd4b0fb9710" providerId="ADAL" clId="{603CB73D-5ABF-4B35-AB35-B8B719F0AA85}" dt="2022-06-28T16:32:51.686" v="631"/>
          <ac:spMkLst>
            <pc:docMk/>
            <pc:sldMk cId="2670150110" sldId="4032"/>
            <ac:spMk id="4" creationId="{BAFD0970-DB8B-4A73-8674-4D2AE4399ED2}"/>
          </ac:spMkLst>
        </pc:spChg>
      </pc:sldChg>
      <pc:sldChg chg="addSp modSp new del mod">
        <pc:chgData name="Mitra, Sayan" userId="5f9b069e-390c-41f3-af3f-6bd4b0fb9710" providerId="ADAL" clId="{603CB73D-5ABF-4B35-AB35-B8B719F0AA85}" dt="2022-07-01T04:00:56.118" v="1953" actId="47"/>
        <pc:sldMkLst>
          <pc:docMk/>
          <pc:sldMk cId="3619184118" sldId="4033"/>
        </pc:sldMkLst>
        <pc:spChg chg="mod">
          <ac:chgData name="Mitra, Sayan" userId="5f9b069e-390c-41f3-af3f-6bd4b0fb9710" providerId="ADAL" clId="{603CB73D-5ABF-4B35-AB35-B8B719F0AA85}" dt="2022-06-29T00:23:10.798" v="819" actId="20577"/>
          <ac:spMkLst>
            <pc:docMk/>
            <pc:sldMk cId="3619184118" sldId="4033"/>
            <ac:spMk id="2" creationId="{684DCABE-4DF4-4171-BB2B-98CCE179F1CE}"/>
          </ac:spMkLst>
        </pc:spChg>
        <pc:spChg chg="add mod">
          <ac:chgData name="Mitra, Sayan" userId="5f9b069e-390c-41f3-af3f-6bd4b0fb9710" providerId="ADAL" clId="{603CB73D-5ABF-4B35-AB35-B8B719F0AA85}" dt="2022-06-28T16:34:07.276" v="665" actId="20577"/>
          <ac:spMkLst>
            <pc:docMk/>
            <pc:sldMk cId="3619184118" sldId="4033"/>
            <ac:spMk id="3" creationId="{40804A0F-5DD0-4D80-8EA6-C6149D04CB3D}"/>
          </ac:spMkLst>
        </pc:spChg>
      </pc:sldChg>
      <pc:sldChg chg="addSp modSp new add del mod">
        <pc:chgData name="Mitra, Sayan" userId="5f9b069e-390c-41f3-af3f-6bd4b0fb9710" providerId="ADAL" clId="{603CB73D-5ABF-4B35-AB35-B8B719F0AA85}" dt="2022-06-29T10:43:29.169" v="863" actId="47"/>
        <pc:sldMkLst>
          <pc:docMk/>
          <pc:sldMk cId="3398971193" sldId="4034"/>
        </pc:sldMkLst>
        <pc:spChg chg="mod">
          <ac:chgData name="Mitra, Sayan" userId="5f9b069e-390c-41f3-af3f-6bd4b0fb9710" providerId="ADAL" clId="{603CB73D-5ABF-4B35-AB35-B8B719F0AA85}" dt="2022-06-28T16:16:44.144" v="484" actId="20577"/>
          <ac:spMkLst>
            <pc:docMk/>
            <pc:sldMk cId="3398971193" sldId="4034"/>
            <ac:spMk id="2" creationId="{A14D634A-3DDF-442A-BE3B-23D06A7FCBD2}"/>
          </ac:spMkLst>
        </pc:spChg>
        <pc:spChg chg="add mod">
          <ac:chgData name="Mitra, Sayan" userId="5f9b069e-390c-41f3-af3f-6bd4b0fb9710" providerId="ADAL" clId="{603CB73D-5ABF-4B35-AB35-B8B719F0AA85}" dt="2022-06-28T16:34:11.459" v="670" actId="20577"/>
          <ac:spMkLst>
            <pc:docMk/>
            <pc:sldMk cId="3398971193" sldId="4034"/>
            <ac:spMk id="3" creationId="{B8F3A1CA-A2C4-4E9D-9C30-D590B05612F8}"/>
          </ac:spMkLst>
        </pc:spChg>
      </pc:sldChg>
      <pc:sldChg chg="addSp modSp add del mod">
        <pc:chgData name="Mitra, Sayan" userId="5f9b069e-390c-41f3-af3f-6bd4b0fb9710" providerId="ADAL" clId="{603CB73D-5ABF-4B35-AB35-B8B719F0AA85}" dt="2022-06-29T10:43:26.064" v="862" actId="47"/>
        <pc:sldMkLst>
          <pc:docMk/>
          <pc:sldMk cId="1082574113" sldId="4035"/>
        </pc:sldMkLst>
        <pc:spChg chg="mod">
          <ac:chgData name="Mitra, Sayan" userId="5f9b069e-390c-41f3-af3f-6bd4b0fb9710" providerId="ADAL" clId="{603CB73D-5ABF-4B35-AB35-B8B719F0AA85}" dt="2022-06-28T16:18:11.848" v="504" actId="20577"/>
          <ac:spMkLst>
            <pc:docMk/>
            <pc:sldMk cId="1082574113" sldId="4035"/>
            <ac:spMk id="2" creationId="{A14D634A-3DDF-442A-BE3B-23D06A7FCBD2}"/>
          </ac:spMkLst>
        </pc:spChg>
        <pc:spChg chg="add mod">
          <ac:chgData name="Mitra, Sayan" userId="5f9b069e-390c-41f3-af3f-6bd4b0fb9710" providerId="ADAL" clId="{603CB73D-5ABF-4B35-AB35-B8B719F0AA85}" dt="2022-06-28T16:34:16.484" v="671"/>
          <ac:spMkLst>
            <pc:docMk/>
            <pc:sldMk cId="1082574113" sldId="4035"/>
            <ac:spMk id="3" creationId="{A3782B64-56CF-4735-8ECD-5E2F7DBE2029}"/>
          </ac:spMkLst>
        </pc:spChg>
      </pc:sldChg>
      <pc:sldChg chg="modSp new mod">
        <pc:chgData name="Mitra, Sayan" userId="5f9b069e-390c-41f3-af3f-6bd4b0fb9710" providerId="ADAL" clId="{603CB73D-5ABF-4B35-AB35-B8B719F0AA85}" dt="2022-06-28T16:31:13.813" v="620" actId="20577"/>
        <pc:sldMkLst>
          <pc:docMk/>
          <pc:sldMk cId="2836539942" sldId="4036"/>
        </pc:sldMkLst>
        <pc:spChg chg="mod">
          <ac:chgData name="Mitra, Sayan" userId="5f9b069e-390c-41f3-af3f-6bd4b0fb9710" providerId="ADAL" clId="{603CB73D-5ABF-4B35-AB35-B8B719F0AA85}" dt="2022-06-28T16:31:13.813" v="620" actId="20577"/>
          <ac:spMkLst>
            <pc:docMk/>
            <pc:sldMk cId="2836539942" sldId="4036"/>
            <ac:spMk id="2" creationId="{B8FC8EAB-936D-443C-BC39-82393643E5F3}"/>
          </ac:spMkLst>
        </pc:spChg>
      </pc:sldChg>
      <pc:sldChg chg="modSp new mod ord">
        <pc:chgData name="Mitra, Sayan" userId="5f9b069e-390c-41f3-af3f-6bd4b0fb9710" providerId="ADAL" clId="{603CB73D-5ABF-4B35-AB35-B8B719F0AA85}" dt="2022-06-28T16:39:56.891" v="738" actId="20577"/>
        <pc:sldMkLst>
          <pc:docMk/>
          <pc:sldMk cId="319499498" sldId="4037"/>
        </pc:sldMkLst>
        <pc:spChg chg="mod">
          <ac:chgData name="Mitra, Sayan" userId="5f9b069e-390c-41f3-af3f-6bd4b0fb9710" providerId="ADAL" clId="{603CB73D-5ABF-4B35-AB35-B8B719F0AA85}" dt="2022-06-28T16:39:56.891" v="738" actId="20577"/>
          <ac:spMkLst>
            <pc:docMk/>
            <pc:sldMk cId="319499498" sldId="4037"/>
            <ac:spMk id="2" creationId="{DD46663D-EAC9-4800-A713-2911D77EADCC}"/>
          </ac:spMkLst>
        </pc:spChg>
      </pc:sldChg>
      <pc:sldChg chg="addSp delSp modSp new del mod ord">
        <pc:chgData name="Mitra, Sayan" userId="5f9b069e-390c-41f3-af3f-6bd4b0fb9710" providerId="ADAL" clId="{603CB73D-5ABF-4B35-AB35-B8B719F0AA85}" dt="2022-07-04T09:15:58.762" v="13944" actId="47"/>
        <pc:sldMkLst>
          <pc:docMk/>
          <pc:sldMk cId="52581888" sldId="4038"/>
        </pc:sldMkLst>
        <pc:spChg chg="mod">
          <ac:chgData name="Mitra, Sayan" userId="5f9b069e-390c-41f3-af3f-6bd4b0fb9710" providerId="ADAL" clId="{603CB73D-5ABF-4B35-AB35-B8B719F0AA85}" dt="2022-07-04T09:06:25.914" v="13873" actId="20577"/>
          <ac:spMkLst>
            <pc:docMk/>
            <pc:sldMk cId="52581888" sldId="4038"/>
            <ac:spMk id="2" creationId="{6B2161BD-1ED1-4B9B-9BD8-AD827A504FF2}"/>
          </ac:spMkLst>
        </pc:spChg>
        <pc:spChg chg="add del mod">
          <ac:chgData name="Mitra, Sayan" userId="5f9b069e-390c-41f3-af3f-6bd4b0fb9710" providerId="ADAL" clId="{603CB73D-5ABF-4B35-AB35-B8B719F0AA85}" dt="2022-07-04T09:15:23.830" v="13943" actId="478"/>
          <ac:spMkLst>
            <pc:docMk/>
            <pc:sldMk cId="52581888" sldId="4038"/>
            <ac:spMk id="3" creationId="{36FC3489-945A-4653-BCB4-79CE86A30C0B}"/>
          </ac:spMkLst>
        </pc:spChg>
        <pc:spChg chg="add del mod">
          <ac:chgData name="Mitra, Sayan" userId="5f9b069e-390c-41f3-af3f-6bd4b0fb9710" providerId="ADAL" clId="{603CB73D-5ABF-4B35-AB35-B8B719F0AA85}" dt="2022-07-04T08:59:50.078" v="13702" actId="478"/>
          <ac:spMkLst>
            <pc:docMk/>
            <pc:sldMk cId="52581888" sldId="4038"/>
            <ac:spMk id="4" creationId="{443F8D93-2415-4909-8C2A-87AE5DD1A5D8}"/>
          </ac:spMkLst>
        </pc:spChg>
        <pc:spChg chg="add del mod">
          <ac:chgData name="Mitra, Sayan" userId="5f9b069e-390c-41f3-af3f-6bd4b0fb9710" providerId="ADAL" clId="{603CB73D-5ABF-4B35-AB35-B8B719F0AA85}" dt="2022-07-04T08:50:06.896" v="13701" actId="478"/>
          <ac:spMkLst>
            <pc:docMk/>
            <pc:sldMk cId="52581888" sldId="4038"/>
            <ac:spMk id="5" creationId="{C8052220-98E4-4B0A-A7AE-AFE36E088483}"/>
          </ac:spMkLst>
        </pc:spChg>
        <pc:spChg chg="add del mod">
          <ac:chgData name="Mitra, Sayan" userId="5f9b069e-390c-41f3-af3f-6bd4b0fb9710" providerId="ADAL" clId="{603CB73D-5ABF-4B35-AB35-B8B719F0AA85}" dt="2022-07-04T08:50:06.896" v="13701" actId="478"/>
          <ac:spMkLst>
            <pc:docMk/>
            <pc:sldMk cId="52581888" sldId="4038"/>
            <ac:spMk id="6" creationId="{59914BCF-0F06-4ED6-8DED-99DBBA5E2D4A}"/>
          </ac:spMkLst>
        </pc:spChg>
        <pc:spChg chg="add del mod">
          <ac:chgData name="Mitra, Sayan" userId="5f9b069e-390c-41f3-af3f-6bd4b0fb9710" providerId="ADAL" clId="{603CB73D-5ABF-4B35-AB35-B8B719F0AA85}" dt="2022-07-04T08:50:06.896" v="13701" actId="478"/>
          <ac:spMkLst>
            <pc:docMk/>
            <pc:sldMk cId="52581888" sldId="4038"/>
            <ac:spMk id="7" creationId="{E1FC54A5-AD5E-46F3-9E73-5AB4A7EBA0E2}"/>
          </ac:spMkLst>
        </pc:spChg>
        <pc:spChg chg="add del mod">
          <ac:chgData name="Mitra, Sayan" userId="5f9b069e-390c-41f3-af3f-6bd4b0fb9710" providerId="ADAL" clId="{603CB73D-5ABF-4B35-AB35-B8B719F0AA85}" dt="2022-07-04T08:50:06.896" v="13701" actId="478"/>
          <ac:spMkLst>
            <pc:docMk/>
            <pc:sldMk cId="52581888" sldId="4038"/>
            <ac:spMk id="8" creationId="{BCBAEAE2-410B-4092-BC88-A272F0F498A7}"/>
          </ac:spMkLst>
        </pc:spChg>
        <pc:spChg chg="add del mod">
          <ac:chgData name="Mitra, Sayan" userId="5f9b069e-390c-41f3-af3f-6bd4b0fb9710" providerId="ADAL" clId="{603CB73D-5ABF-4B35-AB35-B8B719F0AA85}" dt="2022-07-04T08:50:06.896" v="13701" actId="478"/>
          <ac:spMkLst>
            <pc:docMk/>
            <pc:sldMk cId="52581888" sldId="4038"/>
            <ac:spMk id="9" creationId="{AEF4EC20-C6F4-4C03-837F-EDC1B1DE8211}"/>
          </ac:spMkLst>
        </pc:spChg>
        <pc:spChg chg="add del mod">
          <ac:chgData name="Mitra, Sayan" userId="5f9b069e-390c-41f3-af3f-6bd4b0fb9710" providerId="ADAL" clId="{603CB73D-5ABF-4B35-AB35-B8B719F0AA85}" dt="2022-07-04T08:50:06.896" v="13701" actId="478"/>
          <ac:spMkLst>
            <pc:docMk/>
            <pc:sldMk cId="52581888" sldId="4038"/>
            <ac:spMk id="10" creationId="{C47D0280-F71D-4FA8-91AA-93D561D0559B}"/>
          </ac:spMkLst>
        </pc:spChg>
        <pc:spChg chg="add mod">
          <ac:chgData name="Mitra, Sayan" userId="5f9b069e-390c-41f3-af3f-6bd4b0fb9710" providerId="ADAL" clId="{603CB73D-5ABF-4B35-AB35-B8B719F0AA85}" dt="2022-07-04T08:47:10.853" v="13688"/>
          <ac:spMkLst>
            <pc:docMk/>
            <pc:sldMk cId="52581888" sldId="4038"/>
            <ac:spMk id="12" creationId="{D18E0644-BC25-4A49-B68E-3919DFABF51C}"/>
          </ac:spMkLst>
        </pc:spChg>
        <pc:spChg chg="add mod">
          <ac:chgData name="Mitra, Sayan" userId="5f9b069e-390c-41f3-af3f-6bd4b0fb9710" providerId="ADAL" clId="{603CB73D-5ABF-4B35-AB35-B8B719F0AA85}" dt="2022-07-04T08:47:10.853" v="13688"/>
          <ac:spMkLst>
            <pc:docMk/>
            <pc:sldMk cId="52581888" sldId="4038"/>
            <ac:spMk id="13" creationId="{8906C58F-84A1-4A18-841F-8BFCEE0EDFB4}"/>
          </ac:spMkLst>
        </pc:spChg>
        <pc:spChg chg="add mod">
          <ac:chgData name="Mitra, Sayan" userId="5f9b069e-390c-41f3-af3f-6bd4b0fb9710" providerId="ADAL" clId="{603CB73D-5ABF-4B35-AB35-B8B719F0AA85}" dt="2022-07-04T08:47:10.853" v="13688"/>
          <ac:spMkLst>
            <pc:docMk/>
            <pc:sldMk cId="52581888" sldId="4038"/>
            <ac:spMk id="14" creationId="{E92BDF04-3E2D-4E12-9794-8DB596B8ECB8}"/>
          </ac:spMkLst>
        </pc:spChg>
        <pc:spChg chg="add mod">
          <ac:chgData name="Mitra, Sayan" userId="5f9b069e-390c-41f3-af3f-6bd4b0fb9710" providerId="ADAL" clId="{603CB73D-5ABF-4B35-AB35-B8B719F0AA85}" dt="2022-07-04T08:47:10.853" v="13688"/>
          <ac:spMkLst>
            <pc:docMk/>
            <pc:sldMk cId="52581888" sldId="4038"/>
            <ac:spMk id="15" creationId="{AC329B76-00D9-4FEB-ACA8-9A11DD85FB98}"/>
          </ac:spMkLst>
        </pc:spChg>
        <pc:spChg chg="add mod">
          <ac:chgData name="Mitra, Sayan" userId="5f9b069e-390c-41f3-af3f-6bd4b0fb9710" providerId="ADAL" clId="{603CB73D-5ABF-4B35-AB35-B8B719F0AA85}" dt="2022-07-04T08:47:10.853" v="13688"/>
          <ac:spMkLst>
            <pc:docMk/>
            <pc:sldMk cId="52581888" sldId="4038"/>
            <ac:spMk id="16" creationId="{BF4C75B3-0670-4BDB-8C69-3763786026D0}"/>
          </ac:spMkLst>
        </pc:spChg>
        <pc:spChg chg="add mod">
          <ac:chgData name="Mitra, Sayan" userId="5f9b069e-390c-41f3-af3f-6bd4b0fb9710" providerId="ADAL" clId="{603CB73D-5ABF-4B35-AB35-B8B719F0AA85}" dt="2022-07-04T08:47:10.853" v="13688"/>
          <ac:spMkLst>
            <pc:docMk/>
            <pc:sldMk cId="52581888" sldId="4038"/>
            <ac:spMk id="18" creationId="{760D59D4-7112-4269-A8E3-4A621313F736}"/>
          </ac:spMkLst>
        </pc:spChg>
        <pc:spChg chg="add mod">
          <ac:chgData name="Mitra, Sayan" userId="5f9b069e-390c-41f3-af3f-6bd4b0fb9710" providerId="ADAL" clId="{603CB73D-5ABF-4B35-AB35-B8B719F0AA85}" dt="2022-07-04T08:47:10.853" v="13688"/>
          <ac:spMkLst>
            <pc:docMk/>
            <pc:sldMk cId="52581888" sldId="4038"/>
            <ac:spMk id="19" creationId="{0E2C725B-9422-4CDA-B7AA-3832D5CCC391}"/>
          </ac:spMkLst>
        </pc:spChg>
        <pc:spChg chg="add mod">
          <ac:chgData name="Mitra, Sayan" userId="5f9b069e-390c-41f3-af3f-6bd4b0fb9710" providerId="ADAL" clId="{603CB73D-5ABF-4B35-AB35-B8B719F0AA85}" dt="2022-07-04T08:47:10.853" v="13688"/>
          <ac:spMkLst>
            <pc:docMk/>
            <pc:sldMk cId="52581888" sldId="4038"/>
            <ac:spMk id="20" creationId="{D8D33247-B242-42E9-B5E0-D2A67F439416}"/>
          </ac:spMkLst>
        </pc:spChg>
        <pc:spChg chg="add mod">
          <ac:chgData name="Mitra, Sayan" userId="5f9b069e-390c-41f3-af3f-6bd4b0fb9710" providerId="ADAL" clId="{603CB73D-5ABF-4B35-AB35-B8B719F0AA85}" dt="2022-07-04T08:47:10.853" v="13688"/>
          <ac:spMkLst>
            <pc:docMk/>
            <pc:sldMk cId="52581888" sldId="4038"/>
            <ac:spMk id="21" creationId="{C2B72843-B053-49ED-A619-EA20ED59718D}"/>
          </ac:spMkLst>
        </pc:spChg>
        <pc:spChg chg="add mod">
          <ac:chgData name="Mitra, Sayan" userId="5f9b069e-390c-41f3-af3f-6bd4b0fb9710" providerId="ADAL" clId="{603CB73D-5ABF-4B35-AB35-B8B719F0AA85}" dt="2022-07-04T08:47:10.853" v="13688"/>
          <ac:spMkLst>
            <pc:docMk/>
            <pc:sldMk cId="52581888" sldId="4038"/>
            <ac:spMk id="24" creationId="{BD489AF9-CC9D-4F8B-8679-5B9FF81EC003}"/>
          </ac:spMkLst>
        </pc:spChg>
        <pc:spChg chg="add mod">
          <ac:chgData name="Mitra, Sayan" userId="5f9b069e-390c-41f3-af3f-6bd4b0fb9710" providerId="ADAL" clId="{603CB73D-5ABF-4B35-AB35-B8B719F0AA85}" dt="2022-07-04T08:47:10.853" v="13688"/>
          <ac:spMkLst>
            <pc:docMk/>
            <pc:sldMk cId="52581888" sldId="4038"/>
            <ac:spMk id="25" creationId="{7A0506F4-FC70-40E6-8A55-C33D5358E4FC}"/>
          </ac:spMkLst>
        </pc:spChg>
        <pc:spChg chg="add mod">
          <ac:chgData name="Mitra, Sayan" userId="5f9b069e-390c-41f3-af3f-6bd4b0fb9710" providerId="ADAL" clId="{603CB73D-5ABF-4B35-AB35-B8B719F0AA85}" dt="2022-07-04T08:47:10.853" v="13688"/>
          <ac:spMkLst>
            <pc:docMk/>
            <pc:sldMk cId="52581888" sldId="4038"/>
            <ac:spMk id="26" creationId="{5FEFABEB-F164-49EF-A2C6-1A1FF665BD3F}"/>
          </ac:spMkLst>
        </pc:spChg>
        <pc:spChg chg="add mod">
          <ac:chgData name="Mitra, Sayan" userId="5f9b069e-390c-41f3-af3f-6bd4b0fb9710" providerId="ADAL" clId="{603CB73D-5ABF-4B35-AB35-B8B719F0AA85}" dt="2022-07-04T08:47:10.853" v="13688"/>
          <ac:spMkLst>
            <pc:docMk/>
            <pc:sldMk cId="52581888" sldId="4038"/>
            <ac:spMk id="27" creationId="{FBC3A512-DD4E-429D-9323-EE59BF487C6B}"/>
          </ac:spMkLst>
        </pc:spChg>
        <pc:spChg chg="add mod">
          <ac:chgData name="Mitra, Sayan" userId="5f9b069e-390c-41f3-af3f-6bd4b0fb9710" providerId="ADAL" clId="{603CB73D-5ABF-4B35-AB35-B8B719F0AA85}" dt="2022-07-04T08:47:10.853" v="13688"/>
          <ac:spMkLst>
            <pc:docMk/>
            <pc:sldMk cId="52581888" sldId="4038"/>
            <ac:spMk id="28" creationId="{AB2C4DDA-2748-418A-BD4E-444CE120E964}"/>
          </ac:spMkLst>
        </pc:spChg>
        <pc:spChg chg="add mod">
          <ac:chgData name="Mitra, Sayan" userId="5f9b069e-390c-41f3-af3f-6bd4b0fb9710" providerId="ADAL" clId="{603CB73D-5ABF-4B35-AB35-B8B719F0AA85}" dt="2022-07-04T08:47:10.853" v="13688"/>
          <ac:spMkLst>
            <pc:docMk/>
            <pc:sldMk cId="52581888" sldId="4038"/>
            <ac:spMk id="29" creationId="{C2C551E6-0CA9-424B-AD47-5851849B6146}"/>
          </ac:spMkLst>
        </pc:spChg>
        <pc:spChg chg="add mod">
          <ac:chgData name="Mitra, Sayan" userId="5f9b069e-390c-41f3-af3f-6bd4b0fb9710" providerId="ADAL" clId="{603CB73D-5ABF-4B35-AB35-B8B719F0AA85}" dt="2022-07-04T09:07:10.530" v="13889" actId="12"/>
          <ac:spMkLst>
            <pc:docMk/>
            <pc:sldMk cId="52581888" sldId="4038"/>
            <ac:spMk id="32" creationId="{F1B6FD2A-06AD-4706-808D-F6EE5646B748}"/>
          </ac:spMkLst>
        </pc:spChg>
        <pc:grpChg chg="add del mod">
          <ac:chgData name="Mitra, Sayan" userId="5f9b069e-390c-41f3-af3f-6bd4b0fb9710" providerId="ADAL" clId="{603CB73D-5ABF-4B35-AB35-B8B719F0AA85}" dt="2022-07-04T08:50:06.896" v="13701" actId="478"/>
          <ac:grpSpMkLst>
            <pc:docMk/>
            <pc:sldMk cId="52581888" sldId="4038"/>
            <ac:grpSpMk id="11" creationId="{28C30953-4086-494B-B6D6-3EC7F92B25DE}"/>
          </ac:grpSpMkLst>
        </pc:grpChg>
        <pc:cxnChg chg="add mod">
          <ac:chgData name="Mitra, Sayan" userId="5f9b069e-390c-41f3-af3f-6bd4b0fb9710" providerId="ADAL" clId="{603CB73D-5ABF-4B35-AB35-B8B719F0AA85}" dt="2022-07-04T08:47:10.853" v="13688"/>
          <ac:cxnSpMkLst>
            <pc:docMk/>
            <pc:sldMk cId="52581888" sldId="4038"/>
            <ac:cxnSpMk id="17" creationId="{19E96002-D054-4C84-A22A-637902D63F98}"/>
          </ac:cxnSpMkLst>
        </pc:cxnChg>
        <pc:cxnChg chg="add mod">
          <ac:chgData name="Mitra, Sayan" userId="5f9b069e-390c-41f3-af3f-6bd4b0fb9710" providerId="ADAL" clId="{603CB73D-5ABF-4B35-AB35-B8B719F0AA85}" dt="2022-07-04T08:47:10.853" v="13688"/>
          <ac:cxnSpMkLst>
            <pc:docMk/>
            <pc:sldMk cId="52581888" sldId="4038"/>
            <ac:cxnSpMk id="22" creationId="{A91B8D88-5ABE-4744-8DDD-6EB213BB1C68}"/>
          </ac:cxnSpMkLst>
        </pc:cxnChg>
        <pc:cxnChg chg="add mod">
          <ac:chgData name="Mitra, Sayan" userId="5f9b069e-390c-41f3-af3f-6bd4b0fb9710" providerId="ADAL" clId="{603CB73D-5ABF-4B35-AB35-B8B719F0AA85}" dt="2022-07-04T08:47:10.853" v="13688"/>
          <ac:cxnSpMkLst>
            <pc:docMk/>
            <pc:sldMk cId="52581888" sldId="4038"/>
            <ac:cxnSpMk id="23" creationId="{DE75AD65-86B8-4FF5-B34E-8EC73E9E0AD9}"/>
          </ac:cxnSpMkLst>
        </pc:cxnChg>
        <pc:cxnChg chg="add mod">
          <ac:chgData name="Mitra, Sayan" userId="5f9b069e-390c-41f3-af3f-6bd4b0fb9710" providerId="ADAL" clId="{603CB73D-5ABF-4B35-AB35-B8B719F0AA85}" dt="2022-07-04T08:50:06.896" v="13701" actId="478"/>
          <ac:cxnSpMkLst>
            <pc:docMk/>
            <pc:sldMk cId="52581888" sldId="4038"/>
            <ac:cxnSpMk id="30" creationId="{D2738800-9BD6-4ADD-9EDB-489CEA9E8E70}"/>
          </ac:cxnSpMkLst>
        </pc:cxnChg>
      </pc:sldChg>
      <pc:sldChg chg="modSp new mod ord">
        <pc:chgData name="Mitra, Sayan" userId="5f9b069e-390c-41f3-af3f-6bd4b0fb9710" providerId="ADAL" clId="{603CB73D-5ABF-4B35-AB35-B8B719F0AA85}" dt="2022-06-29T12:11:39.739" v="889" actId="20578"/>
        <pc:sldMkLst>
          <pc:docMk/>
          <pc:sldMk cId="3265637863" sldId="4039"/>
        </pc:sldMkLst>
        <pc:spChg chg="mod">
          <ac:chgData name="Mitra, Sayan" userId="5f9b069e-390c-41f3-af3f-6bd4b0fb9710" providerId="ADAL" clId="{603CB73D-5ABF-4B35-AB35-B8B719F0AA85}" dt="2022-06-28T16:40:31.712" v="766" actId="20577"/>
          <ac:spMkLst>
            <pc:docMk/>
            <pc:sldMk cId="3265637863" sldId="4039"/>
            <ac:spMk id="2" creationId="{8E7AEDD9-3E2D-4554-AD3A-881A754E49AD}"/>
          </ac:spMkLst>
        </pc:spChg>
      </pc:sldChg>
      <pc:sldChg chg="addSp delSp modSp new del mod ord">
        <pc:chgData name="Mitra, Sayan" userId="5f9b069e-390c-41f3-af3f-6bd4b0fb9710" providerId="ADAL" clId="{603CB73D-5ABF-4B35-AB35-B8B719F0AA85}" dt="2022-07-03T08:47:53.769" v="7430" actId="47"/>
        <pc:sldMkLst>
          <pc:docMk/>
          <pc:sldMk cId="1159585446" sldId="4040"/>
        </pc:sldMkLst>
        <pc:spChg chg="mod">
          <ac:chgData name="Mitra, Sayan" userId="5f9b069e-390c-41f3-af3f-6bd4b0fb9710" providerId="ADAL" clId="{603CB73D-5ABF-4B35-AB35-B8B719F0AA85}" dt="2022-06-28T16:40:41.653" v="794" actId="20577"/>
          <ac:spMkLst>
            <pc:docMk/>
            <pc:sldMk cId="1159585446" sldId="4040"/>
            <ac:spMk id="2" creationId="{D70532A7-457F-440A-A4AD-532CA10696A3}"/>
          </ac:spMkLst>
        </pc:spChg>
        <pc:spChg chg="add mod">
          <ac:chgData name="Mitra, Sayan" userId="5f9b069e-390c-41f3-af3f-6bd4b0fb9710" providerId="ADAL" clId="{603CB73D-5ABF-4B35-AB35-B8B719F0AA85}" dt="2022-06-28T16:40:49.297" v="800" actId="20577"/>
          <ac:spMkLst>
            <pc:docMk/>
            <pc:sldMk cId="1159585446" sldId="4040"/>
            <ac:spMk id="3" creationId="{B4846AA2-7E2B-4BD8-A7EC-C40F1CE3889A}"/>
          </ac:spMkLst>
        </pc:spChg>
        <pc:spChg chg="add del">
          <ac:chgData name="Mitra, Sayan" userId="5f9b069e-390c-41f3-af3f-6bd4b0fb9710" providerId="ADAL" clId="{603CB73D-5ABF-4B35-AB35-B8B719F0AA85}" dt="2022-07-03T01:31:59.583" v="5700"/>
          <ac:spMkLst>
            <pc:docMk/>
            <pc:sldMk cId="1159585446" sldId="4040"/>
            <ac:spMk id="4" creationId="{681BD373-1B4F-468E-BDC1-9EAE6BE60E99}"/>
          </ac:spMkLst>
        </pc:spChg>
        <pc:spChg chg="add del">
          <ac:chgData name="Mitra, Sayan" userId="5f9b069e-390c-41f3-af3f-6bd4b0fb9710" providerId="ADAL" clId="{603CB73D-5ABF-4B35-AB35-B8B719F0AA85}" dt="2022-07-03T01:31:59.583" v="5700"/>
          <ac:spMkLst>
            <pc:docMk/>
            <pc:sldMk cId="1159585446" sldId="4040"/>
            <ac:spMk id="5" creationId="{D89CDC22-964D-4254-A472-F589BF7B02D6}"/>
          </ac:spMkLst>
        </pc:spChg>
        <pc:spChg chg="add mod">
          <ac:chgData name="Mitra, Sayan" userId="5f9b069e-390c-41f3-af3f-6bd4b0fb9710" providerId="ADAL" clId="{603CB73D-5ABF-4B35-AB35-B8B719F0AA85}" dt="2022-07-03T01:43:44.098" v="6127" actId="6549"/>
          <ac:spMkLst>
            <pc:docMk/>
            <pc:sldMk cId="1159585446" sldId="4040"/>
            <ac:spMk id="9" creationId="{7FA39171-34E1-4BA9-9A71-B58F7DD86205}"/>
          </ac:spMkLst>
        </pc:spChg>
        <pc:picChg chg="add mod">
          <ac:chgData name="Mitra, Sayan" userId="5f9b069e-390c-41f3-af3f-6bd4b0fb9710" providerId="ADAL" clId="{603CB73D-5ABF-4B35-AB35-B8B719F0AA85}" dt="2022-07-03T01:32:12.593" v="5703" actId="14100"/>
          <ac:picMkLst>
            <pc:docMk/>
            <pc:sldMk cId="1159585446" sldId="4040"/>
            <ac:picMk id="7" creationId="{34671196-12B0-46A9-8CD2-201E5D8D6AD9}"/>
          </ac:picMkLst>
        </pc:picChg>
        <pc:picChg chg="add del">
          <ac:chgData name="Mitra, Sayan" userId="5f9b069e-390c-41f3-af3f-6bd4b0fb9710" providerId="ADAL" clId="{603CB73D-5ABF-4B35-AB35-B8B719F0AA85}" dt="2022-07-03T01:31:59.583" v="5700"/>
          <ac:picMkLst>
            <pc:docMk/>
            <pc:sldMk cId="1159585446" sldId="4040"/>
            <ac:picMk id="5121" creationId="{0D8D548B-61C9-4148-B057-DC7C3CCCB578}"/>
          </ac:picMkLst>
        </pc:picChg>
      </pc:sldChg>
      <pc:sldChg chg="modSp new add del mod ord">
        <pc:chgData name="Mitra, Sayan" userId="5f9b069e-390c-41f3-af3f-6bd4b0fb9710" providerId="ADAL" clId="{603CB73D-5ABF-4B35-AB35-B8B719F0AA85}" dt="2022-07-03T05:19:39.287" v="7280" actId="47"/>
        <pc:sldMkLst>
          <pc:docMk/>
          <pc:sldMk cId="1316559453" sldId="4041"/>
        </pc:sldMkLst>
        <pc:spChg chg="mod">
          <ac:chgData name="Mitra, Sayan" userId="5f9b069e-390c-41f3-af3f-6bd4b0fb9710" providerId="ADAL" clId="{603CB73D-5ABF-4B35-AB35-B8B719F0AA85}" dt="2022-07-02T17:05:06.567" v="3570" actId="20577"/>
          <ac:spMkLst>
            <pc:docMk/>
            <pc:sldMk cId="1316559453" sldId="4041"/>
            <ac:spMk id="2" creationId="{DE59FAF9-69A6-429E-AF02-0D99D9A49742}"/>
          </ac:spMkLst>
        </pc:spChg>
      </pc:sldChg>
      <pc:sldChg chg="modSp new del mod">
        <pc:chgData name="Mitra, Sayan" userId="5f9b069e-390c-41f3-af3f-6bd4b0fb9710" providerId="ADAL" clId="{603CB73D-5ABF-4B35-AB35-B8B719F0AA85}" dt="2022-07-01T03:06:09.970" v="1129" actId="47"/>
        <pc:sldMkLst>
          <pc:docMk/>
          <pc:sldMk cId="2874030760" sldId="4042"/>
        </pc:sldMkLst>
        <pc:spChg chg="mod">
          <ac:chgData name="Mitra, Sayan" userId="5f9b069e-390c-41f3-af3f-6bd4b0fb9710" providerId="ADAL" clId="{603CB73D-5ABF-4B35-AB35-B8B719F0AA85}" dt="2022-06-29T01:27:49.610" v="859" actId="20577"/>
          <ac:spMkLst>
            <pc:docMk/>
            <pc:sldMk cId="2874030760" sldId="4042"/>
            <ac:spMk id="2" creationId="{D368B6FD-2DF7-424F-8C3F-79A120BF10D3}"/>
          </ac:spMkLst>
        </pc:spChg>
      </pc:sldChg>
      <pc:sldChg chg="addSp delSp modSp del mod">
        <pc:chgData name="Mitra, Sayan" userId="5f9b069e-390c-41f3-af3f-6bd4b0fb9710" providerId="ADAL" clId="{603CB73D-5ABF-4B35-AB35-B8B719F0AA85}" dt="2022-07-02T01:40:27.191" v="2604" actId="47"/>
        <pc:sldMkLst>
          <pc:docMk/>
          <pc:sldMk cId="988350274" sldId="4043"/>
        </pc:sldMkLst>
        <pc:picChg chg="add mod">
          <ac:chgData name="Mitra, Sayan" userId="5f9b069e-390c-41f3-af3f-6bd4b0fb9710" providerId="ADAL" clId="{603CB73D-5ABF-4B35-AB35-B8B719F0AA85}" dt="2022-07-01T08:30:07.291" v="2185" actId="1036"/>
          <ac:picMkLst>
            <pc:docMk/>
            <pc:sldMk cId="988350274" sldId="4043"/>
            <ac:picMk id="7" creationId="{4B6410BA-49F4-44B3-B442-053EFF48353F}"/>
          </ac:picMkLst>
        </pc:picChg>
        <pc:picChg chg="del">
          <ac:chgData name="Mitra, Sayan" userId="5f9b069e-390c-41f3-af3f-6bd4b0fb9710" providerId="ADAL" clId="{603CB73D-5ABF-4B35-AB35-B8B719F0AA85}" dt="2022-07-01T08:29:04.007" v="2166" actId="478"/>
          <ac:picMkLst>
            <pc:docMk/>
            <pc:sldMk cId="988350274" sldId="4043"/>
            <ac:picMk id="188" creationId="{39E6AD4F-AAD9-44ED-9ECE-B4C59D00944E}"/>
          </ac:picMkLst>
        </pc:picChg>
        <pc:picChg chg="mod">
          <ac:chgData name="Mitra, Sayan" userId="5f9b069e-390c-41f3-af3f-6bd4b0fb9710" providerId="ADAL" clId="{603CB73D-5ABF-4B35-AB35-B8B719F0AA85}" dt="2022-07-01T08:37:06.500" v="2188" actId="14100"/>
          <ac:picMkLst>
            <pc:docMk/>
            <pc:sldMk cId="988350274" sldId="4043"/>
            <ac:picMk id="1028" creationId="{0735F724-96C0-4EE1-B1D3-2437944CC343}"/>
          </ac:picMkLst>
        </pc:picChg>
        <pc:picChg chg="add del">
          <ac:chgData name="Mitra, Sayan" userId="5f9b069e-390c-41f3-af3f-6bd4b0fb9710" providerId="ADAL" clId="{603CB73D-5ABF-4B35-AB35-B8B719F0AA85}" dt="2022-07-01T08:29:12.238" v="2168" actId="478"/>
          <ac:picMkLst>
            <pc:docMk/>
            <pc:sldMk cId="988350274" sldId="4043"/>
            <ac:picMk id="1030" creationId="{3F3871DC-C46A-4445-A31E-D7F2647427AF}"/>
          </ac:picMkLst>
        </pc:picChg>
      </pc:sldChg>
      <pc:sldChg chg="ord">
        <pc:chgData name="Mitra, Sayan" userId="5f9b069e-390c-41f3-af3f-6bd4b0fb9710" providerId="ADAL" clId="{603CB73D-5ABF-4B35-AB35-B8B719F0AA85}" dt="2022-07-02T04:47:21.594" v="2765"/>
        <pc:sldMkLst>
          <pc:docMk/>
          <pc:sldMk cId="1313580258" sldId="4044"/>
        </pc:sldMkLst>
      </pc:sldChg>
      <pc:sldChg chg="addSp delSp modSp mod addCm delCm chgLayout">
        <pc:chgData name="Mitra, Sayan" userId="5f9b069e-390c-41f3-af3f-6bd4b0fb9710" providerId="ADAL" clId="{603CB73D-5ABF-4B35-AB35-B8B719F0AA85}" dt="2022-07-04T11:41:57.196" v="14232" actId="6549"/>
        <pc:sldMkLst>
          <pc:docMk/>
          <pc:sldMk cId="2882452749" sldId="4044"/>
        </pc:sldMkLst>
        <pc:spChg chg="mod ord">
          <ac:chgData name="Mitra, Sayan" userId="5f9b069e-390c-41f3-af3f-6bd4b0fb9710" providerId="ADAL" clId="{603CB73D-5ABF-4B35-AB35-B8B719F0AA85}" dt="2022-07-03T16:14:30.973" v="10361" actId="20577"/>
          <ac:spMkLst>
            <pc:docMk/>
            <pc:sldMk cId="2882452749" sldId="4044"/>
            <ac:spMk id="2" creationId="{F02F82D5-2DA0-494A-8694-A4C176CFA13A}"/>
          </ac:spMkLst>
        </pc:spChg>
        <pc:graphicFrameChg chg="add del mod modGraphic">
          <ac:chgData name="Mitra, Sayan" userId="5f9b069e-390c-41f3-af3f-6bd4b0fb9710" providerId="ADAL" clId="{603CB73D-5ABF-4B35-AB35-B8B719F0AA85}" dt="2022-07-04T11:41:57.196" v="14232" actId="6549"/>
          <ac:graphicFrameMkLst>
            <pc:docMk/>
            <pc:sldMk cId="2882452749" sldId="4044"/>
            <ac:graphicFrameMk id="4" creationId="{0D3E0BFC-B3EC-4D3D-96B4-A257FC0B1C11}"/>
          </ac:graphicFrameMkLst>
        </pc:graphicFrameChg>
      </pc:sldChg>
      <pc:sldChg chg="addSp delSp modSp del mod">
        <pc:chgData name="Mitra, Sayan" userId="5f9b069e-390c-41f3-af3f-6bd4b0fb9710" providerId="ADAL" clId="{603CB73D-5ABF-4B35-AB35-B8B719F0AA85}" dt="2022-07-03T13:51:28.916" v="8897" actId="47"/>
        <pc:sldMkLst>
          <pc:docMk/>
          <pc:sldMk cId="185551404" sldId="4045"/>
        </pc:sldMkLst>
        <pc:spChg chg="mod">
          <ac:chgData name="Mitra, Sayan" userId="5f9b069e-390c-41f3-af3f-6bd4b0fb9710" providerId="ADAL" clId="{603CB73D-5ABF-4B35-AB35-B8B719F0AA85}" dt="2022-07-01T03:06:24.008" v="1146" actId="20577"/>
          <ac:spMkLst>
            <pc:docMk/>
            <pc:sldMk cId="185551404" sldId="4045"/>
            <ac:spMk id="2" creationId="{9EFDF1B9-E062-4194-B9AD-599B50A33613}"/>
          </ac:spMkLst>
        </pc:spChg>
        <pc:spChg chg="del">
          <ac:chgData name="Mitra, Sayan" userId="5f9b069e-390c-41f3-af3f-6bd4b0fb9710" providerId="ADAL" clId="{603CB73D-5ABF-4B35-AB35-B8B719F0AA85}" dt="2022-07-02T17:41:30.133" v="4118" actId="478"/>
          <ac:spMkLst>
            <pc:docMk/>
            <pc:sldMk cId="185551404" sldId="4045"/>
            <ac:spMk id="66" creationId="{1184B9B5-73B6-4341-B22F-581E15EE213E}"/>
          </ac:spMkLst>
        </pc:spChg>
        <pc:spChg chg="mod">
          <ac:chgData name="Mitra, Sayan" userId="5f9b069e-390c-41f3-af3f-6bd4b0fb9710" providerId="ADAL" clId="{603CB73D-5ABF-4B35-AB35-B8B719F0AA85}" dt="2022-07-03T00:30:48.465" v="4875" actId="6549"/>
          <ac:spMkLst>
            <pc:docMk/>
            <pc:sldMk cId="185551404" sldId="4045"/>
            <ac:spMk id="105" creationId="{880D3A7C-DD92-4F05-BE94-06B03D173987}"/>
          </ac:spMkLst>
        </pc:spChg>
        <pc:spChg chg="del">
          <ac:chgData name="Mitra, Sayan" userId="5f9b069e-390c-41f3-af3f-6bd4b0fb9710" providerId="ADAL" clId="{603CB73D-5ABF-4B35-AB35-B8B719F0AA85}" dt="2022-07-02T17:41:33.140" v="4119" actId="478"/>
          <ac:spMkLst>
            <pc:docMk/>
            <pc:sldMk cId="185551404" sldId="4045"/>
            <ac:spMk id="135" creationId="{5E7C5A0E-0FC3-463C-88D6-FDD0E25D95FF}"/>
          </ac:spMkLst>
        </pc:spChg>
        <pc:spChg chg="del">
          <ac:chgData name="Mitra, Sayan" userId="5f9b069e-390c-41f3-af3f-6bd4b0fb9710" providerId="ADAL" clId="{603CB73D-5ABF-4B35-AB35-B8B719F0AA85}" dt="2022-07-02T17:41:05.707" v="4117" actId="478"/>
          <ac:spMkLst>
            <pc:docMk/>
            <pc:sldMk cId="185551404" sldId="4045"/>
            <ac:spMk id="137" creationId="{FF29C8DF-DA07-4C78-A76D-948144A60B16}"/>
          </ac:spMkLst>
        </pc:spChg>
        <pc:cxnChg chg="add mod">
          <ac:chgData name="Mitra, Sayan" userId="5f9b069e-390c-41f3-af3f-6bd4b0fb9710" providerId="ADAL" clId="{603CB73D-5ABF-4B35-AB35-B8B719F0AA85}" dt="2022-07-02T17:41:51.232" v="4129" actId="1038"/>
          <ac:cxnSpMkLst>
            <pc:docMk/>
            <pc:sldMk cId="185551404" sldId="4045"/>
            <ac:cxnSpMk id="67" creationId="{C410E88A-2614-4B2F-A7E7-ABB4A4ED3257}"/>
          </ac:cxnSpMkLst>
        </pc:cxnChg>
      </pc:sldChg>
      <pc:sldChg chg="addSp modSp ord">
        <pc:chgData name="Mitra, Sayan" userId="5f9b069e-390c-41f3-af3f-6bd4b0fb9710" providerId="ADAL" clId="{603CB73D-5ABF-4B35-AB35-B8B719F0AA85}" dt="2022-07-01T03:55:16.788" v="1945"/>
        <pc:sldMkLst>
          <pc:docMk/>
          <pc:sldMk cId="4131059623" sldId="4046"/>
        </pc:sldMkLst>
        <pc:picChg chg="add mod">
          <ac:chgData name="Mitra, Sayan" userId="5f9b069e-390c-41f3-af3f-6bd4b0fb9710" providerId="ADAL" clId="{603CB73D-5ABF-4B35-AB35-B8B719F0AA85}" dt="2022-07-01T03:24:28.845" v="1389" actId="1076"/>
          <ac:picMkLst>
            <pc:docMk/>
            <pc:sldMk cId="4131059623" sldId="4046"/>
            <ac:picMk id="72" creationId="{66F2AC58-8A28-44A3-9C62-17E074D0B5BE}"/>
          </ac:picMkLst>
        </pc:picChg>
        <pc:picChg chg="add mod">
          <ac:chgData name="Mitra, Sayan" userId="5f9b069e-390c-41f3-af3f-6bd4b0fb9710" providerId="ADAL" clId="{603CB73D-5ABF-4B35-AB35-B8B719F0AA85}" dt="2022-07-01T03:44:23.121" v="1421" actId="1076"/>
          <ac:picMkLst>
            <pc:docMk/>
            <pc:sldMk cId="4131059623" sldId="4046"/>
            <ac:picMk id="77" creationId="{3ED6BD6A-1636-4878-B7F6-584D9B0D9F06}"/>
          </ac:picMkLst>
        </pc:picChg>
        <pc:picChg chg="add mod">
          <ac:chgData name="Mitra, Sayan" userId="5f9b069e-390c-41f3-af3f-6bd4b0fb9710" providerId="ADAL" clId="{603CB73D-5ABF-4B35-AB35-B8B719F0AA85}" dt="2022-07-01T03:49:34.996" v="1893" actId="1076"/>
          <ac:picMkLst>
            <pc:docMk/>
            <pc:sldMk cId="4131059623" sldId="4046"/>
            <ac:picMk id="78" creationId="{B2213D28-01FB-4AE4-8EE2-45BF48E7E807}"/>
          </ac:picMkLst>
        </pc:picChg>
        <pc:picChg chg="add mod">
          <ac:chgData name="Mitra, Sayan" userId="5f9b069e-390c-41f3-af3f-6bd4b0fb9710" providerId="ADAL" clId="{603CB73D-5ABF-4B35-AB35-B8B719F0AA85}" dt="2022-07-01T03:49:45.243" v="1918" actId="1038"/>
          <ac:picMkLst>
            <pc:docMk/>
            <pc:sldMk cId="4131059623" sldId="4046"/>
            <ac:picMk id="80" creationId="{15EBBA67-4D30-4F82-9968-0AB342979B2F}"/>
          </ac:picMkLst>
        </pc:picChg>
        <pc:picChg chg="add mod">
          <ac:chgData name="Mitra, Sayan" userId="5f9b069e-390c-41f3-af3f-6bd4b0fb9710" providerId="ADAL" clId="{603CB73D-5ABF-4B35-AB35-B8B719F0AA85}" dt="2022-07-01T03:52:38.947" v="1941" actId="1036"/>
          <ac:picMkLst>
            <pc:docMk/>
            <pc:sldMk cId="4131059623" sldId="4046"/>
            <ac:picMk id="81" creationId="{65EC0818-02D9-4A23-A679-06E5892F5A05}"/>
          </ac:picMkLst>
        </pc:picChg>
        <pc:picChg chg="add mod">
          <ac:chgData name="Mitra, Sayan" userId="5f9b069e-390c-41f3-af3f-6bd4b0fb9710" providerId="ADAL" clId="{603CB73D-5ABF-4B35-AB35-B8B719F0AA85}" dt="2022-07-01T03:48:55.880" v="1889" actId="1038"/>
          <ac:picMkLst>
            <pc:docMk/>
            <pc:sldMk cId="4131059623" sldId="4046"/>
            <ac:picMk id="82" creationId="{54102CC4-1360-406F-889E-9D7E8AE133E7}"/>
          </ac:picMkLst>
        </pc:picChg>
        <pc:picChg chg="add mod">
          <ac:chgData name="Mitra, Sayan" userId="5f9b069e-390c-41f3-af3f-6bd4b0fb9710" providerId="ADAL" clId="{603CB73D-5ABF-4B35-AB35-B8B719F0AA85}" dt="2022-07-01T03:52:38.947" v="1941" actId="1036"/>
          <ac:picMkLst>
            <pc:docMk/>
            <pc:sldMk cId="4131059623" sldId="4046"/>
            <ac:picMk id="7172" creationId="{A4EC8DBF-6FFD-4A4A-8165-44AFC6FA3A61}"/>
          </ac:picMkLst>
        </pc:picChg>
        <pc:picChg chg="add mod">
          <ac:chgData name="Mitra, Sayan" userId="5f9b069e-390c-41f3-af3f-6bd4b0fb9710" providerId="ADAL" clId="{603CB73D-5ABF-4B35-AB35-B8B719F0AA85}" dt="2022-07-01T03:52:38.947" v="1941" actId="1036"/>
          <ac:picMkLst>
            <pc:docMk/>
            <pc:sldMk cId="4131059623" sldId="4046"/>
            <ac:picMk id="7174" creationId="{A34C34EF-F9D7-4050-8B44-0A31A7197DD7}"/>
          </ac:picMkLst>
        </pc:picChg>
        <pc:picChg chg="add mod">
          <ac:chgData name="Mitra, Sayan" userId="5f9b069e-390c-41f3-af3f-6bd4b0fb9710" providerId="ADAL" clId="{603CB73D-5ABF-4B35-AB35-B8B719F0AA85}" dt="2022-07-01T03:52:38.947" v="1941" actId="1036"/>
          <ac:picMkLst>
            <pc:docMk/>
            <pc:sldMk cId="4131059623" sldId="4046"/>
            <ac:picMk id="7176" creationId="{0D683C9E-4A1C-4AD3-B055-415F3982B02C}"/>
          </ac:picMkLst>
        </pc:picChg>
        <pc:picChg chg="add mod">
          <ac:chgData name="Mitra, Sayan" userId="5f9b069e-390c-41f3-af3f-6bd4b0fb9710" providerId="ADAL" clId="{603CB73D-5ABF-4B35-AB35-B8B719F0AA85}" dt="2022-07-01T03:52:38.947" v="1941" actId="1036"/>
          <ac:picMkLst>
            <pc:docMk/>
            <pc:sldMk cId="4131059623" sldId="4046"/>
            <ac:picMk id="7178" creationId="{DC563044-3517-4EE0-88EF-D7BB34C09DA7}"/>
          </ac:picMkLst>
        </pc:picChg>
        <pc:picChg chg="add mod">
          <ac:chgData name="Mitra, Sayan" userId="5f9b069e-390c-41f3-af3f-6bd4b0fb9710" providerId="ADAL" clId="{603CB73D-5ABF-4B35-AB35-B8B719F0AA85}" dt="2022-07-01T03:52:38.947" v="1941" actId="1036"/>
          <ac:picMkLst>
            <pc:docMk/>
            <pc:sldMk cId="4131059623" sldId="4046"/>
            <ac:picMk id="7180" creationId="{959CAAD9-5610-4A1F-A9EB-2AA9C1A70A97}"/>
          </ac:picMkLst>
        </pc:picChg>
      </pc:sldChg>
      <pc:sldChg chg="addSp delSp modSp add mod modNotesTx">
        <pc:chgData name="Mitra, Sayan" userId="5f9b069e-390c-41f3-af3f-6bd4b0fb9710" providerId="ADAL" clId="{603CB73D-5ABF-4B35-AB35-B8B719F0AA85}" dt="2022-07-04T16:37:28.470" v="14432" actId="207"/>
        <pc:sldMkLst>
          <pc:docMk/>
          <pc:sldMk cId="2437914700" sldId="4047"/>
        </pc:sldMkLst>
        <pc:spChg chg="mod">
          <ac:chgData name="Mitra, Sayan" userId="5f9b069e-390c-41f3-af3f-6bd4b0fb9710" providerId="ADAL" clId="{603CB73D-5ABF-4B35-AB35-B8B719F0AA85}" dt="2022-07-01T01:31:28.351" v="980" actId="1076"/>
          <ac:spMkLst>
            <pc:docMk/>
            <pc:sldMk cId="2437914700" sldId="4047"/>
            <ac:spMk id="2" creationId="{00000000-0000-0000-0000-000000000000}"/>
          </ac:spMkLst>
        </pc:spChg>
        <pc:graphicFrameChg chg="add del mod">
          <ac:chgData name="Mitra, Sayan" userId="5f9b069e-390c-41f3-af3f-6bd4b0fb9710" providerId="ADAL" clId="{603CB73D-5ABF-4B35-AB35-B8B719F0AA85}" dt="2022-07-01T01:35:08.237" v="983" actId="478"/>
          <ac:graphicFrameMkLst>
            <pc:docMk/>
            <pc:sldMk cId="2437914700" sldId="4047"/>
            <ac:graphicFrameMk id="4" creationId="{695F58D4-9CEF-48C1-AAD4-313D2404D323}"/>
          </ac:graphicFrameMkLst>
        </pc:graphicFrameChg>
        <pc:graphicFrameChg chg="add mod modGraphic">
          <ac:chgData name="Mitra, Sayan" userId="5f9b069e-390c-41f3-af3f-6bd4b0fb9710" providerId="ADAL" clId="{603CB73D-5ABF-4B35-AB35-B8B719F0AA85}" dt="2022-07-04T16:37:28.470" v="14432" actId="207"/>
          <ac:graphicFrameMkLst>
            <pc:docMk/>
            <pc:sldMk cId="2437914700" sldId="4047"/>
            <ac:graphicFrameMk id="5" creationId="{5D95B892-F17D-4CE1-A1C6-8DB05E5E963F}"/>
          </ac:graphicFrameMkLst>
        </pc:graphicFrameChg>
        <pc:graphicFrameChg chg="del">
          <ac:chgData name="Mitra, Sayan" userId="5f9b069e-390c-41f3-af3f-6bd4b0fb9710" providerId="ADAL" clId="{603CB73D-5ABF-4B35-AB35-B8B719F0AA85}" dt="2022-07-01T01:31:17.477" v="977" actId="478"/>
          <ac:graphicFrameMkLst>
            <pc:docMk/>
            <pc:sldMk cId="2437914700" sldId="4047"/>
            <ac:graphicFrameMk id="20" creationId="{9AB0F3B6-B006-4320-B5B9-9A69847DAC12}"/>
          </ac:graphicFrameMkLst>
        </pc:graphicFrameChg>
        <pc:graphicFrameChg chg="del">
          <ac:chgData name="Mitra, Sayan" userId="5f9b069e-390c-41f3-af3f-6bd4b0fb9710" providerId="ADAL" clId="{603CB73D-5ABF-4B35-AB35-B8B719F0AA85}" dt="2022-07-01T01:31:17.477" v="977" actId="478"/>
          <ac:graphicFrameMkLst>
            <pc:docMk/>
            <pc:sldMk cId="2437914700" sldId="4047"/>
            <ac:graphicFrameMk id="28" creationId="{00000000-0000-0000-0000-000000000000}"/>
          </ac:graphicFrameMkLst>
        </pc:graphicFrameChg>
      </pc:sldChg>
      <pc:sldChg chg="delSp add del mod">
        <pc:chgData name="Mitra, Sayan" userId="5f9b069e-390c-41f3-af3f-6bd4b0fb9710" providerId="ADAL" clId="{603CB73D-5ABF-4B35-AB35-B8B719F0AA85}" dt="2022-07-01T04:11:00.361" v="2141" actId="47"/>
        <pc:sldMkLst>
          <pc:docMk/>
          <pc:sldMk cId="460850127" sldId="4048"/>
        </pc:sldMkLst>
        <pc:grpChg chg="del">
          <ac:chgData name="Mitra, Sayan" userId="5f9b069e-390c-41f3-af3f-6bd4b0fb9710" providerId="ADAL" clId="{603CB73D-5ABF-4B35-AB35-B8B719F0AA85}" dt="2022-07-01T04:10:37.146" v="2135" actId="478"/>
          <ac:grpSpMkLst>
            <pc:docMk/>
            <pc:sldMk cId="460850127" sldId="4048"/>
            <ac:grpSpMk id="6" creationId="{00000000-0000-0000-0000-000000000000}"/>
          </ac:grpSpMkLst>
        </pc:grpChg>
      </pc:sldChg>
      <pc:sldChg chg="addSp delSp modSp add mod">
        <pc:chgData name="Mitra, Sayan" userId="5f9b069e-390c-41f3-af3f-6bd4b0fb9710" providerId="ADAL" clId="{603CB73D-5ABF-4B35-AB35-B8B719F0AA85}" dt="2022-07-02T04:50:14.789" v="2864" actId="20577"/>
        <pc:sldMkLst>
          <pc:docMk/>
          <pc:sldMk cId="566245043" sldId="4048"/>
        </pc:sldMkLst>
        <pc:spChg chg="add mod">
          <ac:chgData name="Mitra, Sayan" userId="5f9b069e-390c-41f3-af3f-6bd4b0fb9710" providerId="ADAL" clId="{603CB73D-5ABF-4B35-AB35-B8B719F0AA85}" dt="2022-07-02T04:49:21.372" v="2811" actId="255"/>
          <ac:spMkLst>
            <pc:docMk/>
            <pc:sldMk cId="566245043" sldId="4048"/>
            <ac:spMk id="2" creationId="{C0518C32-7305-41C6-B785-FB9F499E64B9}"/>
          </ac:spMkLst>
        </pc:spChg>
        <pc:spChg chg="add mod">
          <ac:chgData name="Mitra, Sayan" userId="5f9b069e-390c-41f3-af3f-6bd4b0fb9710" providerId="ADAL" clId="{603CB73D-5ABF-4B35-AB35-B8B719F0AA85}" dt="2022-07-02T04:50:14.789" v="2864" actId="20577"/>
          <ac:spMkLst>
            <pc:docMk/>
            <pc:sldMk cId="566245043" sldId="4048"/>
            <ac:spMk id="20" creationId="{DBF542CF-FA52-4C67-944D-0A80096B5A30}"/>
          </ac:spMkLst>
        </pc:spChg>
        <pc:spChg chg="mod">
          <ac:chgData name="Mitra, Sayan" userId="5f9b069e-390c-41f3-af3f-6bd4b0fb9710" providerId="ADAL" clId="{603CB73D-5ABF-4B35-AB35-B8B719F0AA85}" dt="2022-07-02T04:48:18.190" v="2787" actId="1036"/>
          <ac:spMkLst>
            <pc:docMk/>
            <pc:sldMk cId="566245043" sldId="4048"/>
            <ac:spMk id="21" creationId="{00000000-0000-0000-0000-000000000000}"/>
          </ac:spMkLst>
        </pc:spChg>
        <pc:spChg chg="add mod">
          <ac:chgData name="Mitra, Sayan" userId="5f9b069e-390c-41f3-af3f-6bd4b0fb9710" providerId="ADAL" clId="{603CB73D-5ABF-4B35-AB35-B8B719F0AA85}" dt="2022-07-02T04:49:51.349" v="2854" actId="20577"/>
          <ac:spMkLst>
            <pc:docMk/>
            <pc:sldMk cId="566245043" sldId="4048"/>
            <ac:spMk id="22" creationId="{976E3ED7-058F-43AB-B807-2FD2D1A52BBC}"/>
          </ac:spMkLst>
        </pc:spChg>
        <pc:spChg chg="add mod">
          <ac:chgData name="Mitra, Sayan" userId="5f9b069e-390c-41f3-af3f-6bd4b0fb9710" providerId="ADAL" clId="{603CB73D-5ABF-4B35-AB35-B8B719F0AA85}" dt="2022-07-02T04:50:02.486" v="2863" actId="20577"/>
          <ac:spMkLst>
            <pc:docMk/>
            <pc:sldMk cId="566245043" sldId="4048"/>
            <ac:spMk id="24" creationId="{1CCB3C88-A77A-4BED-9118-4DCF9829D2C0}"/>
          </ac:spMkLst>
        </pc:spChg>
        <pc:spChg chg="mod">
          <ac:chgData name="Mitra, Sayan" userId="5f9b069e-390c-41f3-af3f-6bd4b0fb9710" providerId="ADAL" clId="{603CB73D-5ABF-4B35-AB35-B8B719F0AA85}" dt="2022-07-02T04:48:18.190" v="2787" actId="1036"/>
          <ac:spMkLst>
            <pc:docMk/>
            <pc:sldMk cId="566245043" sldId="4048"/>
            <ac:spMk id="25"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27"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1"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2" creationId="{00000000-0000-0000-0000-000000000000}"/>
          </ac:spMkLst>
        </pc:spChg>
        <pc:spChg chg="mod">
          <ac:chgData name="Mitra, Sayan" userId="5f9b069e-390c-41f3-af3f-6bd4b0fb9710" providerId="ADAL" clId="{603CB73D-5ABF-4B35-AB35-B8B719F0AA85}" dt="2022-07-02T04:48:18.190" v="2787" actId="1036"/>
          <ac:spMkLst>
            <pc:docMk/>
            <pc:sldMk cId="566245043" sldId="4048"/>
            <ac:spMk id="35" creationId="{00000000-0000-0000-0000-000000000000}"/>
          </ac:spMkLst>
        </pc:spChg>
        <pc:spChg chg="mod">
          <ac:chgData name="Mitra, Sayan" userId="5f9b069e-390c-41f3-af3f-6bd4b0fb9710" providerId="ADAL" clId="{603CB73D-5ABF-4B35-AB35-B8B719F0AA85}" dt="2022-07-01T04:11:27.797" v="2156" actId="20577"/>
          <ac:spMkLst>
            <pc:docMk/>
            <pc:sldMk cId="566245043" sldId="4048"/>
            <ac:spMk id="40" creationId="{00000000-0000-0000-0000-000000000000}"/>
          </ac:spMkLst>
        </pc:spChg>
        <pc:grpChg chg="mod">
          <ac:chgData name="Mitra, Sayan" userId="5f9b069e-390c-41f3-af3f-6bd4b0fb9710" providerId="ADAL" clId="{603CB73D-5ABF-4B35-AB35-B8B719F0AA85}" dt="2022-07-02T04:48:18.190" v="2787" actId="1036"/>
          <ac:grpSpMkLst>
            <pc:docMk/>
            <pc:sldMk cId="566245043" sldId="4048"/>
            <ac:grpSpMk id="3" creationId="{00000000-0000-0000-0000-000000000000}"/>
          </ac:grpSpMkLst>
        </pc:grpChg>
        <pc:grpChg chg="mod">
          <ac:chgData name="Mitra, Sayan" userId="5f9b069e-390c-41f3-af3f-6bd4b0fb9710" providerId="ADAL" clId="{603CB73D-5ABF-4B35-AB35-B8B719F0AA85}" dt="2022-07-02T04:48:18.190" v="2787" actId="1036"/>
          <ac:grpSpMkLst>
            <pc:docMk/>
            <pc:sldMk cId="566245043" sldId="4048"/>
            <ac:grpSpMk id="4" creationId="{00000000-0000-0000-0000-000000000000}"/>
          </ac:grpSpMkLst>
        </pc:grpChg>
        <pc:grpChg chg="mod">
          <ac:chgData name="Mitra, Sayan" userId="5f9b069e-390c-41f3-af3f-6bd4b0fb9710" providerId="ADAL" clId="{603CB73D-5ABF-4B35-AB35-B8B719F0AA85}" dt="2022-07-02T04:48:18.190" v="2787" actId="1036"/>
          <ac:grpSpMkLst>
            <pc:docMk/>
            <pc:sldMk cId="566245043" sldId="4048"/>
            <ac:grpSpMk id="5" creationId="{00000000-0000-0000-0000-000000000000}"/>
          </ac:grpSpMkLst>
        </pc:grpChg>
        <pc:grpChg chg="del">
          <ac:chgData name="Mitra, Sayan" userId="5f9b069e-390c-41f3-af3f-6bd4b0fb9710" providerId="ADAL" clId="{603CB73D-5ABF-4B35-AB35-B8B719F0AA85}" dt="2022-07-01T04:11:31.098" v="2157" actId="478"/>
          <ac:grpSpMkLst>
            <pc:docMk/>
            <pc:sldMk cId="566245043" sldId="4048"/>
            <ac:grpSpMk id="6" creationId="{00000000-0000-0000-0000-000000000000}"/>
          </ac:grpSpMkLst>
        </pc:grpChg>
        <pc:picChg chg="mod">
          <ac:chgData name="Mitra, Sayan" userId="5f9b069e-390c-41f3-af3f-6bd4b0fb9710" providerId="ADAL" clId="{603CB73D-5ABF-4B35-AB35-B8B719F0AA85}" dt="2022-07-02T04:48:18.190" v="2787" actId="1036"/>
          <ac:picMkLst>
            <pc:docMk/>
            <pc:sldMk cId="566245043" sldId="4048"/>
            <ac:picMk id="29" creationId="{51AC1C94-6138-48E7-B343-F00BD110C08A}"/>
          </ac:picMkLst>
        </pc:picChg>
        <pc:cxnChg chg="mod">
          <ac:chgData name="Mitra, Sayan" userId="5f9b069e-390c-41f3-af3f-6bd4b0fb9710" providerId="ADAL" clId="{603CB73D-5ABF-4B35-AB35-B8B719F0AA85}" dt="2022-07-02T04:48:18.190" v="2787" actId="1036"/>
          <ac:cxnSpMkLst>
            <pc:docMk/>
            <pc:sldMk cId="566245043" sldId="4048"/>
            <ac:cxnSpMk id="23" creationId="{00000000-0000-0000-0000-000000000000}"/>
          </ac:cxnSpMkLst>
        </pc:cxnChg>
        <pc:cxnChg chg="mod">
          <ac:chgData name="Mitra, Sayan" userId="5f9b069e-390c-41f3-af3f-6bd4b0fb9710" providerId="ADAL" clId="{603CB73D-5ABF-4B35-AB35-B8B719F0AA85}" dt="2022-07-02T04:48:18.190" v="2787" actId="1036"/>
          <ac:cxnSpMkLst>
            <pc:docMk/>
            <pc:sldMk cId="566245043" sldId="4048"/>
            <ac:cxnSpMk id="28" creationId="{00000000-0000-0000-0000-000000000000}"/>
          </ac:cxnSpMkLst>
        </pc:cxnChg>
        <pc:cxnChg chg="mod">
          <ac:chgData name="Mitra, Sayan" userId="5f9b069e-390c-41f3-af3f-6bd4b0fb9710" providerId="ADAL" clId="{603CB73D-5ABF-4B35-AB35-B8B719F0AA85}" dt="2022-07-02T04:48:18.190" v="2787" actId="1036"/>
          <ac:cxnSpMkLst>
            <pc:docMk/>
            <pc:sldMk cId="566245043" sldId="4048"/>
            <ac:cxnSpMk id="30" creationId="{00000000-0000-0000-0000-000000000000}"/>
          </ac:cxnSpMkLst>
        </pc:cxnChg>
      </pc:sldChg>
      <pc:sldChg chg="delSp modSp add del mod">
        <pc:chgData name="Mitra, Sayan" userId="5f9b069e-390c-41f3-af3f-6bd4b0fb9710" providerId="ADAL" clId="{603CB73D-5ABF-4B35-AB35-B8B719F0AA85}" dt="2022-07-01T04:11:16.493" v="2146" actId="47"/>
        <pc:sldMkLst>
          <pc:docMk/>
          <pc:sldMk cId="1436543089" sldId="4048"/>
        </pc:sldMkLst>
        <pc:spChg chg="mod">
          <ac:chgData name="Mitra, Sayan" userId="5f9b069e-390c-41f3-af3f-6bd4b0fb9710" providerId="ADAL" clId="{603CB73D-5ABF-4B35-AB35-B8B719F0AA85}" dt="2022-07-01T04:11:10.991" v="2145" actId="20577"/>
          <ac:spMkLst>
            <pc:docMk/>
            <pc:sldMk cId="1436543089" sldId="4048"/>
            <ac:spMk id="40" creationId="{00000000-0000-0000-0000-000000000000}"/>
          </ac:spMkLst>
        </pc:spChg>
        <pc:grpChg chg="del">
          <ac:chgData name="Mitra, Sayan" userId="5f9b069e-390c-41f3-af3f-6bd4b0fb9710" providerId="ADAL" clId="{603CB73D-5ABF-4B35-AB35-B8B719F0AA85}" dt="2022-07-01T04:11:07.148" v="2143" actId="478"/>
          <ac:grpSpMkLst>
            <pc:docMk/>
            <pc:sldMk cId="1436543089" sldId="4048"/>
            <ac:grpSpMk id="6" creationId="{00000000-0000-0000-0000-000000000000}"/>
          </ac:grpSpMkLst>
        </pc:grpChg>
      </pc:sldChg>
      <pc:sldChg chg="delSp modSp mod ord">
        <pc:chgData name="Mitra, Sayan" userId="5f9b069e-390c-41f3-af3f-6bd4b0fb9710" providerId="ADAL" clId="{603CB73D-5ABF-4B35-AB35-B8B719F0AA85}" dt="2022-07-04T05:00:08.859" v="12464"/>
        <pc:sldMkLst>
          <pc:docMk/>
          <pc:sldMk cId="326628513" sldId="6182"/>
        </pc:sldMkLst>
        <pc:spChg chg="mod">
          <ac:chgData name="Mitra, Sayan" userId="5f9b069e-390c-41f3-af3f-6bd4b0fb9710" providerId="ADAL" clId="{603CB73D-5ABF-4B35-AB35-B8B719F0AA85}" dt="2022-07-01T15:07:20.215" v="2358" actId="12"/>
          <ac:spMkLst>
            <pc:docMk/>
            <pc:sldMk cId="326628513" sldId="6182"/>
            <ac:spMk id="8" creationId="{36C334D6-0582-4757-ABEE-9C9A86C1CC14}"/>
          </ac:spMkLst>
        </pc:spChg>
        <pc:spChg chg="del">
          <ac:chgData name="Mitra, Sayan" userId="5f9b069e-390c-41f3-af3f-6bd4b0fb9710" providerId="ADAL" clId="{603CB73D-5ABF-4B35-AB35-B8B719F0AA85}" dt="2022-07-03T05:32:48.985" v="7329" actId="478"/>
          <ac:spMkLst>
            <pc:docMk/>
            <pc:sldMk cId="326628513" sldId="6182"/>
            <ac:spMk id="12" creationId="{E3D7766B-117C-415C-BECB-9276C1BE489D}"/>
          </ac:spMkLst>
        </pc:spChg>
      </pc:sldChg>
      <pc:sldChg chg="delSp modSp del mod ord">
        <pc:chgData name="Mitra, Sayan" userId="5f9b069e-390c-41f3-af3f-6bd4b0fb9710" providerId="ADAL" clId="{603CB73D-5ABF-4B35-AB35-B8B719F0AA85}" dt="2022-07-03T15:36:23.438" v="10357" actId="47"/>
        <pc:sldMkLst>
          <pc:docMk/>
          <pc:sldMk cId="3622323979" sldId="6186"/>
        </pc:sldMkLst>
        <pc:spChg chg="mod">
          <ac:chgData name="Mitra, Sayan" userId="5f9b069e-390c-41f3-af3f-6bd4b0fb9710" providerId="ADAL" clId="{603CB73D-5ABF-4B35-AB35-B8B719F0AA85}" dt="2022-07-01T08:23:17.093" v="2160" actId="12"/>
          <ac:spMkLst>
            <pc:docMk/>
            <pc:sldMk cId="3622323979" sldId="6186"/>
            <ac:spMk id="2" creationId="{C7C57534-F459-4649-8D04-E579B00458D6}"/>
          </ac:spMkLst>
        </pc:spChg>
        <pc:spChg chg="mod">
          <ac:chgData name="Mitra, Sayan" userId="5f9b069e-390c-41f3-af3f-6bd4b0fb9710" providerId="ADAL" clId="{603CB73D-5ABF-4B35-AB35-B8B719F0AA85}" dt="2022-07-01T08:23:50.341" v="2165" actId="207"/>
          <ac:spMkLst>
            <pc:docMk/>
            <pc:sldMk cId="3622323979" sldId="6186"/>
            <ac:spMk id="4" creationId="{FD0657CB-7C26-431A-BFA6-4268DA410832}"/>
          </ac:spMkLst>
        </pc:spChg>
        <pc:spChg chg="del">
          <ac:chgData name="Mitra, Sayan" userId="5f9b069e-390c-41f3-af3f-6bd4b0fb9710" providerId="ADAL" clId="{603CB73D-5ABF-4B35-AB35-B8B719F0AA85}" dt="2022-07-03T05:32:52.300" v="7330" actId="21"/>
          <ac:spMkLst>
            <pc:docMk/>
            <pc:sldMk cId="3622323979" sldId="6186"/>
            <ac:spMk id="14" creationId="{6B588208-0A9B-4A46-9A1F-D04766FD82BD}"/>
          </ac:spMkLst>
        </pc:spChg>
        <pc:picChg chg="mod">
          <ac:chgData name="Mitra, Sayan" userId="5f9b069e-390c-41f3-af3f-6bd4b0fb9710" providerId="ADAL" clId="{603CB73D-5ABF-4B35-AB35-B8B719F0AA85}" dt="2022-07-01T08:46:14.323" v="2190" actId="14100"/>
          <ac:picMkLst>
            <pc:docMk/>
            <pc:sldMk cId="3622323979" sldId="6186"/>
            <ac:picMk id="17" creationId="{55950881-0AC6-4229-9ECC-9AF645D42745}"/>
          </ac:picMkLst>
        </pc:picChg>
      </pc:sldChg>
      <pc:sldChg chg="modSp new mod">
        <pc:chgData name="Mitra, Sayan" userId="5f9b069e-390c-41f3-af3f-6bd4b0fb9710" providerId="ADAL" clId="{603CB73D-5ABF-4B35-AB35-B8B719F0AA85}" dt="2022-07-01T11:43:16.707" v="2269" actId="20577"/>
        <pc:sldMkLst>
          <pc:docMk/>
          <pc:sldMk cId="3627085183" sldId="6187"/>
        </pc:sldMkLst>
        <pc:spChg chg="mod">
          <ac:chgData name="Mitra, Sayan" userId="5f9b069e-390c-41f3-af3f-6bd4b0fb9710" providerId="ADAL" clId="{603CB73D-5ABF-4B35-AB35-B8B719F0AA85}" dt="2022-07-01T11:43:16.707" v="2269" actId="20577"/>
          <ac:spMkLst>
            <pc:docMk/>
            <pc:sldMk cId="3627085183" sldId="6187"/>
            <ac:spMk id="2" creationId="{EF5ED846-31EA-42B1-87CA-5AF9F3EB4F42}"/>
          </ac:spMkLst>
        </pc:spChg>
      </pc:sldChg>
      <pc:sldChg chg="addSp modSp new mod">
        <pc:chgData name="Mitra, Sayan" userId="5f9b069e-390c-41f3-af3f-6bd4b0fb9710" providerId="ADAL" clId="{603CB73D-5ABF-4B35-AB35-B8B719F0AA85}" dt="2022-07-02T04:14:58.695" v="2652" actId="1076"/>
        <pc:sldMkLst>
          <pc:docMk/>
          <pc:sldMk cId="263422836" sldId="6188"/>
        </pc:sldMkLst>
        <pc:spChg chg="mod">
          <ac:chgData name="Mitra, Sayan" userId="5f9b069e-390c-41f3-af3f-6bd4b0fb9710" providerId="ADAL" clId="{603CB73D-5ABF-4B35-AB35-B8B719F0AA85}" dt="2022-07-02T04:14:30.959" v="2651" actId="6549"/>
          <ac:spMkLst>
            <pc:docMk/>
            <pc:sldMk cId="263422836" sldId="6188"/>
            <ac:spMk id="2" creationId="{A29B01C2-F874-4866-95FF-FC2697AD3A59}"/>
          </ac:spMkLst>
        </pc:spChg>
        <pc:picChg chg="add mod">
          <ac:chgData name="Mitra, Sayan" userId="5f9b069e-390c-41f3-af3f-6bd4b0fb9710" providerId="ADAL" clId="{603CB73D-5ABF-4B35-AB35-B8B719F0AA85}" dt="2022-07-02T04:14:58.695" v="2652" actId="1076"/>
          <ac:picMkLst>
            <pc:docMk/>
            <pc:sldMk cId="263422836" sldId="6188"/>
            <ac:picMk id="3" creationId="{8F308EBC-0361-48E3-9C71-797EE10EE873}"/>
          </ac:picMkLst>
        </pc:picChg>
      </pc:sldChg>
      <pc:sldChg chg="addSp delSp modSp mod modClrScheme chgLayout">
        <pc:chgData name="Mitra, Sayan" userId="5f9b069e-390c-41f3-af3f-6bd4b0fb9710" providerId="ADAL" clId="{603CB73D-5ABF-4B35-AB35-B8B719F0AA85}" dt="2022-07-04T16:34:13.683" v="14379" actId="478"/>
        <pc:sldMkLst>
          <pc:docMk/>
          <pc:sldMk cId="2840196612" sldId="6189"/>
        </pc:sldMkLst>
        <pc:spChg chg="mod ord">
          <ac:chgData name="Mitra, Sayan" userId="5f9b069e-390c-41f3-af3f-6bd4b0fb9710" providerId="ADAL" clId="{603CB73D-5ABF-4B35-AB35-B8B719F0AA85}" dt="2022-07-04T16:34:03.718" v="14377" actId="700"/>
          <ac:spMkLst>
            <pc:docMk/>
            <pc:sldMk cId="2840196612" sldId="6189"/>
            <ac:spMk id="2" creationId="{68541C34-8170-444D-B82E-63863DB67DF6}"/>
          </ac:spMkLst>
        </pc:spChg>
        <pc:spChg chg="add del mod ord">
          <ac:chgData name="Mitra, Sayan" userId="5f9b069e-390c-41f3-af3f-6bd4b0fb9710" providerId="ADAL" clId="{603CB73D-5ABF-4B35-AB35-B8B719F0AA85}" dt="2022-07-04T16:34:08.329" v="14378" actId="478"/>
          <ac:spMkLst>
            <pc:docMk/>
            <pc:sldMk cId="2840196612" sldId="6189"/>
            <ac:spMk id="3" creationId="{4C217EA8-A802-491D-B57D-B8CD696C7794}"/>
          </ac:spMkLst>
        </pc:spChg>
        <pc:spChg chg="del">
          <ac:chgData name="Mitra, Sayan" userId="5f9b069e-390c-41f3-af3f-6bd4b0fb9710" providerId="ADAL" clId="{603CB73D-5ABF-4B35-AB35-B8B719F0AA85}" dt="2022-07-04T05:46:29.140" v="12606" actId="478"/>
          <ac:spMkLst>
            <pc:docMk/>
            <pc:sldMk cId="2840196612" sldId="6189"/>
            <ac:spMk id="3" creationId="{65B31109-E6B1-4CFD-A7C5-FBA6D5A64019}"/>
          </ac:spMkLst>
        </pc:spChg>
        <pc:spChg chg="add del mod ord">
          <ac:chgData name="Mitra, Sayan" userId="5f9b069e-390c-41f3-af3f-6bd4b0fb9710" providerId="ADAL" clId="{603CB73D-5ABF-4B35-AB35-B8B719F0AA85}" dt="2022-07-04T16:34:13.683" v="14379" actId="478"/>
          <ac:spMkLst>
            <pc:docMk/>
            <pc:sldMk cId="2840196612" sldId="6189"/>
            <ac:spMk id="4" creationId="{7DFDBF75-1B71-4952-BC91-19E8B6D29B82}"/>
          </ac:spMkLst>
        </pc:spChg>
      </pc:sldChg>
      <pc:sldChg chg="add del setBg">
        <pc:chgData name="Mitra, Sayan" userId="5f9b069e-390c-41f3-af3f-6bd4b0fb9710" providerId="ADAL" clId="{603CB73D-5ABF-4B35-AB35-B8B719F0AA85}" dt="2022-07-01T15:09:40.619" v="2367" actId="47"/>
        <pc:sldMkLst>
          <pc:docMk/>
          <pc:sldMk cId="28581655" sldId="6190"/>
        </pc:sldMkLst>
      </pc:sldChg>
      <pc:sldChg chg="add del">
        <pc:chgData name="Mitra, Sayan" userId="5f9b069e-390c-41f3-af3f-6bd4b0fb9710" providerId="ADAL" clId="{603CB73D-5ABF-4B35-AB35-B8B719F0AA85}" dt="2022-07-01T15:04:43.203" v="2345" actId="47"/>
        <pc:sldMkLst>
          <pc:docMk/>
          <pc:sldMk cId="3337919590" sldId="6190"/>
        </pc:sldMkLst>
      </pc:sldChg>
      <pc:sldChg chg="modSp new mod">
        <pc:chgData name="Mitra, Sayan" userId="5f9b069e-390c-41f3-af3f-6bd4b0fb9710" providerId="ADAL" clId="{603CB73D-5ABF-4B35-AB35-B8B719F0AA85}" dt="2022-07-02T04:11:03.057" v="2625" actId="20577"/>
        <pc:sldMkLst>
          <pc:docMk/>
          <pc:sldMk cId="3848024527" sldId="6190"/>
        </pc:sldMkLst>
        <pc:spChg chg="mod">
          <ac:chgData name="Mitra, Sayan" userId="5f9b069e-390c-41f3-af3f-6bd4b0fb9710" providerId="ADAL" clId="{603CB73D-5ABF-4B35-AB35-B8B719F0AA85}" dt="2022-07-02T04:11:03.057" v="2625" actId="20577"/>
          <ac:spMkLst>
            <pc:docMk/>
            <pc:sldMk cId="3848024527" sldId="6190"/>
            <ac:spMk id="2" creationId="{9ABE4B3F-B2E8-4C5C-A7FE-3D917C413C7C}"/>
          </ac:spMkLst>
        </pc:spChg>
      </pc:sldChg>
      <pc:sldChg chg="addSp delSp modSp new mod modClrScheme chgLayout">
        <pc:chgData name="Mitra, Sayan" userId="5f9b069e-390c-41f3-af3f-6bd4b0fb9710" providerId="ADAL" clId="{603CB73D-5ABF-4B35-AB35-B8B719F0AA85}" dt="2022-07-04T06:21:27.861" v="12981" actId="1036"/>
        <pc:sldMkLst>
          <pc:docMk/>
          <pc:sldMk cId="309885933" sldId="6191"/>
        </pc:sldMkLst>
        <pc:spChg chg="mod ord">
          <ac:chgData name="Mitra, Sayan" userId="5f9b069e-390c-41f3-af3f-6bd4b0fb9710" providerId="ADAL" clId="{603CB73D-5ABF-4B35-AB35-B8B719F0AA85}" dt="2022-07-02T04:20:15.764" v="2676" actId="26606"/>
          <ac:spMkLst>
            <pc:docMk/>
            <pc:sldMk cId="309885933" sldId="6191"/>
            <ac:spMk id="2" creationId="{40DEA8BD-8A64-43E8-ABA4-688AE1E16EA0}"/>
          </ac:spMkLst>
        </pc:spChg>
        <pc:spChg chg="add del mod ord">
          <ac:chgData name="Mitra, Sayan" userId="5f9b069e-390c-41f3-af3f-6bd4b0fb9710" providerId="ADAL" clId="{603CB73D-5ABF-4B35-AB35-B8B719F0AA85}" dt="2022-07-04T04:11:02.502" v="10887" actId="478"/>
          <ac:spMkLst>
            <pc:docMk/>
            <pc:sldMk cId="309885933" sldId="6191"/>
            <ac:spMk id="4" creationId="{F9108327-C6A8-43CF-80C3-E5BA9F2C269A}"/>
          </ac:spMkLst>
        </pc:spChg>
        <pc:spChg chg="add del mod">
          <ac:chgData name="Mitra, Sayan" userId="5f9b069e-390c-41f3-af3f-6bd4b0fb9710" providerId="ADAL" clId="{603CB73D-5ABF-4B35-AB35-B8B719F0AA85}" dt="2022-07-04T04:11:06.048" v="10888" actId="478"/>
          <ac:spMkLst>
            <pc:docMk/>
            <pc:sldMk cId="309885933" sldId="6191"/>
            <ac:spMk id="6" creationId="{D2ABAB45-F452-4A11-A5FA-A0F7807FD281}"/>
          </ac:spMkLst>
        </pc:spChg>
        <pc:spChg chg="add mod">
          <ac:chgData name="Mitra, Sayan" userId="5f9b069e-390c-41f3-af3f-6bd4b0fb9710" providerId="ADAL" clId="{603CB73D-5ABF-4B35-AB35-B8B719F0AA85}" dt="2022-07-04T06:21:27.861" v="12981" actId="1036"/>
          <ac:spMkLst>
            <pc:docMk/>
            <pc:sldMk cId="309885933" sldId="6191"/>
            <ac:spMk id="9" creationId="{6D85D654-A8BF-41FE-8FF7-0F7756B3FD5C}"/>
          </ac:spMkLst>
        </pc:spChg>
        <pc:graphicFrameChg chg="add mod modGraphic">
          <ac:chgData name="Mitra, Sayan" userId="5f9b069e-390c-41f3-af3f-6bd4b0fb9710" providerId="ADAL" clId="{603CB73D-5ABF-4B35-AB35-B8B719F0AA85}" dt="2022-07-04T06:21:27.861" v="12981" actId="1036"/>
          <ac:graphicFrameMkLst>
            <pc:docMk/>
            <pc:sldMk cId="309885933" sldId="6191"/>
            <ac:graphicFrameMk id="7" creationId="{FEFC1BAD-029A-4949-8AB7-296B12402717}"/>
          </ac:graphicFrameMkLst>
        </pc:graphicFrameChg>
      </pc:sldChg>
      <pc:sldChg chg="new del">
        <pc:chgData name="Mitra, Sayan" userId="5f9b069e-390c-41f3-af3f-6bd4b0fb9710" providerId="ADAL" clId="{603CB73D-5ABF-4B35-AB35-B8B719F0AA85}" dt="2022-07-02T04:11:11.657" v="2629" actId="680"/>
        <pc:sldMkLst>
          <pc:docMk/>
          <pc:sldMk cId="672723644" sldId="6191"/>
        </pc:sldMkLst>
      </pc:sldChg>
      <pc:sldChg chg="new del">
        <pc:chgData name="Mitra, Sayan" userId="5f9b069e-390c-41f3-af3f-6bd4b0fb9710" providerId="ADAL" clId="{603CB73D-5ABF-4B35-AB35-B8B719F0AA85}" dt="2022-07-02T04:11:07.511" v="2627" actId="680"/>
        <pc:sldMkLst>
          <pc:docMk/>
          <pc:sldMk cId="2154276233" sldId="6191"/>
        </pc:sldMkLst>
      </pc:sldChg>
      <pc:sldChg chg="new del">
        <pc:chgData name="Mitra, Sayan" userId="5f9b069e-390c-41f3-af3f-6bd4b0fb9710" providerId="ADAL" clId="{603CB73D-5ABF-4B35-AB35-B8B719F0AA85}" dt="2022-07-02T04:25:13.032" v="2724" actId="680"/>
        <pc:sldMkLst>
          <pc:docMk/>
          <pc:sldMk cId="3033028835" sldId="6192"/>
        </pc:sldMkLst>
      </pc:sldChg>
      <pc:sldChg chg="addSp delSp modSp new mod modTransition modClrScheme chgLayout">
        <pc:chgData name="Mitra, Sayan" userId="5f9b069e-390c-41f3-af3f-6bd4b0fb9710" providerId="ADAL" clId="{603CB73D-5ABF-4B35-AB35-B8B719F0AA85}" dt="2022-07-04T08:02:27.622" v="12987"/>
        <pc:sldMkLst>
          <pc:docMk/>
          <pc:sldMk cId="3850041774" sldId="6192"/>
        </pc:sldMkLst>
        <pc:spChg chg="mod ord">
          <ac:chgData name="Mitra, Sayan" userId="5f9b069e-390c-41f3-af3f-6bd4b0fb9710" providerId="ADAL" clId="{603CB73D-5ABF-4B35-AB35-B8B719F0AA85}" dt="2022-07-02T05:57:39.787" v="2939" actId="26606"/>
          <ac:spMkLst>
            <pc:docMk/>
            <pc:sldMk cId="3850041774" sldId="6192"/>
            <ac:spMk id="2" creationId="{905F276B-62DE-4204-96B7-DF626CAFCBE8}"/>
          </ac:spMkLst>
        </pc:spChg>
        <pc:spChg chg="add mod ord">
          <ac:chgData name="Mitra, Sayan" userId="5f9b069e-390c-41f3-af3f-6bd4b0fb9710" providerId="ADAL" clId="{603CB73D-5ABF-4B35-AB35-B8B719F0AA85}" dt="2022-07-04T08:02:27.622" v="12987"/>
          <ac:spMkLst>
            <pc:docMk/>
            <pc:sldMk cId="3850041774" sldId="6192"/>
            <ac:spMk id="4" creationId="{FF9A8B35-B3B7-4DE9-AF1C-394413BC6F4D}"/>
          </ac:spMkLst>
        </pc:spChg>
        <pc:spChg chg="add mod">
          <ac:chgData name="Mitra, Sayan" userId="5f9b069e-390c-41f3-af3f-6bd4b0fb9710" providerId="ADAL" clId="{603CB73D-5ABF-4B35-AB35-B8B719F0AA85}" dt="2022-07-03T14:37:21.731" v="10233" actId="692"/>
          <ac:spMkLst>
            <pc:docMk/>
            <pc:sldMk cId="3850041774" sldId="6192"/>
            <ac:spMk id="7" creationId="{7EF233F9-C6A2-4720-90A1-2AEC3D1028F2}"/>
          </ac:spMkLst>
        </pc:spChg>
        <pc:spChg chg="add del mod">
          <ac:chgData name="Mitra, Sayan" userId="5f9b069e-390c-41f3-af3f-6bd4b0fb9710" providerId="ADAL" clId="{603CB73D-5ABF-4B35-AB35-B8B719F0AA85}" dt="2022-07-02T05:57:39.782" v="2938" actId="26606"/>
          <ac:spMkLst>
            <pc:docMk/>
            <pc:sldMk cId="3850041774" sldId="6192"/>
            <ac:spMk id="7" creationId="{C3319F84-3754-50D0-892E-5DDA2E74627B}"/>
          </ac:spMkLst>
        </pc:spChg>
        <pc:spChg chg="add del mod">
          <ac:chgData name="Mitra, Sayan" userId="5f9b069e-390c-41f3-af3f-6bd4b0fb9710" providerId="ADAL" clId="{603CB73D-5ABF-4B35-AB35-B8B719F0AA85}" dt="2022-07-02T09:27:36.767" v="3003"/>
          <ac:spMkLst>
            <pc:docMk/>
            <pc:sldMk cId="3850041774" sldId="6192"/>
            <ac:spMk id="8" creationId="{9D2BDF46-50D6-4158-9AE7-48CDA0954626}"/>
          </ac:spMkLst>
        </pc:spChg>
        <pc:spChg chg="add del mod">
          <ac:chgData name="Mitra, Sayan" userId="5f9b069e-390c-41f3-af3f-6bd4b0fb9710" providerId="ADAL" clId="{603CB73D-5ABF-4B35-AB35-B8B719F0AA85}" dt="2022-07-02T09:27:36.767" v="3003"/>
          <ac:spMkLst>
            <pc:docMk/>
            <pc:sldMk cId="3850041774" sldId="6192"/>
            <ac:spMk id="9" creationId="{B77D10EF-6D99-4F47-9566-E99977B5C7F1}"/>
          </ac:spMkLst>
        </pc:spChg>
        <pc:spChg chg="add del mod">
          <ac:chgData name="Mitra, Sayan" userId="5f9b069e-390c-41f3-af3f-6bd4b0fb9710" providerId="ADAL" clId="{603CB73D-5ABF-4B35-AB35-B8B719F0AA85}" dt="2022-07-02T05:57:36.663" v="2932" actId="26606"/>
          <ac:spMkLst>
            <pc:docMk/>
            <pc:sldMk cId="3850041774" sldId="6192"/>
            <ac:spMk id="10" creationId="{271F3F0C-61DC-2B0E-E288-B659C32A6EA3}"/>
          </ac:spMkLst>
        </pc:spChg>
        <pc:spChg chg="add del mod">
          <ac:chgData name="Mitra, Sayan" userId="5f9b069e-390c-41f3-af3f-6bd4b0fb9710" providerId="ADAL" clId="{603CB73D-5ABF-4B35-AB35-B8B719F0AA85}" dt="2022-07-02T09:27:36.767" v="3003"/>
          <ac:spMkLst>
            <pc:docMk/>
            <pc:sldMk cId="3850041774" sldId="6192"/>
            <ac:spMk id="11" creationId="{69BDA019-49E5-4EBE-8966-F7993845361B}"/>
          </ac:spMkLst>
        </pc:spChg>
        <pc:spChg chg="add mod">
          <ac:chgData name="Mitra, Sayan" userId="5f9b069e-390c-41f3-af3f-6bd4b0fb9710" providerId="ADAL" clId="{603CB73D-5ABF-4B35-AB35-B8B719F0AA85}" dt="2022-07-03T14:34:20.800" v="10189" actId="255"/>
          <ac:spMkLst>
            <pc:docMk/>
            <pc:sldMk cId="3850041774" sldId="6192"/>
            <ac:spMk id="11" creationId="{732CCEFE-DB9B-4E78-BC75-C986B223B94D}"/>
          </ac:spMkLst>
        </pc:spChg>
        <pc:spChg chg="add del mod">
          <ac:chgData name="Mitra, Sayan" userId="5f9b069e-390c-41f3-af3f-6bd4b0fb9710" providerId="ADAL" clId="{603CB73D-5ABF-4B35-AB35-B8B719F0AA85}" dt="2022-07-02T09:27:36.767" v="3003"/>
          <ac:spMkLst>
            <pc:docMk/>
            <pc:sldMk cId="3850041774" sldId="6192"/>
            <ac:spMk id="12" creationId="{7F6407D8-A31C-4484-A121-0DEB90424EA6}"/>
          </ac:spMkLst>
        </pc:spChg>
        <pc:spChg chg="add mod">
          <ac:chgData name="Mitra, Sayan" userId="5f9b069e-390c-41f3-af3f-6bd4b0fb9710" providerId="ADAL" clId="{603CB73D-5ABF-4B35-AB35-B8B719F0AA85}" dt="2022-07-03T14:34:20.800" v="10189" actId="255"/>
          <ac:spMkLst>
            <pc:docMk/>
            <pc:sldMk cId="3850041774" sldId="6192"/>
            <ac:spMk id="12" creationId="{A488C8B9-414B-483A-964C-61A9D42DD369}"/>
          </ac:spMkLst>
        </pc:spChg>
        <pc:spChg chg="add mod">
          <ac:chgData name="Mitra, Sayan" userId="5f9b069e-390c-41f3-af3f-6bd4b0fb9710" providerId="ADAL" clId="{603CB73D-5ABF-4B35-AB35-B8B719F0AA85}" dt="2022-07-03T14:34:20.800" v="10189" actId="255"/>
          <ac:spMkLst>
            <pc:docMk/>
            <pc:sldMk cId="3850041774" sldId="6192"/>
            <ac:spMk id="13" creationId="{555AE5A4-6584-41B4-921F-1F05C856D7A5}"/>
          </ac:spMkLst>
        </pc:spChg>
        <pc:spChg chg="add del mod">
          <ac:chgData name="Mitra, Sayan" userId="5f9b069e-390c-41f3-af3f-6bd4b0fb9710" providerId="ADAL" clId="{603CB73D-5ABF-4B35-AB35-B8B719F0AA85}" dt="2022-07-02T09:27:36.767" v="3003"/>
          <ac:spMkLst>
            <pc:docMk/>
            <pc:sldMk cId="3850041774" sldId="6192"/>
            <ac:spMk id="13" creationId="{EA2DCA2B-E662-40DA-90D8-A0CBEEA4D05F}"/>
          </ac:spMkLst>
        </pc:spChg>
        <pc:spChg chg="add mod">
          <ac:chgData name="Mitra, Sayan" userId="5f9b069e-390c-41f3-af3f-6bd4b0fb9710" providerId="ADAL" clId="{603CB73D-5ABF-4B35-AB35-B8B719F0AA85}" dt="2022-07-03T14:34:20.800" v="10189" actId="255"/>
          <ac:spMkLst>
            <pc:docMk/>
            <pc:sldMk cId="3850041774" sldId="6192"/>
            <ac:spMk id="14" creationId="{4DE5EA84-D53D-4272-BA0E-2DB11CAEBDEF}"/>
          </ac:spMkLst>
        </pc:spChg>
        <pc:spChg chg="add del mod">
          <ac:chgData name="Mitra, Sayan" userId="5f9b069e-390c-41f3-af3f-6bd4b0fb9710" providerId="ADAL" clId="{603CB73D-5ABF-4B35-AB35-B8B719F0AA85}" dt="2022-07-02T09:27:36.767" v="3003"/>
          <ac:spMkLst>
            <pc:docMk/>
            <pc:sldMk cId="3850041774" sldId="6192"/>
            <ac:spMk id="15" creationId="{7DD29752-E522-4106-8C66-600F788CEA8D}"/>
          </ac:spMkLst>
        </pc:spChg>
        <pc:spChg chg="add mod">
          <ac:chgData name="Mitra, Sayan" userId="5f9b069e-390c-41f3-af3f-6bd4b0fb9710" providerId="ADAL" clId="{603CB73D-5ABF-4B35-AB35-B8B719F0AA85}" dt="2022-07-03T14:34:20.800" v="10189" actId="255"/>
          <ac:spMkLst>
            <pc:docMk/>
            <pc:sldMk cId="3850041774" sldId="6192"/>
            <ac:spMk id="15" creationId="{FDC9AF86-0DC3-457F-8DF0-86CA75368899}"/>
          </ac:spMkLst>
        </pc:spChg>
        <pc:spChg chg="add mod">
          <ac:chgData name="Mitra, Sayan" userId="5f9b069e-390c-41f3-af3f-6bd4b0fb9710" providerId="ADAL" clId="{603CB73D-5ABF-4B35-AB35-B8B719F0AA85}" dt="2022-07-03T14:35:43.917" v="10220" actId="14100"/>
          <ac:spMkLst>
            <pc:docMk/>
            <pc:sldMk cId="3850041774" sldId="6192"/>
            <ac:spMk id="16" creationId="{1F926E5F-2E79-43CB-A514-9EC7A1420F1A}"/>
          </ac:spMkLst>
        </pc:spChg>
        <pc:spChg chg="add del mod">
          <ac:chgData name="Mitra, Sayan" userId="5f9b069e-390c-41f3-af3f-6bd4b0fb9710" providerId="ADAL" clId="{603CB73D-5ABF-4B35-AB35-B8B719F0AA85}" dt="2022-07-02T09:27:36.767" v="3003"/>
          <ac:spMkLst>
            <pc:docMk/>
            <pc:sldMk cId="3850041774" sldId="6192"/>
            <ac:spMk id="17" creationId="{068F2143-1A9E-49F2-AC72-5BB3E78E1816}"/>
          </ac:spMkLst>
        </pc:spChg>
        <pc:spChg chg="add mod">
          <ac:chgData name="Mitra, Sayan" userId="5f9b069e-390c-41f3-af3f-6bd4b0fb9710" providerId="ADAL" clId="{603CB73D-5ABF-4B35-AB35-B8B719F0AA85}" dt="2022-07-03T14:34:20.800" v="10189" actId="255"/>
          <ac:spMkLst>
            <pc:docMk/>
            <pc:sldMk cId="3850041774" sldId="6192"/>
            <ac:spMk id="17" creationId="{B29D5428-49BB-4503-87AC-4E6BD7EEB41C}"/>
          </ac:spMkLst>
        </pc:spChg>
        <pc:spChg chg="add mod">
          <ac:chgData name="Mitra, Sayan" userId="5f9b069e-390c-41f3-af3f-6bd4b0fb9710" providerId="ADAL" clId="{603CB73D-5ABF-4B35-AB35-B8B719F0AA85}" dt="2022-07-03T14:34:20.800" v="10189" actId="255"/>
          <ac:spMkLst>
            <pc:docMk/>
            <pc:sldMk cId="3850041774" sldId="6192"/>
            <ac:spMk id="18" creationId="{79ABDE99-62E4-4C36-9EEC-F36A3C7B0420}"/>
          </ac:spMkLst>
        </pc:spChg>
        <pc:spChg chg="add del mod">
          <ac:chgData name="Mitra, Sayan" userId="5f9b069e-390c-41f3-af3f-6bd4b0fb9710" providerId="ADAL" clId="{603CB73D-5ABF-4B35-AB35-B8B719F0AA85}" dt="2022-07-02T09:27:36.767" v="3003"/>
          <ac:spMkLst>
            <pc:docMk/>
            <pc:sldMk cId="3850041774" sldId="6192"/>
            <ac:spMk id="19" creationId="{02B3CF5F-D7D4-40FF-8CFE-C02062030E9E}"/>
          </ac:spMkLst>
        </pc:spChg>
        <pc:spChg chg="add mod">
          <ac:chgData name="Mitra, Sayan" userId="5f9b069e-390c-41f3-af3f-6bd4b0fb9710" providerId="ADAL" clId="{603CB73D-5ABF-4B35-AB35-B8B719F0AA85}" dt="2022-07-03T14:34:20.800" v="10189" actId="255"/>
          <ac:spMkLst>
            <pc:docMk/>
            <pc:sldMk cId="3850041774" sldId="6192"/>
            <ac:spMk id="19" creationId="{D096FE2B-1C45-4F55-BD04-82EA0BA8852C}"/>
          </ac:spMkLst>
        </pc:spChg>
        <pc:spChg chg="add mod">
          <ac:chgData name="Mitra, Sayan" userId="5f9b069e-390c-41f3-af3f-6bd4b0fb9710" providerId="ADAL" clId="{603CB73D-5ABF-4B35-AB35-B8B719F0AA85}" dt="2022-07-03T14:34:20.800" v="10189" actId="255"/>
          <ac:spMkLst>
            <pc:docMk/>
            <pc:sldMk cId="3850041774" sldId="6192"/>
            <ac:spMk id="20" creationId="{E5C9277A-B439-4EFC-9D94-5C20A15D3E63}"/>
          </ac:spMkLst>
        </pc:spChg>
        <pc:spChg chg="add mod">
          <ac:chgData name="Mitra, Sayan" userId="5f9b069e-390c-41f3-af3f-6bd4b0fb9710" providerId="ADAL" clId="{603CB73D-5ABF-4B35-AB35-B8B719F0AA85}" dt="2022-07-03T14:34:20.800" v="10189" actId="255"/>
          <ac:spMkLst>
            <pc:docMk/>
            <pc:sldMk cId="3850041774" sldId="6192"/>
            <ac:spMk id="21" creationId="{5ED4EBDD-BEC5-40AD-8114-8463252AEC33}"/>
          </ac:spMkLst>
        </pc:spChg>
        <pc:spChg chg="mod">
          <ac:chgData name="Mitra, Sayan" userId="5f9b069e-390c-41f3-af3f-6bd4b0fb9710" providerId="ADAL" clId="{603CB73D-5ABF-4B35-AB35-B8B719F0AA85}" dt="2022-07-02T09:27:34.835" v="3002"/>
          <ac:spMkLst>
            <pc:docMk/>
            <pc:sldMk cId="3850041774" sldId="6192"/>
            <ac:spMk id="22" creationId="{639AF47B-0519-42BE-BDA5-CA3EC26F8FEC}"/>
          </ac:spMkLst>
        </pc:spChg>
        <pc:spChg chg="add mod">
          <ac:chgData name="Mitra, Sayan" userId="5f9b069e-390c-41f3-af3f-6bd4b0fb9710" providerId="ADAL" clId="{603CB73D-5ABF-4B35-AB35-B8B719F0AA85}" dt="2022-07-03T14:34:20.800" v="10189" actId="255"/>
          <ac:spMkLst>
            <pc:docMk/>
            <pc:sldMk cId="3850041774" sldId="6192"/>
            <ac:spMk id="22" creationId="{D02E30FE-EC83-481D-9D32-2A13446AA5D8}"/>
          </ac:spMkLst>
        </pc:spChg>
        <pc:spChg chg="add mod">
          <ac:chgData name="Mitra, Sayan" userId="5f9b069e-390c-41f3-af3f-6bd4b0fb9710" providerId="ADAL" clId="{603CB73D-5ABF-4B35-AB35-B8B719F0AA85}" dt="2022-07-03T14:34:20.800" v="10189" actId="255"/>
          <ac:spMkLst>
            <pc:docMk/>
            <pc:sldMk cId="3850041774" sldId="6192"/>
            <ac:spMk id="23" creationId="{898AB3C9-CBA6-457F-BDEE-D94DB1DE210C}"/>
          </ac:spMkLst>
        </pc:spChg>
        <pc:spChg chg="mod">
          <ac:chgData name="Mitra, Sayan" userId="5f9b069e-390c-41f3-af3f-6bd4b0fb9710" providerId="ADAL" clId="{603CB73D-5ABF-4B35-AB35-B8B719F0AA85}" dt="2022-07-02T09:27:34.835" v="3002"/>
          <ac:spMkLst>
            <pc:docMk/>
            <pc:sldMk cId="3850041774" sldId="6192"/>
            <ac:spMk id="23" creationId="{8B58BA68-5A30-4F19-94E9-C9746851ECFB}"/>
          </ac:spMkLst>
        </pc:spChg>
        <pc:spChg chg="add mod">
          <ac:chgData name="Mitra, Sayan" userId="5f9b069e-390c-41f3-af3f-6bd4b0fb9710" providerId="ADAL" clId="{603CB73D-5ABF-4B35-AB35-B8B719F0AA85}" dt="2022-07-03T14:34:20.800" v="10189" actId="255"/>
          <ac:spMkLst>
            <pc:docMk/>
            <pc:sldMk cId="3850041774" sldId="6192"/>
            <ac:spMk id="24" creationId="{766751A2-A155-46EB-92CB-5BE53B8418D9}"/>
          </ac:spMkLst>
        </pc:spChg>
        <pc:spChg chg="mod">
          <ac:chgData name="Mitra, Sayan" userId="5f9b069e-390c-41f3-af3f-6bd4b0fb9710" providerId="ADAL" clId="{603CB73D-5ABF-4B35-AB35-B8B719F0AA85}" dt="2022-07-02T09:27:34.835" v="3002"/>
          <ac:spMkLst>
            <pc:docMk/>
            <pc:sldMk cId="3850041774" sldId="6192"/>
            <ac:spMk id="24" creationId="{8AAC83DA-7A1C-4F5A-B2D2-16CE413EF568}"/>
          </ac:spMkLst>
        </pc:spChg>
        <pc:spChg chg="mod">
          <ac:chgData name="Mitra, Sayan" userId="5f9b069e-390c-41f3-af3f-6bd4b0fb9710" providerId="ADAL" clId="{603CB73D-5ABF-4B35-AB35-B8B719F0AA85}" dt="2022-07-02T09:27:34.835" v="3002"/>
          <ac:spMkLst>
            <pc:docMk/>
            <pc:sldMk cId="3850041774" sldId="6192"/>
            <ac:spMk id="25" creationId="{0FDDBFC9-03E2-4EE6-9FF6-48AEC798808E}"/>
          </ac:spMkLst>
        </pc:spChg>
        <pc:spChg chg="add mod">
          <ac:chgData name="Mitra, Sayan" userId="5f9b069e-390c-41f3-af3f-6bd4b0fb9710" providerId="ADAL" clId="{603CB73D-5ABF-4B35-AB35-B8B719F0AA85}" dt="2022-07-03T14:34:20.800" v="10189" actId="255"/>
          <ac:spMkLst>
            <pc:docMk/>
            <pc:sldMk cId="3850041774" sldId="6192"/>
            <ac:spMk id="25" creationId="{590A75DF-0F37-4EF3-A83D-DE8661E32237}"/>
          </ac:spMkLst>
        </pc:spChg>
        <pc:spChg chg="mod">
          <ac:chgData name="Mitra, Sayan" userId="5f9b069e-390c-41f3-af3f-6bd4b0fb9710" providerId="ADAL" clId="{603CB73D-5ABF-4B35-AB35-B8B719F0AA85}" dt="2022-07-02T09:27:34.835" v="3002"/>
          <ac:spMkLst>
            <pc:docMk/>
            <pc:sldMk cId="3850041774" sldId="6192"/>
            <ac:spMk id="26" creationId="{6A5C875C-F312-47B1-BE86-672B2A17CD7E}"/>
          </ac:spMkLst>
        </pc:spChg>
        <pc:spChg chg="add mod">
          <ac:chgData name="Mitra, Sayan" userId="5f9b069e-390c-41f3-af3f-6bd4b0fb9710" providerId="ADAL" clId="{603CB73D-5ABF-4B35-AB35-B8B719F0AA85}" dt="2022-07-03T14:34:20.800" v="10189" actId="255"/>
          <ac:spMkLst>
            <pc:docMk/>
            <pc:sldMk cId="3850041774" sldId="6192"/>
            <ac:spMk id="26" creationId="{E2589D67-75B1-4776-9298-846DBB4FFD86}"/>
          </ac:spMkLst>
        </pc:spChg>
        <pc:spChg chg="add mod">
          <ac:chgData name="Mitra, Sayan" userId="5f9b069e-390c-41f3-af3f-6bd4b0fb9710" providerId="ADAL" clId="{603CB73D-5ABF-4B35-AB35-B8B719F0AA85}" dt="2022-07-03T14:34:20.800" v="10189" actId="255"/>
          <ac:spMkLst>
            <pc:docMk/>
            <pc:sldMk cId="3850041774" sldId="6192"/>
            <ac:spMk id="27" creationId="{24FC8A7E-F1C1-42D4-9A8C-D44EEFE5C64C}"/>
          </ac:spMkLst>
        </pc:spChg>
        <pc:spChg chg="add mod">
          <ac:chgData name="Mitra, Sayan" userId="5f9b069e-390c-41f3-af3f-6bd4b0fb9710" providerId="ADAL" clId="{603CB73D-5ABF-4B35-AB35-B8B719F0AA85}" dt="2022-07-03T14:35:53.986" v="10222" actId="1036"/>
          <ac:spMkLst>
            <pc:docMk/>
            <pc:sldMk cId="3850041774" sldId="6192"/>
            <ac:spMk id="28" creationId="{50E30614-5055-40DE-882B-A1F675CA36C7}"/>
          </ac:spMkLst>
        </pc:spChg>
        <pc:spChg chg="mod">
          <ac:chgData name="Mitra, Sayan" userId="5f9b069e-390c-41f3-af3f-6bd4b0fb9710" providerId="ADAL" clId="{603CB73D-5ABF-4B35-AB35-B8B719F0AA85}" dt="2022-07-02T09:27:34.835" v="3002"/>
          <ac:spMkLst>
            <pc:docMk/>
            <pc:sldMk cId="3850041774" sldId="6192"/>
            <ac:spMk id="28" creationId="{D7ACAEFD-4AFB-4297-B83F-017F59427193}"/>
          </ac:spMkLst>
        </pc:spChg>
        <pc:spChg chg="add mod">
          <ac:chgData name="Mitra, Sayan" userId="5f9b069e-390c-41f3-af3f-6bd4b0fb9710" providerId="ADAL" clId="{603CB73D-5ABF-4B35-AB35-B8B719F0AA85}" dt="2022-07-03T14:34:25.780" v="10190" actId="14100"/>
          <ac:spMkLst>
            <pc:docMk/>
            <pc:sldMk cId="3850041774" sldId="6192"/>
            <ac:spMk id="29" creationId="{4D4C9F22-EC90-41E9-AA4F-5E79782BE5C5}"/>
          </ac:spMkLst>
        </pc:spChg>
        <pc:spChg chg="mod">
          <ac:chgData name="Mitra, Sayan" userId="5f9b069e-390c-41f3-af3f-6bd4b0fb9710" providerId="ADAL" clId="{603CB73D-5ABF-4B35-AB35-B8B719F0AA85}" dt="2022-07-02T09:27:34.835" v="3002"/>
          <ac:spMkLst>
            <pc:docMk/>
            <pc:sldMk cId="3850041774" sldId="6192"/>
            <ac:spMk id="29" creationId="{6D215CA6-B0FA-4F74-A865-DD388D7BF123}"/>
          </ac:spMkLst>
        </pc:spChg>
        <pc:spChg chg="add mod">
          <ac:chgData name="Mitra, Sayan" userId="5f9b069e-390c-41f3-af3f-6bd4b0fb9710" providerId="ADAL" clId="{603CB73D-5ABF-4B35-AB35-B8B719F0AA85}" dt="2022-07-03T14:34:20.800" v="10189" actId="255"/>
          <ac:spMkLst>
            <pc:docMk/>
            <pc:sldMk cId="3850041774" sldId="6192"/>
            <ac:spMk id="30" creationId="{A8C7D905-EC26-41D0-A3E2-B621C3C1E795}"/>
          </ac:spMkLst>
        </pc:spChg>
        <pc:spChg chg="mod">
          <ac:chgData name="Mitra, Sayan" userId="5f9b069e-390c-41f3-af3f-6bd4b0fb9710" providerId="ADAL" clId="{603CB73D-5ABF-4B35-AB35-B8B719F0AA85}" dt="2022-07-02T09:27:34.835" v="3002"/>
          <ac:spMkLst>
            <pc:docMk/>
            <pc:sldMk cId="3850041774" sldId="6192"/>
            <ac:spMk id="31" creationId="{C3E5C03A-0488-43CE-9984-7B80B5109A1C}"/>
          </ac:spMkLst>
        </pc:spChg>
        <pc:spChg chg="add mod">
          <ac:chgData name="Mitra, Sayan" userId="5f9b069e-390c-41f3-af3f-6bd4b0fb9710" providerId="ADAL" clId="{603CB73D-5ABF-4B35-AB35-B8B719F0AA85}" dt="2022-07-03T14:34:20.800" v="10189" actId="255"/>
          <ac:spMkLst>
            <pc:docMk/>
            <pc:sldMk cId="3850041774" sldId="6192"/>
            <ac:spMk id="31" creationId="{D269D7EA-8625-4EBE-9387-506D973B862C}"/>
          </ac:spMkLst>
        </pc:spChg>
        <pc:spChg chg="mod">
          <ac:chgData name="Mitra, Sayan" userId="5f9b069e-390c-41f3-af3f-6bd4b0fb9710" providerId="ADAL" clId="{603CB73D-5ABF-4B35-AB35-B8B719F0AA85}" dt="2022-07-02T09:27:34.835" v="3002"/>
          <ac:spMkLst>
            <pc:docMk/>
            <pc:sldMk cId="3850041774" sldId="6192"/>
            <ac:spMk id="32" creationId="{2E6CA2AC-E88E-4B87-9187-A2C594B0E543}"/>
          </ac:spMkLst>
        </pc:spChg>
        <pc:spChg chg="add mod">
          <ac:chgData name="Mitra, Sayan" userId="5f9b069e-390c-41f3-af3f-6bd4b0fb9710" providerId="ADAL" clId="{603CB73D-5ABF-4B35-AB35-B8B719F0AA85}" dt="2022-07-03T14:34:20.800" v="10189" actId="255"/>
          <ac:spMkLst>
            <pc:docMk/>
            <pc:sldMk cId="3850041774" sldId="6192"/>
            <ac:spMk id="32" creationId="{2FE6C749-A9E1-4D96-AE32-D286D656B6DD}"/>
          </ac:spMkLst>
        </pc:spChg>
        <pc:spChg chg="add mod">
          <ac:chgData name="Mitra, Sayan" userId="5f9b069e-390c-41f3-af3f-6bd4b0fb9710" providerId="ADAL" clId="{603CB73D-5ABF-4B35-AB35-B8B719F0AA85}" dt="2022-07-03T14:34:20.800" v="10189" actId="255"/>
          <ac:spMkLst>
            <pc:docMk/>
            <pc:sldMk cId="3850041774" sldId="6192"/>
            <ac:spMk id="33" creationId="{C4D0D30B-1457-495F-ABA1-F057C63F063C}"/>
          </ac:spMkLst>
        </pc:spChg>
        <pc:spChg chg="mod">
          <ac:chgData name="Mitra, Sayan" userId="5f9b069e-390c-41f3-af3f-6bd4b0fb9710" providerId="ADAL" clId="{603CB73D-5ABF-4B35-AB35-B8B719F0AA85}" dt="2022-07-02T09:27:34.835" v="3002"/>
          <ac:spMkLst>
            <pc:docMk/>
            <pc:sldMk cId="3850041774" sldId="6192"/>
            <ac:spMk id="34" creationId="{186AE1A9-A797-47F3-85AD-9F2AEA85A831}"/>
          </ac:spMkLst>
        </pc:spChg>
        <pc:spChg chg="add mod">
          <ac:chgData name="Mitra, Sayan" userId="5f9b069e-390c-41f3-af3f-6bd4b0fb9710" providerId="ADAL" clId="{603CB73D-5ABF-4B35-AB35-B8B719F0AA85}" dt="2022-07-03T14:34:40.799" v="10199" actId="1035"/>
          <ac:spMkLst>
            <pc:docMk/>
            <pc:sldMk cId="3850041774" sldId="6192"/>
            <ac:spMk id="34" creationId="{8D5C74E6-3A37-4630-A96C-6470BFF217F5}"/>
          </ac:spMkLst>
        </pc:spChg>
        <pc:spChg chg="mod">
          <ac:chgData name="Mitra, Sayan" userId="5f9b069e-390c-41f3-af3f-6bd4b0fb9710" providerId="ADAL" clId="{603CB73D-5ABF-4B35-AB35-B8B719F0AA85}" dt="2022-07-02T09:27:34.835" v="3002"/>
          <ac:spMkLst>
            <pc:docMk/>
            <pc:sldMk cId="3850041774" sldId="6192"/>
            <ac:spMk id="35" creationId="{6BB0E44F-7B53-4ED1-93CC-F51412D048EC}"/>
          </ac:spMkLst>
        </pc:spChg>
        <pc:spChg chg="add mod">
          <ac:chgData name="Mitra, Sayan" userId="5f9b069e-390c-41f3-af3f-6bd4b0fb9710" providerId="ADAL" clId="{603CB73D-5ABF-4B35-AB35-B8B719F0AA85}" dt="2022-07-03T14:35:01.172" v="10214" actId="1076"/>
          <ac:spMkLst>
            <pc:docMk/>
            <pc:sldMk cId="3850041774" sldId="6192"/>
            <ac:spMk id="35" creationId="{7785A0E2-AA55-433D-8939-60CD9BD718C9}"/>
          </ac:spMkLst>
        </pc:spChg>
        <pc:spChg chg="add mod">
          <ac:chgData name="Mitra, Sayan" userId="5f9b069e-390c-41f3-af3f-6bd4b0fb9710" providerId="ADAL" clId="{603CB73D-5ABF-4B35-AB35-B8B719F0AA85}" dt="2022-07-03T14:36:28.480" v="10225" actId="14100"/>
          <ac:spMkLst>
            <pc:docMk/>
            <pc:sldMk cId="3850041774" sldId="6192"/>
            <ac:spMk id="37" creationId="{1E5994BF-B5AB-4405-9125-70CFE76BE127}"/>
          </ac:spMkLst>
        </pc:spChg>
        <pc:spChg chg="add mod">
          <ac:chgData name="Mitra, Sayan" userId="5f9b069e-390c-41f3-af3f-6bd4b0fb9710" providerId="ADAL" clId="{603CB73D-5ABF-4B35-AB35-B8B719F0AA85}" dt="2022-07-03T14:36:39.478" v="10226" actId="408"/>
          <ac:spMkLst>
            <pc:docMk/>
            <pc:sldMk cId="3850041774" sldId="6192"/>
            <ac:spMk id="38" creationId="{02793093-258D-4A43-B466-0A4FA1749C40}"/>
          </ac:spMkLst>
        </pc:spChg>
        <pc:spChg chg="add mod">
          <ac:chgData name="Mitra, Sayan" userId="5f9b069e-390c-41f3-af3f-6bd4b0fb9710" providerId="ADAL" clId="{603CB73D-5ABF-4B35-AB35-B8B719F0AA85}" dt="2022-07-02T17:15:20.723" v="3631" actId="692"/>
          <ac:spMkLst>
            <pc:docMk/>
            <pc:sldMk cId="3850041774" sldId="6192"/>
            <ac:spMk id="39" creationId="{C5DDA12C-B796-4F40-B99F-528917428298}"/>
          </ac:spMkLst>
        </pc:spChg>
        <pc:spChg chg="mod">
          <ac:chgData name="Mitra, Sayan" userId="5f9b069e-390c-41f3-af3f-6bd4b0fb9710" providerId="ADAL" clId="{603CB73D-5ABF-4B35-AB35-B8B719F0AA85}" dt="2022-07-03T14:34:20.800" v="10189" actId="255"/>
          <ac:spMkLst>
            <pc:docMk/>
            <pc:sldMk cId="3850041774" sldId="6192"/>
            <ac:spMk id="41" creationId="{B4BA26C4-7679-4B7E-B274-077BA14D01D9}"/>
          </ac:spMkLst>
        </pc:spChg>
        <pc:spChg chg="mod">
          <ac:chgData name="Mitra, Sayan" userId="5f9b069e-390c-41f3-af3f-6bd4b0fb9710" providerId="ADAL" clId="{603CB73D-5ABF-4B35-AB35-B8B719F0AA85}" dt="2022-07-03T14:34:20.800" v="10189" actId="255"/>
          <ac:spMkLst>
            <pc:docMk/>
            <pc:sldMk cId="3850041774" sldId="6192"/>
            <ac:spMk id="42" creationId="{51DD4555-15E0-44F4-8D5A-32AF513067FD}"/>
          </ac:spMkLst>
        </pc:spChg>
        <pc:spChg chg="mod">
          <ac:chgData name="Mitra, Sayan" userId="5f9b069e-390c-41f3-af3f-6bd4b0fb9710" providerId="ADAL" clId="{603CB73D-5ABF-4B35-AB35-B8B719F0AA85}" dt="2022-07-03T14:34:20.800" v="10189" actId="255"/>
          <ac:spMkLst>
            <pc:docMk/>
            <pc:sldMk cId="3850041774" sldId="6192"/>
            <ac:spMk id="44" creationId="{21FF990C-ED87-42BE-BF1C-39EE6B974076}"/>
          </ac:spMkLst>
        </pc:spChg>
        <pc:spChg chg="mod">
          <ac:chgData name="Mitra, Sayan" userId="5f9b069e-390c-41f3-af3f-6bd4b0fb9710" providerId="ADAL" clId="{603CB73D-5ABF-4B35-AB35-B8B719F0AA85}" dt="2022-07-03T14:34:20.800" v="10189" actId="255"/>
          <ac:spMkLst>
            <pc:docMk/>
            <pc:sldMk cId="3850041774" sldId="6192"/>
            <ac:spMk id="45" creationId="{A71038A2-23D7-419A-9F88-FC4D7DFC5D5B}"/>
          </ac:spMkLst>
        </pc:spChg>
        <pc:spChg chg="mod">
          <ac:chgData name="Mitra, Sayan" userId="5f9b069e-390c-41f3-af3f-6bd4b0fb9710" providerId="ADAL" clId="{603CB73D-5ABF-4B35-AB35-B8B719F0AA85}" dt="2022-07-03T14:34:20.800" v="10189" actId="255"/>
          <ac:spMkLst>
            <pc:docMk/>
            <pc:sldMk cId="3850041774" sldId="6192"/>
            <ac:spMk id="47" creationId="{51A2F936-8621-4F0E-BC99-E83C18E1FF09}"/>
          </ac:spMkLst>
        </pc:spChg>
        <pc:spChg chg="mod">
          <ac:chgData name="Mitra, Sayan" userId="5f9b069e-390c-41f3-af3f-6bd4b0fb9710" providerId="ADAL" clId="{603CB73D-5ABF-4B35-AB35-B8B719F0AA85}" dt="2022-07-03T14:34:20.800" v="10189" actId="255"/>
          <ac:spMkLst>
            <pc:docMk/>
            <pc:sldMk cId="3850041774" sldId="6192"/>
            <ac:spMk id="48" creationId="{AC494044-F2D6-4618-91A6-FC89CCBA575A}"/>
          </ac:spMkLst>
        </pc:spChg>
        <pc:spChg chg="mod">
          <ac:chgData name="Mitra, Sayan" userId="5f9b069e-390c-41f3-af3f-6bd4b0fb9710" providerId="ADAL" clId="{603CB73D-5ABF-4B35-AB35-B8B719F0AA85}" dt="2022-07-03T14:34:20.800" v="10189" actId="255"/>
          <ac:spMkLst>
            <pc:docMk/>
            <pc:sldMk cId="3850041774" sldId="6192"/>
            <ac:spMk id="50" creationId="{1901B5BA-FD47-4D29-BFCA-0B181C262241}"/>
          </ac:spMkLst>
        </pc:spChg>
        <pc:spChg chg="mod">
          <ac:chgData name="Mitra, Sayan" userId="5f9b069e-390c-41f3-af3f-6bd4b0fb9710" providerId="ADAL" clId="{603CB73D-5ABF-4B35-AB35-B8B719F0AA85}" dt="2022-07-03T14:34:20.800" v="10189" actId="255"/>
          <ac:spMkLst>
            <pc:docMk/>
            <pc:sldMk cId="3850041774" sldId="6192"/>
            <ac:spMk id="51" creationId="{42B55B89-8D5B-4E26-99D5-EC316E43AE01}"/>
          </ac:spMkLst>
        </pc:spChg>
        <pc:spChg chg="mod">
          <ac:chgData name="Mitra, Sayan" userId="5f9b069e-390c-41f3-af3f-6bd4b0fb9710" providerId="ADAL" clId="{603CB73D-5ABF-4B35-AB35-B8B719F0AA85}" dt="2022-07-03T14:34:20.800" v="10189" actId="255"/>
          <ac:spMkLst>
            <pc:docMk/>
            <pc:sldMk cId="3850041774" sldId="6192"/>
            <ac:spMk id="53" creationId="{5C4E4ACA-7D91-4687-AA8B-B7D018B880DB}"/>
          </ac:spMkLst>
        </pc:spChg>
        <pc:spChg chg="mod">
          <ac:chgData name="Mitra, Sayan" userId="5f9b069e-390c-41f3-af3f-6bd4b0fb9710" providerId="ADAL" clId="{603CB73D-5ABF-4B35-AB35-B8B719F0AA85}" dt="2022-07-03T14:34:20.800" v="10189" actId="255"/>
          <ac:spMkLst>
            <pc:docMk/>
            <pc:sldMk cId="3850041774" sldId="6192"/>
            <ac:spMk id="54" creationId="{C0FFFCCA-B090-48BF-AF46-B59EEFEA0FC0}"/>
          </ac:spMkLst>
        </pc:spChg>
        <pc:spChg chg="mod">
          <ac:chgData name="Mitra, Sayan" userId="5f9b069e-390c-41f3-af3f-6bd4b0fb9710" providerId="ADAL" clId="{603CB73D-5ABF-4B35-AB35-B8B719F0AA85}" dt="2022-07-03T14:34:20.800" v="10189" actId="255"/>
          <ac:spMkLst>
            <pc:docMk/>
            <pc:sldMk cId="3850041774" sldId="6192"/>
            <ac:spMk id="56" creationId="{77316211-BED5-4872-B28A-E617C515AD81}"/>
          </ac:spMkLst>
        </pc:spChg>
        <pc:spChg chg="mod">
          <ac:chgData name="Mitra, Sayan" userId="5f9b069e-390c-41f3-af3f-6bd4b0fb9710" providerId="ADAL" clId="{603CB73D-5ABF-4B35-AB35-B8B719F0AA85}" dt="2022-07-03T14:34:20.800" v="10189" actId="255"/>
          <ac:spMkLst>
            <pc:docMk/>
            <pc:sldMk cId="3850041774" sldId="6192"/>
            <ac:spMk id="57" creationId="{B72CEB38-B946-4B98-8E43-8D756F2039D0}"/>
          </ac:spMkLst>
        </pc:spChg>
        <pc:spChg chg="add mod">
          <ac:chgData name="Mitra, Sayan" userId="5f9b069e-390c-41f3-af3f-6bd4b0fb9710" providerId="ADAL" clId="{603CB73D-5ABF-4B35-AB35-B8B719F0AA85}" dt="2022-07-03T14:34:20.800" v="10189" actId="255"/>
          <ac:spMkLst>
            <pc:docMk/>
            <pc:sldMk cId="3850041774" sldId="6192"/>
            <ac:spMk id="58" creationId="{A0634313-68EB-4707-AE29-35CCF0BDF3EB}"/>
          </ac:spMkLst>
        </pc:spChg>
        <pc:grpChg chg="add mod">
          <ac:chgData name="Mitra, Sayan" userId="5f9b069e-390c-41f3-af3f-6bd4b0fb9710" providerId="ADAL" clId="{603CB73D-5ABF-4B35-AB35-B8B719F0AA85}" dt="2022-07-03T14:34:13.692" v="10187" actId="14100"/>
          <ac:grpSpMkLst>
            <pc:docMk/>
            <pc:sldMk cId="3850041774" sldId="6192"/>
            <ac:grpSpMk id="3" creationId="{EB35475C-B3C9-48ED-B4FD-C8B7F5A2D40F}"/>
          </ac:grpSpMkLst>
        </pc:grpChg>
        <pc:grpChg chg="add del mod">
          <ac:chgData name="Mitra, Sayan" userId="5f9b069e-390c-41f3-af3f-6bd4b0fb9710" providerId="ADAL" clId="{603CB73D-5ABF-4B35-AB35-B8B719F0AA85}" dt="2022-07-02T09:27:36.767" v="3003"/>
          <ac:grpSpMkLst>
            <pc:docMk/>
            <pc:sldMk cId="3850041774" sldId="6192"/>
            <ac:grpSpMk id="21" creationId="{8971EE90-DC75-4A44-8D3D-3AA6C3F3D7BD}"/>
          </ac:grpSpMkLst>
        </pc:grpChg>
        <pc:grpChg chg="add del mod">
          <ac:chgData name="Mitra, Sayan" userId="5f9b069e-390c-41f3-af3f-6bd4b0fb9710" providerId="ADAL" clId="{603CB73D-5ABF-4B35-AB35-B8B719F0AA85}" dt="2022-07-02T09:27:36.767" v="3003"/>
          <ac:grpSpMkLst>
            <pc:docMk/>
            <pc:sldMk cId="3850041774" sldId="6192"/>
            <ac:grpSpMk id="27" creationId="{DA1D96C3-AD13-4E2A-B2ED-5C519B5F9C49}"/>
          </ac:grpSpMkLst>
        </pc:grpChg>
        <pc:grpChg chg="add del mod">
          <ac:chgData name="Mitra, Sayan" userId="5f9b069e-390c-41f3-af3f-6bd4b0fb9710" providerId="ADAL" clId="{603CB73D-5ABF-4B35-AB35-B8B719F0AA85}" dt="2022-07-02T09:27:36.767" v="3003"/>
          <ac:grpSpMkLst>
            <pc:docMk/>
            <pc:sldMk cId="3850041774" sldId="6192"/>
            <ac:grpSpMk id="30" creationId="{2CDACC97-4C2C-4A30-BBD2-DA13F378025E}"/>
          </ac:grpSpMkLst>
        </pc:grpChg>
        <pc:grpChg chg="add del mod">
          <ac:chgData name="Mitra, Sayan" userId="5f9b069e-390c-41f3-af3f-6bd4b0fb9710" providerId="ADAL" clId="{603CB73D-5ABF-4B35-AB35-B8B719F0AA85}" dt="2022-07-02T09:27:36.767" v="3003"/>
          <ac:grpSpMkLst>
            <pc:docMk/>
            <pc:sldMk cId="3850041774" sldId="6192"/>
            <ac:grpSpMk id="33" creationId="{6B900601-FAF4-4755-94D8-D8A62EF9FC94}"/>
          </ac:grpSpMkLst>
        </pc:grpChg>
        <pc:grpChg chg="add mod">
          <ac:chgData name="Mitra, Sayan" userId="5f9b069e-390c-41f3-af3f-6bd4b0fb9710" providerId="ADAL" clId="{603CB73D-5ABF-4B35-AB35-B8B719F0AA85}" dt="2022-07-03T14:36:23.245" v="10224" actId="14100"/>
          <ac:grpSpMkLst>
            <pc:docMk/>
            <pc:sldMk cId="3850041774" sldId="6192"/>
            <ac:grpSpMk id="36" creationId="{AE05B20E-3528-4D2C-B1C2-7F9D7E4DC12F}"/>
          </ac:grpSpMkLst>
        </pc:grpChg>
        <pc:grpChg chg="add mod">
          <ac:chgData name="Mitra, Sayan" userId="5f9b069e-390c-41f3-af3f-6bd4b0fb9710" providerId="ADAL" clId="{603CB73D-5ABF-4B35-AB35-B8B719F0AA85}" dt="2022-07-03T14:33:37.098" v="10169" actId="164"/>
          <ac:grpSpMkLst>
            <pc:docMk/>
            <pc:sldMk cId="3850041774" sldId="6192"/>
            <ac:grpSpMk id="40" creationId="{EE609D44-18EC-4B07-9AEB-C02F7BDBC2A6}"/>
          </ac:grpSpMkLst>
        </pc:grpChg>
        <pc:grpChg chg="add mod">
          <ac:chgData name="Mitra, Sayan" userId="5f9b069e-390c-41f3-af3f-6bd4b0fb9710" providerId="ADAL" clId="{603CB73D-5ABF-4B35-AB35-B8B719F0AA85}" dt="2022-07-03T14:33:37.098" v="10169" actId="164"/>
          <ac:grpSpMkLst>
            <pc:docMk/>
            <pc:sldMk cId="3850041774" sldId="6192"/>
            <ac:grpSpMk id="43" creationId="{6495909F-46CA-4642-8DA4-4EF7C1E646A4}"/>
          </ac:grpSpMkLst>
        </pc:grpChg>
        <pc:grpChg chg="add mod">
          <ac:chgData name="Mitra, Sayan" userId="5f9b069e-390c-41f3-af3f-6bd4b0fb9710" providerId="ADAL" clId="{603CB73D-5ABF-4B35-AB35-B8B719F0AA85}" dt="2022-07-03T14:33:37.098" v="10169" actId="164"/>
          <ac:grpSpMkLst>
            <pc:docMk/>
            <pc:sldMk cId="3850041774" sldId="6192"/>
            <ac:grpSpMk id="46" creationId="{6F686584-1E37-4511-8D45-3D5B266EA5C0}"/>
          </ac:grpSpMkLst>
        </pc:grpChg>
        <pc:grpChg chg="add mod">
          <ac:chgData name="Mitra, Sayan" userId="5f9b069e-390c-41f3-af3f-6bd4b0fb9710" providerId="ADAL" clId="{603CB73D-5ABF-4B35-AB35-B8B719F0AA85}" dt="2022-07-03T14:33:37.098" v="10169" actId="164"/>
          <ac:grpSpMkLst>
            <pc:docMk/>
            <pc:sldMk cId="3850041774" sldId="6192"/>
            <ac:grpSpMk id="49" creationId="{8AA578A5-5491-48AF-B97C-A73F3469FC33}"/>
          </ac:grpSpMkLst>
        </pc:grpChg>
        <pc:grpChg chg="add mod">
          <ac:chgData name="Mitra, Sayan" userId="5f9b069e-390c-41f3-af3f-6bd4b0fb9710" providerId="ADAL" clId="{603CB73D-5ABF-4B35-AB35-B8B719F0AA85}" dt="2022-07-03T14:33:37.098" v="10169" actId="164"/>
          <ac:grpSpMkLst>
            <pc:docMk/>
            <pc:sldMk cId="3850041774" sldId="6192"/>
            <ac:grpSpMk id="52" creationId="{59955B01-7933-4147-9C3E-5A3D691CE2FC}"/>
          </ac:grpSpMkLst>
        </pc:grpChg>
        <pc:grpChg chg="add mod">
          <ac:chgData name="Mitra, Sayan" userId="5f9b069e-390c-41f3-af3f-6bd4b0fb9710" providerId="ADAL" clId="{603CB73D-5ABF-4B35-AB35-B8B719F0AA85}" dt="2022-07-03T14:33:37.098" v="10169" actId="164"/>
          <ac:grpSpMkLst>
            <pc:docMk/>
            <pc:sldMk cId="3850041774" sldId="6192"/>
            <ac:grpSpMk id="55" creationId="{244E9912-D6BE-4D6B-9A31-955AB518F5AC}"/>
          </ac:grpSpMkLst>
        </pc:grpChg>
        <pc:picChg chg="add del mod">
          <ac:chgData name="Mitra, Sayan" userId="5f9b069e-390c-41f3-af3f-6bd4b0fb9710" providerId="ADAL" clId="{603CB73D-5ABF-4B35-AB35-B8B719F0AA85}" dt="2022-07-03T14:33:32.255" v="10167" actId="478"/>
          <ac:picMkLst>
            <pc:docMk/>
            <pc:sldMk cId="3850041774" sldId="6192"/>
            <ac:picMk id="5" creationId="{E838B093-A4C2-4EE0-A310-DC39D86A6E92}"/>
          </ac:picMkLst>
        </pc:picChg>
        <pc:cxnChg chg="add mod">
          <ac:chgData name="Mitra, Sayan" userId="5f9b069e-390c-41f3-af3f-6bd4b0fb9710" providerId="ADAL" clId="{603CB73D-5ABF-4B35-AB35-B8B719F0AA85}" dt="2022-07-03T14:37:28.163" v="10236" actId="1037"/>
          <ac:cxnSpMkLst>
            <pc:docMk/>
            <pc:sldMk cId="3850041774" sldId="6192"/>
            <ac:cxnSpMk id="6" creationId="{CC107DB8-3BBC-47B6-8D2A-F0A8CE8B65A9}"/>
          </ac:cxnSpMkLst>
        </pc:cxnChg>
        <pc:cxnChg chg="add del mod">
          <ac:chgData name="Mitra, Sayan" userId="5f9b069e-390c-41f3-af3f-6bd4b0fb9710" providerId="ADAL" clId="{603CB73D-5ABF-4B35-AB35-B8B719F0AA85}" dt="2022-07-02T09:27:36.767" v="3003"/>
          <ac:cxnSpMkLst>
            <pc:docMk/>
            <pc:sldMk cId="3850041774" sldId="6192"/>
            <ac:cxnSpMk id="14" creationId="{4FC0D944-0FD2-41D0-9C77-94DAFB5A214D}"/>
          </ac:cxnSpMkLst>
        </pc:cxnChg>
        <pc:cxnChg chg="add del mod">
          <ac:chgData name="Mitra, Sayan" userId="5f9b069e-390c-41f3-af3f-6bd4b0fb9710" providerId="ADAL" clId="{603CB73D-5ABF-4B35-AB35-B8B719F0AA85}" dt="2022-07-02T09:27:36.767" v="3003"/>
          <ac:cxnSpMkLst>
            <pc:docMk/>
            <pc:sldMk cId="3850041774" sldId="6192"/>
            <ac:cxnSpMk id="16" creationId="{E0A5CAA9-5FC7-4752-B835-28681734B168}"/>
          </ac:cxnSpMkLst>
        </pc:cxnChg>
        <pc:cxnChg chg="add del mod">
          <ac:chgData name="Mitra, Sayan" userId="5f9b069e-390c-41f3-af3f-6bd4b0fb9710" providerId="ADAL" clId="{603CB73D-5ABF-4B35-AB35-B8B719F0AA85}" dt="2022-07-02T09:27:36.767" v="3003"/>
          <ac:cxnSpMkLst>
            <pc:docMk/>
            <pc:sldMk cId="3850041774" sldId="6192"/>
            <ac:cxnSpMk id="18" creationId="{23FFC441-5B5B-456E-AEAE-1B807E270F85}"/>
          </ac:cxnSpMkLst>
        </pc:cxnChg>
        <pc:cxnChg chg="add del mod">
          <ac:chgData name="Mitra, Sayan" userId="5f9b069e-390c-41f3-af3f-6bd4b0fb9710" providerId="ADAL" clId="{603CB73D-5ABF-4B35-AB35-B8B719F0AA85}" dt="2022-07-02T09:27:36.767" v="3003"/>
          <ac:cxnSpMkLst>
            <pc:docMk/>
            <pc:sldMk cId="3850041774" sldId="6192"/>
            <ac:cxnSpMk id="20" creationId="{DBE3CC5F-C90B-471E-913C-A7B4C4AC50B5}"/>
          </ac:cxnSpMkLst>
        </pc:cxnChg>
      </pc:sldChg>
      <pc:sldChg chg="addSp modSp mod ord">
        <pc:chgData name="Mitra, Sayan" userId="5f9b069e-390c-41f3-af3f-6bd4b0fb9710" providerId="ADAL" clId="{603CB73D-5ABF-4B35-AB35-B8B719F0AA85}" dt="2022-07-04T16:29:14.518" v="14348" actId="14100"/>
        <pc:sldMkLst>
          <pc:docMk/>
          <pc:sldMk cId="296474347" sldId="6193"/>
        </pc:sldMkLst>
        <pc:graphicFrameChg chg="modGraphic">
          <ac:chgData name="Mitra, Sayan" userId="5f9b069e-390c-41f3-af3f-6bd4b0fb9710" providerId="ADAL" clId="{603CB73D-5ABF-4B35-AB35-B8B719F0AA85}" dt="2022-07-02T05:47:49.801" v="2911" actId="20577"/>
          <ac:graphicFrameMkLst>
            <pc:docMk/>
            <pc:sldMk cId="296474347" sldId="6193"/>
            <ac:graphicFrameMk id="7" creationId="{56BC1306-A145-41E6-9698-BFFF8D169A37}"/>
          </ac:graphicFrameMkLst>
        </pc:graphicFrameChg>
        <pc:picChg chg="mod">
          <ac:chgData name="Mitra, Sayan" userId="5f9b069e-390c-41f3-af3f-6bd4b0fb9710" providerId="ADAL" clId="{603CB73D-5ABF-4B35-AB35-B8B719F0AA85}" dt="2022-07-02T05:45:42.332" v="2865" actId="14100"/>
          <ac:picMkLst>
            <pc:docMk/>
            <pc:sldMk cId="296474347" sldId="6193"/>
            <ac:picMk id="29" creationId="{51AC1C94-6138-48E7-B343-F00BD110C08A}"/>
          </ac:picMkLst>
        </pc:picChg>
        <pc:picChg chg="mod">
          <ac:chgData name="Mitra, Sayan" userId="5f9b069e-390c-41f3-af3f-6bd4b0fb9710" providerId="ADAL" clId="{603CB73D-5ABF-4B35-AB35-B8B719F0AA85}" dt="2022-07-04T16:29:08.993" v="14346" actId="14100"/>
          <ac:picMkLst>
            <pc:docMk/>
            <pc:sldMk cId="296474347" sldId="6193"/>
            <ac:picMk id="3076" creationId="{5EC65707-F90A-483B-8CB8-9194F27D4EA3}"/>
          </ac:picMkLst>
        </pc:picChg>
        <pc:picChg chg="mod">
          <ac:chgData name="Mitra, Sayan" userId="5f9b069e-390c-41f3-af3f-6bd4b0fb9710" providerId="ADAL" clId="{603CB73D-5ABF-4B35-AB35-B8B719F0AA85}" dt="2022-07-04T16:29:14.518" v="14348" actId="14100"/>
          <ac:picMkLst>
            <pc:docMk/>
            <pc:sldMk cId="296474347" sldId="6193"/>
            <ac:picMk id="3082" creationId="{7CCEE82C-3DBA-4527-8A7A-7ACA23C1F211}"/>
          </ac:picMkLst>
        </pc:picChg>
        <pc:picChg chg="mod">
          <ac:chgData name="Mitra, Sayan" userId="5f9b069e-390c-41f3-af3f-6bd4b0fb9710" providerId="ADAL" clId="{603CB73D-5ABF-4B35-AB35-B8B719F0AA85}" dt="2022-07-04T16:28:45.600" v="14340" actId="14100"/>
          <ac:picMkLst>
            <pc:docMk/>
            <pc:sldMk cId="296474347" sldId="6193"/>
            <ac:picMk id="3084" creationId="{2D4231FD-9568-460B-8AB5-D2CBB3D961B5}"/>
          </ac:picMkLst>
        </pc:picChg>
        <pc:picChg chg="add mod">
          <ac:chgData name="Mitra, Sayan" userId="5f9b069e-390c-41f3-af3f-6bd4b0fb9710" providerId="ADAL" clId="{603CB73D-5ABF-4B35-AB35-B8B719F0AA85}" dt="2022-07-04T16:29:01.846" v="14344" actId="14100"/>
          <ac:picMkLst>
            <pc:docMk/>
            <pc:sldMk cId="296474347" sldId="6193"/>
            <ac:picMk id="122882" creationId="{CD28C6DB-A870-4E9D-980F-F5C673D59818}"/>
          </ac:picMkLst>
        </pc:picChg>
      </pc:sldChg>
      <pc:sldChg chg="modSp mod ord">
        <pc:chgData name="Mitra, Sayan" userId="5f9b069e-390c-41f3-af3f-6bd4b0fb9710" providerId="ADAL" clId="{603CB73D-5ABF-4B35-AB35-B8B719F0AA85}" dt="2022-07-04T01:09:13.308" v="10832" actId="207"/>
        <pc:sldMkLst>
          <pc:docMk/>
          <pc:sldMk cId="3031323895" sldId="6194"/>
        </pc:sldMkLst>
        <pc:spChg chg="mod">
          <ac:chgData name="Mitra, Sayan" userId="5f9b069e-390c-41f3-af3f-6bd4b0fb9710" providerId="ADAL" clId="{603CB73D-5ABF-4B35-AB35-B8B719F0AA85}" dt="2022-07-03T00:20:33.810" v="4866" actId="20577"/>
          <ac:spMkLst>
            <pc:docMk/>
            <pc:sldMk cId="3031323895" sldId="6194"/>
            <ac:spMk id="2" creationId="{90B109E2-7B40-463B-983F-556B88D76AE5}"/>
          </ac:spMkLst>
        </pc:spChg>
        <pc:spChg chg="mod">
          <ac:chgData name="Mitra, Sayan" userId="5f9b069e-390c-41f3-af3f-6bd4b0fb9710" providerId="ADAL" clId="{603CB73D-5ABF-4B35-AB35-B8B719F0AA85}" dt="2022-07-04T01:07:20.995" v="10778" actId="6549"/>
          <ac:spMkLst>
            <pc:docMk/>
            <pc:sldMk cId="3031323895" sldId="6194"/>
            <ac:spMk id="5" creationId="{008AF0B7-71A4-45B1-9C7F-AB7367DF43D1}"/>
          </ac:spMkLst>
        </pc:spChg>
        <pc:spChg chg="mod">
          <ac:chgData name="Mitra, Sayan" userId="5f9b069e-390c-41f3-af3f-6bd4b0fb9710" providerId="ADAL" clId="{603CB73D-5ABF-4B35-AB35-B8B719F0AA85}" dt="2022-07-04T01:07:39.445" v="10789" actId="20577"/>
          <ac:spMkLst>
            <pc:docMk/>
            <pc:sldMk cId="3031323895" sldId="6194"/>
            <ac:spMk id="9" creationId="{64FB0CF6-339C-4F7E-8B5C-B9A430C55B2C}"/>
          </ac:spMkLst>
        </pc:spChg>
        <pc:spChg chg="mod">
          <ac:chgData name="Mitra, Sayan" userId="5f9b069e-390c-41f3-af3f-6bd4b0fb9710" providerId="ADAL" clId="{603CB73D-5ABF-4B35-AB35-B8B719F0AA85}" dt="2022-07-04T01:09:13.308" v="10832" actId="207"/>
          <ac:spMkLst>
            <pc:docMk/>
            <pc:sldMk cId="3031323895" sldId="6194"/>
            <ac:spMk id="10" creationId="{7E094FE7-FF8B-43C0-B040-C7E4BE89C363}"/>
          </ac:spMkLst>
        </pc:spChg>
      </pc:sldChg>
      <pc:sldChg chg="addSp delSp modSp add del mod">
        <pc:chgData name="Mitra, Sayan" userId="5f9b069e-390c-41f3-af3f-6bd4b0fb9710" providerId="ADAL" clId="{603CB73D-5ABF-4B35-AB35-B8B719F0AA85}" dt="2022-07-02T06:14:39.205" v="2987" actId="47"/>
        <pc:sldMkLst>
          <pc:docMk/>
          <pc:sldMk cId="4180058638" sldId="6194"/>
        </pc:sldMkLst>
        <pc:spChg chg="del">
          <ac:chgData name="Mitra, Sayan" userId="5f9b069e-390c-41f3-af3f-6bd4b0fb9710" providerId="ADAL" clId="{603CB73D-5ABF-4B35-AB35-B8B719F0AA85}" dt="2022-07-02T06:10:03.980" v="2982" actId="478"/>
          <ac:spMkLst>
            <pc:docMk/>
            <pc:sldMk cId="4180058638" sldId="6194"/>
            <ac:spMk id="4" creationId="{FF9A8B35-B3B7-4DE9-AF1C-394413BC6F4D}"/>
          </ac:spMkLst>
        </pc:spChg>
        <pc:spChg chg="add del mod">
          <ac:chgData name="Mitra, Sayan" userId="5f9b069e-390c-41f3-af3f-6bd4b0fb9710" providerId="ADAL" clId="{603CB73D-5ABF-4B35-AB35-B8B719F0AA85}" dt="2022-07-02T06:10:30.085" v="2986" actId="478"/>
          <ac:spMkLst>
            <pc:docMk/>
            <pc:sldMk cId="4180058638" sldId="6194"/>
            <ac:spMk id="6" creationId="{6D792BB6-79C3-49BD-BEFE-1DF7F3F8FD99}"/>
          </ac:spMkLst>
        </pc:spChg>
        <pc:spChg chg="add del mod">
          <ac:chgData name="Mitra, Sayan" userId="5f9b069e-390c-41f3-af3f-6bd4b0fb9710" providerId="ADAL" clId="{603CB73D-5ABF-4B35-AB35-B8B719F0AA85}" dt="2022-07-02T06:10:30.085" v="2986" actId="478"/>
          <ac:spMkLst>
            <pc:docMk/>
            <pc:sldMk cId="4180058638" sldId="6194"/>
            <ac:spMk id="7" creationId="{B498A10D-D3E3-459D-9BB9-6EB8BDD2D26F}"/>
          </ac:spMkLst>
        </pc:spChg>
        <pc:spChg chg="add del mod">
          <ac:chgData name="Mitra, Sayan" userId="5f9b069e-390c-41f3-af3f-6bd4b0fb9710" providerId="ADAL" clId="{603CB73D-5ABF-4B35-AB35-B8B719F0AA85}" dt="2022-07-02T06:10:30.085" v="2986" actId="478"/>
          <ac:spMkLst>
            <pc:docMk/>
            <pc:sldMk cId="4180058638" sldId="6194"/>
            <ac:spMk id="8" creationId="{0424B928-ACF6-4E55-895C-3887A819426C}"/>
          </ac:spMkLst>
        </pc:spChg>
        <pc:spChg chg="add del mod">
          <ac:chgData name="Mitra, Sayan" userId="5f9b069e-390c-41f3-af3f-6bd4b0fb9710" providerId="ADAL" clId="{603CB73D-5ABF-4B35-AB35-B8B719F0AA85}" dt="2022-07-02T06:10:30.085" v="2986" actId="478"/>
          <ac:spMkLst>
            <pc:docMk/>
            <pc:sldMk cId="4180058638" sldId="6194"/>
            <ac:spMk id="9" creationId="{B6C5A73F-ADC2-4203-B12E-D724D3983C85}"/>
          </ac:spMkLst>
        </pc:spChg>
        <pc:spChg chg="add del mod">
          <ac:chgData name="Mitra, Sayan" userId="5f9b069e-390c-41f3-af3f-6bd4b0fb9710" providerId="ADAL" clId="{603CB73D-5ABF-4B35-AB35-B8B719F0AA85}" dt="2022-07-02T06:10:30.085" v="2986" actId="478"/>
          <ac:spMkLst>
            <pc:docMk/>
            <pc:sldMk cId="4180058638" sldId="6194"/>
            <ac:spMk id="10" creationId="{FA5D021C-735A-42BB-B79B-B8C5AD4A49CF}"/>
          </ac:spMkLst>
        </pc:spChg>
        <pc:spChg chg="add del mod">
          <ac:chgData name="Mitra, Sayan" userId="5f9b069e-390c-41f3-af3f-6bd4b0fb9710" providerId="ADAL" clId="{603CB73D-5ABF-4B35-AB35-B8B719F0AA85}" dt="2022-07-02T06:10:30.085" v="2986" actId="478"/>
          <ac:spMkLst>
            <pc:docMk/>
            <pc:sldMk cId="4180058638" sldId="6194"/>
            <ac:spMk id="12" creationId="{EFD230F8-8AB8-4C6C-BC54-E1A9BF1CF126}"/>
          </ac:spMkLst>
        </pc:spChg>
        <pc:spChg chg="add del mod">
          <ac:chgData name="Mitra, Sayan" userId="5f9b069e-390c-41f3-af3f-6bd4b0fb9710" providerId="ADAL" clId="{603CB73D-5ABF-4B35-AB35-B8B719F0AA85}" dt="2022-07-02T06:10:30.085" v="2986" actId="478"/>
          <ac:spMkLst>
            <pc:docMk/>
            <pc:sldMk cId="4180058638" sldId="6194"/>
            <ac:spMk id="14" creationId="{CDF98E82-6563-4724-B65E-5EF2CC874750}"/>
          </ac:spMkLst>
        </pc:spChg>
        <pc:spChg chg="add del mod">
          <ac:chgData name="Mitra, Sayan" userId="5f9b069e-390c-41f3-af3f-6bd4b0fb9710" providerId="ADAL" clId="{603CB73D-5ABF-4B35-AB35-B8B719F0AA85}" dt="2022-07-02T06:10:30.085" v="2986" actId="478"/>
          <ac:spMkLst>
            <pc:docMk/>
            <pc:sldMk cId="4180058638" sldId="6194"/>
            <ac:spMk id="16" creationId="{E8A2AF60-342E-44CC-A40C-E66D152C7E9B}"/>
          </ac:spMkLst>
        </pc:spChg>
        <pc:spChg chg="mod">
          <ac:chgData name="Mitra, Sayan" userId="5f9b069e-390c-41f3-af3f-6bd4b0fb9710" providerId="ADAL" clId="{603CB73D-5ABF-4B35-AB35-B8B719F0AA85}" dt="2022-07-02T06:10:19.348" v="2983"/>
          <ac:spMkLst>
            <pc:docMk/>
            <pc:sldMk cId="4180058638" sldId="6194"/>
            <ac:spMk id="19" creationId="{21F33298-A860-4915-9FC6-0D425C7CA37A}"/>
          </ac:spMkLst>
        </pc:spChg>
        <pc:spChg chg="mod">
          <ac:chgData name="Mitra, Sayan" userId="5f9b069e-390c-41f3-af3f-6bd4b0fb9710" providerId="ADAL" clId="{603CB73D-5ABF-4B35-AB35-B8B719F0AA85}" dt="2022-07-02T06:10:19.348" v="2983"/>
          <ac:spMkLst>
            <pc:docMk/>
            <pc:sldMk cId="4180058638" sldId="6194"/>
            <ac:spMk id="20" creationId="{ABCD5192-A1FD-4A58-AF94-4E785A03A4D4}"/>
          </ac:spMkLst>
        </pc:spChg>
        <pc:spChg chg="mod">
          <ac:chgData name="Mitra, Sayan" userId="5f9b069e-390c-41f3-af3f-6bd4b0fb9710" providerId="ADAL" clId="{603CB73D-5ABF-4B35-AB35-B8B719F0AA85}" dt="2022-07-02T06:10:19.348" v="2983"/>
          <ac:spMkLst>
            <pc:docMk/>
            <pc:sldMk cId="4180058638" sldId="6194"/>
            <ac:spMk id="21" creationId="{F956D5C4-EBD4-4B3F-BBFD-FBF2EC20FBBA}"/>
          </ac:spMkLst>
        </pc:spChg>
        <pc:spChg chg="mod">
          <ac:chgData name="Mitra, Sayan" userId="5f9b069e-390c-41f3-af3f-6bd4b0fb9710" providerId="ADAL" clId="{603CB73D-5ABF-4B35-AB35-B8B719F0AA85}" dt="2022-07-02T06:10:19.348" v="2983"/>
          <ac:spMkLst>
            <pc:docMk/>
            <pc:sldMk cId="4180058638" sldId="6194"/>
            <ac:spMk id="22" creationId="{E133403D-D4FE-4C95-ABE2-8C364B0E7DFA}"/>
          </ac:spMkLst>
        </pc:spChg>
        <pc:spChg chg="mod">
          <ac:chgData name="Mitra, Sayan" userId="5f9b069e-390c-41f3-af3f-6bd4b0fb9710" providerId="ADAL" clId="{603CB73D-5ABF-4B35-AB35-B8B719F0AA85}" dt="2022-07-02T06:10:19.348" v="2983"/>
          <ac:spMkLst>
            <pc:docMk/>
            <pc:sldMk cId="4180058638" sldId="6194"/>
            <ac:spMk id="23" creationId="{88D18BAD-61D3-4B0C-BB92-F40BC5A4861D}"/>
          </ac:spMkLst>
        </pc:spChg>
        <pc:spChg chg="mod">
          <ac:chgData name="Mitra, Sayan" userId="5f9b069e-390c-41f3-af3f-6bd4b0fb9710" providerId="ADAL" clId="{603CB73D-5ABF-4B35-AB35-B8B719F0AA85}" dt="2022-07-02T06:10:19.348" v="2983"/>
          <ac:spMkLst>
            <pc:docMk/>
            <pc:sldMk cId="4180058638" sldId="6194"/>
            <ac:spMk id="25" creationId="{0E95473E-2E43-4CC8-9EEB-A52FE6995814}"/>
          </ac:spMkLst>
        </pc:spChg>
        <pc:spChg chg="mod">
          <ac:chgData name="Mitra, Sayan" userId="5f9b069e-390c-41f3-af3f-6bd4b0fb9710" providerId="ADAL" clId="{603CB73D-5ABF-4B35-AB35-B8B719F0AA85}" dt="2022-07-02T06:10:19.348" v="2983"/>
          <ac:spMkLst>
            <pc:docMk/>
            <pc:sldMk cId="4180058638" sldId="6194"/>
            <ac:spMk id="26" creationId="{7291EA8A-08B5-4DFA-AE72-00E011B764BB}"/>
          </ac:spMkLst>
        </pc:spChg>
        <pc:spChg chg="mod">
          <ac:chgData name="Mitra, Sayan" userId="5f9b069e-390c-41f3-af3f-6bd4b0fb9710" providerId="ADAL" clId="{603CB73D-5ABF-4B35-AB35-B8B719F0AA85}" dt="2022-07-02T06:10:19.348" v="2983"/>
          <ac:spMkLst>
            <pc:docMk/>
            <pc:sldMk cId="4180058638" sldId="6194"/>
            <ac:spMk id="28" creationId="{1DEEBF88-F0CB-4BDA-98CA-5C9EF9078150}"/>
          </ac:spMkLst>
        </pc:spChg>
        <pc:spChg chg="mod">
          <ac:chgData name="Mitra, Sayan" userId="5f9b069e-390c-41f3-af3f-6bd4b0fb9710" providerId="ADAL" clId="{603CB73D-5ABF-4B35-AB35-B8B719F0AA85}" dt="2022-07-02T06:10:19.348" v="2983"/>
          <ac:spMkLst>
            <pc:docMk/>
            <pc:sldMk cId="4180058638" sldId="6194"/>
            <ac:spMk id="29" creationId="{DA84EED6-C412-4D50-A460-72D17D677E9F}"/>
          </ac:spMkLst>
        </pc:spChg>
        <pc:spChg chg="mod">
          <ac:chgData name="Mitra, Sayan" userId="5f9b069e-390c-41f3-af3f-6bd4b0fb9710" providerId="ADAL" clId="{603CB73D-5ABF-4B35-AB35-B8B719F0AA85}" dt="2022-07-02T06:10:19.348" v="2983"/>
          <ac:spMkLst>
            <pc:docMk/>
            <pc:sldMk cId="4180058638" sldId="6194"/>
            <ac:spMk id="31" creationId="{93E5F225-EFAC-4DD1-A57A-12BC03B0338E}"/>
          </ac:spMkLst>
        </pc:spChg>
        <pc:spChg chg="mod">
          <ac:chgData name="Mitra, Sayan" userId="5f9b069e-390c-41f3-af3f-6bd4b0fb9710" providerId="ADAL" clId="{603CB73D-5ABF-4B35-AB35-B8B719F0AA85}" dt="2022-07-02T06:10:19.348" v="2983"/>
          <ac:spMkLst>
            <pc:docMk/>
            <pc:sldMk cId="4180058638" sldId="6194"/>
            <ac:spMk id="32" creationId="{8371F6D8-256D-47DD-9106-D4A11BA314FD}"/>
          </ac:spMkLst>
        </pc:spChg>
        <pc:grpChg chg="add del mod">
          <ac:chgData name="Mitra, Sayan" userId="5f9b069e-390c-41f3-af3f-6bd4b0fb9710" providerId="ADAL" clId="{603CB73D-5ABF-4B35-AB35-B8B719F0AA85}" dt="2022-07-02T06:10:30.085" v="2986" actId="478"/>
          <ac:grpSpMkLst>
            <pc:docMk/>
            <pc:sldMk cId="4180058638" sldId="6194"/>
            <ac:grpSpMk id="18" creationId="{3D1FE5B1-DCF1-495F-B1C2-7E35A9E96BE5}"/>
          </ac:grpSpMkLst>
        </pc:grpChg>
        <pc:grpChg chg="add del mod">
          <ac:chgData name="Mitra, Sayan" userId="5f9b069e-390c-41f3-af3f-6bd4b0fb9710" providerId="ADAL" clId="{603CB73D-5ABF-4B35-AB35-B8B719F0AA85}" dt="2022-07-02T06:10:30.085" v="2986" actId="478"/>
          <ac:grpSpMkLst>
            <pc:docMk/>
            <pc:sldMk cId="4180058638" sldId="6194"/>
            <ac:grpSpMk id="24" creationId="{E59217BD-016D-405A-AE22-79E6C64457FA}"/>
          </ac:grpSpMkLst>
        </pc:grpChg>
        <pc:grpChg chg="add del mod">
          <ac:chgData name="Mitra, Sayan" userId="5f9b069e-390c-41f3-af3f-6bd4b0fb9710" providerId="ADAL" clId="{603CB73D-5ABF-4B35-AB35-B8B719F0AA85}" dt="2022-07-02T06:10:30.085" v="2986" actId="478"/>
          <ac:grpSpMkLst>
            <pc:docMk/>
            <pc:sldMk cId="4180058638" sldId="6194"/>
            <ac:grpSpMk id="27" creationId="{17DCF1B9-FF7E-4D9D-8EBB-FB7E645F0EBE}"/>
          </ac:grpSpMkLst>
        </pc:grpChg>
        <pc:grpChg chg="add del mod">
          <ac:chgData name="Mitra, Sayan" userId="5f9b069e-390c-41f3-af3f-6bd4b0fb9710" providerId="ADAL" clId="{603CB73D-5ABF-4B35-AB35-B8B719F0AA85}" dt="2022-07-02T06:10:30.085" v="2986" actId="478"/>
          <ac:grpSpMkLst>
            <pc:docMk/>
            <pc:sldMk cId="4180058638" sldId="6194"/>
            <ac:grpSpMk id="30" creationId="{28ED6DBF-F7ED-478E-9A93-6461A7AA988D}"/>
          </ac:grpSpMkLst>
        </pc:grpChg>
        <pc:cxnChg chg="add del mod">
          <ac:chgData name="Mitra, Sayan" userId="5f9b069e-390c-41f3-af3f-6bd4b0fb9710" providerId="ADAL" clId="{603CB73D-5ABF-4B35-AB35-B8B719F0AA85}" dt="2022-07-02T06:10:30.085" v="2986" actId="478"/>
          <ac:cxnSpMkLst>
            <pc:docMk/>
            <pc:sldMk cId="4180058638" sldId="6194"/>
            <ac:cxnSpMk id="11" creationId="{6E7FAF44-D4E4-4E02-88DF-D455C393996F}"/>
          </ac:cxnSpMkLst>
        </pc:cxnChg>
        <pc:cxnChg chg="add del mod">
          <ac:chgData name="Mitra, Sayan" userId="5f9b069e-390c-41f3-af3f-6bd4b0fb9710" providerId="ADAL" clId="{603CB73D-5ABF-4B35-AB35-B8B719F0AA85}" dt="2022-07-02T06:10:30.085" v="2986" actId="478"/>
          <ac:cxnSpMkLst>
            <pc:docMk/>
            <pc:sldMk cId="4180058638" sldId="6194"/>
            <ac:cxnSpMk id="13" creationId="{B9677FF9-5684-41A9-ACE3-0FEE66AA9078}"/>
          </ac:cxnSpMkLst>
        </pc:cxnChg>
        <pc:cxnChg chg="add del mod">
          <ac:chgData name="Mitra, Sayan" userId="5f9b069e-390c-41f3-af3f-6bd4b0fb9710" providerId="ADAL" clId="{603CB73D-5ABF-4B35-AB35-B8B719F0AA85}" dt="2022-07-02T06:10:30.085" v="2986" actId="478"/>
          <ac:cxnSpMkLst>
            <pc:docMk/>
            <pc:sldMk cId="4180058638" sldId="6194"/>
            <ac:cxnSpMk id="15" creationId="{A4EF4F93-44FA-4908-BFFF-2C6A4E11C94F}"/>
          </ac:cxnSpMkLst>
        </pc:cxnChg>
        <pc:cxnChg chg="add del mod">
          <ac:chgData name="Mitra, Sayan" userId="5f9b069e-390c-41f3-af3f-6bd4b0fb9710" providerId="ADAL" clId="{603CB73D-5ABF-4B35-AB35-B8B719F0AA85}" dt="2022-07-02T06:10:30.085" v="2986" actId="478"/>
          <ac:cxnSpMkLst>
            <pc:docMk/>
            <pc:sldMk cId="4180058638" sldId="6194"/>
            <ac:cxnSpMk id="17" creationId="{0360FA66-5A0A-45F7-B83C-DB2A8FF7728B}"/>
          </ac:cxnSpMkLst>
        </pc:cxnChg>
      </pc:sldChg>
      <pc:sldChg chg="addSp delSp modSp mod ord">
        <pc:chgData name="Mitra, Sayan" userId="5f9b069e-390c-41f3-af3f-6bd4b0fb9710" providerId="ADAL" clId="{603CB73D-5ABF-4B35-AB35-B8B719F0AA85}" dt="2022-07-04T11:50:50.794" v="14263" actId="20577"/>
        <pc:sldMkLst>
          <pc:docMk/>
          <pc:sldMk cId="616035977" sldId="6195"/>
        </pc:sldMkLst>
        <pc:graphicFrameChg chg="modGraphic">
          <ac:chgData name="Mitra, Sayan" userId="5f9b069e-390c-41f3-af3f-6bd4b0fb9710" providerId="ADAL" clId="{603CB73D-5ABF-4B35-AB35-B8B719F0AA85}" dt="2022-07-04T11:50:50.794" v="14263" actId="20577"/>
          <ac:graphicFrameMkLst>
            <pc:docMk/>
            <pc:sldMk cId="616035977" sldId="6195"/>
            <ac:graphicFrameMk id="33" creationId="{76B8DA39-C6E7-4811-BC03-A35DE91307C1}"/>
          </ac:graphicFrameMkLst>
        </pc:graphicFrameChg>
        <pc:picChg chg="add mod">
          <ac:chgData name="Mitra, Sayan" userId="5f9b069e-390c-41f3-af3f-6bd4b0fb9710" providerId="ADAL" clId="{603CB73D-5ABF-4B35-AB35-B8B719F0AA85}" dt="2022-07-04T06:08:04.886" v="12877" actId="1076"/>
          <ac:picMkLst>
            <pc:docMk/>
            <pc:sldMk cId="616035977" sldId="6195"/>
            <ac:picMk id="4" creationId="{2E47C1BD-60F1-4482-81C7-7EF20B1AC5FA}"/>
          </ac:picMkLst>
        </pc:picChg>
        <pc:picChg chg="del">
          <ac:chgData name="Mitra, Sayan" userId="5f9b069e-390c-41f3-af3f-6bd4b0fb9710" providerId="ADAL" clId="{603CB73D-5ABF-4B35-AB35-B8B719F0AA85}" dt="2022-07-04T06:07:43.156" v="12871" actId="478"/>
          <ac:picMkLst>
            <pc:docMk/>
            <pc:sldMk cId="616035977" sldId="6195"/>
            <ac:picMk id="72" creationId="{7ECE9E7C-4021-4C19-8635-1B5366902839}"/>
          </ac:picMkLst>
        </pc:picChg>
      </pc:sldChg>
      <pc:sldChg chg="addSp delSp modSp mod modClrScheme chgLayout">
        <pc:chgData name="Mitra, Sayan" userId="5f9b069e-390c-41f3-af3f-6bd4b0fb9710" providerId="ADAL" clId="{603CB73D-5ABF-4B35-AB35-B8B719F0AA85}" dt="2022-07-04T16:33:46.450" v="14373" actId="478"/>
        <pc:sldMkLst>
          <pc:docMk/>
          <pc:sldMk cId="2716093337" sldId="6196"/>
        </pc:sldMkLst>
        <pc:spChg chg="mod ord">
          <ac:chgData name="Mitra, Sayan" userId="5f9b069e-390c-41f3-af3f-6bd4b0fb9710" providerId="ADAL" clId="{603CB73D-5ABF-4B35-AB35-B8B719F0AA85}" dt="2022-07-04T16:33:15.718" v="14371" actId="700"/>
          <ac:spMkLst>
            <pc:docMk/>
            <pc:sldMk cId="2716093337" sldId="6196"/>
            <ac:spMk id="2" creationId="{188B5FD8-DE7F-4FEB-9F3A-5D07FE22260C}"/>
          </ac:spMkLst>
        </pc:spChg>
        <pc:spChg chg="add del mod ord">
          <ac:chgData name="Mitra, Sayan" userId="5f9b069e-390c-41f3-af3f-6bd4b0fb9710" providerId="ADAL" clId="{603CB73D-5ABF-4B35-AB35-B8B719F0AA85}" dt="2022-07-04T16:33:38.646" v="14372" actId="478"/>
          <ac:spMkLst>
            <pc:docMk/>
            <pc:sldMk cId="2716093337" sldId="6196"/>
            <ac:spMk id="3" creationId="{7B030951-B7B8-4E67-B93E-87F7D2A3C24D}"/>
          </ac:spMkLst>
        </pc:spChg>
        <pc:spChg chg="add del mod ord">
          <ac:chgData name="Mitra, Sayan" userId="5f9b069e-390c-41f3-af3f-6bd4b0fb9710" providerId="ADAL" clId="{603CB73D-5ABF-4B35-AB35-B8B719F0AA85}" dt="2022-07-04T16:33:46.450" v="14373" actId="478"/>
          <ac:spMkLst>
            <pc:docMk/>
            <pc:sldMk cId="2716093337" sldId="6196"/>
            <ac:spMk id="6" creationId="{AA54B805-8BD9-4C85-A344-23FA7CF5A766}"/>
          </ac:spMkLst>
        </pc:spChg>
      </pc:sldChg>
      <pc:sldChg chg="modSp mod">
        <pc:chgData name="Mitra, Sayan" userId="5f9b069e-390c-41f3-af3f-6bd4b0fb9710" providerId="ADAL" clId="{603CB73D-5ABF-4B35-AB35-B8B719F0AA85}" dt="2022-07-04T04:06:40.874" v="10886" actId="20577"/>
        <pc:sldMkLst>
          <pc:docMk/>
          <pc:sldMk cId="555579079" sldId="6197"/>
        </pc:sldMkLst>
        <pc:spChg chg="mod">
          <ac:chgData name="Mitra, Sayan" userId="5f9b069e-390c-41f3-af3f-6bd4b0fb9710" providerId="ADAL" clId="{603CB73D-5ABF-4B35-AB35-B8B719F0AA85}" dt="2022-07-02T17:09:52.690" v="3573" actId="6549"/>
          <ac:spMkLst>
            <pc:docMk/>
            <pc:sldMk cId="555579079" sldId="6197"/>
            <ac:spMk id="2" creationId="{F02F82D5-2DA0-494A-8694-A4C176CFA13A}"/>
          </ac:spMkLst>
        </pc:spChg>
        <pc:graphicFrameChg chg="modGraphic">
          <ac:chgData name="Mitra, Sayan" userId="5f9b069e-390c-41f3-af3f-6bd4b0fb9710" providerId="ADAL" clId="{603CB73D-5ABF-4B35-AB35-B8B719F0AA85}" dt="2022-07-04T04:06:40.874" v="10886" actId="20577"/>
          <ac:graphicFrameMkLst>
            <pc:docMk/>
            <pc:sldMk cId="555579079" sldId="6197"/>
            <ac:graphicFrameMk id="4" creationId="{0D3E0BFC-B3EC-4D3D-96B4-A257FC0B1C11}"/>
          </ac:graphicFrameMkLst>
        </pc:graphicFrameChg>
      </pc:sldChg>
      <pc:sldChg chg="addSp delSp modSp add del mod">
        <pc:chgData name="Mitra, Sayan" userId="5f9b069e-390c-41f3-af3f-6bd4b0fb9710" providerId="ADAL" clId="{603CB73D-5ABF-4B35-AB35-B8B719F0AA85}" dt="2022-07-02T09:29:29.069" v="3061" actId="47"/>
        <pc:sldMkLst>
          <pc:docMk/>
          <pc:sldMk cId="2667327591" sldId="6197"/>
        </pc:sldMkLst>
        <pc:spChg chg="mod">
          <ac:chgData name="Mitra, Sayan" userId="5f9b069e-390c-41f3-af3f-6bd4b0fb9710" providerId="ADAL" clId="{603CB73D-5ABF-4B35-AB35-B8B719F0AA85}" dt="2022-07-02T09:28:49.444" v="3060" actId="27636"/>
          <ac:spMkLst>
            <pc:docMk/>
            <pc:sldMk cId="2667327591" sldId="6197"/>
            <ac:spMk id="4" creationId="{FF9A8B35-B3B7-4DE9-AF1C-394413BC6F4D}"/>
          </ac:spMkLst>
        </pc:spChg>
        <pc:spChg chg="mod">
          <ac:chgData name="Mitra, Sayan" userId="5f9b069e-390c-41f3-af3f-6bd4b0fb9710" providerId="ADAL" clId="{603CB73D-5ABF-4B35-AB35-B8B719F0AA85}" dt="2022-07-02T09:28:39.398" v="3057"/>
          <ac:spMkLst>
            <pc:docMk/>
            <pc:sldMk cId="2667327591" sldId="6197"/>
            <ac:spMk id="10" creationId="{EE272A46-2F09-407C-B443-1C48B9F0B44A}"/>
          </ac:spMkLst>
        </pc:spChg>
        <pc:spChg chg="mod">
          <ac:chgData name="Mitra, Sayan" userId="5f9b069e-390c-41f3-af3f-6bd4b0fb9710" providerId="ADAL" clId="{603CB73D-5ABF-4B35-AB35-B8B719F0AA85}" dt="2022-07-02T09:28:39.398" v="3057"/>
          <ac:spMkLst>
            <pc:docMk/>
            <pc:sldMk cId="2667327591" sldId="6197"/>
            <ac:spMk id="11" creationId="{EE6B0524-C5F9-4401-8237-40FF812672D6}"/>
          </ac:spMkLst>
        </pc:spChg>
        <pc:spChg chg="mod">
          <ac:chgData name="Mitra, Sayan" userId="5f9b069e-390c-41f3-af3f-6bd4b0fb9710" providerId="ADAL" clId="{603CB73D-5ABF-4B35-AB35-B8B719F0AA85}" dt="2022-07-02T09:28:39.398" v="3057"/>
          <ac:spMkLst>
            <pc:docMk/>
            <pc:sldMk cId="2667327591" sldId="6197"/>
            <ac:spMk id="12" creationId="{72B65520-9112-484B-8142-AED811D8CCB1}"/>
          </ac:spMkLst>
        </pc:spChg>
        <pc:grpChg chg="add mod">
          <ac:chgData name="Mitra, Sayan" userId="5f9b069e-390c-41f3-af3f-6bd4b0fb9710" providerId="ADAL" clId="{603CB73D-5ABF-4B35-AB35-B8B719F0AA85}" dt="2022-07-02T09:28:46.910" v="3058" actId="1076"/>
          <ac:grpSpMkLst>
            <pc:docMk/>
            <pc:sldMk cId="2667327591" sldId="6197"/>
            <ac:grpSpMk id="9" creationId="{4CFBC732-962E-4194-A635-139FFFB68CAD}"/>
          </ac:grpSpMkLst>
        </pc:grpChg>
        <pc:grpChg chg="del">
          <ac:chgData name="Mitra, Sayan" userId="5f9b069e-390c-41f3-af3f-6bd4b0fb9710" providerId="ADAL" clId="{603CB73D-5ABF-4B35-AB35-B8B719F0AA85}" dt="2022-07-02T09:28:24.433" v="3013" actId="478"/>
          <ac:grpSpMkLst>
            <pc:docMk/>
            <pc:sldMk cId="2667327591" sldId="6197"/>
            <ac:grpSpMk id="36" creationId="{AE05B20E-3528-4D2C-B1C2-7F9D7E4DC12F}"/>
          </ac:grpSpMkLst>
        </pc:grpChg>
        <pc:picChg chg="mod">
          <ac:chgData name="Mitra, Sayan" userId="5f9b069e-390c-41f3-af3f-6bd4b0fb9710" providerId="ADAL" clId="{603CB73D-5ABF-4B35-AB35-B8B719F0AA85}" dt="2022-07-02T09:28:32.144" v="3056" actId="1035"/>
          <ac:picMkLst>
            <pc:docMk/>
            <pc:sldMk cId="2667327591" sldId="6197"/>
            <ac:picMk id="5" creationId="{E838B093-A4C2-4EE0-A310-DC39D86A6E92}"/>
          </ac:picMkLst>
        </pc:picChg>
      </pc:sldChg>
      <pc:sldChg chg="addSp delSp modSp add mod">
        <pc:chgData name="Mitra, Sayan" userId="5f9b069e-390c-41f3-af3f-6bd4b0fb9710" providerId="ADAL" clId="{603CB73D-5ABF-4B35-AB35-B8B719F0AA85}" dt="2022-07-04T01:09:21.975" v="10833" actId="20577"/>
        <pc:sldMkLst>
          <pc:docMk/>
          <pc:sldMk cId="2843776525" sldId="6198"/>
        </pc:sldMkLst>
        <pc:spChg chg="del">
          <ac:chgData name="Mitra, Sayan" userId="5f9b069e-390c-41f3-af3f-6bd4b0fb9710" providerId="ADAL" clId="{603CB73D-5ABF-4B35-AB35-B8B719F0AA85}" dt="2022-07-02T12:50:09.896" v="3129" actId="478"/>
          <ac:spMkLst>
            <pc:docMk/>
            <pc:sldMk cId="2843776525" sldId="6198"/>
            <ac:spMk id="2" creationId="{E2C25666-852A-4724-8FD7-FFF1BB886F43}"/>
          </ac:spMkLst>
        </pc:spChg>
        <pc:spChg chg="add mod">
          <ac:chgData name="Mitra, Sayan" userId="5f9b069e-390c-41f3-af3f-6bd4b0fb9710" providerId="ADAL" clId="{603CB73D-5ABF-4B35-AB35-B8B719F0AA85}" dt="2022-07-04T01:09:21.975" v="10833" actId="20577"/>
          <ac:spMkLst>
            <pc:docMk/>
            <pc:sldMk cId="2843776525" sldId="6198"/>
            <ac:spMk id="76" creationId="{9654A25B-2A00-4FC1-96A3-03B88F688FF3}"/>
          </ac:spMkLst>
        </pc:spChg>
        <pc:spChg chg="mod">
          <ac:chgData name="Mitra, Sayan" userId="5f9b069e-390c-41f3-af3f-6bd4b0fb9710" providerId="ADAL" clId="{603CB73D-5ABF-4B35-AB35-B8B719F0AA85}" dt="2022-07-02T12:51:33.229" v="3182" actId="1035"/>
          <ac:spMkLst>
            <pc:docMk/>
            <pc:sldMk cId="2843776525" sldId="6198"/>
            <ac:spMk id="157" creationId="{7FC6A7F5-66CA-4D80-9459-3E6DC317AC23}"/>
          </ac:spMkLst>
        </pc:spChg>
        <pc:spChg chg="mod">
          <ac:chgData name="Mitra, Sayan" userId="5f9b069e-390c-41f3-af3f-6bd4b0fb9710" providerId="ADAL" clId="{603CB73D-5ABF-4B35-AB35-B8B719F0AA85}" dt="2022-07-02T12:50:21.244" v="3151" actId="1035"/>
          <ac:spMkLst>
            <pc:docMk/>
            <pc:sldMk cId="2843776525" sldId="6198"/>
            <ac:spMk id="170" creationId="{1B35CAAB-E7EE-4ABB-A06D-351F5D0F1747}"/>
          </ac:spMkLst>
        </pc:spChg>
        <pc:spChg chg="mod">
          <ac:chgData name="Mitra, Sayan" userId="5f9b069e-390c-41f3-af3f-6bd4b0fb9710" providerId="ADAL" clId="{603CB73D-5ABF-4B35-AB35-B8B719F0AA85}" dt="2022-07-02T12:50:21.244" v="3151" actId="1035"/>
          <ac:spMkLst>
            <pc:docMk/>
            <pc:sldMk cId="2843776525" sldId="6198"/>
            <ac:spMk id="173" creationId="{2902D771-32AE-4766-8E6B-96BC2B04E50B}"/>
          </ac:spMkLst>
        </pc:spChg>
        <pc:spChg chg="mod">
          <ac:chgData name="Mitra, Sayan" userId="5f9b069e-390c-41f3-af3f-6bd4b0fb9710" providerId="ADAL" clId="{603CB73D-5ABF-4B35-AB35-B8B719F0AA85}" dt="2022-07-02T12:50:21.244" v="3151" actId="1035"/>
          <ac:spMkLst>
            <pc:docMk/>
            <pc:sldMk cId="2843776525" sldId="6198"/>
            <ac:spMk id="194" creationId="{A2B6A873-45C3-459F-9BCF-0E8F55BB2E1E}"/>
          </ac:spMkLst>
        </pc:spChg>
        <pc:spChg chg="mod">
          <ac:chgData name="Mitra, Sayan" userId="5f9b069e-390c-41f3-af3f-6bd4b0fb9710" providerId="ADAL" clId="{603CB73D-5ABF-4B35-AB35-B8B719F0AA85}" dt="2022-07-02T12:50:21.244" v="3151" actId="1035"/>
          <ac:spMkLst>
            <pc:docMk/>
            <pc:sldMk cId="2843776525" sldId="6198"/>
            <ac:spMk id="195" creationId="{59979AAE-C370-4D1B-95E0-A21123716A83}"/>
          </ac:spMkLst>
        </pc:spChg>
        <pc:spChg chg="mod">
          <ac:chgData name="Mitra, Sayan" userId="5f9b069e-390c-41f3-af3f-6bd4b0fb9710" providerId="ADAL" clId="{603CB73D-5ABF-4B35-AB35-B8B719F0AA85}" dt="2022-07-02T12:50:21.244" v="3151" actId="1035"/>
          <ac:spMkLst>
            <pc:docMk/>
            <pc:sldMk cId="2843776525" sldId="6198"/>
            <ac:spMk id="196" creationId="{9FCD5EFE-12F3-4FBC-934C-450B0BEFC711}"/>
          </ac:spMkLst>
        </pc:spChg>
        <pc:spChg chg="mod">
          <ac:chgData name="Mitra, Sayan" userId="5f9b069e-390c-41f3-af3f-6bd4b0fb9710" providerId="ADAL" clId="{603CB73D-5ABF-4B35-AB35-B8B719F0AA85}" dt="2022-07-02T12:50:21.244" v="3151" actId="1035"/>
          <ac:spMkLst>
            <pc:docMk/>
            <pc:sldMk cId="2843776525" sldId="6198"/>
            <ac:spMk id="197" creationId="{69128E1F-5292-4202-A871-BD4432948B5D}"/>
          </ac:spMkLst>
        </pc:spChg>
        <pc:spChg chg="mod">
          <ac:chgData name="Mitra, Sayan" userId="5f9b069e-390c-41f3-af3f-6bd4b0fb9710" providerId="ADAL" clId="{603CB73D-5ABF-4B35-AB35-B8B719F0AA85}" dt="2022-07-02T12:50:21.244" v="3151" actId="1035"/>
          <ac:spMkLst>
            <pc:docMk/>
            <pc:sldMk cId="2843776525" sldId="6198"/>
            <ac:spMk id="198" creationId="{6D74F905-E489-4380-8C68-744F4A968F20}"/>
          </ac:spMkLst>
        </pc:spChg>
        <pc:spChg chg="mod">
          <ac:chgData name="Mitra, Sayan" userId="5f9b069e-390c-41f3-af3f-6bd4b0fb9710" providerId="ADAL" clId="{603CB73D-5ABF-4B35-AB35-B8B719F0AA85}" dt="2022-07-02T12:50:21.244" v="3151" actId="1035"/>
          <ac:spMkLst>
            <pc:docMk/>
            <pc:sldMk cId="2843776525" sldId="6198"/>
            <ac:spMk id="199" creationId="{D8C9DA4D-26DC-46B5-BED2-6520CF5D7668}"/>
          </ac:spMkLst>
        </pc:spChg>
        <pc:spChg chg="mod">
          <ac:chgData name="Mitra, Sayan" userId="5f9b069e-390c-41f3-af3f-6bd4b0fb9710" providerId="ADAL" clId="{603CB73D-5ABF-4B35-AB35-B8B719F0AA85}" dt="2022-07-02T12:50:21.244" v="3151" actId="1035"/>
          <ac:spMkLst>
            <pc:docMk/>
            <pc:sldMk cId="2843776525" sldId="6198"/>
            <ac:spMk id="200" creationId="{4B527542-10C3-48F6-8758-C9FDADD37AA5}"/>
          </ac:spMkLst>
        </pc:spChg>
        <pc:spChg chg="mod">
          <ac:chgData name="Mitra, Sayan" userId="5f9b069e-390c-41f3-af3f-6bd4b0fb9710" providerId="ADAL" clId="{603CB73D-5ABF-4B35-AB35-B8B719F0AA85}" dt="2022-07-02T12:50:21.244" v="3151" actId="1035"/>
          <ac:spMkLst>
            <pc:docMk/>
            <pc:sldMk cId="2843776525" sldId="6198"/>
            <ac:spMk id="201" creationId="{56C8CA81-554A-4A32-BE72-7B6D2620A0C6}"/>
          </ac:spMkLst>
        </pc:spChg>
        <pc:spChg chg="mod">
          <ac:chgData name="Mitra, Sayan" userId="5f9b069e-390c-41f3-af3f-6bd4b0fb9710" providerId="ADAL" clId="{603CB73D-5ABF-4B35-AB35-B8B719F0AA85}" dt="2022-07-02T12:50:21.244" v="3151" actId="1035"/>
          <ac:spMkLst>
            <pc:docMk/>
            <pc:sldMk cId="2843776525" sldId="6198"/>
            <ac:spMk id="202" creationId="{2ED1251F-CC56-4941-9911-D222823FDD0F}"/>
          </ac:spMkLst>
        </pc:spChg>
        <pc:spChg chg="mod">
          <ac:chgData name="Mitra, Sayan" userId="5f9b069e-390c-41f3-af3f-6bd4b0fb9710" providerId="ADAL" clId="{603CB73D-5ABF-4B35-AB35-B8B719F0AA85}" dt="2022-07-02T12:50:21.244" v="3151" actId="1035"/>
          <ac:spMkLst>
            <pc:docMk/>
            <pc:sldMk cId="2843776525" sldId="6198"/>
            <ac:spMk id="203" creationId="{23D2EE46-C9D8-4E29-A9A8-19AE61067F06}"/>
          </ac:spMkLst>
        </pc:spChg>
        <pc:grpChg chg="mod">
          <ac:chgData name="Mitra, Sayan" userId="5f9b069e-390c-41f3-af3f-6bd4b0fb9710" providerId="ADAL" clId="{603CB73D-5ABF-4B35-AB35-B8B719F0AA85}" dt="2022-07-02T12:50:21.244" v="3151" actId="1035"/>
          <ac:grpSpMkLst>
            <pc:docMk/>
            <pc:sldMk cId="2843776525" sldId="6198"/>
            <ac:grpSpMk id="169" creationId="{426BF6D9-8237-4F09-824A-5D38E1BEA472}"/>
          </ac:grpSpMkLst>
        </pc:grpChg>
        <pc:grpChg chg="mod">
          <ac:chgData name="Mitra, Sayan" userId="5f9b069e-390c-41f3-af3f-6bd4b0fb9710" providerId="ADAL" clId="{603CB73D-5ABF-4B35-AB35-B8B719F0AA85}" dt="2022-07-02T12:50:21.244" v="3151" actId="1035"/>
          <ac:grpSpMkLst>
            <pc:docMk/>
            <pc:sldMk cId="2843776525" sldId="6198"/>
            <ac:grpSpMk id="172" creationId="{9AE31258-B29B-4474-A482-77C350EE72A6}"/>
          </ac:grpSpMkLst>
        </pc:grpChg>
        <pc:grpChg chg="mod">
          <ac:chgData name="Mitra, Sayan" userId="5f9b069e-390c-41f3-af3f-6bd4b0fb9710" providerId="ADAL" clId="{603CB73D-5ABF-4B35-AB35-B8B719F0AA85}" dt="2022-07-02T12:50:21.244" v="3151" actId="1035"/>
          <ac:grpSpMkLst>
            <pc:docMk/>
            <pc:sldMk cId="2843776525" sldId="6198"/>
            <ac:grpSpMk id="204" creationId="{4C2A12B6-3F65-4A77-ADC8-0F6DE1F31560}"/>
          </ac:grpSpMkLst>
        </pc:grpChg>
        <pc:grpChg chg="mod">
          <ac:chgData name="Mitra, Sayan" userId="5f9b069e-390c-41f3-af3f-6bd4b0fb9710" providerId="ADAL" clId="{603CB73D-5ABF-4B35-AB35-B8B719F0AA85}" dt="2022-07-02T12:50:21.244" v="3151" actId="1035"/>
          <ac:grpSpMkLst>
            <pc:docMk/>
            <pc:sldMk cId="2843776525" sldId="6198"/>
            <ac:grpSpMk id="208" creationId="{2D43BE8C-55CD-4D14-BFBB-E167AEC537C3}"/>
          </ac:grpSpMkLst>
        </pc:grpChg>
        <pc:grpChg chg="mod">
          <ac:chgData name="Mitra, Sayan" userId="5f9b069e-390c-41f3-af3f-6bd4b0fb9710" providerId="ADAL" clId="{603CB73D-5ABF-4B35-AB35-B8B719F0AA85}" dt="2022-07-02T12:50:21.244" v="3151" actId="1035"/>
          <ac:grpSpMkLst>
            <pc:docMk/>
            <pc:sldMk cId="2843776525" sldId="6198"/>
            <ac:grpSpMk id="219" creationId="{839D4B9F-876F-4787-8DCA-8CC865517D77}"/>
          </ac:grpSpMkLst>
        </pc:grpChg>
        <pc:grpChg chg="mod">
          <ac:chgData name="Mitra, Sayan" userId="5f9b069e-390c-41f3-af3f-6bd4b0fb9710" providerId="ADAL" clId="{603CB73D-5ABF-4B35-AB35-B8B719F0AA85}" dt="2022-07-02T12:50:21.244" v="3151" actId="1035"/>
          <ac:grpSpMkLst>
            <pc:docMk/>
            <pc:sldMk cId="2843776525" sldId="6198"/>
            <ac:grpSpMk id="222" creationId="{CE4FB837-ECC4-404D-8D8C-DB47FA66FCB8}"/>
          </ac:grpSpMkLst>
        </pc:grpChg>
        <pc:grpChg chg="mod">
          <ac:chgData name="Mitra, Sayan" userId="5f9b069e-390c-41f3-af3f-6bd4b0fb9710" providerId="ADAL" clId="{603CB73D-5ABF-4B35-AB35-B8B719F0AA85}" dt="2022-07-02T12:50:21.244" v="3151" actId="1035"/>
          <ac:grpSpMkLst>
            <pc:docMk/>
            <pc:sldMk cId="2843776525" sldId="6198"/>
            <ac:grpSpMk id="231" creationId="{1E6F6A2E-4024-4D0F-95D5-40EB38CB7361}"/>
          </ac:grpSpMkLst>
        </pc:grpChg>
      </pc:sldChg>
      <pc:sldChg chg="del ord">
        <pc:chgData name="Mitra, Sayan" userId="5f9b069e-390c-41f3-af3f-6bd4b0fb9710" providerId="ADAL" clId="{603CB73D-5ABF-4B35-AB35-B8B719F0AA85}" dt="2022-07-04T05:00:14.600" v="12465" actId="47"/>
        <pc:sldMkLst>
          <pc:docMk/>
          <pc:sldMk cId="161344285" sldId="6199"/>
        </pc:sldMkLst>
      </pc:sldChg>
      <pc:sldChg chg="modSp del mod">
        <pc:chgData name="Mitra, Sayan" userId="5f9b069e-390c-41f3-af3f-6bd4b0fb9710" providerId="ADAL" clId="{603CB73D-5ABF-4B35-AB35-B8B719F0AA85}" dt="2022-07-03T01:24:10.340" v="5545" actId="47"/>
        <pc:sldMkLst>
          <pc:docMk/>
          <pc:sldMk cId="2480628551" sldId="6200"/>
        </pc:sldMkLst>
        <pc:spChg chg="mod">
          <ac:chgData name="Mitra, Sayan" userId="5f9b069e-390c-41f3-af3f-6bd4b0fb9710" providerId="ADAL" clId="{603CB73D-5ABF-4B35-AB35-B8B719F0AA85}" dt="2022-07-02T17:09:27.309" v="3571" actId="11530"/>
          <ac:spMkLst>
            <pc:docMk/>
            <pc:sldMk cId="2480628551" sldId="6200"/>
            <ac:spMk id="12" creationId="{0337DD8D-C8D2-44A5-9AF7-69D8C6330326}"/>
          </ac:spMkLst>
        </pc:spChg>
        <pc:spChg chg="mod">
          <ac:chgData name="Mitra, Sayan" userId="5f9b069e-390c-41f3-af3f-6bd4b0fb9710" providerId="ADAL" clId="{603CB73D-5ABF-4B35-AB35-B8B719F0AA85}" dt="2022-07-02T17:10:48.324" v="3577" actId="3064"/>
          <ac:spMkLst>
            <pc:docMk/>
            <pc:sldMk cId="2480628551" sldId="6200"/>
            <ac:spMk id="37" creationId="{00000000-0000-0000-0000-000000000000}"/>
          </ac:spMkLst>
        </pc:spChg>
        <pc:spChg chg="mod">
          <ac:chgData name="Mitra, Sayan" userId="5f9b069e-390c-41f3-af3f-6bd4b0fb9710" providerId="ADAL" clId="{603CB73D-5ABF-4B35-AB35-B8B719F0AA85}" dt="2022-07-02T17:10:48.324" v="3577" actId="3064"/>
          <ac:spMkLst>
            <pc:docMk/>
            <pc:sldMk cId="2480628551" sldId="6200"/>
            <ac:spMk id="59" creationId="{5AF3350C-F011-45FD-9B27-22C2E62AF32B}"/>
          </ac:spMkLst>
        </pc:spChg>
        <pc:spChg chg="mod">
          <ac:chgData name="Mitra, Sayan" userId="5f9b069e-390c-41f3-af3f-6bd4b0fb9710" providerId="ADAL" clId="{603CB73D-5ABF-4B35-AB35-B8B719F0AA85}" dt="2022-07-02T17:10:48.324" v="3577" actId="3064"/>
          <ac:spMkLst>
            <pc:docMk/>
            <pc:sldMk cId="2480628551" sldId="6200"/>
            <ac:spMk id="60" creationId="{FA0BCEF7-AB84-4B14-9DF0-C607333CEEA1}"/>
          </ac:spMkLst>
        </pc:spChg>
        <pc:spChg chg="mod">
          <ac:chgData name="Mitra, Sayan" userId="5f9b069e-390c-41f3-af3f-6bd4b0fb9710" providerId="ADAL" clId="{603CB73D-5ABF-4B35-AB35-B8B719F0AA85}" dt="2022-07-02T17:10:48.324" v="3577" actId="3064"/>
          <ac:spMkLst>
            <pc:docMk/>
            <pc:sldMk cId="2480628551" sldId="6200"/>
            <ac:spMk id="61" creationId="{2D67A12E-119F-4141-9D35-38E6CE306B94}"/>
          </ac:spMkLst>
        </pc:spChg>
        <pc:spChg chg="mod">
          <ac:chgData name="Mitra, Sayan" userId="5f9b069e-390c-41f3-af3f-6bd4b0fb9710" providerId="ADAL" clId="{603CB73D-5ABF-4B35-AB35-B8B719F0AA85}" dt="2022-07-02T17:09:27.309" v="3571" actId="11530"/>
          <ac:spMkLst>
            <pc:docMk/>
            <pc:sldMk cId="2480628551" sldId="6200"/>
            <ac:spMk id="64" creationId="{F8D89799-281B-4858-8DAF-E91B0A1AE51D}"/>
          </ac:spMkLst>
        </pc:spChg>
        <pc:spChg chg="mod">
          <ac:chgData name="Mitra, Sayan" userId="5f9b069e-390c-41f3-af3f-6bd4b0fb9710" providerId="ADAL" clId="{603CB73D-5ABF-4B35-AB35-B8B719F0AA85}" dt="2022-07-02T17:09:27.309" v="3571" actId="11530"/>
          <ac:spMkLst>
            <pc:docMk/>
            <pc:sldMk cId="2480628551" sldId="6200"/>
            <ac:spMk id="66" creationId="{414A8419-02B0-4C89-9F17-6F90047ED8A5}"/>
          </ac:spMkLst>
        </pc:spChg>
        <pc:spChg chg="mod">
          <ac:chgData name="Mitra, Sayan" userId="5f9b069e-390c-41f3-af3f-6bd4b0fb9710" providerId="ADAL" clId="{603CB73D-5ABF-4B35-AB35-B8B719F0AA85}" dt="2022-07-02T17:11:01.902" v="3578" actId="11530"/>
          <ac:spMkLst>
            <pc:docMk/>
            <pc:sldMk cId="2480628551" sldId="6200"/>
            <ac:spMk id="72" creationId="{6C950BC1-85E9-4DD7-B815-E0525BB6F03A}"/>
          </ac:spMkLst>
        </pc:spChg>
        <pc:spChg chg="mod">
          <ac:chgData name="Mitra, Sayan" userId="5f9b069e-390c-41f3-af3f-6bd4b0fb9710" providerId="ADAL" clId="{603CB73D-5ABF-4B35-AB35-B8B719F0AA85}" dt="2022-07-02T17:09:27.309" v="3571" actId="11530"/>
          <ac:spMkLst>
            <pc:docMk/>
            <pc:sldMk cId="2480628551" sldId="6200"/>
            <ac:spMk id="77" creationId="{950DE1E1-822A-4231-9C75-ED77891741FF}"/>
          </ac:spMkLst>
        </pc:spChg>
      </pc:sldChg>
      <pc:sldChg chg="addSp delSp modSp add del mod modClrScheme chgLayout">
        <pc:chgData name="Mitra, Sayan" userId="5f9b069e-390c-41f3-af3f-6bd4b0fb9710" providerId="ADAL" clId="{603CB73D-5ABF-4B35-AB35-B8B719F0AA85}" dt="2022-07-04T16:32:48.642" v="14367" actId="478"/>
        <pc:sldMkLst>
          <pc:docMk/>
          <pc:sldMk cId="166138906" sldId="6201"/>
        </pc:sldMkLst>
        <pc:spChg chg="mod ord">
          <ac:chgData name="Mitra, Sayan" userId="5f9b069e-390c-41f3-af3f-6bd4b0fb9710" providerId="ADAL" clId="{603CB73D-5ABF-4B35-AB35-B8B719F0AA85}" dt="2022-07-04T16:32:34.962" v="14363" actId="700"/>
          <ac:spMkLst>
            <pc:docMk/>
            <pc:sldMk cId="166138906" sldId="6201"/>
            <ac:spMk id="2" creationId="{40DEA8BD-8A64-43E8-ABA4-688AE1E16EA0}"/>
          </ac:spMkLst>
        </pc:spChg>
        <pc:spChg chg="add del mod ord">
          <ac:chgData name="Mitra, Sayan" userId="5f9b069e-390c-41f3-af3f-6bd4b0fb9710" providerId="ADAL" clId="{603CB73D-5ABF-4B35-AB35-B8B719F0AA85}" dt="2022-07-04T16:32:48.642" v="14367" actId="478"/>
          <ac:spMkLst>
            <pc:docMk/>
            <pc:sldMk cId="166138906" sldId="6201"/>
            <ac:spMk id="3" creationId="{85A6798C-4B95-4FB4-A40A-472803CE6CA7}"/>
          </ac:spMkLst>
        </pc:spChg>
        <pc:spChg chg="add del mod">
          <ac:chgData name="Mitra, Sayan" userId="5f9b069e-390c-41f3-af3f-6bd4b0fb9710" providerId="ADAL" clId="{603CB73D-5ABF-4B35-AB35-B8B719F0AA85}" dt="2022-07-04T16:32:39.364" v="14365" actId="478"/>
          <ac:spMkLst>
            <pc:docMk/>
            <pc:sldMk cId="166138906" sldId="6201"/>
            <ac:spMk id="4" creationId="{F9108327-C6A8-43CF-80C3-E5BA9F2C269A}"/>
          </ac:spMkLst>
        </pc:spChg>
        <pc:spChg chg="add del mod ord">
          <ac:chgData name="Mitra, Sayan" userId="5f9b069e-390c-41f3-af3f-6bd4b0fb9710" providerId="ADAL" clId="{603CB73D-5ABF-4B35-AB35-B8B719F0AA85}" dt="2022-07-04T16:32:42.752" v="14366" actId="478"/>
          <ac:spMkLst>
            <pc:docMk/>
            <pc:sldMk cId="166138906" sldId="6201"/>
            <ac:spMk id="5" creationId="{FE0292F2-524F-4C14-86C5-C4BFCBAC2936}"/>
          </ac:spMkLst>
        </pc:spChg>
        <pc:spChg chg="del">
          <ac:chgData name="Mitra, Sayan" userId="5f9b069e-390c-41f3-af3f-6bd4b0fb9710" providerId="ADAL" clId="{603CB73D-5ABF-4B35-AB35-B8B719F0AA85}" dt="2022-07-04T04:39:14.992" v="12131" actId="478"/>
          <ac:spMkLst>
            <pc:docMk/>
            <pc:sldMk cId="166138906" sldId="6201"/>
            <ac:spMk id="6" creationId="{D2ABAB45-F452-4A11-A5FA-A0F7807FD281}"/>
          </ac:spMkLst>
        </pc:spChg>
        <pc:spChg chg="add mod">
          <ac:chgData name="Mitra, Sayan" userId="5f9b069e-390c-41f3-af3f-6bd4b0fb9710" providerId="ADAL" clId="{603CB73D-5ABF-4B35-AB35-B8B719F0AA85}" dt="2022-07-04T04:42:01.143" v="12214" actId="14100"/>
          <ac:spMkLst>
            <pc:docMk/>
            <pc:sldMk cId="166138906" sldId="6201"/>
            <ac:spMk id="7" creationId="{38ACDDE2-4569-4354-9FF9-A62F3AE8A518}"/>
          </ac:spMkLst>
        </pc:spChg>
        <pc:cxnChg chg="add del mod">
          <ac:chgData name="Mitra, Sayan" userId="5f9b069e-390c-41f3-af3f-6bd4b0fb9710" providerId="ADAL" clId="{603CB73D-5ABF-4B35-AB35-B8B719F0AA85}" dt="2022-07-04T04:41:47.264" v="12210" actId="478"/>
          <ac:cxnSpMkLst>
            <pc:docMk/>
            <pc:sldMk cId="166138906" sldId="6201"/>
            <ac:cxnSpMk id="5" creationId="{8DA23554-5C7C-478A-A365-5356525679CC}"/>
          </ac:cxnSpMkLst>
        </pc:cxnChg>
      </pc:sldChg>
      <pc:sldChg chg="modSp add mod ord">
        <pc:chgData name="Mitra, Sayan" userId="5f9b069e-390c-41f3-af3f-6bd4b0fb9710" providerId="ADAL" clId="{603CB73D-5ABF-4B35-AB35-B8B719F0AA85}" dt="2022-07-02T17:04:44.819" v="3556" actId="20577"/>
        <pc:sldMkLst>
          <pc:docMk/>
          <pc:sldMk cId="2633053517" sldId="6202"/>
        </pc:sldMkLst>
        <pc:spChg chg="mod">
          <ac:chgData name="Mitra, Sayan" userId="5f9b069e-390c-41f3-af3f-6bd4b0fb9710" providerId="ADAL" clId="{603CB73D-5ABF-4B35-AB35-B8B719F0AA85}" dt="2022-07-02T17:04:44.819" v="3556" actId="20577"/>
          <ac:spMkLst>
            <pc:docMk/>
            <pc:sldMk cId="2633053517" sldId="6202"/>
            <ac:spMk id="2" creationId="{EF296339-19EE-45C4-92D1-711D1572140E}"/>
          </ac:spMkLst>
        </pc:spChg>
      </pc:sldChg>
      <pc:sldChg chg="addSp modSp new del mod">
        <pc:chgData name="Mitra, Sayan" userId="5f9b069e-390c-41f3-af3f-6bd4b0fb9710" providerId="ADAL" clId="{603CB73D-5ABF-4B35-AB35-B8B719F0AA85}" dt="2022-07-03T05:00:26.130" v="7217" actId="47"/>
        <pc:sldMkLst>
          <pc:docMk/>
          <pc:sldMk cId="1154524886" sldId="6203"/>
        </pc:sldMkLst>
        <pc:spChg chg="mod">
          <ac:chgData name="Mitra, Sayan" userId="5f9b069e-390c-41f3-af3f-6bd4b0fb9710" providerId="ADAL" clId="{603CB73D-5ABF-4B35-AB35-B8B719F0AA85}" dt="2022-07-02T17:17:06.575" v="3675" actId="20577"/>
          <ac:spMkLst>
            <pc:docMk/>
            <pc:sldMk cId="1154524886" sldId="6203"/>
            <ac:spMk id="2" creationId="{C1FE18AD-4F22-4561-80FE-C8D0DF2F3A9F}"/>
          </ac:spMkLst>
        </pc:spChg>
        <pc:spChg chg="add mod">
          <ac:chgData name="Mitra, Sayan" userId="5f9b069e-390c-41f3-af3f-6bd4b0fb9710" providerId="ADAL" clId="{603CB73D-5ABF-4B35-AB35-B8B719F0AA85}" dt="2022-07-02T17:29:03.931" v="3930" actId="113"/>
          <ac:spMkLst>
            <pc:docMk/>
            <pc:sldMk cId="1154524886" sldId="6203"/>
            <ac:spMk id="3" creationId="{4BFC18DB-03AF-409D-8A36-6E38CBCE8BDA}"/>
          </ac:spMkLst>
        </pc:spChg>
        <pc:spChg chg="add mod">
          <ac:chgData name="Mitra, Sayan" userId="5f9b069e-390c-41f3-af3f-6bd4b0fb9710" providerId="ADAL" clId="{603CB73D-5ABF-4B35-AB35-B8B719F0AA85}" dt="2022-07-02T17:28:44.234" v="3909" actId="113"/>
          <ac:spMkLst>
            <pc:docMk/>
            <pc:sldMk cId="1154524886" sldId="6203"/>
            <ac:spMk id="4" creationId="{FF8288EB-D1AC-4A65-BA82-F8E391C44DFA}"/>
          </ac:spMkLst>
        </pc:spChg>
        <pc:spChg chg="add mod">
          <ac:chgData name="Mitra, Sayan" userId="5f9b069e-390c-41f3-af3f-6bd4b0fb9710" providerId="ADAL" clId="{603CB73D-5ABF-4B35-AB35-B8B719F0AA85}" dt="2022-07-02T17:30:30.601" v="3967" actId="113"/>
          <ac:spMkLst>
            <pc:docMk/>
            <pc:sldMk cId="1154524886" sldId="6203"/>
            <ac:spMk id="5" creationId="{8DB0E73C-BD9C-4DCB-9091-7D779AE35E28}"/>
          </ac:spMkLst>
        </pc:spChg>
        <pc:spChg chg="add mod">
          <ac:chgData name="Mitra, Sayan" userId="5f9b069e-390c-41f3-af3f-6bd4b0fb9710" providerId="ADAL" clId="{603CB73D-5ABF-4B35-AB35-B8B719F0AA85}" dt="2022-07-02T17:30:52.520" v="3999" actId="113"/>
          <ac:spMkLst>
            <pc:docMk/>
            <pc:sldMk cId="1154524886" sldId="6203"/>
            <ac:spMk id="6" creationId="{112EE235-90BE-4B94-B4FA-D4691BF6A6EC}"/>
          </ac:spMkLst>
        </pc:spChg>
        <pc:spChg chg="add mod">
          <ac:chgData name="Mitra, Sayan" userId="5f9b069e-390c-41f3-af3f-6bd4b0fb9710" providerId="ADAL" clId="{603CB73D-5ABF-4B35-AB35-B8B719F0AA85}" dt="2022-07-02T17:31:52.534" v="4116" actId="113"/>
          <ac:spMkLst>
            <pc:docMk/>
            <pc:sldMk cId="1154524886" sldId="6203"/>
            <ac:spMk id="7" creationId="{40185408-A281-4104-A2FC-3BDA9DCEA4E6}"/>
          </ac:spMkLst>
        </pc:spChg>
        <pc:spChg chg="add mod">
          <ac:chgData name="Mitra, Sayan" userId="5f9b069e-390c-41f3-af3f-6bd4b0fb9710" providerId="ADAL" clId="{603CB73D-5ABF-4B35-AB35-B8B719F0AA85}" dt="2022-07-02T17:21:01.654" v="3678"/>
          <ac:spMkLst>
            <pc:docMk/>
            <pc:sldMk cId="1154524886" sldId="6203"/>
            <ac:spMk id="9" creationId="{3DE8682B-74CD-4A4A-81BB-8DB178F6749A}"/>
          </ac:spMkLst>
        </pc:spChg>
        <pc:spChg chg="add mod">
          <ac:chgData name="Mitra, Sayan" userId="5f9b069e-390c-41f3-af3f-6bd4b0fb9710" providerId="ADAL" clId="{603CB73D-5ABF-4B35-AB35-B8B719F0AA85}" dt="2022-07-02T17:21:01.654" v="3678"/>
          <ac:spMkLst>
            <pc:docMk/>
            <pc:sldMk cId="1154524886" sldId="6203"/>
            <ac:spMk id="10" creationId="{54877DD8-3C7D-4442-97EE-92EE3DE9AB4D}"/>
          </ac:spMkLst>
        </pc:spChg>
        <pc:spChg chg="add mod">
          <ac:chgData name="Mitra, Sayan" userId="5f9b069e-390c-41f3-af3f-6bd4b0fb9710" providerId="ADAL" clId="{603CB73D-5ABF-4B35-AB35-B8B719F0AA85}" dt="2022-07-02T17:21:01.654" v="3678"/>
          <ac:spMkLst>
            <pc:docMk/>
            <pc:sldMk cId="1154524886" sldId="6203"/>
            <ac:spMk id="11" creationId="{17F6E6FF-AE9F-4100-A32D-4A51FD7A4910}"/>
          </ac:spMkLst>
        </pc:spChg>
        <pc:spChg chg="add mod">
          <ac:chgData name="Mitra, Sayan" userId="5f9b069e-390c-41f3-af3f-6bd4b0fb9710" providerId="ADAL" clId="{603CB73D-5ABF-4B35-AB35-B8B719F0AA85}" dt="2022-07-02T17:21:01.654" v="3678"/>
          <ac:spMkLst>
            <pc:docMk/>
            <pc:sldMk cId="1154524886" sldId="6203"/>
            <ac:spMk id="12" creationId="{BFBBEB3F-4860-46BB-9F35-5967CB68A1F2}"/>
          </ac:spMkLst>
        </pc:spChg>
        <pc:spChg chg="add mod">
          <ac:chgData name="Mitra, Sayan" userId="5f9b069e-390c-41f3-af3f-6bd4b0fb9710" providerId="ADAL" clId="{603CB73D-5ABF-4B35-AB35-B8B719F0AA85}" dt="2022-07-02T17:21:01.654" v="3678"/>
          <ac:spMkLst>
            <pc:docMk/>
            <pc:sldMk cId="1154524886" sldId="6203"/>
            <ac:spMk id="13" creationId="{37694721-96B0-41B7-8196-1E8D32306CE7}"/>
          </ac:spMkLst>
        </pc:spChg>
        <pc:spChg chg="add mod">
          <ac:chgData name="Mitra, Sayan" userId="5f9b069e-390c-41f3-af3f-6bd4b0fb9710" providerId="ADAL" clId="{603CB73D-5ABF-4B35-AB35-B8B719F0AA85}" dt="2022-07-02T17:21:01.654" v="3678"/>
          <ac:spMkLst>
            <pc:docMk/>
            <pc:sldMk cId="1154524886" sldId="6203"/>
            <ac:spMk id="14" creationId="{E8AD6DB3-9374-4B62-B110-B712587D6534}"/>
          </ac:spMkLst>
        </pc:spChg>
        <pc:spChg chg="add mod">
          <ac:chgData name="Mitra, Sayan" userId="5f9b069e-390c-41f3-af3f-6bd4b0fb9710" providerId="ADAL" clId="{603CB73D-5ABF-4B35-AB35-B8B719F0AA85}" dt="2022-07-02T17:21:01.654" v="3678"/>
          <ac:spMkLst>
            <pc:docMk/>
            <pc:sldMk cId="1154524886" sldId="6203"/>
            <ac:spMk id="15" creationId="{8DAB3442-E4F3-4C22-A951-7C89A23A6B7D}"/>
          </ac:spMkLst>
        </pc:spChg>
        <pc:spChg chg="add mod">
          <ac:chgData name="Mitra, Sayan" userId="5f9b069e-390c-41f3-af3f-6bd4b0fb9710" providerId="ADAL" clId="{603CB73D-5ABF-4B35-AB35-B8B719F0AA85}" dt="2022-07-02T17:21:01.654" v="3678"/>
          <ac:spMkLst>
            <pc:docMk/>
            <pc:sldMk cId="1154524886" sldId="6203"/>
            <ac:spMk id="16" creationId="{E2F0F0AC-288E-454D-B05D-FFD425D64577}"/>
          </ac:spMkLst>
        </pc:spChg>
        <pc:spChg chg="add mod">
          <ac:chgData name="Mitra, Sayan" userId="5f9b069e-390c-41f3-af3f-6bd4b0fb9710" providerId="ADAL" clId="{603CB73D-5ABF-4B35-AB35-B8B719F0AA85}" dt="2022-07-02T17:21:01.654" v="3678"/>
          <ac:spMkLst>
            <pc:docMk/>
            <pc:sldMk cId="1154524886" sldId="6203"/>
            <ac:spMk id="17" creationId="{3845F535-5CC5-4397-BC4C-E1173CAB9B08}"/>
          </ac:spMkLst>
        </pc:spChg>
        <pc:spChg chg="add mod">
          <ac:chgData name="Mitra, Sayan" userId="5f9b069e-390c-41f3-af3f-6bd4b0fb9710" providerId="ADAL" clId="{603CB73D-5ABF-4B35-AB35-B8B719F0AA85}" dt="2022-07-02T17:21:01.654" v="3678"/>
          <ac:spMkLst>
            <pc:docMk/>
            <pc:sldMk cId="1154524886" sldId="6203"/>
            <ac:spMk id="18" creationId="{5E76A343-C93C-4BBD-844C-8CDB830E9D74}"/>
          </ac:spMkLst>
        </pc:spChg>
        <pc:spChg chg="mod">
          <ac:chgData name="Mitra, Sayan" userId="5f9b069e-390c-41f3-af3f-6bd4b0fb9710" providerId="ADAL" clId="{603CB73D-5ABF-4B35-AB35-B8B719F0AA85}" dt="2022-07-02T17:21:01.654" v="3678"/>
          <ac:spMkLst>
            <pc:docMk/>
            <pc:sldMk cId="1154524886" sldId="6203"/>
            <ac:spMk id="20" creationId="{DB3DAAE8-1FE1-4DE3-9EF3-303424A03A89}"/>
          </ac:spMkLst>
        </pc:spChg>
        <pc:spChg chg="mod">
          <ac:chgData name="Mitra, Sayan" userId="5f9b069e-390c-41f3-af3f-6bd4b0fb9710" providerId="ADAL" clId="{603CB73D-5ABF-4B35-AB35-B8B719F0AA85}" dt="2022-07-02T17:21:01.654" v="3678"/>
          <ac:spMkLst>
            <pc:docMk/>
            <pc:sldMk cId="1154524886" sldId="6203"/>
            <ac:spMk id="21" creationId="{43B220BB-1206-4D2F-8E97-4080E1B30C63}"/>
          </ac:spMkLst>
        </pc:spChg>
        <pc:spChg chg="mod">
          <ac:chgData name="Mitra, Sayan" userId="5f9b069e-390c-41f3-af3f-6bd4b0fb9710" providerId="ADAL" clId="{603CB73D-5ABF-4B35-AB35-B8B719F0AA85}" dt="2022-07-02T17:21:01.654" v="3678"/>
          <ac:spMkLst>
            <pc:docMk/>
            <pc:sldMk cId="1154524886" sldId="6203"/>
            <ac:spMk id="22" creationId="{8A01560C-9712-468F-9CBC-58FB14BE847B}"/>
          </ac:spMkLst>
        </pc:spChg>
        <pc:spChg chg="mod">
          <ac:chgData name="Mitra, Sayan" userId="5f9b069e-390c-41f3-af3f-6bd4b0fb9710" providerId="ADAL" clId="{603CB73D-5ABF-4B35-AB35-B8B719F0AA85}" dt="2022-07-02T17:21:01.654" v="3678"/>
          <ac:spMkLst>
            <pc:docMk/>
            <pc:sldMk cId="1154524886" sldId="6203"/>
            <ac:spMk id="33" creationId="{CBC2C4AE-BCEC-47A7-98D9-88A012801D04}"/>
          </ac:spMkLst>
        </pc:spChg>
        <pc:spChg chg="mod">
          <ac:chgData name="Mitra, Sayan" userId="5f9b069e-390c-41f3-af3f-6bd4b0fb9710" providerId="ADAL" clId="{603CB73D-5ABF-4B35-AB35-B8B719F0AA85}" dt="2022-07-02T17:21:01.654" v="3678"/>
          <ac:spMkLst>
            <pc:docMk/>
            <pc:sldMk cId="1154524886" sldId="6203"/>
            <ac:spMk id="34" creationId="{3B3E4741-FA5C-4019-BE6D-AE6561CEAE0B}"/>
          </ac:spMkLst>
        </pc:spChg>
        <pc:spChg chg="mod">
          <ac:chgData name="Mitra, Sayan" userId="5f9b069e-390c-41f3-af3f-6bd4b0fb9710" providerId="ADAL" clId="{603CB73D-5ABF-4B35-AB35-B8B719F0AA85}" dt="2022-07-02T17:21:01.654" v="3678"/>
          <ac:spMkLst>
            <pc:docMk/>
            <pc:sldMk cId="1154524886" sldId="6203"/>
            <ac:spMk id="36" creationId="{22AFF430-C7A6-44C1-B0B8-1D3ADE16DAB5}"/>
          </ac:spMkLst>
        </pc:spChg>
        <pc:spChg chg="mod">
          <ac:chgData name="Mitra, Sayan" userId="5f9b069e-390c-41f3-af3f-6bd4b0fb9710" providerId="ADAL" clId="{603CB73D-5ABF-4B35-AB35-B8B719F0AA85}" dt="2022-07-02T17:21:01.654" v="3678"/>
          <ac:spMkLst>
            <pc:docMk/>
            <pc:sldMk cId="1154524886" sldId="6203"/>
            <ac:spMk id="37" creationId="{C838CD1A-30C7-4770-A133-CDFF3F5E5B3F}"/>
          </ac:spMkLst>
        </pc:spChg>
        <pc:spChg chg="mod">
          <ac:chgData name="Mitra, Sayan" userId="5f9b069e-390c-41f3-af3f-6bd4b0fb9710" providerId="ADAL" clId="{603CB73D-5ABF-4B35-AB35-B8B719F0AA85}" dt="2022-07-02T17:21:01.654" v="3678"/>
          <ac:spMkLst>
            <pc:docMk/>
            <pc:sldMk cId="1154524886" sldId="6203"/>
            <ac:spMk id="39" creationId="{1024A123-2457-4BEC-85A2-E6ECD9EAA1AE}"/>
          </ac:spMkLst>
        </pc:spChg>
        <pc:spChg chg="mod">
          <ac:chgData name="Mitra, Sayan" userId="5f9b069e-390c-41f3-af3f-6bd4b0fb9710" providerId="ADAL" clId="{603CB73D-5ABF-4B35-AB35-B8B719F0AA85}" dt="2022-07-02T17:21:01.654" v="3678"/>
          <ac:spMkLst>
            <pc:docMk/>
            <pc:sldMk cId="1154524886" sldId="6203"/>
            <ac:spMk id="40" creationId="{592BE73C-7C1A-410A-B42A-39793A7A3C6B}"/>
          </ac:spMkLst>
        </pc:spChg>
        <pc:spChg chg="mod">
          <ac:chgData name="Mitra, Sayan" userId="5f9b069e-390c-41f3-af3f-6bd4b0fb9710" providerId="ADAL" clId="{603CB73D-5ABF-4B35-AB35-B8B719F0AA85}" dt="2022-07-02T17:21:01.654" v="3678"/>
          <ac:spMkLst>
            <pc:docMk/>
            <pc:sldMk cId="1154524886" sldId="6203"/>
            <ac:spMk id="42" creationId="{1F3136B7-D0AA-4AC9-A0A8-349B025F04D0}"/>
          </ac:spMkLst>
        </pc:spChg>
        <pc:spChg chg="mod">
          <ac:chgData name="Mitra, Sayan" userId="5f9b069e-390c-41f3-af3f-6bd4b0fb9710" providerId="ADAL" clId="{603CB73D-5ABF-4B35-AB35-B8B719F0AA85}" dt="2022-07-02T17:21:01.654" v="3678"/>
          <ac:spMkLst>
            <pc:docMk/>
            <pc:sldMk cId="1154524886" sldId="6203"/>
            <ac:spMk id="43" creationId="{04D77768-6B8E-4177-9F84-1F99EBA70D73}"/>
          </ac:spMkLst>
        </pc:spChg>
        <pc:spChg chg="mod">
          <ac:chgData name="Mitra, Sayan" userId="5f9b069e-390c-41f3-af3f-6bd4b0fb9710" providerId="ADAL" clId="{603CB73D-5ABF-4B35-AB35-B8B719F0AA85}" dt="2022-07-02T17:21:01.654" v="3678"/>
          <ac:spMkLst>
            <pc:docMk/>
            <pc:sldMk cId="1154524886" sldId="6203"/>
            <ac:spMk id="45" creationId="{57733DFA-E1A2-487D-9E27-416736E8A253}"/>
          </ac:spMkLst>
        </pc:spChg>
        <pc:spChg chg="mod">
          <ac:chgData name="Mitra, Sayan" userId="5f9b069e-390c-41f3-af3f-6bd4b0fb9710" providerId="ADAL" clId="{603CB73D-5ABF-4B35-AB35-B8B719F0AA85}" dt="2022-07-02T17:21:01.654" v="3678"/>
          <ac:spMkLst>
            <pc:docMk/>
            <pc:sldMk cId="1154524886" sldId="6203"/>
            <ac:spMk id="46" creationId="{B3E0F50E-6EC7-420D-BBDA-1B3354A5CC74}"/>
          </ac:spMkLst>
        </pc:spChg>
        <pc:grpChg chg="add mod">
          <ac:chgData name="Mitra, Sayan" userId="5f9b069e-390c-41f3-af3f-6bd4b0fb9710" providerId="ADAL" clId="{603CB73D-5ABF-4B35-AB35-B8B719F0AA85}" dt="2022-07-02T17:21:01.654" v="3678"/>
          <ac:grpSpMkLst>
            <pc:docMk/>
            <pc:sldMk cId="1154524886" sldId="6203"/>
            <ac:grpSpMk id="19" creationId="{3C8EA862-302E-4B2F-80E2-8964FAB54115}"/>
          </ac:grpSpMkLst>
        </pc:grpChg>
        <pc:grpChg chg="add mod">
          <ac:chgData name="Mitra, Sayan" userId="5f9b069e-390c-41f3-af3f-6bd4b0fb9710" providerId="ADAL" clId="{603CB73D-5ABF-4B35-AB35-B8B719F0AA85}" dt="2022-07-02T17:21:01.654" v="3678"/>
          <ac:grpSpMkLst>
            <pc:docMk/>
            <pc:sldMk cId="1154524886" sldId="6203"/>
            <ac:grpSpMk id="32" creationId="{1493CEE0-2EFE-478F-A5BF-D2233711EEF5}"/>
          </ac:grpSpMkLst>
        </pc:grpChg>
        <pc:grpChg chg="add mod">
          <ac:chgData name="Mitra, Sayan" userId="5f9b069e-390c-41f3-af3f-6bd4b0fb9710" providerId="ADAL" clId="{603CB73D-5ABF-4B35-AB35-B8B719F0AA85}" dt="2022-07-02T17:21:01.654" v="3678"/>
          <ac:grpSpMkLst>
            <pc:docMk/>
            <pc:sldMk cId="1154524886" sldId="6203"/>
            <ac:grpSpMk id="35" creationId="{A045AC14-D1C1-44B8-B503-15131CCF0F81}"/>
          </ac:grpSpMkLst>
        </pc:grpChg>
        <pc:grpChg chg="add mod">
          <ac:chgData name="Mitra, Sayan" userId="5f9b069e-390c-41f3-af3f-6bd4b0fb9710" providerId="ADAL" clId="{603CB73D-5ABF-4B35-AB35-B8B719F0AA85}" dt="2022-07-02T17:21:01.654" v="3678"/>
          <ac:grpSpMkLst>
            <pc:docMk/>
            <pc:sldMk cId="1154524886" sldId="6203"/>
            <ac:grpSpMk id="38" creationId="{9440F44A-E1CF-4A96-A18E-997E3198D18F}"/>
          </ac:grpSpMkLst>
        </pc:grpChg>
        <pc:grpChg chg="add mod">
          <ac:chgData name="Mitra, Sayan" userId="5f9b069e-390c-41f3-af3f-6bd4b0fb9710" providerId="ADAL" clId="{603CB73D-5ABF-4B35-AB35-B8B719F0AA85}" dt="2022-07-02T17:21:01.654" v="3678"/>
          <ac:grpSpMkLst>
            <pc:docMk/>
            <pc:sldMk cId="1154524886" sldId="6203"/>
            <ac:grpSpMk id="41" creationId="{1C7CE6B7-ADF5-4E43-B830-92B817E6B671}"/>
          </ac:grpSpMkLst>
        </pc:grpChg>
        <pc:grpChg chg="add mod">
          <ac:chgData name="Mitra, Sayan" userId="5f9b069e-390c-41f3-af3f-6bd4b0fb9710" providerId="ADAL" clId="{603CB73D-5ABF-4B35-AB35-B8B719F0AA85}" dt="2022-07-02T17:21:01.654" v="3678"/>
          <ac:grpSpMkLst>
            <pc:docMk/>
            <pc:sldMk cId="1154524886" sldId="6203"/>
            <ac:grpSpMk id="44" creationId="{7F654F49-0F52-49F4-A82D-C7ECFF657FD7}"/>
          </ac:grpSpMkLst>
        </pc:grpChg>
        <pc:cxnChg chg="add mod">
          <ac:chgData name="Mitra, Sayan" userId="5f9b069e-390c-41f3-af3f-6bd4b0fb9710" providerId="ADAL" clId="{603CB73D-5ABF-4B35-AB35-B8B719F0AA85}" dt="2022-07-02T17:21:01.654" v="3678"/>
          <ac:cxnSpMkLst>
            <pc:docMk/>
            <pc:sldMk cId="1154524886" sldId="6203"/>
            <ac:cxnSpMk id="8" creationId="{80337973-D304-4090-9AE1-7C2706336442}"/>
          </ac:cxnSpMkLst>
        </pc:cxnChg>
        <pc:cxnChg chg="add mod">
          <ac:chgData name="Mitra, Sayan" userId="5f9b069e-390c-41f3-af3f-6bd4b0fb9710" providerId="ADAL" clId="{603CB73D-5ABF-4B35-AB35-B8B719F0AA85}" dt="2022-07-02T17:21:01.654" v="3678"/>
          <ac:cxnSpMkLst>
            <pc:docMk/>
            <pc:sldMk cId="1154524886" sldId="6203"/>
            <ac:cxnSpMk id="23" creationId="{E090F987-0FDE-4BDB-8821-810C2C1386B5}"/>
          </ac:cxnSpMkLst>
        </pc:cxnChg>
        <pc:cxnChg chg="add mod">
          <ac:chgData name="Mitra, Sayan" userId="5f9b069e-390c-41f3-af3f-6bd4b0fb9710" providerId="ADAL" clId="{603CB73D-5ABF-4B35-AB35-B8B719F0AA85}" dt="2022-07-02T17:21:01.654" v="3678"/>
          <ac:cxnSpMkLst>
            <pc:docMk/>
            <pc:sldMk cId="1154524886" sldId="6203"/>
            <ac:cxnSpMk id="24" creationId="{5F474769-F470-4D69-B29B-77C1AFD0641D}"/>
          </ac:cxnSpMkLst>
        </pc:cxnChg>
        <pc:cxnChg chg="add mod">
          <ac:chgData name="Mitra, Sayan" userId="5f9b069e-390c-41f3-af3f-6bd4b0fb9710" providerId="ADAL" clId="{603CB73D-5ABF-4B35-AB35-B8B719F0AA85}" dt="2022-07-02T17:21:01.654" v="3678"/>
          <ac:cxnSpMkLst>
            <pc:docMk/>
            <pc:sldMk cId="1154524886" sldId="6203"/>
            <ac:cxnSpMk id="25" creationId="{C087DBA3-BCDC-4466-B566-DB575F49BCD5}"/>
          </ac:cxnSpMkLst>
        </pc:cxnChg>
        <pc:cxnChg chg="add mod">
          <ac:chgData name="Mitra, Sayan" userId="5f9b069e-390c-41f3-af3f-6bd4b0fb9710" providerId="ADAL" clId="{603CB73D-5ABF-4B35-AB35-B8B719F0AA85}" dt="2022-07-02T17:21:01.654" v="3678"/>
          <ac:cxnSpMkLst>
            <pc:docMk/>
            <pc:sldMk cId="1154524886" sldId="6203"/>
            <ac:cxnSpMk id="26" creationId="{1BE2191E-CC1A-4FDE-9F8D-D450605D9C4B}"/>
          </ac:cxnSpMkLst>
        </pc:cxnChg>
        <pc:cxnChg chg="add mod">
          <ac:chgData name="Mitra, Sayan" userId="5f9b069e-390c-41f3-af3f-6bd4b0fb9710" providerId="ADAL" clId="{603CB73D-5ABF-4B35-AB35-B8B719F0AA85}" dt="2022-07-02T17:21:01.654" v="3678"/>
          <ac:cxnSpMkLst>
            <pc:docMk/>
            <pc:sldMk cId="1154524886" sldId="6203"/>
            <ac:cxnSpMk id="27" creationId="{B3CC83FA-B678-4E16-8CF7-9D87B88F81D5}"/>
          </ac:cxnSpMkLst>
        </pc:cxnChg>
        <pc:cxnChg chg="add mod">
          <ac:chgData name="Mitra, Sayan" userId="5f9b069e-390c-41f3-af3f-6bd4b0fb9710" providerId="ADAL" clId="{603CB73D-5ABF-4B35-AB35-B8B719F0AA85}" dt="2022-07-02T17:21:01.654" v="3678"/>
          <ac:cxnSpMkLst>
            <pc:docMk/>
            <pc:sldMk cId="1154524886" sldId="6203"/>
            <ac:cxnSpMk id="28" creationId="{B015E884-BC4A-495B-A1DC-1E72BF9CCF7E}"/>
          </ac:cxnSpMkLst>
        </pc:cxnChg>
        <pc:cxnChg chg="add mod">
          <ac:chgData name="Mitra, Sayan" userId="5f9b069e-390c-41f3-af3f-6bd4b0fb9710" providerId="ADAL" clId="{603CB73D-5ABF-4B35-AB35-B8B719F0AA85}" dt="2022-07-02T17:21:01.654" v="3678"/>
          <ac:cxnSpMkLst>
            <pc:docMk/>
            <pc:sldMk cId="1154524886" sldId="6203"/>
            <ac:cxnSpMk id="29" creationId="{344008FC-C944-43E2-852F-C9947A7E7D69}"/>
          </ac:cxnSpMkLst>
        </pc:cxnChg>
        <pc:cxnChg chg="add mod">
          <ac:chgData name="Mitra, Sayan" userId="5f9b069e-390c-41f3-af3f-6bd4b0fb9710" providerId="ADAL" clId="{603CB73D-5ABF-4B35-AB35-B8B719F0AA85}" dt="2022-07-02T17:21:01.654" v="3678"/>
          <ac:cxnSpMkLst>
            <pc:docMk/>
            <pc:sldMk cId="1154524886" sldId="6203"/>
            <ac:cxnSpMk id="30" creationId="{78A87405-8533-44B8-A473-FB3B79FAE0D9}"/>
          </ac:cxnSpMkLst>
        </pc:cxnChg>
        <pc:cxnChg chg="add mod">
          <ac:chgData name="Mitra, Sayan" userId="5f9b069e-390c-41f3-af3f-6bd4b0fb9710" providerId="ADAL" clId="{603CB73D-5ABF-4B35-AB35-B8B719F0AA85}" dt="2022-07-02T17:21:01.654" v="3678"/>
          <ac:cxnSpMkLst>
            <pc:docMk/>
            <pc:sldMk cId="1154524886" sldId="6203"/>
            <ac:cxnSpMk id="31" creationId="{2636EDCC-9B5F-4ED5-89F3-5916AD7C3BC0}"/>
          </ac:cxnSpMkLst>
        </pc:cxnChg>
      </pc:sldChg>
      <pc:sldChg chg="addSp delSp modSp add del mod">
        <pc:chgData name="Mitra, Sayan" userId="5f9b069e-390c-41f3-af3f-6bd4b0fb9710" providerId="ADAL" clId="{603CB73D-5ABF-4B35-AB35-B8B719F0AA85}" dt="2022-07-03T01:29:43.242" v="5698" actId="47"/>
        <pc:sldMkLst>
          <pc:docMk/>
          <pc:sldMk cId="385156815" sldId="6204"/>
        </pc:sldMkLst>
        <pc:spChg chg="add mod topLvl">
          <ac:chgData name="Mitra, Sayan" userId="5f9b069e-390c-41f3-af3f-6bd4b0fb9710" providerId="ADAL" clId="{603CB73D-5ABF-4B35-AB35-B8B719F0AA85}" dt="2022-07-03T01:25:46" v="5593" actId="165"/>
          <ac:spMkLst>
            <pc:docMk/>
            <pc:sldMk cId="385156815" sldId="6204"/>
            <ac:spMk id="8" creationId="{6AE6DF53-55EE-452B-8DEA-F8A4B41B5167}"/>
          </ac:spMkLst>
        </pc:spChg>
        <pc:spChg chg="mod">
          <ac:chgData name="Mitra, Sayan" userId="5f9b069e-390c-41f3-af3f-6bd4b0fb9710" providerId="ADAL" clId="{603CB73D-5ABF-4B35-AB35-B8B719F0AA85}" dt="2022-07-02T18:20:04.154" v="4862" actId="1035"/>
          <ac:spMkLst>
            <pc:docMk/>
            <pc:sldMk cId="385156815" sldId="6204"/>
            <ac:spMk id="22" creationId="{BF3E50F0-59BA-482B-872A-B78C09AEA1C1}"/>
          </ac:spMkLst>
        </pc:spChg>
        <pc:spChg chg="mod">
          <ac:chgData name="Mitra, Sayan" userId="5f9b069e-390c-41f3-af3f-6bd4b0fb9710" providerId="ADAL" clId="{603CB73D-5ABF-4B35-AB35-B8B719F0AA85}" dt="2022-07-02T18:20:04.154" v="4862" actId="1035"/>
          <ac:spMkLst>
            <pc:docMk/>
            <pc:sldMk cId="385156815" sldId="6204"/>
            <ac:spMk id="23" creationId="{D39ECCF9-5B53-4D95-ABEF-F94BFA591A37}"/>
          </ac:spMkLst>
        </pc:spChg>
        <pc:spChg chg="mod">
          <ac:chgData name="Mitra, Sayan" userId="5f9b069e-390c-41f3-af3f-6bd4b0fb9710" providerId="ADAL" clId="{603CB73D-5ABF-4B35-AB35-B8B719F0AA85}" dt="2022-07-02T18:20:04.154" v="4862" actId="1035"/>
          <ac:spMkLst>
            <pc:docMk/>
            <pc:sldMk cId="385156815" sldId="6204"/>
            <ac:spMk id="24" creationId="{2419CEF7-A8F8-4B4E-A411-7A1B1D7F3134}"/>
          </ac:spMkLst>
        </pc:spChg>
        <pc:spChg chg="mod">
          <ac:chgData name="Mitra, Sayan" userId="5f9b069e-390c-41f3-af3f-6bd4b0fb9710" providerId="ADAL" clId="{603CB73D-5ABF-4B35-AB35-B8B719F0AA85}" dt="2022-07-02T18:20:04.154" v="4862" actId="1035"/>
          <ac:spMkLst>
            <pc:docMk/>
            <pc:sldMk cId="385156815" sldId="6204"/>
            <ac:spMk id="25" creationId="{2F832D3E-94BB-44C5-884A-440D86C28FD8}"/>
          </ac:spMkLst>
        </pc:spChg>
        <pc:spChg chg="mod">
          <ac:chgData name="Mitra, Sayan" userId="5f9b069e-390c-41f3-af3f-6bd4b0fb9710" providerId="ADAL" clId="{603CB73D-5ABF-4B35-AB35-B8B719F0AA85}" dt="2022-07-02T18:20:04.154" v="4862" actId="1035"/>
          <ac:spMkLst>
            <pc:docMk/>
            <pc:sldMk cId="385156815" sldId="6204"/>
            <ac:spMk id="26" creationId="{9E4A0A6B-21E2-4DD8-87B5-7A571CA12968}"/>
          </ac:spMkLst>
        </pc:spChg>
        <pc:spChg chg="mod">
          <ac:chgData name="Mitra, Sayan" userId="5f9b069e-390c-41f3-af3f-6bd4b0fb9710" providerId="ADAL" clId="{603CB73D-5ABF-4B35-AB35-B8B719F0AA85}" dt="2022-07-02T18:20:04.154" v="4862" actId="1035"/>
          <ac:spMkLst>
            <pc:docMk/>
            <pc:sldMk cId="385156815" sldId="6204"/>
            <ac:spMk id="28" creationId="{75C15912-6793-46F6-99B2-F6CBF8AA49EF}"/>
          </ac:spMkLst>
        </pc:spChg>
        <pc:spChg chg="mod">
          <ac:chgData name="Mitra, Sayan" userId="5f9b069e-390c-41f3-af3f-6bd4b0fb9710" providerId="ADAL" clId="{603CB73D-5ABF-4B35-AB35-B8B719F0AA85}" dt="2022-07-02T18:20:04.154" v="4862" actId="1035"/>
          <ac:spMkLst>
            <pc:docMk/>
            <pc:sldMk cId="385156815" sldId="6204"/>
            <ac:spMk id="29" creationId="{6379059D-844C-4AE1-BAE8-ECD66C1FE3E8}"/>
          </ac:spMkLst>
        </pc:spChg>
        <pc:spChg chg="mod">
          <ac:chgData name="Mitra, Sayan" userId="5f9b069e-390c-41f3-af3f-6bd4b0fb9710" providerId="ADAL" clId="{603CB73D-5ABF-4B35-AB35-B8B719F0AA85}" dt="2022-07-02T18:20:04.154" v="4862" actId="1035"/>
          <ac:spMkLst>
            <pc:docMk/>
            <pc:sldMk cId="385156815" sldId="6204"/>
            <ac:spMk id="31" creationId="{081A4FAE-5A83-46F8-A98B-02FCA084ED53}"/>
          </ac:spMkLst>
        </pc:spChg>
        <pc:spChg chg="mod">
          <ac:chgData name="Mitra, Sayan" userId="5f9b069e-390c-41f3-af3f-6bd4b0fb9710" providerId="ADAL" clId="{603CB73D-5ABF-4B35-AB35-B8B719F0AA85}" dt="2022-07-02T18:20:04.154" v="4862" actId="1035"/>
          <ac:spMkLst>
            <pc:docMk/>
            <pc:sldMk cId="385156815" sldId="6204"/>
            <ac:spMk id="32" creationId="{DFCE725B-0F7C-4B52-A189-69F20DDDBEC6}"/>
          </ac:spMkLst>
        </pc:spChg>
        <pc:spChg chg="mod">
          <ac:chgData name="Mitra, Sayan" userId="5f9b069e-390c-41f3-af3f-6bd4b0fb9710" providerId="ADAL" clId="{603CB73D-5ABF-4B35-AB35-B8B719F0AA85}" dt="2022-07-02T18:20:04.154" v="4862" actId="1035"/>
          <ac:spMkLst>
            <pc:docMk/>
            <pc:sldMk cId="385156815" sldId="6204"/>
            <ac:spMk id="33" creationId="{BAD1B8F5-B13E-41D1-8BFD-F03A984FC864}"/>
          </ac:spMkLst>
        </pc:spChg>
        <pc:spChg chg="mod">
          <ac:chgData name="Mitra, Sayan" userId="5f9b069e-390c-41f3-af3f-6bd4b0fb9710" providerId="ADAL" clId="{603CB73D-5ABF-4B35-AB35-B8B719F0AA85}" dt="2022-07-02T18:20:04.154" v="4862" actId="1035"/>
          <ac:spMkLst>
            <pc:docMk/>
            <pc:sldMk cId="385156815" sldId="6204"/>
            <ac:spMk id="35" creationId="{0DEFEB98-F6A1-48BD-ACCA-B0473118E282}"/>
          </ac:spMkLst>
        </pc:spChg>
        <pc:spChg chg="mod">
          <ac:chgData name="Mitra, Sayan" userId="5f9b069e-390c-41f3-af3f-6bd4b0fb9710" providerId="ADAL" clId="{603CB73D-5ABF-4B35-AB35-B8B719F0AA85}" dt="2022-07-02T18:20:04.154" v="4862" actId="1035"/>
          <ac:spMkLst>
            <pc:docMk/>
            <pc:sldMk cId="385156815" sldId="6204"/>
            <ac:spMk id="36" creationId="{4E0C4E91-3CC4-4C9A-AEF1-73BB826ED45B}"/>
          </ac:spMkLst>
        </pc:spChg>
        <pc:spChg chg="mod">
          <ac:chgData name="Mitra, Sayan" userId="5f9b069e-390c-41f3-af3f-6bd4b0fb9710" providerId="ADAL" clId="{603CB73D-5ABF-4B35-AB35-B8B719F0AA85}" dt="2022-07-02T18:20:04.154" v="4862" actId="1035"/>
          <ac:spMkLst>
            <pc:docMk/>
            <pc:sldMk cId="385156815" sldId="6204"/>
            <ac:spMk id="57" creationId="{34DD133B-D378-4BDA-A763-4AA95875043A}"/>
          </ac:spMkLst>
        </pc:spChg>
        <pc:spChg chg="mod">
          <ac:chgData name="Mitra, Sayan" userId="5f9b069e-390c-41f3-af3f-6bd4b0fb9710" providerId="ADAL" clId="{603CB73D-5ABF-4B35-AB35-B8B719F0AA85}" dt="2022-07-02T18:20:04.154" v="4862" actId="1035"/>
          <ac:spMkLst>
            <pc:docMk/>
            <pc:sldMk cId="385156815" sldId="6204"/>
            <ac:spMk id="59" creationId="{5A4356C9-D240-49DA-98F7-BFA7799C6CF9}"/>
          </ac:spMkLst>
        </pc:spChg>
        <pc:spChg chg="mod">
          <ac:chgData name="Mitra, Sayan" userId="5f9b069e-390c-41f3-af3f-6bd4b0fb9710" providerId="ADAL" clId="{603CB73D-5ABF-4B35-AB35-B8B719F0AA85}" dt="2022-07-02T18:20:04.154" v="4862" actId="1035"/>
          <ac:spMkLst>
            <pc:docMk/>
            <pc:sldMk cId="385156815" sldId="6204"/>
            <ac:spMk id="60" creationId="{21FA694D-D509-4244-8930-310976FF65FB}"/>
          </ac:spMkLst>
        </pc:spChg>
        <pc:spChg chg="mod">
          <ac:chgData name="Mitra, Sayan" userId="5f9b069e-390c-41f3-af3f-6bd4b0fb9710" providerId="ADAL" clId="{603CB73D-5ABF-4B35-AB35-B8B719F0AA85}" dt="2022-07-02T18:20:04.154" v="4862" actId="1035"/>
          <ac:spMkLst>
            <pc:docMk/>
            <pc:sldMk cId="385156815" sldId="6204"/>
            <ac:spMk id="62" creationId="{E0BB1843-D5F4-47DF-9C2D-C5526C93CA98}"/>
          </ac:spMkLst>
        </pc:spChg>
        <pc:spChg chg="mod">
          <ac:chgData name="Mitra, Sayan" userId="5f9b069e-390c-41f3-af3f-6bd4b0fb9710" providerId="ADAL" clId="{603CB73D-5ABF-4B35-AB35-B8B719F0AA85}" dt="2022-07-02T18:20:04.154" v="4862" actId="1035"/>
          <ac:spMkLst>
            <pc:docMk/>
            <pc:sldMk cId="385156815" sldId="6204"/>
            <ac:spMk id="63" creationId="{65A37685-3A5E-4FF7-AE61-961832A6EF8B}"/>
          </ac:spMkLst>
        </pc:spChg>
        <pc:spChg chg="mod">
          <ac:chgData name="Mitra, Sayan" userId="5f9b069e-390c-41f3-af3f-6bd4b0fb9710" providerId="ADAL" clId="{603CB73D-5ABF-4B35-AB35-B8B719F0AA85}" dt="2022-07-02T18:20:04.154" v="4862" actId="1035"/>
          <ac:spMkLst>
            <pc:docMk/>
            <pc:sldMk cId="385156815" sldId="6204"/>
            <ac:spMk id="64" creationId="{000B3099-5CF9-4B07-849E-247835804FA4}"/>
          </ac:spMkLst>
        </pc:spChg>
        <pc:spChg chg="mod">
          <ac:chgData name="Mitra, Sayan" userId="5f9b069e-390c-41f3-af3f-6bd4b0fb9710" providerId="ADAL" clId="{603CB73D-5ABF-4B35-AB35-B8B719F0AA85}" dt="2022-07-02T18:20:04.154" v="4862" actId="1035"/>
          <ac:spMkLst>
            <pc:docMk/>
            <pc:sldMk cId="385156815" sldId="6204"/>
            <ac:spMk id="65" creationId="{F4E80E36-CA97-4F5C-AFEA-0093F839F17F}"/>
          </ac:spMkLst>
        </pc:spChg>
        <pc:spChg chg="mod">
          <ac:chgData name="Mitra, Sayan" userId="5f9b069e-390c-41f3-af3f-6bd4b0fb9710" providerId="ADAL" clId="{603CB73D-5ABF-4B35-AB35-B8B719F0AA85}" dt="2022-07-02T18:20:04.154" v="4862" actId="1035"/>
          <ac:spMkLst>
            <pc:docMk/>
            <pc:sldMk cId="385156815" sldId="6204"/>
            <ac:spMk id="66" creationId="{7F4D7D4E-4C15-45EB-B89D-6DBE26BDDF09}"/>
          </ac:spMkLst>
        </pc:spChg>
        <pc:spChg chg="mod">
          <ac:chgData name="Mitra, Sayan" userId="5f9b069e-390c-41f3-af3f-6bd4b0fb9710" providerId="ADAL" clId="{603CB73D-5ABF-4B35-AB35-B8B719F0AA85}" dt="2022-07-02T18:20:04.154" v="4862" actId="1035"/>
          <ac:spMkLst>
            <pc:docMk/>
            <pc:sldMk cId="385156815" sldId="6204"/>
            <ac:spMk id="67" creationId="{06401C71-55FE-405D-B944-5D50B488F890}"/>
          </ac:spMkLst>
        </pc:spChg>
        <pc:spChg chg="mod">
          <ac:chgData name="Mitra, Sayan" userId="5f9b069e-390c-41f3-af3f-6bd4b0fb9710" providerId="ADAL" clId="{603CB73D-5ABF-4B35-AB35-B8B719F0AA85}" dt="2022-07-02T18:20:04.154" v="4862" actId="1035"/>
          <ac:spMkLst>
            <pc:docMk/>
            <pc:sldMk cId="385156815" sldId="6204"/>
            <ac:spMk id="68" creationId="{864CA89C-282A-49F3-99CB-93AE64EDB627}"/>
          </ac:spMkLst>
        </pc:spChg>
        <pc:spChg chg="mod">
          <ac:chgData name="Mitra, Sayan" userId="5f9b069e-390c-41f3-af3f-6bd4b0fb9710" providerId="ADAL" clId="{603CB73D-5ABF-4B35-AB35-B8B719F0AA85}" dt="2022-07-02T18:20:04.154" v="4862" actId="1035"/>
          <ac:spMkLst>
            <pc:docMk/>
            <pc:sldMk cId="385156815" sldId="6204"/>
            <ac:spMk id="69" creationId="{C2C19BC6-100C-4B28-93F4-4250A270D86D}"/>
          </ac:spMkLst>
        </pc:spChg>
        <pc:spChg chg="mod">
          <ac:chgData name="Mitra, Sayan" userId="5f9b069e-390c-41f3-af3f-6bd4b0fb9710" providerId="ADAL" clId="{603CB73D-5ABF-4B35-AB35-B8B719F0AA85}" dt="2022-07-02T18:20:04.154" v="4862" actId="1035"/>
          <ac:spMkLst>
            <pc:docMk/>
            <pc:sldMk cId="385156815" sldId="6204"/>
            <ac:spMk id="70" creationId="{260FBA76-E37A-4F00-87F0-4EF35B8913F1}"/>
          </ac:spMkLst>
        </pc:spChg>
        <pc:spChg chg="mod">
          <ac:chgData name="Mitra, Sayan" userId="5f9b069e-390c-41f3-af3f-6bd4b0fb9710" providerId="ADAL" clId="{603CB73D-5ABF-4B35-AB35-B8B719F0AA85}" dt="2022-07-02T18:20:04.154" v="4862" actId="1035"/>
          <ac:spMkLst>
            <pc:docMk/>
            <pc:sldMk cId="385156815" sldId="6204"/>
            <ac:spMk id="71" creationId="{2996296E-3CC4-4565-A30A-7C5B7DBB8366}"/>
          </ac:spMkLst>
        </pc:spChg>
        <pc:spChg chg="mod">
          <ac:chgData name="Mitra, Sayan" userId="5f9b069e-390c-41f3-af3f-6bd4b0fb9710" providerId="ADAL" clId="{603CB73D-5ABF-4B35-AB35-B8B719F0AA85}" dt="2022-07-02T18:20:04.154" v="4862" actId="1035"/>
          <ac:spMkLst>
            <pc:docMk/>
            <pc:sldMk cId="385156815" sldId="6204"/>
            <ac:spMk id="72" creationId="{2CF3980E-129B-49D1-A807-EDF680E193A2}"/>
          </ac:spMkLst>
        </pc:spChg>
        <pc:spChg chg="mod">
          <ac:chgData name="Mitra, Sayan" userId="5f9b069e-390c-41f3-af3f-6bd4b0fb9710" providerId="ADAL" clId="{603CB73D-5ABF-4B35-AB35-B8B719F0AA85}" dt="2022-07-02T18:20:04.154" v="4862" actId="1035"/>
          <ac:spMkLst>
            <pc:docMk/>
            <pc:sldMk cId="385156815" sldId="6204"/>
            <ac:spMk id="73" creationId="{9B9F59A4-8923-4DC0-B637-386F0400BABC}"/>
          </ac:spMkLst>
        </pc:spChg>
        <pc:spChg chg="mod">
          <ac:chgData name="Mitra, Sayan" userId="5f9b069e-390c-41f3-af3f-6bd4b0fb9710" providerId="ADAL" clId="{603CB73D-5ABF-4B35-AB35-B8B719F0AA85}" dt="2022-07-02T18:20:04.154" v="4862" actId="1035"/>
          <ac:spMkLst>
            <pc:docMk/>
            <pc:sldMk cId="385156815" sldId="6204"/>
            <ac:spMk id="78" creationId="{1858830D-B717-42EA-AD60-C7DD9A999716}"/>
          </ac:spMkLst>
        </pc:spChg>
        <pc:spChg chg="mod">
          <ac:chgData name="Mitra, Sayan" userId="5f9b069e-390c-41f3-af3f-6bd4b0fb9710" providerId="ADAL" clId="{603CB73D-5ABF-4B35-AB35-B8B719F0AA85}" dt="2022-07-02T18:20:04.154" v="4862" actId="1035"/>
          <ac:spMkLst>
            <pc:docMk/>
            <pc:sldMk cId="385156815" sldId="6204"/>
            <ac:spMk id="79" creationId="{64859FA4-A7B6-4362-A10B-8BEE6D7CFA4D}"/>
          </ac:spMkLst>
        </pc:spChg>
        <pc:spChg chg="mod">
          <ac:chgData name="Mitra, Sayan" userId="5f9b069e-390c-41f3-af3f-6bd4b0fb9710" providerId="ADAL" clId="{603CB73D-5ABF-4B35-AB35-B8B719F0AA85}" dt="2022-07-02T18:20:04.154" v="4862" actId="1035"/>
          <ac:spMkLst>
            <pc:docMk/>
            <pc:sldMk cId="385156815" sldId="6204"/>
            <ac:spMk id="80" creationId="{FC966FDF-7A5E-4E26-B7E2-F413AA6B21BA}"/>
          </ac:spMkLst>
        </pc:spChg>
        <pc:spChg chg="mod">
          <ac:chgData name="Mitra, Sayan" userId="5f9b069e-390c-41f3-af3f-6bd4b0fb9710" providerId="ADAL" clId="{603CB73D-5ABF-4B35-AB35-B8B719F0AA85}" dt="2022-07-02T18:20:04.154" v="4862" actId="1035"/>
          <ac:spMkLst>
            <pc:docMk/>
            <pc:sldMk cId="385156815" sldId="6204"/>
            <ac:spMk id="84" creationId="{29EC86C5-3EAA-4447-AFF1-C85454B8D394}"/>
          </ac:spMkLst>
        </pc:spChg>
        <pc:spChg chg="mod">
          <ac:chgData name="Mitra, Sayan" userId="5f9b069e-390c-41f3-af3f-6bd4b0fb9710" providerId="ADAL" clId="{603CB73D-5ABF-4B35-AB35-B8B719F0AA85}" dt="2022-07-02T18:20:04.154" v="4862" actId="1035"/>
          <ac:spMkLst>
            <pc:docMk/>
            <pc:sldMk cId="385156815" sldId="6204"/>
            <ac:spMk id="85" creationId="{F6F01112-9F6F-4756-8BFF-38373A947FFC}"/>
          </ac:spMkLst>
        </pc:spChg>
        <pc:spChg chg="mod">
          <ac:chgData name="Mitra, Sayan" userId="5f9b069e-390c-41f3-af3f-6bd4b0fb9710" providerId="ADAL" clId="{603CB73D-5ABF-4B35-AB35-B8B719F0AA85}" dt="2022-07-02T18:20:04.154" v="4862" actId="1035"/>
          <ac:spMkLst>
            <pc:docMk/>
            <pc:sldMk cId="385156815" sldId="6204"/>
            <ac:spMk id="86" creationId="{EB296142-9250-4831-AC55-6AA8A0AF7653}"/>
          </ac:spMkLst>
        </pc:spChg>
        <pc:spChg chg="mod">
          <ac:chgData name="Mitra, Sayan" userId="5f9b069e-390c-41f3-af3f-6bd4b0fb9710" providerId="ADAL" clId="{603CB73D-5ABF-4B35-AB35-B8B719F0AA85}" dt="2022-07-02T18:20:04.154" v="4862" actId="1035"/>
          <ac:spMkLst>
            <pc:docMk/>
            <pc:sldMk cId="385156815" sldId="6204"/>
            <ac:spMk id="87" creationId="{07E3F9B8-1BAE-4FD2-B0F5-77B98924C9E0}"/>
          </ac:spMkLst>
        </pc:spChg>
        <pc:spChg chg="mod">
          <ac:chgData name="Mitra, Sayan" userId="5f9b069e-390c-41f3-af3f-6bd4b0fb9710" providerId="ADAL" clId="{603CB73D-5ABF-4B35-AB35-B8B719F0AA85}" dt="2022-07-02T18:20:04.154" v="4862" actId="1035"/>
          <ac:spMkLst>
            <pc:docMk/>
            <pc:sldMk cId="385156815" sldId="6204"/>
            <ac:spMk id="88" creationId="{C0644229-B4AD-4020-B10D-EBA2DD093A30}"/>
          </ac:spMkLst>
        </pc:spChg>
        <pc:spChg chg="mod">
          <ac:chgData name="Mitra, Sayan" userId="5f9b069e-390c-41f3-af3f-6bd4b0fb9710" providerId="ADAL" clId="{603CB73D-5ABF-4B35-AB35-B8B719F0AA85}" dt="2022-07-02T18:20:04.154" v="4862" actId="1035"/>
          <ac:spMkLst>
            <pc:docMk/>
            <pc:sldMk cId="385156815" sldId="6204"/>
            <ac:spMk id="89" creationId="{5959BEE1-0B06-494E-8B0C-7F98B8E1AA19}"/>
          </ac:spMkLst>
        </pc:spChg>
        <pc:spChg chg="mod">
          <ac:chgData name="Mitra, Sayan" userId="5f9b069e-390c-41f3-af3f-6bd4b0fb9710" providerId="ADAL" clId="{603CB73D-5ABF-4B35-AB35-B8B719F0AA85}" dt="2022-07-02T18:20:04.154" v="4862" actId="1035"/>
          <ac:spMkLst>
            <pc:docMk/>
            <pc:sldMk cId="385156815" sldId="6204"/>
            <ac:spMk id="90" creationId="{25B61A02-9678-4F54-A007-1C283C2B17C8}"/>
          </ac:spMkLst>
        </pc:spChg>
        <pc:spChg chg="mod">
          <ac:chgData name="Mitra, Sayan" userId="5f9b069e-390c-41f3-af3f-6bd4b0fb9710" providerId="ADAL" clId="{603CB73D-5ABF-4B35-AB35-B8B719F0AA85}" dt="2022-07-02T18:20:04.154" v="4862" actId="1035"/>
          <ac:spMkLst>
            <pc:docMk/>
            <pc:sldMk cId="385156815" sldId="6204"/>
            <ac:spMk id="91" creationId="{DF6560FB-F7ED-41E2-9DED-4F083F1CAF22}"/>
          </ac:spMkLst>
        </pc:spChg>
        <pc:spChg chg="mod">
          <ac:chgData name="Mitra, Sayan" userId="5f9b069e-390c-41f3-af3f-6bd4b0fb9710" providerId="ADAL" clId="{603CB73D-5ABF-4B35-AB35-B8B719F0AA85}" dt="2022-07-02T18:20:04.154" v="4862" actId="1035"/>
          <ac:spMkLst>
            <pc:docMk/>
            <pc:sldMk cId="385156815" sldId="6204"/>
            <ac:spMk id="92" creationId="{901DD221-D882-4875-9F36-1CAB205F2E0F}"/>
          </ac:spMkLst>
        </pc:spChg>
        <pc:spChg chg="mod">
          <ac:chgData name="Mitra, Sayan" userId="5f9b069e-390c-41f3-af3f-6bd4b0fb9710" providerId="ADAL" clId="{603CB73D-5ABF-4B35-AB35-B8B719F0AA85}" dt="2022-07-02T18:20:04.154" v="4862" actId="1035"/>
          <ac:spMkLst>
            <pc:docMk/>
            <pc:sldMk cId="385156815" sldId="6204"/>
            <ac:spMk id="93" creationId="{2D766F9C-7C11-4563-B35F-3C4159153C64}"/>
          </ac:spMkLst>
        </pc:spChg>
        <pc:spChg chg="mod">
          <ac:chgData name="Mitra, Sayan" userId="5f9b069e-390c-41f3-af3f-6bd4b0fb9710" providerId="ADAL" clId="{603CB73D-5ABF-4B35-AB35-B8B719F0AA85}" dt="2022-07-02T18:20:04.154" v="4862" actId="1035"/>
          <ac:spMkLst>
            <pc:docMk/>
            <pc:sldMk cId="385156815" sldId="6204"/>
            <ac:spMk id="94" creationId="{0D77D96C-53E3-4C79-B1A6-DA1370E4C033}"/>
          </ac:spMkLst>
        </pc:spChg>
        <pc:spChg chg="mod">
          <ac:chgData name="Mitra, Sayan" userId="5f9b069e-390c-41f3-af3f-6bd4b0fb9710" providerId="ADAL" clId="{603CB73D-5ABF-4B35-AB35-B8B719F0AA85}" dt="2022-07-02T18:20:04.154" v="4862" actId="1035"/>
          <ac:spMkLst>
            <pc:docMk/>
            <pc:sldMk cId="385156815" sldId="6204"/>
            <ac:spMk id="95" creationId="{68F69704-2692-44BA-9ED7-644137C75E7F}"/>
          </ac:spMkLst>
        </pc:spChg>
        <pc:spChg chg="mod">
          <ac:chgData name="Mitra, Sayan" userId="5f9b069e-390c-41f3-af3f-6bd4b0fb9710" providerId="ADAL" clId="{603CB73D-5ABF-4B35-AB35-B8B719F0AA85}" dt="2022-07-02T18:20:04.154" v="4862" actId="1035"/>
          <ac:spMkLst>
            <pc:docMk/>
            <pc:sldMk cId="385156815" sldId="6204"/>
            <ac:spMk id="96" creationId="{32FDE3CD-ECEC-470C-BEEF-2BECA3E37AB4}"/>
          </ac:spMkLst>
        </pc:spChg>
        <pc:spChg chg="mod">
          <ac:chgData name="Mitra, Sayan" userId="5f9b069e-390c-41f3-af3f-6bd4b0fb9710" providerId="ADAL" clId="{603CB73D-5ABF-4B35-AB35-B8B719F0AA85}" dt="2022-07-02T18:20:04.154" v="4862" actId="1035"/>
          <ac:spMkLst>
            <pc:docMk/>
            <pc:sldMk cId="385156815" sldId="6204"/>
            <ac:spMk id="97" creationId="{09BFE7D0-416C-4420-B00E-7929A9853532}"/>
          </ac:spMkLst>
        </pc:spChg>
        <pc:spChg chg="mod">
          <ac:chgData name="Mitra, Sayan" userId="5f9b069e-390c-41f3-af3f-6bd4b0fb9710" providerId="ADAL" clId="{603CB73D-5ABF-4B35-AB35-B8B719F0AA85}" dt="2022-07-02T18:20:04.154" v="4862" actId="1035"/>
          <ac:spMkLst>
            <pc:docMk/>
            <pc:sldMk cId="385156815" sldId="6204"/>
            <ac:spMk id="98" creationId="{ED8FD1F7-F1DF-453D-BCA9-06D0601B49C3}"/>
          </ac:spMkLst>
        </pc:spChg>
        <pc:spChg chg="mod">
          <ac:chgData name="Mitra, Sayan" userId="5f9b069e-390c-41f3-af3f-6bd4b0fb9710" providerId="ADAL" clId="{603CB73D-5ABF-4B35-AB35-B8B719F0AA85}" dt="2022-07-02T18:20:04.154" v="4862" actId="1035"/>
          <ac:spMkLst>
            <pc:docMk/>
            <pc:sldMk cId="385156815" sldId="6204"/>
            <ac:spMk id="99" creationId="{9D62AA39-DE15-4515-99BB-6CF6BAAEB497}"/>
          </ac:spMkLst>
        </pc:spChg>
        <pc:spChg chg="mod">
          <ac:chgData name="Mitra, Sayan" userId="5f9b069e-390c-41f3-af3f-6bd4b0fb9710" providerId="ADAL" clId="{603CB73D-5ABF-4B35-AB35-B8B719F0AA85}" dt="2022-07-02T18:20:04.154" v="4862" actId="1035"/>
          <ac:spMkLst>
            <pc:docMk/>
            <pc:sldMk cId="385156815" sldId="6204"/>
            <ac:spMk id="100" creationId="{C399E53D-DE50-4909-8F59-0B9C9FE1E640}"/>
          </ac:spMkLst>
        </pc:spChg>
        <pc:spChg chg="mod">
          <ac:chgData name="Mitra, Sayan" userId="5f9b069e-390c-41f3-af3f-6bd4b0fb9710" providerId="ADAL" clId="{603CB73D-5ABF-4B35-AB35-B8B719F0AA85}" dt="2022-07-02T18:20:04.154" v="4862" actId="1035"/>
          <ac:spMkLst>
            <pc:docMk/>
            <pc:sldMk cId="385156815" sldId="6204"/>
            <ac:spMk id="101" creationId="{6C40AFC3-337A-4CFF-A82F-62255E3A0C67}"/>
          </ac:spMkLst>
        </pc:spChg>
        <pc:spChg chg="mod">
          <ac:chgData name="Mitra, Sayan" userId="5f9b069e-390c-41f3-af3f-6bd4b0fb9710" providerId="ADAL" clId="{603CB73D-5ABF-4B35-AB35-B8B719F0AA85}" dt="2022-07-02T18:20:04.154" v="4862" actId="1035"/>
          <ac:spMkLst>
            <pc:docMk/>
            <pc:sldMk cId="385156815" sldId="6204"/>
            <ac:spMk id="102" creationId="{4F069CFC-8643-4E2D-A69D-8DC8428BECBE}"/>
          </ac:spMkLst>
        </pc:spChg>
        <pc:spChg chg="mod">
          <ac:chgData name="Mitra, Sayan" userId="5f9b069e-390c-41f3-af3f-6bd4b0fb9710" providerId="ADAL" clId="{603CB73D-5ABF-4B35-AB35-B8B719F0AA85}" dt="2022-07-02T18:20:04.154" v="4862" actId="1035"/>
          <ac:spMkLst>
            <pc:docMk/>
            <pc:sldMk cId="385156815" sldId="6204"/>
            <ac:spMk id="103" creationId="{A2AAD1BD-9519-4AC6-9B12-0650CF64EA5B}"/>
          </ac:spMkLst>
        </pc:spChg>
        <pc:spChg chg="mod">
          <ac:chgData name="Mitra, Sayan" userId="5f9b069e-390c-41f3-af3f-6bd4b0fb9710" providerId="ADAL" clId="{603CB73D-5ABF-4B35-AB35-B8B719F0AA85}" dt="2022-07-02T18:20:04.154" v="4862" actId="1035"/>
          <ac:spMkLst>
            <pc:docMk/>
            <pc:sldMk cId="385156815" sldId="6204"/>
            <ac:spMk id="104" creationId="{188D939B-1EC8-4441-A8FB-31AE6834195F}"/>
          </ac:spMkLst>
        </pc:spChg>
        <pc:spChg chg="mod">
          <ac:chgData name="Mitra, Sayan" userId="5f9b069e-390c-41f3-af3f-6bd4b0fb9710" providerId="ADAL" clId="{603CB73D-5ABF-4B35-AB35-B8B719F0AA85}" dt="2022-07-02T18:20:04.154" v="4862" actId="1035"/>
          <ac:spMkLst>
            <pc:docMk/>
            <pc:sldMk cId="385156815" sldId="6204"/>
            <ac:spMk id="105" creationId="{D4E4CA92-1AC8-4D5A-8E79-2310F52936BC}"/>
          </ac:spMkLst>
        </pc:spChg>
        <pc:spChg chg="mod">
          <ac:chgData name="Mitra, Sayan" userId="5f9b069e-390c-41f3-af3f-6bd4b0fb9710" providerId="ADAL" clId="{603CB73D-5ABF-4B35-AB35-B8B719F0AA85}" dt="2022-07-02T18:20:17.734" v="4865" actId="14100"/>
          <ac:spMkLst>
            <pc:docMk/>
            <pc:sldMk cId="385156815" sldId="6204"/>
            <ac:spMk id="106" creationId="{3D0B423B-F1E5-45B1-8C35-8B1FF304B383}"/>
          </ac:spMkLst>
        </pc:spChg>
        <pc:spChg chg="mod">
          <ac:chgData name="Mitra, Sayan" userId="5f9b069e-390c-41f3-af3f-6bd4b0fb9710" providerId="ADAL" clId="{603CB73D-5ABF-4B35-AB35-B8B719F0AA85}" dt="2022-07-02T18:20:04.154" v="4862" actId="1035"/>
          <ac:spMkLst>
            <pc:docMk/>
            <pc:sldMk cId="385156815" sldId="6204"/>
            <ac:spMk id="108" creationId="{79AE6268-4E09-412E-AB80-FE88158F797C}"/>
          </ac:spMkLst>
        </pc:spChg>
        <pc:spChg chg="mod">
          <ac:chgData name="Mitra, Sayan" userId="5f9b069e-390c-41f3-af3f-6bd4b0fb9710" providerId="ADAL" clId="{603CB73D-5ABF-4B35-AB35-B8B719F0AA85}" dt="2022-07-02T18:20:04.154" v="4862" actId="1035"/>
          <ac:spMkLst>
            <pc:docMk/>
            <pc:sldMk cId="385156815" sldId="6204"/>
            <ac:spMk id="109" creationId="{C4B6C997-1F7F-4472-9FD8-8C08F18B9886}"/>
          </ac:spMkLst>
        </pc:spChg>
        <pc:spChg chg="mod">
          <ac:chgData name="Mitra, Sayan" userId="5f9b069e-390c-41f3-af3f-6bd4b0fb9710" providerId="ADAL" clId="{603CB73D-5ABF-4B35-AB35-B8B719F0AA85}" dt="2022-07-02T18:20:04.154" v="4862" actId="1035"/>
          <ac:spMkLst>
            <pc:docMk/>
            <pc:sldMk cId="385156815" sldId="6204"/>
            <ac:spMk id="110" creationId="{2CAF76BA-4112-493F-BE1C-EB4569C08EE0}"/>
          </ac:spMkLst>
        </pc:spChg>
        <pc:spChg chg="mod">
          <ac:chgData name="Mitra, Sayan" userId="5f9b069e-390c-41f3-af3f-6bd4b0fb9710" providerId="ADAL" clId="{603CB73D-5ABF-4B35-AB35-B8B719F0AA85}" dt="2022-07-02T18:20:04.154" v="4862" actId="1035"/>
          <ac:spMkLst>
            <pc:docMk/>
            <pc:sldMk cId="385156815" sldId="6204"/>
            <ac:spMk id="111" creationId="{77DDB055-5B61-4E91-B183-790552A1ABB6}"/>
          </ac:spMkLst>
        </pc:spChg>
        <pc:spChg chg="mod">
          <ac:chgData name="Mitra, Sayan" userId="5f9b069e-390c-41f3-af3f-6bd4b0fb9710" providerId="ADAL" clId="{603CB73D-5ABF-4B35-AB35-B8B719F0AA85}" dt="2022-07-02T18:20:04.154" v="4862" actId="1035"/>
          <ac:spMkLst>
            <pc:docMk/>
            <pc:sldMk cId="385156815" sldId="6204"/>
            <ac:spMk id="115" creationId="{0A6E08A3-40D5-4845-9230-489FA48D7194}"/>
          </ac:spMkLst>
        </pc:spChg>
        <pc:spChg chg="mod">
          <ac:chgData name="Mitra, Sayan" userId="5f9b069e-390c-41f3-af3f-6bd4b0fb9710" providerId="ADAL" clId="{603CB73D-5ABF-4B35-AB35-B8B719F0AA85}" dt="2022-07-02T18:20:04.154" v="4862" actId="1035"/>
          <ac:spMkLst>
            <pc:docMk/>
            <pc:sldMk cId="385156815" sldId="6204"/>
            <ac:spMk id="116" creationId="{3636B678-CFE6-4FB5-AF62-5EC027955AF7}"/>
          </ac:spMkLst>
        </pc:spChg>
        <pc:spChg chg="mod">
          <ac:chgData name="Mitra, Sayan" userId="5f9b069e-390c-41f3-af3f-6bd4b0fb9710" providerId="ADAL" clId="{603CB73D-5ABF-4B35-AB35-B8B719F0AA85}" dt="2022-07-02T18:20:04.154" v="4862" actId="1035"/>
          <ac:spMkLst>
            <pc:docMk/>
            <pc:sldMk cId="385156815" sldId="6204"/>
            <ac:spMk id="117" creationId="{1E26E715-59C1-4610-983B-AD50C00F1877}"/>
          </ac:spMkLst>
        </pc:spChg>
        <pc:spChg chg="mod">
          <ac:chgData name="Mitra, Sayan" userId="5f9b069e-390c-41f3-af3f-6bd4b0fb9710" providerId="ADAL" clId="{603CB73D-5ABF-4B35-AB35-B8B719F0AA85}" dt="2022-07-02T18:20:04.154" v="4862" actId="1035"/>
          <ac:spMkLst>
            <pc:docMk/>
            <pc:sldMk cId="385156815" sldId="6204"/>
            <ac:spMk id="119" creationId="{D659A7F4-2A43-49AD-8387-BBC501D20B02}"/>
          </ac:spMkLst>
        </pc:spChg>
        <pc:spChg chg="add mod topLvl">
          <ac:chgData name="Mitra, Sayan" userId="5f9b069e-390c-41f3-af3f-6bd4b0fb9710" providerId="ADAL" clId="{603CB73D-5ABF-4B35-AB35-B8B719F0AA85}" dt="2022-07-03T01:25:45.541" v="5592" actId="165"/>
          <ac:spMkLst>
            <pc:docMk/>
            <pc:sldMk cId="385156815" sldId="6204"/>
            <ac:spMk id="120" creationId="{D1098087-4741-434E-B050-B64F19FEA0B9}"/>
          </ac:spMkLst>
        </pc:spChg>
        <pc:spChg chg="add mod">
          <ac:chgData name="Mitra, Sayan" userId="5f9b069e-390c-41f3-af3f-6bd4b0fb9710" providerId="ADAL" clId="{603CB73D-5ABF-4B35-AB35-B8B719F0AA85}" dt="2022-07-03T01:25:14.648" v="5589" actId="1036"/>
          <ac:spMkLst>
            <pc:docMk/>
            <pc:sldMk cId="385156815" sldId="6204"/>
            <ac:spMk id="121" creationId="{45127BE6-E5BD-4473-B805-8943A22B1399}"/>
          </ac:spMkLst>
        </pc:spChg>
        <pc:spChg chg="add del mod">
          <ac:chgData name="Mitra, Sayan" userId="5f9b069e-390c-41f3-af3f-6bd4b0fb9710" providerId="ADAL" clId="{603CB73D-5ABF-4B35-AB35-B8B719F0AA85}" dt="2022-07-02T18:10:11.874" v="4497" actId="478"/>
          <ac:spMkLst>
            <pc:docMk/>
            <pc:sldMk cId="385156815" sldId="6204"/>
            <ac:spMk id="122" creationId="{6853B236-68FC-4676-BAEA-DB1ADF23A269}"/>
          </ac:spMkLst>
        </pc:spChg>
        <pc:spChg chg="mod">
          <ac:chgData name="Mitra, Sayan" userId="5f9b069e-390c-41f3-af3f-6bd4b0fb9710" providerId="ADAL" clId="{603CB73D-5ABF-4B35-AB35-B8B719F0AA85}" dt="2022-07-02T18:20:04.154" v="4862" actId="1035"/>
          <ac:spMkLst>
            <pc:docMk/>
            <pc:sldMk cId="385156815" sldId="6204"/>
            <ac:spMk id="159" creationId="{8D62B4DF-B231-44BF-91A9-B1AAD56BD290}"/>
          </ac:spMkLst>
        </pc:spChg>
        <pc:spChg chg="mod">
          <ac:chgData name="Mitra, Sayan" userId="5f9b069e-390c-41f3-af3f-6bd4b0fb9710" providerId="ADAL" clId="{603CB73D-5ABF-4B35-AB35-B8B719F0AA85}" dt="2022-07-02T18:20:04.154" v="4862" actId="1035"/>
          <ac:spMkLst>
            <pc:docMk/>
            <pc:sldMk cId="385156815" sldId="6204"/>
            <ac:spMk id="162" creationId="{792CA852-ACA4-410C-8598-089C56F4CF56}"/>
          </ac:spMkLst>
        </pc:spChg>
        <pc:spChg chg="mod">
          <ac:chgData name="Mitra, Sayan" userId="5f9b069e-390c-41f3-af3f-6bd4b0fb9710" providerId="ADAL" clId="{603CB73D-5ABF-4B35-AB35-B8B719F0AA85}" dt="2022-07-02T18:20:04.154" v="4862" actId="1035"/>
          <ac:spMkLst>
            <pc:docMk/>
            <pc:sldMk cId="385156815" sldId="6204"/>
            <ac:spMk id="163" creationId="{8974C9A1-9554-477C-846E-715DE53DE729}"/>
          </ac:spMkLst>
        </pc:spChg>
        <pc:spChg chg="mod">
          <ac:chgData name="Mitra, Sayan" userId="5f9b069e-390c-41f3-af3f-6bd4b0fb9710" providerId="ADAL" clId="{603CB73D-5ABF-4B35-AB35-B8B719F0AA85}" dt="2022-07-02T18:20:04.154" v="4862" actId="1035"/>
          <ac:spMkLst>
            <pc:docMk/>
            <pc:sldMk cId="385156815" sldId="6204"/>
            <ac:spMk id="164" creationId="{990C77B2-37F7-4F20-AA91-DA87B25BED12}"/>
          </ac:spMkLst>
        </pc:spChg>
        <pc:spChg chg="mod">
          <ac:chgData name="Mitra, Sayan" userId="5f9b069e-390c-41f3-af3f-6bd4b0fb9710" providerId="ADAL" clId="{603CB73D-5ABF-4B35-AB35-B8B719F0AA85}" dt="2022-07-02T18:20:04.154" v="4862" actId="1035"/>
          <ac:spMkLst>
            <pc:docMk/>
            <pc:sldMk cId="385156815" sldId="6204"/>
            <ac:spMk id="165" creationId="{EB2E83B7-F6B1-4EC5-8965-C93B673CD26D}"/>
          </ac:spMkLst>
        </pc:spChg>
        <pc:spChg chg="mod">
          <ac:chgData name="Mitra, Sayan" userId="5f9b069e-390c-41f3-af3f-6bd4b0fb9710" providerId="ADAL" clId="{603CB73D-5ABF-4B35-AB35-B8B719F0AA85}" dt="2022-07-02T18:20:04.154" v="4862" actId="1035"/>
          <ac:spMkLst>
            <pc:docMk/>
            <pc:sldMk cId="385156815" sldId="6204"/>
            <ac:spMk id="166" creationId="{0937DA69-2144-4976-8A49-A5D68C0D7267}"/>
          </ac:spMkLst>
        </pc:spChg>
        <pc:spChg chg="mod">
          <ac:chgData name="Mitra, Sayan" userId="5f9b069e-390c-41f3-af3f-6bd4b0fb9710" providerId="ADAL" clId="{603CB73D-5ABF-4B35-AB35-B8B719F0AA85}" dt="2022-07-02T18:20:04.154" v="4862" actId="1035"/>
          <ac:spMkLst>
            <pc:docMk/>
            <pc:sldMk cId="385156815" sldId="6204"/>
            <ac:spMk id="167" creationId="{50B521A6-0A88-434D-8F58-32E4870D751E}"/>
          </ac:spMkLst>
        </pc:spChg>
        <pc:spChg chg="mod">
          <ac:chgData name="Mitra, Sayan" userId="5f9b069e-390c-41f3-af3f-6bd4b0fb9710" providerId="ADAL" clId="{603CB73D-5ABF-4B35-AB35-B8B719F0AA85}" dt="2022-07-02T18:20:04.154" v="4862" actId="1035"/>
          <ac:spMkLst>
            <pc:docMk/>
            <pc:sldMk cId="385156815" sldId="6204"/>
            <ac:spMk id="168" creationId="{1D7960A7-08FF-4EA6-A335-2DA9057456ED}"/>
          </ac:spMkLst>
        </pc:spChg>
        <pc:spChg chg="mod">
          <ac:chgData name="Mitra, Sayan" userId="5f9b069e-390c-41f3-af3f-6bd4b0fb9710" providerId="ADAL" clId="{603CB73D-5ABF-4B35-AB35-B8B719F0AA85}" dt="2022-07-02T18:20:04.154" v="4862" actId="1035"/>
          <ac:spMkLst>
            <pc:docMk/>
            <pc:sldMk cId="385156815" sldId="6204"/>
            <ac:spMk id="176" creationId="{7C0C1225-4082-4BB5-B847-C0C1D22384E8}"/>
          </ac:spMkLst>
        </pc:spChg>
        <pc:spChg chg="mod">
          <ac:chgData name="Mitra, Sayan" userId="5f9b069e-390c-41f3-af3f-6bd4b0fb9710" providerId="ADAL" clId="{603CB73D-5ABF-4B35-AB35-B8B719F0AA85}" dt="2022-07-02T18:20:04.154" v="4862" actId="1035"/>
          <ac:spMkLst>
            <pc:docMk/>
            <pc:sldMk cId="385156815" sldId="6204"/>
            <ac:spMk id="177" creationId="{0DAF6643-9B99-4C9E-AB17-D8CBBDDB2BA9}"/>
          </ac:spMkLst>
        </pc:spChg>
        <pc:spChg chg="mod">
          <ac:chgData name="Mitra, Sayan" userId="5f9b069e-390c-41f3-af3f-6bd4b0fb9710" providerId="ADAL" clId="{603CB73D-5ABF-4B35-AB35-B8B719F0AA85}" dt="2022-07-02T18:20:04.154" v="4862" actId="1035"/>
          <ac:spMkLst>
            <pc:docMk/>
            <pc:sldMk cId="385156815" sldId="6204"/>
            <ac:spMk id="179" creationId="{EFBEA453-C3B2-425D-82DF-53891511B36F}"/>
          </ac:spMkLst>
        </pc:spChg>
        <pc:spChg chg="mod">
          <ac:chgData name="Mitra, Sayan" userId="5f9b069e-390c-41f3-af3f-6bd4b0fb9710" providerId="ADAL" clId="{603CB73D-5ABF-4B35-AB35-B8B719F0AA85}" dt="2022-07-02T18:20:04.154" v="4862" actId="1035"/>
          <ac:spMkLst>
            <pc:docMk/>
            <pc:sldMk cId="385156815" sldId="6204"/>
            <ac:spMk id="180" creationId="{A621709E-3696-4CE9-A3B0-593F8E3B02E0}"/>
          </ac:spMkLst>
        </pc:spChg>
        <pc:spChg chg="mod">
          <ac:chgData name="Mitra, Sayan" userId="5f9b069e-390c-41f3-af3f-6bd4b0fb9710" providerId="ADAL" clId="{603CB73D-5ABF-4B35-AB35-B8B719F0AA85}" dt="2022-07-02T18:20:04.154" v="4862" actId="1035"/>
          <ac:spMkLst>
            <pc:docMk/>
            <pc:sldMk cId="385156815" sldId="6204"/>
            <ac:spMk id="181" creationId="{6493CE9C-056C-442B-AA0A-7F0CCBC6E512}"/>
          </ac:spMkLst>
        </pc:spChg>
        <pc:spChg chg="mod">
          <ac:chgData name="Mitra, Sayan" userId="5f9b069e-390c-41f3-af3f-6bd4b0fb9710" providerId="ADAL" clId="{603CB73D-5ABF-4B35-AB35-B8B719F0AA85}" dt="2022-07-02T18:20:04.154" v="4862" actId="1035"/>
          <ac:spMkLst>
            <pc:docMk/>
            <pc:sldMk cId="385156815" sldId="6204"/>
            <ac:spMk id="183" creationId="{B8B52E45-04A5-4CF7-BF46-106AA8623800}"/>
          </ac:spMkLst>
        </pc:spChg>
        <pc:spChg chg="mod">
          <ac:chgData name="Mitra, Sayan" userId="5f9b069e-390c-41f3-af3f-6bd4b0fb9710" providerId="ADAL" clId="{603CB73D-5ABF-4B35-AB35-B8B719F0AA85}" dt="2022-07-02T18:20:04.154" v="4862" actId="1035"/>
          <ac:spMkLst>
            <pc:docMk/>
            <pc:sldMk cId="385156815" sldId="6204"/>
            <ac:spMk id="184" creationId="{C0915715-B921-46AA-BA05-3329E6412743}"/>
          </ac:spMkLst>
        </pc:spChg>
        <pc:spChg chg="mod">
          <ac:chgData name="Mitra, Sayan" userId="5f9b069e-390c-41f3-af3f-6bd4b0fb9710" providerId="ADAL" clId="{603CB73D-5ABF-4B35-AB35-B8B719F0AA85}" dt="2022-07-02T18:20:04.154" v="4862" actId="1035"/>
          <ac:spMkLst>
            <pc:docMk/>
            <pc:sldMk cId="385156815" sldId="6204"/>
            <ac:spMk id="185" creationId="{3F5F10FA-DADB-49C1-B9E7-BE919E879931}"/>
          </ac:spMkLst>
        </pc:spChg>
        <pc:spChg chg="mod">
          <ac:chgData name="Mitra, Sayan" userId="5f9b069e-390c-41f3-af3f-6bd4b0fb9710" providerId="ADAL" clId="{603CB73D-5ABF-4B35-AB35-B8B719F0AA85}" dt="2022-07-02T18:20:04.154" v="4862" actId="1035"/>
          <ac:spMkLst>
            <pc:docMk/>
            <pc:sldMk cId="385156815" sldId="6204"/>
            <ac:spMk id="186" creationId="{65E4FB64-1AAC-4D8B-A2DC-FEC1186AEDCA}"/>
          </ac:spMkLst>
        </pc:spChg>
        <pc:spChg chg="mod">
          <ac:chgData name="Mitra, Sayan" userId="5f9b069e-390c-41f3-af3f-6bd4b0fb9710" providerId="ADAL" clId="{603CB73D-5ABF-4B35-AB35-B8B719F0AA85}" dt="2022-07-02T18:20:04.154" v="4862" actId="1035"/>
          <ac:spMkLst>
            <pc:docMk/>
            <pc:sldMk cId="385156815" sldId="6204"/>
            <ac:spMk id="187" creationId="{4B43764A-34B2-45DF-B3A5-BA881FDAC559}"/>
          </ac:spMkLst>
        </pc:spChg>
        <pc:spChg chg="mod">
          <ac:chgData name="Mitra, Sayan" userId="5f9b069e-390c-41f3-af3f-6bd4b0fb9710" providerId="ADAL" clId="{603CB73D-5ABF-4B35-AB35-B8B719F0AA85}" dt="2022-07-02T18:20:04.154" v="4862" actId="1035"/>
          <ac:spMkLst>
            <pc:docMk/>
            <pc:sldMk cId="385156815" sldId="6204"/>
            <ac:spMk id="188" creationId="{36AA9077-F848-4ABF-A0FF-97D248DAD81A}"/>
          </ac:spMkLst>
        </pc:spChg>
        <pc:spChg chg="mod">
          <ac:chgData name="Mitra, Sayan" userId="5f9b069e-390c-41f3-af3f-6bd4b0fb9710" providerId="ADAL" clId="{603CB73D-5ABF-4B35-AB35-B8B719F0AA85}" dt="2022-07-02T18:20:04.154" v="4862" actId="1035"/>
          <ac:spMkLst>
            <pc:docMk/>
            <pc:sldMk cId="385156815" sldId="6204"/>
            <ac:spMk id="189" creationId="{7D40DE82-9978-4FF9-BFE7-196D2D086F6B}"/>
          </ac:spMkLst>
        </pc:spChg>
        <pc:spChg chg="mod">
          <ac:chgData name="Mitra, Sayan" userId="5f9b069e-390c-41f3-af3f-6bd4b0fb9710" providerId="ADAL" clId="{603CB73D-5ABF-4B35-AB35-B8B719F0AA85}" dt="2022-07-02T18:20:04.154" v="4862" actId="1035"/>
          <ac:spMkLst>
            <pc:docMk/>
            <pc:sldMk cId="385156815" sldId="6204"/>
            <ac:spMk id="190" creationId="{1C0F37A6-DD4C-4FC0-8032-021711752BC5}"/>
          </ac:spMkLst>
        </pc:spChg>
        <pc:spChg chg="mod">
          <ac:chgData name="Mitra, Sayan" userId="5f9b069e-390c-41f3-af3f-6bd4b0fb9710" providerId="ADAL" clId="{603CB73D-5ABF-4B35-AB35-B8B719F0AA85}" dt="2022-07-02T18:20:04.154" v="4862" actId="1035"/>
          <ac:spMkLst>
            <pc:docMk/>
            <pc:sldMk cId="385156815" sldId="6204"/>
            <ac:spMk id="227" creationId="{FBFBA1C1-4804-4D90-9794-A93A92756EDA}"/>
          </ac:spMkLst>
        </pc:spChg>
        <pc:grpChg chg="add mod">
          <ac:chgData name="Mitra, Sayan" userId="5f9b069e-390c-41f3-af3f-6bd4b0fb9710" providerId="ADAL" clId="{603CB73D-5ABF-4B35-AB35-B8B719F0AA85}" dt="2022-07-03T01:25:14.648" v="5589" actId="1036"/>
          <ac:grpSpMkLst>
            <pc:docMk/>
            <pc:sldMk cId="385156815" sldId="6204"/>
            <ac:grpSpMk id="4" creationId="{1A001D38-0853-441A-BC46-172E73E2ED00}"/>
          </ac:grpSpMkLst>
        </pc:grpChg>
        <pc:grpChg chg="add mod">
          <ac:chgData name="Mitra, Sayan" userId="5f9b069e-390c-41f3-af3f-6bd4b0fb9710" providerId="ADAL" clId="{603CB73D-5ABF-4B35-AB35-B8B719F0AA85}" dt="2022-07-02T18:20:04.154" v="4862" actId="1035"/>
          <ac:grpSpMkLst>
            <pc:docMk/>
            <pc:sldMk cId="385156815" sldId="6204"/>
            <ac:grpSpMk id="6" creationId="{6DA5678F-7CB4-4DC6-9510-24879401CB0D}"/>
          </ac:grpSpMkLst>
        </pc:grpChg>
        <pc:grpChg chg="add mod">
          <ac:chgData name="Mitra, Sayan" userId="5f9b069e-390c-41f3-af3f-6bd4b0fb9710" providerId="ADAL" clId="{603CB73D-5ABF-4B35-AB35-B8B719F0AA85}" dt="2022-07-02T18:20:04.154" v="4862" actId="1035"/>
          <ac:grpSpMkLst>
            <pc:docMk/>
            <pc:sldMk cId="385156815" sldId="6204"/>
            <ac:grpSpMk id="7" creationId="{9DE79EB8-D0B8-4389-8EA3-1FA7F1819216}"/>
          </ac:grpSpMkLst>
        </pc:grpChg>
        <pc:grpChg chg="add del mod">
          <ac:chgData name="Mitra, Sayan" userId="5f9b069e-390c-41f3-af3f-6bd4b0fb9710" providerId="ADAL" clId="{603CB73D-5ABF-4B35-AB35-B8B719F0AA85}" dt="2022-07-02T18:11:30.391" v="4593" actId="165"/>
          <ac:grpSpMkLst>
            <pc:docMk/>
            <pc:sldMk cId="385156815" sldId="6204"/>
            <ac:grpSpMk id="9" creationId="{ACF10A72-99F9-4D03-AA73-B9FAB2D1CA9E}"/>
          </ac:grpSpMkLst>
        </pc:grpChg>
        <pc:grpChg chg="add del mod">
          <ac:chgData name="Mitra, Sayan" userId="5f9b069e-390c-41f3-af3f-6bd4b0fb9710" providerId="ADAL" clId="{603CB73D-5ABF-4B35-AB35-B8B719F0AA85}" dt="2022-07-02T18:11:35.911" v="4594" actId="165"/>
          <ac:grpSpMkLst>
            <pc:docMk/>
            <pc:sldMk cId="385156815" sldId="6204"/>
            <ac:grpSpMk id="10" creationId="{ADBD7215-232F-4CB4-AA23-1E271D7D6250}"/>
          </ac:grpSpMkLst>
        </pc:grpChg>
        <pc:grpChg chg="add del mod">
          <ac:chgData name="Mitra, Sayan" userId="5f9b069e-390c-41f3-af3f-6bd4b0fb9710" providerId="ADAL" clId="{603CB73D-5ABF-4B35-AB35-B8B719F0AA85}" dt="2022-07-03T01:25:46" v="5593" actId="165"/>
          <ac:grpSpMkLst>
            <pc:docMk/>
            <pc:sldMk cId="385156815" sldId="6204"/>
            <ac:grpSpMk id="11" creationId="{C5905337-0A15-48C2-A003-63E89F62839B}"/>
          </ac:grpSpMkLst>
        </pc:grpChg>
        <pc:grpChg chg="add del mod">
          <ac:chgData name="Mitra, Sayan" userId="5f9b069e-390c-41f3-af3f-6bd4b0fb9710" providerId="ADAL" clId="{603CB73D-5ABF-4B35-AB35-B8B719F0AA85}" dt="2022-07-03T01:25:45.541" v="5592" actId="165"/>
          <ac:grpSpMkLst>
            <pc:docMk/>
            <pc:sldMk cId="385156815" sldId="6204"/>
            <ac:grpSpMk id="12" creationId="{7F7D04E6-F9B7-43B4-8360-45DDAC5A05FD}"/>
          </ac:grpSpMkLst>
        </pc:grpChg>
        <pc:grpChg chg="mod">
          <ac:chgData name="Mitra, Sayan" userId="5f9b069e-390c-41f3-af3f-6bd4b0fb9710" providerId="ADAL" clId="{603CB73D-5ABF-4B35-AB35-B8B719F0AA85}" dt="2022-07-02T18:20:04.154" v="4862" actId="1035"/>
          <ac:grpSpMkLst>
            <pc:docMk/>
            <pc:sldMk cId="385156815" sldId="6204"/>
            <ac:grpSpMk id="21" creationId="{46C13272-8D2C-4001-B961-FC259D3C88D8}"/>
          </ac:grpSpMkLst>
        </pc:grpChg>
        <pc:grpChg chg="mod">
          <ac:chgData name="Mitra, Sayan" userId="5f9b069e-390c-41f3-af3f-6bd4b0fb9710" providerId="ADAL" clId="{603CB73D-5ABF-4B35-AB35-B8B719F0AA85}" dt="2022-07-02T18:20:04.154" v="4862" actId="1035"/>
          <ac:grpSpMkLst>
            <pc:docMk/>
            <pc:sldMk cId="385156815" sldId="6204"/>
            <ac:grpSpMk id="27" creationId="{37BEBC7D-BE34-48D4-8A3D-C3264018CAEE}"/>
          </ac:grpSpMkLst>
        </pc:grpChg>
        <pc:grpChg chg="mod">
          <ac:chgData name="Mitra, Sayan" userId="5f9b069e-390c-41f3-af3f-6bd4b0fb9710" providerId="ADAL" clId="{603CB73D-5ABF-4B35-AB35-B8B719F0AA85}" dt="2022-07-02T18:20:04.154" v="4862" actId="1035"/>
          <ac:grpSpMkLst>
            <pc:docMk/>
            <pc:sldMk cId="385156815" sldId="6204"/>
            <ac:grpSpMk id="30" creationId="{8E4F78CC-FDA1-4414-9601-AEA2E5B13B90}"/>
          </ac:grpSpMkLst>
        </pc:grpChg>
        <pc:grpChg chg="mod">
          <ac:chgData name="Mitra, Sayan" userId="5f9b069e-390c-41f3-af3f-6bd4b0fb9710" providerId="ADAL" clId="{603CB73D-5ABF-4B35-AB35-B8B719F0AA85}" dt="2022-07-02T18:20:04.154" v="4862" actId="1035"/>
          <ac:grpSpMkLst>
            <pc:docMk/>
            <pc:sldMk cId="385156815" sldId="6204"/>
            <ac:grpSpMk id="34" creationId="{C308E3C9-8A1C-49E3-A932-37FC6B431F97}"/>
          </ac:grpSpMkLst>
        </pc:grpChg>
        <pc:grpChg chg="mod">
          <ac:chgData name="Mitra, Sayan" userId="5f9b069e-390c-41f3-af3f-6bd4b0fb9710" providerId="ADAL" clId="{603CB73D-5ABF-4B35-AB35-B8B719F0AA85}" dt="2022-07-02T18:20:04.154" v="4862" actId="1035"/>
          <ac:grpSpMkLst>
            <pc:docMk/>
            <pc:sldMk cId="385156815" sldId="6204"/>
            <ac:grpSpMk id="38" creationId="{1A60CC3A-07F1-44A9-B8B4-D9692FDF16B0}"/>
          </ac:grpSpMkLst>
        </pc:grpChg>
        <pc:grpChg chg="mod">
          <ac:chgData name="Mitra, Sayan" userId="5f9b069e-390c-41f3-af3f-6bd4b0fb9710" providerId="ADAL" clId="{603CB73D-5ABF-4B35-AB35-B8B719F0AA85}" dt="2022-07-02T18:20:04.154" v="4862" actId="1035"/>
          <ac:grpSpMkLst>
            <pc:docMk/>
            <pc:sldMk cId="385156815" sldId="6204"/>
            <ac:grpSpMk id="58" creationId="{0202F5EA-E960-4CAD-9F91-2D904F2074E7}"/>
          </ac:grpSpMkLst>
        </pc:grpChg>
        <pc:grpChg chg="mod">
          <ac:chgData name="Mitra, Sayan" userId="5f9b069e-390c-41f3-af3f-6bd4b0fb9710" providerId="ADAL" clId="{603CB73D-5ABF-4B35-AB35-B8B719F0AA85}" dt="2022-07-02T18:20:04.154" v="4862" actId="1035"/>
          <ac:grpSpMkLst>
            <pc:docMk/>
            <pc:sldMk cId="385156815" sldId="6204"/>
            <ac:grpSpMk id="61" creationId="{121552EC-4C6C-4A09-A1E8-5EAFB30AA746}"/>
          </ac:grpSpMkLst>
        </pc:grpChg>
        <pc:grpChg chg="mod">
          <ac:chgData name="Mitra, Sayan" userId="5f9b069e-390c-41f3-af3f-6bd4b0fb9710" providerId="ADAL" clId="{603CB73D-5ABF-4B35-AB35-B8B719F0AA85}" dt="2022-07-02T18:20:04.154" v="4862" actId="1035"/>
          <ac:grpSpMkLst>
            <pc:docMk/>
            <pc:sldMk cId="385156815" sldId="6204"/>
            <ac:grpSpMk id="74" creationId="{3569670D-531F-4ABD-8A02-800B0FB01B96}"/>
          </ac:grpSpMkLst>
        </pc:grpChg>
        <pc:grpChg chg="mod">
          <ac:chgData name="Mitra, Sayan" userId="5f9b069e-390c-41f3-af3f-6bd4b0fb9710" providerId="ADAL" clId="{603CB73D-5ABF-4B35-AB35-B8B719F0AA85}" dt="2022-07-02T18:20:04.154" v="4862" actId="1035"/>
          <ac:grpSpMkLst>
            <pc:docMk/>
            <pc:sldMk cId="385156815" sldId="6204"/>
            <ac:grpSpMk id="75" creationId="{97778117-445C-42DD-95BE-64724A27B837}"/>
          </ac:grpSpMkLst>
        </pc:grpChg>
        <pc:grpChg chg="mod">
          <ac:chgData name="Mitra, Sayan" userId="5f9b069e-390c-41f3-af3f-6bd4b0fb9710" providerId="ADAL" clId="{603CB73D-5ABF-4B35-AB35-B8B719F0AA85}" dt="2022-07-02T18:20:04.154" v="4862" actId="1035"/>
          <ac:grpSpMkLst>
            <pc:docMk/>
            <pc:sldMk cId="385156815" sldId="6204"/>
            <ac:grpSpMk id="76" creationId="{1AAC562B-3965-40BA-B365-FACF71AA3631}"/>
          </ac:grpSpMkLst>
        </pc:grpChg>
        <pc:grpChg chg="mod">
          <ac:chgData name="Mitra, Sayan" userId="5f9b069e-390c-41f3-af3f-6bd4b0fb9710" providerId="ADAL" clId="{603CB73D-5ABF-4B35-AB35-B8B719F0AA85}" dt="2022-07-02T18:20:04.154" v="4862" actId="1035"/>
          <ac:grpSpMkLst>
            <pc:docMk/>
            <pc:sldMk cId="385156815" sldId="6204"/>
            <ac:grpSpMk id="77" creationId="{66950A4C-A698-4EFB-B6B5-FD8ABB506AFE}"/>
          </ac:grpSpMkLst>
        </pc:grpChg>
        <pc:grpChg chg="mod">
          <ac:chgData name="Mitra, Sayan" userId="5f9b069e-390c-41f3-af3f-6bd4b0fb9710" providerId="ADAL" clId="{603CB73D-5ABF-4B35-AB35-B8B719F0AA85}" dt="2022-07-02T18:20:04.154" v="4862" actId="1035"/>
          <ac:grpSpMkLst>
            <pc:docMk/>
            <pc:sldMk cId="385156815" sldId="6204"/>
            <ac:grpSpMk id="107" creationId="{F4AFACC6-B83F-4672-9298-F8BD8398DE2E}"/>
          </ac:grpSpMkLst>
        </pc:grpChg>
        <pc:grpChg chg="mod">
          <ac:chgData name="Mitra, Sayan" userId="5f9b069e-390c-41f3-af3f-6bd4b0fb9710" providerId="ADAL" clId="{603CB73D-5ABF-4B35-AB35-B8B719F0AA85}" dt="2022-07-02T18:20:04.154" v="4862" actId="1035"/>
          <ac:grpSpMkLst>
            <pc:docMk/>
            <pc:sldMk cId="385156815" sldId="6204"/>
            <ac:grpSpMk id="158" creationId="{3A003594-A79D-42A1-9B77-91B2755888C9}"/>
          </ac:grpSpMkLst>
        </pc:grpChg>
        <pc:grpChg chg="mod">
          <ac:chgData name="Mitra, Sayan" userId="5f9b069e-390c-41f3-af3f-6bd4b0fb9710" providerId="ADAL" clId="{603CB73D-5ABF-4B35-AB35-B8B719F0AA85}" dt="2022-07-02T18:20:04.154" v="4862" actId="1035"/>
          <ac:grpSpMkLst>
            <pc:docMk/>
            <pc:sldMk cId="385156815" sldId="6204"/>
            <ac:grpSpMk id="171" creationId="{1827E1D1-ACBE-4B9C-8B02-8EF041FFAC75}"/>
          </ac:grpSpMkLst>
        </pc:grpChg>
        <pc:grpChg chg="mod">
          <ac:chgData name="Mitra, Sayan" userId="5f9b069e-390c-41f3-af3f-6bd4b0fb9710" providerId="ADAL" clId="{603CB73D-5ABF-4B35-AB35-B8B719F0AA85}" dt="2022-07-02T18:20:04.154" v="4862" actId="1035"/>
          <ac:grpSpMkLst>
            <pc:docMk/>
            <pc:sldMk cId="385156815" sldId="6204"/>
            <ac:grpSpMk id="172" creationId="{4826BC1B-180B-487E-80B4-A80B52B8C797}"/>
          </ac:grpSpMkLst>
        </pc:grpChg>
        <pc:grpChg chg="mod">
          <ac:chgData name="Mitra, Sayan" userId="5f9b069e-390c-41f3-af3f-6bd4b0fb9710" providerId="ADAL" clId="{603CB73D-5ABF-4B35-AB35-B8B719F0AA85}" dt="2022-07-02T18:20:04.154" v="4862" actId="1035"/>
          <ac:grpSpMkLst>
            <pc:docMk/>
            <pc:sldMk cId="385156815" sldId="6204"/>
            <ac:grpSpMk id="173" creationId="{999833D9-546D-44C1-9D5A-3F64FAFAC1C9}"/>
          </ac:grpSpMkLst>
        </pc:grpChg>
        <pc:grpChg chg="mod">
          <ac:chgData name="Mitra, Sayan" userId="5f9b069e-390c-41f3-af3f-6bd4b0fb9710" providerId="ADAL" clId="{603CB73D-5ABF-4B35-AB35-B8B719F0AA85}" dt="2022-07-02T18:20:04.154" v="4862" actId="1035"/>
          <ac:grpSpMkLst>
            <pc:docMk/>
            <pc:sldMk cId="385156815" sldId="6204"/>
            <ac:grpSpMk id="178" creationId="{3B99758A-DC7F-4651-9DEA-F028F3C1ABEB}"/>
          </ac:grpSpMkLst>
        </pc:grpChg>
        <pc:picChg chg="add mod topLvl">
          <ac:chgData name="Mitra, Sayan" userId="5f9b069e-390c-41f3-af3f-6bd4b0fb9710" providerId="ADAL" clId="{603CB73D-5ABF-4B35-AB35-B8B719F0AA85}" dt="2022-07-03T01:25:46" v="5593" actId="165"/>
          <ac:picMkLst>
            <pc:docMk/>
            <pc:sldMk cId="385156815" sldId="6204"/>
            <ac:picMk id="123" creationId="{8657B25C-574F-42F5-A1E0-9B1FDB19DF3B}"/>
          </ac:picMkLst>
        </pc:picChg>
        <pc:picChg chg="add mod topLvl">
          <ac:chgData name="Mitra, Sayan" userId="5f9b069e-390c-41f3-af3f-6bd4b0fb9710" providerId="ADAL" clId="{603CB73D-5ABF-4B35-AB35-B8B719F0AA85}" dt="2022-07-03T01:25:45.541" v="5592" actId="165"/>
          <ac:picMkLst>
            <pc:docMk/>
            <pc:sldMk cId="385156815" sldId="6204"/>
            <ac:picMk id="124" creationId="{B08C6094-3DC9-449E-8A5F-14D44459B112}"/>
          </ac:picMkLst>
        </pc:picChg>
        <pc:picChg chg="add mod">
          <ac:chgData name="Mitra, Sayan" userId="5f9b069e-390c-41f3-af3f-6bd4b0fb9710" providerId="ADAL" clId="{603CB73D-5ABF-4B35-AB35-B8B719F0AA85}" dt="2022-07-03T01:25:14.648" v="5589" actId="1036"/>
          <ac:picMkLst>
            <pc:docMk/>
            <pc:sldMk cId="385156815" sldId="6204"/>
            <ac:picMk id="127" creationId="{25C91B45-E5A7-426A-875E-3459CE632302}"/>
          </ac:picMkLst>
        </pc:picChg>
        <pc:picChg chg="mod">
          <ac:chgData name="Mitra, Sayan" userId="5f9b069e-390c-41f3-af3f-6bd4b0fb9710" providerId="ADAL" clId="{603CB73D-5ABF-4B35-AB35-B8B719F0AA85}" dt="2022-07-02T18:20:04.154" v="4862" actId="1035"/>
          <ac:picMkLst>
            <pc:docMk/>
            <pc:sldMk cId="385156815" sldId="6204"/>
            <ac:picMk id="182" creationId="{611B9B4A-8099-4280-8E0F-F069713FE755}"/>
          </ac:picMkLst>
        </pc:picChg>
        <pc:picChg chg="add del mod">
          <ac:chgData name="Mitra, Sayan" userId="5f9b069e-390c-41f3-af3f-6bd4b0fb9710" providerId="ADAL" clId="{603CB73D-5ABF-4B35-AB35-B8B719F0AA85}" dt="2022-07-02T18:14:11.780" v="4630"/>
          <ac:picMkLst>
            <pc:docMk/>
            <pc:sldMk cId="385156815" sldId="6204"/>
            <ac:picMk id="2052" creationId="{63FD90C6-B544-4173-A54D-0EBA11D5D1A3}"/>
          </ac:picMkLst>
        </pc:picChg>
        <pc:cxnChg chg="add mod">
          <ac:chgData name="Mitra, Sayan" userId="5f9b069e-390c-41f3-af3f-6bd4b0fb9710" providerId="ADAL" clId="{603CB73D-5ABF-4B35-AB35-B8B719F0AA85}" dt="2022-07-02T18:08:47.475" v="4492" actId="1037"/>
          <ac:cxnSpMkLst>
            <pc:docMk/>
            <pc:sldMk cId="385156815" sldId="6204"/>
            <ac:cxnSpMk id="5" creationId="{E1644C55-C10A-4446-86E3-6BA03D354A78}"/>
          </ac:cxnSpMkLst>
        </pc:cxnChg>
        <pc:cxnChg chg="mod">
          <ac:chgData name="Mitra, Sayan" userId="5f9b069e-390c-41f3-af3f-6bd4b0fb9710" providerId="ADAL" clId="{603CB73D-5ABF-4B35-AB35-B8B719F0AA85}" dt="2022-07-02T18:20:04.154" v="4862" actId="1035"/>
          <ac:cxnSpMkLst>
            <pc:docMk/>
            <pc:sldMk cId="385156815" sldId="6204"/>
            <ac:cxnSpMk id="81" creationId="{8984ABBF-DF82-4BEC-BAE4-FC5F12DC1B86}"/>
          </ac:cxnSpMkLst>
        </pc:cxnChg>
        <pc:cxnChg chg="mod">
          <ac:chgData name="Mitra, Sayan" userId="5f9b069e-390c-41f3-af3f-6bd4b0fb9710" providerId="ADAL" clId="{603CB73D-5ABF-4B35-AB35-B8B719F0AA85}" dt="2022-07-02T18:20:04.154" v="4862" actId="1035"/>
          <ac:cxnSpMkLst>
            <pc:docMk/>
            <pc:sldMk cId="385156815" sldId="6204"/>
            <ac:cxnSpMk id="82" creationId="{9A010963-0D03-44F9-8B19-2836F76C6598}"/>
          </ac:cxnSpMkLst>
        </pc:cxnChg>
        <pc:cxnChg chg="mod">
          <ac:chgData name="Mitra, Sayan" userId="5f9b069e-390c-41f3-af3f-6bd4b0fb9710" providerId="ADAL" clId="{603CB73D-5ABF-4B35-AB35-B8B719F0AA85}" dt="2022-07-02T18:20:04.154" v="4862" actId="1035"/>
          <ac:cxnSpMkLst>
            <pc:docMk/>
            <pc:sldMk cId="385156815" sldId="6204"/>
            <ac:cxnSpMk id="83" creationId="{D7EF1947-F2E9-48BE-98C1-64936D02B334}"/>
          </ac:cxnSpMkLst>
        </pc:cxnChg>
        <pc:cxnChg chg="mod">
          <ac:chgData name="Mitra, Sayan" userId="5f9b069e-390c-41f3-af3f-6bd4b0fb9710" providerId="ADAL" clId="{603CB73D-5ABF-4B35-AB35-B8B719F0AA85}" dt="2022-07-02T18:20:04.154" v="4862" actId="1035"/>
          <ac:cxnSpMkLst>
            <pc:docMk/>
            <pc:sldMk cId="385156815" sldId="6204"/>
            <ac:cxnSpMk id="112" creationId="{B81D3178-A585-4F60-A195-A96FBA102897}"/>
          </ac:cxnSpMkLst>
        </pc:cxnChg>
        <pc:cxnChg chg="mod">
          <ac:chgData name="Mitra, Sayan" userId="5f9b069e-390c-41f3-af3f-6bd4b0fb9710" providerId="ADAL" clId="{603CB73D-5ABF-4B35-AB35-B8B719F0AA85}" dt="2022-07-02T18:20:04.154" v="4862" actId="1035"/>
          <ac:cxnSpMkLst>
            <pc:docMk/>
            <pc:sldMk cId="385156815" sldId="6204"/>
            <ac:cxnSpMk id="113" creationId="{DE1A8889-6DBE-44BD-BC2C-47C5CE7A67E2}"/>
          </ac:cxnSpMkLst>
        </pc:cxnChg>
        <pc:cxnChg chg="mod">
          <ac:chgData name="Mitra, Sayan" userId="5f9b069e-390c-41f3-af3f-6bd4b0fb9710" providerId="ADAL" clId="{603CB73D-5ABF-4B35-AB35-B8B719F0AA85}" dt="2022-07-02T18:20:04.154" v="4862" actId="1035"/>
          <ac:cxnSpMkLst>
            <pc:docMk/>
            <pc:sldMk cId="385156815" sldId="6204"/>
            <ac:cxnSpMk id="114" creationId="{6DE7E1F5-4130-459E-AD2C-549EE9B7012F}"/>
          </ac:cxnSpMkLst>
        </pc:cxnChg>
        <pc:cxnChg chg="mod">
          <ac:chgData name="Mitra, Sayan" userId="5f9b069e-390c-41f3-af3f-6bd4b0fb9710" providerId="ADAL" clId="{603CB73D-5ABF-4B35-AB35-B8B719F0AA85}" dt="2022-07-02T18:20:04.154" v="4862" actId="1035"/>
          <ac:cxnSpMkLst>
            <pc:docMk/>
            <pc:sldMk cId="385156815" sldId="6204"/>
            <ac:cxnSpMk id="118" creationId="{441A8A76-0D56-454B-91F9-454574790010}"/>
          </ac:cxnSpMkLst>
        </pc:cxnChg>
      </pc:sldChg>
      <pc:sldChg chg="del ord">
        <pc:chgData name="Mitra, Sayan" userId="5f9b069e-390c-41f3-af3f-6bd4b0fb9710" providerId="ADAL" clId="{603CB73D-5ABF-4B35-AB35-B8B719F0AA85}" dt="2022-07-04T05:00:50.477" v="12466" actId="47"/>
        <pc:sldMkLst>
          <pc:docMk/>
          <pc:sldMk cId="3171069382" sldId="6205"/>
        </pc:sldMkLst>
      </pc:sldChg>
      <pc:sldChg chg="addSp delSp modSp add mod">
        <pc:chgData name="Mitra, Sayan" userId="5f9b069e-390c-41f3-af3f-6bd4b0fb9710" providerId="ADAL" clId="{603CB73D-5ABF-4B35-AB35-B8B719F0AA85}" dt="2022-07-03T01:29:19.641" v="5697" actId="207"/>
        <pc:sldMkLst>
          <pc:docMk/>
          <pc:sldMk cId="2104228538" sldId="6206"/>
        </pc:sldMkLst>
        <pc:spChg chg="mod topLvl">
          <ac:chgData name="Mitra, Sayan" userId="5f9b069e-390c-41f3-af3f-6bd4b0fb9710" providerId="ADAL" clId="{603CB73D-5ABF-4B35-AB35-B8B719F0AA85}" dt="2022-07-03T01:29:05.046" v="5696" actId="1036"/>
          <ac:spMkLst>
            <pc:docMk/>
            <pc:sldMk cId="2104228538" sldId="6206"/>
            <ac:spMk id="8" creationId="{6AE6DF53-55EE-452B-8DEA-F8A4B41B5167}"/>
          </ac:spMkLst>
        </pc:spChg>
        <pc:spChg chg="mod topLvl">
          <ac:chgData name="Mitra, Sayan" userId="5f9b069e-390c-41f3-af3f-6bd4b0fb9710" providerId="ADAL" clId="{603CB73D-5ABF-4B35-AB35-B8B719F0AA85}" dt="2022-07-03T01:29:05.046" v="5696" actId="1036"/>
          <ac:spMkLst>
            <pc:docMk/>
            <pc:sldMk cId="2104228538" sldId="6206"/>
            <ac:spMk id="120" creationId="{D1098087-4741-434E-B050-B64F19FEA0B9}"/>
          </ac:spMkLst>
        </pc:spChg>
        <pc:spChg chg="mod topLvl">
          <ac:chgData name="Mitra, Sayan" userId="5f9b069e-390c-41f3-af3f-6bd4b0fb9710" providerId="ADAL" clId="{603CB73D-5ABF-4B35-AB35-B8B719F0AA85}" dt="2022-07-03T01:29:05.046" v="5696" actId="1036"/>
          <ac:spMkLst>
            <pc:docMk/>
            <pc:sldMk cId="2104228538" sldId="6206"/>
            <ac:spMk id="121" creationId="{45127BE6-E5BD-4473-B805-8943A22B1399}"/>
          </ac:spMkLst>
        </pc:spChg>
        <pc:spChg chg="add mod">
          <ac:chgData name="Mitra, Sayan" userId="5f9b069e-390c-41f3-af3f-6bd4b0fb9710" providerId="ADAL" clId="{603CB73D-5ABF-4B35-AB35-B8B719F0AA85}" dt="2022-07-03T01:29:19.641" v="5697" actId="207"/>
          <ac:spMkLst>
            <pc:docMk/>
            <pc:sldMk cId="2104228538" sldId="6206"/>
            <ac:spMk id="125" creationId="{248D2831-2108-4BAA-BE24-5197975DBA95}"/>
          </ac:spMkLst>
        </pc:spChg>
        <pc:grpChg chg="del">
          <ac:chgData name="Mitra, Sayan" userId="5f9b069e-390c-41f3-af3f-6bd4b0fb9710" providerId="ADAL" clId="{603CB73D-5ABF-4B35-AB35-B8B719F0AA85}" dt="2022-07-03T01:25:56.900" v="5595" actId="165"/>
          <ac:grpSpMkLst>
            <pc:docMk/>
            <pc:sldMk cId="2104228538" sldId="6206"/>
            <ac:grpSpMk id="4" creationId="{1A001D38-0853-441A-BC46-172E73E2ED00}"/>
          </ac:grpSpMkLst>
        </pc:grpChg>
        <pc:grpChg chg="add del mod">
          <ac:chgData name="Mitra, Sayan" userId="5f9b069e-390c-41f3-af3f-6bd4b0fb9710" providerId="ADAL" clId="{603CB73D-5ABF-4B35-AB35-B8B719F0AA85}" dt="2022-07-03T01:27:29.461" v="5657" actId="478"/>
          <ac:grpSpMkLst>
            <pc:docMk/>
            <pc:sldMk cId="2104228538" sldId="6206"/>
            <ac:grpSpMk id="9" creationId="{39BDE2BF-AFBF-4A67-8A5D-AC3F7AA9FDE4}"/>
          </ac:grpSpMkLst>
        </pc:grpChg>
        <pc:grpChg chg="add mod">
          <ac:chgData name="Mitra, Sayan" userId="5f9b069e-390c-41f3-af3f-6bd4b0fb9710" providerId="ADAL" clId="{603CB73D-5ABF-4B35-AB35-B8B719F0AA85}" dt="2022-07-03T01:29:05.046" v="5696" actId="1036"/>
          <ac:grpSpMkLst>
            <pc:docMk/>
            <pc:sldMk cId="2104228538" sldId="6206"/>
            <ac:grpSpMk id="10" creationId="{08B0C039-4AC1-486F-8900-53D22810B143}"/>
          </ac:grpSpMkLst>
        </pc:grpChg>
        <pc:grpChg chg="del">
          <ac:chgData name="Mitra, Sayan" userId="5f9b069e-390c-41f3-af3f-6bd4b0fb9710" providerId="ADAL" clId="{603CB73D-5ABF-4B35-AB35-B8B719F0AA85}" dt="2022-07-03T01:25:56.900" v="5595" actId="165"/>
          <ac:grpSpMkLst>
            <pc:docMk/>
            <pc:sldMk cId="2104228538" sldId="6206"/>
            <ac:grpSpMk id="11" creationId="{C5905337-0A15-48C2-A003-63E89F62839B}"/>
          </ac:grpSpMkLst>
        </pc:grpChg>
        <pc:grpChg chg="del">
          <ac:chgData name="Mitra, Sayan" userId="5f9b069e-390c-41f3-af3f-6bd4b0fb9710" providerId="ADAL" clId="{603CB73D-5ABF-4B35-AB35-B8B719F0AA85}" dt="2022-07-03T01:25:56.900" v="5595" actId="165"/>
          <ac:grpSpMkLst>
            <pc:docMk/>
            <pc:sldMk cId="2104228538" sldId="6206"/>
            <ac:grpSpMk id="12" creationId="{7F7D04E6-F9B7-43B4-8360-45DDAC5A05FD}"/>
          </ac:grpSpMkLst>
        </pc:grpChg>
        <pc:grpChg chg="add mod">
          <ac:chgData name="Mitra, Sayan" userId="5f9b069e-390c-41f3-af3f-6bd4b0fb9710" providerId="ADAL" clId="{603CB73D-5ABF-4B35-AB35-B8B719F0AA85}" dt="2022-07-03T01:29:05.046" v="5696" actId="1036"/>
          <ac:grpSpMkLst>
            <pc:docMk/>
            <pc:sldMk cId="2104228538" sldId="6206"/>
            <ac:grpSpMk id="13" creationId="{28B75090-C6BC-4F32-93C2-13791C802CFF}"/>
          </ac:grpSpMkLst>
        </pc:grpChg>
        <pc:grpChg chg="add mod">
          <ac:chgData name="Mitra, Sayan" userId="5f9b069e-390c-41f3-af3f-6bd4b0fb9710" providerId="ADAL" clId="{603CB73D-5ABF-4B35-AB35-B8B719F0AA85}" dt="2022-07-03T01:29:05.046" v="5696" actId="1036"/>
          <ac:grpSpMkLst>
            <pc:docMk/>
            <pc:sldMk cId="2104228538" sldId="6206"/>
            <ac:grpSpMk id="14" creationId="{48DE2850-32CE-4058-9E35-BAD5F9F647B8}"/>
          </ac:grpSpMkLst>
        </pc:grpChg>
        <pc:grpChg chg="add mod">
          <ac:chgData name="Mitra, Sayan" userId="5f9b069e-390c-41f3-af3f-6bd4b0fb9710" providerId="ADAL" clId="{603CB73D-5ABF-4B35-AB35-B8B719F0AA85}" dt="2022-07-03T01:29:05.046" v="5696" actId="1036"/>
          <ac:grpSpMkLst>
            <pc:docMk/>
            <pc:sldMk cId="2104228538" sldId="6206"/>
            <ac:grpSpMk id="15" creationId="{86C012E4-92CD-4DCC-9F04-19EB04FBEAC5}"/>
          </ac:grpSpMkLst>
        </pc:grpChg>
        <pc:picChg chg="mod topLvl">
          <ac:chgData name="Mitra, Sayan" userId="5f9b069e-390c-41f3-af3f-6bd4b0fb9710" providerId="ADAL" clId="{603CB73D-5ABF-4B35-AB35-B8B719F0AA85}" dt="2022-07-03T01:29:05.046" v="5696" actId="1036"/>
          <ac:picMkLst>
            <pc:docMk/>
            <pc:sldMk cId="2104228538" sldId="6206"/>
            <ac:picMk id="123" creationId="{8657B25C-574F-42F5-A1E0-9B1FDB19DF3B}"/>
          </ac:picMkLst>
        </pc:picChg>
        <pc:picChg chg="mod topLvl">
          <ac:chgData name="Mitra, Sayan" userId="5f9b069e-390c-41f3-af3f-6bd4b0fb9710" providerId="ADAL" clId="{603CB73D-5ABF-4B35-AB35-B8B719F0AA85}" dt="2022-07-03T01:29:05.046" v="5696" actId="1036"/>
          <ac:picMkLst>
            <pc:docMk/>
            <pc:sldMk cId="2104228538" sldId="6206"/>
            <ac:picMk id="124" creationId="{B08C6094-3DC9-449E-8A5F-14D44459B112}"/>
          </ac:picMkLst>
        </pc:picChg>
        <pc:picChg chg="add del mod">
          <ac:chgData name="Mitra, Sayan" userId="5f9b069e-390c-41f3-af3f-6bd4b0fb9710" providerId="ADAL" clId="{603CB73D-5ABF-4B35-AB35-B8B719F0AA85}" dt="2022-07-03T01:27:12.276" v="5652" actId="478"/>
          <ac:picMkLst>
            <pc:docMk/>
            <pc:sldMk cId="2104228538" sldId="6206"/>
            <ac:picMk id="126" creationId="{26C00610-E154-491E-90AF-42E330189D6E}"/>
          </ac:picMkLst>
        </pc:picChg>
        <pc:picChg chg="mod topLvl">
          <ac:chgData name="Mitra, Sayan" userId="5f9b069e-390c-41f3-af3f-6bd4b0fb9710" providerId="ADAL" clId="{603CB73D-5ABF-4B35-AB35-B8B719F0AA85}" dt="2022-07-03T01:29:05.046" v="5696" actId="1036"/>
          <ac:picMkLst>
            <pc:docMk/>
            <pc:sldMk cId="2104228538" sldId="6206"/>
            <ac:picMk id="127" creationId="{25C91B45-E5A7-426A-875E-3459CE632302}"/>
          </ac:picMkLst>
        </pc:picChg>
        <pc:picChg chg="add mod">
          <ac:chgData name="Mitra, Sayan" userId="5f9b069e-390c-41f3-af3f-6bd4b0fb9710" providerId="ADAL" clId="{603CB73D-5ABF-4B35-AB35-B8B719F0AA85}" dt="2022-07-03T01:29:05.046" v="5696" actId="1036"/>
          <ac:picMkLst>
            <pc:docMk/>
            <pc:sldMk cId="2104228538" sldId="6206"/>
            <ac:picMk id="128" creationId="{4F94A973-8A72-4A90-9FBC-E7700ABD4625}"/>
          </ac:picMkLst>
        </pc:picChg>
        <pc:picChg chg="add del mod">
          <ac:chgData name="Mitra, Sayan" userId="5f9b069e-390c-41f3-af3f-6bd4b0fb9710" providerId="ADAL" clId="{603CB73D-5ABF-4B35-AB35-B8B719F0AA85}" dt="2022-07-03T01:27:29.461" v="5657" actId="478"/>
          <ac:picMkLst>
            <pc:docMk/>
            <pc:sldMk cId="2104228538" sldId="6206"/>
            <ac:picMk id="129" creationId="{D111E16A-F726-4319-AED3-EEE44A893BE3}"/>
          </ac:picMkLst>
        </pc:picChg>
      </pc:sldChg>
      <pc:sldChg chg="addSp modSp new del mod ord">
        <pc:chgData name="Mitra, Sayan" userId="5f9b069e-390c-41f3-af3f-6bd4b0fb9710" providerId="ADAL" clId="{603CB73D-5ABF-4B35-AB35-B8B719F0AA85}" dt="2022-07-03T12:39:32.020" v="7733" actId="47"/>
        <pc:sldMkLst>
          <pc:docMk/>
          <pc:sldMk cId="3062869920" sldId="6207"/>
        </pc:sldMkLst>
        <pc:spChg chg="mod">
          <ac:chgData name="Mitra, Sayan" userId="5f9b069e-390c-41f3-af3f-6bd4b0fb9710" providerId="ADAL" clId="{603CB73D-5ABF-4B35-AB35-B8B719F0AA85}" dt="2022-07-03T12:37:08.913" v="7681" actId="6549"/>
          <ac:spMkLst>
            <pc:docMk/>
            <pc:sldMk cId="3062869920" sldId="6207"/>
            <ac:spMk id="2" creationId="{8604502F-AA04-43CA-BC12-145AFCA24A30}"/>
          </ac:spMkLst>
        </pc:spChg>
        <pc:spChg chg="add mod">
          <ac:chgData name="Mitra, Sayan" userId="5f9b069e-390c-41f3-af3f-6bd4b0fb9710" providerId="ADAL" clId="{603CB73D-5ABF-4B35-AB35-B8B719F0AA85}" dt="2022-07-03T12:34:55.369" v="7617" actId="1036"/>
          <ac:spMkLst>
            <pc:docMk/>
            <pc:sldMk cId="3062869920" sldId="6207"/>
            <ac:spMk id="3" creationId="{18ACF9D2-7A39-4FBB-8B27-4748F7B94A63}"/>
          </ac:spMkLst>
        </pc:spChg>
        <pc:spChg chg="add mod">
          <ac:chgData name="Mitra, Sayan" userId="5f9b069e-390c-41f3-af3f-6bd4b0fb9710" providerId="ADAL" clId="{603CB73D-5ABF-4B35-AB35-B8B719F0AA85}" dt="2022-07-03T12:34:55.369" v="7617" actId="1036"/>
          <ac:spMkLst>
            <pc:docMk/>
            <pc:sldMk cId="3062869920" sldId="6207"/>
            <ac:spMk id="4" creationId="{5C943EB4-E3AA-4A5B-9551-2BEB1C2A5701}"/>
          </ac:spMkLst>
        </pc:spChg>
        <pc:spChg chg="add mod">
          <ac:chgData name="Mitra, Sayan" userId="5f9b069e-390c-41f3-af3f-6bd4b0fb9710" providerId="ADAL" clId="{603CB73D-5ABF-4B35-AB35-B8B719F0AA85}" dt="2022-07-03T12:34:55.369" v="7617" actId="1036"/>
          <ac:spMkLst>
            <pc:docMk/>
            <pc:sldMk cId="3062869920" sldId="6207"/>
            <ac:spMk id="5" creationId="{A7D812F9-2F9C-43C5-84A6-A174837C855C}"/>
          </ac:spMkLst>
        </pc:spChg>
        <pc:spChg chg="add mod">
          <ac:chgData name="Mitra, Sayan" userId="5f9b069e-390c-41f3-af3f-6bd4b0fb9710" providerId="ADAL" clId="{603CB73D-5ABF-4B35-AB35-B8B719F0AA85}" dt="2022-07-03T12:34:55.369" v="7617" actId="1036"/>
          <ac:spMkLst>
            <pc:docMk/>
            <pc:sldMk cId="3062869920" sldId="6207"/>
            <ac:spMk id="6" creationId="{633C70B5-81C4-4546-B7FF-9744AC398467}"/>
          </ac:spMkLst>
        </pc:spChg>
        <pc:spChg chg="add mod">
          <ac:chgData name="Mitra, Sayan" userId="5f9b069e-390c-41f3-af3f-6bd4b0fb9710" providerId="ADAL" clId="{603CB73D-5ABF-4B35-AB35-B8B719F0AA85}" dt="2022-07-03T12:34:55.369" v="7617" actId="1036"/>
          <ac:spMkLst>
            <pc:docMk/>
            <pc:sldMk cId="3062869920" sldId="6207"/>
            <ac:spMk id="7" creationId="{C55418F0-9878-4B06-8278-188CE5880043}"/>
          </ac:spMkLst>
        </pc:spChg>
        <pc:spChg chg="add mod">
          <ac:chgData name="Mitra, Sayan" userId="5f9b069e-390c-41f3-af3f-6bd4b0fb9710" providerId="ADAL" clId="{603CB73D-5ABF-4B35-AB35-B8B719F0AA85}" dt="2022-07-03T12:34:55.369" v="7617" actId="1036"/>
          <ac:spMkLst>
            <pc:docMk/>
            <pc:sldMk cId="3062869920" sldId="6207"/>
            <ac:spMk id="8" creationId="{93EF5CF0-EB62-42BF-9B3A-E910DDA93794}"/>
          </ac:spMkLst>
        </pc:spChg>
        <pc:spChg chg="add mod">
          <ac:chgData name="Mitra, Sayan" userId="5f9b069e-390c-41f3-af3f-6bd4b0fb9710" providerId="ADAL" clId="{603CB73D-5ABF-4B35-AB35-B8B719F0AA85}" dt="2022-07-03T12:34:55.369" v="7617" actId="1036"/>
          <ac:spMkLst>
            <pc:docMk/>
            <pc:sldMk cId="3062869920" sldId="6207"/>
            <ac:spMk id="9" creationId="{99D4EF45-8E6C-4ECD-A354-C64FF72D308B}"/>
          </ac:spMkLst>
        </pc:spChg>
        <pc:spChg chg="mod">
          <ac:chgData name="Mitra, Sayan" userId="5f9b069e-390c-41f3-af3f-6bd4b0fb9710" providerId="ADAL" clId="{603CB73D-5ABF-4B35-AB35-B8B719F0AA85}" dt="2022-07-03T04:48:17.280" v="7157" actId="255"/>
          <ac:spMkLst>
            <pc:docMk/>
            <pc:sldMk cId="3062869920" sldId="6207"/>
            <ac:spMk id="11" creationId="{C0644D0F-700E-4865-A4E8-E25E6E45A6C5}"/>
          </ac:spMkLst>
        </pc:spChg>
        <pc:spChg chg="mod">
          <ac:chgData name="Mitra, Sayan" userId="5f9b069e-390c-41f3-af3f-6bd4b0fb9710" providerId="ADAL" clId="{603CB73D-5ABF-4B35-AB35-B8B719F0AA85}" dt="2022-07-03T04:48:17.280" v="7157" actId="255"/>
          <ac:spMkLst>
            <pc:docMk/>
            <pc:sldMk cId="3062869920" sldId="6207"/>
            <ac:spMk id="12" creationId="{8955BA69-9853-4AFA-93B9-1E94E7B33442}"/>
          </ac:spMkLst>
        </pc:spChg>
        <pc:spChg chg="mod">
          <ac:chgData name="Mitra, Sayan" userId="5f9b069e-390c-41f3-af3f-6bd4b0fb9710" providerId="ADAL" clId="{603CB73D-5ABF-4B35-AB35-B8B719F0AA85}" dt="2022-07-03T04:48:17.280" v="7157" actId="255"/>
          <ac:spMkLst>
            <pc:docMk/>
            <pc:sldMk cId="3062869920" sldId="6207"/>
            <ac:spMk id="16" creationId="{3256732E-0403-481B-8348-3C95FF4585D8}"/>
          </ac:spMkLst>
        </pc:spChg>
        <pc:spChg chg="mod">
          <ac:chgData name="Mitra, Sayan" userId="5f9b069e-390c-41f3-af3f-6bd4b0fb9710" providerId="ADAL" clId="{603CB73D-5ABF-4B35-AB35-B8B719F0AA85}" dt="2022-07-03T04:48:17.280" v="7157" actId="255"/>
          <ac:spMkLst>
            <pc:docMk/>
            <pc:sldMk cId="3062869920" sldId="6207"/>
            <ac:spMk id="17" creationId="{304C2DA1-F713-499D-A532-60BF6314FB12}"/>
          </ac:spMkLst>
        </pc:spChg>
        <pc:spChg chg="mod">
          <ac:chgData name="Mitra, Sayan" userId="5f9b069e-390c-41f3-af3f-6bd4b0fb9710" providerId="ADAL" clId="{603CB73D-5ABF-4B35-AB35-B8B719F0AA85}" dt="2022-07-03T04:48:17.280" v="7157" actId="255"/>
          <ac:spMkLst>
            <pc:docMk/>
            <pc:sldMk cId="3062869920" sldId="6207"/>
            <ac:spMk id="18" creationId="{B4446DCB-4E4B-4F1D-AD28-D3EA1921B566}"/>
          </ac:spMkLst>
        </pc:spChg>
        <pc:spChg chg="mod">
          <ac:chgData name="Mitra, Sayan" userId="5f9b069e-390c-41f3-af3f-6bd4b0fb9710" providerId="ADAL" clId="{603CB73D-5ABF-4B35-AB35-B8B719F0AA85}" dt="2022-07-03T04:48:17.280" v="7157" actId="255"/>
          <ac:spMkLst>
            <pc:docMk/>
            <pc:sldMk cId="3062869920" sldId="6207"/>
            <ac:spMk id="19" creationId="{330E38BF-4769-46F5-A26A-54822E288E1C}"/>
          </ac:spMkLst>
        </pc:spChg>
        <pc:spChg chg="mod">
          <ac:chgData name="Mitra, Sayan" userId="5f9b069e-390c-41f3-af3f-6bd4b0fb9710" providerId="ADAL" clId="{603CB73D-5ABF-4B35-AB35-B8B719F0AA85}" dt="2022-07-03T04:48:17.280" v="7157" actId="255"/>
          <ac:spMkLst>
            <pc:docMk/>
            <pc:sldMk cId="3062869920" sldId="6207"/>
            <ac:spMk id="23" creationId="{5E54934C-0A05-4F3F-8B80-39DDE2DB178E}"/>
          </ac:spMkLst>
        </pc:spChg>
        <pc:spChg chg="mod">
          <ac:chgData name="Mitra, Sayan" userId="5f9b069e-390c-41f3-af3f-6bd4b0fb9710" providerId="ADAL" clId="{603CB73D-5ABF-4B35-AB35-B8B719F0AA85}" dt="2022-07-03T04:48:17.280" v="7157" actId="255"/>
          <ac:spMkLst>
            <pc:docMk/>
            <pc:sldMk cId="3062869920" sldId="6207"/>
            <ac:spMk id="24" creationId="{77864C7D-421A-44B0-B19F-C5E31729D40C}"/>
          </ac:spMkLst>
        </pc:spChg>
        <pc:spChg chg="mod">
          <ac:chgData name="Mitra, Sayan" userId="5f9b069e-390c-41f3-af3f-6bd4b0fb9710" providerId="ADAL" clId="{603CB73D-5ABF-4B35-AB35-B8B719F0AA85}" dt="2022-07-03T04:48:17.280" v="7157" actId="255"/>
          <ac:spMkLst>
            <pc:docMk/>
            <pc:sldMk cId="3062869920" sldId="6207"/>
            <ac:spMk id="25" creationId="{D04867DD-5AA5-4075-BCE7-DA7093326624}"/>
          </ac:spMkLst>
        </pc:spChg>
        <pc:spChg chg="mod">
          <ac:chgData name="Mitra, Sayan" userId="5f9b069e-390c-41f3-af3f-6bd4b0fb9710" providerId="ADAL" clId="{603CB73D-5ABF-4B35-AB35-B8B719F0AA85}" dt="2022-07-03T04:48:17.280" v="7157" actId="255"/>
          <ac:spMkLst>
            <pc:docMk/>
            <pc:sldMk cId="3062869920" sldId="6207"/>
            <ac:spMk id="26" creationId="{1E2E9930-FD14-419A-AD5A-034C7C177883}"/>
          </ac:spMkLst>
        </pc:spChg>
        <pc:spChg chg="mod">
          <ac:chgData name="Mitra, Sayan" userId="5f9b069e-390c-41f3-af3f-6bd4b0fb9710" providerId="ADAL" clId="{603CB73D-5ABF-4B35-AB35-B8B719F0AA85}" dt="2022-07-03T04:48:17.280" v="7157" actId="255"/>
          <ac:spMkLst>
            <pc:docMk/>
            <pc:sldMk cId="3062869920" sldId="6207"/>
            <ac:spMk id="30" creationId="{AE882736-2E62-4C3A-9BC9-F7294EA96A98}"/>
          </ac:spMkLst>
        </pc:spChg>
        <pc:spChg chg="mod">
          <ac:chgData name="Mitra, Sayan" userId="5f9b069e-390c-41f3-af3f-6bd4b0fb9710" providerId="ADAL" clId="{603CB73D-5ABF-4B35-AB35-B8B719F0AA85}" dt="2022-07-03T04:48:17.280" v="7157" actId="255"/>
          <ac:spMkLst>
            <pc:docMk/>
            <pc:sldMk cId="3062869920" sldId="6207"/>
            <ac:spMk id="31" creationId="{580C1E22-9457-4158-9850-CC6450DCC807}"/>
          </ac:spMkLst>
        </pc:spChg>
        <pc:spChg chg="mod">
          <ac:chgData name="Mitra, Sayan" userId="5f9b069e-390c-41f3-af3f-6bd4b0fb9710" providerId="ADAL" clId="{603CB73D-5ABF-4B35-AB35-B8B719F0AA85}" dt="2022-07-03T04:48:17.280" v="7157" actId="255"/>
          <ac:spMkLst>
            <pc:docMk/>
            <pc:sldMk cId="3062869920" sldId="6207"/>
            <ac:spMk id="32" creationId="{A65FAF62-28BC-4432-B7AB-836A074FE76F}"/>
          </ac:spMkLst>
        </pc:spChg>
        <pc:spChg chg="mod">
          <ac:chgData name="Mitra, Sayan" userId="5f9b069e-390c-41f3-af3f-6bd4b0fb9710" providerId="ADAL" clId="{603CB73D-5ABF-4B35-AB35-B8B719F0AA85}" dt="2022-07-03T04:48:17.280" v="7157" actId="255"/>
          <ac:spMkLst>
            <pc:docMk/>
            <pc:sldMk cId="3062869920" sldId="6207"/>
            <ac:spMk id="33" creationId="{D6556B3C-6B23-456D-8BF4-462160D16047}"/>
          </ac:spMkLst>
        </pc:spChg>
        <pc:spChg chg="mod">
          <ac:chgData name="Mitra, Sayan" userId="5f9b069e-390c-41f3-af3f-6bd4b0fb9710" providerId="ADAL" clId="{603CB73D-5ABF-4B35-AB35-B8B719F0AA85}" dt="2022-07-03T04:48:17.280" v="7157" actId="255"/>
          <ac:spMkLst>
            <pc:docMk/>
            <pc:sldMk cId="3062869920" sldId="6207"/>
            <ac:spMk id="37" creationId="{8C709344-6440-4162-9449-2278DA670C0D}"/>
          </ac:spMkLst>
        </pc:spChg>
        <pc:spChg chg="mod">
          <ac:chgData name="Mitra, Sayan" userId="5f9b069e-390c-41f3-af3f-6bd4b0fb9710" providerId="ADAL" clId="{603CB73D-5ABF-4B35-AB35-B8B719F0AA85}" dt="2022-07-03T04:48:17.280" v="7157" actId="255"/>
          <ac:spMkLst>
            <pc:docMk/>
            <pc:sldMk cId="3062869920" sldId="6207"/>
            <ac:spMk id="38" creationId="{E6C97F7A-C8C0-4323-91C1-1D410F651CE6}"/>
          </ac:spMkLst>
        </pc:spChg>
        <pc:spChg chg="mod">
          <ac:chgData name="Mitra, Sayan" userId="5f9b069e-390c-41f3-af3f-6bd4b0fb9710" providerId="ADAL" clId="{603CB73D-5ABF-4B35-AB35-B8B719F0AA85}" dt="2022-07-03T04:48:17.280" v="7157" actId="255"/>
          <ac:spMkLst>
            <pc:docMk/>
            <pc:sldMk cId="3062869920" sldId="6207"/>
            <ac:spMk id="39" creationId="{4949B381-8BFD-4B87-A52D-6FE6F6CAC698}"/>
          </ac:spMkLst>
        </pc:spChg>
        <pc:spChg chg="mod">
          <ac:chgData name="Mitra, Sayan" userId="5f9b069e-390c-41f3-af3f-6bd4b0fb9710" providerId="ADAL" clId="{603CB73D-5ABF-4B35-AB35-B8B719F0AA85}" dt="2022-07-03T04:48:17.280" v="7157" actId="255"/>
          <ac:spMkLst>
            <pc:docMk/>
            <pc:sldMk cId="3062869920" sldId="6207"/>
            <ac:spMk id="40" creationId="{5A3F3283-697B-4194-82A1-FA7BB692C2E3}"/>
          </ac:spMkLst>
        </pc:spChg>
        <pc:spChg chg="mod">
          <ac:chgData name="Mitra, Sayan" userId="5f9b069e-390c-41f3-af3f-6bd4b0fb9710" providerId="ADAL" clId="{603CB73D-5ABF-4B35-AB35-B8B719F0AA85}" dt="2022-07-03T04:47:57.226" v="7155"/>
          <ac:spMkLst>
            <pc:docMk/>
            <pc:sldMk cId="3062869920" sldId="6207"/>
            <ac:spMk id="42" creationId="{E47B109B-1D12-4927-919F-68B25D477A34}"/>
          </ac:spMkLst>
        </pc:spChg>
        <pc:spChg chg="mod">
          <ac:chgData name="Mitra, Sayan" userId="5f9b069e-390c-41f3-af3f-6bd4b0fb9710" providerId="ADAL" clId="{603CB73D-5ABF-4B35-AB35-B8B719F0AA85}" dt="2022-07-03T04:47:57.226" v="7155"/>
          <ac:spMkLst>
            <pc:docMk/>
            <pc:sldMk cId="3062869920" sldId="6207"/>
            <ac:spMk id="43" creationId="{890DA2A6-1041-46F8-B86F-C038B6337DBF}"/>
          </ac:spMkLst>
        </pc:spChg>
        <pc:spChg chg="add mod">
          <ac:chgData name="Mitra, Sayan" userId="5f9b069e-390c-41f3-af3f-6bd4b0fb9710" providerId="ADAL" clId="{603CB73D-5ABF-4B35-AB35-B8B719F0AA85}" dt="2022-07-03T12:34:55.369" v="7617" actId="1036"/>
          <ac:spMkLst>
            <pc:docMk/>
            <pc:sldMk cId="3062869920" sldId="6207"/>
            <ac:spMk id="44" creationId="{83D7892B-377B-48DF-BDA2-E24FFA9A7AEA}"/>
          </ac:spMkLst>
        </pc:spChg>
        <pc:spChg chg="add mod">
          <ac:chgData name="Mitra, Sayan" userId="5f9b069e-390c-41f3-af3f-6bd4b0fb9710" providerId="ADAL" clId="{603CB73D-5ABF-4B35-AB35-B8B719F0AA85}" dt="2022-07-03T12:34:55.369" v="7617" actId="1036"/>
          <ac:spMkLst>
            <pc:docMk/>
            <pc:sldMk cId="3062869920" sldId="6207"/>
            <ac:spMk id="45" creationId="{B7E844AF-6C0F-4F30-AD28-903FE85B2D00}"/>
          </ac:spMkLst>
        </pc:spChg>
        <pc:spChg chg="add mod">
          <ac:chgData name="Mitra, Sayan" userId="5f9b069e-390c-41f3-af3f-6bd4b0fb9710" providerId="ADAL" clId="{603CB73D-5ABF-4B35-AB35-B8B719F0AA85}" dt="2022-07-03T12:34:55.369" v="7617" actId="1036"/>
          <ac:spMkLst>
            <pc:docMk/>
            <pc:sldMk cId="3062869920" sldId="6207"/>
            <ac:spMk id="46" creationId="{149061A3-AAEB-4772-9B53-96716104B02D}"/>
          </ac:spMkLst>
        </pc:spChg>
        <pc:spChg chg="add mod">
          <ac:chgData name="Mitra, Sayan" userId="5f9b069e-390c-41f3-af3f-6bd4b0fb9710" providerId="ADAL" clId="{603CB73D-5ABF-4B35-AB35-B8B719F0AA85}" dt="2022-07-03T12:34:55.369" v="7617" actId="1036"/>
          <ac:spMkLst>
            <pc:docMk/>
            <pc:sldMk cId="3062869920" sldId="6207"/>
            <ac:spMk id="47" creationId="{C3F648A0-E8DB-4C3C-99B0-21B720B4BD31}"/>
          </ac:spMkLst>
        </pc:spChg>
        <pc:spChg chg="add mod">
          <ac:chgData name="Mitra, Sayan" userId="5f9b069e-390c-41f3-af3f-6bd4b0fb9710" providerId="ADAL" clId="{603CB73D-5ABF-4B35-AB35-B8B719F0AA85}" dt="2022-07-03T12:34:55.369" v="7617" actId="1036"/>
          <ac:spMkLst>
            <pc:docMk/>
            <pc:sldMk cId="3062869920" sldId="6207"/>
            <ac:spMk id="48" creationId="{9A35B750-3BD4-4E04-9E8B-02A96B71281F}"/>
          </ac:spMkLst>
        </pc:spChg>
        <pc:spChg chg="add mod">
          <ac:chgData name="Mitra, Sayan" userId="5f9b069e-390c-41f3-af3f-6bd4b0fb9710" providerId="ADAL" clId="{603CB73D-5ABF-4B35-AB35-B8B719F0AA85}" dt="2022-07-03T12:34:55.369" v="7617" actId="1036"/>
          <ac:spMkLst>
            <pc:docMk/>
            <pc:sldMk cId="3062869920" sldId="6207"/>
            <ac:spMk id="49" creationId="{F8997CDA-4402-4F32-A07E-1D521349EEF6}"/>
          </ac:spMkLst>
        </pc:spChg>
        <pc:spChg chg="add mod">
          <ac:chgData name="Mitra, Sayan" userId="5f9b069e-390c-41f3-af3f-6bd4b0fb9710" providerId="ADAL" clId="{603CB73D-5ABF-4B35-AB35-B8B719F0AA85}" dt="2022-07-03T12:35:01.277" v="7618" actId="14100"/>
          <ac:spMkLst>
            <pc:docMk/>
            <pc:sldMk cId="3062869920" sldId="6207"/>
            <ac:spMk id="50" creationId="{B62AAA28-DB68-4A90-B5E9-4DB646B97D9B}"/>
          </ac:spMkLst>
        </pc:spChg>
        <pc:spChg chg="add mod">
          <ac:chgData name="Mitra, Sayan" userId="5f9b069e-390c-41f3-af3f-6bd4b0fb9710" providerId="ADAL" clId="{603CB73D-5ABF-4B35-AB35-B8B719F0AA85}" dt="2022-07-03T12:34:33.254" v="7592" actId="12789"/>
          <ac:spMkLst>
            <pc:docMk/>
            <pc:sldMk cId="3062869920" sldId="6207"/>
            <ac:spMk id="51" creationId="{CD25AB8E-9195-45C6-B632-F64151E03A66}"/>
          </ac:spMkLst>
        </pc:spChg>
        <pc:spChg chg="add mod ord">
          <ac:chgData name="Mitra, Sayan" userId="5f9b069e-390c-41f3-af3f-6bd4b0fb9710" providerId="ADAL" clId="{603CB73D-5ABF-4B35-AB35-B8B719F0AA85}" dt="2022-07-03T12:34:33.254" v="7592" actId="12789"/>
          <ac:spMkLst>
            <pc:docMk/>
            <pc:sldMk cId="3062869920" sldId="6207"/>
            <ac:spMk id="52" creationId="{06DB3FB0-AC48-484E-BC60-12077E7A44A9}"/>
          </ac:spMkLst>
        </pc:spChg>
        <pc:spChg chg="add mod ord">
          <ac:chgData name="Mitra, Sayan" userId="5f9b069e-390c-41f3-af3f-6bd4b0fb9710" providerId="ADAL" clId="{603CB73D-5ABF-4B35-AB35-B8B719F0AA85}" dt="2022-07-03T12:34:33.254" v="7592" actId="12789"/>
          <ac:spMkLst>
            <pc:docMk/>
            <pc:sldMk cId="3062869920" sldId="6207"/>
            <ac:spMk id="53" creationId="{5FE924B6-9061-493A-B835-D3C3B67DA58B}"/>
          </ac:spMkLst>
        </pc:spChg>
        <pc:spChg chg="add mod ord">
          <ac:chgData name="Mitra, Sayan" userId="5f9b069e-390c-41f3-af3f-6bd4b0fb9710" providerId="ADAL" clId="{603CB73D-5ABF-4B35-AB35-B8B719F0AA85}" dt="2022-07-03T12:34:42.735" v="7593" actId="207"/>
          <ac:spMkLst>
            <pc:docMk/>
            <pc:sldMk cId="3062869920" sldId="6207"/>
            <ac:spMk id="54" creationId="{045BB629-CC3A-4CAC-92EF-7522D55DC60E}"/>
          </ac:spMkLst>
        </pc:spChg>
        <pc:spChg chg="add mod ord">
          <ac:chgData name="Mitra, Sayan" userId="5f9b069e-390c-41f3-af3f-6bd4b0fb9710" providerId="ADAL" clId="{603CB73D-5ABF-4B35-AB35-B8B719F0AA85}" dt="2022-07-03T12:37:04.221" v="7680" actId="313"/>
          <ac:spMkLst>
            <pc:docMk/>
            <pc:sldMk cId="3062869920" sldId="6207"/>
            <ac:spMk id="56" creationId="{5841F982-2FAF-4ED6-85E6-C1335569FF92}"/>
          </ac:spMkLst>
        </pc:spChg>
        <pc:grpChg chg="add mod">
          <ac:chgData name="Mitra, Sayan" userId="5f9b069e-390c-41f3-af3f-6bd4b0fb9710" providerId="ADAL" clId="{603CB73D-5ABF-4B35-AB35-B8B719F0AA85}" dt="2022-07-03T12:34:55.369" v="7617" actId="1036"/>
          <ac:grpSpMkLst>
            <pc:docMk/>
            <pc:sldMk cId="3062869920" sldId="6207"/>
            <ac:grpSpMk id="10" creationId="{B6A2D16C-F06D-4B74-BB09-B5A10FE8C7B5}"/>
          </ac:grpSpMkLst>
        </pc:grpChg>
        <pc:grpChg chg="add mod">
          <ac:chgData name="Mitra, Sayan" userId="5f9b069e-390c-41f3-af3f-6bd4b0fb9710" providerId="ADAL" clId="{603CB73D-5ABF-4B35-AB35-B8B719F0AA85}" dt="2022-07-03T12:34:55.369" v="7617" actId="1036"/>
          <ac:grpSpMkLst>
            <pc:docMk/>
            <pc:sldMk cId="3062869920" sldId="6207"/>
            <ac:grpSpMk id="13" creationId="{DDA01DD3-D99F-4A6A-B625-248291CCD7B6}"/>
          </ac:grpSpMkLst>
        </pc:grpChg>
        <pc:grpChg chg="mod">
          <ac:chgData name="Mitra, Sayan" userId="5f9b069e-390c-41f3-af3f-6bd4b0fb9710" providerId="ADAL" clId="{603CB73D-5ABF-4B35-AB35-B8B719F0AA85}" dt="2022-07-03T04:47:57.226" v="7155"/>
          <ac:grpSpMkLst>
            <pc:docMk/>
            <pc:sldMk cId="3062869920" sldId="6207"/>
            <ac:grpSpMk id="15" creationId="{2CAEA43B-5A94-48E2-859C-2FE663B946B1}"/>
          </ac:grpSpMkLst>
        </pc:grpChg>
        <pc:grpChg chg="add mod">
          <ac:chgData name="Mitra, Sayan" userId="5f9b069e-390c-41f3-af3f-6bd4b0fb9710" providerId="ADAL" clId="{603CB73D-5ABF-4B35-AB35-B8B719F0AA85}" dt="2022-07-03T12:34:55.369" v="7617" actId="1036"/>
          <ac:grpSpMkLst>
            <pc:docMk/>
            <pc:sldMk cId="3062869920" sldId="6207"/>
            <ac:grpSpMk id="20" creationId="{069CDE3C-EF61-4F35-B155-8C60C8CE2FFC}"/>
          </ac:grpSpMkLst>
        </pc:grpChg>
        <pc:grpChg chg="mod">
          <ac:chgData name="Mitra, Sayan" userId="5f9b069e-390c-41f3-af3f-6bd4b0fb9710" providerId="ADAL" clId="{603CB73D-5ABF-4B35-AB35-B8B719F0AA85}" dt="2022-07-03T04:47:57.226" v="7155"/>
          <ac:grpSpMkLst>
            <pc:docMk/>
            <pc:sldMk cId="3062869920" sldId="6207"/>
            <ac:grpSpMk id="22" creationId="{0448EB54-AEFE-4BA1-AAE0-39B33ADA6BEA}"/>
          </ac:grpSpMkLst>
        </pc:grpChg>
        <pc:grpChg chg="add mod">
          <ac:chgData name="Mitra, Sayan" userId="5f9b069e-390c-41f3-af3f-6bd4b0fb9710" providerId="ADAL" clId="{603CB73D-5ABF-4B35-AB35-B8B719F0AA85}" dt="2022-07-03T12:34:55.369" v="7617" actId="1036"/>
          <ac:grpSpMkLst>
            <pc:docMk/>
            <pc:sldMk cId="3062869920" sldId="6207"/>
            <ac:grpSpMk id="27" creationId="{EBF1C20C-33B8-465E-94BD-194A314C9432}"/>
          </ac:grpSpMkLst>
        </pc:grpChg>
        <pc:grpChg chg="mod">
          <ac:chgData name="Mitra, Sayan" userId="5f9b069e-390c-41f3-af3f-6bd4b0fb9710" providerId="ADAL" clId="{603CB73D-5ABF-4B35-AB35-B8B719F0AA85}" dt="2022-07-03T04:47:57.226" v="7155"/>
          <ac:grpSpMkLst>
            <pc:docMk/>
            <pc:sldMk cId="3062869920" sldId="6207"/>
            <ac:grpSpMk id="29" creationId="{C638BD1D-346B-4DB4-BB4D-B5EA2B514D43}"/>
          </ac:grpSpMkLst>
        </pc:grpChg>
        <pc:grpChg chg="add mod">
          <ac:chgData name="Mitra, Sayan" userId="5f9b069e-390c-41f3-af3f-6bd4b0fb9710" providerId="ADAL" clId="{603CB73D-5ABF-4B35-AB35-B8B719F0AA85}" dt="2022-07-03T12:34:55.369" v="7617" actId="1036"/>
          <ac:grpSpMkLst>
            <pc:docMk/>
            <pc:sldMk cId="3062869920" sldId="6207"/>
            <ac:grpSpMk id="34" creationId="{C452A9BF-B3AB-4245-8D07-9949C31103C3}"/>
          </ac:grpSpMkLst>
        </pc:grpChg>
        <pc:grpChg chg="mod">
          <ac:chgData name="Mitra, Sayan" userId="5f9b069e-390c-41f3-af3f-6bd4b0fb9710" providerId="ADAL" clId="{603CB73D-5ABF-4B35-AB35-B8B719F0AA85}" dt="2022-07-03T04:47:57.226" v="7155"/>
          <ac:grpSpMkLst>
            <pc:docMk/>
            <pc:sldMk cId="3062869920" sldId="6207"/>
            <ac:grpSpMk id="36" creationId="{3B6F4D2A-1653-40C3-BC28-B96A94F83510}"/>
          </ac:grpSpMkLst>
        </pc:grpChg>
        <pc:grpChg chg="add mod">
          <ac:chgData name="Mitra, Sayan" userId="5f9b069e-390c-41f3-af3f-6bd4b0fb9710" providerId="ADAL" clId="{603CB73D-5ABF-4B35-AB35-B8B719F0AA85}" dt="2022-07-03T12:34:55.369" v="7617" actId="1036"/>
          <ac:grpSpMkLst>
            <pc:docMk/>
            <pc:sldMk cId="3062869920" sldId="6207"/>
            <ac:grpSpMk id="41" creationId="{43EDDEF9-A781-42D2-8052-82561CC00655}"/>
          </ac:grpSpMkLst>
        </pc:grpChg>
        <pc:grpChg chg="add mod">
          <ac:chgData name="Mitra, Sayan" userId="5f9b069e-390c-41f3-af3f-6bd4b0fb9710" providerId="ADAL" clId="{603CB73D-5ABF-4B35-AB35-B8B719F0AA85}" dt="2022-07-03T12:35:14.013" v="7620" actId="1076"/>
          <ac:grpSpMkLst>
            <pc:docMk/>
            <pc:sldMk cId="3062869920" sldId="6207"/>
            <ac:grpSpMk id="55" creationId="{D266BA09-9F12-406B-9676-5C9F98EE30CF}"/>
          </ac:grpSpMkLst>
        </pc:grpChg>
        <pc:cxnChg chg="mod">
          <ac:chgData name="Mitra, Sayan" userId="5f9b069e-390c-41f3-af3f-6bd4b0fb9710" providerId="ADAL" clId="{603CB73D-5ABF-4B35-AB35-B8B719F0AA85}" dt="2022-07-03T04:47:57.226" v="7155"/>
          <ac:cxnSpMkLst>
            <pc:docMk/>
            <pc:sldMk cId="3062869920" sldId="6207"/>
            <ac:cxnSpMk id="14" creationId="{051ED6DD-58EA-4116-A626-372A311BA209}"/>
          </ac:cxnSpMkLst>
        </pc:cxnChg>
        <pc:cxnChg chg="mod">
          <ac:chgData name="Mitra, Sayan" userId="5f9b069e-390c-41f3-af3f-6bd4b0fb9710" providerId="ADAL" clId="{603CB73D-5ABF-4B35-AB35-B8B719F0AA85}" dt="2022-07-03T04:47:57.226" v="7155"/>
          <ac:cxnSpMkLst>
            <pc:docMk/>
            <pc:sldMk cId="3062869920" sldId="6207"/>
            <ac:cxnSpMk id="21" creationId="{99EBD054-AF5B-426A-B8CD-971289C7DD5E}"/>
          </ac:cxnSpMkLst>
        </pc:cxnChg>
        <pc:cxnChg chg="mod">
          <ac:chgData name="Mitra, Sayan" userId="5f9b069e-390c-41f3-af3f-6bd4b0fb9710" providerId="ADAL" clId="{603CB73D-5ABF-4B35-AB35-B8B719F0AA85}" dt="2022-07-03T04:47:57.226" v="7155"/>
          <ac:cxnSpMkLst>
            <pc:docMk/>
            <pc:sldMk cId="3062869920" sldId="6207"/>
            <ac:cxnSpMk id="28" creationId="{876D7CDF-C796-452E-B9DF-50803A56A4DD}"/>
          </ac:cxnSpMkLst>
        </pc:cxnChg>
        <pc:cxnChg chg="mod">
          <ac:chgData name="Mitra, Sayan" userId="5f9b069e-390c-41f3-af3f-6bd4b0fb9710" providerId="ADAL" clId="{603CB73D-5ABF-4B35-AB35-B8B719F0AA85}" dt="2022-07-03T04:47:57.226" v="7155"/>
          <ac:cxnSpMkLst>
            <pc:docMk/>
            <pc:sldMk cId="3062869920" sldId="6207"/>
            <ac:cxnSpMk id="35" creationId="{7A1BF79F-ED79-4400-8C10-79187990C4B8}"/>
          </ac:cxnSpMkLst>
        </pc:cxnChg>
      </pc:sldChg>
      <pc:sldChg chg="new del">
        <pc:chgData name="Mitra, Sayan" userId="5f9b069e-390c-41f3-af3f-6bd4b0fb9710" providerId="ADAL" clId="{603CB73D-5ABF-4B35-AB35-B8B719F0AA85}" dt="2022-07-03T04:47:31.160" v="7150" actId="680"/>
        <pc:sldMkLst>
          <pc:docMk/>
          <pc:sldMk cId="3727418863" sldId="6207"/>
        </pc:sldMkLst>
      </pc:sldChg>
      <pc:sldChg chg="new del">
        <pc:chgData name="Mitra, Sayan" userId="5f9b069e-390c-41f3-af3f-6bd4b0fb9710" providerId="ADAL" clId="{603CB73D-5ABF-4B35-AB35-B8B719F0AA85}" dt="2022-07-03T01:33:37.800" v="5714" actId="47"/>
        <pc:sldMkLst>
          <pc:docMk/>
          <pc:sldMk cId="3861554636" sldId="6207"/>
        </pc:sldMkLst>
      </pc:sldChg>
      <pc:sldChg chg="modSp new del mod">
        <pc:chgData name="Mitra, Sayan" userId="5f9b069e-390c-41f3-af3f-6bd4b0fb9710" providerId="ADAL" clId="{603CB73D-5ABF-4B35-AB35-B8B719F0AA85}" dt="2022-07-03T05:02:09.308" v="7229" actId="47"/>
        <pc:sldMkLst>
          <pc:docMk/>
          <pc:sldMk cId="560852564" sldId="6208"/>
        </pc:sldMkLst>
        <pc:spChg chg="mod">
          <ac:chgData name="Mitra, Sayan" userId="5f9b069e-390c-41f3-af3f-6bd4b0fb9710" providerId="ADAL" clId="{603CB73D-5ABF-4B35-AB35-B8B719F0AA85}" dt="2022-07-03T05:02:05.933" v="7228"/>
          <ac:spMkLst>
            <pc:docMk/>
            <pc:sldMk cId="560852564" sldId="6208"/>
            <ac:spMk id="2" creationId="{C88EFA42-7D45-4A7E-8DDB-D6DF422649AF}"/>
          </ac:spMkLst>
        </pc:spChg>
      </pc:sldChg>
      <pc:sldChg chg="modSp new mod">
        <pc:chgData name="Mitra, Sayan" userId="5f9b069e-390c-41f3-af3f-6bd4b0fb9710" providerId="ADAL" clId="{603CB73D-5ABF-4B35-AB35-B8B719F0AA85}" dt="2022-07-03T05:05:26.185" v="7245" actId="20577"/>
        <pc:sldMkLst>
          <pc:docMk/>
          <pc:sldMk cId="685797491" sldId="6208"/>
        </pc:sldMkLst>
        <pc:spChg chg="mod">
          <ac:chgData name="Mitra, Sayan" userId="5f9b069e-390c-41f3-af3f-6bd4b0fb9710" providerId="ADAL" clId="{603CB73D-5ABF-4B35-AB35-B8B719F0AA85}" dt="2022-07-03T05:05:26.185" v="7245" actId="20577"/>
          <ac:spMkLst>
            <pc:docMk/>
            <pc:sldMk cId="685797491" sldId="6208"/>
            <ac:spMk id="2" creationId="{3128022E-12EB-4DDB-A910-36E721AC85CB}"/>
          </ac:spMkLst>
        </pc:spChg>
      </pc:sldChg>
      <pc:sldChg chg="new del">
        <pc:chgData name="Mitra, Sayan" userId="5f9b069e-390c-41f3-af3f-6bd4b0fb9710" providerId="ADAL" clId="{603CB73D-5ABF-4B35-AB35-B8B719F0AA85}" dt="2022-07-03T05:01:21.080" v="7220" actId="680"/>
        <pc:sldMkLst>
          <pc:docMk/>
          <pc:sldMk cId="765328256" sldId="6208"/>
        </pc:sldMkLst>
      </pc:sldChg>
      <pc:sldChg chg="new del">
        <pc:chgData name="Mitra, Sayan" userId="5f9b069e-390c-41f3-af3f-6bd4b0fb9710" providerId="ADAL" clId="{603CB73D-5ABF-4B35-AB35-B8B719F0AA85}" dt="2022-07-03T05:01:29.570" v="7222" actId="680"/>
        <pc:sldMkLst>
          <pc:docMk/>
          <pc:sldMk cId="1640591671" sldId="6208"/>
        </pc:sldMkLst>
      </pc:sldChg>
      <pc:sldChg chg="add">
        <pc:chgData name="Mitra, Sayan" userId="5f9b069e-390c-41f3-af3f-6bd4b0fb9710" providerId="ADAL" clId="{603CB73D-5ABF-4B35-AB35-B8B719F0AA85}" dt="2022-07-03T08:47:50.267" v="7429"/>
        <pc:sldMkLst>
          <pc:docMk/>
          <pc:sldMk cId="487348583" sldId="6209"/>
        </pc:sldMkLst>
      </pc:sldChg>
      <pc:sldChg chg="addSp delSp modSp add mod">
        <pc:chgData name="Mitra, Sayan" userId="5f9b069e-390c-41f3-af3f-6bd4b0fb9710" providerId="ADAL" clId="{603CB73D-5ABF-4B35-AB35-B8B719F0AA85}" dt="2022-07-03T14:07:29.679" v="9028" actId="11530"/>
        <pc:sldMkLst>
          <pc:docMk/>
          <pc:sldMk cId="2620428455" sldId="6210"/>
        </pc:sldMkLst>
        <pc:spChg chg="mod">
          <ac:chgData name="Mitra, Sayan" userId="5f9b069e-390c-41f3-af3f-6bd4b0fb9710" providerId="ADAL" clId="{603CB73D-5ABF-4B35-AB35-B8B719F0AA85}" dt="2022-07-03T13:05:41.612" v="7756" actId="2085"/>
          <ac:spMkLst>
            <pc:docMk/>
            <pc:sldMk cId="2620428455" sldId="6210"/>
            <ac:spMk id="50" creationId="{B62AAA28-DB68-4A90-B5E9-4DB646B97D9B}"/>
          </ac:spMkLst>
        </pc:spChg>
        <pc:spChg chg="mod">
          <ac:chgData name="Mitra, Sayan" userId="5f9b069e-390c-41f3-af3f-6bd4b0fb9710" providerId="ADAL" clId="{603CB73D-5ABF-4B35-AB35-B8B719F0AA85}" dt="2022-07-03T14:06:52.872" v="9006" actId="1037"/>
          <ac:spMkLst>
            <pc:docMk/>
            <pc:sldMk cId="2620428455" sldId="6210"/>
            <ac:spMk id="51" creationId="{CD25AB8E-9195-45C6-B632-F64151E03A66}"/>
          </ac:spMkLst>
        </pc:spChg>
        <pc:spChg chg="mod">
          <ac:chgData name="Mitra, Sayan" userId="5f9b069e-390c-41f3-af3f-6bd4b0fb9710" providerId="ADAL" clId="{603CB73D-5ABF-4B35-AB35-B8B719F0AA85}" dt="2022-07-03T14:06:52.872" v="9006" actId="1037"/>
          <ac:spMkLst>
            <pc:docMk/>
            <pc:sldMk cId="2620428455" sldId="6210"/>
            <ac:spMk id="52" creationId="{06DB3FB0-AC48-484E-BC60-12077E7A44A9}"/>
          </ac:spMkLst>
        </pc:spChg>
        <pc:spChg chg="mod">
          <ac:chgData name="Mitra, Sayan" userId="5f9b069e-390c-41f3-af3f-6bd4b0fb9710" providerId="ADAL" clId="{603CB73D-5ABF-4B35-AB35-B8B719F0AA85}" dt="2022-07-03T14:06:52.872" v="9006" actId="1037"/>
          <ac:spMkLst>
            <pc:docMk/>
            <pc:sldMk cId="2620428455" sldId="6210"/>
            <ac:spMk id="53" creationId="{5FE924B6-9061-493A-B835-D3C3B67DA58B}"/>
          </ac:spMkLst>
        </pc:spChg>
        <pc:spChg chg="mod">
          <ac:chgData name="Mitra, Sayan" userId="5f9b069e-390c-41f3-af3f-6bd4b0fb9710" providerId="ADAL" clId="{603CB73D-5ABF-4B35-AB35-B8B719F0AA85}" dt="2022-07-03T14:06:52.872" v="9006" actId="1037"/>
          <ac:spMkLst>
            <pc:docMk/>
            <pc:sldMk cId="2620428455" sldId="6210"/>
            <ac:spMk id="54" creationId="{045BB629-CC3A-4CAC-92EF-7522D55DC60E}"/>
          </ac:spMkLst>
        </pc:spChg>
        <pc:spChg chg="mod">
          <ac:chgData name="Mitra, Sayan" userId="5f9b069e-390c-41f3-af3f-6bd4b0fb9710" providerId="ADAL" clId="{603CB73D-5ABF-4B35-AB35-B8B719F0AA85}" dt="2022-07-03T14:06:38.280" v="8973"/>
          <ac:spMkLst>
            <pc:docMk/>
            <pc:sldMk cId="2620428455" sldId="6210"/>
            <ac:spMk id="56" creationId="{5841F982-2FAF-4ED6-85E6-C1335569FF92}"/>
          </ac:spMkLst>
        </pc:spChg>
        <pc:spChg chg="add del">
          <ac:chgData name="Mitra, Sayan" userId="5f9b069e-390c-41f3-af3f-6bd4b0fb9710" providerId="ADAL" clId="{603CB73D-5ABF-4B35-AB35-B8B719F0AA85}" dt="2022-07-03T12:37:58.264" v="7688" actId="22"/>
          <ac:spMkLst>
            <pc:docMk/>
            <pc:sldMk cId="2620428455" sldId="6210"/>
            <ac:spMk id="58" creationId="{F13B6BD1-E2B1-4E5C-88D0-B0FF8EADCAC9}"/>
          </ac:spMkLst>
        </pc:spChg>
        <pc:spChg chg="add del">
          <ac:chgData name="Mitra, Sayan" userId="5f9b069e-390c-41f3-af3f-6bd4b0fb9710" providerId="ADAL" clId="{603CB73D-5ABF-4B35-AB35-B8B719F0AA85}" dt="2022-07-03T12:38:03.897" v="7690" actId="22"/>
          <ac:spMkLst>
            <pc:docMk/>
            <pc:sldMk cId="2620428455" sldId="6210"/>
            <ac:spMk id="60" creationId="{C2288185-6900-4F9C-9B8C-0584CA06E517}"/>
          </ac:spMkLst>
        </pc:spChg>
        <pc:spChg chg="add del">
          <ac:chgData name="Mitra, Sayan" userId="5f9b069e-390c-41f3-af3f-6bd4b0fb9710" providerId="ADAL" clId="{603CB73D-5ABF-4B35-AB35-B8B719F0AA85}" dt="2022-07-03T12:38:19.466" v="7695" actId="22"/>
          <ac:spMkLst>
            <pc:docMk/>
            <pc:sldMk cId="2620428455" sldId="6210"/>
            <ac:spMk id="62" creationId="{D6E59CC8-B026-4519-9C56-EA73F6594370}"/>
          </ac:spMkLst>
        </pc:spChg>
        <pc:spChg chg="add del">
          <ac:chgData name="Mitra, Sayan" userId="5f9b069e-390c-41f3-af3f-6bd4b0fb9710" providerId="ADAL" clId="{603CB73D-5ABF-4B35-AB35-B8B719F0AA85}" dt="2022-07-03T12:38:24.293" v="7697" actId="22"/>
          <ac:spMkLst>
            <pc:docMk/>
            <pc:sldMk cId="2620428455" sldId="6210"/>
            <ac:spMk id="64" creationId="{C812E235-0EB0-4D1E-A76C-CA65FA6912A1}"/>
          </ac:spMkLst>
        </pc:spChg>
        <pc:spChg chg="add del">
          <ac:chgData name="Mitra, Sayan" userId="5f9b069e-390c-41f3-af3f-6bd4b0fb9710" providerId="ADAL" clId="{603CB73D-5ABF-4B35-AB35-B8B719F0AA85}" dt="2022-07-03T12:38:30.405" v="7699" actId="22"/>
          <ac:spMkLst>
            <pc:docMk/>
            <pc:sldMk cId="2620428455" sldId="6210"/>
            <ac:spMk id="66" creationId="{531F7B79-5334-4A12-9486-907801D1DCA5}"/>
          </ac:spMkLst>
        </pc:spChg>
        <pc:spChg chg="add mod">
          <ac:chgData name="Mitra, Sayan" userId="5f9b069e-390c-41f3-af3f-6bd4b0fb9710" providerId="ADAL" clId="{603CB73D-5ABF-4B35-AB35-B8B719F0AA85}" dt="2022-07-03T14:07:29.679" v="9028" actId="11530"/>
          <ac:spMkLst>
            <pc:docMk/>
            <pc:sldMk cId="2620428455" sldId="6210"/>
            <ac:spMk id="67" creationId="{B3178474-8283-48DB-8BCD-691D361DB5A0}"/>
          </ac:spMkLst>
        </pc:spChg>
        <pc:grpChg chg="mod">
          <ac:chgData name="Mitra, Sayan" userId="5f9b069e-390c-41f3-af3f-6bd4b0fb9710" providerId="ADAL" clId="{603CB73D-5ABF-4B35-AB35-B8B719F0AA85}" dt="2022-07-03T13:08:06.582" v="7791" actId="1037"/>
          <ac:grpSpMkLst>
            <pc:docMk/>
            <pc:sldMk cId="2620428455" sldId="6210"/>
            <ac:grpSpMk id="55" creationId="{D266BA09-9F12-406B-9676-5C9F98EE30CF}"/>
          </ac:grpSpMkLst>
        </pc:grpChg>
      </pc:sldChg>
      <pc:sldChg chg="addSp delSp modSp add mod ord modClrScheme chgLayout">
        <pc:chgData name="Mitra, Sayan" userId="5f9b069e-390c-41f3-af3f-6bd4b0fb9710" providerId="ADAL" clId="{603CB73D-5ABF-4B35-AB35-B8B719F0AA85}" dt="2022-07-04T17:28:57.744" v="14609" actId="692"/>
        <pc:sldMkLst>
          <pc:docMk/>
          <pc:sldMk cId="551029900" sldId="6211"/>
        </pc:sldMkLst>
        <pc:spChg chg="del">
          <ac:chgData name="Mitra, Sayan" userId="5f9b069e-390c-41f3-af3f-6bd4b0fb9710" providerId="ADAL" clId="{603CB73D-5ABF-4B35-AB35-B8B719F0AA85}" dt="2022-07-03T13:29:02.888" v="8417" actId="478"/>
          <ac:spMkLst>
            <pc:docMk/>
            <pc:sldMk cId="551029900" sldId="6211"/>
            <ac:spMk id="2" creationId="{00000000-0000-0000-0000-000000000000}"/>
          </ac:spMkLst>
        </pc:spChg>
        <pc:spChg chg="mod">
          <ac:chgData name="Mitra, Sayan" userId="5f9b069e-390c-41f3-af3f-6bd4b0fb9710" providerId="ADAL" clId="{603CB73D-5ABF-4B35-AB35-B8B719F0AA85}" dt="2022-07-04T12:03:54.465" v="14264" actId="14100"/>
          <ac:spMkLst>
            <pc:docMk/>
            <pc:sldMk cId="551029900" sldId="6211"/>
            <ac:spMk id="3" creationId="{30688C3C-B5CE-40DD-BE6A-3148EAA334DB}"/>
          </ac:spMkLst>
        </pc:spChg>
        <pc:spChg chg="del">
          <ac:chgData name="Mitra, Sayan" userId="5f9b069e-390c-41f3-af3f-6bd4b0fb9710" providerId="ADAL" clId="{603CB73D-5ABF-4B35-AB35-B8B719F0AA85}" dt="2022-07-03T13:12:08.591" v="7863" actId="478"/>
          <ac:spMkLst>
            <pc:docMk/>
            <pc:sldMk cId="551029900" sldId="6211"/>
            <ac:spMk id="8" creationId="{0D2F0007-E5B9-4B93-B9F5-5E16CD39B5B7}"/>
          </ac:spMkLst>
        </pc:spChg>
        <pc:spChg chg="del">
          <ac:chgData name="Mitra, Sayan" userId="5f9b069e-390c-41f3-af3f-6bd4b0fb9710" providerId="ADAL" clId="{603CB73D-5ABF-4B35-AB35-B8B719F0AA85}" dt="2022-07-03T13:09:15.030" v="7795" actId="478"/>
          <ac:spMkLst>
            <pc:docMk/>
            <pc:sldMk cId="551029900" sldId="6211"/>
            <ac:spMk id="11" creationId="{00762CBF-892A-402B-BA0E-F7255CE4A24E}"/>
          </ac:spMkLst>
        </pc:spChg>
        <pc:spChg chg="add mod ord">
          <ac:chgData name="Mitra, Sayan" userId="5f9b069e-390c-41f3-af3f-6bd4b0fb9710" providerId="ADAL" clId="{603CB73D-5ABF-4B35-AB35-B8B719F0AA85}" dt="2022-07-03T13:29:24.301" v="8419"/>
          <ac:spMkLst>
            <pc:docMk/>
            <pc:sldMk cId="551029900" sldId="6211"/>
            <ac:spMk id="22" creationId="{57726576-B782-4B0D-B009-C52A4AE82A82}"/>
          </ac:spMkLst>
        </pc:spChg>
        <pc:spChg chg="add del mod">
          <ac:chgData name="Mitra, Sayan" userId="5f9b069e-390c-41f3-af3f-6bd4b0fb9710" providerId="ADAL" clId="{603CB73D-5ABF-4B35-AB35-B8B719F0AA85}" dt="2022-07-03T13:34:06.843" v="8502" actId="478"/>
          <ac:spMkLst>
            <pc:docMk/>
            <pc:sldMk cId="551029900" sldId="6211"/>
            <ac:spMk id="28" creationId="{D53BE657-5F38-4DCC-835E-170563217AC2}"/>
          </ac:spMkLst>
        </pc:spChg>
        <pc:spChg chg="mod topLvl">
          <ac:chgData name="Mitra, Sayan" userId="5f9b069e-390c-41f3-af3f-6bd4b0fb9710" providerId="ADAL" clId="{603CB73D-5ABF-4B35-AB35-B8B719F0AA85}" dt="2022-07-03T13:25:17.875" v="8373" actId="164"/>
          <ac:spMkLst>
            <pc:docMk/>
            <pc:sldMk cId="551029900" sldId="6211"/>
            <ac:spMk id="30" creationId="{FEF14E0B-0D88-4BF0-A705-2F4DDACE31DC}"/>
          </ac:spMkLst>
        </pc:spChg>
        <pc:spChg chg="add mod ord">
          <ac:chgData name="Mitra, Sayan" userId="5f9b069e-390c-41f3-af3f-6bd4b0fb9710" providerId="ADAL" clId="{603CB73D-5ABF-4B35-AB35-B8B719F0AA85}" dt="2022-07-03T13:49:41.720" v="8888" actId="207"/>
          <ac:spMkLst>
            <pc:docMk/>
            <pc:sldMk cId="551029900" sldId="6211"/>
            <ac:spMk id="38" creationId="{315A52BA-C83C-458F-9AE2-46A29025C769}"/>
          </ac:spMkLst>
        </pc:spChg>
        <pc:spChg chg="mod">
          <ac:chgData name="Mitra, Sayan" userId="5f9b069e-390c-41f3-af3f-6bd4b0fb9710" providerId="ADAL" clId="{603CB73D-5ABF-4B35-AB35-B8B719F0AA85}" dt="2022-07-03T13:21:30.991" v="8186" actId="1038"/>
          <ac:spMkLst>
            <pc:docMk/>
            <pc:sldMk cId="551029900" sldId="6211"/>
            <ac:spMk id="48" creationId="{00000000-0000-0000-0000-000000000000}"/>
          </ac:spMkLst>
        </pc:spChg>
        <pc:spChg chg="mod">
          <ac:chgData name="Mitra, Sayan" userId="5f9b069e-390c-41f3-af3f-6bd4b0fb9710" providerId="ADAL" clId="{603CB73D-5ABF-4B35-AB35-B8B719F0AA85}" dt="2022-07-04T05:37:39.048" v="12557" actId="207"/>
          <ac:spMkLst>
            <pc:docMk/>
            <pc:sldMk cId="551029900" sldId="6211"/>
            <ac:spMk id="50" creationId="{00000000-0000-0000-0000-000000000000}"/>
          </ac:spMkLst>
        </pc:spChg>
        <pc:spChg chg="del mod">
          <ac:chgData name="Mitra, Sayan" userId="5f9b069e-390c-41f3-af3f-6bd4b0fb9710" providerId="ADAL" clId="{603CB73D-5ABF-4B35-AB35-B8B719F0AA85}" dt="2022-07-03T13:26:57.057" v="8404" actId="478"/>
          <ac:spMkLst>
            <pc:docMk/>
            <pc:sldMk cId="551029900" sldId="6211"/>
            <ac:spMk id="63" creationId="{C1663F23-E644-4C09-AC17-ACFE93CCAD00}"/>
          </ac:spMkLst>
        </pc:spChg>
        <pc:spChg chg="del">
          <ac:chgData name="Mitra, Sayan" userId="5f9b069e-390c-41f3-af3f-6bd4b0fb9710" providerId="ADAL" clId="{603CB73D-5ABF-4B35-AB35-B8B719F0AA85}" dt="2022-07-03T13:10:38.665" v="7811" actId="478"/>
          <ac:spMkLst>
            <pc:docMk/>
            <pc:sldMk cId="551029900" sldId="6211"/>
            <ac:spMk id="67" creationId="{8D8F6903-AF4D-47AE-BB1D-645253284DE6}"/>
          </ac:spMkLst>
        </pc:spChg>
        <pc:spChg chg="del">
          <ac:chgData name="Mitra, Sayan" userId="5f9b069e-390c-41f3-af3f-6bd4b0fb9710" providerId="ADAL" clId="{603CB73D-5ABF-4B35-AB35-B8B719F0AA85}" dt="2022-07-03T13:10:12.247" v="7806" actId="478"/>
          <ac:spMkLst>
            <pc:docMk/>
            <pc:sldMk cId="551029900" sldId="6211"/>
            <ac:spMk id="72" creationId="{C58929DC-7EBE-405C-872C-131A0ACDC07C}"/>
          </ac:spMkLst>
        </pc:spChg>
        <pc:spChg chg="mod">
          <ac:chgData name="Mitra, Sayan" userId="5f9b069e-390c-41f3-af3f-6bd4b0fb9710" providerId="ADAL" clId="{603CB73D-5ABF-4B35-AB35-B8B719F0AA85}" dt="2022-07-03T13:32:56.936" v="8473" actId="1035"/>
          <ac:spMkLst>
            <pc:docMk/>
            <pc:sldMk cId="551029900" sldId="6211"/>
            <ac:spMk id="77" creationId="{B562151E-6DE2-42FB-840E-B8157A09CFCC}"/>
          </ac:spMkLst>
        </pc:spChg>
        <pc:spChg chg="mod">
          <ac:chgData name="Mitra, Sayan" userId="5f9b069e-390c-41f3-af3f-6bd4b0fb9710" providerId="ADAL" clId="{603CB73D-5ABF-4B35-AB35-B8B719F0AA85}" dt="2022-07-03T13:21:30.991" v="8186" actId="1038"/>
          <ac:spMkLst>
            <pc:docMk/>
            <pc:sldMk cId="551029900" sldId="6211"/>
            <ac:spMk id="78" creationId="{C9AF741A-5744-4008-8CE3-85CDCCD762B2}"/>
          </ac:spMkLst>
        </pc:spChg>
        <pc:spChg chg="mod">
          <ac:chgData name="Mitra, Sayan" userId="5f9b069e-390c-41f3-af3f-6bd4b0fb9710" providerId="ADAL" clId="{603CB73D-5ABF-4B35-AB35-B8B719F0AA85}" dt="2022-07-03T13:21:30.991" v="8186" actId="1038"/>
          <ac:spMkLst>
            <pc:docMk/>
            <pc:sldMk cId="551029900" sldId="6211"/>
            <ac:spMk id="79" creationId="{00FA3924-AA1F-4F7D-A463-6C5725D38BB8}"/>
          </ac:spMkLst>
        </pc:spChg>
        <pc:spChg chg="mod">
          <ac:chgData name="Mitra, Sayan" userId="5f9b069e-390c-41f3-af3f-6bd4b0fb9710" providerId="ADAL" clId="{603CB73D-5ABF-4B35-AB35-B8B719F0AA85}" dt="2022-07-03T13:21:30.991" v="8186" actId="1038"/>
          <ac:spMkLst>
            <pc:docMk/>
            <pc:sldMk cId="551029900" sldId="6211"/>
            <ac:spMk id="80" creationId="{AC402AE0-F09C-403D-A457-D51BA9DD87D9}"/>
          </ac:spMkLst>
        </pc:spChg>
        <pc:spChg chg="mod">
          <ac:chgData name="Mitra, Sayan" userId="5f9b069e-390c-41f3-af3f-6bd4b0fb9710" providerId="ADAL" clId="{603CB73D-5ABF-4B35-AB35-B8B719F0AA85}" dt="2022-07-03T13:21:30.991" v="8186" actId="1038"/>
          <ac:spMkLst>
            <pc:docMk/>
            <pc:sldMk cId="551029900" sldId="6211"/>
            <ac:spMk id="81" creationId="{895EDD79-6AC9-4AB2-A2DA-2190504C92CD}"/>
          </ac:spMkLst>
        </pc:spChg>
        <pc:spChg chg="del">
          <ac:chgData name="Mitra, Sayan" userId="5f9b069e-390c-41f3-af3f-6bd4b0fb9710" providerId="ADAL" clId="{603CB73D-5ABF-4B35-AB35-B8B719F0AA85}" dt="2022-07-03T13:09:36.524" v="7798" actId="478"/>
          <ac:spMkLst>
            <pc:docMk/>
            <pc:sldMk cId="551029900" sldId="6211"/>
            <ac:spMk id="83" creationId="{7D47A29E-894D-4B32-B2B0-D9E85E24DC1B}"/>
          </ac:spMkLst>
        </pc:spChg>
        <pc:spChg chg="mod">
          <ac:chgData name="Mitra, Sayan" userId="5f9b069e-390c-41f3-af3f-6bd4b0fb9710" providerId="ADAL" clId="{603CB73D-5ABF-4B35-AB35-B8B719F0AA85}" dt="2022-07-04T06:00:36.643" v="12762" actId="1037"/>
          <ac:spMkLst>
            <pc:docMk/>
            <pc:sldMk cId="551029900" sldId="6211"/>
            <ac:spMk id="83" creationId="{E4C5D76B-D6FB-45F1-84D0-287ACE05672E}"/>
          </ac:spMkLst>
        </pc:spChg>
        <pc:spChg chg="del mod">
          <ac:chgData name="Mitra, Sayan" userId="5f9b069e-390c-41f3-af3f-6bd4b0fb9710" providerId="ADAL" clId="{603CB73D-5ABF-4B35-AB35-B8B719F0AA85}" dt="2022-07-04T05:37:29.784" v="12556" actId="478"/>
          <ac:spMkLst>
            <pc:docMk/>
            <pc:sldMk cId="551029900" sldId="6211"/>
            <ac:spMk id="84" creationId="{0B4B336F-BECE-4682-A26F-FF29046F9B53}"/>
          </ac:spMkLst>
        </pc:spChg>
        <pc:spChg chg="mod topLvl">
          <ac:chgData name="Mitra, Sayan" userId="5f9b069e-390c-41f3-af3f-6bd4b0fb9710" providerId="ADAL" clId="{603CB73D-5ABF-4B35-AB35-B8B719F0AA85}" dt="2022-07-04T06:02:47.840" v="12861" actId="12789"/>
          <ac:spMkLst>
            <pc:docMk/>
            <pc:sldMk cId="551029900" sldId="6211"/>
            <ac:spMk id="85" creationId="{F1AA0215-3406-4101-B674-032873502D65}"/>
          </ac:spMkLst>
        </pc:spChg>
        <pc:spChg chg="mod topLvl">
          <ac:chgData name="Mitra, Sayan" userId="5f9b069e-390c-41f3-af3f-6bd4b0fb9710" providerId="ADAL" clId="{603CB73D-5ABF-4B35-AB35-B8B719F0AA85}" dt="2022-07-04T17:24:56.016" v="14547" actId="1037"/>
          <ac:spMkLst>
            <pc:docMk/>
            <pc:sldMk cId="551029900" sldId="6211"/>
            <ac:spMk id="86" creationId="{4E17EB8B-DE07-46BF-AE5A-32EF68EFB803}"/>
          </ac:spMkLst>
        </pc:spChg>
        <pc:spChg chg="mod topLvl">
          <ac:chgData name="Mitra, Sayan" userId="5f9b069e-390c-41f3-af3f-6bd4b0fb9710" providerId="ADAL" clId="{603CB73D-5ABF-4B35-AB35-B8B719F0AA85}" dt="2022-07-03T13:24:41.100" v="8365" actId="164"/>
          <ac:spMkLst>
            <pc:docMk/>
            <pc:sldMk cId="551029900" sldId="6211"/>
            <ac:spMk id="87" creationId="{3E61B018-F99C-448C-8BED-A9E236CB9C3B}"/>
          </ac:spMkLst>
        </pc:spChg>
        <pc:spChg chg="mod topLvl">
          <ac:chgData name="Mitra, Sayan" userId="5f9b069e-390c-41f3-af3f-6bd4b0fb9710" providerId="ADAL" clId="{603CB73D-5ABF-4B35-AB35-B8B719F0AA85}" dt="2022-07-03T13:25:17.875" v="8373" actId="164"/>
          <ac:spMkLst>
            <pc:docMk/>
            <pc:sldMk cId="551029900" sldId="6211"/>
            <ac:spMk id="88" creationId="{18CEA230-1D97-4699-9F67-6682BE3E92C7}"/>
          </ac:spMkLst>
        </pc:spChg>
        <pc:spChg chg="mod">
          <ac:chgData name="Mitra, Sayan" userId="5f9b069e-390c-41f3-af3f-6bd4b0fb9710" providerId="ADAL" clId="{603CB73D-5ABF-4B35-AB35-B8B719F0AA85}" dt="2022-07-04T05:37:41.597" v="12558" actId="207"/>
          <ac:spMkLst>
            <pc:docMk/>
            <pc:sldMk cId="551029900" sldId="6211"/>
            <ac:spMk id="89" creationId="{EBA0E097-5FA7-4DD7-806A-FAD04CD71B11}"/>
          </ac:spMkLst>
        </pc:spChg>
        <pc:spChg chg="mod">
          <ac:chgData name="Mitra, Sayan" userId="5f9b069e-390c-41f3-af3f-6bd4b0fb9710" providerId="ADAL" clId="{603CB73D-5ABF-4B35-AB35-B8B719F0AA85}" dt="2022-07-04T05:57:16.127" v="12753"/>
          <ac:spMkLst>
            <pc:docMk/>
            <pc:sldMk cId="551029900" sldId="6211"/>
            <ac:spMk id="90" creationId="{1F9DED80-EDC6-4F7C-B5DB-93EE063A3506}"/>
          </ac:spMkLst>
        </pc:spChg>
        <pc:spChg chg="mod">
          <ac:chgData name="Mitra, Sayan" userId="5f9b069e-390c-41f3-af3f-6bd4b0fb9710" providerId="ADAL" clId="{603CB73D-5ABF-4B35-AB35-B8B719F0AA85}" dt="2022-07-04T17:25:16.495" v="14561" actId="1037"/>
          <ac:spMkLst>
            <pc:docMk/>
            <pc:sldMk cId="551029900" sldId="6211"/>
            <ac:spMk id="91" creationId="{CCC080C4-6907-4EAE-8E40-4410B7B70A85}"/>
          </ac:spMkLst>
        </pc:spChg>
        <pc:spChg chg="mod">
          <ac:chgData name="Mitra, Sayan" userId="5f9b069e-390c-41f3-af3f-6bd4b0fb9710" providerId="ADAL" clId="{603CB73D-5ABF-4B35-AB35-B8B719F0AA85}" dt="2022-07-04T06:01:15.847" v="12786" actId="1037"/>
          <ac:spMkLst>
            <pc:docMk/>
            <pc:sldMk cId="551029900" sldId="6211"/>
            <ac:spMk id="92" creationId="{E25EA4B8-40E6-4DEB-8549-4B3D9F890842}"/>
          </ac:spMkLst>
        </pc:spChg>
        <pc:spChg chg="mod ord">
          <ac:chgData name="Mitra, Sayan" userId="5f9b069e-390c-41f3-af3f-6bd4b0fb9710" providerId="ADAL" clId="{603CB73D-5ABF-4B35-AB35-B8B719F0AA85}" dt="2022-07-04T06:01:15.847" v="12786" actId="1037"/>
          <ac:spMkLst>
            <pc:docMk/>
            <pc:sldMk cId="551029900" sldId="6211"/>
            <ac:spMk id="93" creationId="{F836A6CA-CED4-45FC-AA3D-1624A4D404AA}"/>
          </ac:spMkLst>
        </pc:spChg>
        <pc:spChg chg="mod ord topLvl">
          <ac:chgData name="Mitra, Sayan" userId="5f9b069e-390c-41f3-af3f-6bd4b0fb9710" providerId="ADAL" clId="{603CB73D-5ABF-4B35-AB35-B8B719F0AA85}" dt="2022-07-04T05:55:02.317" v="12638" actId="20577"/>
          <ac:spMkLst>
            <pc:docMk/>
            <pc:sldMk cId="551029900" sldId="6211"/>
            <ac:spMk id="94" creationId="{B4F66A03-DC96-4938-A6FF-75B01D1E6066}"/>
          </ac:spMkLst>
        </pc:spChg>
        <pc:spChg chg="mod topLvl">
          <ac:chgData name="Mitra, Sayan" userId="5f9b069e-390c-41f3-af3f-6bd4b0fb9710" providerId="ADAL" clId="{603CB73D-5ABF-4B35-AB35-B8B719F0AA85}" dt="2022-07-04T05:57:26.039" v="12757" actId="20577"/>
          <ac:spMkLst>
            <pc:docMk/>
            <pc:sldMk cId="551029900" sldId="6211"/>
            <ac:spMk id="95" creationId="{2F6E2D16-1011-4031-AB37-8DBD88605CD5}"/>
          </ac:spMkLst>
        </pc:spChg>
        <pc:spChg chg="mod topLvl">
          <ac:chgData name="Mitra, Sayan" userId="5f9b069e-390c-41f3-af3f-6bd4b0fb9710" providerId="ADAL" clId="{603CB73D-5ABF-4B35-AB35-B8B719F0AA85}" dt="2022-07-03T13:24:34.969" v="8364" actId="165"/>
          <ac:spMkLst>
            <pc:docMk/>
            <pc:sldMk cId="551029900" sldId="6211"/>
            <ac:spMk id="96" creationId="{80DDB83D-71AC-403B-9602-158A746996C5}"/>
          </ac:spMkLst>
        </pc:spChg>
        <pc:spChg chg="mod topLvl">
          <ac:chgData name="Mitra, Sayan" userId="5f9b069e-390c-41f3-af3f-6bd4b0fb9710" providerId="ADAL" clId="{603CB73D-5ABF-4B35-AB35-B8B719F0AA85}" dt="2022-07-04T06:02:59.017" v="12863" actId="14100"/>
          <ac:spMkLst>
            <pc:docMk/>
            <pc:sldMk cId="551029900" sldId="6211"/>
            <ac:spMk id="97" creationId="{71D5838A-D488-4211-AADF-650A32DF193F}"/>
          </ac:spMkLst>
        </pc:spChg>
        <pc:spChg chg="mod">
          <ac:chgData name="Mitra, Sayan" userId="5f9b069e-390c-41f3-af3f-6bd4b0fb9710" providerId="ADAL" clId="{603CB73D-5ABF-4B35-AB35-B8B719F0AA85}" dt="2022-07-04T05:57:16.127" v="12753"/>
          <ac:spMkLst>
            <pc:docMk/>
            <pc:sldMk cId="551029900" sldId="6211"/>
            <ac:spMk id="102" creationId="{54B32395-5290-4B9F-874F-A1D24C2859E4}"/>
          </ac:spMkLst>
        </pc:spChg>
        <pc:spChg chg="del mod">
          <ac:chgData name="Mitra, Sayan" userId="5f9b069e-390c-41f3-af3f-6bd4b0fb9710" providerId="ADAL" clId="{603CB73D-5ABF-4B35-AB35-B8B719F0AA85}" dt="2022-07-03T13:10:36.822" v="7810" actId="478"/>
          <ac:spMkLst>
            <pc:docMk/>
            <pc:sldMk cId="551029900" sldId="6211"/>
            <ac:spMk id="104" creationId="{64B48B72-E47B-43A2-8B89-EE83804E379D}"/>
          </ac:spMkLst>
        </pc:spChg>
        <pc:spChg chg="add mod">
          <ac:chgData name="Mitra, Sayan" userId="5f9b069e-390c-41f3-af3f-6bd4b0fb9710" providerId="ADAL" clId="{603CB73D-5ABF-4B35-AB35-B8B719F0AA85}" dt="2022-07-04T06:00:32.426" v="12760" actId="1076"/>
          <ac:spMkLst>
            <pc:docMk/>
            <pc:sldMk cId="551029900" sldId="6211"/>
            <ac:spMk id="106" creationId="{ACAD4660-E815-41A5-8CA5-AA23064C785E}"/>
          </ac:spMkLst>
        </pc:spChg>
        <pc:spChg chg="del">
          <ac:chgData name="Mitra, Sayan" userId="5f9b069e-390c-41f3-af3f-6bd4b0fb9710" providerId="ADAL" clId="{603CB73D-5ABF-4B35-AB35-B8B719F0AA85}" dt="2022-07-03T13:09:49.987" v="7800" actId="478"/>
          <ac:spMkLst>
            <pc:docMk/>
            <pc:sldMk cId="551029900" sldId="6211"/>
            <ac:spMk id="106" creationId="{CAEB3492-1FFA-4881-9647-472F31E09214}"/>
          </ac:spMkLst>
        </pc:spChg>
        <pc:spChg chg="del mod">
          <ac:chgData name="Mitra, Sayan" userId="5f9b069e-390c-41f3-af3f-6bd4b0fb9710" providerId="ADAL" clId="{603CB73D-5ABF-4B35-AB35-B8B719F0AA85}" dt="2022-07-03T13:26:31.140" v="8403" actId="478"/>
          <ac:spMkLst>
            <pc:docMk/>
            <pc:sldMk cId="551029900" sldId="6211"/>
            <ac:spMk id="107" creationId="{130796CE-73C7-477A-984F-D676C41D6177}"/>
          </ac:spMkLst>
        </pc:spChg>
        <pc:spChg chg="add mod">
          <ac:chgData name="Mitra, Sayan" userId="5f9b069e-390c-41f3-af3f-6bd4b0fb9710" providerId="ADAL" clId="{603CB73D-5ABF-4B35-AB35-B8B719F0AA85}" dt="2022-07-04T06:00:32.426" v="12760" actId="1076"/>
          <ac:spMkLst>
            <pc:docMk/>
            <pc:sldMk cId="551029900" sldId="6211"/>
            <ac:spMk id="107" creationId="{2AC95DD7-B765-497E-A5EA-F44CC71E0F40}"/>
          </ac:spMkLst>
        </pc:spChg>
        <pc:spChg chg="add mod">
          <ac:chgData name="Mitra, Sayan" userId="5f9b069e-390c-41f3-af3f-6bd4b0fb9710" providerId="ADAL" clId="{603CB73D-5ABF-4B35-AB35-B8B719F0AA85}" dt="2022-07-04T06:03:01.890" v="12864" actId="14100"/>
          <ac:spMkLst>
            <pc:docMk/>
            <pc:sldMk cId="551029900" sldId="6211"/>
            <ac:spMk id="108" creationId="{C1F541F5-7804-40FB-8E6B-1FBFB1DFE653}"/>
          </ac:spMkLst>
        </pc:spChg>
        <pc:spChg chg="del">
          <ac:chgData name="Mitra, Sayan" userId="5f9b069e-390c-41f3-af3f-6bd4b0fb9710" providerId="ADAL" clId="{603CB73D-5ABF-4B35-AB35-B8B719F0AA85}" dt="2022-07-03T13:09:49.987" v="7800" actId="478"/>
          <ac:spMkLst>
            <pc:docMk/>
            <pc:sldMk cId="551029900" sldId="6211"/>
            <ac:spMk id="113" creationId="{AF6FA71C-792B-49FD-B3D4-500ADCE5F0D0}"/>
          </ac:spMkLst>
        </pc:spChg>
        <pc:spChg chg="del mod">
          <ac:chgData name="Mitra, Sayan" userId="5f9b069e-390c-41f3-af3f-6bd4b0fb9710" providerId="ADAL" clId="{603CB73D-5ABF-4B35-AB35-B8B719F0AA85}" dt="2022-07-04T05:54:41.736" v="12628" actId="478"/>
          <ac:spMkLst>
            <pc:docMk/>
            <pc:sldMk cId="551029900" sldId="6211"/>
            <ac:spMk id="115" creationId="{B17B1529-B824-4663-ADE2-A45A88BBC48E}"/>
          </ac:spMkLst>
        </pc:spChg>
        <pc:spChg chg="del mod">
          <ac:chgData name="Mitra, Sayan" userId="5f9b069e-390c-41f3-af3f-6bd4b0fb9710" providerId="ADAL" clId="{603CB73D-5ABF-4B35-AB35-B8B719F0AA85}" dt="2022-07-03T13:28:44.457" v="8415" actId="478"/>
          <ac:spMkLst>
            <pc:docMk/>
            <pc:sldMk cId="551029900" sldId="6211"/>
            <ac:spMk id="116" creationId="{1FD062D3-F81F-43B5-9B0A-D9AB85B2D726}"/>
          </ac:spMkLst>
        </pc:spChg>
        <pc:spChg chg="del">
          <ac:chgData name="Mitra, Sayan" userId="5f9b069e-390c-41f3-af3f-6bd4b0fb9710" providerId="ADAL" clId="{603CB73D-5ABF-4B35-AB35-B8B719F0AA85}" dt="2022-07-03T13:10:31.264" v="7808" actId="478"/>
          <ac:spMkLst>
            <pc:docMk/>
            <pc:sldMk cId="551029900" sldId="6211"/>
            <ac:spMk id="117" creationId="{42EC8AC3-0A20-42DB-B2C1-B821B3F9D68C}"/>
          </ac:spMkLst>
        </pc:spChg>
        <pc:spChg chg="del">
          <ac:chgData name="Mitra, Sayan" userId="5f9b069e-390c-41f3-af3f-6bd4b0fb9710" providerId="ADAL" clId="{603CB73D-5ABF-4B35-AB35-B8B719F0AA85}" dt="2022-07-03T13:10:31.264" v="7808" actId="478"/>
          <ac:spMkLst>
            <pc:docMk/>
            <pc:sldMk cId="551029900" sldId="6211"/>
            <ac:spMk id="118" creationId="{0A1BA352-AB33-4A06-B96D-9298F668CF9A}"/>
          </ac:spMkLst>
        </pc:spChg>
        <pc:spChg chg="del">
          <ac:chgData name="Mitra, Sayan" userId="5f9b069e-390c-41f3-af3f-6bd4b0fb9710" providerId="ADAL" clId="{603CB73D-5ABF-4B35-AB35-B8B719F0AA85}" dt="2022-07-03T13:10:22.993" v="7807" actId="478"/>
          <ac:spMkLst>
            <pc:docMk/>
            <pc:sldMk cId="551029900" sldId="6211"/>
            <ac:spMk id="120" creationId="{C7B1C4FD-E95B-4A33-BD45-8B6B2BEF9D61}"/>
          </ac:spMkLst>
        </pc:spChg>
        <pc:spChg chg="del">
          <ac:chgData name="Mitra, Sayan" userId="5f9b069e-390c-41f3-af3f-6bd4b0fb9710" providerId="ADAL" clId="{603CB73D-5ABF-4B35-AB35-B8B719F0AA85}" dt="2022-07-03T13:10:22.993" v="7807" actId="478"/>
          <ac:spMkLst>
            <pc:docMk/>
            <pc:sldMk cId="551029900" sldId="6211"/>
            <ac:spMk id="121" creationId="{DF68C146-C461-4FA5-8FB6-973C6A450CD1}"/>
          </ac:spMkLst>
        </pc:spChg>
        <pc:spChg chg="del">
          <ac:chgData name="Mitra, Sayan" userId="5f9b069e-390c-41f3-af3f-6bd4b0fb9710" providerId="ADAL" clId="{603CB73D-5ABF-4B35-AB35-B8B719F0AA85}" dt="2022-07-03T13:10:31.264" v="7808" actId="478"/>
          <ac:spMkLst>
            <pc:docMk/>
            <pc:sldMk cId="551029900" sldId="6211"/>
            <ac:spMk id="122" creationId="{EC6B0D73-6856-40BE-A5CC-3331FE2543C7}"/>
          </ac:spMkLst>
        </pc:spChg>
        <pc:spChg chg="del">
          <ac:chgData name="Mitra, Sayan" userId="5f9b069e-390c-41f3-af3f-6bd4b0fb9710" providerId="ADAL" clId="{603CB73D-5ABF-4B35-AB35-B8B719F0AA85}" dt="2022-07-03T13:09:57.688" v="7802" actId="478"/>
          <ac:spMkLst>
            <pc:docMk/>
            <pc:sldMk cId="551029900" sldId="6211"/>
            <ac:spMk id="123" creationId="{00A52C32-E6D0-4B5C-B25A-C72873D6644B}"/>
          </ac:spMkLst>
        </pc:spChg>
        <pc:spChg chg="del mod">
          <ac:chgData name="Mitra, Sayan" userId="5f9b069e-390c-41f3-af3f-6bd4b0fb9710" providerId="ADAL" clId="{603CB73D-5ABF-4B35-AB35-B8B719F0AA85}" dt="2022-07-03T13:23:14.500" v="8298" actId="478"/>
          <ac:spMkLst>
            <pc:docMk/>
            <pc:sldMk cId="551029900" sldId="6211"/>
            <ac:spMk id="124" creationId="{0F6FD9AF-363D-4AD8-A9B1-4AEEF965485E}"/>
          </ac:spMkLst>
        </pc:spChg>
        <pc:spChg chg="del">
          <ac:chgData name="Mitra, Sayan" userId="5f9b069e-390c-41f3-af3f-6bd4b0fb9710" providerId="ADAL" clId="{603CB73D-5ABF-4B35-AB35-B8B719F0AA85}" dt="2022-07-03T13:10:22.993" v="7807" actId="478"/>
          <ac:spMkLst>
            <pc:docMk/>
            <pc:sldMk cId="551029900" sldId="6211"/>
            <ac:spMk id="125" creationId="{46A0216B-6A55-4A3F-BC03-AC53460CFBF5}"/>
          </ac:spMkLst>
        </pc:spChg>
        <pc:spChg chg="del">
          <ac:chgData name="Mitra, Sayan" userId="5f9b069e-390c-41f3-af3f-6bd4b0fb9710" providerId="ADAL" clId="{603CB73D-5ABF-4B35-AB35-B8B719F0AA85}" dt="2022-07-03T13:09:36.524" v="7798" actId="478"/>
          <ac:spMkLst>
            <pc:docMk/>
            <pc:sldMk cId="551029900" sldId="6211"/>
            <ac:spMk id="126" creationId="{D9A48D29-1E29-4C94-AB0C-AB4177B050AD}"/>
          </ac:spMkLst>
        </pc:spChg>
        <pc:spChg chg="add del mod">
          <ac:chgData name="Mitra, Sayan" userId="5f9b069e-390c-41f3-af3f-6bd4b0fb9710" providerId="ADAL" clId="{603CB73D-5ABF-4B35-AB35-B8B719F0AA85}" dt="2022-07-03T13:14:15.973" v="7870" actId="21"/>
          <ac:spMkLst>
            <pc:docMk/>
            <pc:sldMk cId="551029900" sldId="6211"/>
            <ac:spMk id="127" creationId="{CAE25B4A-54DB-4AEF-958C-CF56BA9661B5}"/>
          </ac:spMkLst>
        </pc:spChg>
        <pc:spChg chg="add mod">
          <ac:chgData name="Mitra, Sayan" userId="5f9b069e-390c-41f3-af3f-6bd4b0fb9710" providerId="ADAL" clId="{603CB73D-5ABF-4B35-AB35-B8B719F0AA85}" dt="2022-07-04T05:36:29.999" v="12527"/>
          <ac:spMkLst>
            <pc:docMk/>
            <pc:sldMk cId="551029900" sldId="6211"/>
            <ac:spMk id="130" creationId="{C50B3B66-1DF3-41B0-A6CC-C979042946DE}"/>
          </ac:spMkLst>
        </pc:spChg>
        <pc:spChg chg="mod">
          <ac:chgData name="Mitra, Sayan" userId="5f9b069e-390c-41f3-af3f-6bd4b0fb9710" providerId="ADAL" clId="{603CB73D-5ABF-4B35-AB35-B8B719F0AA85}" dt="2022-07-04T17:25:12.095" v="14555" actId="1037"/>
          <ac:spMkLst>
            <pc:docMk/>
            <pc:sldMk cId="551029900" sldId="6211"/>
            <ac:spMk id="134" creationId="{57A25268-317A-4B9C-B5F5-B776016F8D88}"/>
          </ac:spMkLst>
        </pc:spChg>
        <pc:spChg chg="del">
          <ac:chgData name="Mitra, Sayan" userId="5f9b069e-390c-41f3-af3f-6bd4b0fb9710" providerId="ADAL" clId="{603CB73D-5ABF-4B35-AB35-B8B719F0AA85}" dt="2022-07-03T13:10:31.264" v="7808" actId="478"/>
          <ac:spMkLst>
            <pc:docMk/>
            <pc:sldMk cId="551029900" sldId="6211"/>
            <ac:spMk id="137" creationId="{CCA43F8A-BEB8-449F-94A7-3CDBBF8841E4}"/>
          </ac:spMkLst>
        </pc:spChg>
        <pc:spChg chg="del">
          <ac:chgData name="Mitra, Sayan" userId="5f9b069e-390c-41f3-af3f-6bd4b0fb9710" providerId="ADAL" clId="{603CB73D-5ABF-4B35-AB35-B8B719F0AA85}" dt="2022-07-03T13:10:12.247" v="7806" actId="478"/>
          <ac:spMkLst>
            <pc:docMk/>
            <pc:sldMk cId="551029900" sldId="6211"/>
            <ac:spMk id="138" creationId="{21443CB7-8A4D-4E7B-89CB-62927C1637D0}"/>
          </ac:spMkLst>
        </pc:spChg>
        <pc:spChg chg="add mod ord">
          <ac:chgData name="Mitra, Sayan" userId="5f9b069e-390c-41f3-af3f-6bd4b0fb9710" providerId="ADAL" clId="{603CB73D-5ABF-4B35-AB35-B8B719F0AA85}" dt="2022-07-04T06:03:31.473" v="12868" actId="12789"/>
          <ac:spMkLst>
            <pc:docMk/>
            <pc:sldMk cId="551029900" sldId="6211"/>
            <ac:spMk id="141" creationId="{2EAF09D8-0EAC-437B-996B-953DE5382767}"/>
          </ac:spMkLst>
        </pc:spChg>
        <pc:spChg chg="add del mod ord">
          <ac:chgData name="Mitra, Sayan" userId="5f9b069e-390c-41f3-af3f-6bd4b0fb9710" providerId="ADAL" clId="{603CB73D-5ABF-4B35-AB35-B8B719F0AA85}" dt="2022-07-04T06:03:31.473" v="12868" actId="12789"/>
          <ac:spMkLst>
            <pc:docMk/>
            <pc:sldMk cId="551029900" sldId="6211"/>
            <ac:spMk id="142" creationId="{FA64C57B-E2B5-4DE3-B58C-FC49A9AC6F07}"/>
          </ac:spMkLst>
        </pc:spChg>
        <pc:spChg chg="add del mod">
          <ac:chgData name="Mitra, Sayan" userId="5f9b069e-390c-41f3-af3f-6bd4b0fb9710" providerId="ADAL" clId="{603CB73D-5ABF-4B35-AB35-B8B719F0AA85}" dt="2022-07-03T13:41:06.130" v="8653" actId="478"/>
          <ac:spMkLst>
            <pc:docMk/>
            <pc:sldMk cId="551029900" sldId="6211"/>
            <ac:spMk id="143" creationId="{A1AB0940-7BAB-45D9-A392-CE100725B1E2}"/>
          </ac:spMkLst>
        </pc:spChg>
        <pc:spChg chg="add mod ord">
          <ac:chgData name="Mitra, Sayan" userId="5f9b069e-390c-41f3-af3f-6bd4b0fb9710" providerId="ADAL" clId="{603CB73D-5ABF-4B35-AB35-B8B719F0AA85}" dt="2022-07-04T17:27:12.934" v="14581" actId="108"/>
          <ac:spMkLst>
            <pc:docMk/>
            <pc:sldMk cId="551029900" sldId="6211"/>
            <ac:spMk id="144" creationId="{6817F780-C8DB-4F66-88F7-EC4F5EDF7133}"/>
          </ac:spMkLst>
        </pc:spChg>
        <pc:spChg chg="add mod ord">
          <ac:chgData name="Mitra, Sayan" userId="5f9b069e-390c-41f3-af3f-6bd4b0fb9710" providerId="ADAL" clId="{603CB73D-5ABF-4B35-AB35-B8B719F0AA85}" dt="2022-07-04T06:03:31.473" v="12868" actId="12789"/>
          <ac:spMkLst>
            <pc:docMk/>
            <pc:sldMk cId="551029900" sldId="6211"/>
            <ac:spMk id="145" creationId="{00E9348D-B9F6-48F8-8943-3686F2E5C5E8}"/>
          </ac:spMkLst>
        </pc:spChg>
        <pc:spChg chg="mod">
          <ac:chgData name="Mitra, Sayan" userId="5f9b069e-390c-41f3-af3f-6bd4b0fb9710" providerId="ADAL" clId="{603CB73D-5ABF-4B35-AB35-B8B719F0AA85}" dt="2022-07-03T13:19:50.929" v="8047" actId="1037"/>
          <ac:spMkLst>
            <pc:docMk/>
            <pc:sldMk cId="551029900" sldId="6211"/>
            <ac:spMk id="153" creationId="{9D678472-DB6D-4879-A35A-1418A5D5854A}"/>
          </ac:spMkLst>
        </pc:spChg>
        <pc:spChg chg="mod">
          <ac:chgData name="Mitra, Sayan" userId="5f9b069e-390c-41f3-af3f-6bd4b0fb9710" providerId="ADAL" clId="{603CB73D-5ABF-4B35-AB35-B8B719F0AA85}" dt="2022-07-04T05:55:24.148" v="12649" actId="1037"/>
          <ac:spMkLst>
            <pc:docMk/>
            <pc:sldMk cId="551029900" sldId="6211"/>
            <ac:spMk id="158" creationId="{AFC99699-835A-458B-9ACB-A5212518E169}"/>
          </ac:spMkLst>
        </pc:spChg>
        <pc:spChg chg="mod">
          <ac:chgData name="Mitra, Sayan" userId="5f9b069e-390c-41f3-af3f-6bd4b0fb9710" providerId="ADAL" clId="{603CB73D-5ABF-4B35-AB35-B8B719F0AA85}" dt="2022-07-04T05:55:24.148" v="12649" actId="1037"/>
          <ac:spMkLst>
            <pc:docMk/>
            <pc:sldMk cId="551029900" sldId="6211"/>
            <ac:spMk id="160" creationId="{D1925ED6-ACA6-42F6-B7D0-7B0B4386FD93}"/>
          </ac:spMkLst>
        </pc:spChg>
        <pc:spChg chg="mod">
          <ac:chgData name="Mitra, Sayan" userId="5f9b069e-390c-41f3-af3f-6bd4b0fb9710" providerId="ADAL" clId="{603CB73D-5ABF-4B35-AB35-B8B719F0AA85}" dt="2022-07-03T13:45:57.626" v="8883" actId="255"/>
          <ac:spMkLst>
            <pc:docMk/>
            <pc:sldMk cId="551029900" sldId="6211"/>
            <ac:spMk id="162" creationId="{891FEE83-B7E5-4D42-8F6F-E22DF5EA64D5}"/>
          </ac:spMkLst>
        </pc:spChg>
        <pc:spChg chg="mod">
          <ac:chgData name="Mitra, Sayan" userId="5f9b069e-390c-41f3-af3f-6bd4b0fb9710" providerId="ADAL" clId="{603CB73D-5ABF-4B35-AB35-B8B719F0AA85}" dt="2022-07-04T05:36:20.372" v="12523"/>
          <ac:spMkLst>
            <pc:docMk/>
            <pc:sldMk cId="551029900" sldId="6211"/>
            <ac:spMk id="163" creationId="{E82DE63C-9297-4C37-9B7A-38CFEFDF2F57}"/>
          </ac:spMkLst>
        </pc:spChg>
        <pc:spChg chg="mod">
          <ac:chgData name="Mitra, Sayan" userId="5f9b069e-390c-41f3-af3f-6bd4b0fb9710" providerId="ADAL" clId="{603CB73D-5ABF-4B35-AB35-B8B719F0AA85}" dt="2022-07-04T17:27:17.018" v="14583" actId="108"/>
          <ac:spMkLst>
            <pc:docMk/>
            <pc:sldMk cId="551029900" sldId="6211"/>
            <ac:spMk id="164" creationId="{4D4F6222-F724-45C4-BBC4-CE42C17B2A9F}"/>
          </ac:spMkLst>
        </pc:spChg>
        <pc:spChg chg="mod">
          <ac:chgData name="Mitra, Sayan" userId="5f9b069e-390c-41f3-af3f-6bd4b0fb9710" providerId="ADAL" clId="{603CB73D-5ABF-4B35-AB35-B8B719F0AA85}" dt="2022-07-04T05:38:01.125" v="12580" actId="1037"/>
          <ac:spMkLst>
            <pc:docMk/>
            <pc:sldMk cId="551029900" sldId="6211"/>
            <ac:spMk id="165" creationId="{6A3EB5BE-7261-4808-A874-C8F7FD9AD2C9}"/>
          </ac:spMkLst>
        </pc:spChg>
        <pc:spChg chg="mod">
          <ac:chgData name="Mitra, Sayan" userId="5f9b069e-390c-41f3-af3f-6bd4b0fb9710" providerId="ADAL" clId="{603CB73D-5ABF-4B35-AB35-B8B719F0AA85}" dt="2022-07-04T05:36:20.372" v="12523"/>
          <ac:spMkLst>
            <pc:docMk/>
            <pc:sldMk cId="551029900" sldId="6211"/>
            <ac:spMk id="166" creationId="{2431601A-3885-401E-802A-6E1898365BA7}"/>
          </ac:spMkLst>
        </pc:spChg>
        <pc:spChg chg="mod topLvl">
          <ac:chgData name="Mitra, Sayan" userId="5f9b069e-390c-41f3-af3f-6bd4b0fb9710" providerId="ADAL" clId="{603CB73D-5ABF-4B35-AB35-B8B719F0AA85}" dt="2022-07-03T13:25:17.875" v="8373" actId="164"/>
          <ac:spMkLst>
            <pc:docMk/>
            <pc:sldMk cId="551029900" sldId="6211"/>
            <ac:spMk id="172" creationId="{FABE3FBC-97FC-4E51-94DE-0416E512992C}"/>
          </ac:spMkLst>
        </pc:spChg>
        <pc:spChg chg="mod">
          <ac:chgData name="Mitra, Sayan" userId="5f9b069e-390c-41f3-af3f-6bd4b0fb9710" providerId="ADAL" clId="{603CB73D-5ABF-4B35-AB35-B8B719F0AA85}" dt="2022-07-03T13:45:57.626" v="8883" actId="255"/>
          <ac:spMkLst>
            <pc:docMk/>
            <pc:sldMk cId="551029900" sldId="6211"/>
            <ac:spMk id="173" creationId="{F1BF98ED-9B27-470E-846D-E8CD2BB1779F}"/>
          </ac:spMkLst>
        </pc:spChg>
        <pc:spChg chg="mod">
          <ac:chgData name="Mitra, Sayan" userId="5f9b069e-390c-41f3-af3f-6bd4b0fb9710" providerId="ADAL" clId="{603CB73D-5ABF-4B35-AB35-B8B719F0AA85}" dt="2022-07-04T06:03:51.881" v="12870" actId="14100"/>
          <ac:spMkLst>
            <pc:docMk/>
            <pc:sldMk cId="551029900" sldId="6211"/>
            <ac:spMk id="174" creationId="{008FBF54-0C6C-4799-A6BB-DED9E7B7A516}"/>
          </ac:spMkLst>
        </pc:spChg>
        <pc:spChg chg="mod">
          <ac:chgData name="Mitra, Sayan" userId="5f9b069e-390c-41f3-af3f-6bd4b0fb9710" providerId="ADAL" clId="{603CB73D-5ABF-4B35-AB35-B8B719F0AA85}" dt="2022-07-03T13:45:57.626" v="8883" actId="255"/>
          <ac:spMkLst>
            <pc:docMk/>
            <pc:sldMk cId="551029900" sldId="6211"/>
            <ac:spMk id="175" creationId="{8756B67D-1389-4EF1-B4B1-7AA6A0F8926F}"/>
          </ac:spMkLst>
        </pc:spChg>
        <pc:spChg chg="add del mod">
          <ac:chgData name="Mitra, Sayan" userId="5f9b069e-390c-41f3-af3f-6bd4b0fb9710" providerId="ADAL" clId="{603CB73D-5ABF-4B35-AB35-B8B719F0AA85}" dt="2022-07-03T13:45:57.626" v="8883" actId="255"/>
          <ac:spMkLst>
            <pc:docMk/>
            <pc:sldMk cId="551029900" sldId="6211"/>
            <ac:spMk id="176" creationId="{5E23F964-A701-4B6A-B3FA-B28A6BC1436B}"/>
          </ac:spMkLst>
        </pc:spChg>
        <pc:spChg chg="mod">
          <ac:chgData name="Mitra, Sayan" userId="5f9b069e-390c-41f3-af3f-6bd4b0fb9710" providerId="ADAL" clId="{603CB73D-5ABF-4B35-AB35-B8B719F0AA85}" dt="2022-07-03T13:25:17.875" v="8373" actId="164"/>
          <ac:spMkLst>
            <pc:docMk/>
            <pc:sldMk cId="551029900" sldId="6211"/>
            <ac:spMk id="177" creationId="{443F8476-1950-434D-BF1A-774D0DF4B655}"/>
          </ac:spMkLst>
        </pc:spChg>
        <pc:spChg chg="del">
          <ac:chgData name="Mitra, Sayan" userId="5f9b069e-390c-41f3-af3f-6bd4b0fb9710" providerId="ADAL" clId="{603CB73D-5ABF-4B35-AB35-B8B719F0AA85}" dt="2022-07-03T13:09:18.820" v="7796" actId="478"/>
          <ac:spMkLst>
            <pc:docMk/>
            <pc:sldMk cId="551029900" sldId="6211"/>
            <ac:spMk id="179" creationId="{C0957C0D-6B45-48B2-80BB-C3EAEEDD134F}"/>
          </ac:spMkLst>
        </pc:spChg>
        <pc:spChg chg="mod">
          <ac:chgData name="Mitra, Sayan" userId="5f9b069e-390c-41f3-af3f-6bd4b0fb9710" providerId="ADAL" clId="{603CB73D-5ABF-4B35-AB35-B8B719F0AA85}" dt="2022-07-03T13:16:43.428" v="7880" actId="122"/>
          <ac:spMkLst>
            <pc:docMk/>
            <pc:sldMk cId="551029900" sldId="6211"/>
            <ac:spMk id="182" creationId="{648F317D-7EF7-4420-9616-D8944B18501C}"/>
          </ac:spMkLst>
        </pc:spChg>
        <pc:grpChg chg="add mod">
          <ac:chgData name="Mitra, Sayan" userId="5f9b069e-390c-41f3-af3f-6bd4b0fb9710" providerId="ADAL" clId="{603CB73D-5ABF-4B35-AB35-B8B719F0AA85}" dt="2022-07-04T05:36:20.372" v="12523"/>
          <ac:grpSpMkLst>
            <pc:docMk/>
            <pc:sldMk cId="551029900" sldId="6211"/>
            <ac:grpSpMk id="7" creationId="{C2A923DD-7767-4CFB-9F1C-A525AFFEC4BA}"/>
          </ac:grpSpMkLst>
        </pc:grpChg>
        <pc:grpChg chg="mod">
          <ac:chgData name="Mitra, Sayan" userId="5f9b069e-390c-41f3-af3f-6bd4b0fb9710" providerId="ADAL" clId="{603CB73D-5ABF-4B35-AB35-B8B719F0AA85}" dt="2022-07-04T05:36:20.372" v="12523"/>
          <ac:grpSpMkLst>
            <pc:docMk/>
            <pc:sldMk cId="551029900" sldId="6211"/>
            <ac:grpSpMk id="9" creationId="{D31C677B-4737-446A-B83C-E1B7EBF293D2}"/>
          </ac:grpSpMkLst>
        </pc:grpChg>
        <pc:grpChg chg="add mod ord">
          <ac:chgData name="Mitra, Sayan" userId="5f9b069e-390c-41f3-af3f-6bd4b0fb9710" providerId="ADAL" clId="{603CB73D-5ABF-4B35-AB35-B8B719F0AA85}" dt="2022-07-04T06:00:46.038" v="12773" actId="1037"/>
          <ac:grpSpMkLst>
            <pc:docMk/>
            <pc:sldMk cId="551029900" sldId="6211"/>
            <ac:grpSpMk id="12" creationId="{3B34D321-8B79-4168-B815-54673ADCFC01}"/>
          </ac:grpSpMkLst>
        </pc:grpChg>
        <pc:grpChg chg="add del mod">
          <ac:chgData name="Mitra, Sayan" userId="5f9b069e-390c-41f3-af3f-6bd4b0fb9710" providerId="ADAL" clId="{603CB73D-5ABF-4B35-AB35-B8B719F0AA85}" dt="2022-07-03T13:25:08.670" v="8372" actId="165"/>
          <ac:grpSpMkLst>
            <pc:docMk/>
            <pc:sldMk cId="551029900" sldId="6211"/>
            <ac:grpSpMk id="13" creationId="{93F2FB60-3251-4810-A69B-04D8C43EADDB}"/>
          </ac:grpSpMkLst>
        </pc:grpChg>
        <pc:grpChg chg="add mod">
          <ac:chgData name="Mitra, Sayan" userId="5f9b069e-390c-41f3-af3f-6bd4b0fb9710" providerId="ADAL" clId="{603CB73D-5ABF-4B35-AB35-B8B719F0AA85}" dt="2022-07-04T06:01:22.533" v="12789" actId="1038"/>
          <ac:grpSpMkLst>
            <pc:docMk/>
            <pc:sldMk cId="551029900" sldId="6211"/>
            <ac:grpSpMk id="14" creationId="{9BB9AA3B-85CB-442C-8BE5-3683BA39AB46}"/>
          </ac:grpSpMkLst>
        </pc:grpChg>
        <pc:grpChg chg="mod">
          <ac:chgData name="Mitra, Sayan" userId="5f9b069e-390c-41f3-af3f-6bd4b0fb9710" providerId="ADAL" clId="{603CB73D-5ABF-4B35-AB35-B8B719F0AA85}" dt="2022-07-04T05:36:20.372" v="12523"/>
          <ac:grpSpMkLst>
            <pc:docMk/>
            <pc:sldMk cId="551029900" sldId="6211"/>
            <ac:grpSpMk id="15" creationId="{99A5DDAF-8E55-40EC-9073-37E2E4DD1B70}"/>
          </ac:grpSpMkLst>
        </pc:grpChg>
        <pc:grpChg chg="mod">
          <ac:chgData name="Mitra, Sayan" userId="5f9b069e-390c-41f3-af3f-6bd4b0fb9710" providerId="ADAL" clId="{603CB73D-5ABF-4B35-AB35-B8B719F0AA85}" dt="2022-07-03T13:24:41.100" v="8365" actId="164"/>
          <ac:grpSpMkLst>
            <pc:docMk/>
            <pc:sldMk cId="551029900" sldId="6211"/>
            <ac:grpSpMk id="42" creationId="{B3D455EB-A9F3-4D35-B572-8B6DF2AEB371}"/>
          </ac:grpSpMkLst>
        </pc:grpChg>
        <pc:grpChg chg="add mod">
          <ac:chgData name="Mitra, Sayan" userId="5f9b069e-390c-41f3-af3f-6bd4b0fb9710" providerId="ADAL" clId="{603CB73D-5ABF-4B35-AB35-B8B719F0AA85}" dt="2022-07-04T17:25:22.008" v="14567" actId="1037"/>
          <ac:grpSpMkLst>
            <pc:docMk/>
            <pc:sldMk cId="551029900" sldId="6211"/>
            <ac:grpSpMk id="82" creationId="{521A38BD-5B14-4772-95BF-4F3AAEDFD8AD}"/>
          </ac:grpSpMkLst>
        </pc:grpChg>
        <pc:grpChg chg="mod">
          <ac:chgData name="Mitra, Sayan" userId="5f9b069e-390c-41f3-af3f-6bd4b0fb9710" providerId="ADAL" clId="{603CB73D-5ABF-4B35-AB35-B8B719F0AA85}" dt="2022-07-04T05:57:16.127" v="12753"/>
          <ac:grpSpMkLst>
            <pc:docMk/>
            <pc:sldMk cId="551029900" sldId="6211"/>
            <ac:grpSpMk id="98" creationId="{44086B12-63E8-4D84-A74E-6F633403C207}"/>
          </ac:grpSpMkLst>
        </pc:grpChg>
        <pc:grpChg chg="del mod">
          <ac:chgData name="Mitra, Sayan" userId="5f9b069e-390c-41f3-af3f-6bd4b0fb9710" providerId="ADAL" clId="{603CB73D-5ABF-4B35-AB35-B8B719F0AA85}" dt="2022-07-03T13:24:34.969" v="8364" actId="165"/>
          <ac:grpSpMkLst>
            <pc:docMk/>
            <pc:sldMk cId="551029900" sldId="6211"/>
            <ac:grpSpMk id="98" creationId="{CA62EF5D-C0D9-495C-9FCC-88100249C7A8}"/>
          </ac:grpSpMkLst>
        </pc:grpChg>
        <pc:grpChg chg="mod">
          <ac:chgData name="Mitra, Sayan" userId="5f9b069e-390c-41f3-af3f-6bd4b0fb9710" providerId="ADAL" clId="{603CB73D-5ABF-4B35-AB35-B8B719F0AA85}" dt="2022-07-03T13:19:50.929" v="8047" actId="1037"/>
          <ac:grpSpMkLst>
            <pc:docMk/>
            <pc:sldMk cId="551029900" sldId="6211"/>
            <ac:grpSpMk id="101" creationId="{2E350391-F3D5-45D4-AE87-3C0DEE6C4365}"/>
          </ac:grpSpMkLst>
        </pc:grpChg>
        <pc:grpChg chg="del mod">
          <ac:chgData name="Mitra, Sayan" userId="5f9b069e-390c-41f3-af3f-6bd4b0fb9710" providerId="ADAL" clId="{603CB73D-5ABF-4B35-AB35-B8B719F0AA85}" dt="2022-07-03T13:28:57.299" v="8416" actId="478"/>
          <ac:grpSpMkLst>
            <pc:docMk/>
            <pc:sldMk cId="551029900" sldId="6211"/>
            <ac:grpSpMk id="190" creationId="{FD87DDA2-8FB9-4FE3-9032-D2382262D085}"/>
          </ac:grpSpMkLst>
        </pc:grpChg>
        <pc:picChg chg="add mod">
          <ac:chgData name="Mitra, Sayan" userId="5f9b069e-390c-41f3-af3f-6bd4b0fb9710" providerId="ADAL" clId="{603CB73D-5ABF-4B35-AB35-B8B719F0AA85}" dt="2022-07-03T13:35:38.197" v="8531" actId="1037"/>
          <ac:picMkLst>
            <pc:docMk/>
            <pc:sldMk cId="551029900" sldId="6211"/>
            <ac:picMk id="6" creationId="{039CA7D3-4FE8-4465-AD8B-7EE5F42E3E28}"/>
          </ac:picMkLst>
        </pc:picChg>
        <pc:picChg chg="mod">
          <ac:chgData name="Mitra, Sayan" userId="5f9b069e-390c-41f3-af3f-6bd4b0fb9710" providerId="ADAL" clId="{603CB73D-5ABF-4B35-AB35-B8B719F0AA85}" dt="2022-07-03T13:19:50.929" v="8047" actId="1037"/>
          <ac:picMkLst>
            <pc:docMk/>
            <pc:sldMk cId="551029900" sldId="6211"/>
            <ac:picMk id="27" creationId="{F174419C-CF89-457D-8A22-30F97B4B4BF7}"/>
          </ac:picMkLst>
        </pc:picChg>
        <pc:picChg chg="add mod">
          <ac:chgData name="Mitra, Sayan" userId="5f9b069e-390c-41f3-af3f-6bd4b0fb9710" providerId="ADAL" clId="{603CB73D-5ABF-4B35-AB35-B8B719F0AA85}" dt="2022-07-03T13:19:50.929" v="8047" actId="1037"/>
          <ac:picMkLst>
            <pc:docMk/>
            <pc:sldMk cId="551029900" sldId="6211"/>
            <ac:picMk id="111" creationId="{1074E2CF-81C4-415B-B806-8226EA8DB6F7}"/>
          </ac:picMkLst>
        </pc:picChg>
        <pc:cxnChg chg="mod">
          <ac:chgData name="Mitra, Sayan" userId="5f9b069e-390c-41f3-af3f-6bd4b0fb9710" providerId="ADAL" clId="{603CB73D-5ABF-4B35-AB35-B8B719F0AA85}" dt="2022-07-04T17:28:30.535" v="14602" actId="692"/>
          <ac:cxnSpMkLst>
            <pc:docMk/>
            <pc:sldMk cId="551029900" sldId="6211"/>
            <ac:cxnSpMk id="10" creationId="{EF1FAC74-3416-4360-899B-E511D87BC57F}"/>
          </ac:cxnSpMkLst>
        </pc:cxnChg>
        <pc:cxnChg chg="add del mod">
          <ac:chgData name="Mitra, Sayan" userId="5f9b069e-390c-41f3-af3f-6bd4b0fb9710" providerId="ADAL" clId="{603CB73D-5ABF-4B35-AB35-B8B719F0AA85}" dt="2022-07-03T13:39:02.853" v="8579" actId="478"/>
          <ac:cxnSpMkLst>
            <pc:docMk/>
            <pc:sldMk cId="551029900" sldId="6211"/>
            <ac:cxnSpMk id="31" creationId="{49E4B118-0328-4059-B69D-830D29247CA9}"/>
          </ac:cxnSpMkLst>
        </pc:cxnChg>
        <pc:cxnChg chg="del">
          <ac:chgData name="Mitra, Sayan" userId="5f9b069e-390c-41f3-af3f-6bd4b0fb9710" providerId="ADAL" clId="{603CB73D-5ABF-4B35-AB35-B8B719F0AA85}" dt="2022-07-03T13:09:41.969" v="7799" actId="478"/>
          <ac:cxnSpMkLst>
            <pc:docMk/>
            <pc:sldMk cId="551029900" sldId="6211"/>
            <ac:cxnSpMk id="32" creationId="{762C6515-AB0D-4A73-A28D-DC0E880144B1}"/>
          </ac:cxnSpMkLst>
        </pc:cxnChg>
        <pc:cxnChg chg="del mod">
          <ac:chgData name="Mitra, Sayan" userId="5f9b069e-390c-41f3-af3f-6bd4b0fb9710" providerId="ADAL" clId="{603CB73D-5ABF-4B35-AB35-B8B719F0AA85}" dt="2022-07-03T13:09:49.987" v="7800" actId="478"/>
          <ac:cxnSpMkLst>
            <pc:docMk/>
            <pc:sldMk cId="551029900" sldId="6211"/>
            <ac:cxnSpMk id="37" creationId="{A049BC89-A546-470E-8019-8A5199134584}"/>
          </ac:cxnSpMkLst>
        </pc:cxnChg>
        <pc:cxnChg chg="del">
          <ac:chgData name="Mitra, Sayan" userId="5f9b069e-390c-41f3-af3f-6bd4b0fb9710" providerId="ADAL" clId="{603CB73D-5ABF-4B35-AB35-B8B719F0AA85}" dt="2022-07-03T13:09:32.066" v="7797" actId="478"/>
          <ac:cxnSpMkLst>
            <pc:docMk/>
            <pc:sldMk cId="551029900" sldId="6211"/>
            <ac:cxnSpMk id="43" creationId="{0DAF1D07-AF71-45E5-B205-5503A80933A8}"/>
          </ac:cxnSpMkLst>
        </pc:cxnChg>
        <pc:cxnChg chg="del">
          <ac:chgData name="Mitra, Sayan" userId="5f9b069e-390c-41f3-af3f-6bd4b0fb9710" providerId="ADAL" clId="{603CB73D-5ABF-4B35-AB35-B8B719F0AA85}" dt="2022-07-03T13:09:41.969" v="7799" actId="478"/>
          <ac:cxnSpMkLst>
            <pc:docMk/>
            <pc:sldMk cId="551029900" sldId="6211"/>
            <ac:cxnSpMk id="52" creationId="{855D82F6-B710-449A-BA2E-94C6C788EB03}"/>
          </ac:cxnSpMkLst>
        </pc:cxnChg>
        <pc:cxnChg chg="mod">
          <ac:chgData name="Mitra, Sayan" userId="5f9b069e-390c-41f3-af3f-6bd4b0fb9710" providerId="ADAL" clId="{603CB73D-5ABF-4B35-AB35-B8B719F0AA85}" dt="2022-07-04T17:27:06.578" v="14579" actId="692"/>
          <ac:cxnSpMkLst>
            <pc:docMk/>
            <pc:sldMk cId="551029900" sldId="6211"/>
            <ac:cxnSpMk id="56" creationId="{91A55A23-64A7-495E-8D95-48A6065334CC}"/>
          </ac:cxnSpMkLst>
        </pc:cxnChg>
        <pc:cxnChg chg="del mod">
          <ac:chgData name="Mitra, Sayan" userId="5f9b069e-390c-41f3-af3f-6bd4b0fb9710" providerId="ADAL" clId="{603CB73D-5ABF-4B35-AB35-B8B719F0AA85}" dt="2022-07-03T13:21:41.557" v="8187" actId="478"/>
          <ac:cxnSpMkLst>
            <pc:docMk/>
            <pc:sldMk cId="551029900" sldId="6211"/>
            <ac:cxnSpMk id="90" creationId="{10F09277-63A4-4C8F-A84C-2A6CB2A7F390}"/>
          </ac:cxnSpMkLst>
        </pc:cxnChg>
        <pc:cxnChg chg="mod">
          <ac:chgData name="Mitra, Sayan" userId="5f9b069e-390c-41f3-af3f-6bd4b0fb9710" providerId="ADAL" clId="{603CB73D-5ABF-4B35-AB35-B8B719F0AA85}" dt="2022-07-04T05:57:16.127" v="12753"/>
          <ac:cxnSpMkLst>
            <pc:docMk/>
            <pc:sldMk cId="551029900" sldId="6211"/>
            <ac:cxnSpMk id="103" creationId="{A52D8604-D7A7-40B6-8B97-E227290942FD}"/>
          </ac:cxnSpMkLst>
        </pc:cxnChg>
        <pc:cxnChg chg="mod">
          <ac:chgData name="Mitra, Sayan" userId="5f9b069e-390c-41f3-af3f-6bd4b0fb9710" providerId="ADAL" clId="{603CB73D-5ABF-4B35-AB35-B8B719F0AA85}" dt="2022-07-04T05:57:16.127" v="12753"/>
          <ac:cxnSpMkLst>
            <pc:docMk/>
            <pc:sldMk cId="551029900" sldId="6211"/>
            <ac:cxnSpMk id="104" creationId="{BA183776-D2EB-4151-A161-ABC818BB1A28}"/>
          </ac:cxnSpMkLst>
        </pc:cxnChg>
        <pc:cxnChg chg="add mod">
          <ac:chgData name="Mitra, Sayan" userId="5f9b069e-390c-41f3-af3f-6bd4b0fb9710" providerId="ADAL" clId="{603CB73D-5ABF-4B35-AB35-B8B719F0AA85}" dt="2022-07-04T17:28:49.478" v="14607" actId="692"/>
          <ac:cxnSpMkLst>
            <pc:docMk/>
            <pc:sldMk cId="551029900" sldId="6211"/>
            <ac:cxnSpMk id="105" creationId="{60064622-E234-41A8-813B-81C00AACB395}"/>
          </ac:cxnSpMkLst>
        </pc:cxnChg>
        <pc:cxnChg chg="del">
          <ac:chgData name="Mitra, Sayan" userId="5f9b069e-390c-41f3-af3f-6bd4b0fb9710" providerId="ADAL" clId="{603CB73D-5ABF-4B35-AB35-B8B719F0AA85}" dt="2022-07-03T13:16:08.055" v="7876" actId="478"/>
          <ac:cxnSpMkLst>
            <pc:docMk/>
            <pc:sldMk cId="551029900" sldId="6211"/>
            <ac:cxnSpMk id="109" creationId="{D37D7427-CD4C-4D06-BEE3-640C818F7EE1}"/>
          </ac:cxnSpMkLst>
        </pc:cxnChg>
        <pc:cxnChg chg="del">
          <ac:chgData name="Mitra, Sayan" userId="5f9b069e-390c-41f3-af3f-6bd4b0fb9710" providerId="ADAL" clId="{603CB73D-5ABF-4B35-AB35-B8B719F0AA85}" dt="2022-07-03T13:10:01.003" v="7803" actId="478"/>
          <ac:cxnSpMkLst>
            <pc:docMk/>
            <pc:sldMk cId="551029900" sldId="6211"/>
            <ac:cxnSpMk id="112" creationId="{333C4564-F92C-464A-A407-02994B14721E}"/>
          </ac:cxnSpMkLst>
        </pc:cxnChg>
        <pc:cxnChg chg="del mod">
          <ac:chgData name="Mitra, Sayan" userId="5f9b069e-390c-41f3-af3f-6bd4b0fb9710" providerId="ADAL" clId="{603CB73D-5ABF-4B35-AB35-B8B719F0AA85}" dt="2022-07-03T13:09:54.718" v="7801" actId="478"/>
          <ac:cxnSpMkLst>
            <pc:docMk/>
            <pc:sldMk cId="551029900" sldId="6211"/>
            <ac:cxnSpMk id="114" creationId="{6A7B2032-8BE9-45F2-A0D5-80B35855117F}"/>
          </ac:cxnSpMkLst>
        </pc:cxnChg>
        <pc:cxnChg chg="mod">
          <ac:chgData name="Mitra, Sayan" userId="5f9b069e-390c-41f3-af3f-6bd4b0fb9710" providerId="ADAL" clId="{603CB73D-5ABF-4B35-AB35-B8B719F0AA85}" dt="2022-07-04T17:28:35.600" v="14603" actId="692"/>
          <ac:cxnSpMkLst>
            <pc:docMk/>
            <pc:sldMk cId="551029900" sldId="6211"/>
            <ac:cxnSpMk id="116" creationId="{CFE9DED3-4667-4C12-90F2-6AD27F8CB174}"/>
          </ac:cxnSpMkLst>
        </pc:cxnChg>
        <pc:cxnChg chg="del">
          <ac:chgData name="Mitra, Sayan" userId="5f9b069e-390c-41f3-af3f-6bd4b0fb9710" providerId="ADAL" clId="{603CB73D-5ABF-4B35-AB35-B8B719F0AA85}" dt="2022-07-03T13:16:05.507" v="7875" actId="478"/>
          <ac:cxnSpMkLst>
            <pc:docMk/>
            <pc:sldMk cId="551029900" sldId="6211"/>
            <ac:cxnSpMk id="119" creationId="{C6BDE7BB-4B89-4741-8B5E-8F4D5553A4EB}"/>
          </ac:cxnSpMkLst>
        </pc:cxnChg>
        <pc:cxnChg chg="mod">
          <ac:chgData name="Mitra, Sayan" userId="5f9b069e-390c-41f3-af3f-6bd4b0fb9710" providerId="ADAL" clId="{603CB73D-5ABF-4B35-AB35-B8B719F0AA85}" dt="2022-07-04T17:28:57.744" v="14609" actId="692"/>
          <ac:cxnSpMkLst>
            <pc:docMk/>
            <pc:sldMk cId="551029900" sldId="6211"/>
            <ac:cxnSpMk id="128" creationId="{DB41B344-25B8-448A-82B0-D6F4FBAD94D1}"/>
          </ac:cxnSpMkLst>
        </pc:cxnChg>
        <pc:cxnChg chg="del">
          <ac:chgData name="Mitra, Sayan" userId="5f9b069e-390c-41f3-af3f-6bd4b0fb9710" providerId="ADAL" clId="{603CB73D-5ABF-4B35-AB35-B8B719F0AA85}" dt="2022-07-03T13:09:32.066" v="7797" actId="478"/>
          <ac:cxnSpMkLst>
            <pc:docMk/>
            <pc:sldMk cId="551029900" sldId="6211"/>
            <ac:cxnSpMk id="129" creationId="{7DCFB478-ACAF-4391-9274-B3D2B2BFD330}"/>
          </ac:cxnSpMkLst>
        </pc:cxnChg>
        <pc:cxnChg chg="mod">
          <ac:chgData name="Mitra, Sayan" userId="5f9b069e-390c-41f3-af3f-6bd4b0fb9710" providerId="ADAL" clId="{603CB73D-5ABF-4B35-AB35-B8B719F0AA85}" dt="2022-07-04T17:28:43.805" v="14605" actId="692"/>
          <ac:cxnSpMkLst>
            <pc:docMk/>
            <pc:sldMk cId="551029900" sldId="6211"/>
            <ac:cxnSpMk id="131" creationId="{F44809DC-5F62-4F28-BC74-A574CB487AA6}"/>
          </ac:cxnSpMkLst>
        </pc:cxnChg>
        <pc:cxnChg chg="add mod">
          <ac:chgData name="Mitra, Sayan" userId="5f9b069e-390c-41f3-af3f-6bd4b0fb9710" providerId="ADAL" clId="{603CB73D-5ABF-4B35-AB35-B8B719F0AA85}" dt="2022-07-04T17:26:55.458" v="14573" actId="692"/>
          <ac:cxnSpMkLst>
            <pc:docMk/>
            <pc:sldMk cId="551029900" sldId="6211"/>
            <ac:cxnSpMk id="132" creationId="{904987A2-CE27-4C0A-9FF1-DA2E3DA42ADE}"/>
          </ac:cxnSpMkLst>
        </pc:cxnChg>
        <pc:cxnChg chg="del">
          <ac:chgData name="Mitra, Sayan" userId="5f9b069e-390c-41f3-af3f-6bd4b0fb9710" providerId="ADAL" clId="{603CB73D-5ABF-4B35-AB35-B8B719F0AA85}" dt="2022-07-03T13:10:03.335" v="7804" actId="478"/>
          <ac:cxnSpMkLst>
            <pc:docMk/>
            <pc:sldMk cId="551029900" sldId="6211"/>
            <ac:cxnSpMk id="135" creationId="{690D2D66-0247-47C5-BE25-56DD81ED28E7}"/>
          </ac:cxnSpMkLst>
        </pc:cxnChg>
        <pc:cxnChg chg="del">
          <ac:chgData name="Mitra, Sayan" userId="5f9b069e-390c-41f3-af3f-6bd4b0fb9710" providerId="ADAL" clId="{603CB73D-5ABF-4B35-AB35-B8B719F0AA85}" dt="2022-07-03T13:09:41.969" v="7799" actId="478"/>
          <ac:cxnSpMkLst>
            <pc:docMk/>
            <pc:sldMk cId="551029900" sldId="6211"/>
            <ac:cxnSpMk id="136" creationId="{6DB2F6C1-BE70-42CD-AC75-62E1DA4E0FE6}"/>
          </ac:cxnSpMkLst>
        </pc:cxnChg>
        <pc:cxnChg chg="add del mod">
          <ac:chgData name="Mitra, Sayan" userId="5f9b069e-390c-41f3-af3f-6bd4b0fb9710" providerId="ADAL" clId="{603CB73D-5ABF-4B35-AB35-B8B719F0AA85}" dt="2022-07-03T13:39:02.853" v="8579" actId="478"/>
          <ac:cxnSpMkLst>
            <pc:docMk/>
            <pc:sldMk cId="551029900" sldId="6211"/>
            <ac:cxnSpMk id="139" creationId="{3EB614BA-2153-40ED-858B-284434747EF3}"/>
          </ac:cxnSpMkLst>
        </pc:cxnChg>
        <pc:cxnChg chg="add del mod ord">
          <ac:chgData name="Mitra, Sayan" userId="5f9b069e-390c-41f3-af3f-6bd4b0fb9710" providerId="ADAL" clId="{603CB73D-5ABF-4B35-AB35-B8B719F0AA85}" dt="2022-07-03T13:39:02.853" v="8579" actId="478"/>
          <ac:cxnSpMkLst>
            <pc:docMk/>
            <pc:sldMk cId="551029900" sldId="6211"/>
            <ac:cxnSpMk id="140" creationId="{5F4C89FB-1A71-48B9-879C-4ABAEEF57820}"/>
          </ac:cxnSpMkLst>
        </pc:cxnChg>
        <pc:cxnChg chg="del">
          <ac:chgData name="Mitra, Sayan" userId="5f9b069e-390c-41f3-af3f-6bd4b0fb9710" providerId="ADAL" clId="{603CB73D-5ABF-4B35-AB35-B8B719F0AA85}" dt="2022-07-03T13:10:06.382" v="7805" actId="478"/>
          <ac:cxnSpMkLst>
            <pc:docMk/>
            <pc:sldMk cId="551029900" sldId="6211"/>
            <ac:cxnSpMk id="151" creationId="{BF862557-1725-4B1A-AF40-A0407698F8FD}"/>
          </ac:cxnSpMkLst>
        </pc:cxnChg>
        <pc:cxnChg chg="mod">
          <ac:chgData name="Mitra, Sayan" userId="5f9b069e-390c-41f3-af3f-6bd4b0fb9710" providerId="ADAL" clId="{603CB73D-5ABF-4B35-AB35-B8B719F0AA85}" dt="2022-07-04T17:28:15.700" v="14601" actId="692"/>
          <ac:cxnSpMkLst>
            <pc:docMk/>
            <pc:sldMk cId="551029900" sldId="6211"/>
            <ac:cxnSpMk id="156" creationId="{AD2095F0-64A3-42F4-BF6A-97C3D5A3B109}"/>
          </ac:cxnSpMkLst>
        </pc:cxnChg>
        <pc:cxnChg chg="mod">
          <ac:chgData name="Mitra, Sayan" userId="5f9b069e-390c-41f3-af3f-6bd4b0fb9710" providerId="ADAL" clId="{603CB73D-5ABF-4B35-AB35-B8B719F0AA85}" dt="2022-07-04T17:27:57.354" v="14595" actId="692"/>
          <ac:cxnSpMkLst>
            <pc:docMk/>
            <pc:sldMk cId="551029900" sldId="6211"/>
            <ac:cxnSpMk id="157" creationId="{6D6DA952-3018-4AAE-9DD3-EE58B667448F}"/>
          </ac:cxnSpMkLst>
        </pc:cxnChg>
        <pc:cxnChg chg="mod">
          <ac:chgData name="Mitra, Sayan" userId="5f9b069e-390c-41f3-af3f-6bd4b0fb9710" providerId="ADAL" clId="{603CB73D-5ABF-4B35-AB35-B8B719F0AA85}" dt="2022-07-04T17:27:28.627" v="14589" actId="692"/>
          <ac:cxnSpMkLst>
            <pc:docMk/>
            <pc:sldMk cId="551029900" sldId="6211"/>
            <ac:cxnSpMk id="159" creationId="{09C160E0-2482-42A0-AD95-7B6DD0DF1E1E}"/>
          </ac:cxnSpMkLst>
        </pc:cxnChg>
      </pc:sldChg>
      <pc:sldChg chg="ord">
        <pc:chgData name="Mitra, Sayan" userId="5f9b069e-390c-41f3-af3f-6bd4b0fb9710" providerId="ADAL" clId="{603CB73D-5ABF-4B35-AB35-B8B719F0AA85}" dt="2022-07-04T05:34:44.106" v="12476"/>
        <pc:sldMkLst>
          <pc:docMk/>
          <pc:sldMk cId="1149257076" sldId="6212"/>
        </pc:sldMkLst>
      </pc:sldChg>
      <pc:sldChg chg="addSp delSp modSp mod modClrScheme chgLayout">
        <pc:chgData name="Mitra, Sayan" userId="5f9b069e-390c-41f3-af3f-6bd4b0fb9710" providerId="ADAL" clId="{603CB73D-5ABF-4B35-AB35-B8B719F0AA85}" dt="2022-07-04T17:29:50.370" v="14622" actId="20577"/>
        <pc:sldMkLst>
          <pc:docMk/>
          <pc:sldMk cId="4022830053" sldId="6214"/>
        </pc:sldMkLst>
        <pc:spChg chg="mod ord">
          <ac:chgData name="Mitra, Sayan" userId="5f9b069e-390c-41f3-af3f-6bd4b0fb9710" providerId="ADAL" clId="{603CB73D-5ABF-4B35-AB35-B8B719F0AA85}" dt="2022-07-04T16:32:04.597" v="14357" actId="700"/>
          <ac:spMkLst>
            <pc:docMk/>
            <pc:sldMk cId="4022830053" sldId="6214"/>
            <ac:spMk id="2" creationId="{D70532A7-457F-440A-A4AD-532CA10696A3}"/>
          </ac:spMkLst>
        </pc:spChg>
        <pc:spChg chg="del mod">
          <ac:chgData name="Mitra, Sayan" userId="5f9b069e-390c-41f3-af3f-6bd4b0fb9710" providerId="ADAL" clId="{603CB73D-5ABF-4B35-AB35-B8B719F0AA85}" dt="2022-07-04T16:31:02.190" v="14351" actId="478"/>
          <ac:spMkLst>
            <pc:docMk/>
            <pc:sldMk cId="4022830053" sldId="6214"/>
            <ac:spMk id="3" creationId="{B4846AA2-7E2B-4BD8-A7EC-C40F1CE3889A}"/>
          </ac:spMkLst>
        </pc:spChg>
        <pc:spChg chg="add del mod ord">
          <ac:chgData name="Mitra, Sayan" userId="5f9b069e-390c-41f3-af3f-6bd4b0fb9710" providerId="ADAL" clId="{603CB73D-5ABF-4B35-AB35-B8B719F0AA85}" dt="2022-07-04T16:32:08.192" v="14358" actId="478"/>
          <ac:spMkLst>
            <pc:docMk/>
            <pc:sldMk cId="4022830053" sldId="6214"/>
            <ac:spMk id="6" creationId="{A3A36915-ED26-4FCE-A210-CDBE6807784F}"/>
          </ac:spMkLst>
        </pc:spChg>
        <pc:spChg chg="add del mod ord">
          <ac:chgData name="Mitra, Sayan" userId="5f9b069e-390c-41f3-af3f-6bd4b0fb9710" providerId="ADAL" clId="{603CB73D-5ABF-4B35-AB35-B8B719F0AA85}" dt="2022-07-04T16:32:11.397" v="14359" actId="478"/>
          <ac:spMkLst>
            <pc:docMk/>
            <pc:sldMk cId="4022830053" sldId="6214"/>
            <ac:spMk id="7" creationId="{0293155A-1D87-4EBA-B91C-C0E7E58995A0}"/>
          </ac:spMkLst>
        </pc:spChg>
        <pc:spChg chg="mod">
          <ac:chgData name="Mitra, Sayan" userId="5f9b069e-390c-41f3-af3f-6bd4b0fb9710" providerId="ADAL" clId="{603CB73D-5ABF-4B35-AB35-B8B719F0AA85}" dt="2022-07-04T04:56:15.863" v="12448" actId="1035"/>
          <ac:spMkLst>
            <pc:docMk/>
            <pc:sldMk cId="4022830053" sldId="6214"/>
            <ac:spMk id="11" creationId="{FF8F9A01-76BE-4400-9E75-84418B5B0746}"/>
          </ac:spMkLst>
        </pc:spChg>
        <pc:spChg chg="mod">
          <ac:chgData name="Mitra, Sayan" userId="5f9b069e-390c-41f3-af3f-6bd4b0fb9710" providerId="ADAL" clId="{603CB73D-5ABF-4B35-AB35-B8B719F0AA85}" dt="2022-07-04T04:56:15.863" v="12448" actId="1035"/>
          <ac:spMkLst>
            <pc:docMk/>
            <pc:sldMk cId="4022830053" sldId="6214"/>
            <ac:spMk id="13" creationId="{4DCC5F45-E2FD-4E56-90E4-DEFCE534B6AB}"/>
          </ac:spMkLst>
        </pc:spChg>
        <pc:graphicFrameChg chg="mod">
          <ac:chgData name="Mitra, Sayan" userId="5f9b069e-390c-41f3-af3f-6bd4b0fb9710" providerId="ADAL" clId="{603CB73D-5ABF-4B35-AB35-B8B719F0AA85}" dt="2022-07-04T17:29:50.370" v="14622" actId="20577"/>
          <ac:graphicFrameMkLst>
            <pc:docMk/>
            <pc:sldMk cId="4022830053" sldId="6214"/>
            <ac:graphicFrameMk id="4" creationId="{2CD9BD51-F711-4EE1-B557-4F848BED9E5B}"/>
          </ac:graphicFrameMkLst>
        </pc:graphicFrameChg>
        <pc:graphicFrameChg chg="mod">
          <ac:chgData name="Mitra, Sayan" userId="5f9b069e-390c-41f3-af3f-6bd4b0fb9710" providerId="ADAL" clId="{603CB73D-5ABF-4B35-AB35-B8B719F0AA85}" dt="2022-07-04T04:58:53.314" v="12462" actId="12100"/>
          <ac:graphicFrameMkLst>
            <pc:docMk/>
            <pc:sldMk cId="4022830053" sldId="6214"/>
            <ac:graphicFrameMk id="5" creationId="{A2171521-BF8F-4AFC-9FBC-309A2C423109}"/>
          </ac:graphicFrameMkLst>
        </pc:graphicFrameChg>
        <pc:graphicFrameChg chg="mod">
          <ac:chgData name="Mitra, Sayan" userId="5f9b069e-390c-41f3-af3f-6bd4b0fb9710" providerId="ADAL" clId="{603CB73D-5ABF-4B35-AB35-B8B719F0AA85}" dt="2022-07-04T04:56:15.863" v="12448" actId="1035"/>
          <ac:graphicFrameMkLst>
            <pc:docMk/>
            <pc:sldMk cId="4022830053" sldId="6214"/>
            <ac:graphicFrameMk id="14" creationId="{5D83B691-96DB-498D-BB79-3DCBEC37E9CF}"/>
          </ac:graphicFrameMkLst>
        </pc:graphicFrameChg>
        <pc:cxnChg chg="mod">
          <ac:chgData name="Mitra, Sayan" userId="5f9b069e-390c-41f3-af3f-6bd4b0fb9710" providerId="ADAL" clId="{603CB73D-5ABF-4B35-AB35-B8B719F0AA85}" dt="2022-07-04T04:56:15.863" v="12448" actId="1035"/>
          <ac:cxnSpMkLst>
            <pc:docMk/>
            <pc:sldMk cId="4022830053" sldId="6214"/>
            <ac:cxnSpMk id="9" creationId="{0E77DFAB-BA35-4A05-9E12-B193FA6E597F}"/>
          </ac:cxnSpMkLst>
        </pc:cxnChg>
        <pc:cxnChg chg="mod">
          <ac:chgData name="Mitra, Sayan" userId="5f9b069e-390c-41f3-af3f-6bd4b0fb9710" providerId="ADAL" clId="{603CB73D-5ABF-4B35-AB35-B8B719F0AA85}" dt="2022-07-04T04:56:15.863" v="12448" actId="1035"/>
          <ac:cxnSpMkLst>
            <pc:docMk/>
            <pc:sldMk cId="4022830053" sldId="6214"/>
            <ac:cxnSpMk id="12" creationId="{6C9EAC4C-21EB-4BE1-BE77-27FF4EEBA753}"/>
          </ac:cxnSpMkLst>
        </pc:cxnChg>
      </pc:sldChg>
      <pc:sldChg chg="addSp delSp modSp add mod modClrScheme addAnim delAnim modAnim chgLayout">
        <pc:chgData name="Mitra, Sayan" userId="5f9b069e-390c-41f3-af3f-6bd4b0fb9710" providerId="ADAL" clId="{603CB73D-5ABF-4B35-AB35-B8B719F0AA85}" dt="2022-07-04T16:33:08.186" v="14370" actId="478"/>
        <pc:sldMkLst>
          <pc:docMk/>
          <pc:sldMk cId="484351821" sldId="6215"/>
        </pc:sldMkLst>
        <pc:spChg chg="mod ord">
          <ac:chgData name="Mitra, Sayan" userId="5f9b069e-390c-41f3-af3f-6bd4b0fb9710" providerId="ADAL" clId="{603CB73D-5ABF-4B35-AB35-B8B719F0AA85}" dt="2022-07-04T16:32:57.121" v="14368" actId="700"/>
          <ac:spMkLst>
            <pc:docMk/>
            <pc:sldMk cId="484351821" sldId="6215"/>
            <ac:spMk id="2" creationId="{40DEA8BD-8A64-43E8-ABA4-688AE1E16EA0}"/>
          </ac:spMkLst>
        </pc:spChg>
        <pc:spChg chg="add del mod ord">
          <ac:chgData name="Mitra, Sayan" userId="5f9b069e-390c-41f3-af3f-6bd4b0fb9710" providerId="ADAL" clId="{603CB73D-5ABF-4B35-AB35-B8B719F0AA85}" dt="2022-07-04T16:33:08.186" v="14370" actId="478"/>
          <ac:spMkLst>
            <pc:docMk/>
            <pc:sldMk cId="484351821" sldId="6215"/>
            <ac:spMk id="3" creationId="{D6930D3F-CF1D-40E2-A528-3942FE4438BB}"/>
          </ac:spMkLst>
        </pc:spChg>
        <pc:spChg chg="add del mod ord">
          <ac:chgData name="Mitra, Sayan" userId="5f9b069e-390c-41f3-af3f-6bd4b0fb9710" providerId="ADAL" clId="{603CB73D-5ABF-4B35-AB35-B8B719F0AA85}" dt="2022-07-04T16:33:03.186" v="14369" actId="478"/>
          <ac:spMkLst>
            <pc:docMk/>
            <pc:sldMk cId="484351821" sldId="6215"/>
            <ac:spMk id="4" creationId="{DBA399B3-1138-45C0-B01A-C6CA69722505}"/>
          </ac:spMkLst>
        </pc:spChg>
        <pc:spChg chg="add del">
          <ac:chgData name="Mitra, Sayan" userId="5f9b069e-390c-41f3-af3f-6bd4b0fb9710" providerId="ADAL" clId="{603CB73D-5ABF-4B35-AB35-B8B719F0AA85}" dt="2022-07-04T04:15:30.783" v="10951" actId="478"/>
          <ac:spMkLst>
            <pc:docMk/>
            <pc:sldMk cId="484351821" sldId="6215"/>
            <ac:spMk id="4" creationId="{F9108327-C6A8-43CF-80C3-E5BA9F2C269A}"/>
          </ac:spMkLst>
        </pc:spChg>
        <pc:spChg chg="add del mod">
          <ac:chgData name="Mitra, Sayan" userId="5f9b069e-390c-41f3-af3f-6bd4b0fb9710" providerId="ADAL" clId="{603CB73D-5ABF-4B35-AB35-B8B719F0AA85}" dt="2022-07-04T04:15:23.526" v="10950"/>
          <ac:spMkLst>
            <pc:docMk/>
            <pc:sldMk cId="484351821" sldId="6215"/>
            <ac:spMk id="5" creationId="{370F6C53-3782-4853-B253-5E00A15420A5}"/>
          </ac:spMkLst>
        </pc:spChg>
        <pc:spChg chg="del">
          <ac:chgData name="Mitra, Sayan" userId="5f9b069e-390c-41f3-af3f-6bd4b0fb9710" providerId="ADAL" clId="{603CB73D-5ABF-4B35-AB35-B8B719F0AA85}" dt="2022-07-04T03:58:42.867" v="10864" actId="478"/>
          <ac:spMkLst>
            <pc:docMk/>
            <pc:sldMk cId="484351821" sldId="6215"/>
            <ac:spMk id="6" creationId="{D2ABAB45-F452-4A11-A5FA-A0F7807FD281}"/>
          </ac:spMkLst>
        </pc:spChg>
        <pc:spChg chg="mod">
          <ac:chgData name="Mitra, Sayan" userId="5f9b069e-390c-41f3-af3f-6bd4b0fb9710" providerId="ADAL" clId="{603CB73D-5ABF-4B35-AB35-B8B719F0AA85}" dt="2022-07-04T04:14:59.853" v="10945"/>
          <ac:spMkLst>
            <pc:docMk/>
            <pc:sldMk cId="484351821" sldId="6215"/>
            <ac:spMk id="8" creationId="{D5B950BD-BF9F-4138-A152-9513B2132D7F}"/>
          </ac:spMkLst>
        </pc:spChg>
        <pc:spChg chg="mod">
          <ac:chgData name="Mitra, Sayan" userId="5f9b069e-390c-41f3-af3f-6bd4b0fb9710" providerId="ADAL" clId="{603CB73D-5ABF-4B35-AB35-B8B719F0AA85}" dt="2022-07-04T04:14:59.853" v="10945"/>
          <ac:spMkLst>
            <pc:docMk/>
            <pc:sldMk cId="484351821" sldId="6215"/>
            <ac:spMk id="9" creationId="{29AAC41D-30B2-4675-8F1C-3C2EFA403A89}"/>
          </ac:spMkLst>
        </pc:spChg>
        <pc:spChg chg="mod">
          <ac:chgData name="Mitra, Sayan" userId="5f9b069e-390c-41f3-af3f-6bd4b0fb9710" providerId="ADAL" clId="{603CB73D-5ABF-4B35-AB35-B8B719F0AA85}" dt="2022-07-04T04:14:59.853" v="10945"/>
          <ac:spMkLst>
            <pc:docMk/>
            <pc:sldMk cId="484351821" sldId="6215"/>
            <ac:spMk id="10" creationId="{A850548A-83C5-48C3-94D1-564676F00301}"/>
          </ac:spMkLst>
        </pc:spChg>
        <pc:spChg chg="mod">
          <ac:chgData name="Mitra, Sayan" userId="5f9b069e-390c-41f3-af3f-6bd4b0fb9710" providerId="ADAL" clId="{603CB73D-5ABF-4B35-AB35-B8B719F0AA85}" dt="2022-07-04T04:14:59.853" v="10945"/>
          <ac:spMkLst>
            <pc:docMk/>
            <pc:sldMk cId="484351821" sldId="6215"/>
            <ac:spMk id="11" creationId="{AC409FBD-1AD1-401D-AD24-190A648CDA54}"/>
          </ac:spMkLst>
        </pc:spChg>
        <pc:spChg chg="add del mod">
          <ac:chgData name="Mitra, Sayan" userId="5f9b069e-390c-41f3-af3f-6bd4b0fb9710" providerId="ADAL" clId="{603CB73D-5ABF-4B35-AB35-B8B719F0AA85}" dt="2022-07-04T04:15:23.526" v="10950"/>
          <ac:spMkLst>
            <pc:docMk/>
            <pc:sldMk cId="484351821" sldId="6215"/>
            <ac:spMk id="12" creationId="{2521F134-A040-412B-B0CA-AE444542F893}"/>
          </ac:spMkLst>
        </pc:spChg>
        <pc:spChg chg="add del mod">
          <ac:chgData name="Mitra, Sayan" userId="5f9b069e-390c-41f3-af3f-6bd4b0fb9710" providerId="ADAL" clId="{603CB73D-5ABF-4B35-AB35-B8B719F0AA85}" dt="2022-07-04T04:15:23.526" v="10950"/>
          <ac:spMkLst>
            <pc:docMk/>
            <pc:sldMk cId="484351821" sldId="6215"/>
            <ac:spMk id="13" creationId="{8C880308-9C70-448C-BAF9-62645877D10C}"/>
          </ac:spMkLst>
        </pc:spChg>
        <pc:spChg chg="add del mod">
          <ac:chgData name="Mitra, Sayan" userId="5f9b069e-390c-41f3-af3f-6bd4b0fb9710" providerId="ADAL" clId="{603CB73D-5ABF-4B35-AB35-B8B719F0AA85}" dt="2022-07-04T04:15:23.526" v="10950"/>
          <ac:spMkLst>
            <pc:docMk/>
            <pc:sldMk cId="484351821" sldId="6215"/>
            <ac:spMk id="14" creationId="{FC61E9D5-8346-4AEE-9333-99A75899ACF3}"/>
          </ac:spMkLst>
        </pc:spChg>
        <pc:spChg chg="add del mod">
          <ac:chgData name="Mitra, Sayan" userId="5f9b069e-390c-41f3-af3f-6bd4b0fb9710" providerId="ADAL" clId="{603CB73D-5ABF-4B35-AB35-B8B719F0AA85}" dt="2022-07-04T04:15:23.526" v="10950"/>
          <ac:spMkLst>
            <pc:docMk/>
            <pc:sldMk cId="484351821" sldId="6215"/>
            <ac:spMk id="15" creationId="{2672C874-31EA-41DE-BDBD-0E9B8B7BEABD}"/>
          </ac:spMkLst>
        </pc:spChg>
        <pc:spChg chg="add del mod">
          <ac:chgData name="Mitra, Sayan" userId="5f9b069e-390c-41f3-af3f-6bd4b0fb9710" providerId="ADAL" clId="{603CB73D-5ABF-4B35-AB35-B8B719F0AA85}" dt="2022-07-04T04:15:23.526" v="10950"/>
          <ac:spMkLst>
            <pc:docMk/>
            <pc:sldMk cId="484351821" sldId="6215"/>
            <ac:spMk id="16" creationId="{CAF8C972-489A-4289-A927-40E8F0C65BC0}"/>
          </ac:spMkLst>
        </pc:spChg>
        <pc:spChg chg="add del mod">
          <ac:chgData name="Mitra, Sayan" userId="5f9b069e-390c-41f3-af3f-6bd4b0fb9710" providerId="ADAL" clId="{603CB73D-5ABF-4B35-AB35-B8B719F0AA85}" dt="2022-07-04T04:15:23.526" v="10950"/>
          <ac:spMkLst>
            <pc:docMk/>
            <pc:sldMk cId="484351821" sldId="6215"/>
            <ac:spMk id="17" creationId="{3067A3B3-B07D-4714-AC95-A64521BC4EFA}"/>
          </ac:spMkLst>
        </pc:spChg>
        <pc:spChg chg="mod">
          <ac:chgData name="Mitra, Sayan" userId="5f9b069e-390c-41f3-af3f-6bd4b0fb9710" providerId="ADAL" clId="{603CB73D-5ABF-4B35-AB35-B8B719F0AA85}" dt="2022-07-04T04:14:59.853" v="10945"/>
          <ac:spMkLst>
            <pc:docMk/>
            <pc:sldMk cId="484351821" sldId="6215"/>
            <ac:spMk id="19" creationId="{7EB3B2E1-571A-4A13-9678-8BD480BD6CA5}"/>
          </ac:spMkLst>
        </pc:spChg>
        <pc:spChg chg="mod">
          <ac:chgData name="Mitra, Sayan" userId="5f9b069e-390c-41f3-af3f-6bd4b0fb9710" providerId="ADAL" clId="{603CB73D-5ABF-4B35-AB35-B8B719F0AA85}" dt="2022-07-04T04:14:59.853" v="10945"/>
          <ac:spMkLst>
            <pc:docMk/>
            <pc:sldMk cId="484351821" sldId="6215"/>
            <ac:spMk id="20" creationId="{3AACB69A-A412-45D2-B330-66BE99C0E9D8}"/>
          </ac:spMkLst>
        </pc:spChg>
        <pc:spChg chg="mod">
          <ac:chgData name="Mitra, Sayan" userId="5f9b069e-390c-41f3-af3f-6bd4b0fb9710" providerId="ADAL" clId="{603CB73D-5ABF-4B35-AB35-B8B719F0AA85}" dt="2022-07-04T04:14:59.853" v="10945"/>
          <ac:spMkLst>
            <pc:docMk/>
            <pc:sldMk cId="484351821" sldId="6215"/>
            <ac:spMk id="22" creationId="{3B2F09A7-A3A0-4F4B-84F5-7E825720DA8C}"/>
          </ac:spMkLst>
        </pc:spChg>
        <pc:spChg chg="mod">
          <ac:chgData name="Mitra, Sayan" userId="5f9b069e-390c-41f3-af3f-6bd4b0fb9710" providerId="ADAL" clId="{603CB73D-5ABF-4B35-AB35-B8B719F0AA85}" dt="2022-07-04T04:14:59.853" v="10945"/>
          <ac:spMkLst>
            <pc:docMk/>
            <pc:sldMk cId="484351821" sldId="6215"/>
            <ac:spMk id="23" creationId="{A9C97883-F156-45C2-89B0-FC7F9F3B7839}"/>
          </ac:spMkLst>
        </pc:spChg>
        <pc:spChg chg="add del mod">
          <ac:chgData name="Mitra, Sayan" userId="5f9b069e-390c-41f3-af3f-6bd4b0fb9710" providerId="ADAL" clId="{603CB73D-5ABF-4B35-AB35-B8B719F0AA85}" dt="2022-07-04T04:15:23.526" v="10950"/>
          <ac:spMkLst>
            <pc:docMk/>
            <pc:sldMk cId="484351821" sldId="6215"/>
            <ac:spMk id="24" creationId="{2DD6DCB7-9915-4D2E-8FC4-9D40B418370F}"/>
          </ac:spMkLst>
        </pc:spChg>
        <pc:spChg chg="add del mod">
          <ac:chgData name="Mitra, Sayan" userId="5f9b069e-390c-41f3-af3f-6bd4b0fb9710" providerId="ADAL" clId="{603CB73D-5ABF-4B35-AB35-B8B719F0AA85}" dt="2022-07-04T04:15:23.526" v="10950"/>
          <ac:spMkLst>
            <pc:docMk/>
            <pc:sldMk cId="484351821" sldId="6215"/>
            <ac:spMk id="25" creationId="{8F703797-16BD-4ED8-84A3-7BE5F65022BC}"/>
          </ac:spMkLst>
        </pc:spChg>
        <pc:spChg chg="add del mod">
          <ac:chgData name="Mitra, Sayan" userId="5f9b069e-390c-41f3-af3f-6bd4b0fb9710" providerId="ADAL" clId="{603CB73D-5ABF-4B35-AB35-B8B719F0AA85}" dt="2022-07-04T04:15:23.526" v="10950"/>
          <ac:spMkLst>
            <pc:docMk/>
            <pc:sldMk cId="484351821" sldId="6215"/>
            <ac:spMk id="27" creationId="{0E5126C1-E77D-4249-95F6-FADACAD1DDC5}"/>
          </ac:spMkLst>
        </pc:spChg>
        <pc:spChg chg="add del mod">
          <ac:chgData name="Mitra, Sayan" userId="5f9b069e-390c-41f3-af3f-6bd4b0fb9710" providerId="ADAL" clId="{603CB73D-5ABF-4B35-AB35-B8B719F0AA85}" dt="2022-07-04T04:15:23.526" v="10950"/>
          <ac:spMkLst>
            <pc:docMk/>
            <pc:sldMk cId="484351821" sldId="6215"/>
            <ac:spMk id="28" creationId="{AD79B777-3EEE-4A35-AB4C-F5F4FAA5C3F4}"/>
          </ac:spMkLst>
        </pc:spChg>
        <pc:spChg chg="add del mod">
          <ac:chgData name="Mitra, Sayan" userId="5f9b069e-390c-41f3-af3f-6bd4b0fb9710" providerId="ADAL" clId="{603CB73D-5ABF-4B35-AB35-B8B719F0AA85}" dt="2022-07-04T04:15:23.526" v="10950"/>
          <ac:spMkLst>
            <pc:docMk/>
            <pc:sldMk cId="484351821" sldId="6215"/>
            <ac:spMk id="29" creationId="{58E847F2-E959-4736-BF55-A6D4368603B6}"/>
          </ac:spMkLst>
        </pc:spChg>
        <pc:spChg chg="add del mod">
          <ac:chgData name="Mitra, Sayan" userId="5f9b069e-390c-41f3-af3f-6bd4b0fb9710" providerId="ADAL" clId="{603CB73D-5ABF-4B35-AB35-B8B719F0AA85}" dt="2022-07-04T04:15:23.526" v="10950"/>
          <ac:spMkLst>
            <pc:docMk/>
            <pc:sldMk cId="484351821" sldId="6215"/>
            <ac:spMk id="30" creationId="{61D603EF-FDE6-4468-925D-B136562A92B5}"/>
          </ac:spMkLst>
        </pc:spChg>
        <pc:spChg chg="add del mod">
          <ac:chgData name="Mitra, Sayan" userId="5f9b069e-390c-41f3-af3f-6bd4b0fb9710" providerId="ADAL" clId="{603CB73D-5ABF-4B35-AB35-B8B719F0AA85}" dt="2022-07-04T04:15:23.526" v="10950"/>
          <ac:spMkLst>
            <pc:docMk/>
            <pc:sldMk cId="484351821" sldId="6215"/>
            <ac:spMk id="31" creationId="{0900E3AA-CFE0-4FE9-ADF7-4C834DEB8F41}"/>
          </ac:spMkLst>
        </pc:spChg>
        <pc:spChg chg="add del mod">
          <ac:chgData name="Mitra, Sayan" userId="5f9b069e-390c-41f3-af3f-6bd4b0fb9710" providerId="ADAL" clId="{603CB73D-5ABF-4B35-AB35-B8B719F0AA85}" dt="2022-07-04T04:15:23.526" v="10950"/>
          <ac:spMkLst>
            <pc:docMk/>
            <pc:sldMk cId="484351821" sldId="6215"/>
            <ac:spMk id="32" creationId="{13849BA6-F50F-4541-B0C8-60B6CCFA3C36}"/>
          </ac:spMkLst>
        </pc:spChg>
        <pc:spChg chg="add mod">
          <ac:chgData name="Mitra, Sayan" userId="5f9b069e-390c-41f3-af3f-6bd4b0fb9710" providerId="ADAL" clId="{603CB73D-5ABF-4B35-AB35-B8B719F0AA85}" dt="2022-07-04T04:38:34.962" v="12116" actId="1035"/>
          <ac:spMkLst>
            <pc:docMk/>
            <pc:sldMk cId="484351821" sldId="6215"/>
            <ac:spMk id="38" creationId="{B79C7C9E-CDC8-40BA-AF8C-4A6C8C7C58FC}"/>
          </ac:spMkLst>
        </pc:spChg>
        <pc:spChg chg="mod">
          <ac:chgData name="Mitra, Sayan" userId="5f9b069e-390c-41f3-af3f-6bd4b0fb9710" providerId="ADAL" clId="{603CB73D-5ABF-4B35-AB35-B8B719F0AA85}" dt="2022-07-04T04:15:37.204" v="10952"/>
          <ac:spMkLst>
            <pc:docMk/>
            <pc:sldMk cId="484351821" sldId="6215"/>
            <ac:spMk id="40" creationId="{AB47AB00-3874-4371-BB82-1CD1CC9C1CFD}"/>
          </ac:spMkLst>
        </pc:spChg>
        <pc:spChg chg="mod">
          <ac:chgData name="Mitra, Sayan" userId="5f9b069e-390c-41f3-af3f-6bd4b0fb9710" providerId="ADAL" clId="{603CB73D-5ABF-4B35-AB35-B8B719F0AA85}" dt="2022-07-04T04:15:37.204" v="10952"/>
          <ac:spMkLst>
            <pc:docMk/>
            <pc:sldMk cId="484351821" sldId="6215"/>
            <ac:spMk id="41" creationId="{EE607B2A-7A0C-4ED9-B7BA-D1BDEA987E4C}"/>
          </ac:spMkLst>
        </pc:spChg>
        <pc:spChg chg="mod">
          <ac:chgData name="Mitra, Sayan" userId="5f9b069e-390c-41f3-af3f-6bd4b0fb9710" providerId="ADAL" clId="{603CB73D-5ABF-4B35-AB35-B8B719F0AA85}" dt="2022-07-04T04:15:37.204" v="10952"/>
          <ac:spMkLst>
            <pc:docMk/>
            <pc:sldMk cId="484351821" sldId="6215"/>
            <ac:spMk id="42" creationId="{4E280D23-CE88-4F68-A9AE-EBE1E43A3529}"/>
          </ac:spMkLst>
        </pc:spChg>
        <pc:spChg chg="mod">
          <ac:chgData name="Mitra, Sayan" userId="5f9b069e-390c-41f3-af3f-6bd4b0fb9710" providerId="ADAL" clId="{603CB73D-5ABF-4B35-AB35-B8B719F0AA85}" dt="2022-07-04T04:15:37.204" v="10952"/>
          <ac:spMkLst>
            <pc:docMk/>
            <pc:sldMk cId="484351821" sldId="6215"/>
            <ac:spMk id="43" creationId="{C0F22FC4-5C29-4461-9A80-6262E7E9B6BD}"/>
          </ac:spMkLst>
        </pc:spChg>
        <pc:spChg chg="add mod">
          <ac:chgData name="Mitra, Sayan" userId="5f9b069e-390c-41f3-af3f-6bd4b0fb9710" providerId="ADAL" clId="{603CB73D-5ABF-4B35-AB35-B8B719F0AA85}" dt="2022-07-04T04:38:34.962" v="12116" actId="1035"/>
          <ac:spMkLst>
            <pc:docMk/>
            <pc:sldMk cId="484351821" sldId="6215"/>
            <ac:spMk id="44" creationId="{10738C7F-0D21-44D0-9CA7-0DC97F4E8CA4}"/>
          </ac:spMkLst>
        </pc:spChg>
        <pc:spChg chg="add mod">
          <ac:chgData name="Mitra, Sayan" userId="5f9b069e-390c-41f3-af3f-6bd4b0fb9710" providerId="ADAL" clId="{603CB73D-5ABF-4B35-AB35-B8B719F0AA85}" dt="2022-07-04T04:38:34.962" v="12116" actId="1035"/>
          <ac:spMkLst>
            <pc:docMk/>
            <pc:sldMk cId="484351821" sldId="6215"/>
            <ac:spMk id="45" creationId="{20670ECC-E86A-4D0B-9E07-3959F333A6A3}"/>
          </ac:spMkLst>
        </pc:spChg>
        <pc:spChg chg="add mod">
          <ac:chgData name="Mitra, Sayan" userId="5f9b069e-390c-41f3-af3f-6bd4b0fb9710" providerId="ADAL" clId="{603CB73D-5ABF-4B35-AB35-B8B719F0AA85}" dt="2022-07-04T04:38:34.962" v="12116" actId="1035"/>
          <ac:spMkLst>
            <pc:docMk/>
            <pc:sldMk cId="484351821" sldId="6215"/>
            <ac:spMk id="46" creationId="{54F548C3-F423-47FD-AF1E-638A5B5A0688}"/>
          </ac:spMkLst>
        </pc:spChg>
        <pc:spChg chg="add mod">
          <ac:chgData name="Mitra, Sayan" userId="5f9b069e-390c-41f3-af3f-6bd4b0fb9710" providerId="ADAL" clId="{603CB73D-5ABF-4B35-AB35-B8B719F0AA85}" dt="2022-07-04T04:38:34.962" v="12116" actId="1035"/>
          <ac:spMkLst>
            <pc:docMk/>
            <pc:sldMk cId="484351821" sldId="6215"/>
            <ac:spMk id="47" creationId="{3EE1EEF3-C3EC-4DFD-88DD-FB2786D1E763}"/>
          </ac:spMkLst>
        </pc:spChg>
        <pc:spChg chg="add mod">
          <ac:chgData name="Mitra, Sayan" userId="5f9b069e-390c-41f3-af3f-6bd4b0fb9710" providerId="ADAL" clId="{603CB73D-5ABF-4B35-AB35-B8B719F0AA85}" dt="2022-07-04T04:38:34.962" v="12116" actId="1035"/>
          <ac:spMkLst>
            <pc:docMk/>
            <pc:sldMk cId="484351821" sldId="6215"/>
            <ac:spMk id="48" creationId="{5BE198A2-79F8-4CB9-B5D6-7311632A6E11}"/>
          </ac:spMkLst>
        </pc:spChg>
        <pc:spChg chg="add mod">
          <ac:chgData name="Mitra, Sayan" userId="5f9b069e-390c-41f3-af3f-6bd4b0fb9710" providerId="ADAL" clId="{603CB73D-5ABF-4B35-AB35-B8B719F0AA85}" dt="2022-07-04T04:38:34.962" v="12116" actId="1035"/>
          <ac:spMkLst>
            <pc:docMk/>
            <pc:sldMk cId="484351821" sldId="6215"/>
            <ac:spMk id="49" creationId="{A5D26F93-D003-4D79-8A4E-A6FA474CBD95}"/>
          </ac:spMkLst>
        </pc:spChg>
        <pc:spChg chg="add mod">
          <ac:chgData name="Mitra, Sayan" userId="5f9b069e-390c-41f3-af3f-6bd4b0fb9710" providerId="ADAL" clId="{603CB73D-5ABF-4B35-AB35-B8B719F0AA85}" dt="2022-07-04T04:38:34.962" v="12116" actId="1035"/>
          <ac:spMkLst>
            <pc:docMk/>
            <pc:sldMk cId="484351821" sldId="6215"/>
            <ac:spMk id="50" creationId="{F350C10C-A4BE-4349-A628-47A8EA6D5016}"/>
          </ac:spMkLst>
        </pc:spChg>
        <pc:spChg chg="mod topLvl">
          <ac:chgData name="Mitra, Sayan" userId="5f9b069e-390c-41f3-af3f-6bd4b0fb9710" providerId="ADAL" clId="{603CB73D-5ABF-4B35-AB35-B8B719F0AA85}" dt="2022-07-04T04:20:07.352" v="11160" actId="478"/>
          <ac:spMkLst>
            <pc:docMk/>
            <pc:sldMk cId="484351821" sldId="6215"/>
            <ac:spMk id="52" creationId="{719EDBAA-93EB-4397-83AC-742718ACC2DB}"/>
          </ac:spMkLst>
        </pc:spChg>
        <pc:spChg chg="add del mod topLvl">
          <ac:chgData name="Mitra, Sayan" userId="5f9b069e-390c-41f3-af3f-6bd4b0fb9710" providerId="ADAL" clId="{603CB73D-5ABF-4B35-AB35-B8B719F0AA85}" dt="2022-07-04T04:20:07.352" v="11160" actId="478"/>
          <ac:spMkLst>
            <pc:docMk/>
            <pc:sldMk cId="484351821" sldId="6215"/>
            <ac:spMk id="53" creationId="{3CBBE1A7-C0A0-4AB5-B4AF-1CD361CEB4D8}"/>
          </ac:spMkLst>
        </pc:spChg>
        <pc:spChg chg="mod">
          <ac:chgData name="Mitra, Sayan" userId="5f9b069e-390c-41f3-af3f-6bd4b0fb9710" providerId="ADAL" clId="{603CB73D-5ABF-4B35-AB35-B8B719F0AA85}" dt="2022-07-04T04:15:37.204" v="10952"/>
          <ac:spMkLst>
            <pc:docMk/>
            <pc:sldMk cId="484351821" sldId="6215"/>
            <ac:spMk id="55" creationId="{C13CD756-CEF0-4C92-AEA7-BAFE42EE322C}"/>
          </ac:spMkLst>
        </pc:spChg>
        <pc:spChg chg="mod">
          <ac:chgData name="Mitra, Sayan" userId="5f9b069e-390c-41f3-af3f-6bd4b0fb9710" providerId="ADAL" clId="{603CB73D-5ABF-4B35-AB35-B8B719F0AA85}" dt="2022-07-04T04:15:37.204" v="10952"/>
          <ac:spMkLst>
            <pc:docMk/>
            <pc:sldMk cId="484351821" sldId="6215"/>
            <ac:spMk id="56" creationId="{959EBF3B-C212-4676-8BCD-BD377F7222A6}"/>
          </ac:spMkLst>
        </pc:spChg>
        <pc:spChg chg="add mod">
          <ac:chgData name="Mitra, Sayan" userId="5f9b069e-390c-41f3-af3f-6bd4b0fb9710" providerId="ADAL" clId="{603CB73D-5ABF-4B35-AB35-B8B719F0AA85}" dt="2022-07-04T04:38:34.962" v="12116" actId="1035"/>
          <ac:spMkLst>
            <pc:docMk/>
            <pc:sldMk cId="484351821" sldId="6215"/>
            <ac:spMk id="57" creationId="{DFC0008C-89D0-42A1-BFF4-CA9F0BE20937}"/>
          </ac:spMkLst>
        </pc:spChg>
        <pc:spChg chg="add mod">
          <ac:chgData name="Mitra, Sayan" userId="5f9b069e-390c-41f3-af3f-6bd4b0fb9710" providerId="ADAL" clId="{603CB73D-5ABF-4B35-AB35-B8B719F0AA85}" dt="2022-07-04T04:38:34.962" v="12116" actId="1035"/>
          <ac:spMkLst>
            <pc:docMk/>
            <pc:sldMk cId="484351821" sldId="6215"/>
            <ac:spMk id="58" creationId="{41DBE52E-F20F-488A-A4D5-DF4A6A460F57}"/>
          </ac:spMkLst>
        </pc:spChg>
        <pc:spChg chg="add mod">
          <ac:chgData name="Mitra, Sayan" userId="5f9b069e-390c-41f3-af3f-6bd4b0fb9710" providerId="ADAL" clId="{603CB73D-5ABF-4B35-AB35-B8B719F0AA85}" dt="2022-07-04T04:38:34.962" v="12116" actId="1035"/>
          <ac:spMkLst>
            <pc:docMk/>
            <pc:sldMk cId="484351821" sldId="6215"/>
            <ac:spMk id="60" creationId="{8107AA60-7778-48AD-9263-150D70268F50}"/>
          </ac:spMkLst>
        </pc:spChg>
        <pc:spChg chg="add mod">
          <ac:chgData name="Mitra, Sayan" userId="5f9b069e-390c-41f3-af3f-6bd4b0fb9710" providerId="ADAL" clId="{603CB73D-5ABF-4B35-AB35-B8B719F0AA85}" dt="2022-07-04T04:38:34.962" v="12116" actId="1035"/>
          <ac:spMkLst>
            <pc:docMk/>
            <pc:sldMk cId="484351821" sldId="6215"/>
            <ac:spMk id="61" creationId="{B2E38F89-806C-46A9-8C2C-B94CC457519F}"/>
          </ac:spMkLst>
        </pc:spChg>
        <pc:spChg chg="add mod">
          <ac:chgData name="Mitra, Sayan" userId="5f9b069e-390c-41f3-af3f-6bd4b0fb9710" providerId="ADAL" clId="{603CB73D-5ABF-4B35-AB35-B8B719F0AA85}" dt="2022-07-04T04:38:34.962" v="12116" actId="1035"/>
          <ac:spMkLst>
            <pc:docMk/>
            <pc:sldMk cId="484351821" sldId="6215"/>
            <ac:spMk id="62" creationId="{EC81B2AA-DAC9-4A27-A098-60311B7637AA}"/>
          </ac:spMkLst>
        </pc:spChg>
        <pc:spChg chg="add mod">
          <ac:chgData name="Mitra, Sayan" userId="5f9b069e-390c-41f3-af3f-6bd4b0fb9710" providerId="ADAL" clId="{603CB73D-5ABF-4B35-AB35-B8B719F0AA85}" dt="2022-07-04T04:38:34.962" v="12116" actId="1035"/>
          <ac:spMkLst>
            <pc:docMk/>
            <pc:sldMk cId="484351821" sldId="6215"/>
            <ac:spMk id="63" creationId="{75C9F0B4-32EF-4E65-8F52-3217E231DC9A}"/>
          </ac:spMkLst>
        </pc:spChg>
        <pc:spChg chg="add mod">
          <ac:chgData name="Mitra, Sayan" userId="5f9b069e-390c-41f3-af3f-6bd4b0fb9710" providerId="ADAL" clId="{603CB73D-5ABF-4B35-AB35-B8B719F0AA85}" dt="2022-07-04T04:38:34.962" v="12116" actId="1035"/>
          <ac:spMkLst>
            <pc:docMk/>
            <pc:sldMk cId="484351821" sldId="6215"/>
            <ac:spMk id="64" creationId="{39D85ECF-7423-4252-A9B0-F87D5D80EB68}"/>
          </ac:spMkLst>
        </pc:spChg>
        <pc:spChg chg="add mod">
          <ac:chgData name="Mitra, Sayan" userId="5f9b069e-390c-41f3-af3f-6bd4b0fb9710" providerId="ADAL" clId="{603CB73D-5ABF-4B35-AB35-B8B719F0AA85}" dt="2022-07-04T04:38:34.962" v="12116" actId="1035"/>
          <ac:spMkLst>
            <pc:docMk/>
            <pc:sldMk cId="484351821" sldId="6215"/>
            <ac:spMk id="65" creationId="{92889DBA-0D3B-4F0B-A27F-312A3B02DC6C}"/>
          </ac:spMkLst>
        </pc:spChg>
        <pc:spChg chg="add mod">
          <ac:chgData name="Mitra, Sayan" userId="5f9b069e-390c-41f3-af3f-6bd4b0fb9710" providerId="ADAL" clId="{603CB73D-5ABF-4B35-AB35-B8B719F0AA85}" dt="2022-07-04T04:44:58.621" v="12220" actId="207"/>
          <ac:spMkLst>
            <pc:docMk/>
            <pc:sldMk cId="484351821" sldId="6215"/>
            <ac:spMk id="71" creationId="{451F7BD0-725F-4FB8-843E-65C5D0FEC47F}"/>
          </ac:spMkLst>
        </pc:spChg>
        <pc:spChg chg="add mod">
          <ac:chgData name="Mitra, Sayan" userId="5f9b069e-390c-41f3-af3f-6bd4b0fb9710" providerId="ADAL" clId="{603CB73D-5ABF-4B35-AB35-B8B719F0AA85}" dt="2022-07-04T04:44:58.621" v="12220" actId="207"/>
          <ac:spMkLst>
            <pc:docMk/>
            <pc:sldMk cId="484351821" sldId="6215"/>
            <ac:spMk id="72" creationId="{E28F4334-CBC5-42D2-A7BA-A82DC1F079DA}"/>
          </ac:spMkLst>
        </pc:spChg>
        <pc:grpChg chg="add del mod">
          <ac:chgData name="Mitra, Sayan" userId="5f9b069e-390c-41f3-af3f-6bd4b0fb9710" providerId="ADAL" clId="{603CB73D-5ABF-4B35-AB35-B8B719F0AA85}" dt="2022-07-04T04:15:23.526" v="10950"/>
          <ac:grpSpMkLst>
            <pc:docMk/>
            <pc:sldMk cId="484351821" sldId="6215"/>
            <ac:grpSpMk id="7" creationId="{FAC2FF06-44A0-4C71-BE97-F39232731C5F}"/>
          </ac:grpSpMkLst>
        </pc:grpChg>
        <pc:grpChg chg="add del mod">
          <ac:chgData name="Mitra, Sayan" userId="5f9b069e-390c-41f3-af3f-6bd4b0fb9710" providerId="ADAL" clId="{603CB73D-5ABF-4B35-AB35-B8B719F0AA85}" dt="2022-07-04T04:15:23.526" v="10950"/>
          <ac:grpSpMkLst>
            <pc:docMk/>
            <pc:sldMk cId="484351821" sldId="6215"/>
            <ac:grpSpMk id="18" creationId="{D66375DE-0FA8-4FEF-9F6D-B4C6453DF4D2}"/>
          </ac:grpSpMkLst>
        </pc:grpChg>
        <pc:grpChg chg="add del mod">
          <ac:chgData name="Mitra, Sayan" userId="5f9b069e-390c-41f3-af3f-6bd4b0fb9710" providerId="ADAL" clId="{603CB73D-5ABF-4B35-AB35-B8B719F0AA85}" dt="2022-07-04T04:15:23.526" v="10950"/>
          <ac:grpSpMkLst>
            <pc:docMk/>
            <pc:sldMk cId="484351821" sldId="6215"/>
            <ac:grpSpMk id="21" creationId="{76706AE3-BCBA-4A59-98D4-AD6560255EA1}"/>
          </ac:grpSpMkLst>
        </pc:grpChg>
        <pc:grpChg chg="add mod">
          <ac:chgData name="Mitra, Sayan" userId="5f9b069e-390c-41f3-af3f-6bd4b0fb9710" providerId="ADAL" clId="{603CB73D-5ABF-4B35-AB35-B8B719F0AA85}" dt="2022-07-04T04:38:34.962" v="12116" actId="1035"/>
          <ac:grpSpMkLst>
            <pc:docMk/>
            <pc:sldMk cId="484351821" sldId="6215"/>
            <ac:grpSpMk id="39" creationId="{DAE34119-A702-4A2F-B62B-C0F92F21F646}"/>
          </ac:grpSpMkLst>
        </pc:grpChg>
        <pc:grpChg chg="add del mod">
          <ac:chgData name="Mitra, Sayan" userId="5f9b069e-390c-41f3-af3f-6bd4b0fb9710" providerId="ADAL" clId="{603CB73D-5ABF-4B35-AB35-B8B719F0AA85}" dt="2022-07-04T04:38:34.962" v="12116" actId="1035"/>
          <ac:grpSpMkLst>
            <pc:docMk/>
            <pc:sldMk cId="484351821" sldId="6215"/>
            <ac:grpSpMk id="51" creationId="{95B29BF0-EADE-4B54-B86E-0D226D9BEA0C}"/>
          </ac:grpSpMkLst>
        </pc:grpChg>
        <pc:grpChg chg="add mod">
          <ac:chgData name="Mitra, Sayan" userId="5f9b069e-390c-41f3-af3f-6bd4b0fb9710" providerId="ADAL" clId="{603CB73D-5ABF-4B35-AB35-B8B719F0AA85}" dt="2022-07-04T04:38:34.962" v="12116" actId="1035"/>
          <ac:grpSpMkLst>
            <pc:docMk/>
            <pc:sldMk cId="484351821" sldId="6215"/>
            <ac:grpSpMk id="54" creationId="{16352CEF-2F22-4F6C-B3AA-32D65A4B02D2}"/>
          </ac:grpSpMkLst>
        </pc:grpChg>
        <pc:cxnChg chg="add del mod">
          <ac:chgData name="Mitra, Sayan" userId="5f9b069e-390c-41f3-af3f-6bd4b0fb9710" providerId="ADAL" clId="{603CB73D-5ABF-4B35-AB35-B8B719F0AA85}" dt="2022-07-04T04:15:23.526" v="10950"/>
          <ac:cxnSpMkLst>
            <pc:docMk/>
            <pc:sldMk cId="484351821" sldId="6215"/>
            <ac:cxnSpMk id="26" creationId="{E21D28E1-873E-4AE2-8AE2-A0E2F627F389}"/>
          </ac:cxnSpMkLst>
        </pc:cxnChg>
        <pc:cxnChg chg="add del mod">
          <ac:chgData name="Mitra, Sayan" userId="5f9b069e-390c-41f3-af3f-6bd4b0fb9710" providerId="ADAL" clId="{603CB73D-5ABF-4B35-AB35-B8B719F0AA85}" dt="2022-07-04T04:15:23.526" v="10950"/>
          <ac:cxnSpMkLst>
            <pc:docMk/>
            <pc:sldMk cId="484351821" sldId="6215"/>
            <ac:cxnSpMk id="33" creationId="{D821486A-E120-4C00-8333-F4353C80F5C6}"/>
          </ac:cxnSpMkLst>
        </pc:cxnChg>
        <pc:cxnChg chg="add del mod">
          <ac:chgData name="Mitra, Sayan" userId="5f9b069e-390c-41f3-af3f-6bd4b0fb9710" providerId="ADAL" clId="{603CB73D-5ABF-4B35-AB35-B8B719F0AA85}" dt="2022-07-04T04:15:23.526" v="10950"/>
          <ac:cxnSpMkLst>
            <pc:docMk/>
            <pc:sldMk cId="484351821" sldId="6215"/>
            <ac:cxnSpMk id="34" creationId="{374C1BFF-EF30-4E39-804C-0D3253D62EE4}"/>
          </ac:cxnSpMkLst>
        </pc:cxnChg>
        <pc:cxnChg chg="add del mod">
          <ac:chgData name="Mitra, Sayan" userId="5f9b069e-390c-41f3-af3f-6bd4b0fb9710" providerId="ADAL" clId="{603CB73D-5ABF-4B35-AB35-B8B719F0AA85}" dt="2022-07-04T04:15:23.526" v="10950"/>
          <ac:cxnSpMkLst>
            <pc:docMk/>
            <pc:sldMk cId="484351821" sldId="6215"/>
            <ac:cxnSpMk id="35" creationId="{05E650A1-428C-4DAB-B4A8-E88ACFC01946}"/>
          </ac:cxnSpMkLst>
        </pc:cxnChg>
        <pc:cxnChg chg="add del mod">
          <ac:chgData name="Mitra, Sayan" userId="5f9b069e-390c-41f3-af3f-6bd4b0fb9710" providerId="ADAL" clId="{603CB73D-5ABF-4B35-AB35-B8B719F0AA85}" dt="2022-07-04T04:15:23.526" v="10950"/>
          <ac:cxnSpMkLst>
            <pc:docMk/>
            <pc:sldMk cId="484351821" sldId="6215"/>
            <ac:cxnSpMk id="36" creationId="{6913E948-63EB-4532-9AC9-9D73D8E4F832}"/>
          </ac:cxnSpMkLst>
        </pc:cxnChg>
        <pc:cxnChg chg="add del mod">
          <ac:chgData name="Mitra, Sayan" userId="5f9b069e-390c-41f3-af3f-6bd4b0fb9710" providerId="ADAL" clId="{603CB73D-5ABF-4B35-AB35-B8B719F0AA85}" dt="2022-07-04T04:15:23.526" v="10950"/>
          <ac:cxnSpMkLst>
            <pc:docMk/>
            <pc:sldMk cId="484351821" sldId="6215"/>
            <ac:cxnSpMk id="37" creationId="{840E908C-8937-496C-8289-C883FBB6C262}"/>
          </ac:cxnSpMkLst>
        </pc:cxnChg>
        <pc:cxnChg chg="add mod">
          <ac:chgData name="Mitra, Sayan" userId="5f9b069e-390c-41f3-af3f-6bd4b0fb9710" providerId="ADAL" clId="{603CB73D-5ABF-4B35-AB35-B8B719F0AA85}" dt="2022-07-04T04:38:34.962" v="12116" actId="1035"/>
          <ac:cxnSpMkLst>
            <pc:docMk/>
            <pc:sldMk cId="484351821" sldId="6215"/>
            <ac:cxnSpMk id="59" creationId="{735C804B-D779-4AFB-BCDC-D9127CF47053}"/>
          </ac:cxnSpMkLst>
        </pc:cxnChg>
        <pc:cxnChg chg="add mod">
          <ac:chgData name="Mitra, Sayan" userId="5f9b069e-390c-41f3-af3f-6bd4b0fb9710" providerId="ADAL" clId="{603CB73D-5ABF-4B35-AB35-B8B719F0AA85}" dt="2022-07-04T04:38:34.962" v="12116" actId="1035"/>
          <ac:cxnSpMkLst>
            <pc:docMk/>
            <pc:sldMk cId="484351821" sldId="6215"/>
            <ac:cxnSpMk id="66" creationId="{5207D4AF-CDF8-4933-9314-66B81D648061}"/>
          </ac:cxnSpMkLst>
        </pc:cxnChg>
        <pc:cxnChg chg="add mod">
          <ac:chgData name="Mitra, Sayan" userId="5f9b069e-390c-41f3-af3f-6bd4b0fb9710" providerId="ADAL" clId="{603CB73D-5ABF-4B35-AB35-B8B719F0AA85}" dt="2022-07-04T04:38:34.962" v="12116" actId="1035"/>
          <ac:cxnSpMkLst>
            <pc:docMk/>
            <pc:sldMk cId="484351821" sldId="6215"/>
            <ac:cxnSpMk id="67" creationId="{9C7B9CE7-CF23-4950-8405-751BEDC4CD09}"/>
          </ac:cxnSpMkLst>
        </pc:cxnChg>
        <pc:cxnChg chg="add mod">
          <ac:chgData name="Mitra, Sayan" userId="5f9b069e-390c-41f3-af3f-6bd4b0fb9710" providerId="ADAL" clId="{603CB73D-5ABF-4B35-AB35-B8B719F0AA85}" dt="2022-07-04T04:38:34.962" v="12116" actId="1035"/>
          <ac:cxnSpMkLst>
            <pc:docMk/>
            <pc:sldMk cId="484351821" sldId="6215"/>
            <ac:cxnSpMk id="68" creationId="{844C1134-B8CE-410A-BEC5-12242C677390}"/>
          </ac:cxnSpMkLst>
        </pc:cxnChg>
        <pc:cxnChg chg="add mod">
          <ac:chgData name="Mitra, Sayan" userId="5f9b069e-390c-41f3-af3f-6bd4b0fb9710" providerId="ADAL" clId="{603CB73D-5ABF-4B35-AB35-B8B719F0AA85}" dt="2022-07-04T04:38:34.962" v="12116" actId="1035"/>
          <ac:cxnSpMkLst>
            <pc:docMk/>
            <pc:sldMk cId="484351821" sldId="6215"/>
            <ac:cxnSpMk id="69" creationId="{4C595FBD-71AC-487B-A2FD-5540A3C6A438}"/>
          </ac:cxnSpMkLst>
        </pc:cxnChg>
        <pc:cxnChg chg="add mod">
          <ac:chgData name="Mitra, Sayan" userId="5f9b069e-390c-41f3-af3f-6bd4b0fb9710" providerId="ADAL" clId="{603CB73D-5ABF-4B35-AB35-B8B719F0AA85}" dt="2022-07-04T04:38:34.962" v="12116" actId="1035"/>
          <ac:cxnSpMkLst>
            <pc:docMk/>
            <pc:sldMk cId="484351821" sldId="6215"/>
            <ac:cxnSpMk id="70" creationId="{2572FC02-E959-442E-8D47-BB34863CE5BE}"/>
          </ac:cxnSpMkLst>
        </pc:cxnChg>
      </pc:sldChg>
      <pc:sldChg chg="modSp new mod">
        <pc:chgData name="Mitra, Sayan" userId="5f9b069e-390c-41f3-af3f-6bd4b0fb9710" providerId="ADAL" clId="{603CB73D-5ABF-4B35-AB35-B8B719F0AA85}" dt="2022-07-04T05:44:00.607" v="12605" actId="20577"/>
        <pc:sldMkLst>
          <pc:docMk/>
          <pc:sldMk cId="1984791455" sldId="6216"/>
        </pc:sldMkLst>
        <pc:spChg chg="mod">
          <ac:chgData name="Mitra, Sayan" userId="5f9b069e-390c-41f3-af3f-6bd4b0fb9710" providerId="ADAL" clId="{603CB73D-5ABF-4B35-AB35-B8B719F0AA85}" dt="2022-07-04T05:44:00.607" v="12605" actId="20577"/>
          <ac:spMkLst>
            <pc:docMk/>
            <pc:sldMk cId="1984791455" sldId="6216"/>
            <ac:spMk id="2" creationId="{A24A3ED7-81ED-48A1-9B17-04E4990ED04B}"/>
          </ac:spMkLst>
        </pc:spChg>
      </pc:sldChg>
      <pc:sldChg chg="delSp modSp add del mod">
        <pc:chgData name="Mitra, Sayan" userId="5f9b069e-390c-41f3-af3f-6bd4b0fb9710" providerId="ADAL" clId="{603CB73D-5ABF-4B35-AB35-B8B719F0AA85}" dt="2022-07-04T09:15:05.942" v="13941" actId="47"/>
        <pc:sldMkLst>
          <pc:docMk/>
          <pc:sldMk cId="2800919972" sldId="6217"/>
        </pc:sldMkLst>
        <pc:spChg chg="del">
          <ac:chgData name="Mitra, Sayan" userId="5f9b069e-390c-41f3-af3f-6bd4b0fb9710" providerId="ADAL" clId="{603CB73D-5ABF-4B35-AB35-B8B719F0AA85}" dt="2022-07-04T08:49:12.992" v="13692" actId="478"/>
          <ac:spMkLst>
            <pc:docMk/>
            <pc:sldMk cId="2800919972" sldId="6217"/>
            <ac:spMk id="4" creationId="{443F8D93-2415-4909-8C2A-87AE5DD1A5D8}"/>
          </ac:spMkLst>
        </pc:spChg>
        <pc:spChg chg="del">
          <ac:chgData name="Mitra, Sayan" userId="5f9b069e-390c-41f3-af3f-6bd4b0fb9710" providerId="ADAL" clId="{603CB73D-5ABF-4B35-AB35-B8B719F0AA85}" dt="2022-07-04T08:49:09.567" v="13691" actId="478"/>
          <ac:spMkLst>
            <pc:docMk/>
            <pc:sldMk cId="2800919972" sldId="6217"/>
            <ac:spMk id="5" creationId="{C8052220-98E4-4B0A-A7AE-AFE36E088483}"/>
          </ac:spMkLst>
        </pc:spChg>
        <pc:spChg chg="del">
          <ac:chgData name="Mitra, Sayan" userId="5f9b069e-390c-41f3-af3f-6bd4b0fb9710" providerId="ADAL" clId="{603CB73D-5ABF-4B35-AB35-B8B719F0AA85}" dt="2022-07-04T08:49:09.567" v="13691" actId="478"/>
          <ac:spMkLst>
            <pc:docMk/>
            <pc:sldMk cId="2800919972" sldId="6217"/>
            <ac:spMk id="6" creationId="{59914BCF-0F06-4ED6-8DED-99DBBA5E2D4A}"/>
          </ac:spMkLst>
        </pc:spChg>
        <pc:spChg chg="del">
          <ac:chgData name="Mitra, Sayan" userId="5f9b069e-390c-41f3-af3f-6bd4b0fb9710" providerId="ADAL" clId="{603CB73D-5ABF-4B35-AB35-B8B719F0AA85}" dt="2022-07-04T08:49:09.567" v="13691" actId="478"/>
          <ac:spMkLst>
            <pc:docMk/>
            <pc:sldMk cId="2800919972" sldId="6217"/>
            <ac:spMk id="7" creationId="{E1FC54A5-AD5E-46F3-9E73-5AB4A7EBA0E2}"/>
          </ac:spMkLst>
        </pc:spChg>
        <pc:spChg chg="del">
          <ac:chgData name="Mitra, Sayan" userId="5f9b069e-390c-41f3-af3f-6bd4b0fb9710" providerId="ADAL" clId="{603CB73D-5ABF-4B35-AB35-B8B719F0AA85}" dt="2022-07-04T08:49:09.567" v="13691" actId="478"/>
          <ac:spMkLst>
            <pc:docMk/>
            <pc:sldMk cId="2800919972" sldId="6217"/>
            <ac:spMk id="8" creationId="{BCBAEAE2-410B-4092-BC88-A272F0F498A7}"/>
          </ac:spMkLst>
        </pc:spChg>
        <pc:spChg chg="del">
          <ac:chgData name="Mitra, Sayan" userId="5f9b069e-390c-41f3-af3f-6bd4b0fb9710" providerId="ADAL" clId="{603CB73D-5ABF-4B35-AB35-B8B719F0AA85}" dt="2022-07-04T08:49:09.567" v="13691" actId="478"/>
          <ac:spMkLst>
            <pc:docMk/>
            <pc:sldMk cId="2800919972" sldId="6217"/>
            <ac:spMk id="9" creationId="{AEF4EC20-C6F4-4C03-837F-EDC1B1DE8211}"/>
          </ac:spMkLst>
        </pc:spChg>
        <pc:spChg chg="del">
          <ac:chgData name="Mitra, Sayan" userId="5f9b069e-390c-41f3-af3f-6bd4b0fb9710" providerId="ADAL" clId="{603CB73D-5ABF-4B35-AB35-B8B719F0AA85}" dt="2022-07-04T08:49:09.567" v="13691" actId="478"/>
          <ac:spMkLst>
            <pc:docMk/>
            <pc:sldMk cId="2800919972" sldId="6217"/>
            <ac:spMk id="10" creationId="{C47D0280-F71D-4FA8-91AA-93D561D0559B}"/>
          </ac:spMkLst>
        </pc:spChg>
        <pc:spChg chg="mod">
          <ac:chgData name="Mitra, Sayan" userId="5f9b069e-390c-41f3-af3f-6bd4b0fb9710" providerId="ADAL" clId="{603CB73D-5ABF-4B35-AB35-B8B719F0AA85}" dt="2022-07-04T08:49:30.355" v="13695" actId="207"/>
          <ac:spMkLst>
            <pc:docMk/>
            <pc:sldMk cId="2800919972" sldId="6217"/>
            <ac:spMk id="13" creationId="{8906C58F-84A1-4A18-841F-8BFCEE0EDFB4}"/>
          </ac:spMkLst>
        </pc:spChg>
        <pc:spChg chg="mod">
          <ac:chgData name="Mitra, Sayan" userId="5f9b069e-390c-41f3-af3f-6bd4b0fb9710" providerId="ADAL" clId="{603CB73D-5ABF-4B35-AB35-B8B719F0AA85}" dt="2022-07-04T08:49:38.164" v="13697" actId="207"/>
          <ac:spMkLst>
            <pc:docMk/>
            <pc:sldMk cId="2800919972" sldId="6217"/>
            <ac:spMk id="14" creationId="{E92BDF04-3E2D-4E12-9794-8DB596B8ECB8}"/>
          </ac:spMkLst>
        </pc:spChg>
        <pc:spChg chg="mod">
          <ac:chgData name="Mitra, Sayan" userId="5f9b069e-390c-41f3-af3f-6bd4b0fb9710" providerId="ADAL" clId="{603CB73D-5ABF-4B35-AB35-B8B719F0AA85}" dt="2022-07-04T08:49:54.700" v="13700" actId="692"/>
          <ac:spMkLst>
            <pc:docMk/>
            <pc:sldMk cId="2800919972" sldId="6217"/>
            <ac:spMk id="24" creationId="{BD489AF9-CC9D-4F8B-8679-5B9FF81EC003}"/>
          </ac:spMkLst>
        </pc:spChg>
        <pc:spChg chg="mod">
          <ac:chgData name="Mitra, Sayan" userId="5f9b069e-390c-41f3-af3f-6bd4b0fb9710" providerId="ADAL" clId="{603CB73D-5ABF-4B35-AB35-B8B719F0AA85}" dt="2022-07-04T08:49:54.700" v="13700" actId="692"/>
          <ac:spMkLst>
            <pc:docMk/>
            <pc:sldMk cId="2800919972" sldId="6217"/>
            <ac:spMk id="25" creationId="{7A0506F4-FC70-40E6-8A55-C33D5358E4FC}"/>
          </ac:spMkLst>
        </pc:spChg>
        <pc:spChg chg="mod">
          <ac:chgData name="Mitra, Sayan" userId="5f9b069e-390c-41f3-af3f-6bd4b0fb9710" providerId="ADAL" clId="{603CB73D-5ABF-4B35-AB35-B8B719F0AA85}" dt="2022-07-04T08:49:54.700" v="13700" actId="692"/>
          <ac:spMkLst>
            <pc:docMk/>
            <pc:sldMk cId="2800919972" sldId="6217"/>
            <ac:spMk id="26" creationId="{5FEFABEB-F164-49EF-A2C6-1A1FF665BD3F}"/>
          </ac:spMkLst>
        </pc:spChg>
        <pc:grpChg chg="mod">
          <ac:chgData name="Mitra, Sayan" userId="5f9b069e-390c-41f3-af3f-6bd4b0fb9710" providerId="ADAL" clId="{603CB73D-5ABF-4B35-AB35-B8B719F0AA85}" dt="2022-07-04T08:49:20.843" v="13694" actId="14100"/>
          <ac:grpSpMkLst>
            <pc:docMk/>
            <pc:sldMk cId="2800919972" sldId="6217"/>
            <ac:grpSpMk id="11" creationId="{28C30953-4086-494B-B6D6-3EC7F92B25DE}"/>
          </ac:grpSpMkLst>
        </pc:grpChg>
      </pc:sldChg>
      <pc:sldChg chg="addSp add del mod ord">
        <pc:chgData name="Mitra, Sayan" userId="5f9b069e-390c-41f3-af3f-6bd4b0fb9710" providerId="ADAL" clId="{603CB73D-5ABF-4B35-AB35-B8B719F0AA85}" dt="2022-07-04T05:52:57.640" v="12627" actId="47"/>
        <pc:sldMkLst>
          <pc:docMk/>
          <pc:sldMk cId="3944617138" sldId="6217"/>
        </pc:sldMkLst>
        <pc:spChg chg="add">
          <ac:chgData name="Mitra, Sayan" userId="5f9b069e-390c-41f3-af3f-6bd4b0fb9710" providerId="ADAL" clId="{603CB73D-5ABF-4B35-AB35-B8B719F0AA85}" dt="2022-07-04T05:52:17.385" v="12626" actId="11529"/>
          <ac:spMkLst>
            <pc:docMk/>
            <pc:sldMk cId="3944617138" sldId="6217"/>
            <ac:spMk id="2" creationId="{A097BF4B-71E5-4DEF-AFFE-F9C353C02DB1}"/>
          </ac:spMkLst>
        </pc:spChg>
      </pc:sldChg>
      <pc:sldChg chg="modSp mod">
        <pc:chgData name="Mitra, Sayan" userId="5f9b069e-390c-41f3-af3f-6bd4b0fb9710" providerId="ADAL" clId="{603CB73D-5ABF-4B35-AB35-B8B719F0AA85}" dt="2022-07-04T12:53:19.312" v="14266" actId="20577"/>
        <pc:sldMkLst>
          <pc:docMk/>
          <pc:sldMk cId="4092330692" sldId="6217"/>
        </pc:sldMkLst>
        <pc:spChg chg="mod">
          <ac:chgData name="Mitra, Sayan" userId="5f9b069e-390c-41f3-af3f-6bd4b0fb9710" providerId="ADAL" clId="{603CB73D-5ABF-4B35-AB35-B8B719F0AA85}" dt="2022-07-04T12:53:19.312" v="14266" actId="20577"/>
          <ac:spMkLst>
            <pc:docMk/>
            <pc:sldMk cId="4092330692" sldId="6217"/>
            <ac:spMk id="69" creationId="{E28E9FC8-4737-4C4E-843F-A12B6ED84270}"/>
          </ac:spMkLst>
        </pc:spChg>
      </pc:sldChg>
      <pc:sldChg chg="modSp mod">
        <pc:chgData name="Mitra, Sayan" userId="5f9b069e-390c-41f3-af3f-6bd4b0fb9710" providerId="ADAL" clId="{603CB73D-5ABF-4B35-AB35-B8B719F0AA85}" dt="2022-07-04T09:46:32.497" v="14215" actId="20577"/>
        <pc:sldMkLst>
          <pc:docMk/>
          <pc:sldMk cId="2748443256" sldId="6219"/>
        </pc:sldMkLst>
        <pc:spChg chg="mod">
          <ac:chgData name="Mitra, Sayan" userId="5f9b069e-390c-41f3-af3f-6bd4b0fb9710" providerId="ADAL" clId="{603CB73D-5ABF-4B35-AB35-B8B719F0AA85}" dt="2022-07-04T09:46:32.497" v="14215" actId="20577"/>
          <ac:spMkLst>
            <pc:docMk/>
            <pc:sldMk cId="2748443256" sldId="6219"/>
            <ac:spMk id="8" creationId="{EF582C00-7D83-45EC-B26F-515E64D5EA94}"/>
          </ac:spMkLst>
        </pc:spChg>
      </pc:sldChg>
      <pc:sldChg chg="addSp delSp modSp add mod">
        <pc:chgData name="Mitra, Sayan" userId="5f9b069e-390c-41f3-af3f-6bd4b0fb9710" providerId="ADAL" clId="{603CB73D-5ABF-4B35-AB35-B8B719F0AA85}" dt="2022-07-04T09:21:02.046" v="13991" actId="12"/>
        <pc:sldMkLst>
          <pc:docMk/>
          <pc:sldMk cId="293863309" sldId="6220"/>
        </pc:sldMkLst>
        <pc:spChg chg="del">
          <ac:chgData name="Mitra, Sayan" userId="5f9b069e-390c-41f3-af3f-6bd4b0fb9710" providerId="ADAL" clId="{603CB73D-5ABF-4B35-AB35-B8B719F0AA85}" dt="2022-07-04T09:20:02.864" v="13978" actId="478"/>
          <ac:spMkLst>
            <pc:docMk/>
            <pc:sldMk cId="293863309" sldId="6220"/>
            <ac:spMk id="4" creationId="{CE1B435F-E423-4DFB-90D2-800BD1D56DA8}"/>
          </ac:spMkLst>
        </pc:spChg>
        <pc:spChg chg="add del mod">
          <ac:chgData name="Mitra, Sayan" userId="5f9b069e-390c-41f3-af3f-6bd4b0fb9710" providerId="ADAL" clId="{603CB73D-5ABF-4B35-AB35-B8B719F0AA85}" dt="2022-07-04T09:20:05.579" v="13979" actId="478"/>
          <ac:spMkLst>
            <pc:docMk/>
            <pc:sldMk cId="293863309" sldId="6220"/>
            <ac:spMk id="5" creationId="{31027C76-F2D2-4475-8F38-6F0E56BED11A}"/>
          </ac:spMkLst>
        </pc:spChg>
        <pc:spChg chg="mod">
          <ac:chgData name="Mitra, Sayan" userId="5f9b069e-390c-41f3-af3f-6bd4b0fb9710" providerId="ADAL" clId="{603CB73D-5ABF-4B35-AB35-B8B719F0AA85}" dt="2022-07-04T09:21:02.046" v="13991" actId="12"/>
          <ac:spMkLst>
            <pc:docMk/>
            <pc:sldMk cId="293863309" sldId="6220"/>
            <ac:spMk id="6" creationId="{7784AF6E-1463-4E68-9F71-7A0AB3299B8B}"/>
          </ac:spMkLst>
        </pc:spChg>
      </pc:sldChg>
      <pc:sldChg chg="addSp delSp modSp mod modClrScheme chgLayout">
        <pc:chgData name="Mitra, Sayan" userId="5f9b069e-390c-41f3-af3f-6bd4b0fb9710" providerId="ADAL" clId="{603CB73D-5ABF-4B35-AB35-B8B719F0AA85}" dt="2022-07-04T16:35:24.156" v="14421"/>
        <pc:sldMkLst>
          <pc:docMk/>
          <pc:sldMk cId="1473512616" sldId="6221"/>
        </pc:sldMkLst>
        <pc:spChg chg="mod ord">
          <ac:chgData name="Mitra, Sayan" userId="5f9b069e-390c-41f3-af3f-6bd4b0fb9710" providerId="ADAL" clId="{603CB73D-5ABF-4B35-AB35-B8B719F0AA85}" dt="2022-07-04T16:35:24.156" v="14421"/>
          <ac:spMkLst>
            <pc:docMk/>
            <pc:sldMk cId="1473512616" sldId="6221"/>
            <ac:spMk id="2" creationId="{919FB939-81E2-4D11-A79E-AFE4658CB08E}"/>
          </ac:spMkLst>
        </pc:spChg>
        <pc:spChg chg="add del mod ord">
          <ac:chgData name="Mitra, Sayan" userId="5f9b069e-390c-41f3-af3f-6bd4b0fb9710" providerId="ADAL" clId="{603CB73D-5ABF-4B35-AB35-B8B719F0AA85}" dt="2022-07-04T16:34:30.937" v="14381" actId="478"/>
          <ac:spMkLst>
            <pc:docMk/>
            <pc:sldMk cId="1473512616" sldId="6221"/>
            <ac:spMk id="4" creationId="{442C4DB6-0AE6-4811-B6AB-330BEA3F3ED7}"/>
          </ac:spMkLst>
        </pc:spChg>
        <pc:spChg chg="add del mod ord">
          <ac:chgData name="Mitra, Sayan" userId="5f9b069e-390c-41f3-af3f-6bd4b0fb9710" providerId="ADAL" clId="{603CB73D-5ABF-4B35-AB35-B8B719F0AA85}" dt="2022-07-04T16:34:35.965" v="14382" actId="478"/>
          <ac:spMkLst>
            <pc:docMk/>
            <pc:sldMk cId="1473512616" sldId="6221"/>
            <ac:spMk id="5" creationId="{CA416578-493D-4F1E-B048-3764101AD95E}"/>
          </ac:spMkLst>
        </pc:spChg>
        <pc:spChg chg="mod">
          <ac:chgData name="Mitra, Sayan" userId="5f9b069e-390c-41f3-af3f-6bd4b0fb9710" providerId="ADAL" clId="{603CB73D-5ABF-4B35-AB35-B8B719F0AA85}" dt="2022-07-04T16:35:15.225" v="14413" actId="108"/>
          <ac:spMkLst>
            <pc:docMk/>
            <pc:sldMk cId="1473512616" sldId="6221"/>
            <ac:spMk id="77" creationId="{7471BE02-88EF-482A-9F67-A80C21955E9C}"/>
          </ac:spMkLst>
        </pc:spChg>
        <pc:spChg chg="mod">
          <ac:chgData name="Mitra, Sayan" userId="5f9b069e-390c-41f3-af3f-6bd4b0fb9710" providerId="ADAL" clId="{603CB73D-5ABF-4B35-AB35-B8B719F0AA85}" dt="2022-07-04T16:35:21.180" v="14419" actId="1036"/>
          <ac:spMkLst>
            <pc:docMk/>
            <pc:sldMk cId="1473512616" sldId="6221"/>
            <ac:spMk id="124" creationId="{41832212-52C1-459D-B78B-189944A8A051}"/>
          </ac:spMkLst>
        </pc:spChg>
        <pc:spChg chg="mod">
          <ac:chgData name="Mitra, Sayan" userId="5f9b069e-390c-41f3-af3f-6bd4b0fb9710" providerId="ADAL" clId="{603CB73D-5ABF-4B35-AB35-B8B719F0AA85}" dt="2022-07-04T16:35:21.180" v="14419" actId="1036"/>
          <ac:spMkLst>
            <pc:docMk/>
            <pc:sldMk cId="1473512616" sldId="6221"/>
            <ac:spMk id="126" creationId="{92816435-C0A0-4596-9105-55FA6B36C14B}"/>
          </ac:spMkLst>
        </pc:spChg>
        <pc:spChg chg="mod">
          <ac:chgData name="Mitra, Sayan" userId="5f9b069e-390c-41f3-af3f-6bd4b0fb9710" providerId="ADAL" clId="{603CB73D-5ABF-4B35-AB35-B8B719F0AA85}" dt="2022-07-04T16:35:21.180" v="14419" actId="1036"/>
          <ac:spMkLst>
            <pc:docMk/>
            <pc:sldMk cId="1473512616" sldId="6221"/>
            <ac:spMk id="127" creationId="{3DB88709-FBE8-41BD-9481-F8BC068964D7}"/>
          </ac:spMkLst>
        </pc:spChg>
        <pc:spChg chg="mod">
          <ac:chgData name="Mitra, Sayan" userId="5f9b069e-390c-41f3-af3f-6bd4b0fb9710" providerId="ADAL" clId="{603CB73D-5ABF-4B35-AB35-B8B719F0AA85}" dt="2022-07-04T16:35:21.180" v="14419" actId="1036"/>
          <ac:spMkLst>
            <pc:docMk/>
            <pc:sldMk cId="1473512616" sldId="6221"/>
            <ac:spMk id="147" creationId="{CDDC7F2A-2305-40E1-A094-0F4FA8353FE3}"/>
          </ac:spMkLst>
        </pc:spChg>
        <pc:spChg chg="mod">
          <ac:chgData name="Mitra, Sayan" userId="5f9b069e-390c-41f3-af3f-6bd4b0fb9710" providerId="ADAL" clId="{603CB73D-5ABF-4B35-AB35-B8B719F0AA85}" dt="2022-07-04T16:35:21.180" v="14419" actId="1036"/>
          <ac:spMkLst>
            <pc:docMk/>
            <pc:sldMk cId="1473512616" sldId="6221"/>
            <ac:spMk id="158" creationId="{D31B496F-81E2-4920-BC60-9FD54F5B1CE9}"/>
          </ac:spMkLst>
        </pc:spChg>
        <pc:spChg chg="mod">
          <ac:chgData name="Mitra, Sayan" userId="5f9b069e-390c-41f3-af3f-6bd4b0fb9710" providerId="ADAL" clId="{603CB73D-5ABF-4B35-AB35-B8B719F0AA85}" dt="2022-07-04T16:35:21.180" v="14419" actId="1036"/>
          <ac:spMkLst>
            <pc:docMk/>
            <pc:sldMk cId="1473512616" sldId="6221"/>
            <ac:spMk id="169" creationId="{639D8464-292E-4A72-B66F-977549637E4C}"/>
          </ac:spMkLst>
        </pc:spChg>
        <pc:grpChg chg="mod">
          <ac:chgData name="Mitra, Sayan" userId="5f9b069e-390c-41f3-af3f-6bd4b0fb9710" providerId="ADAL" clId="{603CB73D-5ABF-4B35-AB35-B8B719F0AA85}" dt="2022-07-04T16:35:21.180" v="14419" actId="1036"/>
          <ac:grpSpMkLst>
            <pc:docMk/>
            <pc:sldMk cId="1473512616" sldId="6221"/>
            <ac:grpSpMk id="3" creationId="{38561350-2143-40B8-AF8A-2DA2FEC1865C}"/>
          </ac:grpSpMkLst>
        </pc:grpChg>
        <pc:grpChg chg="mod">
          <ac:chgData name="Mitra, Sayan" userId="5f9b069e-390c-41f3-af3f-6bd4b0fb9710" providerId="ADAL" clId="{603CB73D-5ABF-4B35-AB35-B8B719F0AA85}" dt="2022-07-04T16:35:21.180" v="14419" actId="1036"/>
          <ac:grpSpMkLst>
            <pc:docMk/>
            <pc:sldMk cId="1473512616" sldId="6221"/>
            <ac:grpSpMk id="79" creationId="{41AD91D3-6335-48ED-A5E0-F4A609A3D902}"/>
          </ac:grpSpMkLst>
        </pc:grpChg>
        <pc:grpChg chg="mod">
          <ac:chgData name="Mitra, Sayan" userId="5f9b069e-390c-41f3-af3f-6bd4b0fb9710" providerId="ADAL" clId="{603CB73D-5ABF-4B35-AB35-B8B719F0AA85}" dt="2022-07-04T16:35:21.180" v="14419" actId="1036"/>
          <ac:grpSpMkLst>
            <pc:docMk/>
            <pc:sldMk cId="1473512616" sldId="6221"/>
            <ac:grpSpMk id="96" creationId="{6373B8CA-91AA-4DDA-B6F3-AA7ED612A791}"/>
          </ac:grpSpMkLst>
        </pc:grpChg>
        <pc:grpChg chg="mod">
          <ac:chgData name="Mitra, Sayan" userId="5f9b069e-390c-41f3-af3f-6bd4b0fb9710" providerId="ADAL" clId="{603CB73D-5ABF-4B35-AB35-B8B719F0AA85}" dt="2022-07-04T16:35:21.180" v="14419" actId="1036"/>
          <ac:grpSpMkLst>
            <pc:docMk/>
            <pc:sldMk cId="1473512616" sldId="6221"/>
            <ac:grpSpMk id="148" creationId="{74AE15F9-F788-4578-934F-C3EA11EA5106}"/>
          </ac:grpSpMkLst>
        </pc:grpChg>
        <pc:grpChg chg="mod">
          <ac:chgData name="Mitra, Sayan" userId="5f9b069e-390c-41f3-af3f-6bd4b0fb9710" providerId="ADAL" clId="{603CB73D-5ABF-4B35-AB35-B8B719F0AA85}" dt="2022-07-04T16:35:21.180" v="14419" actId="1036"/>
          <ac:grpSpMkLst>
            <pc:docMk/>
            <pc:sldMk cId="1473512616" sldId="6221"/>
            <ac:grpSpMk id="159" creationId="{F85B7A21-0524-4D7A-A861-D45B28B15B36}"/>
          </ac:grpSpMkLst>
        </pc:grpChg>
        <pc:grpChg chg="mod">
          <ac:chgData name="Mitra, Sayan" userId="5f9b069e-390c-41f3-af3f-6bd4b0fb9710" providerId="ADAL" clId="{603CB73D-5ABF-4B35-AB35-B8B719F0AA85}" dt="2022-07-04T16:35:21.180" v="14419" actId="1036"/>
          <ac:grpSpMkLst>
            <pc:docMk/>
            <pc:sldMk cId="1473512616" sldId="6221"/>
            <ac:grpSpMk id="170" creationId="{36E83EB0-BAF3-4858-AD7A-13F2518A6750}"/>
          </ac:grpSpMkLst>
        </pc:grpChg>
      </pc:sldChg>
      <pc:sldChg chg="addSp delSp modSp mod modClrScheme chgLayout">
        <pc:chgData name="Mitra, Sayan" userId="5f9b069e-390c-41f3-af3f-6bd4b0fb9710" providerId="ADAL" clId="{603CB73D-5ABF-4B35-AB35-B8B719F0AA85}" dt="2022-07-04T16:31:56.657" v="14356" actId="700"/>
        <pc:sldMkLst>
          <pc:docMk/>
          <pc:sldMk cId="3176385444" sldId="6223"/>
        </pc:sldMkLst>
        <pc:spChg chg="add del mod ord">
          <ac:chgData name="Mitra, Sayan" userId="5f9b069e-390c-41f3-af3f-6bd4b0fb9710" providerId="ADAL" clId="{603CB73D-5ABF-4B35-AB35-B8B719F0AA85}" dt="2022-07-04T16:31:56.657" v="14356" actId="700"/>
          <ac:spMkLst>
            <pc:docMk/>
            <pc:sldMk cId="3176385444" sldId="6223"/>
            <ac:spMk id="2" creationId="{5BC7CB1A-C456-4D91-BD58-B4F6771E1B62}"/>
          </ac:spMkLst>
        </pc:spChg>
        <pc:spChg chg="mod ord">
          <ac:chgData name="Mitra, Sayan" userId="5f9b069e-390c-41f3-af3f-6bd4b0fb9710" providerId="ADAL" clId="{603CB73D-5ABF-4B35-AB35-B8B719F0AA85}" dt="2022-07-04T16:31:56.657" v="14356" actId="700"/>
          <ac:spMkLst>
            <pc:docMk/>
            <pc:sldMk cId="3176385444" sldId="6223"/>
            <ac:spMk id="3" creationId="{56ABD41D-4A61-4F6C-B72A-14E2F1FDC4C2}"/>
          </ac:spMkLst>
        </pc:spChg>
        <pc:spChg chg="mod ord">
          <ac:chgData name="Mitra, Sayan" userId="5f9b069e-390c-41f3-af3f-6bd4b0fb9710" providerId="ADAL" clId="{603CB73D-5ABF-4B35-AB35-B8B719F0AA85}" dt="2022-07-04T16:31:56.657" v="14356" actId="700"/>
          <ac:spMkLst>
            <pc:docMk/>
            <pc:sldMk cId="3176385444" sldId="6223"/>
            <ac:spMk id="4" creationId="{D4B1FDBF-8128-418A-A1A5-C44353DBE379}"/>
          </ac:spMkLst>
        </pc:spChg>
      </pc:sldChg>
      <pc:sldChg chg="addSp delSp modSp mod modClrScheme chgLayout">
        <pc:chgData name="Mitra, Sayan" userId="5f9b069e-390c-41f3-af3f-6bd4b0fb9710" providerId="ADAL" clId="{603CB73D-5ABF-4B35-AB35-B8B719F0AA85}" dt="2022-07-04T16:31:38.796" v="14354" actId="478"/>
        <pc:sldMkLst>
          <pc:docMk/>
          <pc:sldMk cId="1048668780" sldId="6224"/>
        </pc:sldMkLst>
        <pc:spChg chg="add del mod ord">
          <ac:chgData name="Mitra, Sayan" userId="5f9b069e-390c-41f3-af3f-6bd4b0fb9710" providerId="ADAL" clId="{603CB73D-5ABF-4B35-AB35-B8B719F0AA85}" dt="2022-07-04T16:31:32.963" v="14353" actId="478"/>
          <ac:spMkLst>
            <pc:docMk/>
            <pc:sldMk cId="1048668780" sldId="6224"/>
            <ac:spMk id="2" creationId="{32DC6A82-0D4A-4354-AF71-FEAF7D617B8A}"/>
          </ac:spMkLst>
        </pc:spChg>
        <pc:spChg chg="mod ord">
          <ac:chgData name="Mitra, Sayan" userId="5f9b069e-390c-41f3-af3f-6bd4b0fb9710" providerId="ADAL" clId="{603CB73D-5ABF-4B35-AB35-B8B719F0AA85}" dt="2022-07-04T16:31:25.260" v="14352" actId="700"/>
          <ac:spMkLst>
            <pc:docMk/>
            <pc:sldMk cId="1048668780" sldId="6224"/>
            <ac:spMk id="3" creationId="{00000000-0000-0000-0000-000000000000}"/>
          </ac:spMkLst>
        </pc:spChg>
        <pc:spChg chg="add del mod ord">
          <ac:chgData name="Mitra, Sayan" userId="5f9b069e-390c-41f3-af3f-6bd4b0fb9710" providerId="ADAL" clId="{603CB73D-5ABF-4B35-AB35-B8B719F0AA85}" dt="2022-07-04T16:31:38.796" v="14354" actId="478"/>
          <ac:spMkLst>
            <pc:docMk/>
            <pc:sldMk cId="1048668780" sldId="6224"/>
            <ac:spMk id="4" creationId="{2836696C-8EB7-433D-A548-47CB1BA60034}"/>
          </ac:spMkLst>
        </pc:spChg>
        <pc:spChg chg="mod">
          <ac:chgData name="Mitra, Sayan" userId="5f9b069e-390c-41f3-af3f-6bd4b0fb9710" providerId="ADAL" clId="{603CB73D-5ABF-4B35-AB35-B8B719F0AA85}" dt="2022-07-04T10:33:36.342" v="14229"/>
          <ac:spMkLst>
            <pc:docMk/>
            <pc:sldMk cId="1048668780" sldId="6224"/>
            <ac:spMk id="20" creationId="{BEF43F2D-16E4-4F26-979F-8108A9D68349}"/>
          </ac:spMkLst>
        </pc:spChg>
        <pc:spChg chg="mod">
          <ac:chgData name="Mitra, Sayan" userId="5f9b069e-390c-41f3-af3f-6bd4b0fb9710" providerId="ADAL" clId="{603CB73D-5ABF-4B35-AB35-B8B719F0AA85}" dt="2022-07-04T14:34:35.401" v="14338" actId="114"/>
          <ac:spMkLst>
            <pc:docMk/>
            <pc:sldMk cId="1048668780" sldId="6224"/>
            <ac:spMk id="22" creationId="{C6C5D570-7929-4A00-B815-66D588CF45E2}"/>
          </ac:spMkLst>
        </pc:spChg>
      </pc:sldChg>
      <pc:sldChg chg="addSp delSp modSp mod modClrScheme chgLayout">
        <pc:chgData name="Mitra, Sayan" userId="5f9b069e-390c-41f3-af3f-6bd4b0fb9710" providerId="ADAL" clId="{603CB73D-5ABF-4B35-AB35-B8B719F0AA85}" dt="2022-07-04T17:10:13.025" v="14504" actId="14734"/>
        <pc:sldMkLst>
          <pc:docMk/>
          <pc:sldMk cId="4088684023" sldId="6225"/>
        </pc:sldMkLst>
        <pc:spChg chg="mod ord">
          <ac:chgData name="Mitra, Sayan" userId="5f9b069e-390c-41f3-af3f-6bd4b0fb9710" providerId="ADAL" clId="{603CB73D-5ABF-4B35-AB35-B8B719F0AA85}" dt="2022-07-04T16:33:52.371" v="14374" actId="700"/>
          <ac:spMkLst>
            <pc:docMk/>
            <pc:sldMk cId="4088684023" sldId="6225"/>
            <ac:spMk id="2" creationId="{188B5FD8-DE7F-4FEB-9F3A-5D07FE22260C}"/>
          </ac:spMkLst>
        </pc:spChg>
        <pc:spChg chg="add del mod ord">
          <ac:chgData name="Mitra, Sayan" userId="5f9b069e-390c-41f3-af3f-6bd4b0fb9710" providerId="ADAL" clId="{603CB73D-5ABF-4B35-AB35-B8B719F0AA85}" dt="2022-07-04T16:33:55.568" v="14375" actId="478"/>
          <ac:spMkLst>
            <pc:docMk/>
            <pc:sldMk cId="4088684023" sldId="6225"/>
            <ac:spMk id="3" creationId="{209B4029-E875-4777-9212-48032B28D458}"/>
          </ac:spMkLst>
        </pc:spChg>
        <pc:spChg chg="add del mod ord">
          <ac:chgData name="Mitra, Sayan" userId="5f9b069e-390c-41f3-af3f-6bd4b0fb9710" providerId="ADAL" clId="{603CB73D-5ABF-4B35-AB35-B8B719F0AA85}" dt="2022-07-04T16:33:58.451" v="14376" actId="478"/>
          <ac:spMkLst>
            <pc:docMk/>
            <pc:sldMk cId="4088684023" sldId="6225"/>
            <ac:spMk id="4" creationId="{3E57BFC6-BB1D-4C09-BDF7-869671674EE0}"/>
          </ac:spMkLst>
        </pc:spChg>
        <pc:graphicFrameChg chg="mod modGraphic">
          <ac:chgData name="Mitra, Sayan" userId="5f9b069e-390c-41f3-af3f-6bd4b0fb9710" providerId="ADAL" clId="{603CB73D-5ABF-4B35-AB35-B8B719F0AA85}" dt="2022-07-04T17:10:13.025" v="14504" actId="14734"/>
          <ac:graphicFrameMkLst>
            <pc:docMk/>
            <pc:sldMk cId="4088684023" sldId="6225"/>
            <ac:graphicFrameMk id="66" creationId="{A9999040-CC9A-46F3-9922-C711082158C1}"/>
          </ac:graphicFrameMkLst>
        </pc:graphicFrameChg>
      </pc:sldChg>
      <pc:sldChg chg="modSp mod">
        <pc:chgData name="Mitra, Sayan" userId="5f9b069e-390c-41f3-af3f-6bd4b0fb9710" providerId="ADAL" clId="{603CB73D-5ABF-4B35-AB35-B8B719F0AA85}" dt="2022-07-04T14:31:49.987" v="14337" actId="207"/>
        <pc:sldMkLst>
          <pc:docMk/>
          <pc:sldMk cId="1597638962" sldId="6226"/>
        </pc:sldMkLst>
        <pc:spChg chg="mod">
          <ac:chgData name="Mitra, Sayan" userId="5f9b069e-390c-41f3-af3f-6bd4b0fb9710" providerId="ADAL" clId="{603CB73D-5ABF-4B35-AB35-B8B719F0AA85}" dt="2022-07-04T14:28:52.122" v="14324" actId="692"/>
          <ac:spMkLst>
            <pc:docMk/>
            <pc:sldMk cId="1597638962" sldId="6226"/>
            <ac:spMk id="8" creationId="{EF582C00-7D83-45EC-B26F-515E64D5EA94}"/>
          </ac:spMkLst>
        </pc:spChg>
        <pc:spChg chg="mod">
          <ac:chgData name="Mitra, Sayan" userId="5f9b069e-390c-41f3-af3f-6bd4b0fb9710" providerId="ADAL" clId="{603CB73D-5ABF-4B35-AB35-B8B719F0AA85}" dt="2022-07-04T14:28:06.626" v="14312" actId="14100"/>
          <ac:spMkLst>
            <pc:docMk/>
            <pc:sldMk cId="1597638962" sldId="6226"/>
            <ac:spMk id="14" creationId="{038103FA-F666-4B95-A567-DCEA843D2FC5}"/>
          </ac:spMkLst>
        </pc:spChg>
        <pc:spChg chg="mod">
          <ac:chgData name="Mitra, Sayan" userId="5f9b069e-390c-41f3-af3f-6bd4b0fb9710" providerId="ADAL" clId="{603CB73D-5ABF-4B35-AB35-B8B719F0AA85}" dt="2022-07-04T14:28:20.631" v="14320" actId="1035"/>
          <ac:spMkLst>
            <pc:docMk/>
            <pc:sldMk cId="1597638962" sldId="6226"/>
            <ac:spMk id="15" creationId="{A506AA5A-D67D-478D-B0F6-726602F5326A}"/>
          </ac:spMkLst>
        </pc:spChg>
        <pc:spChg chg="mod">
          <ac:chgData name="Mitra, Sayan" userId="5f9b069e-390c-41f3-af3f-6bd4b0fb9710" providerId="ADAL" clId="{603CB73D-5ABF-4B35-AB35-B8B719F0AA85}" dt="2022-07-04T14:31:49.987" v="14337" actId="207"/>
          <ac:spMkLst>
            <pc:docMk/>
            <pc:sldMk cId="1597638962" sldId="6226"/>
            <ac:spMk id="16" creationId="{086DC9E2-3D45-4685-826B-BD5DBDAAFF57}"/>
          </ac:spMkLst>
        </pc:spChg>
        <pc:spChg chg="mod">
          <ac:chgData name="Mitra, Sayan" userId="5f9b069e-390c-41f3-af3f-6bd4b0fb9710" providerId="ADAL" clId="{603CB73D-5ABF-4B35-AB35-B8B719F0AA85}" dt="2022-07-04T14:31:49.987" v="14337" actId="207"/>
          <ac:spMkLst>
            <pc:docMk/>
            <pc:sldMk cId="1597638962" sldId="6226"/>
            <ac:spMk id="17" creationId="{2ECCE92C-3DAE-4C86-9897-34936F328AE4}"/>
          </ac:spMkLst>
        </pc:spChg>
        <pc:spChg chg="mod">
          <ac:chgData name="Mitra, Sayan" userId="5f9b069e-390c-41f3-af3f-6bd4b0fb9710" providerId="ADAL" clId="{603CB73D-5ABF-4B35-AB35-B8B719F0AA85}" dt="2022-07-04T14:31:49.987" v="14337" actId="207"/>
          <ac:spMkLst>
            <pc:docMk/>
            <pc:sldMk cId="1597638962" sldId="6226"/>
            <ac:spMk id="18" creationId="{1985AF35-FE35-46A5-A9C2-95E05E622B32}"/>
          </ac:spMkLst>
        </pc:spChg>
        <pc:spChg chg="mod">
          <ac:chgData name="Mitra, Sayan" userId="5f9b069e-390c-41f3-af3f-6bd4b0fb9710" providerId="ADAL" clId="{603CB73D-5ABF-4B35-AB35-B8B719F0AA85}" dt="2022-07-04T14:31:49.987" v="14337" actId="207"/>
          <ac:spMkLst>
            <pc:docMk/>
            <pc:sldMk cId="1597638962" sldId="6226"/>
            <ac:spMk id="19" creationId="{096CAF3B-27F5-4676-A5EE-8618AEA598A5}"/>
          </ac:spMkLst>
        </pc:spChg>
        <pc:graphicFrameChg chg="mod modGraphic">
          <ac:chgData name="Mitra, Sayan" userId="5f9b069e-390c-41f3-af3f-6bd4b0fb9710" providerId="ADAL" clId="{603CB73D-5ABF-4B35-AB35-B8B719F0AA85}" dt="2022-07-04T14:30:00.484" v="14336" actId="14734"/>
          <ac:graphicFrameMkLst>
            <pc:docMk/>
            <pc:sldMk cId="1597638962" sldId="6226"/>
            <ac:graphicFrameMk id="10" creationId="{93EEF972-4B9B-45AF-9279-0FB15F71F230}"/>
          </ac:graphicFrameMkLst>
        </pc:graphicFrameChg>
        <pc:cxnChg chg="mod">
          <ac:chgData name="Mitra, Sayan" userId="5f9b069e-390c-41f3-af3f-6bd4b0fb9710" providerId="ADAL" clId="{603CB73D-5ABF-4B35-AB35-B8B719F0AA85}" dt="2022-07-04T14:28:20.631" v="14320" actId="1035"/>
          <ac:cxnSpMkLst>
            <pc:docMk/>
            <pc:sldMk cId="1597638962" sldId="6226"/>
            <ac:cxnSpMk id="11" creationId="{10904972-F003-42E5-B222-051313C7BA50}"/>
          </ac:cxnSpMkLst>
        </pc:cxnChg>
      </pc:sldChg>
      <pc:sldChg chg="addSp delSp modSp add del mod">
        <pc:chgData name="Mitra, Sayan" userId="5f9b069e-390c-41f3-af3f-6bd4b0fb9710" providerId="ADAL" clId="{603CB73D-5ABF-4B35-AB35-B8B719F0AA85}" dt="2022-07-04T16:45:58.889" v="14500" actId="47"/>
        <pc:sldMkLst>
          <pc:docMk/>
          <pc:sldMk cId="1011475945" sldId="6234"/>
        </pc:sldMkLst>
        <pc:spChg chg="mod">
          <ac:chgData name="Mitra, Sayan" userId="5f9b069e-390c-41f3-af3f-6bd4b0fb9710" providerId="ADAL" clId="{603CB73D-5ABF-4B35-AB35-B8B719F0AA85}" dt="2022-07-04T16:45:26.968" v="14491" actId="571"/>
          <ac:spMkLst>
            <pc:docMk/>
            <pc:sldMk cId="1011475945" sldId="6234"/>
            <ac:spMk id="31" creationId="{35F79BDB-BFC5-43F5-91C3-A37EDDC2ED91}"/>
          </ac:spMkLst>
        </pc:spChg>
        <pc:spChg chg="add del">
          <ac:chgData name="Mitra, Sayan" userId="5f9b069e-390c-41f3-af3f-6bd4b0fb9710" providerId="ADAL" clId="{603CB73D-5ABF-4B35-AB35-B8B719F0AA85}" dt="2022-07-04T16:45:30.860" v="14498" actId="478"/>
          <ac:spMkLst>
            <pc:docMk/>
            <pc:sldMk cId="1011475945" sldId="6234"/>
            <ac:spMk id="32" creationId="{AF636782-9F9C-4893-A736-8F61E4CFB5CD}"/>
          </ac:spMkLst>
        </pc:spChg>
        <pc:spChg chg="mod">
          <ac:chgData name="Mitra, Sayan" userId="5f9b069e-390c-41f3-af3f-6bd4b0fb9710" providerId="ADAL" clId="{603CB73D-5ABF-4B35-AB35-B8B719F0AA85}" dt="2022-07-04T16:45:26.968" v="14491" actId="571"/>
          <ac:spMkLst>
            <pc:docMk/>
            <pc:sldMk cId="1011475945" sldId="6234"/>
            <ac:spMk id="33" creationId="{C9584F96-4B21-4207-8014-7E3FF7BC9093}"/>
          </ac:spMkLst>
        </pc:spChg>
        <pc:spChg chg="mod">
          <ac:chgData name="Mitra, Sayan" userId="5f9b069e-390c-41f3-af3f-6bd4b0fb9710" providerId="ADAL" clId="{603CB73D-5ABF-4B35-AB35-B8B719F0AA85}" dt="2022-07-04T16:45:26.968" v="14491" actId="571"/>
          <ac:spMkLst>
            <pc:docMk/>
            <pc:sldMk cId="1011475945" sldId="6234"/>
            <ac:spMk id="34" creationId="{5612DE2B-E122-4CA1-BBAF-9CBC3C8A8500}"/>
          </ac:spMkLst>
        </pc:spChg>
        <pc:spChg chg="mod">
          <ac:chgData name="Mitra, Sayan" userId="5f9b069e-390c-41f3-af3f-6bd4b0fb9710" providerId="ADAL" clId="{603CB73D-5ABF-4B35-AB35-B8B719F0AA85}" dt="2022-07-04T16:45:26.968" v="14491" actId="571"/>
          <ac:spMkLst>
            <pc:docMk/>
            <pc:sldMk cId="1011475945" sldId="6234"/>
            <ac:spMk id="35" creationId="{CFEB67BB-C877-45DE-9097-201E53FD58A0}"/>
          </ac:spMkLst>
        </pc:spChg>
        <pc:spChg chg="mod">
          <ac:chgData name="Mitra, Sayan" userId="5f9b069e-390c-41f3-af3f-6bd4b0fb9710" providerId="ADAL" clId="{603CB73D-5ABF-4B35-AB35-B8B719F0AA85}" dt="2022-07-04T16:45:26.968" v="14491" actId="571"/>
          <ac:spMkLst>
            <pc:docMk/>
            <pc:sldMk cId="1011475945" sldId="6234"/>
            <ac:spMk id="36" creationId="{C935E43F-0E7F-47A2-9AD2-245C0B1B33B9}"/>
          </ac:spMkLst>
        </pc:spChg>
        <pc:spChg chg="mod">
          <ac:chgData name="Mitra, Sayan" userId="5f9b069e-390c-41f3-af3f-6bd4b0fb9710" providerId="ADAL" clId="{603CB73D-5ABF-4B35-AB35-B8B719F0AA85}" dt="2022-07-04T16:45:26.968" v="14491" actId="571"/>
          <ac:spMkLst>
            <pc:docMk/>
            <pc:sldMk cId="1011475945" sldId="6234"/>
            <ac:spMk id="37" creationId="{F42B0883-D5AC-4505-AF94-89D7A70A186D}"/>
          </ac:spMkLst>
        </pc:spChg>
        <pc:spChg chg="mod">
          <ac:chgData name="Mitra, Sayan" userId="5f9b069e-390c-41f3-af3f-6bd4b0fb9710" providerId="ADAL" clId="{603CB73D-5ABF-4B35-AB35-B8B719F0AA85}" dt="2022-07-04T16:45:26.968" v="14491" actId="571"/>
          <ac:spMkLst>
            <pc:docMk/>
            <pc:sldMk cId="1011475945" sldId="6234"/>
            <ac:spMk id="38" creationId="{4720DB06-0863-45E8-88B1-88EFA8BFD1EB}"/>
          </ac:spMkLst>
        </pc:spChg>
        <pc:spChg chg="mod">
          <ac:chgData name="Mitra, Sayan" userId="5f9b069e-390c-41f3-af3f-6bd4b0fb9710" providerId="ADAL" clId="{603CB73D-5ABF-4B35-AB35-B8B719F0AA85}" dt="2022-07-04T16:45:26.968" v="14491" actId="571"/>
          <ac:spMkLst>
            <pc:docMk/>
            <pc:sldMk cId="1011475945" sldId="6234"/>
            <ac:spMk id="39" creationId="{2ECEF6B8-8EEF-412C-B764-603F51A99BCD}"/>
          </ac:spMkLst>
        </pc:spChg>
        <pc:spChg chg="mod">
          <ac:chgData name="Mitra, Sayan" userId="5f9b069e-390c-41f3-af3f-6bd4b0fb9710" providerId="ADAL" clId="{603CB73D-5ABF-4B35-AB35-B8B719F0AA85}" dt="2022-07-04T16:45:26.968" v="14491" actId="571"/>
          <ac:spMkLst>
            <pc:docMk/>
            <pc:sldMk cId="1011475945" sldId="6234"/>
            <ac:spMk id="40" creationId="{7ADE1B18-FC5E-438D-A54D-8705EB923972}"/>
          </ac:spMkLst>
        </pc:spChg>
        <pc:spChg chg="mod">
          <ac:chgData name="Mitra, Sayan" userId="5f9b069e-390c-41f3-af3f-6bd4b0fb9710" providerId="ADAL" clId="{603CB73D-5ABF-4B35-AB35-B8B719F0AA85}" dt="2022-07-04T16:45:26.968" v="14491" actId="571"/>
          <ac:spMkLst>
            <pc:docMk/>
            <pc:sldMk cId="1011475945" sldId="6234"/>
            <ac:spMk id="41" creationId="{DC3FCF8B-3F20-4710-8173-ACD046EBB802}"/>
          </ac:spMkLst>
        </pc:spChg>
        <pc:spChg chg="mod">
          <ac:chgData name="Mitra, Sayan" userId="5f9b069e-390c-41f3-af3f-6bd4b0fb9710" providerId="ADAL" clId="{603CB73D-5ABF-4B35-AB35-B8B719F0AA85}" dt="2022-07-04T16:45:26.968" v="14491" actId="571"/>
          <ac:spMkLst>
            <pc:docMk/>
            <pc:sldMk cId="1011475945" sldId="6234"/>
            <ac:spMk id="42" creationId="{F530E4E5-291E-4255-925F-FCB701BB0B4E}"/>
          </ac:spMkLst>
        </pc:spChg>
        <pc:spChg chg="mod">
          <ac:chgData name="Mitra, Sayan" userId="5f9b069e-390c-41f3-af3f-6bd4b0fb9710" providerId="ADAL" clId="{603CB73D-5ABF-4B35-AB35-B8B719F0AA85}" dt="2022-07-04T16:45:26.968" v="14491" actId="571"/>
          <ac:spMkLst>
            <pc:docMk/>
            <pc:sldMk cId="1011475945" sldId="6234"/>
            <ac:spMk id="43" creationId="{D341EB05-E27A-4A36-A5DB-0A3EBCDC209E}"/>
          </ac:spMkLst>
        </pc:spChg>
        <pc:spChg chg="mod">
          <ac:chgData name="Mitra, Sayan" userId="5f9b069e-390c-41f3-af3f-6bd4b0fb9710" providerId="ADAL" clId="{603CB73D-5ABF-4B35-AB35-B8B719F0AA85}" dt="2022-07-04T16:45:26.968" v="14491" actId="571"/>
          <ac:spMkLst>
            <pc:docMk/>
            <pc:sldMk cId="1011475945" sldId="6234"/>
            <ac:spMk id="44" creationId="{A6EA2C71-4663-4A20-8CB2-A3E5174C280F}"/>
          </ac:spMkLst>
        </pc:spChg>
        <pc:spChg chg="mod">
          <ac:chgData name="Mitra, Sayan" userId="5f9b069e-390c-41f3-af3f-6bd4b0fb9710" providerId="ADAL" clId="{603CB73D-5ABF-4B35-AB35-B8B719F0AA85}" dt="2022-07-04T16:45:26.968" v="14491" actId="571"/>
          <ac:spMkLst>
            <pc:docMk/>
            <pc:sldMk cId="1011475945" sldId="6234"/>
            <ac:spMk id="45" creationId="{BF34A27A-1186-4FFE-8077-17EB899EBFAD}"/>
          </ac:spMkLst>
        </pc:spChg>
        <pc:spChg chg="mod">
          <ac:chgData name="Mitra, Sayan" userId="5f9b069e-390c-41f3-af3f-6bd4b0fb9710" providerId="ADAL" clId="{603CB73D-5ABF-4B35-AB35-B8B719F0AA85}" dt="2022-07-04T16:45:26.968" v="14491" actId="571"/>
          <ac:spMkLst>
            <pc:docMk/>
            <pc:sldMk cId="1011475945" sldId="6234"/>
            <ac:spMk id="46" creationId="{5BC9F54D-496B-4499-8BB5-D003EC51574E}"/>
          </ac:spMkLst>
        </pc:spChg>
        <pc:spChg chg="add del mod">
          <ac:chgData name="Mitra, Sayan" userId="5f9b069e-390c-41f3-af3f-6bd4b0fb9710" providerId="ADAL" clId="{603CB73D-5ABF-4B35-AB35-B8B719F0AA85}" dt="2022-07-04T16:45:26.968" v="14491" actId="571"/>
          <ac:spMkLst>
            <pc:docMk/>
            <pc:sldMk cId="1011475945" sldId="6234"/>
            <ac:spMk id="47" creationId="{9189FD90-4E3E-4F10-9444-6046E2838EC2}"/>
          </ac:spMkLst>
        </pc:spChg>
        <pc:spChg chg="add del mod">
          <ac:chgData name="Mitra, Sayan" userId="5f9b069e-390c-41f3-af3f-6bd4b0fb9710" providerId="ADAL" clId="{603CB73D-5ABF-4B35-AB35-B8B719F0AA85}" dt="2022-07-04T16:45:26.968" v="14491" actId="571"/>
          <ac:spMkLst>
            <pc:docMk/>
            <pc:sldMk cId="1011475945" sldId="6234"/>
            <ac:spMk id="48" creationId="{43F1910B-0AE7-46DA-95DF-7065284A6787}"/>
          </ac:spMkLst>
        </pc:spChg>
        <pc:spChg chg="add del mod">
          <ac:chgData name="Mitra, Sayan" userId="5f9b069e-390c-41f3-af3f-6bd4b0fb9710" providerId="ADAL" clId="{603CB73D-5ABF-4B35-AB35-B8B719F0AA85}" dt="2022-07-04T16:45:26.968" v="14491" actId="571"/>
          <ac:spMkLst>
            <pc:docMk/>
            <pc:sldMk cId="1011475945" sldId="6234"/>
            <ac:spMk id="49" creationId="{88878BD7-55F2-4D65-9A8B-8FD5C7E77F5B}"/>
          </ac:spMkLst>
        </pc:spChg>
        <pc:spChg chg="mod">
          <ac:chgData name="Mitra, Sayan" userId="5f9b069e-390c-41f3-af3f-6bd4b0fb9710" providerId="ADAL" clId="{603CB73D-5ABF-4B35-AB35-B8B719F0AA85}" dt="2022-07-04T16:45:26.968" v="14491" actId="571"/>
          <ac:spMkLst>
            <pc:docMk/>
            <pc:sldMk cId="1011475945" sldId="6234"/>
            <ac:spMk id="50" creationId="{91673E18-7EAE-49D8-850B-8A4D3EA7898A}"/>
          </ac:spMkLst>
        </pc:spChg>
        <pc:spChg chg="mod">
          <ac:chgData name="Mitra, Sayan" userId="5f9b069e-390c-41f3-af3f-6bd4b0fb9710" providerId="ADAL" clId="{603CB73D-5ABF-4B35-AB35-B8B719F0AA85}" dt="2022-07-04T16:45:26.968" v="14491" actId="571"/>
          <ac:spMkLst>
            <pc:docMk/>
            <pc:sldMk cId="1011475945" sldId="6234"/>
            <ac:spMk id="51" creationId="{25E3982C-E2FF-4FCD-98C4-7C719DC60C76}"/>
          </ac:spMkLst>
        </pc:spChg>
        <pc:spChg chg="mod">
          <ac:chgData name="Mitra, Sayan" userId="5f9b069e-390c-41f3-af3f-6bd4b0fb9710" providerId="ADAL" clId="{603CB73D-5ABF-4B35-AB35-B8B719F0AA85}" dt="2022-07-04T16:45:26.968" v="14491" actId="571"/>
          <ac:spMkLst>
            <pc:docMk/>
            <pc:sldMk cId="1011475945" sldId="6234"/>
            <ac:spMk id="52" creationId="{BC5C7442-3CFC-4FDF-9F8F-3DCCD9F59A8E}"/>
          </ac:spMkLst>
        </pc:spChg>
        <pc:spChg chg="mod">
          <ac:chgData name="Mitra, Sayan" userId="5f9b069e-390c-41f3-af3f-6bd4b0fb9710" providerId="ADAL" clId="{603CB73D-5ABF-4B35-AB35-B8B719F0AA85}" dt="2022-07-04T16:45:26.968" v="14491" actId="571"/>
          <ac:spMkLst>
            <pc:docMk/>
            <pc:sldMk cId="1011475945" sldId="6234"/>
            <ac:spMk id="53" creationId="{A81A3DAA-9B95-4718-9E8D-D0E70F797EE5}"/>
          </ac:spMkLst>
        </pc:spChg>
        <pc:spChg chg="mod">
          <ac:chgData name="Mitra, Sayan" userId="5f9b069e-390c-41f3-af3f-6bd4b0fb9710" providerId="ADAL" clId="{603CB73D-5ABF-4B35-AB35-B8B719F0AA85}" dt="2022-07-04T16:45:26.968" v="14491" actId="571"/>
          <ac:spMkLst>
            <pc:docMk/>
            <pc:sldMk cId="1011475945" sldId="6234"/>
            <ac:spMk id="54" creationId="{8B22C51B-7CE9-4618-A856-B13C2A223091}"/>
          </ac:spMkLst>
        </pc:spChg>
        <pc:spChg chg="mod">
          <ac:chgData name="Mitra, Sayan" userId="5f9b069e-390c-41f3-af3f-6bd4b0fb9710" providerId="ADAL" clId="{603CB73D-5ABF-4B35-AB35-B8B719F0AA85}" dt="2022-07-04T16:45:26.968" v="14491" actId="571"/>
          <ac:spMkLst>
            <pc:docMk/>
            <pc:sldMk cId="1011475945" sldId="6234"/>
            <ac:spMk id="55" creationId="{ADA99544-D7C9-4115-85CB-080E8737E243}"/>
          </ac:spMkLst>
        </pc:spChg>
        <pc:spChg chg="mod">
          <ac:chgData name="Mitra, Sayan" userId="5f9b069e-390c-41f3-af3f-6bd4b0fb9710" providerId="ADAL" clId="{603CB73D-5ABF-4B35-AB35-B8B719F0AA85}" dt="2022-07-04T16:45:26.968" v="14491" actId="571"/>
          <ac:spMkLst>
            <pc:docMk/>
            <pc:sldMk cId="1011475945" sldId="6234"/>
            <ac:spMk id="56" creationId="{32F31A56-BFD8-4EC6-AF10-01F92547B3C5}"/>
          </ac:spMkLst>
        </pc:spChg>
        <pc:spChg chg="mod">
          <ac:chgData name="Mitra, Sayan" userId="5f9b069e-390c-41f3-af3f-6bd4b0fb9710" providerId="ADAL" clId="{603CB73D-5ABF-4B35-AB35-B8B719F0AA85}" dt="2022-07-04T16:45:26.968" v="14491" actId="571"/>
          <ac:spMkLst>
            <pc:docMk/>
            <pc:sldMk cId="1011475945" sldId="6234"/>
            <ac:spMk id="57" creationId="{3D5AE766-45BB-404C-A29D-B0658A939BD8}"/>
          </ac:spMkLst>
        </pc:spChg>
        <pc:spChg chg="mod">
          <ac:chgData name="Mitra, Sayan" userId="5f9b069e-390c-41f3-af3f-6bd4b0fb9710" providerId="ADAL" clId="{603CB73D-5ABF-4B35-AB35-B8B719F0AA85}" dt="2022-07-04T16:45:26.968" v="14491" actId="571"/>
          <ac:spMkLst>
            <pc:docMk/>
            <pc:sldMk cId="1011475945" sldId="6234"/>
            <ac:spMk id="58" creationId="{6B942BA1-B190-4BB2-A19E-92FAD59971C2}"/>
          </ac:spMkLst>
        </pc:spChg>
        <pc:spChg chg="add del mod">
          <ac:chgData name="Mitra, Sayan" userId="5f9b069e-390c-41f3-af3f-6bd4b0fb9710" providerId="ADAL" clId="{603CB73D-5ABF-4B35-AB35-B8B719F0AA85}" dt="2022-07-04T16:45:26.968" v="14491" actId="571"/>
          <ac:spMkLst>
            <pc:docMk/>
            <pc:sldMk cId="1011475945" sldId="6234"/>
            <ac:spMk id="59" creationId="{36BD376B-64FC-452B-8C2B-FE5BCF9DF745}"/>
          </ac:spMkLst>
        </pc:spChg>
        <pc:spChg chg="mod">
          <ac:chgData name="Mitra, Sayan" userId="5f9b069e-390c-41f3-af3f-6bd4b0fb9710" providerId="ADAL" clId="{603CB73D-5ABF-4B35-AB35-B8B719F0AA85}" dt="2022-07-04T16:45:26.968" v="14491" actId="571"/>
          <ac:spMkLst>
            <pc:docMk/>
            <pc:sldMk cId="1011475945" sldId="6234"/>
            <ac:spMk id="60" creationId="{E288EC2C-C123-4F0E-8E5B-B8FD1C6DFB49}"/>
          </ac:spMkLst>
        </pc:spChg>
        <pc:spChg chg="mod">
          <ac:chgData name="Mitra, Sayan" userId="5f9b069e-390c-41f3-af3f-6bd4b0fb9710" providerId="ADAL" clId="{603CB73D-5ABF-4B35-AB35-B8B719F0AA85}" dt="2022-07-04T16:45:26.968" v="14491" actId="571"/>
          <ac:spMkLst>
            <pc:docMk/>
            <pc:sldMk cId="1011475945" sldId="6234"/>
            <ac:spMk id="61" creationId="{76695B51-6CBE-47F3-A0BE-AF83252E848D}"/>
          </ac:spMkLst>
        </pc:spChg>
        <pc:spChg chg="del">
          <ac:chgData name="Mitra, Sayan" userId="5f9b069e-390c-41f3-af3f-6bd4b0fb9710" providerId="ADAL" clId="{603CB73D-5ABF-4B35-AB35-B8B719F0AA85}" dt="2022-07-04T16:41:57.766" v="14455" actId="478"/>
          <ac:spMkLst>
            <pc:docMk/>
            <pc:sldMk cId="1011475945" sldId="6234"/>
            <ac:spMk id="62" creationId="{9564C4BD-8B45-4FCB-982B-EB51C277B1C1}"/>
          </ac:spMkLst>
        </pc:spChg>
        <pc:spChg chg="add del mod">
          <ac:chgData name="Mitra, Sayan" userId="5f9b069e-390c-41f3-af3f-6bd4b0fb9710" providerId="ADAL" clId="{603CB73D-5ABF-4B35-AB35-B8B719F0AA85}" dt="2022-07-04T16:45:26.968" v="14491" actId="571"/>
          <ac:spMkLst>
            <pc:docMk/>
            <pc:sldMk cId="1011475945" sldId="6234"/>
            <ac:spMk id="63" creationId="{79D8F8A6-5E20-4B52-A18F-EA0C0CD41F16}"/>
          </ac:spMkLst>
        </pc:spChg>
        <pc:spChg chg="mod">
          <ac:chgData name="Mitra, Sayan" userId="5f9b069e-390c-41f3-af3f-6bd4b0fb9710" providerId="ADAL" clId="{603CB73D-5ABF-4B35-AB35-B8B719F0AA85}" dt="2022-07-04T16:45:26.968" v="14491" actId="571"/>
          <ac:spMkLst>
            <pc:docMk/>
            <pc:sldMk cId="1011475945" sldId="6234"/>
            <ac:spMk id="64" creationId="{5ED4B00D-AC9C-4E22-8DB0-48D560AAA540}"/>
          </ac:spMkLst>
        </pc:spChg>
        <pc:spChg chg="add del mod">
          <ac:chgData name="Mitra, Sayan" userId="5f9b069e-390c-41f3-af3f-6bd4b0fb9710" providerId="ADAL" clId="{603CB73D-5ABF-4B35-AB35-B8B719F0AA85}" dt="2022-07-04T16:45:26.968" v="14491" actId="571"/>
          <ac:spMkLst>
            <pc:docMk/>
            <pc:sldMk cId="1011475945" sldId="6234"/>
            <ac:spMk id="65" creationId="{856311C9-DFDE-4290-96F7-4ACA018B9FE9}"/>
          </ac:spMkLst>
        </pc:spChg>
        <pc:spChg chg="add del mod">
          <ac:chgData name="Mitra, Sayan" userId="5f9b069e-390c-41f3-af3f-6bd4b0fb9710" providerId="ADAL" clId="{603CB73D-5ABF-4B35-AB35-B8B719F0AA85}" dt="2022-07-04T16:45:26.968" v="14491" actId="571"/>
          <ac:spMkLst>
            <pc:docMk/>
            <pc:sldMk cId="1011475945" sldId="6234"/>
            <ac:spMk id="67" creationId="{2A835287-6BE4-447D-A8D0-2910357B77EE}"/>
          </ac:spMkLst>
        </pc:spChg>
        <pc:spChg chg="add del mod">
          <ac:chgData name="Mitra, Sayan" userId="5f9b069e-390c-41f3-af3f-6bd4b0fb9710" providerId="ADAL" clId="{603CB73D-5ABF-4B35-AB35-B8B719F0AA85}" dt="2022-07-04T16:45:26.968" v="14491" actId="571"/>
          <ac:spMkLst>
            <pc:docMk/>
            <pc:sldMk cId="1011475945" sldId="6234"/>
            <ac:spMk id="68" creationId="{5290F966-BFD7-4059-A93D-626423505324}"/>
          </ac:spMkLst>
        </pc:spChg>
        <pc:spChg chg="add del mod">
          <ac:chgData name="Mitra, Sayan" userId="5f9b069e-390c-41f3-af3f-6bd4b0fb9710" providerId="ADAL" clId="{603CB73D-5ABF-4B35-AB35-B8B719F0AA85}" dt="2022-07-04T16:45:26.968" v="14491" actId="571"/>
          <ac:spMkLst>
            <pc:docMk/>
            <pc:sldMk cId="1011475945" sldId="6234"/>
            <ac:spMk id="69" creationId="{93287242-2DB6-4487-9892-DEC38894BE1D}"/>
          </ac:spMkLst>
        </pc:spChg>
        <pc:spChg chg="add del mod">
          <ac:chgData name="Mitra, Sayan" userId="5f9b069e-390c-41f3-af3f-6bd4b0fb9710" providerId="ADAL" clId="{603CB73D-5ABF-4B35-AB35-B8B719F0AA85}" dt="2022-07-04T16:45:26.968" v="14491" actId="571"/>
          <ac:spMkLst>
            <pc:docMk/>
            <pc:sldMk cId="1011475945" sldId="6234"/>
            <ac:spMk id="70" creationId="{94EAF97C-E29E-4606-84EE-7991F043FCDD}"/>
          </ac:spMkLst>
        </pc:spChg>
        <pc:spChg chg="add del mod">
          <ac:chgData name="Mitra, Sayan" userId="5f9b069e-390c-41f3-af3f-6bd4b0fb9710" providerId="ADAL" clId="{603CB73D-5ABF-4B35-AB35-B8B719F0AA85}" dt="2022-07-04T16:45:26.968" v="14491" actId="571"/>
          <ac:spMkLst>
            <pc:docMk/>
            <pc:sldMk cId="1011475945" sldId="6234"/>
            <ac:spMk id="71" creationId="{571C3D54-DD28-48B3-A911-4B4480EBB91C}"/>
          </ac:spMkLst>
        </pc:spChg>
        <pc:spChg chg="add del mod">
          <ac:chgData name="Mitra, Sayan" userId="5f9b069e-390c-41f3-af3f-6bd4b0fb9710" providerId="ADAL" clId="{603CB73D-5ABF-4B35-AB35-B8B719F0AA85}" dt="2022-07-04T16:45:26.968" v="14491" actId="571"/>
          <ac:spMkLst>
            <pc:docMk/>
            <pc:sldMk cId="1011475945" sldId="6234"/>
            <ac:spMk id="72" creationId="{C1C488AC-A647-49AE-975C-93CC2493837F}"/>
          </ac:spMkLst>
        </pc:spChg>
        <pc:grpChg chg="mod">
          <ac:chgData name="Mitra, Sayan" userId="5f9b069e-390c-41f3-af3f-6bd4b0fb9710" providerId="ADAL" clId="{603CB73D-5ABF-4B35-AB35-B8B719F0AA85}" dt="2022-07-04T16:45:26.968" v="14491" actId="571"/>
          <ac:grpSpMkLst>
            <pc:docMk/>
            <pc:sldMk cId="1011475945" sldId="6234"/>
            <ac:grpSpMk id="30" creationId="{889BF5C8-5FD1-4E82-8074-5DE59624458E}"/>
          </ac:grpSpMkLst>
        </pc:grpChg>
        <pc:picChg chg="add del mod">
          <ac:chgData name="Mitra, Sayan" userId="5f9b069e-390c-41f3-af3f-6bd4b0fb9710" providerId="ADAL" clId="{603CB73D-5ABF-4B35-AB35-B8B719F0AA85}" dt="2022-07-04T16:45:35.054" v="14499" actId="478"/>
          <ac:picMkLst>
            <pc:docMk/>
            <pc:sldMk cId="1011475945" sldId="6234"/>
            <ac:picMk id="123906" creationId="{9F8E8A8F-8768-48A2-BCBA-DEA4FFF3D1CB}"/>
          </ac:picMkLst>
        </pc:picChg>
        <pc:picChg chg="add del mod">
          <ac:chgData name="Mitra, Sayan" userId="5f9b069e-390c-41f3-af3f-6bd4b0fb9710" providerId="ADAL" clId="{603CB73D-5ABF-4B35-AB35-B8B719F0AA85}" dt="2022-07-04T16:45:35.054" v="14499" actId="478"/>
          <ac:picMkLst>
            <pc:docMk/>
            <pc:sldMk cId="1011475945" sldId="6234"/>
            <ac:picMk id="123908" creationId="{9C98E55F-BEC9-4BE1-BCA6-CB2CA4868E3F}"/>
          </ac:picMkLst>
        </pc:picChg>
        <pc:picChg chg="add del mod">
          <ac:chgData name="Mitra, Sayan" userId="5f9b069e-390c-41f3-af3f-6bd4b0fb9710" providerId="ADAL" clId="{603CB73D-5ABF-4B35-AB35-B8B719F0AA85}" dt="2022-07-04T16:45:24.163" v="14487"/>
          <ac:picMkLst>
            <pc:docMk/>
            <pc:sldMk cId="1011475945" sldId="6234"/>
            <ac:picMk id="123910" creationId="{83E3719F-EF22-4636-A105-D87D51845792}"/>
          </ac:picMkLst>
        </pc:picChg>
        <pc:picChg chg="add del mod">
          <ac:chgData name="Mitra, Sayan" userId="5f9b069e-390c-41f3-af3f-6bd4b0fb9710" providerId="ADAL" clId="{603CB73D-5ABF-4B35-AB35-B8B719F0AA85}" dt="2022-07-04T16:45:22.721" v="14484"/>
          <ac:picMkLst>
            <pc:docMk/>
            <pc:sldMk cId="1011475945" sldId="6234"/>
            <ac:picMk id="123912" creationId="{459EB67A-68D5-42A5-9F3B-D7641AA9FE23}"/>
          </ac:picMkLst>
        </pc:picChg>
      </pc:sldChg>
      <pc:sldChg chg="delSp add del mod">
        <pc:chgData name="Mitra, Sayan" userId="5f9b069e-390c-41f3-af3f-6bd4b0fb9710" providerId="ADAL" clId="{603CB73D-5ABF-4B35-AB35-B8B719F0AA85}" dt="2022-07-04T17:11:35.705" v="14505" actId="47"/>
        <pc:sldMkLst>
          <pc:docMk/>
          <pc:sldMk cId="1170779051" sldId="6234"/>
        </pc:sldMkLst>
        <pc:graphicFrameChg chg="del">
          <ac:chgData name="Mitra, Sayan" userId="5f9b069e-390c-41f3-af3f-6bd4b0fb9710" providerId="ADAL" clId="{603CB73D-5ABF-4B35-AB35-B8B719F0AA85}" dt="2022-07-04T16:49:30.227" v="14502" actId="478"/>
          <ac:graphicFrameMkLst>
            <pc:docMk/>
            <pc:sldMk cId="1170779051" sldId="6234"/>
            <ac:graphicFrameMk id="66" creationId="{A9999040-CC9A-46F3-9922-C711082158C1}"/>
          </ac:graphicFrameMkLst>
        </pc:graphicFrameChg>
      </pc:sldChg>
      <pc:sldChg chg="modSp new mod">
        <pc:chgData name="Mitra, Sayan" userId="5f9b069e-390c-41f3-af3f-6bd4b0fb9710" providerId="ADAL" clId="{603CB73D-5ABF-4B35-AB35-B8B719F0AA85}" dt="2022-07-04T17:15:09.177" v="14516" actId="20577"/>
        <pc:sldMkLst>
          <pc:docMk/>
          <pc:sldMk cId="2707760952" sldId="6234"/>
        </pc:sldMkLst>
        <pc:spChg chg="mod">
          <ac:chgData name="Mitra, Sayan" userId="5f9b069e-390c-41f3-af3f-6bd4b0fb9710" providerId="ADAL" clId="{603CB73D-5ABF-4B35-AB35-B8B719F0AA85}" dt="2022-07-04T17:15:09.177" v="14516" actId="20577"/>
          <ac:spMkLst>
            <pc:docMk/>
            <pc:sldMk cId="2707760952" sldId="6234"/>
            <ac:spMk id="2" creationId="{3FF8A23A-121F-4A4A-B79E-EAD837D9FB20}"/>
          </ac:spMkLst>
        </pc:spChg>
      </pc:sldChg>
      <pc:sldChg chg="new del">
        <pc:chgData name="Mitra, Sayan" userId="5f9b069e-390c-41f3-af3f-6bd4b0fb9710" providerId="ADAL" clId="{603CB73D-5ABF-4B35-AB35-B8B719F0AA85}" dt="2022-07-04T17:16:02.537" v="14522" actId="47"/>
        <pc:sldMkLst>
          <pc:docMk/>
          <pc:sldMk cId="1586408138" sldId="6235"/>
        </pc:sldMkLst>
      </pc:sldChg>
      <pc:sldChg chg="addSp delSp modSp new mod chgLayout">
        <pc:chgData name="Mitra, Sayan" userId="5f9b069e-390c-41f3-af3f-6bd4b0fb9710" providerId="ADAL" clId="{603CB73D-5ABF-4B35-AB35-B8B719F0AA85}" dt="2022-07-04T17:21:37.466" v="14541" actId="3626"/>
        <pc:sldMkLst>
          <pc:docMk/>
          <pc:sldMk cId="978093527" sldId="6236"/>
        </pc:sldMkLst>
        <pc:spChg chg="del">
          <ac:chgData name="Mitra, Sayan" userId="5f9b069e-390c-41f3-af3f-6bd4b0fb9710" providerId="ADAL" clId="{603CB73D-5ABF-4B35-AB35-B8B719F0AA85}" dt="2022-07-04T17:15:37.678" v="14519" actId="700"/>
          <ac:spMkLst>
            <pc:docMk/>
            <pc:sldMk cId="978093527" sldId="6236"/>
            <ac:spMk id="2" creationId="{E8B8C48B-F529-4622-9F0A-A27C7C7C629A}"/>
          </ac:spMkLst>
        </pc:spChg>
        <pc:spChg chg="del">
          <ac:chgData name="Mitra, Sayan" userId="5f9b069e-390c-41f3-af3f-6bd4b0fb9710" providerId="ADAL" clId="{603CB73D-5ABF-4B35-AB35-B8B719F0AA85}" dt="2022-07-04T17:15:37.678" v="14519" actId="700"/>
          <ac:spMkLst>
            <pc:docMk/>
            <pc:sldMk cId="978093527" sldId="6236"/>
            <ac:spMk id="3" creationId="{F8263B39-DFC6-4682-BE1E-2D80A92CB8C4}"/>
          </ac:spMkLst>
        </pc:spChg>
        <pc:spChg chg="del">
          <ac:chgData name="Mitra, Sayan" userId="5f9b069e-390c-41f3-af3f-6bd4b0fb9710" providerId="ADAL" clId="{603CB73D-5ABF-4B35-AB35-B8B719F0AA85}" dt="2022-07-04T17:15:37.678" v="14519" actId="700"/>
          <ac:spMkLst>
            <pc:docMk/>
            <pc:sldMk cId="978093527" sldId="6236"/>
            <ac:spMk id="4" creationId="{F83B6D0C-1502-4091-B918-A3F3829B5331}"/>
          </ac:spMkLst>
        </pc:spChg>
        <pc:spChg chg="del">
          <ac:chgData name="Mitra, Sayan" userId="5f9b069e-390c-41f3-af3f-6bd4b0fb9710" providerId="ADAL" clId="{603CB73D-5ABF-4B35-AB35-B8B719F0AA85}" dt="2022-07-04T17:15:37.678" v="14519" actId="700"/>
          <ac:spMkLst>
            <pc:docMk/>
            <pc:sldMk cId="978093527" sldId="6236"/>
            <ac:spMk id="5" creationId="{6F49BD9A-C3CF-490F-A12E-D444C66862CD}"/>
          </ac:spMkLst>
        </pc:spChg>
        <pc:spChg chg="add mod ord">
          <ac:chgData name="Mitra, Sayan" userId="5f9b069e-390c-41f3-af3f-6bd4b0fb9710" providerId="ADAL" clId="{603CB73D-5ABF-4B35-AB35-B8B719F0AA85}" dt="2022-07-04T17:16:18.860" v="14523"/>
          <ac:spMkLst>
            <pc:docMk/>
            <pc:sldMk cId="978093527" sldId="6236"/>
            <ac:spMk id="6" creationId="{7B436ACD-942B-4C57-BF8E-4F303DD8C115}"/>
          </ac:spMkLst>
        </pc:spChg>
        <pc:spChg chg="add del mod ord">
          <ac:chgData name="Mitra, Sayan" userId="5f9b069e-390c-41f3-af3f-6bd4b0fb9710" providerId="ADAL" clId="{603CB73D-5ABF-4B35-AB35-B8B719F0AA85}" dt="2022-07-04T17:15:53.600" v="14521" actId="478"/>
          <ac:spMkLst>
            <pc:docMk/>
            <pc:sldMk cId="978093527" sldId="6236"/>
            <ac:spMk id="7" creationId="{FCD46973-B56D-46E6-923A-C0A7743C01C3}"/>
          </ac:spMkLst>
        </pc:spChg>
        <pc:spChg chg="add del mod ord">
          <ac:chgData name="Mitra, Sayan" userId="5f9b069e-390c-41f3-af3f-6bd4b0fb9710" providerId="ADAL" clId="{603CB73D-5ABF-4B35-AB35-B8B719F0AA85}" dt="2022-07-04T17:15:39.965" v="14520" actId="478"/>
          <ac:spMkLst>
            <pc:docMk/>
            <pc:sldMk cId="978093527" sldId="6236"/>
            <ac:spMk id="8" creationId="{2D12923C-A6AB-4BE0-A3F9-140E0B6613EF}"/>
          </ac:spMkLst>
        </pc:spChg>
        <pc:spChg chg="add del mod ord">
          <ac:chgData name="Mitra, Sayan" userId="5f9b069e-390c-41f3-af3f-6bd4b0fb9710" providerId="ADAL" clId="{603CB73D-5ABF-4B35-AB35-B8B719F0AA85}" dt="2022-07-04T17:15:53.600" v="14521" actId="478"/>
          <ac:spMkLst>
            <pc:docMk/>
            <pc:sldMk cId="978093527" sldId="6236"/>
            <ac:spMk id="9" creationId="{DAB23CDF-25C9-4FC8-88A0-69A0493DA918}"/>
          </ac:spMkLst>
        </pc:spChg>
        <pc:spChg chg="add mod">
          <ac:chgData name="Mitra, Sayan" userId="5f9b069e-390c-41f3-af3f-6bd4b0fb9710" providerId="ADAL" clId="{603CB73D-5ABF-4B35-AB35-B8B719F0AA85}" dt="2022-07-04T17:21:37.466" v="14541" actId="3626"/>
          <ac:spMkLst>
            <pc:docMk/>
            <pc:sldMk cId="978093527" sldId="6236"/>
            <ac:spMk id="10" creationId="{5CEFFFF9-271C-40EC-9DDB-F1AA995CD729}"/>
          </ac:spMkLst>
        </pc:spChg>
      </pc:sldChg>
      <pc:sldMasterChg chg="delSldLayout">
        <pc:chgData name="Mitra, Sayan" userId="5f9b069e-390c-41f3-af3f-6bd4b0fb9710" providerId="ADAL" clId="{603CB73D-5ABF-4B35-AB35-B8B719F0AA85}" dt="2022-07-04T10:34:29.649" v="14231" actId="47"/>
        <pc:sldMasterMkLst>
          <pc:docMk/>
          <pc:sldMasterMk cId="3197474883" sldId="2147483757"/>
        </pc:sldMasterMkLst>
        <pc:sldLayoutChg chg="del">
          <pc:chgData name="Mitra, Sayan" userId="5f9b069e-390c-41f3-af3f-6bd4b0fb9710" providerId="ADAL" clId="{603CB73D-5ABF-4B35-AB35-B8B719F0AA85}" dt="2022-07-01T01:30:25.827" v="960" actId="47"/>
          <pc:sldLayoutMkLst>
            <pc:docMk/>
            <pc:sldMasterMk cId="3197474883" sldId="2147483757"/>
            <pc:sldLayoutMk cId="2226598454" sldId="2147483789"/>
          </pc:sldLayoutMkLst>
        </pc:sldLayoutChg>
        <pc:sldLayoutChg chg="del">
          <pc:chgData name="Mitra, Sayan" userId="5f9b069e-390c-41f3-af3f-6bd4b0fb9710" providerId="ADAL" clId="{603CB73D-5ABF-4B35-AB35-B8B719F0AA85}" dt="2022-06-28T16:42:25.713" v="803" actId="47"/>
          <pc:sldLayoutMkLst>
            <pc:docMk/>
            <pc:sldMasterMk cId="3197474883" sldId="2147483757"/>
            <pc:sldLayoutMk cId="2045451334" sldId="2147484067"/>
          </pc:sldLayoutMkLst>
        </pc:sldLayoutChg>
        <pc:sldLayoutChg chg="del">
          <pc:chgData name="Mitra, Sayan" userId="5f9b069e-390c-41f3-af3f-6bd4b0fb9710" providerId="ADAL" clId="{603CB73D-5ABF-4B35-AB35-B8B719F0AA85}" dt="2022-06-28T16:02:01.505" v="250" actId="47"/>
          <pc:sldLayoutMkLst>
            <pc:docMk/>
            <pc:sldMasterMk cId="3197474883" sldId="2147483757"/>
            <pc:sldLayoutMk cId="540644407" sldId="2147484069"/>
          </pc:sldLayoutMkLst>
        </pc:sldLayoutChg>
        <pc:sldLayoutChg chg="del">
          <pc:chgData name="Mitra, Sayan" userId="5f9b069e-390c-41f3-af3f-6bd4b0fb9710" providerId="ADAL" clId="{603CB73D-5ABF-4B35-AB35-B8B719F0AA85}" dt="2022-07-01T01:43:54.551" v="1079" actId="47"/>
          <pc:sldLayoutMkLst>
            <pc:docMk/>
            <pc:sldMasterMk cId="3197474883" sldId="2147483757"/>
            <pc:sldLayoutMk cId="4117818162" sldId="2147484070"/>
          </pc:sldLayoutMkLst>
        </pc:sldLayoutChg>
        <pc:sldLayoutChg chg="del">
          <pc:chgData name="Mitra, Sayan" userId="5f9b069e-390c-41f3-af3f-6bd4b0fb9710" providerId="ADAL" clId="{603CB73D-5ABF-4B35-AB35-B8B719F0AA85}" dt="2022-07-04T10:34:29.649" v="14231" actId="47"/>
          <pc:sldLayoutMkLst>
            <pc:docMk/>
            <pc:sldMasterMk cId="3197474883" sldId="2147483757"/>
            <pc:sldLayoutMk cId="1124575484" sldId="2147484122"/>
          </pc:sldLayoutMkLst>
        </pc:sldLayoutChg>
      </pc:sldMasterChg>
      <pc:sldMasterChg chg="delSp mod">
        <pc:chgData name="Mitra, Sayan" userId="5f9b069e-390c-41f3-af3f-6bd4b0fb9710" providerId="ADAL" clId="{603CB73D-5ABF-4B35-AB35-B8B719F0AA85}" dt="2022-07-03T05:02:27.647" v="7230" actId="478"/>
        <pc:sldMasterMkLst>
          <pc:docMk/>
          <pc:sldMasterMk cId="4119867864" sldId="2147484133"/>
        </pc:sldMasterMkLst>
        <pc:spChg chg="del">
          <ac:chgData name="Mitra, Sayan" userId="5f9b069e-390c-41f3-af3f-6bd4b0fb9710" providerId="ADAL" clId="{603CB73D-5ABF-4B35-AB35-B8B719F0AA85}" dt="2022-07-03T05:02:27.647" v="7230" actId="478"/>
          <ac:spMkLst>
            <pc:docMk/>
            <pc:sldMasterMk cId="4119867864" sldId="2147484133"/>
            <ac:spMk id="8" creationId="{00000000-0000-0000-0000-000000000000}"/>
          </ac:spMkLst>
        </pc:spChg>
      </pc:sldMasterChg>
    </pc:docChg>
  </pc:docChgLst>
  <pc:docChgLst>
    <pc:chgData name="Mitra, Sayan" userId="5f9b069e-390c-41f3-af3f-6bd4b0fb9710" providerId="ADAL" clId="{FDEC2B61-D4EA-4824-82DA-C0AD1E09A0C0}"/>
    <pc:docChg chg="undo custSel addSld delSld modSld sldOrd">
      <pc:chgData name="Mitra, Sayan" userId="5f9b069e-390c-41f3-af3f-6bd4b0fb9710" providerId="ADAL" clId="{FDEC2B61-D4EA-4824-82DA-C0AD1E09A0C0}" dt="2022-06-28T11:03:35.112" v="968" actId="47"/>
      <pc:docMkLst>
        <pc:docMk/>
      </pc:docMkLst>
      <pc:sldChg chg="addSp modSp mod">
        <pc:chgData name="Mitra, Sayan" userId="5f9b069e-390c-41f3-af3f-6bd4b0fb9710" providerId="ADAL" clId="{FDEC2B61-D4EA-4824-82DA-C0AD1E09A0C0}" dt="2022-06-28T09:17:23.729" v="604" actId="20577"/>
        <pc:sldMkLst>
          <pc:docMk/>
          <pc:sldMk cId="3091055145" sldId="381"/>
        </pc:sldMkLst>
        <pc:spChg chg="add mod">
          <ac:chgData name="Mitra, Sayan" userId="5f9b069e-390c-41f3-af3f-6bd4b0fb9710" providerId="ADAL" clId="{FDEC2B61-D4EA-4824-82DA-C0AD1E09A0C0}" dt="2022-06-28T09:17:23.729" v="604" actId="20577"/>
          <ac:spMkLst>
            <pc:docMk/>
            <pc:sldMk cId="3091055145" sldId="381"/>
            <ac:spMk id="47" creationId="{9EA837DB-22E0-406C-8A71-BE13BB19A231}"/>
          </ac:spMkLst>
        </pc:spChg>
      </pc:sldChg>
      <pc:sldChg chg="addSp delSp modSp mod ord">
        <pc:chgData name="Mitra, Sayan" userId="5f9b069e-390c-41f3-af3f-6bd4b0fb9710" providerId="ADAL" clId="{FDEC2B61-D4EA-4824-82DA-C0AD1E09A0C0}" dt="2022-06-28T09:15:29.814" v="539" actId="14100"/>
        <pc:sldMkLst>
          <pc:docMk/>
          <pc:sldMk cId="1354766238" sldId="382"/>
        </pc:sldMkLst>
        <pc:spChg chg="add mod">
          <ac:chgData name="Mitra, Sayan" userId="5f9b069e-390c-41f3-af3f-6bd4b0fb9710" providerId="ADAL" clId="{FDEC2B61-D4EA-4824-82DA-C0AD1E09A0C0}" dt="2022-06-28T09:15:29.814" v="539" actId="14100"/>
          <ac:spMkLst>
            <pc:docMk/>
            <pc:sldMk cId="1354766238" sldId="382"/>
            <ac:spMk id="2" creationId="{3113F563-0FF4-4167-9361-66098056C502}"/>
          </ac:spMkLst>
        </pc:spChg>
        <pc:spChg chg="add mod">
          <ac:chgData name="Mitra, Sayan" userId="5f9b069e-390c-41f3-af3f-6bd4b0fb9710" providerId="ADAL" clId="{FDEC2B61-D4EA-4824-82DA-C0AD1E09A0C0}" dt="2022-06-28T09:14:11.700" v="498" actId="164"/>
          <ac:spMkLst>
            <pc:docMk/>
            <pc:sldMk cId="1354766238" sldId="382"/>
            <ac:spMk id="5" creationId="{16A13B86-278C-4CFC-A603-A37DE2CBE608}"/>
          </ac:spMkLst>
        </pc:spChg>
        <pc:spChg chg="mod">
          <ac:chgData name="Mitra, Sayan" userId="5f9b069e-390c-41f3-af3f-6bd4b0fb9710" providerId="ADAL" clId="{FDEC2B61-D4EA-4824-82DA-C0AD1E09A0C0}" dt="2022-06-28T09:12:57.543" v="444" actId="3064"/>
          <ac:spMkLst>
            <pc:docMk/>
            <pc:sldMk cId="1354766238" sldId="382"/>
            <ac:spMk id="10" creationId="{0CBC73E7-6E83-1761-58AB-8841E10F4047}"/>
          </ac:spMkLst>
        </pc:spChg>
        <pc:spChg chg="mod">
          <ac:chgData name="Mitra, Sayan" userId="5f9b069e-390c-41f3-af3f-6bd4b0fb9710" providerId="ADAL" clId="{FDEC2B61-D4EA-4824-82DA-C0AD1E09A0C0}" dt="2022-06-28T09:12:57.543" v="444" actId="3064"/>
          <ac:spMkLst>
            <pc:docMk/>
            <pc:sldMk cId="1354766238" sldId="382"/>
            <ac:spMk id="11" creationId="{3273F7BC-53B4-DAD1-DF0D-6D8E4724E559}"/>
          </ac:spMkLst>
        </pc:spChg>
        <pc:spChg chg="mod">
          <ac:chgData name="Mitra, Sayan" userId="5f9b069e-390c-41f3-af3f-6bd4b0fb9710" providerId="ADAL" clId="{FDEC2B61-D4EA-4824-82DA-C0AD1E09A0C0}" dt="2022-06-28T09:12:57.543" v="444" actId="3064"/>
          <ac:spMkLst>
            <pc:docMk/>
            <pc:sldMk cId="1354766238" sldId="382"/>
            <ac:spMk id="12" creationId="{1D15C1C1-A7CE-4FF9-C077-CCB025460D81}"/>
          </ac:spMkLst>
        </pc:spChg>
        <pc:spChg chg="mod">
          <ac:chgData name="Mitra, Sayan" userId="5f9b069e-390c-41f3-af3f-6bd4b0fb9710" providerId="ADAL" clId="{FDEC2B61-D4EA-4824-82DA-C0AD1E09A0C0}" dt="2022-06-28T09:12:57.543" v="444" actId="3064"/>
          <ac:spMkLst>
            <pc:docMk/>
            <pc:sldMk cId="1354766238" sldId="382"/>
            <ac:spMk id="13" creationId="{0ABDDA39-BEAD-669E-776D-89EC747332A5}"/>
          </ac:spMkLst>
        </pc:spChg>
        <pc:spChg chg="add mod">
          <ac:chgData name="Mitra, Sayan" userId="5f9b069e-390c-41f3-af3f-6bd4b0fb9710" providerId="ADAL" clId="{FDEC2B61-D4EA-4824-82DA-C0AD1E09A0C0}" dt="2022-06-28T09:15:22.250" v="531" actId="164"/>
          <ac:spMkLst>
            <pc:docMk/>
            <pc:sldMk cId="1354766238" sldId="382"/>
            <ac:spMk id="14" creationId="{31FD3538-E0B6-402F-9E51-BA99D2C815E7}"/>
          </ac:spMkLst>
        </pc:spChg>
        <pc:spChg chg="mod">
          <ac:chgData name="Mitra, Sayan" userId="5f9b069e-390c-41f3-af3f-6bd4b0fb9710" providerId="ADAL" clId="{FDEC2B61-D4EA-4824-82DA-C0AD1E09A0C0}" dt="2022-06-28T09:12:57.543" v="444" actId="3064"/>
          <ac:spMkLst>
            <pc:docMk/>
            <pc:sldMk cId="1354766238" sldId="382"/>
            <ac:spMk id="18" creationId="{D0CA8FE8-725D-90A3-0135-A0DE2C30AB38}"/>
          </ac:spMkLst>
        </pc:spChg>
        <pc:spChg chg="mod">
          <ac:chgData name="Mitra, Sayan" userId="5f9b069e-390c-41f3-af3f-6bd4b0fb9710" providerId="ADAL" clId="{FDEC2B61-D4EA-4824-82DA-C0AD1E09A0C0}" dt="2022-06-28T09:12:57.543" v="444" actId="3064"/>
          <ac:spMkLst>
            <pc:docMk/>
            <pc:sldMk cId="1354766238" sldId="382"/>
            <ac:spMk id="19" creationId="{57C8B6B5-FAC4-1DCA-1AB2-063FC89DD17B}"/>
          </ac:spMkLst>
        </pc:spChg>
        <pc:spChg chg="mod">
          <ac:chgData name="Mitra, Sayan" userId="5f9b069e-390c-41f3-af3f-6bd4b0fb9710" providerId="ADAL" clId="{FDEC2B61-D4EA-4824-82DA-C0AD1E09A0C0}" dt="2022-06-28T09:12:57.543" v="444" actId="3064"/>
          <ac:spMkLst>
            <pc:docMk/>
            <pc:sldMk cId="1354766238" sldId="382"/>
            <ac:spMk id="20" creationId="{A1BE41AE-4860-9281-7C00-38B6B7F2F312}"/>
          </ac:spMkLst>
        </pc:spChg>
        <pc:spChg chg="mod">
          <ac:chgData name="Mitra, Sayan" userId="5f9b069e-390c-41f3-af3f-6bd4b0fb9710" providerId="ADAL" clId="{FDEC2B61-D4EA-4824-82DA-C0AD1E09A0C0}" dt="2022-06-28T09:12:57.543" v="444" actId="3064"/>
          <ac:spMkLst>
            <pc:docMk/>
            <pc:sldMk cId="1354766238" sldId="382"/>
            <ac:spMk id="21" creationId="{C8164E47-F198-1A33-8B18-2092E22A9C45}"/>
          </ac:spMkLst>
        </pc:spChg>
        <pc:spChg chg="mod">
          <ac:chgData name="Mitra, Sayan" userId="5f9b069e-390c-41f3-af3f-6bd4b0fb9710" providerId="ADAL" clId="{FDEC2B61-D4EA-4824-82DA-C0AD1E09A0C0}" dt="2022-06-28T09:12:57.543" v="444" actId="3064"/>
          <ac:spMkLst>
            <pc:docMk/>
            <pc:sldMk cId="1354766238" sldId="382"/>
            <ac:spMk id="22" creationId="{BD1420BC-9342-D460-CF93-30DFAF787EA2}"/>
          </ac:spMkLst>
        </pc:spChg>
        <pc:spChg chg="mod">
          <ac:chgData name="Mitra, Sayan" userId="5f9b069e-390c-41f3-af3f-6bd4b0fb9710" providerId="ADAL" clId="{FDEC2B61-D4EA-4824-82DA-C0AD1E09A0C0}" dt="2022-06-28T09:12:57.543" v="444" actId="3064"/>
          <ac:spMkLst>
            <pc:docMk/>
            <pc:sldMk cId="1354766238" sldId="382"/>
            <ac:spMk id="23" creationId="{1E2FAA09-2E9B-EE0E-BC2B-3F88845AAA92}"/>
          </ac:spMkLst>
        </pc:spChg>
        <pc:spChg chg="mod">
          <ac:chgData name="Mitra, Sayan" userId="5f9b069e-390c-41f3-af3f-6bd4b0fb9710" providerId="ADAL" clId="{FDEC2B61-D4EA-4824-82DA-C0AD1E09A0C0}" dt="2022-06-28T09:12:57.543" v="444" actId="3064"/>
          <ac:spMkLst>
            <pc:docMk/>
            <pc:sldMk cId="1354766238" sldId="382"/>
            <ac:spMk id="24" creationId="{86E0AC90-1D24-073D-51FD-0FA385733756}"/>
          </ac:spMkLst>
        </pc:spChg>
        <pc:spChg chg="mod">
          <ac:chgData name="Mitra, Sayan" userId="5f9b069e-390c-41f3-af3f-6bd4b0fb9710" providerId="ADAL" clId="{FDEC2B61-D4EA-4824-82DA-C0AD1E09A0C0}" dt="2022-06-28T09:12:57.543" v="444" actId="3064"/>
          <ac:spMkLst>
            <pc:docMk/>
            <pc:sldMk cId="1354766238" sldId="382"/>
            <ac:spMk id="25" creationId="{D325DD5F-BB06-3C5D-0FE6-250F8973A67C}"/>
          </ac:spMkLst>
        </pc:spChg>
        <pc:spChg chg="mod">
          <ac:chgData name="Mitra, Sayan" userId="5f9b069e-390c-41f3-af3f-6bd4b0fb9710" providerId="ADAL" clId="{FDEC2B61-D4EA-4824-82DA-C0AD1E09A0C0}" dt="2022-06-28T09:12:57.543" v="444" actId="3064"/>
          <ac:spMkLst>
            <pc:docMk/>
            <pc:sldMk cId="1354766238" sldId="382"/>
            <ac:spMk id="26" creationId="{376864B2-B5A6-17A2-E623-B678B6B2FE8A}"/>
          </ac:spMkLst>
        </pc:spChg>
        <pc:spChg chg="mod">
          <ac:chgData name="Mitra, Sayan" userId="5f9b069e-390c-41f3-af3f-6bd4b0fb9710" providerId="ADAL" clId="{FDEC2B61-D4EA-4824-82DA-C0AD1E09A0C0}" dt="2022-06-28T09:12:57.543" v="444" actId="3064"/>
          <ac:spMkLst>
            <pc:docMk/>
            <pc:sldMk cId="1354766238" sldId="382"/>
            <ac:spMk id="27" creationId="{6DC7BCD6-0F57-768C-F8EF-CD72160AA397}"/>
          </ac:spMkLst>
        </pc:spChg>
        <pc:spChg chg="mod">
          <ac:chgData name="Mitra, Sayan" userId="5f9b069e-390c-41f3-af3f-6bd4b0fb9710" providerId="ADAL" clId="{FDEC2B61-D4EA-4824-82DA-C0AD1E09A0C0}" dt="2022-06-28T09:12:57.543" v="444" actId="3064"/>
          <ac:spMkLst>
            <pc:docMk/>
            <pc:sldMk cId="1354766238" sldId="382"/>
            <ac:spMk id="28" creationId="{273FD77E-D327-EE91-86A1-DA643A61EA72}"/>
          </ac:spMkLst>
        </pc:spChg>
        <pc:spChg chg="mod">
          <ac:chgData name="Mitra, Sayan" userId="5f9b069e-390c-41f3-af3f-6bd4b0fb9710" providerId="ADAL" clId="{FDEC2B61-D4EA-4824-82DA-C0AD1E09A0C0}" dt="2022-06-28T09:12:57.543" v="444" actId="3064"/>
          <ac:spMkLst>
            <pc:docMk/>
            <pc:sldMk cId="1354766238" sldId="382"/>
            <ac:spMk id="29" creationId="{FFF666DA-1681-6DD2-0122-F77BE9B5BE6D}"/>
          </ac:spMkLst>
        </pc:spChg>
        <pc:spChg chg="mod">
          <ac:chgData name="Mitra, Sayan" userId="5f9b069e-390c-41f3-af3f-6bd4b0fb9710" providerId="ADAL" clId="{FDEC2B61-D4EA-4824-82DA-C0AD1E09A0C0}" dt="2022-06-28T09:12:57.543" v="444" actId="3064"/>
          <ac:spMkLst>
            <pc:docMk/>
            <pc:sldMk cId="1354766238" sldId="382"/>
            <ac:spMk id="30" creationId="{95584826-B3D8-9F5E-8668-63066A0453D7}"/>
          </ac:spMkLst>
        </pc:spChg>
        <pc:spChg chg="mod">
          <ac:chgData name="Mitra, Sayan" userId="5f9b069e-390c-41f3-af3f-6bd4b0fb9710" providerId="ADAL" clId="{FDEC2B61-D4EA-4824-82DA-C0AD1E09A0C0}" dt="2022-06-28T09:12:57.543" v="444" actId="3064"/>
          <ac:spMkLst>
            <pc:docMk/>
            <pc:sldMk cId="1354766238" sldId="382"/>
            <ac:spMk id="31" creationId="{95B54EEA-49A8-C6B5-BAD7-22FE1B8731A2}"/>
          </ac:spMkLst>
        </pc:spChg>
        <pc:spChg chg="mod">
          <ac:chgData name="Mitra, Sayan" userId="5f9b069e-390c-41f3-af3f-6bd4b0fb9710" providerId="ADAL" clId="{FDEC2B61-D4EA-4824-82DA-C0AD1E09A0C0}" dt="2022-06-28T09:12:57.543" v="444" actId="3064"/>
          <ac:spMkLst>
            <pc:docMk/>
            <pc:sldMk cId="1354766238" sldId="382"/>
            <ac:spMk id="32" creationId="{D65A634B-3C5A-0B2A-BEDD-5D8054530D6A}"/>
          </ac:spMkLst>
        </pc:spChg>
        <pc:spChg chg="del mod">
          <ac:chgData name="Mitra, Sayan" userId="5f9b069e-390c-41f3-af3f-6bd4b0fb9710" providerId="ADAL" clId="{FDEC2B61-D4EA-4824-82DA-C0AD1E09A0C0}" dt="2022-06-28T09:12:37.661" v="441" actId="478"/>
          <ac:spMkLst>
            <pc:docMk/>
            <pc:sldMk cId="1354766238" sldId="382"/>
            <ac:spMk id="33" creationId="{2A970853-6ACE-EB5F-7E4D-067D77E9C2B6}"/>
          </ac:spMkLst>
        </pc:spChg>
        <pc:spChg chg="mod">
          <ac:chgData name="Mitra, Sayan" userId="5f9b069e-390c-41f3-af3f-6bd4b0fb9710" providerId="ADAL" clId="{FDEC2B61-D4EA-4824-82DA-C0AD1E09A0C0}" dt="2022-06-28T09:12:57.543" v="444" actId="3064"/>
          <ac:spMkLst>
            <pc:docMk/>
            <pc:sldMk cId="1354766238" sldId="382"/>
            <ac:spMk id="34" creationId="{8995B9F4-E7B8-EFD4-9FF8-3866914B49CF}"/>
          </ac:spMkLst>
        </pc:spChg>
        <pc:spChg chg="mod">
          <ac:chgData name="Mitra, Sayan" userId="5f9b069e-390c-41f3-af3f-6bd4b0fb9710" providerId="ADAL" clId="{FDEC2B61-D4EA-4824-82DA-C0AD1E09A0C0}" dt="2022-06-28T09:12:57.543" v="444" actId="3064"/>
          <ac:spMkLst>
            <pc:docMk/>
            <pc:sldMk cId="1354766238" sldId="382"/>
            <ac:spMk id="35" creationId="{7B0DFFE3-DAE8-FE8F-320F-B1EEB8A4F2CE}"/>
          </ac:spMkLst>
        </pc:spChg>
        <pc:spChg chg="mod">
          <ac:chgData name="Mitra, Sayan" userId="5f9b069e-390c-41f3-af3f-6bd4b0fb9710" providerId="ADAL" clId="{FDEC2B61-D4EA-4824-82DA-C0AD1E09A0C0}" dt="2022-06-28T09:12:57.543" v="444" actId="3064"/>
          <ac:spMkLst>
            <pc:docMk/>
            <pc:sldMk cId="1354766238" sldId="382"/>
            <ac:spMk id="36" creationId="{C3EC6908-AD71-5EF9-3FB4-957F40A4D062}"/>
          </ac:spMkLst>
        </pc:spChg>
        <pc:spChg chg="mod">
          <ac:chgData name="Mitra, Sayan" userId="5f9b069e-390c-41f3-af3f-6bd4b0fb9710" providerId="ADAL" clId="{FDEC2B61-D4EA-4824-82DA-C0AD1E09A0C0}" dt="2022-06-28T09:12:57.543" v="444" actId="3064"/>
          <ac:spMkLst>
            <pc:docMk/>
            <pc:sldMk cId="1354766238" sldId="382"/>
            <ac:spMk id="37" creationId="{7029EB9A-8FDD-31A2-141C-016662CC3A60}"/>
          </ac:spMkLst>
        </pc:spChg>
        <pc:spChg chg="add mod">
          <ac:chgData name="Mitra, Sayan" userId="5f9b069e-390c-41f3-af3f-6bd4b0fb9710" providerId="ADAL" clId="{FDEC2B61-D4EA-4824-82DA-C0AD1E09A0C0}" dt="2022-06-28T09:09:30.128" v="311" actId="6549"/>
          <ac:spMkLst>
            <pc:docMk/>
            <pc:sldMk cId="1354766238" sldId="382"/>
            <ac:spMk id="41" creationId="{5E5BF44B-A8F6-47AC-9AE5-5215FCAAB6E7}"/>
          </ac:spMkLst>
        </pc:spChg>
        <pc:spChg chg="mod">
          <ac:chgData name="Mitra, Sayan" userId="5f9b069e-390c-41f3-af3f-6bd4b0fb9710" providerId="ADAL" clId="{FDEC2B61-D4EA-4824-82DA-C0AD1E09A0C0}" dt="2022-06-28T09:12:31.273" v="440" actId="207"/>
          <ac:spMkLst>
            <pc:docMk/>
            <pc:sldMk cId="1354766238" sldId="382"/>
            <ac:spMk id="42" creationId="{8406511E-19E8-48AB-8843-DE12594A69B5}"/>
          </ac:spMkLst>
        </pc:spChg>
        <pc:grpChg chg="add mod">
          <ac:chgData name="Mitra, Sayan" userId="5f9b069e-390c-41f3-af3f-6bd4b0fb9710" providerId="ADAL" clId="{FDEC2B61-D4EA-4824-82DA-C0AD1E09A0C0}" dt="2022-06-28T09:15:22.250" v="531" actId="164"/>
          <ac:grpSpMkLst>
            <pc:docMk/>
            <pc:sldMk cId="1354766238" sldId="382"/>
            <ac:grpSpMk id="7" creationId="{3D6A3431-3EA4-4F98-9FB0-68243C06F024}"/>
          </ac:grpSpMkLst>
        </pc:grpChg>
        <pc:grpChg chg="add mod">
          <ac:chgData name="Mitra, Sayan" userId="5f9b069e-390c-41f3-af3f-6bd4b0fb9710" providerId="ADAL" clId="{FDEC2B61-D4EA-4824-82DA-C0AD1E09A0C0}" dt="2022-06-28T09:15:23.798" v="538" actId="1037"/>
          <ac:grpSpMkLst>
            <pc:docMk/>
            <pc:sldMk cId="1354766238" sldId="382"/>
            <ac:grpSpMk id="43" creationId="{B7FBD88F-5B5C-4908-A9D5-3E2697A63956}"/>
          </ac:grpSpMkLst>
        </pc:grpChg>
      </pc:sldChg>
      <pc:sldChg chg="addSp modSp">
        <pc:chgData name="Mitra, Sayan" userId="5f9b069e-390c-41f3-af3f-6bd4b0fb9710" providerId="ADAL" clId="{FDEC2B61-D4EA-4824-82DA-C0AD1E09A0C0}" dt="2022-06-28T07:19:40.062" v="271"/>
        <pc:sldMkLst>
          <pc:docMk/>
          <pc:sldMk cId="3212148087" sldId="385"/>
        </pc:sldMkLst>
        <pc:spChg chg="add mod">
          <ac:chgData name="Mitra, Sayan" userId="5f9b069e-390c-41f3-af3f-6bd4b0fb9710" providerId="ADAL" clId="{FDEC2B61-D4EA-4824-82DA-C0AD1E09A0C0}" dt="2022-06-28T07:19:40.062" v="271"/>
          <ac:spMkLst>
            <pc:docMk/>
            <pc:sldMk cId="3212148087" sldId="385"/>
            <ac:spMk id="5" creationId="{600F1DD1-7347-4AC3-828C-AD0FFAC00895}"/>
          </ac:spMkLst>
        </pc:spChg>
      </pc:sldChg>
      <pc:sldChg chg="addSp modSp">
        <pc:chgData name="Mitra, Sayan" userId="5f9b069e-390c-41f3-af3f-6bd4b0fb9710" providerId="ADAL" clId="{FDEC2B61-D4EA-4824-82DA-C0AD1E09A0C0}" dt="2022-06-28T09:20:56.481" v="725"/>
        <pc:sldMkLst>
          <pc:docMk/>
          <pc:sldMk cId="1826934169" sldId="387"/>
        </pc:sldMkLst>
        <pc:spChg chg="add mod">
          <ac:chgData name="Mitra, Sayan" userId="5f9b069e-390c-41f3-af3f-6bd4b0fb9710" providerId="ADAL" clId="{FDEC2B61-D4EA-4824-82DA-C0AD1E09A0C0}" dt="2022-06-28T09:20:56.481" v="725"/>
          <ac:spMkLst>
            <pc:docMk/>
            <pc:sldMk cId="1826934169" sldId="387"/>
            <ac:spMk id="56" creationId="{52607AC4-9456-4DA4-8036-BEDFBFC1BA6E}"/>
          </ac:spMkLst>
        </pc:spChg>
      </pc:sldChg>
      <pc:sldChg chg="del">
        <pc:chgData name="Mitra, Sayan" userId="5f9b069e-390c-41f3-af3f-6bd4b0fb9710" providerId="ADAL" clId="{FDEC2B61-D4EA-4824-82DA-C0AD1E09A0C0}" dt="2022-06-28T06:03:35.062" v="234" actId="47"/>
        <pc:sldMkLst>
          <pc:docMk/>
          <pc:sldMk cId="2730138925" sldId="391"/>
        </pc:sldMkLst>
      </pc:sldChg>
      <pc:sldChg chg="addSp modSp">
        <pc:chgData name="Mitra, Sayan" userId="5f9b069e-390c-41f3-af3f-6bd4b0fb9710" providerId="ADAL" clId="{FDEC2B61-D4EA-4824-82DA-C0AD1E09A0C0}" dt="2022-06-28T09:15:59.399" v="542"/>
        <pc:sldMkLst>
          <pc:docMk/>
          <pc:sldMk cId="1861270906" sldId="572"/>
        </pc:sldMkLst>
        <pc:spChg chg="add mod">
          <ac:chgData name="Mitra, Sayan" userId="5f9b069e-390c-41f3-af3f-6bd4b0fb9710" providerId="ADAL" clId="{FDEC2B61-D4EA-4824-82DA-C0AD1E09A0C0}" dt="2022-06-28T09:15:59.399" v="542"/>
          <ac:spMkLst>
            <pc:docMk/>
            <pc:sldMk cId="1861270906" sldId="572"/>
            <ac:spMk id="41" creationId="{153063CB-E9EC-4616-8E5F-7FD878436D33}"/>
          </ac:spMkLst>
        </pc:spChg>
      </pc:sldChg>
      <pc:sldChg chg="addSp modSp mod">
        <pc:chgData name="Mitra, Sayan" userId="5f9b069e-390c-41f3-af3f-6bd4b0fb9710" providerId="ADAL" clId="{FDEC2B61-D4EA-4824-82DA-C0AD1E09A0C0}" dt="2022-06-28T09:09:20.920" v="309" actId="20577"/>
        <pc:sldMkLst>
          <pc:docMk/>
          <pc:sldMk cId="3709311350" sldId="624"/>
        </pc:sldMkLst>
        <pc:spChg chg="mod">
          <ac:chgData name="Mitra, Sayan" userId="5f9b069e-390c-41f3-af3f-6bd4b0fb9710" providerId="ADAL" clId="{FDEC2B61-D4EA-4824-82DA-C0AD1E09A0C0}" dt="2022-06-28T05:19:10.645" v="118" actId="20577"/>
          <ac:spMkLst>
            <pc:docMk/>
            <pc:sldMk cId="3709311350" sldId="624"/>
            <ac:spMk id="2" creationId="{90B109E2-7B40-463B-983F-556B88D76AE5}"/>
          </ac:spMkLst>
        </pc:spChg>
        <pc:spChg chg="add mod">
          <ac:chgData name="Mitra, Sayan" userId="5f9b069e-390c-41f3-af3f-6bd4b0fb9710" providerId="ADAL" clId="{FDEC2B61-D4EA-4824-82DA-C0AD1E09A0C0}" dt="2022-06-28T09:09:20.920" v="309" actId="20577"/>
          <ac:spMkLst>
            <pc:docMk/>
            <pc:sldMk cId="3709311350" sldId="624"/>
            <ac:spMk id="4" creationId="{498ABFF3-40E3-4F47-9A1D-87E681E5C461}"/>
          </ac:spMkLst>
        </pc:spChg>
      </pc:sldChg>
      <pc:sldChg chg="addSp modSp mod">
        <pc:chgData name="Mitra, Sayan" userId="5f9b069e-390c-41f3-af3f-6bd4b0fb9710" providerId="ADAL" clId="{FDEC2B61-D4EA-4824-82DA-C0AD1E09A0C0}" dt="2022-06-28T09:20:48.199" v="723" actId="20577"/>
        <pc:sldMkLst>
          <pc:docMk/>
          <pc:sldMk cId="1194355145" sldId="1007"/>
        </pc:sldMkLst>
        <pc:spChg chg="add mod">
          <ac:chgData name="Mitra, Sayan" userId="5f9b069e-390c-41f3-af3f-6bd4b0fb9710" providerId="ADAL" clId="{FDEC2B61-D4EA-4824-82DA-C0AD1E09A0C0}" dt="2022-06-28T09:20:48.199" v="723" actId="20577"/>
          <ac:spMkLst>
            <pc:docMk/>
            <pc:sldMk cId="1194355145" sldId="1007"/>
            <ac:spMk id="52" creationId="{9D169E19-701C-4797-9AB7-EC808B555DAF}"/>
          </ac:spMkLst>
        </pc:spChg>
      </pc:sldChg>
      <pc:sldChg chg="addSp modSp add mod">
        <pc:chgData name="Mitra, Sayan" userId="5f9b069e-390c-41f3-af3f-6bd4b0fb9710" providerId="ADAL" clId="{FDEC2B61-D4EA-4824-82DA-C0AD1E09A0C0}" dt="2022-06-28T10:26:58.044" v="964"/>
        <pc:sldMkLst>
          <pc:docMk/>
          <pc:sldMk cId="1648647936" sldId="1020"/>
        </pc:sldMkLst>
        <pc:spChg chg="mod">
          <ac:chgData name="Mitra, Sayan" userId="5f9b069e-390c-41f3-af3f-6bd4b0fb9710" providerId="ADAL" clId="{FDEC2B61-D4EA-4824-82DA-C0AD1E09A0C0}" dt="2022-06-28T10:13:21.245" v="878"/>
          <ac:spMkLst>
            <pc:docMk/>
            <pc:sldMk cId="1648647936" sldId="1020"/>
            <ac:spMk id="3" creationId="{00000000-0000-0000-0000-000000000000}"/>
          </ac:spMkLst>
        </pc:spChg>
        <pc:spChg chg="mod">
          <ac:chgData name="Mitra, Sayan" userId="5f9b069e-390c-41f3-af3f-6bd4b0fb9710" providerId="ADAL" clId="{FDEC2B61-D4EA-4824-82DA-C0AD1E09A0C0}" dt="2022-06-28T10:13:31.456" v="902" actId="20577"/>
          <ac:spMkLst>
            <pc:docMk/>
            <pc:sldMk cId="1648647936" sldId="1020"/>
            <ac:spMk id="6" creationId="{00000000-0000-0000-0000-000000000000}"/>
          </ac:spMkLst>
        </pc:spChg>
        <pc:spChg chg="add mod">
          <ac:chgData name="Mitra, Sayan" userId="5f9b069e-390c-41f3-af3f-6bd4b0fb9710" providerId="ADAL" clId="{FDEC2B61-D4EA-4824-82DA-C0AD1E09A0C0}" dt="2022-06-28T10:13:54.459" v="935" actId="20577"/>
          <ac:spMkLst>
            <pc:docMk/>
            <pc:sldMk cId="1648647936" sldId="1020"/>
            <ac:spMk id="49" creationId="{B954BBD7-1FB5-408B-BD6D-39C233F040EA}"/>
          </ac:spMkLst>
        </pc:spChg>
        <pc:spChg chg="mod">
          <ac:chgData name="Mitra, Sayan" userId="5f9b069e-390c-41f3-af3f-6bd4b0fb9710" providerId="ADAL" clId="{FDEC2B61-D4EA-4824-82DA-C0AD1E09A0C0}" dt="2022-06-28T10:26:49.041" v="963"/>
          <ac:spMkLst>
            <pc:docMk/>
            <pc:sldMk cId="1648647936" sldId="1020"/>
            <ac:spMk id="54" creationId="{00000000-0000-0000-0000-000000000000}"/>
          </ac:spMkLst>
        </pc:spChg>
        <pc:spChg chg="mod">
          <ac:chgData name="Mitra, Sayan" userId="5f9b069e-390c-41f3-af3f-6bd4b0fb9710" providerId="ADAL" clId="{FDEC2B61-D4EA-4824-82DA-C0AD1E09A0C0}" dt="2022-06-28T10:26:37.999" v="962" actId="20577"/>
          <ac:spMkLst>
            <pc:docMk/>
            <pc:sldMk cId="1648647936" sldId="1020"/>
            <ac:spMk id="55" creationId="{00000000-0000-0000-0000-000000000000}"/>
          </ac:spMkLst>
        </pc:spChg>
        <pc:spChg chg="mod">
          <ac:chgData name="Mitra, Sayan" userId="5f9b069e-390c-41f3-af3f-6bd4b0fb9710" providerId="ADAL" clId="{FDEC2B61-D4EA-4824-82DA-C0AD1E09A0C0}" dt="2022-06-28T10:26:58.044" v="964"/>
          <ac:spMkLst>
            <pc:docMk/>
            <pc:sldMk cId="1648647936" sldId="1020"/>
            <ac:spMk id="56" creationId="{00000000-0000-0000-0000-000000000000}"/>
          </ac:spMkLst>
        </pc:spChg>
        <pc:spChg chg="mod">
          <ac:chgData name="Mitra, Sayan" userId="5f9b069e-390c-41f3-af3f-6bd4b0fb9710" providerId="ADAL" clId="{FDEC2B61-D4EA-4824-82DA-C0AD1E09A0C0}" dt="2022-06-28T10:15:48.946" v="942" actId="6549"/>
          <ac:spMkLst>
            <pc:docMk/>
            <pc:sldMk cId="1648647936" sldId="1020"/>
            <ac:spMk id="62" creationId="{00000000-0000-0000-0000-000000000000}"/>
          </ac:spMkLst>
        </pc:spChg>
      </pc:sldChg>
      <pc:sldChg chg="add del">
        <pc:chgData name="Mitra, Sayan" userId="5f9b069e-390c-41f3-af3f-6bd4b0fb9710" providerId="ADAL" clId="{FDEC2B61-D4EA-4824-82DA-C0AD1E09A0C0}" dt="2022-06-28T07:22:03.206" v="273" actId="47"/>
        <pc:sldMkLst>
          <pc:docMk/>
          <pc:sldMk cId="3021748946" sldId="1098"/>
        </pc:sldMkLst>
      </pc:sldChg>
      <pc:sldChg chg="add del">
        <pc:chgData name="Mitra, Sayan" userId="5f9b069e-390c-41f3-af3f-6bd4b0fb9710" providerId="ADAL" clId="{FDEC2B61-D4EA-4824-82DA-C0AD1E09A0C0}" dt="2022-06-28T09:18:33.057" v="613" actId="47"/>
        <pc:sldMkLst>
          <pc:docMk/>
          <pc:sldMk cId="4211343926" sldId="1099"/>
        </pc:sldMkLst>
      </pc:sldChg>
      <pc:sldChg chg="delSp modSp mod">
        <pc:chgData name="Mitra, Sayan" userId="5f9b069e-390c-41f3-af3f-6bd4b0fb9710" providerId="ADAL" clId="{FDEC2B61-D4EA-4824-82DA-C0AD1E09A0C0}" dt="2022-06-28T09:18:42.117" v="618" actId="20577"/>
        <pc:sldMkLst>
          <pc:docMk/>
          <pc:sldMk cId="2763198061" sldId="1123"/>
        </pc:sldMkLst>
        <pc:spChg chg="del">
          <ac:chgData name="Mitra, Sayan" userId="5f9b069e-390c-41f3-af3f-6bd4b0fb9710" providerId="ADAL" clId="{FDEC2B61-D4EA-4824-82DA-C0AD1E09A0C0}" dt="2022-06-28T06:02:11.213" v="232" actId="478"/>
          <ac:spMkLst>
            <pc:docMk/>
            <pc:sldMk cId="2763198061" sldId="1123"/>
            <ac:spMk id="3" creationId="{15A5C905-18D9-429A-A31E-F6B556BBD892}"/>
          </ac:spMkLst>
        </pc:spChg>
        <pc:spChg chg="del">
          <ac:chgData name="Mitra, Sayan" userId="5f9b069e-390c-41f3-af3f-6bd4b0fb9710" providerId="ADAL" clId="{FDEC2B61-D4EA-4824-82DA-C0AD1E09A0C0}" dt="2022-06-28T06:02:11.213" v="232" actId="478"/>
          <ac:spMkLst>
            <pc:docMk/>
            <pc:sldMk cId="2763198061" sldId="1123"/>
            <ac:spMk id="4" creationId="{3FEC97D4-915A-4BA1-BE78-A4D6613BB451}"/>
          </ac:spMkLst>
        </pc:spChg>
        <pc:spChg chg="del">
          <ac:chgData name="Mitra, Sayan" userId="5f9b069e-390c-41f3-af3f-6bd4b0fb9710" providerId="ADAL" clId="{FDEC2B61-D4EA-4824-82DA-C0AD1E09A0C0}" dt="2022-06-28T06:02:11.213" v="232" actId="478"/>
          <ac:spMkLst>
            <pc:docMk/>
            <pc:sldMk cId="2763198061" sldId="1123"/>
            <ac:spMk id="9" creationId="{13816957-EFE1-4922-B973-9B830849429F}"/>
          </ac:spMkLst>
        </pc:spChg>
        <pc:spChg chg="mod">
          <ac:chgData name="Mitra, Sayan" userId="5f9b069e-390c-41f3-af3f-6bd4b0fb9710" providerId="ADAL" clId="{FDEC2B61-D4EA-4824-82DA-C0AD1E09A0C0}" dt="2022-06-28T09:18:42.117" v="618" actId="20577"/>
          <ac:spMkLst>
            <pc:docMk/>
            <pc:sldMk cId="2763198061" sldId="1123"/>
            <ac:spMk id="31" creationId="{FE2CE1B7-882D-40A3-8926-E2F938813A18}"/>
          </ac:spMkLst>
        </pc:spChg>
        <pc:spChg chg="del">
          <ac:chgData name="Mitra, Sayan" userId="5f9b069e-390c-41f3-af3f-6bd4b0fb9710" providerId="ADAL" clId="{FDEC2B61-D4EA-4824-82DA-C0AD1E09A0C0}" dt="2022-06-28T06:02:11.213" v="232" actId="478"/>
          <ac:spMkLst>
            <pc:docMk/>
            <pc:sldMk cId="2763198061" sldId="1123"/>
            <ac:spMk id="34" creationId="{8B6BEF61-C33B-403D-BB16-50883D95D9A9}"/>
          </ac:spMkLst>
        </pc:spChg>
        <pc:spChg chg="del">
          <ac:chgData name="Mitra, Sayan" userId="5f9b069e-390c-41f3-af3f-6bd4b0fb9710" providerId="ADAL" clId="{FDEC2B61-D4EA-4824-82DA-C0AD1E09A0C0}" dt="2022-06-28T06:02:11.213" v="232" actId="478"/>
          <ac:spMkLst>
            <pc:docMk/>
            <pc:sldMk cId="2763198061" sldId="1123"/>
            <ac:spMk id="35" creationId="{E9DC2DFB-3F77-45A3-B39A-C16919F0D5F7}"/>
          </ac:spMkLst>
        </pc:spChg>
        <pc:spChg chg="del">
          <ac:chgData name="Mitra, Sayan" userId="5f9b069e-390c-41f3-af3f-6bd4b0fb9710" providerId="ADAL" clId="{FDEC2B61-D4EA-4824-82DA-C0AD1E09A0C0}" dt="2022-06-28T06:02:11.213" v="232" actId="478"/>
          <ac:spMkLst>
            <pc:docMk/>
            <pc:sldMk cId="2763198061" sldId="1123"/>
            <ac:spMk id="37" creationId="{21952265-2973-4FB2-971F-989C1C938CAE}"/>
          </ac:spMkLst>
        </pc:spChg>
        <pc:spChg chg="del">
          <ac:chgData name="Mitra, Sayan" userId="5f9b069e-390c-41f3-af3f-6bd4b0fb9710" providerId="ADAL" clId="{FDEC2B61-D4EA-4824-82DA-C0AD1E09A0C0}" dt="2022-06-28T06:02:11.213" v="232" actId="478"/>
          <ac:spMkLst>
            <pc:docMk/>
            <pc:sldMk cId="2763198061" sldId="1123"/>
            <ac:spMk id="43" creationId="{D18E98AB-37FA-4152-AE94-6C86AB90B19A}"/>
          </ac:spMkLst>
        </pc:spChg>
        <pc:spChg chg="del">
          <ac:chgData name="Mitra, Sayan" userId="5f9b069e-390c-41f3-af3f-6bd4b0fb9710" providerId="ADAL" clId="{FDEC2B61-D4EA-4824-82DA-C0AD1E09A0C0}" dt="2022-06-28T06:02:11.213" v="232" actId="478"/>
          <ac:spMkLst>
            <pc:docMk/>
            <pc:sldMk cId="2763198061" sldId="1123"/>
            <ac:spMk id="44" creationId="{0B7E72B8-5EC8-E448-BEB9-F94ACDD63003}"/>
          </ac:spMkLst>
        </pc:spChg>
        <pc:spChg chg="del">
          <ac:chgData name="Mitra, Sayan" userId="5f9b069e-390c-41f3-af3f-6bd4b0fb9710" providerId="ADAL" clId="{FDEC2B61-D4EA-4824-82DA-C0AD1E09A0C0}" dt="2022-06-28T06:02:11.213" v="232" actId="478"/>
          <ac:spMkLst>
            <pc:docMk/>
            <pc:sldMk cId="2763198061" sldId="1123"/>
            <ac:spMk id="45" creationId="{731D1FD0-8245-F343-93B4-566139492C23}"/>
          </ac:spMkLst>
        </pc:spChg>
        <pc:spChg chg="del">
          <ac:chgData name="Mitra, Sayan" userId="5f9b069e-390c-41f3-af3f-6bd4b0fb9710" providerId="ADAL" clId="{FDEC2B61-D4EA-4824-82DA-C0AD1E09A0C0}" dt="2022-06-28T06:02:11.213" v="232" actId="478"/>
          <ac:spMkLst>
            <pc:docMk/>
            <pc:sldMk cId="2763198061" sldId="1123"/>
            <ac:spMk id="46" creationId="{66B03893-5B1A-B743-A76C-0EB52503A61B}"/>
          </ac:spMkLst>
        </pc:spChg>
        <pc:spChg chg="del">
          <ac:chgData name="Mitra, Sayan" userId="5f9b069e-390c-41f3-af3f-6bd4b0fb9710" providerId="ADAL" clId="{FDEC2B61-D4EA-4824-82DA-C0AD1E09A0C0}" dt="2022-06-28T06:02:11.213" v="232" actId="478"/>
          <ac:spMkLst>
            <pc:docMk/>
            <pc:sldMk cId="2763198061" sldId="1123"/>
            <ac:spMk id="47" creationId="{8524FE45-9DC0-0C4E-95CE-B46961F677FE}"/>
          </ac:spMkLst>
        </pc:spChg>
        <pc:spChg chg="del">
          <ac:chgData name="Mitra, Sayan" userId="5f9b069e-390c-41f3-af3f-6bd4b0fb9710" providerId="ADAL" clId="{FDEC2B61-D4EA-4824-82DA-C0AD1E09A0C0}" dt="2022-06-28T06:02:11.213" v="232" actId="478"/>
          <ac:spMkLst>
            <pc:docMk/>
            <pc:sldMk cId="2763198061" sldId="1123"/>
            <ac:spMk id="53" creationId="{AF48D792-38BB-B44F-8F9A-FCCF316E183E}"/>
          </ac:spMkLst>
        </pc:spChg>
        <pc:spChg chg="del">
          <ac:chgData name="Mitra, Sayan" userId="5f9b069e-390c-41f3-af3f-6bd4b0fb9710" providerId="ADAL" clId="{FDEC2B61-D4EA-4824-82DA-C0AD1E09A0C0}" dt="2022-06-28T06:02:11.213" v="232" actId="478"/>
          <ac:spMkLst>
            <pc:docMk/>
            <pc:sldMk cId="2763198061" sldId="1123"/>
            <ac:spMk id="55" creationId="{EC2BCEA2-57BF-B542-88D7-AED6E573CBFB}"/>
          </ac:spMkLst>
        </pc:spChg>
        <pc:spChg chg="del">
          <ac:chgData name="Mitra, Sayan" userId="5f9b069e-390c-41f3-af3f-6bd4b0fb9710" providerId="ADAL" clId="{FDEC2B61-D4EA-4824-82DA-C0AD1E09A0C0}" dt="2022-06-28T06:02:11.213" v="232" actId="478"/>
          <ac:spMkLst>
            <pc:docMk/>
            <pc:sldMk cId="2763198061" sldId="1123"/>
            <ac:spMk id="56" creationId="{1BBD6106-4E95-425A-B059-CCD9873162B6}"/>
          </ac:spMkLst>
        </pc:spChg>
        <pc:spChg chg="del">
          <ac:chgData name="Mitra, Sayan" userId="5f9b069e-390c-41f3-af3f-6bd4b0fb9710" providerId="ADAL" clId="{FDEC2B61-D4EA-4824-82DA-C0AD1E09A0C0}" dt="2022-06-28T06:02:11.213" v="232" actId="478"/>
          <ac:spMkLst>
            <pc:docMk/>
            <pc:sldMk cId="2763198061" sldId="1123"/>
            <ac:spMk id="57" creationId="{731A014E-17C4-4099-BD34-B09C10F3DC47}"/>
          </ac:spMkLst>
        </pc:spChg>
        <pc:spChg chg="del">
          <ac:chgData name="Mitra, Sayan" userId="5f9b069e-390c-41f3-af3f-6bd4b0fb9710" providerId="ADAL" clId="{FDEC2B61-D4EA-4824-82DA-C0AD1E09A0C0}" dt="2022-06-28T06:02:11.213" v="232" actId="478"/>
          <ac:spMkLst>
            <pc:docMk/>
            <pc:sldMk cId="2763198061" sldId="1123"/>
            <ac:spMk id="67" creationId="{E72A17FD-B808-42FE-8F09-2A41DEB1749C}"/>
          </ac:spMkLst>
        </pc:spChg>
        <pc:spChg chg="del">
          <ac:chgData name="Mitra, Sayan" userId="5f9b069e-390c-41f3-af3f-6bd4b0fb9710" providerId="ADAL" clId="{FDEC2B61-D4EA-4824-82DA-C0AD1E09A0C0}" dt="2022-06-28T06:02:11.213" v="232" actId="478"/>
          <ac:spMkLst>
            <pc:docMk/>
            <pc:sldMk cId="2763198061" sldId="1123"/>
            <ac:spMk id="68" creationId="{8981C679-2B1C-4AC5-9C6C-AE44D9F48F46}"/>
          </ac:spMkLst>
        </pc:spChg>
        <pc:spChg chg="del">
          <ac:chgData name="Mitra, Sayan" userId="5f9b069e-390c-41f3-af3f-6bd4b0fb9710" providerId="ADAL" clId="{FDEC2B61-D4EA-4824-82DA-C0AD1E09A0C0}" dt="2022-06-28T06:02:11.213" v="232" actId="478"/>
          <ac:spMkLst>
            <pc:docMk/>
            <pc:sldMk cId="2763198061" sldId="1123"/>
            <ac:spMk id="69" creationId="{F6C93D57-721F-4890-A9DA-19D73614A443}"/>
          </ac:spMkLst>
        </pc:spChg>
        <pc:spChg chg="del">
          <ac:chgData name="Mitra, Sayan" userId="5f9b069e-390c-41f3-af3f-6bd4b0fb9710" providerId="ADAL" clId="{FDEC2B61-D4EA-4824-82DA-C0AD1E09A0C0}" dt="2022-06-28T06:02:11.213" v="232" actId="478"/>
          <ac:spMkLst>
            <pc:docMk/>
            <pc:sldMk cId="2763198061" sldId="1123"/>
            <ac:spMk id="70" creationId="{6962224C-6AFF-46CB-BA9A-FB750C3CE549}"/>
          </ac:spMkLst>
        </pc:spChg>
        <pc:spChg chg="del">
          <ac:chgData name="Mitra, Sayan" userId="5f9b069e-390c-41f3-af3f-6bd4b0fb9710" providerId="ADAL" clId="{FDEC2B61-D4EA-4824-82DA-C0AD1E09A0C0}" dt="2022-06-28T06:02:11.213" v="232" actId="478"/>
          <ac:spMkLst>
            <pc:docMk/>
            <pc:sldMk cId="2763198061" sldId="1123"/>
            <ac:spMk id="71" creationId="{46C47A8C-4334-45B7-BB68-824425B76055}"/>
          </ac:spMkLst>
        </pc:spChg>
        <pc:spChg chg="del">
          <ac:chgData name="Mitra, Sayan" userId="5f9b069e-390c-41f3-af3f-6bd4b0fb9710" providerId="ADAL" clId="{FDEC2B61-D4EA-4824-82DA-C0AD1E09A0C0}" dt="2022-06-28T06:02:11.213" v="232" actId="478"/>
          <ac:spMkLst>
            <pc:docMk/>
            <pc:sldMk cId="2763198061" sldId="1123"/>
            <ac:spMk id="72" creationId="{40ACA70B-3894-4CC8-A445-D6A2620E096E}"/>
          </ac:spMkLst>
        </pc:spChg>
        <pc:spChg chg="del">
          <ac:chgData name="Mitra, Sayan" userId="5f9b069e-390c-41f3-af3f-6bd4b0fb9710" providerId="ADAL" clId="{FDEC2B61-D4EA-4824-82DA-C0AD1E09A0C0}" dt="2022-06-28T06:02:11.213" v="232" actId="478"/>
          <ac:spMkLst>
            <pc:docMk/>
            <pc:sldMk cId="2763198061" sldId="1123"/>
            <ac:spMk id="73" creationId="{A96B36C5-C9EB-41A0-BD00-9AF2C980F2DE}"/>
          </ac:spMkLst>
        </pc:spChg>
        <pc:spChg chg="del">
          <ac:chgData name="Mitra, Sayan" userId="5f9b069e-390c-41f3-af3f-6bd4b0fb9710" providerId="ADAL" clId="{FDEC2B61-D4EA-4824-82DA-C0AD1E09A0C0}" dt="2022-06-28T06:02:11.213" v="232" actId="478"/>
          <ac:spMkLst>
            <pc:docMk/>
            <pc:sldMk cId="2763198061" sldId="1123"/>
            <ac:spMk id="74" creationId="{B8F5D0EE-96D5-478E-918D-E29F14EABE2B}"/>
          </ac:spMkLst>
        </pc:spChg>
        <pc:spChg chg="del">
          <ac:chgData name="Mitra, Sayan" userId="5f9b069e-390c-41f3-af3f-6bd4b0fb9710" providerId="ADAL" clId="{FDEC2B61-D4EA-4824-82DA-C0AD1E09A0C0}" dt="2022-06-28T06:02:11.213" v="232" actId="478"/>
          <ac:spMkLst>
            <pc:docMk/>
            <pc:sldMk cId="2763198061" sldId="1123"/>
            <ac:spMk id="75" creationId="{A2825DAD-B1A2-4B16-AEDD-5D0A5E0BBD3E}"/>
          </ac:spMkLst>
        </pc:spChg>
        <pc:spChg chg="del">
          <ac:chgData name="Mitra, Sayan" userId="5f9b069e-390c-41f3-af3f-6bd4b0fb9710" providerId="ADAL" clId="{FDEC2B61-D4EA-4824-82DA-C0AD1E09A0C0}" dt="2022-06-28T06:02:11.213" v="232" actId="478"/>
          <ac:spMkLst>
            <pc:docMk/>
            <pc:sldMk cId="2763198061" sldId="1123"/>
            <ac:spMk id="76" creationId="{1D597739-BB01-4512-A098-8536D90D02EE}"/>
          </ac:spMkLst>
        </pc:spChg>
        <pc:spChg chg="del">
          <ac:chgData name="Mitra, Sayan" userId="5f9b069e-390c-41f3-af3f-6bd4b0fb9710" providerId="ADAL" clId="{FDEC2B61-D4EA-4824-82DA-C0AD1E09A0C0}" dt="2022-06-28T06:02:11.213" v="232" actId="478"/>
          <ac:spMkLst>
            <pc:docMk/>
            <pc:sldMk cId="2763198061" sldId="1123"/>
            <ac:spMk id="88" creationId="{C6F58E3F-7BD9-484E-BD74-2151A1CD64AD}"/>
          </ac:spMkLst>
        </pc:spChg>
        <pc:spChg chg="del">
          <ac:chgData name="Mitra, Sayan" userId="5f9b069e-390c-41f3-af3f-6bd4b0fb9710" providerId="ADAL" clId="{FDEC2B61-D4EA-4824-82DA-C0AD1E09A0C0}" dt="2022-06-28T06:02:11.213" v="232" actId="478"/>
          <ac:spMkLst>
            <pc:docMk/>
            <pc:sldMk cId="2763198061" sldId="1123"/>
            <ac:spMk id="89" creationId="{B9B9A862-F9AC-4C0B-99CF-EB8F402E5801}"/>
          </ac:spMkLst>
        </pc:spChg>
        <pc:spChg chg="del">
          <ac:chgData name="Mitra, Sayan" userId="5f9b069e-390c-41f3-af3f-6bd4b0fb9710" providerId="ADAL" clId="{FDEC2B61-D4EA-4824-82DA-C0AD1E09A0C0}" dt="2022-06-28T06:02:11.213" v="232" actId="478"/>
          <ac:spMkLst>
            <pc:docMk/>
            <pc:sldMk cId="2763198061" sldId="1123"/>
            <ac:spMk id="90" creationId="{3568BCCE-2EAE-4480-93DD-3FA3B6EC352A}"/>
          </ac:spMkLst>
        </pc:spChg>
        <pc:spChg chg="del">
          <ac:chgData name="Mitra, Sayan" userId="5f9b069e-390c-41f3-af3f-6bd4b0fb9710" providerId="ADAL" clId="{FDEC2B61-D4EA-4824-82DA-C0AD1E09A0C0}" dt="2022-06-28T06:02:11.213" v="232" actId="478"/>
          <ac:spMkLst>
            <pc:docMk/>
            <pc:sldMk cId="2763198061" sldId="1123"/>
            <ac:spMk id="91" creationId="{B3E031F3-86B4-4AEE-8BBE-142BAD82D99E}"/>
          </ac:spMkLst>
        </pc:spChg>
        <pc:spChg chg="del">
          <ac:chgData name="Mitra, Sayan" userId="5f9b069e-390c-41f3-af3f-6bd4b0fb9710" providerId="ADAL" clId="{FDEC2B61-D4EA-4824-82DA-C0AD1E09A0C0}" dt="2022-06-28T06:02:11.213" v="232" actId="478"/>
          <ac:spMkLst>
            <pc:docMk/>
            <pc:sldMk cId="2763198061" sldId="1123"/>
            <ac:spMk id="97" creationId="{98A30F08-9294-4AC1-9975-063A25891D64}"/>
          </ac:spMkLst>
        </pc:spChg>
        <pc:spChg chg="del">
          <ac:chgData name="Mitra, Sayan" userId="5f9b069e-390c-41f3-af3f-6bd4b0fb9710" providerId="ADAL" clId="{FDEC2B61-D4EA-4824-82DA-C0AD1E09A0C0}" dt="2022-06-28T06:02:11.213" v="232" actId="478"/>
          <ac:spMkLst>
            <pc:docMk/>
            <pc:sldMk cId="2763198061" sldId="1123"/>
            <ac:spMk id="98" creationId="{1FAB82BA-5E22-45A1-A075-4FDBE78741E7}"/>
          </ac:spMkLst>
        </pc:spChg>
        <pc:spChg chg="del">
          <ac:chgData name="Mitra, Sayan" userId="5f9b069e-390c-41f3-af3f-6bd4b0fb9710" providerId="ADAL" clId="{FDEC2B61-D4EA-4824-82DA-C0AD1E09A0C0}" dt="2022-06-28T06:02:11.213" v="232" actId="478"/>
          <ac:spMkLst>
            <pc:docMk/>
            <pc:sldMk cId="2763198061" sldId="1123"/>
            <ac:spMk id="99" creationId="{FCEA781C-0590-41F7-9965-A02DA5D4AE3E}"/>
          </ac:spMkLst>
        </pc:spChg>
        <pc:spChg chg="del">
          <ac:chgData name="Mitra, Sayan" userId="5f9b069e-390c-41f3-af3f-6bd4b0fb9710" providerId="ADAL" clId="{FDEC2B61-D4EA-4824-82DA-C0AD1E09A0C0}" dt="2022-06-28T06:02:11.213" v="232" actId="478"/>
          <ac:spMkLst>
            <pc:docMk/>
            <pc:sldMk cId="2763198061" sldId="1123"/>
            <ac:spMk id="100" creationId="{106671D1-F131-447E-8BFC-A9D8DA307D8E}"/>
          </ac:spMkLst>
        </pc:spChg>
        <pc:spChg chg="del">
          <ac:chgData name="Mitra, Sayan" userId="5f9b069e-390c-41f3-af3f-6bd4b0fb9710" providerId="ADAL" clId="{FDEC2B61-D4EA-4824-82DA-C0AD1E09A0C0}" dt="2022-06-28T06:02:11.213" v="232" actId="478"/>
          <ac:spMkLst>
            <pc:docMk/>
            <pc:sldMk cId="2763198061" sldId="1123"/>
            <ac:spMk id="101" creationId="{6E6FD7CE-AB4C-462F-ABA4-45E6380E9A11}"/>
          </ac:spMkLst>
        </pc:spChg>
        <pc:spChg chg="del">
          <ac:chgData name="Mitra, Sayan" userId="5f9b069e-390c-41f3-af3f-6bd4b0fb9710" providerId="ADAL" clId="{FDEC2B61-D4EA-4824-82DA-C0AD1E09A0C0}" dt="2022-06-28T06:02:11.213" v="232" actId="478"/>
          <ac:spMkLst>
            <pc:docMk/>
            <pc:sldMk cId="2763198061" sldId="1123"/>
            <ac:spMk id="102" creationId="{035BF57A-3300-406D-9695-381597A2EF29}"/>
          </ac:spMkLst>
        </pc:spChg>
        <pc:spChg chg="del">
          <ac:chgData name="Mitra, Sayan" userId="5f9b069e-390c-41f3-af3f-6bd4b0fb9710" providerId="ADAL" clId="{FDEC2B61-D4EA-4824-82DA-C0AD1E09A0C0}" dt="2022-06-28T06:02:11.213" v="232" actId="478"/>
          <ac:spMkLst>
            <pc:docMk/>
            <pc:sldMk cId="2763198061" sldId="1123"/>
            <ac:spMk id="103" creationId="{434A6736-124F-4028-B199-F67EA890D89D}"/>
          </ac:spMkLst>
        </pc:spChg>
        <pc:spChg chg="del">
          <ac:chgData name="Mitra, Sayan" userId="5f9b069e-390c-41f3-af3f-6bd4b0fb9710" providerId="ADAL" clId="{FDEC2B61-D4EA-4824-82DA-C0AD1E09A0C0}" dt="2022-06-28T06:02:11.213" v="232" actId="478"/>
          <ac:spMkLst>
            <pc:docMk/>
            <pc:sldMk cId="2763198061" sldId="1123"/>
            <ac:spMk id="104" creationId="{CDCCCECC-AE40-4F3F-8088-E63F868FF642}"/>
          </ac:spMkLst>
        </pc:spChg>
        <pc:spChg chg="del">
          <ac:chgData name="Mitra, Sayan" userId="5f9b069e-390c-41f3-af3f-6bd4b0fb9710" providerId="ADAL" clId="{FDEC2B61-D4EA-4824-82DA-C0AD1E09A0C0}" dt="2022-06-28T06:02:11.213" v="232" actId="478"/>
          <ac:spMkLst>
            <pc:docMk/>
            <pc:sldMk cId="2763198061" sldId="1123"/>
            <ac:spMk id="105" creationId="{4007489D-EAE2-45BD-84CE-48219A833E19}"/>
          </ac:spMkLst>
        </pc:spChg>
        <pc:spChg chg="del">
          <ac:chgData name="Mitra, Sayan" userId="5f9b069e-390c-41f3-af3f-6bd4b0fb9710" providerId="ADAL" clId="{FDEC2B61-D4EA-4824-82DA-C0AD1E09A0C0}" dt="2022-06-28T06:02:11.213" v="232" actId="478"/>
          <ac:spMkLst>
            <pc:docMk/>
            <pc:sldMk cId="2763198061" sldId="1123"/>
            <ac:spMk id="106" creationId="{B3478B6A-3163-424E-A0E8-B208EAFDB1B5}"/>
          </ac:spMkLst>
        </pc:spChg>
        <pc:spChg chg="del">
          <ac:chgData name="Mitra, Sayan" userId="5f9b069e-390c-41f3-af3f-6bd4b0fb9710" providerId="ADAL" clId="{FDEC2B61-D4EA-4824-82DA-C0AD1E09A0C0}" dt="2022-06-28T06:02:11.213" v="232" actId="478"/>
          <ac:spMkLst>
            <pc:docMk/>
            <pc:sldMk cId="2763198061" sldId="1123"/>
            <ac:spMk id="107" creationId="{A1AE89F6-F550-4CE3-A8C2-7B97C21460BE}"/>
          </ac:spMkLst>
        </pc:spChg>
        <pc:spChg chg="del">
          <ac:chgData name="Mitra, Sayan" userId="5f9b069e-390c-41f3-af3f-6bd4b0fb9710" providerId="ADAL" clId="{FDEC2B61-D4EA-4824-82DA-C0AD1E09A0C0}" dt="2022-06-28T06:02:11.213" v="232" actId="478"/>
          <ac:spMkLst>
            <pc:docMk/>
            <pc:sldMk cId="2763198061" sldId="1123"/>
            <ac:spMk id="108" creationId="{9B44DE7B-2FB4-4518-A0EF-C2F379F80B9C}"/>
          </ac:spMkLst>
        </pc:spChg>
        <pc:spChg chg="del">
          <ac:chgData name="Mitra, Sayan" userId="5f9b069e-390c-41f3-af3f-6bd4b0fb9710" providerId="ADAL" clId="{FDEC2B61-D4EA-4824-82DA-C0AD1E09A0C0}" dt="2022-06-28T06:02:11.213" v="232" actId="478"/>
          <ac:spMkLst>
            <pc:docMk/>
            <pc:sldMk cId="2763198061" sldId="1123"/>
            <ac:spMk id="109" creationId="{4C039D3B-5ACE-43A8-AAEA-F43D5E2A25B0}"/>
          </ac:spMkLst>
        </pc:spChg>
        <pc:spChg chg="del">
          <ac:chgData name="Mitra, Sayan" userId="5f9b069e-390c-41f3-af3f-6bd4b0fb9710" providerId="ADAL" clId="{FDEC2B61-D4EA-4824-82DA-C0AD1E09A0C0}" dt="2022-06-28T06:02:11.213" v="232" actId="478"/>
          <ac:spMkLst>
            <pc:docMk/>
            <pc:sldMk cId="2763198061" sldId="1123"/>
            <ac:spMk id="110" creationId="{3315AC3E-6255-4D79-ACB3-BEF33B696D8A}"/>
          </ac:spMkLst>
        </pc:spChg>
        <pc:spChg chg="del">
          <ac:chgData name="Mitra, Sayan" userId="5f9b069e-390c-41f3-af3f-6bd4b0fb9710" providerId="ADAL" clId="{FDEC2B61-D4EA-4824-82DA-C0AD1E09A0C0}" dt="2022-06-28T06:02:11.213" v="232" actId="478"/>
          <ac:spMkLst>
            <pc:docMk/>
            <pc:sldMk cId="2763198061" sldId="1123"/>
            <ac:spMk id="111" creationId="{FF1D175B-93B1-4DD8-AA49-9F2FCFE3C501}"/>
          </ac:spMkLst>
        </pc:spChg>
        <pc:spChg chg="del">
          <ac:chgData name="Mitra, Sayan" userId="5f9b069e-390c-41f3-af3f-6bd4b0fb9710" providerId="ADAL" clId="{FDEC2B61-D4EA-4824-82DA-C0AD1E09A0C0}" dt="2022-06-28T06:02:11.213" v="232" actId="478"/>
          <ac:spMkLst>
            <pc:docMk/>
            <pc:sldMk cId="2763198061" sldId="1123"/>
            <ac:spMk id="112" creationId="{965F7C31-8BE3-4006-B566-5CA02FCC0E72}"/>
          </ac:spMkLst>
        </pc:spChg>
        <pc:spChg chg="del">
          <ac:chgData name="Mitra, Sayan" userId="5f9b069e-390c-41f3-af3f-6bd4b0fb9710" providerId="ADAL" clId="{FDEC2B61-D4EA-4824-82DA-C0AD1E09A0C0}" dt="2022-06-28T06:02:11.213" v="232" actId="478"/>
          <ac:spMkLst>
            <pc:docMk/>
            <pc:sldMk cId="2763198061" sldId="1123"/>
            <ac:spMk id="113" creationId="{7F9F36FA-7B4E-4428-BC85-065250E36826}"/>
          </ac:spMkLst>
        </pc:spChg>
        <pc:spChg chg="del">
          <ac:chgData name="Mitra, Sayan" userId="5f9b069e-390c-41f3-af3f-6bd4b0fb9710" providerId="ADAL" clId="{FDEC2B61-D4EA-4824-82DA-C0AD1E09A0C0}" dt="2022-06-28T06:02:11.213" v="232" actId="478"/>
          <ac:spMkLst>
            <pc:docMk/>
            <pc:sldMk cId="2763198061" sldId="1123"/>
            <ac:spMk id="114" creationId="{03265242-6377-4C0F-8705-7C3132A00EA0}"/>
          </ac:spMkLst>
        </pc:spChg>
        <pc:spChg chg="del">
          <ac:chgData name="Mitra, Sayan" userId="5f9b069e-390c-41f3-af3f-6bd4b0fb9710" providerId="ADAL" clId="{FDEC2B61-D4EA-4824-82DA-C0AD1E09A0C0}" dt="2022-06-28T06:02:11.213" v="232" actId="478"/>
          <ac:spMkLst>
            <pc:docMk/>
            <pc:sldMk cId="2763198061" sldId="1123"/>
            <ac:spMk id="115" creationId="{EA81BA4D-27D0-4436-B931-2797550FCEE6}"/>
          </ac:spMkLst>
        </pc:spChg>
        <pc:spChg chg="del">
          <ac:chgData name="Mitra, Sayan" userId="5f9b069e-390c-41f3-af3f-6bd4b0fb9710" providerId="ADAL" clId="{FDEC2B61-D4EA-4824-82DA-C0AD1E09A0C0}" dt="2022-06-28T06:02:11.213" v="232" actId="478"/>
          <ac:spMkLst>
            <pc:docMk/>
            <pc:sldMk cId="2763198061" sldId="1123"/>
            <ac:spMk id="116" creationId="{EE29E42B-4D99-4BDB-B6B0-B649364C2868}"/>
          </ac:spMkLst>
        </pc:spChg>
        <pc:spChg chg="del">
          <ac:chgData name="Mitra, Sayan" userId="5f9b069e-390c-41f3-af3f-6bd4b0fb9710" providerId="ADAL" clId="{FDEC2B61-D4EA-4824-82DA-C0AD1E09A0C0}" dt="2022-06-28T06:02:11.213" v="232" actId="478"/>
          <ac:spMkLst>
            <pc:docMk/>
            <pc:sldMk cId="2763198061" sldId="1123"/>
            <ac:spMk id="117" creationId="{10B15D39-1D98-46EE-A98E-042D0B00F92F}"/>
          </ac:spMkLst>
        </pc:spChg>
        <pc:spChg chg="del">
          <ac:chgData name="Mitra, Sayan" userId="5f9b069e-390c-41f3-af3f-6bd4b0fb9710" providerId="ADAL" clId="{FDEC2B61-D4EA-4824-82DA-C0AD1E09A0C0}" dt="2022-06-28T06:02:11.213" v="232" actId="478"/>
          <ac:spMkLst>
            <pc:docMk/>
            <pc:sldMk cId="2763198061" sldId="1123"/>
            <ac:spMk id="118" creationId="{64B51825-1C5C-4293-8416-1D4C7F144D5F}"/>
          </ac:spMkLst>
        </pc:spChg>
        <pc:spChg chg="del">
          <ac:chgData name="Mitra, Sayan" userId="5f9b069e-390c-41f3-af3f-6bd4b0fb9710" providerId="ADAL" clId="{FDEC2B61-D4EA-4824-82DA-C0AD1E09A0C0}" dt="2022-06-28T06:02:11.213" v="232" actId="478"/>
          <ac:spMkLst>
            <pc:docMk/>
            <pc:sldMk cId="2763198061" sldId="1123"/>
            <ac:spMk id="119" creationId="{E28B3EAD-2B51-4328-8696-C087A81FF0F9}"/>
          </ac:spMkLst>
        </pc:spChg>
        <pc:spChg chg="del">
          <ac:chgData name="Mitra, Sayan" userId="5f9b069e-390c-41f3-af3f-6bd4b0fb9710" providerId="ADAL" clId="{FDEC2B61-D4EA-4824-82DA-C0AD1E09A0C0}" dt="2022-06-28T06:02:11.213" v="232" actId="478"/>
          <ac:spMkLst>
            <pc:docMk/>
            <pc:sldMk cId="2763198061" sldId="1123"/>
            <ac:spMk id="120" creationId="{5DF9CDD6-27C3-41A7-96AC-9775DDDCA212}"/>
          </ac:spMkLst>
        </pc:spChg>
        <pc:spChg chg="del">
          <ac:chgData name="Mitra, Sayan" userId="5f9b069e-390c-41f3-af3f-6bd4b0fb9710" providerId="ADAL" clId="{FDEC2B61-D4EA-4824-82DA-C0AD1E09A0C0}" dt="2022-06-28T06:02:11.213" v="232" actId="478"/>
          <ac:spMkLst>
            <pc:docMk/>
            <pc:sldMk cId="2763198061" sldId="1123"/>
            <ac:spMk id="121" creationId="{62E701B9-A012-4CE9-9650-A68AE08B784A}"/>
          </ac:spMkLst>
        </pc:spChg>
        <pc:spChg chg="del">
          <ac:chgData name="Mitra, Sayan" userId="5f9b069e-390c-41f3-af3f-6bd4b0fb9710" providerId="ADAL" clId="{FDEC2B61-D4EA-4824-82DA-C0AD1E09A0C0}" dt="2022-06-28T06:02:11.213" v="232" actId="478"/>
          <ac:spMkLst>
            <pc:docMk/>
            <pc:sldMk cId="2763198061" sldId="1123"/>
            <ac:spMk id="122" creationId="{0998241E-4172-47A9-97F4-6CDA532D1DA2}"/>
          </ac:spMkLst>
        </pc:spChg>
        <pc:spChg chg="del">
          <ac:chgData name="Mitra, Sayan" userId="5f9b069e-390c-41f3-af3f-6bd4b0fb9710" providerId="ADAL" clId="{FDEC2B61-D4EA-4824-82DA-C0AD1E09A0C0}" dt="2022-06-28T06:02:11.213" v="232" actId="478"/>
          <ac:spMkLst>
            <pc:docMk/>
            <pc:sldMk cId="2763198061" sldId="1123"/>
            <ac:spMk id="123" creationId="{BF546267-5232-4FE1-8322-F911EA0C7472}"/>
          </ac:spMkLst>
        </pc:spChg>
        <pc:spChg chg="del">
          <ac:chgData name="Mitra, Sayan" userId="5f9b069e-390c-41f3-af3f-6bd4b0fb9710" providerId="ADAL" clId="{FDEC2B61-D4EA-4824-82DA-C0AD1E09A0C0}" dt="2022-06-28T06:02:11.213" v="232" actId="478"/>
          <ac:spMkLst>
            <pc:docMk/>
            <pc:sldMk cId="2763198061" sldId="1123"/>
            <ac:spMk id="124" creationId="{5544360C-F7E6-438C-83C6-499D94A00524}"/>
          </ac:spMkLst>
        </pc:spChg>
        <pc:spChg chg="del">
          <ac:chgData name="Mitra, Sayan" userId="5f9b069e-390c-41f3-af3f-6bd4b0fb9710" providerId="ADAL" clId="{FDEC2B61-D4EA-4824-82DA-C0AD1E09A0C0}" dt="2022-06-28T06:02:11.213" v="232" actId="478"/>
          <ac:spMkLst>
            <pc:docMk/>
            <pc:sldMk cId="2763198061" sldId="1123"/>
            <ac:spMk id="125" creationId="{030506DB-0231-4061-A44A-0B9C52826AE7}"/>
          </ac:spMkLst>
        </pc:spChg>
        <pc:spChg chg="del">
          <ac:chgData name="Mitra, Sayan" userId="5f9b069e-390c-41f3-af3f-6bd4b0fb9710" providerId="ADAL" clId="{FDEC2B61-D4EA-4824-82DA-C0AD1E09A0C0}" dt="2022-06-28T06:02:11.213" v="232" actId="478"/>
          <ac:spMkLst>
            <pc:docMk/>
            <pc:sldMk cId="2763198061" sldId="1123"/>
            <ac:spMk id="126" creationId="{97422626-7FD3-4776-A7B7-1885F81AF80C}"/>
          </ac:spMkLst>
        </pc:spChg>
        <pc:grpChg chg="del">
          <ac:chgData name="Mitra, Sayan" userId="5f9b069e-390c-41f3-af3f-6bd4b0fb9710" providerId="ADAL" clId="{FDEC2B61-D4EA-4824-82DA-C0AD1E09A0C0}" dt="2022-06-28T06:02:11.213" v="232" actId="478"/>
          <ac:grpSpMkLst>
            <pc:docMk/>
            <pc:sldMk cId="2763198061" sldId="1123"/>
            <ac:grpSpMk id="8" creationId="{00000000-0000-0000-0000-000000000000}"/>
          </ac:grpSpMkLst>
        </pc:grpChg>
        <pc:cxnChg chg="del">
          <ac:chgData name="Mitra, Sayan" userId="5f9b069e-390c-41f3-af3f-6bd4b0fb9710" providerId="ADAL" clId="{FDEC2B61-D4EA-4824-82DA-C0AD1E09A0C0}" dt="2022-06-28T06:02:11.213" v="232" actId="478"/>
          <ac:cxnSpMkLst>
            <pc:docMk/>
            <pc:sldMk cId="2763198061" sldId="1123"/>
            <ac:cxnSpMk id="6" creationId="{D3E30862-C783-4843-8612-EC62F9B4F041}"/>
          </ac:cxnSpMkLst>
        </pc:cxnChg>
        <pc:cxnChg chg="del">
          <ac:chgData name="Mitra, Sayan" userId="5f9b069e-390c-41f3-af3f-6bd4b0fb9710" providerId="ADAL" clId="{FDEC2B61-D4EA-4824-82DA-C0AD1E09A0C0}" dt="2022-06-28T06:02:11.213" v="232" actId="478"/>
          <ac:cxnSpMkLst>
            <pc:docMk/>
            <pc:sldMk cId="2763198061" sldId="1123"/>
            <ac:cxnSpMk id="96" creationId="{5A79B16D-A84D-45F4-AF62-9412AF9A9D1E}"/>
          </ac:cxnSpMkLst>
        </pc:cxnChg>
      </pc:sldChg>
      <pc:sldChg chg="addSp modSp add mod">
        <pc:chgData name="Mitra, Sayan" userId="5f9b069e-390c-41f3-af3f-6bd4b0fb9710" providerId="ADAL" clId="{FDEC2B61-D4EA-4824-82DA-C0AD1E09A0C0}" dt="2022-06-28T07:19:01.781" v="245" actId="20577"/>
        <pc:sldMkLst>
          <pc:docMk/>
          <pc:sldMk cId="3465684756" sldId="1139"/>
        </pc:sldMkLst>
        <pc:spChg chg="add mod">
          <ac:chgData name="Mitra, Sayan" userId="5f9b069e-390c-41f3-af3f-6bd4b0fb9710" providerId="ADAL" clId="{FDEC2B61-D4EA-4824-82DA-C0AD1E09A0C0}" dt="2022-06-28T07:19:01.781" v="245" actId="20577"/>
          <ac:spMkLst>
            <pc:docMk/>
            <pc:sldMk cId="3465684756" sldId="1139"/>
            <ac:spMk id="28" creationId="{2ACD16A9-90F8-4A51-823A-F32178C2EF6D}"/>
          </ac:spMkLst>
        </pc:spChg>
      </pc:sldChg>
      <pc:sldChg chg="addSp modSp add mod">
        <pc:chgData name="Mitra, Sayan" userId="5f9b069e-390c-41f3-af3f-6bd4b0fb9710" providerId="ADAL" clId="{FDEC2B61-D4EA-4824-82DA-C0AD1E09A0C0}" dt="2022-06-28T09:17:52.239" v="611" actId="20577"/>
        <pc:sldMkLst>
          <pc:docMk/>
          <pc:sldMk cId="2413619334" sldId="1144"/>
        </pc:sldMkLst>
        <pc:spChg chg="add mod">
          <ac:chgData name="Mitra, Sayan" userId="5f9b069e-390c-41f3-af3f-6bd4b0fb9710" providerId="ADAL" clId="{FDEC2B61-D4EA-4824-82DA-C0AD1E09A0C0}" dt="2022-06-28T09:17:52.239" v="611" actId="20577"/>
          <ac:spMkLst>
            <pc:docMk/>
            <pc:sldMk cId="2413619334" sldId="1144"/>
            <ac:spMk id="97" creationId="{4B840EC0-3657-44C7-97E4-68EEC8B80DE5}"/>
          </ac:spMkLst>
        </pc:spChg>
      </pc:sldChg>
      <pc:sldChg chg="delSp add mod">
        <pc:chgData name="Mitra, Sayan" userId="5f9b069e-390c-41f3-af3f-6bd4b0fb9710" providerId="ADAL" clId="{FDEC2B61-D4EA-4824-82DA-C0AD1E09A0C0}" dt="2022-06-28T05:53:29.892" v="231" actId="478"/>
        <pc:sldMkLst>
          <pc:docMk/>
          <pc:sldMk cId="2847178762" sldId="1161"/>
        </pc:sldMkLst>
        <pc:picChg chg="del">
          <ac:chgData name="Mitra, Sayan" userId="5f9b069e-390c-41f3-af3f-6bd4b0fb9710" providerId="ADAL" clId="{FDEC2B61-D4EA-4824-82DA-C0AD1E09A0C0}" dt="2022-06-28T05:53:29.892" v="231" actId="478"/>
          <ac:picMkLst>
            <pc:docMk/>
            <pc:sldMk cId="2847178762" sldId="1161"/>
            <ac:picMk id="67" creationId="{00000000-0000-0000-0000-000000000000}"/>
          </ac:picMkLst>
        </pc:picChg>
        <pc:picChg chg="del">
          <ac:chgData name="Mitra, Sayan" userId="5f9b069e-390c-41f3-af3f-6bd4b0fb9710" providerId="ADAL" clId="{FDEC2B61-D4EA-4824-82DA-C0AD1E09A0C0}" dt="2022-06-28T05:53:29.892" v="231" actId="478"/>
          <ac:picMkLst>
            <pc:docMk/>
            <pc:sldMk cId="2847178762" sldId="1161"/>
            <ac:picMk id="86" creationId="{00000000-0000-0000-0000-000000000000}"/>
          </ac:picMkLst>
        </pc:picChg>
        <pc:picChg chg="del">
          <ac:chgData name="Mitra, Sayan" userId="5f9b069e-390c-41f3-af3f-6bd4b0fb9710" providerId="ADAL" clId="{FDEC2B61-D4EA-4824-82DA-C0AD1E09A0C0}" dt="2022-06-28T05:53:29.892" v="231" actId="478"/>
          <ac:picMkLst>
            <pc:docMk/>
            <pc:sldMk cId="2847178762" sldId="1161"/>
            <ac:picMk id="96" creationId="{00000000-0000-0000-0000-000000000000}"/>
          </ac:picMkLst>
        </pc:picChg>
      </pc:sldChg>
      <pc:sldChg chg="del">
        <pc:chgData name="Mitra, Sayan" userId="5f9b069e-390c-41f3-af3f-6bd4b0fb9710" providerId="ADAL" clId="{FDEC2B61-D4EA-4824-82DA-C0AD1E09A0C0}" dt="2022-06-28T05:14:59.379" v="38" actId="47"/>
        <pc:sldMkLst>
          <pc:docMk/>
          <pc:sldMk cId="2787438812" sldId="1273"/>
        </pc:sldMkLst>
      </pc:sldChg>
      <pc:sldChg chg="addSp delSp modSp add mod">
        <pc:chgData name="Mitra, Sayan" userId="5f9b069e-390c-41f3-af3f-6bd4b0fb9710" providerId="ADAL" clId="{FDEC2B61-D4EA-4824-82DA-C0AD1E09A0C0}" dt="2022-06-28T09:17:39.289" v="606" actId="1076"/>
        <pc:sldMkLst>
          <pc:docMk/>
          <pc:sldMk cId="2056651951" sldId="1449"/>
        </pc:sldMkLst>
        <pc:spChg chg="add del">
          <ac:chgData name="Mitra, Sayan" userId="5f9b069e-390c-41f3-af3f-6bd4b0fb9710" providerId="ADAL" clId="{FDEC2B61-D4EA-4824-82DA-C0AD1E09A0C0}" dt="2022-06-28T07:14:17.197" v="239" actId="478"/>
          <ac:spMkLst>
            <pc:docMk/>
            <pc:sldMk cId="2056651951" sldId="1449"/>
            <ac:spMk id="5" creationId="{5A7538D1-9E50-454A-9560-8C08A455CD41}"/>
          </ac:spMkLst>
        </pc:spChg>
        <pc:spChg chg="del">
          <ac:chgData name="Mitra, Sayan" userId="5f9b069e-390c-41f3-af3f-6bd4b0fb9710" providerId="ADAL" clId="{FDEC2B61-D4EA-4824-82DA-C0AD1E09A0C0}" dt="2022-06-28T07:14:14.528" v="238" actId="478"/>
          <ac:spMkLst>
            <pc:docMk/>
            <pc:sldMk cId="2056651951" sldId="1449"/>
            <ac:spMk id="43" creationId="{00000000-0000-0000-0000-000000000000}"/>
          </ac:spMkLst>
        </pc:spChg>
        <pc:spChg chg="add mod">
          <ac:chgData name="Mitra, Sayan" userId="5f9b069e-390c-41f3-af3f-6bd4b0fb9710" providerId="ADAL" clId="{FDEC2B61-D4EA-4824-82DA-C0AD1E09A0C0}" dt="2022-06-28T09:17:39.289" v="606" actId="1076"/>
          <ac:spMkLst>
            <pc:docMk/>
            <pc:sldMk cId="2056651951" sldId="1449"/>
            <ac:spMk id="46" creationId="{78D8A209-B76F-4DB7-B7FE-0DD9B723009F}"/>
          </ac:spMkLst>
        </pc:spChg>
      </pc:sldChg>
      <pc:sldChg chg="addSp modSp add mod">
        <pc:chgData name="Mitra, Sayan" userId="5f9b069e-390c-41f3-af3f-6bd4b0fb9710" providerId="ADAL" clId="{FDEC2B61-D4EA-4824-82DA-C0AD1E09A0C0}" dt="2022-06-28T09:08:35.930" v="289" actId="20577"/>
        <pc:sldMkLst>
          <pc:docMk/>
          <pc:sldMk cId="4036808968" sldId="3321"/>
        </pc:sldMkLst>
        <pc:spChg chg="add mod">
          <ac:chgData name="Mitra, Sayan" userId="5f9b069e-390c-41f3-af3f-6bd4b0fb9710" providerId="ADAL" clId="{FDEC2B61-D4EA-4824-82DA-C0AD1E09A0C0}" dt="2022-06-28T09:08:35.930" v="289" actId="20577"/>
          <ac:spMkLst>
            <pc:docMk/>
            <pc:sldMk cId="4036808968" sldId="3321"/>
            <ac:spMk id="71" creationId="{74CFA79E-07A9-4E75-889E-2B26F8492518}"/>
          </ac:spMkLst>
        </pc:spChg>
      </pc:sldChg>
      <pc:sldChg chg="delSp modSp add del mod">
        <pc:chgData name="Mitra, Sayan" userId="5f9b069e-390c-41f3-af3f-6bd4b0fb9710" providerId="ADAL" clId="{FDEC2B61-D4EA-4824-82DA-C0AD1E09A0C0}" dt="2022-06-28T05:53:22.779" v="230" actId="47"/>
        <pc:sldMkLst>
          <pc:docMk/>
          <pc:sldMk cId="412177166" sldId="3331"/>
        </pc:sldMkLst>
        <pc:spChg chg="mod">
          <ac:chgData name="Mitra, Sayan" userId="5f9b069e-390c-41f3-af3f-6bd4b0fb9710" providerId="ADAL" clId="{FDEC2B61-D4EA-4824-82DA-C0AD1E09A0C0}" dt="2022-06-28T05:48:39.425" v="200" actId="20577"/>
          <ac:spMkLst>
            <pc:docMk/>
            <pc:sldMk cId="412177166" sldId="3331"/>
            <ac:spMk id="6" creationId="{00000000-0000-0000-0000-000000000000}"/>
          </ac:spMkLst>
        </pc:spChg>
        <pc:spChg chg="mod">
          <ac:chgData name="Mitra, Sayan" userId="5f9b069e-390c-41f3-af3f-6bd4b0fb9710" providerId="ADAL" clId="{FDEC2B61-D4EA-4824-82DA-C0AD1E09A0C0}" dt="2022-06-28T05:48:42.496" v="204" actId="20577"/>
          <ac:spMkLst>
            <pc:docMk/>
            <pc:sldMk cId="412177166" sldId="3331"/>
            <ac:spMk id="9" creationId="{00000000-0000-0000-0000-000000000000}"/>
          </ac:spMkLst>
        </pc:spChg>
        <pc:spChg chg="mod">
          <ac:chgData name="Mitra, Sayan" userId="5f9b069e-390c-41f3-af3f-6bd4b0fb9710" providerId="ADAL" clId="{FDEC2B61-D4EA-4824-82DA-C0AD1E09A0C0}" dt="2022-06-28T05:48:46.167" v="209" actId="20577"/>
          <ac:spMkLst>
            <pc:docMk/>
            <pc:sldMk cId="412177166" sldId="3331"/>
            <ac:spMk id="48" creationId="{00000000-0000-0000-0000-000000000000}"/>
          </ac:spMkLst>
        </pc:spChg>
        <pc:spChg chg="mod">
          <ac:chgData name="Mitra, Sayan" userId="5f9b069e-390c-41f3-af3f-6bd4b0fb9710" providerId="ADAL" clId="{FDEC2B61-D4EA-4824-82DA-C0AD1E09A0C0}" dt="2022-06-28T05:48:48.921" v="213" actId="20577"/>
          <ac:spMkLst>
            <pc:docMk/>
            <pc:sldMk cId="412177166" sldId="3331"/>
            <ac:spMk id="55" creationId="{00000000-0000-0000-0000-000000000000}"/>
          </ac:spMkLst>
        </pc:spChg>
        <pc:spChg chg="mod">
          <ac:chgData name="Mitra, Sayan" userId="5f9b069e-390c-41f3-af3f-6bd4b0fb9710" providerId="ADAL" clId="{FDEC2B61-D4EA-4824-82DA-C0AD1E09A0C0}" dt="2022-06-28T05:48:34.022" v="190" actId="20577"/>
          <ac:spMkLst>
            <pc:docMk/>
            <pc:sldMk cId="412177166" sldId="3331"/>
            <ac:spMk id="76" creationId="{00000000-0000-0000-0000-000000000000}"/>
          </ac:spMkLst>
        </pc:spChg>
        <pc:spChg chg="mod">
          <ac:chgData name="Mitra, Sayan" userId="5f9b069e-390c-41f3-af3f-6bd4b0fb9710" providerId="ADAL" clId="{FDEC2B61-D4EA-4824-82DA-C0AD1E09A0C0}" dt="2022-06-28T05:48:36.729" v="195" actId="20577"/>
          <ac:spMkLst>
            <pc:docMk/>
            <pc:sldMk cId="412177166" sldId="3331"/>
            <ac:spMk id="100" creationId="{00000000-0000-0000-0000-000000000000}"/>
          </ac:spMkLst>
        </pc:spChg>
        <pc:picChg chg="del">
          <ac:chgData name="Mitra, Sayan" userId="5f9b069e-390c-41f3-af3f-6bd4b0fb9710" providerId="ADAL" clId="{FDEC2B61-D4EA-4824-82DA-C0AD1E09A0C0}" dt="2022-06-28T05:48:19.092" v="181" actId="478"/>
          <ac:picMkLst>
            <pc:docMk/>
            <pc:sldMk cId="412177166" sldId="3331"/>
            <ac:picMk id="29" creationId="{00000000-0000-0000-0000-000000000000}"/>
          </ac:picMkLst>
        </pc:picChg>
        <pc:picChg chg="del">
          <ac:chgData name="Mitra, Sayan" userId="5f9b069e-390c-41f3-af3f-6bd4b0fb9710" providerId="ADAL" clId="{FDEC2B61-D4EA-4824-82DA-C0AD1E09A0C0}" dt="2022-06-28T05:48:25.078" v="183" actId="478"/>
          <ac:picMkLst>
            <pc:docMk/>
            <pc:sldMk cId="412177166" sldId="3331"/>
            <ac:picMk id="30" creationId="{00000000-0000-0000-0000-000000000000}"/>
          </ac:picMkLst>
        </pc:picChg>
        <pc:picChg chg="del">
          <ac:chgData name="Mitra, Sayan" userId="5f9b069e-390c-41f3-af3f-6bd4b0fb9710" providerId="ADAL" clId="{FDEC2B61-D4EA-4824-82DA-C0AD1E09A0C0}" dt="2022-06-28T05:48:27.261" v="184" actId="478"/>
          <ac:picMkLst>
            <pc:docMk/>
            <pc:sldMk cId="412177166" sldId="3331"/>
            <ac:picMk id="40" creationId="{00000000-0000-0000-0000-000000000000}"/>
          </ac:picMkLst>
        </pc:picChg>
        <pc:picChg chg="del">
          <ac:chgData name="Mitra, Sayan" userId="5f9b069e-390c-41f3-af3f-6bd4b0fb9710" providerId="ADAL" clId="{FDEC2B61-D4EA-4824-82DA-C0AD1E09A0C0}" dt="2022-06-28T05:48:29.746" v="185" actId="478"/>
          <ac:picMkLst>
            <pc:docMk/>
            <pc:sldMk cId="412177166" sldId="3331"/>
            <ac:picMk id="60" creationId="{00000000-0000-0000-0000-000000000000}"/>
          </ac:picMkLst>
        </pc:picChg>
        <pc:picChg chg="del">
          <ac:chgData name="Mitra, Sayan" userId="5f9b069e-390c-41f3-af3f-6bd4b0fb9710" providerId="ADAL" clId="{FDEC2B61-D4EA-4824-82DA-C0AD1E09A0C0}" dt="2022-06-28T05:48:22.199" v="182" actId="478"/>
          <ac:picMkLst>
            <pc:docMk/>
            <pc:sldMk cId="412177166" sldId="3331"/>
            <ac:picMk id="102" creationId="{00000000-0000-0000-0000-000000000000}"/>
          </ac:picMkLst>
        </pc:picChg>
      </pc:sldChg>
      <pc:sldChg chg="addSp delSp modSp add mod">
        <pc:chgData name="Mitra, Sayan" userId="5f9b069e-390c-41f3-af3f-6bd4b0fb9710" providerId="ADAL" clId="{FDEC2B61-D4EA-4824-82DA-C0AD1E09A0C0}" dt="2022-06-28T09:18:51.493" v="620"/>
        <pc:sldMkLst>
          <pc:docMk/>
          <pc:sldMk cId="3931086963" sldId="3332"/>
        </pc:sldMkLst>
        <pc:spChg chg="add del mod">
          <ac:chgData name="Mitra, Sayan" userId="5f9b069e-390c-41f3-af3f-6bd4b0fb9710" providerId="ADAL" clId="{FDEC2B61-D4EA-4824-82DA-C0AD1E09A0C0}" dt="2022-06-28T09:18:51.044" v="619" actId="478"/>
          <ac:spMkLst>
            <pc:docMk/>
            <pc:sldMk cId="3931086963" sldId="3332"/>
            <ac:spMk id="96" creationId="{ED7ED550-46D1-42D1-864C-E72AD814BD98}"/>
          </ac:spMkLst>
        </pc:spChg>
        <pc:spChg chg="add mod">
          <ac:chgData name="Mitra, Sayan" userId="5f9b069e-390c-41f3-af3f-6bd4b0fb9710" providerId="ADAL" clId="{FDEC2B61-D4EA-4824-82DA-C0AD1E09A0C0}" dt="2022-06-28T09:18:51.493" v="620"/>
          <ac:spMkLst>
            <pc:docMk/>
            <pc:sldMk cId="3931086963" sldId="3332"/>
            <ac:spMk id="112" creationId="{3E373AA0-FC72-4D88-A821-E57F4B2D924F}"/>
          </ac:spMkLst>
        </pc:spChg>
      </pc:sldChg>
      <pc:sldChg chg="modSp mod">
        <pc:chgData name="Mitra, Sayan" userId="5f9b069e-390c-41f3-af3f-6bd4b0fb9710" providerId="ADAL" clId="{FDEC2B61-D4EA-4824-82DA-C0AD1E09A0C0}" dt="2022-06-28T09:11:18.576" v="434" actId="6549"/>
        <pc:sldMkLst>
          <pc:docMk/>
          <pc:sldMk cId="3312490722" sldId="3971"/>
        </pc:sldMkLst>
        <pc:spChg chg="mod">
          <ac:chgData name="Mitra, Sayan" userId="5f9b069e-390c-41f3-af3f-6bd4b0fb9710" providerId="ADAL" clId="{FDEC2B61-D4EA-4824-82DA-C0AD1E09A0C0}" dt="2022-06-28T09:11:18.576" v="434" actId="6549"/>
          <ac:spMkLst>
            <pc:docMk/>
            <pc:sldMk cId="3312490722" sldId="3971"/>
            <ac:spMk id="2" creationId="{FD9E2819-8F4D-439D-A6D1-D0B800106549}"/>
          </ac:spMkLst>
        </pc:spChg>
      </pc:sldChg>
      <pc:sldChg chg="addSp modSp">
        <pc:chgData name="Mitra, Sayan" userId="5f9b069e-390c-41f3-af3f-6bd4b0fb9710" providerId="ADAL" clId="{FDEC2B61-D4EA-4824-82DA-C0AD1E09A0C0}" dt="2022-06-28T09:21:00.315" v="726"/>
        <pc:sldMkLst>
          <pc:docMk/>
          <pc:sldMk cId="2781786602" sldId="3975"/>
        </pc:sldMkLst>
        <pc:spChg chg="add mod">
          <ac:chgData name="Mitra, Sayan" userId="5f9b069e-390c-41f3-af3f-6bd4b0fb9710" providerId="ADAL" clId="{FDEC2B61-D4EA-4824-82DA-C0AD1E09A0C0}" dt="2022-06-28T09:21:00.315" v="726"/>
          <ac:spMkLst>
            <pc:docMk/>
            <pc:sldMk cId="2781786602" sldId="3975"/>
            <ac:spMk id="56" creationId="{8CB53F6E-3567-48F4-BC13-ACA0C098A125}"/>
          </ac:spMkLst>
        </pc:spChg>
      </pc:sldChg>
      <pc:sldChg chg="del">
        <pc:chgData name="Mitra, Sayan" userId="5f9b069e-390c-41f3-af3f-6bd4b0fb9710" providerId="ADAL" clId="{FDEC2B61-D4EA-4824-82DA-C0AD1E09A0C0}" dt="2022-06-28T09:08:00.446" v="279" actId="47"/>
        <pc:sldMkLst>
          <pc:docMk/>
          <pc:sldMk cId="2494901827" sldId="3976"/>
        </pc:sldMkLst>
      </pc:sldChg>
      <pc:sldChg chg="addSp modSp">
        <pc:chgData name="Mitra, Sayan" userId="5f9b069e-390c-41f3-af3f-6bd4b0fb9710" providerId="ADAL" clId="{FDEC2B61-D4EA-4824-82DA-C0AD1E09A0C0}" dt="2022-06-28T09:20:54.218" v="724"/>
        <pc:sldMkLst>
          <pc:docMk/>
          <pc:sldMk cId="2421038644" sldId="3982"/>
        </pc:sldMkLst>
        <pc:spChg chg="add mod">
          <ac:chgData name="Mitra, Sayan" userId="5f9b069e-390c-41f3-af3f-6bd4b0fb9710" providerId="ADAL" clId="{FDEC2B61-D4EA-4824-82DA-C0AD1E09A0C0}" dt="2022-06-28T09:20:54.218" v="724"/>
          <ac:spMkLst>
            <pc:docMk/>
            <pc:sldMk cId="2421038644" sldId="3982"/>
            <ac:spMk id="11" creationId="{A12B559C-D864-44A1-86C8-900941D766ED}"/>
          </ac:spMkLst>
        </pc:spChg>
      </pc:sldChg>
      <pc:sldChg chg="del">
        <pc:chgData name="Mitra, Sayan" userId="5f9b069e-390c-41f3-af3f-6bd4b0fb9710" providerId="ADAL" clId="{FDEC2B61-D4EA-4824-82DA-C0AD1E09A0C0}" dt="2022-06-28T05:24:55.262" v="176" actId="47"/>
        <pc:sldMkLst>
          <pc:docMk/>
          <pc:sldMk cId="1923269761" sldId="3983"/>
        </pc:sldMkLst>
      </pc:sldChg>
      <pc:sldChg chg="addSp modSp mod">
        <pc:chgData name="Mitra, Sayan" userId="5f9b069e-390c-41f3-af3f-6bd4b0fb9710" providerId="ADAL" clId="{FDEC2B61-D4EA-4824-82DA-C0AD1E09A0C0}" dt="2022-06-28T09:07:42.588" v="275" actId="6549"/>
        <pc:sldMkLst>
          <pc:docMk/>
          <pc:sldMk cId="1548796105" sldId="3985"/>
        </pc:sldMkLst>
        <pc:spChg chg="mod">
          <ac:chgData name="Mitra, Sayan" userId="5f9b069e-390c-41f3-af3f-6bd4b0fb9710" providerId="ADAL" clId="{FDEC2B61-D4EA-4824-82DA-C0AD1E09A0C0}" dt="2022-06-28T05:15:28.709" v="62" actId="6549"/>
          <ac:spMkLst>
            <pc:docMk/>
            <pc:sldMk cId="1548796105" sldId="3985"/>
            <ac:spMk id="2" creationId="{549FAAE2-AFB0-4B03-BE4B-376026BC4C1F}"/>
          </ac:spMkLst>
        </pc:spChg>
        <pc:spChg chg="add mod">
          <ac:chgData name="Mitra, Sayan" userId="5f9b069e-390c-41f3-af3f-6bd4b0fb9710" providerId="ADAL" clId="{FDEC2B61-D4EA-4824-82DA-C0AD1E09A0C0}" dt="2022-06-28T09:07:42.588" v="275" actId="6549"/>
          <ac:spMkLst>
            <pc:docMk/>
            <pc:sldMk cId="1548796105" sldId="3985"/>
            <ac:spMk id="3" creationId="{232C413D-E1BB-4255-B1FA-3B42F900F44B}"/>
          </ac:spMkLst>
        </pc:spChg>
      </pc:sldChg>
      <pc:sldChg chg="addSp modSp mod">
        <pc:chgData name="Mitra, Sayan" userId="5f9b069e-390c-41f3-af3f-6bd4b0fb9710" providerId="ADAL" clId="{FDEC2B61-D4EA-4824-82DA-C0AD1E09A0C0}" dt="2022-06-28T09:08:30.840" v="285" actId="20577"/>
        <pc:sldMkLst>
          <pc:docMk/>
          <pc:sldMk cId="1186650502" sldId="3986"/>
        </pc:sldMkLst>
        <pc:spChg chg="mod">
          <ac:chgData name="Mitra, Sayan" userId="5f9b069e-390c-41f3-af3f-6bd4b0fb9710" providerId="ADAL" clId="{FDEC2B61-D4EA-4824-82DA-C0AD1E09A0C0}" dt="2022-06-28T05:18:36.415" v="105" actId="313"/>
          <ac:spMkLst>
            <pc:docMk/>
            <pc:sldMk cId="1186650502" sldId="3986"/>
            <ac:spMk id="2" creationId="{F02F82D5-2DA0-494A-8694-A4C176CFA13A}"/>
          </ac:spMkLst>
        </pc:spChg>
        <pc:spChg chg="add mod">
          <ac:chgData name="Mitra, Sayan" userId="5f9b069e-390c-41f3-af3f-6bd4b0fb9710" providerId="ADAL" clId="{FDEC2B61-D4EA-4824-82DA-C0AD1E09A0C0}" dt="2022-06-28T09:08:30.840" v="285" actId="20577"/>
          <ac:spMkLst>
            <pc:docMk/>
            <pc:sldMk cId="1186650502" sldId="3986"/>
            <ac:spMk id="3" creationId="{E303F832-A0D8-4E61-A7C4-B3015B3AADCE}"/>
          </ac:spMkLst>
        </pc:spChg>
      </pc:sldChg>
      <pc:sldChg chg="del">
        <pc:chgData name="Mitra, Sayan" userId="5f9b069e-390c-41f3-af3f-6bd4b0fb9710" providerId="ADAL" clId="{FDEC2B61-D4EA-4824-82DA-C0AD1E09A0C0}" dt="2022-06-28T05:21:35.322" v="120" actId="47"/>
        <pc:sldMkLst>
          <pc:docMk/>
          <pc:sldMk cId="2288513161" sldId="3987"/>
        </pc:sldMkLst>
      </pc:sldChg>
      <pc:sldChg chg="del">
        <pc:chgData name="Mitra, Sayan" userId="5f9b069e-390c-41f3-af3f-6bd4b0fb9710" providerId="ADAL" clId="{FDEC2B61-D4EA-4824-82DA-C0AD1E09A0C0}" dt="2022-06-28T09:15:41.798" v="540" actId="47"/>
        <pc:sldMkLst>
          <pc:docMk/>
          <pc:sldMk cId="3504952011" sldId="3988"/>
        </pc:sldMkLst>
      </pc:sldChg>
      <pc:sldChg chg="del">
        <pc:chgData name="Mitra, Sayan" userId="5f9b069e-390c-41f3-af3f-6bd4b0fb9710" providerId="ADAL" clId="{FDEC2B61-D4EA-4824-82DA-C0AD1E09A0C0}" dt="2022-06-28T05:21:31.112" v="119" actId="47"/>
        <pc:sldMkLst>
          <pc:docMk/>
          <pc:sldMk cId="1487439021" sldId="3989"/>
        </pc:sldMkLst>
      </pc:sldChg>
      <pc:sldChg chg="add del">
        <pc:chgData name="Mitra, Sayan" userId="5f9b069e-390c-41f3-af3f-6bd4b0fb9710" providerId="ADAL" clId="{FDEC2B61-D4EA-4824-82DA-C0AD1E09A0C0}" dt="2022-06-28T07:13:57.162" v="236" actId="47"/>
        <pc:sldMkLst>
          <pc:docMk/>
          <pc:sldMk cId="2514403025" sldId="3990"/>
        </pc:sldMkLst>
      </pc:sldChg>
      <pc:sldChg chg="modSp del mod">
        <pc:chgData name="Mitra, Sayan" userId="5f9b069e-390c-41f3-af3f-6bd4b0fb9710" providerId="ADAL" clId="{FDEC2B61-D4EA-4824-82DA-C0AD1E09A0C0}" dt="2022-06-28T05:23:00.026" v="175" actId="47"/>
        <pc:sldMkLst>
          <pc:docMk/>
          <pc:sldMk cId="3530773131" sldId="3991"/>
        </pc:sldMkLst>
        <pc:spChg chg="mod">
          <ac:chgData name="Mitra, Sayan" userId="5f9b069e-390c-41f3-af3f-6bd4b0fb9710" providerId="ADAL" clId="{FDEC2B61-D4EA-4824-82DA-C0AD1E09A0C0}" dt="2022-06-28T05:22:53.766" v="173" actId="21"/>
          <ac:spMkLst>
            <pc:docMk/>
            <pc:sldMk cId="3530773131" sldId="3991"/>
            <ac:spMk id="2" creationId="{AAC25F98-4177-4E5E-A3E1-5EFD5B07874E}"/>
          </ac:spMkLst>
        </pc:spChg>
      </pc:sldChg>
      <pc:sldChg chg="del">
        <pc:chgData name="Mitra, Sayan" userId="5f9b069e-390c-41f3-af3f-6bd4b0fb9710" providerId="ADAL" clId="{FDEC2B61-D4EA-4824-82DA-C0AD1E09A0C0}" dt="2022-06-28T09:15:48.892" v="541" actId="47"/>
        <pc:sldMkLst>
          <pc:docMk/>
          <pc:sldMk cId="3493400062" sldId="3993"/>
        </pc:sldMkLst>
      </pc:sldChg>
      <pc:sldChg chg="modSp mod">
        <pc:chgData name="Mitra, Sayan" userId="5f9b069e-390c-41f3-af3f-6bd4b0fb9710" providerId="ADAL" clId="{FDEC2B61-D4EA-4824-82DA-C0AD1E09A0C0}" dt="2022-06-28T09:16:36.622" v="564" actId="20577"/>
        <pc:sldMkLst>
          <pc:docMk/>
          <pc:sldMk cId="3867399006" sldId="3994"/>
        </pc:sldMkLst>
        <pc:spChg chg="mod">
          <ac:chgData name="Mitra, Sayan" userId="5f9b069e-390c-41f3-af3f-6bd4b0fb9710" providerId="ADAL" clId="{FDEC2B61-D4EA-4824-82DA-C0AD1E09A0C0}" dt="2022-06-28T09:16:36.622" v="564" actId="20577"/>
          <ac:spMkLst>
            <pc:docMk/>
            <pc:sldMk cId="3867399006" sldId="3994"/>
            <ac:spMk id="2" creationId="{9EDB63B2-238D-4B76-AAF8-404000511533}"/>
          </ac:spMkLst>
        </pc:spChg>
      </pc:sldChg>
      <pc:sldChg chg="addSp modSp">
        <pc:chgData name="Mitra, Sayan" userId="5f9b069e-390c-41f3-af3f-6bd4b0fb9710" providerId="ADAL" clId="{FDEC2B61-D4EA-4824-82DA-C0AD1E09A0C0}" dt="2022-06-28T09:18:55.398" v="621"/>
        <pc:sldMkLst>
          <pc:docMk/>
          <pc:sldMk cId="55561715" sldId="3995"/>
        </pc:sldMkLst>
        <pc:spChg chg="add mod">
          <ac:chgData name="Mitra, Sayan" userId="5f9b069e-390c-41f3-af3f-6bd4b0fb9710" providerId="ADAL" clId="{FDEC2B61-D4EA-4824-82DA-C0AD1E09A0C0}" dt="2022-06-28T09:18:55.398" v="621"/>
          <ac:spMkLst>
            <pc:docMk/>
            <pc:sldMk cId="55561715" sldId="3995"/>
            <ac:spMk id="4" creationId="{FCE0FBDD-549E-40C0-B70C-EF1D6E2AC4C5}"/>
          </ac:spMkLst>
        </pc:spChg>
        <pc:graphicFrameChg chg="add mod">
          <ac:chgData name="Mitra, Sayan" userId="5f9b069e-390c-41f3-af3f-6bd4b0fb9710" providerId="ADAL" clId="{FDEC2B61-D4EA-4824-82DA-C0AD1E09A0C0}" dt="2022-06-28T06:02:29.207" v="233"/>
          <ac:graphicFrameMkLst>
            <pc:docMk/>
            <pc:sldMk cId="55561715" sldId="3995"/>
            <ac:graphicFrameMk id="3" creationId="{F2FDFF3B-08D1-4E12-9356-7F6CFA48CDB7}"/>
          </ac:graphicFrameMkLst>
        </pc:graphicFrameChg>
      </pc:sldChg>
      <pc:sldChg chg="addSp modSp mod">
        <pc:chgData name="Mitra, Sayan" userId="5f9b069e-390c-41f3-af3f-6bd4b0fb9710" providerId="ADAL" clId="{FDEC2B61-D4EA-4824-82DA-C0AD1E09A0C0}" dt="2022-06-28T09:19:52.784" v="654" actId="20577"/>
        <pc:sldMkLst>
          <pc:docMk/>
          <pc:sldMk cId="854952118" sldId="3996"/>
        </pc:sldMkLst>
        <pc:spChg chg="mod">
          <ac:chgData name="Mitra, Sayan" userId="5f9b069e-390c-41f3-af3f-6bd4b0fb9710" providerId="ADAL" clId="{FDEC2B61-D4EA-4824-82DA-C0AD1E09A0C0}" dt="2022-06-28T09:19:52.784" v="654" actId="20577"/>
          <ac:spMkLst>
            <pc:docMk/>
            <pc:sldMk cId="854952118" sldId="3996"/>
            <ac:spMk id="2" creationId="{61C5F1A7-8D4F-4109-A678-FE777B3562C5}"/>
          </ac:spMkLst>
        </pc:spChg>
        <pc:spChg chg="add mod">
          <ac:chgData name="Mitra, Sayan" userId="5f9b069e-390c-41f3-af3f-6bd4b0fb9710" providerId="ADAL" clId="{FDEC2B61-D4EA-4824-82DA-C0AD1E09A0C0}" dt="2022-06-28T09:19:30.631" v="641" actId="20577"/>
          <ac:spMkLst>
            <pc:docMk/>
            <pc:sldMk cId="854952118" sldId="3996"/>
            <ac:spMk id="3" creationId="{15599FA9-8921-4ED8-A9D2-BED2B1A60E45}"/>
          </ac:spMkLst>
        </pc:spChg>
      </pc:sldChg>
      <pc:sldChg chg="addSp modSp mod">
        <pc:chgData name="Mitra, Sayan" userId="5f9b069e-390c-41f3-af3f-6bd4b0fb9710" providerId="ADAL" clId="{FDEC2B61-D4EA-4824-82DA-C0AD1E09A0C0}" dt="2022-06-28T09:19:57.045" v="661" actId="20577"/>
        <pc:sldMkLst>
          <pc:docMk/>
          <pc:sldMk cId="1251110085" sldId="3997"/>
        </pc:sldMkLst>
        <pc:spChg chg="mod">
          <ac:chgData name="Mitra, Sayan" userId="5f9b069e-390c-41f3-af3f-6bd4b0fb9710" providerId="ADAL" clId="{FDEC2B61-D4EA-4824-82DA-C0AD1E09A0C0}" dt="2022-06-28T09:19:57.045" v="661" actId="20577"/>
          <ac:spMkLst>
            <pc:docMk/>
            <pc:sldMk cId="1251110085" sldId="3997"/>
            <ac:spMk id="2" creationId="{2846909B-919F-42E2-8D37-A820165205F7}"/>
          </ac:spMkLst>
        </pc:spChg>
        <pc:spChg chg="add mod">
          <ac:chgData name="Mitra, Sayan" userId="5f9b069e-390c-41f3-af3f-6bd4b0fb9710" providerId="ADAL" clId="{FDEC2B61-D4EA-4824-82DA-C0AD1E09A0C0}" dt="2022-06-28T09:19:34.796" v="642"/>
          <ac:spMkLst>
            <pc:docMk/>
            <pc:sldMk cId="1251110085" sldId="3997"/>
            <ac:spMk id="3" creationId="{08FE0DCC-BED3-489C-853D-A0AEB2EF7FDE}"/>
          </ac:spMkLst>
        </pc:spChg>
      </pc:sldChg>
      <pc:sldChg chg="addSp modSp mod">
        <pc:chgData name="Mitra, Sayan" userId="5f9b069e-390c-41f3-af3f-6bd4b0fb9710" providerId="ADAL" clId="{FDEC2B61-D4EA-4824-82DA-C0AD1E09A0C0}" dt="2022-06-28T09:20:01.586" v="668" actId="20577"/>
        <pc:sldMkLst>
          <pc:docMk/>
          <pc:sldMk cId="3622479343" sldId="3998"/>
        </pc:sldMkLst>
        <pc:spChg chg="mod">
          <ac:chgData name="Mitra, Sayan" userId="5f9b069e-390c-41f3-af3f-6bd4b0fb9710" providerId="ADAL" clId="{FDEC2B61-D4EA-4824-82DA-C0AD1E09A0C0}" dt="2022-06-28T09:20:01.586" v="668" actId="20577"/>
          <ac:spMkLst>
            <pc:docMk/>
            <pc:sldMk cId="3622479343" sldId="3998"/>
            <ac:spMk id="2" creationId="{DD7CF07E-B093-4605-A575-E7327988478D}"/>
          </ac:spMkLst>
        </pc:spChg>
        <pc:spChg chg="add mod">
          <ac:chgData name="Mitra, Sayan" userId="5f9b069e-390c-41f3-af3f-6bd4b0fb9710" providerId="ADAL" clId="{FDEC2B61-D4EA-4824-82DA-C0AD1E09A0C0}" dt="2022-06-28T09:19:36.999" v="643"/>
          <ac:spMkLst>
            <pc:docMk/>
            <pc:sldMk cId="3622479343" sldId="3998"/>
            <ac:spMk id="3" creationId="{C5EEBECB-009F-4C7F-9BED-C936FE63C5D1}"/>
          </ac:spMkLst>
        </pc:spChg>
      </pc:sldChg>
      <pc:sldChg chg="addSp modSp mod">
        <pc:chgData name="Mitra, Sayan" userId="5f9b069e-390c-41f3-af3f-6bd4b0fb9710" providerId="ADAL" clId="{FDEC2B61-D4EA-4824-82DA-C0AD1E09A0C0}" dt="2022-06-28T09:20:09.207" v="682" actId="20577"/>
        <pc:sldMkLst>
          <pc:docMk/>
          <pc:sldMk cId="2191807869" sldId="3999"/>
        </pc:sldMkLst>
        <pc:spChg chg="mod">
          <ac:chgData name="Mitra, Sayan" userId="5f9b069e-390c-41f3-af3f-6bd4b0fb9710" providerId="ADAL" clId="{FDEC2B61-D4EA-4824-82DA-C0AD1E09A0C0}" dt="2022-06-28T09:20:09.207" v="682" actId="20577"/>
          <ac:spMkLst>
            <pc:docMk/>
            <pc:sldMk cId="2191807869" sldId="3999"/>
            <ac:spMk id="2" creationId="{6DF75290-C87B-4E6B-A33D-DB3ACA957991}"/>
          </ac:spMkLst>
        </pc:spChg>
        <pc:spChg chg="add mod">
          <ac:chgData name="Mitra, Sayan" userId="5f9b069e-390c-41f3-af3f-6bd4b0fb9710" providerId="ADAL" clId="{FDEC2B61-D4EA-4824-82DA-C0AD1E09A0C0}" dt="2022-06-28T09:19:41.738" v="645"/>
          <ac:spMkLst>
            <pc:docMk/>
            <pc:sldMk cId="2191807869" sldId="3999"/>
            <ac:spMk id="3" creationId="{A3265D73-7717-4AF7-A3F6-8FA4EEB6A7EF}"/>
          </ac:spMkLst>
        </pc:spChg>
      </pc:sldChg>
      <pc:sldChg chg="addSp modSp mod">
        <pc:chgData name="Mitra, Sayan" userId="5f9b069e-390c-41f3-af3f-6bd4b0fb9710" providerId="ADAL" clId="{FDEC2B61-D4EA-4824-82DA-C0AD1E09A0C0}" dt="2022-06-28T09:20:05.473" v="675" actId="20577"/>
        <pc:sldMkLst>
          <pc:docMk/>
          <pc:sldMk cId="1717065486" sldId="4000"/>
        </pc:sldMkLst>
        <pc:spChg chg="mod">
          <ac:chgData name="Mitra, Sayan" userId="5f9b069e-390c-41f3-af3f-6bd4b0fb9710" providerId="ADAL" clId="{FDEC2B61-D4EA-4824-82DA-C0AD1E09A0C0}" dt="2022-06-28T09:20:05.473" v="675" actId="20577"/>
          <ac:spMkLst>
            <pc:docMk/>
            <pc:sldMk cId="1717065486" sldId="4000"/>
            <ac:spMk id="2" creationId="{D3374EDE-848B-4351-B2BB-A21ACBA83017}"/>
          </ac:spMkLst>
        </pc:spChg>
        <pc:spChg chg="add mod">
          <ac:chgData name="Mitra, Sayan" userId="5f9b069e-390c-41f3-af3f-6bd4b0fb9710" providerId="ADAL" clId="{FDEC2B61-D4EA-4824-82DA-C0AD1E09A0C0}" dt="2022-06-28T09:19:39.468" v="644"/>
          <ac:spMkLst>
            <pc:docMk/>
            <pc:sldMk cId="1717065486" sldId="4000"/>
            <ac:spMk id="3" creationId="{04DB15E9-CE4D-478A-875A-C1999AE4920D}"/>
          </ac:spMkLst>
        </pc:spChg>
      </pc:sldChg>
      <pc:sldChg chg="addSp modSp mod">
        <pc:chgData name="Mitra, Sayan" userId="5f9b069e-390c-41f3-af3f-6bd4b0fb9710" providerId="ADAL" clId="{FDEC2B61-D4EA-4824-82DA-C0AD1E09A0C0}" dt="2022-06-28T09:20:13.084" v="689" actId="20577"/>
        <pc:sldMkLst>
          <pc:docMk/>
          <pc:sldMk cId="537019356" sldId="4001"/>
        </pc:sldMkLst>
        <pc:spChg chg="mod">
          <ac:chgData name="Mitra, Sayan" userId="5f9b069e-390c-41f3-af3f-6bd4b0fb9710" providerId="ADAL" clId="{FDEC2B61-D4EA-4824-82DA-C0AD1E09A0C0}" dt="2022-06-28T09:20:13.084" v="689" actId="20577"/>
          <ac:spMkLst>
            <pc:docMk/>
            <pc:sldMk cId="537019356" sldId="4001"/>
            <ac:spMk id="2" creationId="{69A9F8BB-3A65-4C64-A8BC-A606E0755878}"/>
          </ac:spMkLst>
        </pc:spChg>
        <pc:spChg chg="add mod">
          <ac:chgData name="Mitra, Sayan" userId="5f9b069e-390c-41f3-af3f-6bd4b0fb9710" providerId="ADAL" clId="{FDEC2B61-D4EA-4824-82DA-C0AD1E09A0C0}" dt="2022-06-28T09:19:44.442" v="646"/>
          <ac:spMkLst>
            <pc:docMk/>
            <pc:sldMk cId="537019356" sldId="4001"/>
            <ac:spMk id="3" creationId="{E7596D80-8A10-43A5-B0E6-6FF74A58578C}"/>
          </ac:spMkLst>
        </pc:spChg>
      </pc:sldChg>
      <pc:sldChg chg="addSp modSp del mod">
        <pc:chgData name="Mitra, Sayan" userId="5f9b069e-390c-41f3-af3f-6bd4b0fb9710" providerId="ADAL" clId="{FDEC2B61-D4EA-4824-82DA-C0AD1E09A0C0}" dt="2022-06-28T11:03:35.112" v="968" actId="47"/>
        <pc:sldMkLst>
          <pc:docMk/>
          <pc:sldMk cId="2030115737" sldId="4002"/>
        </pc:sldMkLst>
        <pc:spChg chg="mod">
          <ac:chgData name="Mitra, Sayan" userId="5f9b069e-390c-41f3-af3f-6bd4b0fb9710" providerId="ADAL" clId="{FDEC2B61-D4EA-4824-82DA-C0AD1E09A0C0}" dt="2022-06-28T09:20:24.540" v="714" actId="20577"/>
          <ac:spMkLst>
            <pc:docMk/>
            <pc:sldMk cId="2030115737" sldId="4002"/>
            <ac:spMk id="2" creationId="{9DA57BF2-EF6C-4D32-B441-064A3C58C1CB}"/>
          </ac:spMkLst>
        </pc:spChg>
        <pc:spChg chg="add mod">
          <ac:chgData name="Mitra, Sayan" userId="5f9b069e-390c-41f3-af3f-6bd4b0fb9710" providerId="ADAL" clId="{FDEC2B61-D4EA-4824-82DA-C0AD1E09A0C0}" dt="2022-06-28T09:19:46.984" v="647"/>
          <ac:spMkLst>
            <pc:docMk/>
            <pc:sldMk cId="2030115737" sldId="4002"/>
            <ac:spMk id="3" creationId="{38875477-044B-4C43-BA9F-AE3F7A065644}"/>
          </ac:spMkLst>
        </pc:spChg>
      </pc:sldChg>
      <pc:sldChg chg="addSp modSp mod">
        <pc:chgData name="Mitra, Sayan" userId="5f9b069e-390c-41f3-af3f-6bd4b0fb9710" providerId="ADAL" clId="{FDEC2B61-D4EA-4824-82DA-C0AD1E09A0C0}" dt="2022-06-28T09:33:13.688" v="853" actId="20577"/>
        <pc:sldMkLst>
          <pc:docMk/>
          <pc:sldMk cId="3209615698" sldId="4005"/>
        </pc:sldMkLst>
        <pc:spChg chg="mod">
          <ac:chgData name="Mitra, Sayan" userId="5f9b069e-390c-41f3-af3f-6bd4b0fb9710" providerId="ADAL" clId="{FDEC2B61-D4EA-4824-82DA-C0AD1E09A0C0}" dt="2022-06-28T09:32:41.157" v="815" actId="20577"/>
          <ac:spMkLst>
            <pc:docMk/>
            <pc:sldMk cId="3209615698" sldId="4005"/>
            <ac:spMk id="2" creationId="{273376BB-D369-4164-BBB8-8D1B7427006F}"/>
          </ac:spMkLst>
        </pc:spChg>
        <pc:spChg chg="add mod">
          <ac:chgData name="Mitra, Sayan" userId="5f9b069e-390c-41f3-af3f-6bd4b0fb9710" providerId="ADAL" clId="{FDEC2B61-D4EA-4824-82DA-C0AD1E09A0C0}" dt="2022-06-28T09:33:13.688" v="853" actId="20577"/>
          <ac:spMkLst>
            <pc:docMk/>
            <pc:sldMk cId="3209615698" sldId="4005"/>
            <ac:spMk id="3" creationId="{99857407-D1B5-44A1-83FC-43C02CAA5EAD}"/>
          </ac:spMkLst>
        </pc:spChg>
      </pc:sldChg>
      <pc:sldChg chg="addSp modSp del">
        <pc:chgData name="Mitra, Sayan" userId="5f9b069e-390c-41f3-af3f-6bd4b0fb9710" providerId="ADAL" clId="{FDEC2B61-D4EA-4824-82DA-C0AD1E09A0C0}" dt="2022-06-28T11:01:37.563" v="966" actId="47"/>
        <pc:sldMkLst>
          <pc:docMk/>
          <pc:sldMk cId="2724543507" sldId="4007"/>
        </pc:sldMkLst>
        <pc:spChg chg="add mod">
          <ac:chgData name="Mitra, Sayan" userId="5f9b069e-390c-41f3-af3f-6bd4b0fb9710" providerId="ADAL" clId="{FDEC2B61-D4EA-4824-82DA-C0AD1E09A0C0}" dt="2022-06-28T09:33:38.925" v="865"/>
          <ac:spMkLst>
            <pc:docMk/>
            <pc:sldMk cId="2724543507" sldId="4007"/>
            <ac:spMk id="3" creationId="{4DD01677-85CA-48D0-84D5-082DA73A1489}"/>
          </ac:spMkLst>
        </pc:spChg>
      </pc:sldChg>
      <pc:sldChg chg="addSp modSp mod">
        <pc:chgData name="Mitra, Sayan" userId="5f9b069e-390c-41f3-af3f-6bd4b0fb9710" providerId="ADAL" clId="{FDEC2B61-D4EA-4824-82DA-C0AD1E09A0C0}" dt="2022-06-28T09:33:35.248" v="864" actId="20577"/>
        <pc:sldMkLst>
          <pc:docMk/>
          <pc:sldMk cId="3630096880" sldId="4008"/>
        </pc:sldMkLst>
        <pc:spChg chg="add mod">
          <ac:chgData name="Mitra, Sayan" userId="5f9b069e-390c-41f3-af3f-6bd4b0fb9710" providerId="ADAL" clId="{FDEC2B61-D4EA-4824-82DA-C0AD1E09A0C0}" dt="2022-06-28T09:33:35.248" v="864" actId="20577"/>
          <ac:spMkLst>
            <pc:docMk/>
            <pc:sldMk cId="3630096880" sldId="4008"/>
            <ac:spMk id="3" creationId="{65B31109-E6B1-4CFD-A7C5-FBA6D5A64019}"/>
          </ac:spMkLst>
        </pc:spChg>
      </pc:sldChg>
      <pc:sldChg chg="ord">
        <pc:chgData name="Mitra, Sayan" userId="5f9b069e-390c-41f3-af3f-6bd4b0fb9710" providerId="ADAL" clId="{FDEC2B61-D4EA-4824-82DA-C0AD1E09A0C0}" dt="2022-06-28T09:34:07.711" v="875"/>
        <pc:sldMkLst>
          <pc:docMk/>
          <pc:sldMk cId="2242146058" sldId="4009"/>
        </pc:sldMkLst>
      </pc:sldChg>
      <pc:sldChg chg="addSp modSp mod ord">
        <pc:chgData name="Mitra, Sayan" userId="5f9b069e-390c-41f3-af3f-6bd4b0fb9710" providerId="ADAL" clId="{FDEC2B61-D4EA-4824-82DA-C0AD1E09A0C0}" dt="2022-06-28T09:34:07.711" v="875"/>
        <pc:sldMkLst>
          <pc:docMk/>
          <pc:sldMk cId="1707497288" sldId="4010"/>
        </pc:sldMkLst>
        <pc:spChg chg="add mod">
          <ac:chgData name="Mitra, Sayan" userId="5f9b069e-390c-41f3-af3f-6bd4b0fb9710" providerId="ADAL" clId="{FDEC2B61-D4EA-4824-82DA-C0AD1E09A0C0}" dt="2022-06-28T09:33:51.423" v="871" actId="20577"/>
          <ac:spMkLst>
            <pc:docMk/>
            <pc:sldMk cId="1707497288" sldId="4010"/>
            <ac:spMk id="3" creationId="{936BBF82-FB4B-4E22-82F5-26DBC6B0FF74}"/>
          </ac:spMkLst>
        </pc:spChg>
      </pc:sldChg>
      <pc:sldChg chg="addSp modSp ord">
        <pc:chgData name="Mitra, Sayan" userId="5f9b069e-390c-41f3-af3f-6bd4b0fb9710" providerId="ADAL" clId="{FDEC2B61-D4EA-4824-82DA-C0AD1E09A0C0}" dt="2022-06-28T09:34:07.711" v="875"/>
        <pc:sldMkLst>
          <pc:docMk/>
          <pc:sldMk cId="3569400418" sldId="4011"/>
        </pc:sldMkLst>
        <pc:spChg chg="add mod">
          <ac:chgData name="Mitra, Sayan" userId="5f9b069e-390c-41f3-af3f-6bd4b0fb9710" providerId="ADAL" clId="{FDEC2B61-D4EA-4824-82DA-C0AD1E09A0C0}" dt="2022-06-28T09:33:55.769" v="872"/>
          <ac:spMkLst>
            <pc:docMk/>
            <pc:sldMk cId="3569400418" sldId="4011"/>
            <ac:spMk id="3" creationId="{BD0B0867-45CB-40E5-BFAD-666E3F02DFE2}"/>
          </ac:spMkLst>
        </pc:spChg>
      </pc:sldChg>
      <pc:sldChg chg="addSp modSp ord">
        <pc:chgData name="Mitra, Sayan" userId="5f9b069e-390c-41f3-af3f-6bd4b0fb9710" providerId="ADAL" clId="{FDEC2B61-D4EA-4824-82DA-C0AD1E09A0C0}" dt="2022-06-28T09:34:07.711" v="875"/>
        <pc:sldMkLst>
          <pc:docMk/>
          <pc:sldMk cId="2369176660" sldId="4012"/>
        </pc:sldMkLst>
        <pc:spChg chg="add mod">
          <ac:chgData name="Mitra, Sayan" userId="5f9b069e-390c-41f3-af3f-6bd4b0fb9710" providerId="ADAL" clId="{FDEC2B61-D4EA-4824-82DA-C0AD1E09A0C0}" dt="2022-06-28T09:33:58.795" v="873"/>
          <ac:spMkLst>
            <pc:docMk/>
            <pc:sldMk cId="2369176660" sldId="4012"/>
            <ac:spMk id="3" creationId="{3F36925D-9828-426A-84DF-E6340FD6DCBE}"/>
          </ac:spMkLst>
        </pc:spChg>
      </pc:sldChg>
      <pc:sldChg chg="addSp modSp mod">
        <pc:chgData name="Mitra, Sayan" userId="5f9b069e-390c-41f3-af3f-6bd4b0fb9710" providerId="ADAL" clId="{FDEC2B61-D4EA-4824-82DA-C0AD1E09A0C0}" dt="2022-06-28T09:32:34.986" v="802" actId="20577"/>
        <pc:sldMkLst>
          <pc:docMk/>
          <pc:sldMk cId="3927171300" sldId="4013"/>
        </pc:sldMkLst>
        <pc:spChg chg="mod">
          <ac:chgData name="Mitra, Sayan" userId="5f9b069e-390c-41f3-af3f-6bd4b0fb9710" providerId="ADAL" clId="{FDEC2B61-D4EA-4824-82DA-C0AD1E09A0C0}" dt="2022-06-28T09:32:34.986" v="802" actId="20577"/>
          <ac:spMkLst>
            <pc:docMk/>
            <pc:sldMk cId="3927171300" sldId="4013"/>
            <ac:spMk id="2" creationId="{05A405A3-621C-4564-993A-53E173F512C0}"/>
          </ac:spMkLst>
        </pc:spChg>
        <pc:spChg chg="add mod">
          <ac:chgData name="Mitra, Sayan" userId="5f9b069e-390c-41f3-af3f-6bd4b0fb9710" providerId="ADAL" clId="{FDEC2B61-D4EA-4824-82DA-C0AD1E09A0C0}" dt="2022-06-28T09:22:03.859" v="765" actId="20577"/>
          <ac:spMkLst>
            <pc:docMk/>
            <pc:sldMk cId="3927171300" sldId="4013"/>
            <ac:spMk id="3" creationId="{386AE64B-36DB-4320-92CA-4D16341ACA17}"/>
          </ac:spMkLst>
        </pc:spChg>
      </pc:sldChg>
      <pc:sldChg chg="addSp delSp modSp mod">
        <pc:chgData name="Mitra, Sayan" userId="5f9b069e-390c-41f3-af3f-6bd4b0fb9710" providerId="ADAL" clId="{FDEC2B61-D4EA-4824-82DA-C0AD1E09A0C0}" dt="2022-06-28T09:09:05.919" v="293"/>
        <pc:sldMkLst>
          <pc:docMk/>
          <pc:sldMk cId="3702578110" sldId="4015"/>
        </pc:sldMkLst>
        <pc:spChg chg="add del mod">
          <ac:chgData name="Mitra, Sayan" userId="5f9b069e-390c-41f3-af3f-6bd4b0fb9710" providerId="ADAL" clId="{FDEC2B61-D4EA-4824-82DA-C0AD1E09A0C0}" dt="2022-06-28T09:09:05.465" v="292" actId="478"/>
          <ac:spMkLst>
            <pc:docMk/>
            <pc:sldMk cId="3702578110" sldId="4015"/>
            <ac:spMk id="3" creationId="{B42C50D6-0690-47A7-BDE9-D82A92738FAD}"/>
          </ac:spMkLst>
        </pc:spChg>
        <pc:spChg chg="add mod">
          <ac:chgData name="Mitra, Sayan" userId="5f9b069e-390c-41f3-af3f-6bd4b0fb9710" providerId="ADAL" clId="{FDEC2B61-D4EA-4824-82DA-C0AD1E09A0C0}" dt="2022-06-28T09:09:05.919" v="293"/>
          <ac:spMkLst>
            <pc:docMk/>
            <pc:sldMk cId="3702578110" sldId="4015"/>
            <ac:spMk id="4" creationId="{FC0C1C2E-E1A5-473C-B9EA-230E25F91262}"/>
          </ac:spMkLst>
        </pc:spChg>
      </pc:sldChg>
      <pc:sldChg chg="addSp modSp mod ord">
        <pc:chgData name="Mitra, Sayan" userId="5f9b069e-390c-41f3-af3f-6bd4b0fb9710" providerId="ADAL" clId="{FDEC2B61-D4EA-4824-82DA-C0AD1E09A0C0}" dt="2022-06-28T09:51:03.398" v="876" actId="14100"/>
        <pc:sldMkLst>
          <pc:docMk/>
          <pc:sldMk cId="1443572205" sldId="4016"/>
        </pc:sldMkLst>
        <pc:spChg chg="mod">
          <ac:chgData name="Mitra, Sayan" userId="5f9b069e-390c-41f3-af3f-6bd4b0fb9710" providerId="ADAL" clId="{FDEC2B61-D4EA-4824-82DA-C0AD1E09A0C0}" dt="2022-06-28T05:22:58.018" v="174"/>
          <ac:spMkLst>
            <pc:docMk/>
            <pc:sldMk cId="1443572205" sldId="4016"/>
            <ac:spMk id="2" creationId="{9EFDF1B9-E062-4194-B9AD-599B50A33613}"/>
          </ac:spMkLst>
        </pc:spChg>
        <pc:spChg chg="mod">
          <ac:chgData name="Mitra, Sayan" userId="5f9b069e-390c-41f3-af3f-6bd4b0fb9710" providerId="ADAL" clId="{FDEC2B61-D4EA-4824-82DA-C0AD1E09A0C0}" dt="2022-06-28T09:51:03.398" v="876" actId="14100"/>
          <ac:spMkLst>
            <pc:docMk/>
            <pc:sldMk cId="1443572205" sldId="4016"/>
            <ac:spMk id="62" creationId="{6EB9C241-D337-404B-9E5B-3DD65E12D676}"/>
          </ac:spMkLst>
        </pc:spChg>
        <pc:spChg chg="add mod">
          <ac:chgData name="Mitra, Sayan" userId="5f9b069e-390c-41f3-af3f-6bd4b0fb9710" providerId="ADAL" clId="{FDEC2B61-D4EA-4824-82DA-C0AD1E09A0C0}" dt="2022-06-28T07:19:31.322" v="270" actId="20577"/>
          <ac:spMkLst>
            <pc:docMk/>
            <pc:sldMk cId="1443572205" sldId="4016"/>
            <ac:spMk id="80" creationId="{F700DC20-D916-43E6-AE5E-366A06D98045}"/>
          </ac:spMkLst>
        </pc:spChg>
      </pc:sldChg>
      <pc:sldChg chg="addSp modSp">
        <pc:chgData name="Mitra, Sayan" userId="5f9b069e-390c-41f3-af3f-6bd4b0fb9710" providerId="ADAL" clId="{FDEC2B61-D4EA-4824-82DA-C0AD1E09A0C0}" dt="2022-06-28T09:21:04.289" v="727"/>
        <pc:sldMkLst>
          <pc:docMk/>
          <pc:sldMk cId="417164709" sldId="4017"/>
        </pc:sldMkLst>
        <pc:spChg chg="add mod">
          <ac:chgData name="Mitra, Sayan" userId="5f9b069e-390c-41f3-af3f-6bd4b0fb9710" providerId="ADAL" clId="{FDEC2B61-D4EA-4824-82DA-C0AD1E09A0C0}" dt="2022-06-28T09:21:04.289" v="727"/>
          <ac:spMkLst>
            <pc:docMk/>
            <pc:sldMk cId="417164709" sldId="4017"/>
            <ac:spMk id="4" creationId="{2BD6CF1D-DFEC-45A6-BE9C-4E354FE2957E}"/>
          </ac:spMkLst>
        </pc:spChg>
      </pc:sldChg>
      <pc:sldChg chg="addSp modSp">
        <pc:chgData name="Mitra, Sayan" userId="5f9b069e-390c-41f3-af3f-6bd4b0fb9710" providerId="ADAL" clId="{FDEC2B61-D4EA-4824-82DA-C0AD1E09A0C0}" dt="2022-06-28T09:21:06.972" v="728"/>
        <pc:sldMkLst>
          <pc:docMk/>
          <pc:sldMk cId="32219922" sldId="4018"/>
        </pc:sldMkLst>
        <pc:spChg chg="add mod">
          <ac:chgData name="Mitra, Sayan" userId="5f9b069e-390c-41f3-af3f-6bd4b0fb9710" providerId="ADAL" clId="{FDEC2B61-D4EA-4824-82DA-C0AD1E09A0C0}" dt="2022-06-28T09:21:06.972" v="728"/>
          <ac:spMkLst>
            <pc:docMk/>
            <pc:sldMk cId="32219922" sldId="4018"/>
            <ac:spMk id="5" creationId="{036A6C64-4902-469F-B79F-DDC864C8142B}"/>
          </ac:spMkLst>
        </pc:spChg>
      </pc:sldChg>
      <pc:sldChg chg="addSp modSp new del mod">
        <pc:chgData name="Mitra, Sayan" userId="5f9b069e-390c-41f3-af3f-6bd4b0fb9710" providerId="ADAL" clId="{FDEC2B61-D4EA-4824-82DA-C0AD1E09A0C0}" dt="2022-06-28T05:48:13.071" v="180" actId="47"/>
        <pc:sldMkLst>
          <pc:docMk/>
          <pc:sldMk cId="364771196" sldId="4019"/>
        </pc:sldMkLst>
        <pc:spChg chg="mod">
          <ac:chgData name="Mitra, Sayan" userId="5f9b069e-390c-41f3-af3f-6bd4b0fb9710" providerId="ADAL" clId="{FDEC2B61-D4EA-4824-82DA-C0AD1E09A0C0}" dt="2022-06-28T05:12:22.786" v="14" actId="20577"/>
          <ac:spMkLst>
            <pc:docMk/>
            <pc:sldMk cId="364771196" sldId="4019"/>
            <ac:spMk id="2" creationId="{6E82D7DF-B1A4-457D-9E29-F13B94A1D7A0}"/>
          </ac:spMkLst>
        </pc:spChg>
        <pc:spChg chg="add mod">
          <ac:chgData name="Mitra, Sayan" userId="5f9b069e-390c-41f3-af3f-6bd4b0fb9710" providerId="ADAL" clId="{FDEC2B61-D4EA-4824-82DA-C0AD1E09A0C0}" dt="2022-06-28T05:13:23.559" v="23" actId="20577"/>
          <ac:spMkLst>
            <pc:docMk/>
            <pc:sldMk cId="364771196" sldId="4019"/>
            <ac:spMk id="3" creationId="{EB43ACE7-A007-439D-9134-184F1D8F3B0F}"/>
          </ac:spMkLst>
        </pc:spChg>
      </pc:sldChg>
      <pc:sldChg chg="addSp modSp add">
        <pc:chgData name="Mitra, Sayan" userId="5f9b069e-390c-41f3-af3f-6bd4b0fb9710" providerId="ADAL" clId="{FDEC2B61-D4EA-4824-82DA-C0AD1E09A0C0}" dt="2022-06-28T09:18:25.492" v="612"/>
        <pc:sldMkLst>
          <pc:docMk/>
          <pc:sldMk cId="1642340587" sldId="4019"/>
        </pc:sldMkLst>
        <pc:spChg chg="add mod">
          <ac:chgData name="Mitra, Sayan" userId="5f9b069e-390c-41f3-af3f-6bd4b0fb9710" providerId="ADAL" clId="{FDEC2B61-D4EA-4824-82DA-C0AD1E09A0C0}" dt="2022-06-28T09:18:25.492" v="612"/>
          <ac:spMkLst>
            <pc:docMk/>
            <pc:sldMk cId="1642340587" sldId="4019"/>
            <ac:spMk id="127" creationId="{99ECD6C1-3BB1-4EB4-B4E3-6BB12B97847B}"/>
          </ac:spMkLst>
        </pc:spChg>
      </pc:sldChg>
      <pc:sldChg chg="add del">
        <pc:chgData name="Mitra, Sayan" userId="5f9b069e-390c-41f3-af3f-6bd4b0fb9710" providerId="ADAL" clId="{FDEC2B61-D4EA-4824-82DA-C0AD1E09A0C0}" dt="2022-06-28T09:08:02.700" v="280" actId="47"/>
        <pc:sldMkLst>
          <pc:docMk/>
          <pc:sldMk cId="2351341090" sldId="4020"/>
        </pc:sldMkLst>
      </pc:sldChg>
      <pc:sldChg chg="add">
        <pc:chgData name="Mitra, Sayan" userId="5f9b069e-390c-41f3-af3f-6bd4b0fb9710" providerId="ADAL" clId="{FDEC2B61-D4EA-4824-82DA-C0AD1E09A0C0}" dt="2022-06-28T09:10:19.138" v="314" actId="2890"/>
        <pc:sldMkLst>
          <pc:docMk/>
          <pc:sldMk cId="2369517524" sldId="4020"/>
        </pc:sldMkLst>
      </pc:sldChg>
      <pc:sldChg chg="new del">
        <pc:chgData name="Mitra, Sayan" userId="5f9b069e-390c-41f3-af3f-6bd4b0fb9710" providerId="ADAL" clId="{FDEC2B61-D4EA-4824-82DA-C0AD1E09A0C0}" dt="2022-06-28T09:07:48.305" v="277" actId="680"/>
        <pc:sldMkLst>
          <pc:docMk/>
          <pc:sldMk cId="3238402523" sldId="4020"/>
        </pc:sldMkLst>
      </pc:sldChg>
      <pc:sldChg chg="addSp modSp new mod">
        <pc:chgData name="Mitra, Sayan" userId="5f9b069e-390c-41f3-af3f-6bd4b0fb9710" providerId="ADAL" clId="{FDEC2B61-D4EA-4824-82DA-C0AD1E09A0C0}" dt="2022-06-28T09:17:12.959" v="598" actId="20577"/>
        <pc:sldMkLst>
          <pc:docMk/>
          <pc:sldMk cId="3683221257" sldId="4021"/>
        </pc:sldMkLst>
        <pc:spChg chg="mod">
          <ac:chgData name="Mitra, Sayan" userId="5f9b069e-390c-41f3-af3f-6bd4b0fb9710" providerId="ADAL" clId="{FDEC2B61-D4EA-4824-82DA-C0AD1E09A0C0}" dt="2022-06-28T09:16:59.226" v="590" actId="20577"/>
          <ac:spMkLst>
            <pc:docMk/>
            <pc:sldMk cId="3683221257" sldId="4021"/>
            <ac:spMk id="2" creationId="{94C4DC3E-67F6-490C-AEDF-D9C8E7CDED65}"/>
          </ac:spMkLst>
        </pc:spChg>
        <pc:spChg chg="add mod">
          <ac:chgData name="Mitra, Sayan" userId="5f9b069e-390c-41f3-af3f-6bd4b0fb9710" providerId="ADAL" clId="{FDEC2B61-D4EA-4824-82DA-C0AD1E09A0C0}" dt="2022-06-28T09:17:12.959" v="598" actId="20577"/>
          <ac:spMkLst>
            <pc:docMk/>
            <pc:sldMk cId="3683221257" sldId="4021"/>
            <ac:spMk id="3" creationId="{FB5881AF-2844-48DE-8E83-7DBD52F22719}"/>
          </ac:spMkLst>
        </pc:spChg>
      </pc:sldChg>
      <pc:sldChg chg="addSp modSp new mod">
        <pc:chgData name="Mitra, Sayan" userId="5f9b069e-390c-41f3-af3f-6bd4b0fb9710" providerId="ADAL" clId="{FDEC2B61-D4EA-4824-82DA-C0AD1E09A0C0}" dt="2022-06-28T09:33:21.519" v="855" actId="20577"/>
        <pc:sldMkLst>
          <pc:docMk/>
          <pc:sldMk cId="3113324416" sldId="4022"/>
        </pc:sldMkLst>
        <pc:spChg chg="mod">
          <ac:chgData name="Mitra, Sayan" userId="5f9b069e-390c-41f3-af3f-6bd4b0fb9710" providerId="ADAL" clId="{FDEC2B61-D4EA-4824-82DA-C0AD1E09A0C0}" dt="2022-06-28T09:32:55.075" v="837" actId="20577"/>
          <ac:spMkLst>
            <pc:docMk/>
            <pc:sldMk cId="3113324416" sldId="4022"/>
            <ac:spMk id="2" creationId="{01F4866C-8C6F-4533-AA97-5861F9D45205}"/>
          </ac:spMkLst>
        </pc:spChg>
        <pc:spChg chg="add mod">
          <ac:chgData name="Mitra, Sayan" userId="5f9b069e-390c-41f3-af3f-6bd4b0fb9710" providerId="ADAL" clId="{FDEC2B61-D4EA-4824-82DA-C0AD1E09A0C0}" dt="2022-06-28T09:33:21.519" v="855" actId="20577"/>
          <ac:spMkLst>
            <pc:docMk/>
            <pc:sldMk cId="3113324416" sldId="4022"/>
            <ac:spMk id="3" creationId="{5AF5A118-2DF0-4266-8480-055AECE883C6}"/>
          </ac:spMkLst>
        </pc:spChg>
      </pc:sldChg>
      <pc:sldChg chg="add">
        <pc:chgData name="Mitra, Sayan" userId="5f9b069e-390c-41f3-af3f-6bd4b0fb9710" providerId="ADAL" clId="{FDEC2B61-D4EA-4824-82DA-C0AD1E09A0C0}" dt="2022-06-28T11:01:35.151" v="965"/>
        <pc:sldMkLst>
          <pc:docMk/>
          <pc:sldMk cId="665762817" sldId="4023"/>
        </pc:sldMkLst>
      </pc:sldChg>
      <pc:sldChg chg="add">
        <pc:chgData name="Mitra, Sayan" userId="5f9b069e-390c-41f3-af3f-6bd4b0fb9710" providerId="ADAL" clId="{FDEC2B61-D4EA-4824-82DA-C0AD1E09A0C0}" dt="2022-06-28T11:03:33.200" v="967"/>
        <pc:sldMkLst>
          <pc:docMk/>
          <pc:sldMk cId="3983028176" sldId="4024"/>
        </pc:sldMkLst>
      </pc:sldChg>
    </pc:docChg>
  </pc:docChgLst>
  <pc:docChgLst>
    <pc:chgData name="Halan, Mridul" userId="d8402aca-56b7-4a75-97f5-504434d76ce0" providerId="ADAL" clId="{189A3B10-D68C-4B25-8F35-EE039BD42B6F}"/>
    <pc:docChg chg="undo custSel addSld delSld modSld">
      <pc:chgData name="Halan, Mridul" userId="d8402aca-56b7-4a75-97f5-504434d76ce0" providerId="ADAL" clId="{189A3B10-D68C-4B25-8F35-EE039BD42B6F}" dt="2022-07-05T18:29:21.366" v="403" actId="2062"/>
      <pc:docMkLst>
        <pc:docMk/>
      </pc:docMkLst>
      <pc:sldChg chg="modSp mod">
        <pc:chgData name="Halan, Mridul" userId="d8402aca-56b7-4a75-97f5-504434d76ce0" providerId="ADAL" clId="{189A3B10-D68C-4B25-8F35-EE039BD42B6F}" dt="2022-07-05T06:00:41.651" v="1" actId="113"/>
        <pc:sldMkLst>
          <pc:docMk/>
          <pc:sldMk cId="2473939844" sldId="3969"/>
        </pc:sldMkLst>
        <pc:spChg chg="mod">
          <ac:chgData name="Halan, Mridul" userId="d8402aca-56b7-4a75-97f5-504434d76ce0" providerId="ADAL" clId="{189A3B10-D68C-4B25-8F35-EE039BD42B6F}" dt="2022-07-05T06:00:41.651" v="1" actId="113"/>
          <ac:spMkLst>
            <pc:docMk/>
            <pc:sldMk cId="2473939844" sldId="3969"/>
            <ac:spMk id="37" creationId="{5A56BA2F-819A-4C32-80E3-94E0687F5E5E}"/>
          </ac:spMkLst>
        </pc:spChg>
      </pc:sldChg>
      <pc:sldChg chg="modSp mod">
        <pc:chgData name="Halan, Mridul" userId="d8402aca-56b7-4a75-97f5-504434d76ce0" providerId="ADAL" clId="{189A3B10-D68C-4B25-8F35-EE039BD42B6F}" dt="2022-07-05T17:12:29.136" v="2" actId="1076"/>
        <pc:sldMkLst>
          <pc:docMk/>
          <pc:sldMk cId="484351821" sldId="6215"/>
        </pc:sldMkLst>
        <pc:spChg chg="mod">
          <ac:chgData name="Halan, Mridul" userId="d8402aca-56b7-4a75-97f5-504434d76ce0" providerId="ADAL" clId="{189A3B10-D68C-4B25-8F35-EE039BD42B6F}" dt="2022-07-05T17:12:29.136" v="2" actId="1076"/>
          <ac:spMkLst>
            <pc:docMk/>
            <pc:sldMk cId="484351821" sldId="6215"/>
            <ac:spMk id="49" creationId="{A5D26F93-D003-4D79-8A4E-A6FA474CBD95}"/>
          </ac:spMkLst>
        </pc:spChg>
      </pc:sldChg>
      <pc:sldChg chg="modSp mod">
        <pc:chgData name="Halan, Mridul" userId="d8402aca-56b7-4a75-97f5-504434d76ce0" providerId="ADAL" clId="{189A3B10-D68C-4B25-8F35-EE039BD42B6F}" dt="2022-07-05T18:14:59.388" v="382" actId="1076"/>
        <pc:sldMkLst>
          <pc:docMk/>
          <pc:sldMk cId="4092330692" sldId="6217"/>
        </pc:sldMkLst>
        <pc:picChg chg="mod">
          <ac:chgData name="Halan, Mridul" userId="d8402aca-56b7-4a75-97f5-504434d76ce0" providerId="ADAL" clId="{189A3B10-D68C-4B25-8F35-EE039BD42B6F}" dt="2022-07-05T18:14:33.012" v="378" actId="688"/>
          <ac:picMkLst>
            <pc:docMk/>
            <pc:sldMk cId="4092330692" sldId="6217"/>
            <ac:picMk id="5" creationId="{40A9EF88-E692-446F-B46A-D8AE5853FF6E}"/>
          </ac:picMkLst>
        </pc:picChg>
        <pc:picChg chg="mod">
          <ac:chgData name="Halan, Mridul" userId="d8402aca-56b7-4a75-97f5-504434d76ce0" providerId="ADAL" clId="{189A3B10-D68C-4B25-8F35-EE039BD42B6F}" dt="2022-07-05T18:14:59.388" v="382" actId="1076"/>
          <ac:picMkLst>
            <pc:docMk/>
            <pc:sldMk cId="4092330692" sldId="6217"/>
            <ac:picMk id="7" creationId="{95A4E12C-C5CC-40CC-9033-00BA8EC156A2}"/>
          </ac:picMkLst>
        </pc:picChg>
        <pc:picChg chg="mod">
          <ac:chgData name="Halan, Mridul" userId="d8402aca-56b7-4a75-97f5-504434d76ce0" providerId="ADAL" clId="{189A3B10-D68C-4B25-8F35-EE039BD42B6F}" dt="2022-07-05T18:14:46.188" v="381" actId="1076"/>
          <ac:picMkLst>
            <pc:docMk/>
            <pc:sldMk cId="4092330692" sldId="6217"/>
            <ac:picMk id="59" creationId="{20FCBABD-08DE-490C-AEB3-8C54E8BA606F}"/>
          </ac:picMkLst>
        </pc:picChg>
        <pc:picChg chg="mod">
          <ac:chgData name="Halan, Mridul" userId="d8402aca-56b7-4a75-97f5-504434d76ce0" providerId="ADAL" clId="{189A3B10-D68C-4B25-8F35-EE039BD42B6F}" dt="2022-07-05T18:14:42.825" v="380" actId="1076"/>
          <ac:picMkLst>
            <pc:docMk/>
            <pc:sldMk cId="4092330692" sldId="6217"/>
            <ac:picMk id="60" creationId="{3CD874FB-0546-4B33-A18F-8C6D57D90BBC}"/>
          </ac:picMkLst>
        </pc:picChg>
        <pc:picChg chg="mod">
          <ac:chgData name="Halan, Mridul" userId="d8402aca-56b7-4a75-97f5-504434d76ce0" providerId="ADAL" clId="{189A3B10-D68C-4B25-8F35-EE039BD42B6F}" dt="2022-07-05T18:14:36.822" v="379" actId="1076"/>
          <ac:picMkLst>
            <pc:docMk/>
            <pc:sldMk cId="4092330692" sldId="6217"/>
            <ac:picMk id="61" creationId="{3F759D33-C788-4273-9A3C-F7BEC8A605CD}"/>
          </ac:picMkLst>
        </pc:picChg>
      </pc:sldChg>
      <pc:sldChg chg="addSp delSp modSp del mod">
        <pc:chgData name="Halan, Mridul" userId="d8402aca-56b7-4a75-97f5-504434d76ce0" providerId="ADAL" clId="{189A3B10-D68C-4B25-8F35-EE039BD42B6F}" dt="2022-07-05T18:28:35.211" v="397" actId="2696"/>
        <pc:sldMkLst>
          <pc:docMk/>
          <pc:sldMk cId="1141558077" sldId="6227"/>
        </pc:sldMkLst>
        <pc:graphicFrameChg chg="add del mod">
          <ac:chgData name="Halan, Mridul" userId="d8402aca-56b7-4a75-97f5-504434d76ce0" providerId="ADAL" clId="{189A3B10-D68C-4B25-8F35-EE039BD42B6F}" dt="2022-07-05T18:16:21.470" v="385" actId="21"/>
          <ac:graphicFrameMkLst>
            <pc:docMk/>
            <pc:sldMk cId="1141558077" sldId="6227"/>
            <ac:graphicFrameMk id="5" creationId="{F251DF34-8879-4337-AEF1-142A1BB710C2}"/>
          </ac:graphicFrameMkLst>
        </pc:graphicFrameChg>
        <pc:graphicFrameChg chg="add del mod modGraphic">
          <ac:chgData name="Halan, Mridul" userId="d8402aca-56b7-4a75-97f5-504434d76ce0" providerId="ADAL" clId="{189A3B10-D68C-4B25-8F35-EE039BD42B6F}" dt="2022-07-05T17:54:41.644" v="265" actId="21"/>
          <ac:graphicFrameMkLst>
            <pc:docMk/>
            <pc:sldMk cId="1141558077" sldId="6227"/>
            <ac:graphicFrameMk id="6" creationId="{9A6352D8-4CEB-4C59-BFB5-D139445B3FF2}"/>
          </ac:graphicFrameMkLst>
        </pc:graphicFrameChg>
        <pc:graphicFrameChg chg="mod modGraphic">
          <ac:chgData name="Halan, Mridul" userId="d8402aca-56b7-4a75-97f5-504434d76ce0" providerId="ADAL" clId="{189A3B10-D68C-4B25-8F35-EE039BD42B6F}" dt="2022-07-05T18:28:23.591" v="396" actId="20577"/>
          <ac:graphicFrameMkLst>
            <pc:docMk/>
            <pc:sldMk cId="1141558077" sldId="6227"/>
            <ac:graphicFrameMk id="70" creationId="{A5607D2C-9A90-403F-9D7B-D5A60DFC328A}"/>
          </ac:graphicFrameMkLst>
        </pc:graphicFrameChg>
      </pc:sldChg>
      <pc:sldChg chg="add del">
        <pc:chgData name="Halan, Mridul" userId="d8402aca-56b7-4a75-97f5-504434d76ce0" providerId="ADAL" clId="{189A3B10-D68C-4B25-8F35-EE039BD42B6F}" dt="2022-07-05T18:28:55.470" v="399" actId="2696"/>
        <pc:sldMkLst>
          <pc:docMk/>
          <pc:sldMk cId="1175343934" sldId="6227"/>
        </pc:sldMkLst>
      </pc:sldChg>
      <pc:sldChg chg="add">
        <pc:chgData name="Halan, Mridul" userId="d8402aca-56b7-4a75-97f5-504434d76ce0" providerId="ADAL" clId="{189A3B10-D68C-4B25-8F35-EE039BD42B6F}" dt="2022-07-05T18:29:07.238" v="400"/>
        <pc:sldMkLst>
          <pc:docMk/>
          <pc:sldMk cId="4143385506" sldId="6227"/>
        </pc:sldMkLst>
      </pc:sldChg>
      <pc:sldChg chg="modSp add mod">
        <pc:chgData name="Halan, Mridul" userId="d8402aca-56b7-4a75-97f5-504434d76ce0" providerId="ADAL" clId="{189A3B10-D68C-4B25-8F35-EE039BD42B6F}" dt="2022-07-05T18:29:21.366" v="403" actId="2062"/>
        <pc:sldMkLst>
          <pc:docMk/>
          <pc:sldMk cId="83819754" sldId="6229"/>
        </pc:sldMkLst>
        <pc:graphicFrameChg chg="modGraphic">
          <ac:chgData name="Halan, Mridul" userId="d8402aca-56b7-4a75-97f5-504434d76ce0" providerId="ADAL" clId="{189A3B10-D68C-4B25-8F35-EE039BD42B6F}" dt="2022-07-05T18:29:21.366" v="403" actId="2062"/>
          <ac:graphicFrameMkLst>
            <pc:docMk/>
            <pc:sldMk cId="83819754" sldId="6229"/>
            <ac:graphicFrameMk id="6" creationId="{F2997122-C0B1-4816-9C29-107D78612FB5}"/>
          </ac:graphicFrameMkLst>
        </pc:graphicFrameChg>
      </pc:sldChg>
      <pc:sldChg chg="add del">
        <pc:chgData name="Halan, Mridul" userId="d8402aca-56b7-4a75-97f5-504434d76ce0" providerId="ADAL" clId="{189A3B10-D68C-4B25-8F35-EE039BD42B6F}" dt="2022-07-05T18:28:55.470" v="399" actId="2696"/>
        <pc:sldMkLst>
          <pc:docMk/>
          <pc:sldMk cId="2115113688" sldId="6229"/>
        </pc:sldMkLst>
      </pc:sldChg>
      <pc:sldChg chg="modSp del mod">
        <pc:chgData name="Halan, Mridul" userId="d8402aca-56b7-4a75-97f5-504434d76ce0" providerId="ADAL" clId="{189A3B10-D68C-4B25-8F35-EE039BD42B6F}" dt="2022-07-05T18:28:35.211" v="397" actId="2696"/>
        <pc:sldMkLst>
          <pc:docMk/>
          <pc:sldMk cId="4043254352" sldId="6229"/>
        </pc:sldMkLst>
        <pc:graphicFrameChg chg="mod modGraphic">
          <ac:chgData name="Halan, Mridul" userId="d8402aca-56b7-4a75-97f5-504434d76ce0" providerId="ADAL" clId="{189A3B10-D68C-4B25-8F35-EE039BD42B6F}" dt="2022-07-05T18:27:18.121" v="391" actId="5793"/>
          <ac:graphicFrameMkLst>
            <pc:docMk/>
            <pc:sldMk cId="4043254352" sldId="6229"/>
            <ac:graphicFrameMk id="6" creationId="{F2997122-C0B1-4816-9C29-107D78612FB5}"/>
          </ac:graphicFrameMkLst>
        </pc:graphicFrameChg>
      </pc:sldChg>
      <pc:sldChg chg="addSp delSp modSp add del mod">
        <pc:chgData name="Halan, Mridul" userId="d8402aca-56b7-4a75-97f5-504434d76ce0" providerId="ADAL" clId="{189A3B10-D68C-4B25-8F35-EE039BD42B6F}" dt="2022-07-05T18:06:14.982" v="326" actId="2696"/>
        <pc:sldMkLst>
          <pc:docMk/>
          <pc:sldMk cId="2577780975" sldId="6239"/>
        </pc:sldMkLst>
        <pc:graphicFrameChg chg="add del mod">
          <ac:chgData name="Halan, Mridul" userId="d8402aca-56b7-4a75-97f5-504434d76ce0" providerId="ADAL" clId="{189A3B10-D68C-4B25-8F35-EE039BD42B6F}" dt="2022-07-05T17:17:19.124" v="52" actId="21"/>
          <ac:graphicFrameMkLst>
            <pc:docMk/>
            <pc:sldMk cId="2577780975" sldId="6239"/>
            <ac:graphicFrameMk id="5" creationId="{17281798-DE6E-4F00-ABB3-66B8485A61BA}"/>
          </ac:graphicFrameMkLst>
        </pc:graphicFrameChg>
        <pc:graphicFrameChg chg="mod modGraphic">
          <ac:chgData name="Halan, Mridul" userId="d8402aca-56b7-4a75-97f5-504434d76ce0" providerId="ADAL" clId="{189A3B10-D68C-4B25-8F35-EE039BD42B6F}" dt="2022-07-05T17:27:29.140" v="208" actId="20577"/>
          <ac:graphicFrameMkLst>
            <pc:docMk/>
            <pc:sldMk cId="2577780975" sldId="6239"/>
            <ac:graphicFrameMk id="6" creationId="{F2997122-C0B1-4816-9C29-107D78612FB5}"/>
          </ac:graphicFrameMkLst>
        </pc:graphicFrameChg>
      </pc:sldChg>
      <pc:sldChg chg="addSp delSp modSp add mod">
        <pc:chgData name="Halan, Mridul" userId="d8402aca-56b7-4a75-97f5-504434d76ce0" providerId="ADAL" clId="{189A3B10-D68C-4B25-8F35-EE039BD42B6F}" dt="2022-07-05T18:27:31.151" v="392" actId="2084"/>
        <pc:sldMkLst>
          <pc:docMk/>
          <pc:sldMk cId="587108178" sldId="6240"/>
        </pc:sldMkLst>
        <pc:spChg chg="add del mod ord">
          <ac:chgData name="Halan, Mridul" userId="d8402aca-56b7-4a75-97f5-504434d76ce0" providerId="ADAL" clId="{189A3B10-D68C-4B25-8F35-EE039BD42B6F}" dt="2022-07-05T18:11:45.116" v="360" actId="11529"/>
          <ac:spMkLst>
            <pc:docMk/>
            <pc:sldMk cId="587108178" sldId="6240"/>
            <ac:spMk id="6" creationId="{7C2CFAAF-9C63-4B17-9739-01CAD90675CE}"/>
          </ac:spMkLst>
        </pc:spChg>
        <pc:graphicFrameChg chg="add del mod">
          <ac:chgData name="Halan, Mridul" userId="d8402aca-56b7-4a75-97f5-504434d76ce0" providerId="ADAL" clId="{189A3B10-D68C-4B25-8F35-EE039BD42B6F}" dt="2022-07-05T18:08:36.404" v="338" actId="21"/>
          <ac:graphicFrameMkLst>
            <pc:docMk/>
            <pc:sldMk cId="587108178" sldId="6240"/>
            <ac:graphicFrameMk id="5" creationId="{3731333B-4151-48F8-BB12-5DC121F314B2}"/>
          </ac:graphicFrameMkLst>
        </pc:graphicFrameChg>
        <pc:graphicFrameChg chg="mod modGraphic">
          <ac:chgData name="Halan, Mridul" userId="d8402aca-56b7-4a75-97f5-504434d76ce0" providerId="ADAL" clId="{189A3B10-D68C-4B25-8F35-EE039BD42B6F}" dt="2022-07-05T18:27:31.151" v="392" actId="2084"/>
          <ac:graphicFrameMkLst>
            <pc:docMk/>
            <pc:sldMk cId="587108178" sldId="6240"/>
            <ac:graphicFrameMk id="70" creationId="{A5607D2C-9A90-403F-9D7B-D5A60DFC328A}"/>
          </ac:graphicFrameMkLst>
        </pc:graphicFrameChg>
      </pc:sldChg>
      <pc:sldChg chg="add del">
        <pc:chgData name="Halan, Mridul" userId="d8402aca-56b7-4a75-97f5-504434d76ce0" providerId="ADAL" clId="{189A3B10-D68C-4B25-8F35-EE039BD42B6F}" dt="2022-07-05T18:06:21.675" v="327" actId="2696"/>
        <pc:sldMkLst>
          <pc:docMk/>
          <pc:sldMk cId="3711521378" sldId="6240"/>
        </pc:sldMkLst>
      </pc:sldChg>
      <pc:sldChg chg="modSp add mod">
        <pc:chgData name="Halan, Mridul" userId="d8402aca-56b7-4a75-97f5-504434d76ce0" providerId="ADAL" clId="{189A3B10-D68C-4B25-8F35-EE039BD42B6F}" dt="2022-07-05T18:27:38.633" v="393" actId="2084"/>
        <pc:sldMkLst>
          <pc:docMk/>
          <pc:sldMk cId="3415673890" sldId="6241"/>
        </pc:sldMkLst>
        <pc:graphicFrameChg chg="mod modGraphic">
          <ac:chgData name="Halan, Mridul" userId="d8402aca-56b7-4a75-97f5-504434d76ce0" providerId="ADAL" clId="{189A3B10-D68C-4B25-8F35-EE039BD42B6F}" dt="2022-07-05T18:27:38.633" v="393" actId="2084"/>
          <ac:graphicFrameMkLst>
            <pc:docMk/>
            <pc:sldMk cId="3415673890" sldId="6241"/>
            <ac:graphicFrameMk id="6" creationId="{F2997122-C0B1-4816-9C29-107D78612FB5}"/>
          </ac:graphicFrameMkLst>
        </pc:graphicFrameChg>
      </pc:sldChg>
      <pc:sldChg chg="add del">
        <pc:chgData name="Halan, Mridul" userId="d8402aca-56b7-4a75-97f5-504434d76ce0" providerId="ADAL" clId="{189A3B10-D68C-4B25-8F35-EE039BD42B6F}" dt="2022-07-05T18:06:21.675" v="327" actId="2696"/>
        <pc:sldMkLst>
          <pc:docMk/>
          <pc:sldMk cId="3651467156" sldId="6241"/>
        </pc:sldMkLst>
      </pc:sldChg>
    </pc:docChg>
  </pc:docChgLst>
  <pc:docChgLst>
    <pc:chgData name="Kalagara, Vijaya" userId="S::vikalagara@deloitte.com::b66aa0f1-1604-4161-b753-4146846484c3" providerId="AD" clId="Web-{2A408927-F775-4593-817D-47E7C27661E1}"/>
    <pc:docChg chg="modSld">
      <pc:chgData name="Kalagara, Vijaya" userId="S::vikalagara@deloitte.com::b66aa0f1-1604-4161-b753-4146846484c3" providerId="AD" clId="Web-{2A408927-F775-4593-817D-47E7C27661E1}" dt="2022-07-04T07:51:17.811" v="36" actId="1076"/>
      <pc:docMkLst>
        <pc:docMk/>
      </pc:docMkLst>
      <pc:sldChg chg="addSp delSp modSp">
        <pc:chgData name="Kalagara, Vijaya" userId="S::vikalagara@deloitte.com::b66aa0f1-1604-4161-b753-4146846484c3" providerId="AD" clId="Web-{2A408927-F775-4593-817D-47E7C27661E1}" dt="2022-07-04T07:51:17.811" v="36" actId="1076"/>
        <pc:sldMkLst>
          <pc:docMk/>
          <pc:sldMk cId="296474347" sldId="6193"/>
        </pc:sldMkLst>
        <pc:picChg chg="add mod">
          <ac:chgData name="Kalagara, Vijaya" userId="S::vikalagara@deloitte.com::b66aa0f1-1604-4161-b753-4146846484c3" providerId="AD" clId="Web-{2A408927-F775-4593-817D-47E7C27661E1}" dt="2022-07-04T07:50:54.045" v="34" actId="1076"/>
          <ac:picMkLst>
            <pc:docMk/>
            <pc:sldMk cId="296474347" sldId="6193"/>
            <ac:picMk id="4" creationId="{4A9FF542-8EE4-88E0-C308-D74791B6EF7A}"/>
          </ac:picMkLst>
        </pc:picChg>
        <pc:picChg chg="add mod">
          <ac:chgData name="Kalagara, Vijaya" userId="S::vikalagara@deloitte.com::b66aa0f1-1604-4161-b753-4146846484c3" providerId="AD" clId="Web-{2A408927-F775-4593-817D-47E7C27661E1}" dt="2022-07-04T07:49:28.730" v="21" actId="1076"/>
          <ac:picMkLst>
            <pc:docMk/>
            <pc:sldMk cId="296474347" sldId="6193"/>
            <ac:picMk id="5" creationId="{BFC3CFBC-595A-19EE-404A-4948F7003607}"/>
          </ac:picMkLst>
        </pc:picChg>
        <pc:picChg chg="add mod">
          <ac:chgData name="Kalagara, Vijaya" userId="S::vikalagara@deloitte.com::b66aa0f1-1604-4161-b753-4146846484c3" providerId="AD" clId="Web-{2A408927-F775-4593-817D-47E7C27661E1}" dt="2022-07-04T07:51:17.811" v="36" actId="1076"/>
          <ac:picMkLst>
            <pc:docMk/>
            <pc:sldMk cId="296474347" sldId="6193"/>
            <ac:picMk id="6" creationId="{896ED200-194A-67E5-9EB7-B9555C15E4BB}"/>
          </ac:picMkLst>
        </pc:picChg>
        <pc:picChg chg="mod">
          <ac:chgData name="Kalagara, Vijaya" userId="S::vikalagara@deloitte.com::b66aa0f1-1604-4161-b753-4146846484c3" providerId="AD" clId="Web-{2A408927-F775-4593-817D-47E7C27661E1}" dt="2022-07-04T07:48:27.213" v="13" actId="14100"/>
          <ac:picMkLst>
            <pc:docMk/>
            <pc:sldMk cId="296474347" sldId="6193"/>
            <ac:picMk id="9" creationId="{28A32980-96D8-450F-AB61-98744ADF7F8A}"/>
          </ac:picMkLst>
        </pc:picChg>
        <pc:picChg chg="del">
          <ac:chgData name="Kalagara, Vijaya" userId="S::vikalagara@deloitte.com::b66aa0f1-1604-4161-b753-4146846484c3" providerId="AD" clId="Web-{2A408927-F775-4593-817D-47E7C27661E1}" dt="2022-07-04T07:46:46.195" v="2"/>
          <ac:picMkLst>
            <pc:docMk/>
            <pc:sldMk cId="296474347" sldId="6193"/>
            <ac:picMk id="11" creationId="{1A81F120-8E2B-4573-A894-BD570823D9EC}"/>
          </ac:picMkLst>
        </pc:picChg>
        <pc:picChg chg="del">
          <ac:chgData name="Kalagara, Vijaya" userId="S::vikalagara@deloitte.com::b66aa0f1-1604-4161-b753-4146846484c3" providerId="AD" clId="Web-{2A408927-F775-4593-817D-47E7C27661E1}" dt="2022-07-04T07:46:40.398" v="0"/>
          <ac:picMkLst>
            <pc:docMk/>
            <pc:sldMk cId="296474347" sldId="6193"/>
            <ac:picMk id="3088" creationId="{3C98D521-CF2B-41ED-9EC9-ACBC1F6AA29F}"/>
          </ac:picMkLst>
        </pc:picChg>
        <pc:picChg chg="del">
          <ac:chgData name="Kalagara, Vijaya" userId="S::vikalagara@deloitte.com::b66aa0f1-1604-4161-b753-4146846484c3" providerId="AD" clId="Web-{2A408927-F775-4593-817D-47E7C27661E1}" dt="2022-07-04T07:46:43.195" v="1"/>
          <ac:picMkLst>
            <pc:docMk/>
            <pc:sldMk cId="296474347" sldId="6193"/>
            <ac:picMk id="3090" creationId="{F296AE81-1E90-4D4D-850F-05108B3C880D}"/>
          </ac:picMkLst>
        </pc:picChg>
        <pc:picChg chg="mod">
          <ac:chgData name="Kalagara, Vijaya" userId="S::vikalagara@deloitte.com::b66aa0f1-1604-4161-b753-4146846484c3" providerId="AD" clId="Web-{2A408927-F775-4593-817D-47E7C27661E1}" dt="2022-07-04T07:50:43.857" v="32" actId="1076"/>
          <ac:picMkLst>
            <pc:docMk/>
            <pc:sldMk cId="296474347" sldId="6193"/>
            <ac:picMk id="3092" creationId="{11AA9C88-49B3-41BE-9F5B-4CCF66ABBFD5}"/>
          </ac:picMkLst>
        </pc:picChg>
      </pc:sldChg>
    </pc:docChg>
  </pc:docChgLst>
  <pc:docChgLst>
    <pc:chgData name="Kalagara, Vijaya" userId="S::vikalagara@deloitte.com::b66aa0f1-1604-4161-b753-4146846484c3" providerId="AD" clId="Web-{5AB2E82E-8145-46A0-9922-11B600BDD2F2}"/>
    <pc:docChg chg="modSld">
      <pc:chgData name="Kalagara, Vijaya" userId="S::vikalagara@deloitte.com::b66aa0f1-1604-4161-b753-4146846484c3" providerId="AD" clId="Web-{5AB2E82E-8145-46A0-9922-11B600BDD2F2}" dt="2022-06-30T18:18:17.916" v="15"/>
      <pc:docMkLst>
        <pc:docMk/>
      </pc:docMkLst>
      <pc:sldChg chg="addSp delSp modSp mod modTransition modClrScheme chgLayout">
        <pc:chgData name="Kalagara, Vijaya" userId="S::vikalagara@deloitte.com::b66aa0f1-1604-4161-b753-4146846484c3" providerId="AD" clId="Web-{5AB2E82E-8145-46A0-9922-11B600BDD2F2}" dt="2022-06-30T18:18:17.916" v="15"/>
        <pc:sldMkLst>
          <pc:docMk/>
          <pc:sldMk cId="3927171300" sldId="4013"/>
        </pc:sldMkLst>
        <pc:spChg chg="mod ord">
          <ac:chgData name="Kalagara, Vijaya" userId="S::vikalagara@deloitte.com::b66aa0f1-1604-4161-b753-4146846484c3" providerId="AD" clId="Web-{5AB2E82E-8145-46A0-9922-11B600BDD2F2}" dt="2022-06-30T18:17:32.165" v="6"/>
          <ac:spMkLst>
            <pc:docMk/>
            <pc:sldMk cId="3927171300" sldId="4013"/>
            <ac:spMk id="2" creationId="{05A405A3-621C-4564-993A-53E173F512C0}"/>
          </ac:spMkLst>
        </pc:spChg>
        <pc:spChg chg="add del mod">
          <ac:chgData name="Kalagara, Vijaya" userId="S::vikalagara@deloitte.com::b66aa0f1-1604-4161-b753-4146846484c3" providerId="AD" clId="Web-{5AB2E82E-8145-46A0-9922-11B600BDD2F2}" dt="2022-06-30T18:17:32.165" v="6"/>
          <ac:spMkLst>
            <pc:docMk/>
            <pc:sldMk cId="3927171300" sldId="4013"/>
            <ac:spMk id="3" creationId="{386AE64B-36DB-4320-92CA-4D16341ACA17}"/>
          </ac:spMkLst>
        </pc:spChg>
        <pc:picChg chg="add del mod">
          <ac:chgData name="Kalagara, Vijaya" userId="S::vikalagara@deloitte.com::b66aa0f1-1604-4161-b753-4146846484c3" providerId="AD" clId="Web-{5AB2E82E-8145-46A0-9922-11B600BDD2F2}" dt="2022-06-30T18:18:17.916" v="15"/>
          <ac:picMkLst>
            <pc:docMk/>
            <pc:sldMk cId="3927171300" sldId="4013"/>
            <ac:picMk id="4" creationId="{FD6BB93B-E2EF-3112-FF00-F0AA171692A7}"/>
          </ac:picMkLst>
        </pc:picChg>
      </pc:sldChg>
    </pc:docChg>
  </pc:docChgLst>
  <pc:docChgLst>
    <pc:chgData name="Mukherjee, Shouvik" userId="8a0946e8-3a6b-4d5c-947d-73f4cd578335" providerId="ADAL" clId="{A572C572-CF53-488D-9889-EE4D3FC92FB4}"/>
    <pc:docChg chg="modSld">
      <pc:chgData name="Mukherjee, Shouvik" userId="8a0946e8-3a6b-4d5c-947d-73f4cd578335" providerId="ADAL" clId="{A572C572-CF53-488D-9889-EE4D3FC92FB4}" dt="2023-08-08T10:00:34.427" v="47" actId="14861"/>
      <pc:docMkLst>
        <pc:docMk/>
      </pc:docMkLst>
      <pc:sldChg chg="addSp delSp modSp mod">
        <pc:chgData name="Mukherjee, Shouvik" userId="8a0946e8-3a6b-4d5c-947d-73f4cd578335" providerId="ADAL" clId="{A572C572-CF53-488D-9889-EE4D3FC92FB4}" dt="2023-08-08T10:00:34.427" v="47" actId="14861"/>
        <pc:sldMkLst>
          <pc:docMk/>
          <pc:sldMk cId="3887181450" sldId="6231"/>
        </pc:sldMkLst>
        <pc:spChg chg="add mod">
          <ac:chgData name="Mukherjee, Shouvik" userId="8a0946e8-3a6b-4d5c-947d-73f4cd578335" providerId="ADAL" clId="{A572C572-CF53-488D-9889-EE4D3FC92FB4}" dt="2023-08-08T10:00:34.427" v="47" actId="14861"/>
          <ac:spMkLst>
            <pc:docMk/>
            <pc:sldMk cId="3887181450" sldId="6231"/>
            <ac:spMk id="2" creationId="{7E80B7FA-CD01-1CE2-436D-7EC4E3FEE52B}"/>
          </ac:spMkLst>
        </pc:spChg>
        <pc:spChg chg="mod topLvl">
          <ac:chgData name="Mukherjee, Shouvik" userId="8a0946e8-3a6b-4d5c-947d-73f4cd578335" providerId="ADAL" clId="{A572C572-CF53-488D-9889-EE4D3FC92FB4}" dt="2023-08-08T09:59:33.371" v="1" actId="165"/>
          <ac:spMkLst>
            <pc:docMk/>
            <pc:sldMk cId="3887181450" sldId="6231"/>
            <ac:spMk id="180" creationId="{FEFEB94E-DD68-417A-B3BE-6AF765A81514}"/>
          </ac:spMkLst>
        </pc:spChg>
        <pc:spChg chg="mod topLvl">
          <ac:chgData name="Mukherjee, Shouvik" userId="8a0946e8-3a6b-4d5c-947d-73f4cd578335" providerId="ADAL" clId="{A572C572-CF53-488D-9889-EE4D3FC92FB4}" dt="2023-08-08T09:59:33.371" v="1" actId="165"/>
          <ac:spMkLst>
            <pc:docMk/>
            <pc:sldMk cId="3887181450" sldId="6231"/>
            <ac:spMk id="181" creationId="{7E15897A-21D6-4BB6-99F2-C76423572138}"/>
          </ac:spMkLst>
        </pc:spChg>
        <pc:grpChg chg="del">
          <ac:chgData name="Mukherjee, Shouvik" userId="8a0946e8-3a6b-4d5c-947d-73f4cd578335" providerId="ADAL" clId="{A572C572-CF53-488D-9889-EE4D3FC92FB4}" dt="2023-08-08T09:59:33.371" v="1" actId="165"/>
          <ac:grpSpMkLst>
            <pc:docMk/>
            <pc:sldMk cId="3887181450" sldId="6231"/>
            <ac:grpSpMk id="178" creationId="{E895CABC-9B9B-43C0-A75A-CEB1B14B634C}"/>
          </ac:grpSpMkLst>
        </pc:grpChg>
        <pc:picChg chg="mod topLvl">
          <ac:chgData name="Mukherjee, Shouvik" userId="8a0946e8-3a6b-4d5c-947d-73f4cd578335" providerId="ADAL" clId="{A572C572-CF53-488D-9889-EE4D3FC92FB4}" dt="2023-08-08T09:59:33.371" v="1" actId="165"/>
          <ac:picMkLst>
            <pc:docMk/>
            <pc:sldMk cId="3887181450" sldId="6231"/>
            <ac:picMk id="179" creationId="{FEC67B5E-11A7-48AD-9609-1BF8C9B88F7D}"/>
          </ac:picMkLst>
        </pc:picChg>
      </pc:sldChg>
    </pc:docChg>
  </pc:docChgLst>
  <pc:docChgLst>
    <pc:chgData name="Kalagara, Vijaya" userId="S::vikalagara@deloitte.com::b66aa0f1-1604-4161-b753-4146846484c3" providerId="AD" clId="Web-{3B7DD8AF-5DB0-4833-B093-E55B413ECD92}"/>
    <pc:docChg chg="modSld">
      <pc:chgData name="Kalagara, Vijaya" userId="S::vikalagara@deloitte.com::b66aa0f1-1604-4161-b753-4146846484c3" providerId="AD" clId="Web-{3B7DD8AF-5DB0-4833-B093-E55B413ECD92}" dt="2022-07-02T15:21:57.487" v="3"/>
      <pc:docMkLst>
        <pc:docMk/>
      </pc:docMkLst>
      <pc:sldChg chg="addSp delSp modSp">
        <pc:chgData name="Kalagara, Vijaya" userId="S::vikalagara@deloitte.com::b66aa0f1-1604-4161-b753-4146846484c3" providerId="AD" clId="Web-{3B7DD8AF-5DB0-4833-B093-E55B413ECD92}" dt="2022-07-02T15:21:22.017" v="1"/>
        <pc:sldMkLst>
          <pc:docMk/>
          <pc:sldMk cId="3927171300" sldId="4013"/>
        </pc:sldMkLst>
        <pc:picChg chg="add del mod">
          <ac:chgData name="Kalagara, Vijaya" userId="S::vikalagara@deloitte.com::b66aa0f1-1604-4161-b753-4146846484c3" providerId="AD" clId="Web-{3B7DD8AF-5DB0-4833-B093-E55B413ECD92}" dt="2022-07-02T15:21:22.017" v="1"/>
          <ac:picMkLst>
            <pc:docMk/>
            <pc:sldMk cId="3927171300" sldId="4013"/>
            <ac:picMk id="3" creationId="{825157D3-FA6C-84F3-4B17-D34E5898E27D}"/>
          </ac:picMkLst>
        </pc:picChg>
      </pc:sldChg>
      <pc:sldChg chg="addSp delSp modSp">
        <pc:chgData name="Kalagara, Vijaya" userId="S::vikalagara@deloitte.com::b66aa0f1-1604-4161-b753-4146846484c3" providerId="AD" clId="Web-{3B7DD8AF-5DB0-4833-B093-E55B413ECD92}" dt="2022-07-02T15:21:57.487" v="3"/>
        <pc:sldMkLst>
          <pc:docMk/>
          <pc:sldMk cId="2716093337" sldId="6196"/>
        </pc:sldMkLst>
        <pc:picChg chg="add del mod">
          <ac:chgData name="Kalagara, Vijaya" userId="S::vikalagara@deloitte.com::b66aa0f1-1604-4161-b753-4146846484c3" providerId="AD" clId="Web-{3B7DD8AF-5DB0-4833-B093-E55B413ECD92}" dt="2022-07-02T15:21:57.487" v="3"/>
          <ac:picMkLst>
            <pc:docMk/>
            <pc:sldMk cId="2716093337" sldId="6196"/>
            <ac:picMk id="6" creationId="{2FCCEAD6-0F54-34A1-95A0-850FEB19B07D}"/>
          </ac:picMkLst>
        </pc:picChg>
      </pc:sldChg>
    </pc:docChg>
  </pc:docChgLst>
  <pc:docChgLst>
    <pc:chgData name="Kalagara, Vijaya" userId="S::vikalagara@deloitte.com::b66aa0f1-1604-4161-b753-4146846484c3" providerId="AD" clId="Web-{06B6578C-B8E3-467E-A8DC-07C591816323}"/>
    <pc:docChg chg="modSld">
      <pc:chgData name="Kalagara, Vijaya" userId="S::vikalagara@deloitte.com::b66aa0f1-1604-4161-b753-4146846484c3" providerId="AD" clId="Web-{06B6578C-B8E3-467E-A8DC-07C591816323}" dt="2022-07-02T15:29:17.972" v="14" actId="1076"/>
      <pc:docMkLst>
        <pc:docMk/>
      </pc:docMkLst>
      <pc:sldChg chg="addSp delSp modSp">
        <pc:chgData name="Kalagara, Vijaya" userId="S::vikalagara@deloitte.com::b66aa0f1-1604-4161-b753-4146846484c3" providerId="AD" clId="Web-{06B6578C-B8E3-467E-A8DC-07C591816323}" dt="2022-07-02T15:29:17.972" v="14" actId="1076"/>
        <pc:sldMkLst>
          <pc:docMk/>
          <pc:sldMk cId="3779880356" sldId="3718"/>
        </pc:sldMkLst>
        <pc:picChg chg="add del mod">
          <ac:chgData name="Kalagara, Vijaya" userId="S::vikalagara@deloitte.com::b66aa0f1-1604-4161-b753-4146846484c3" providerId="AD" clId="Web-{06B6578C-B8E3-467E-A8DC-07C591816323}" dt="2022-07-02T15:28:31.939" v="8"/>
          <ac:picMkLst>
            <pc:docMk/>
            <pc:sldMk cId="3779880356" sldId="3718"/>
            <ac:picMk id="2" creationId="{8C0E8BD4-8D07-5104-866C-1A5FD8C8F397}"/>
          </ac:picMkLst>
        </pc:picChg>
        <pc:picChg chg="add mod">
          <ac:chgData name="Kalagara, Vijaya" userId="S::vikalagara@deloitte.com::b66aa0f1-1604-4161-b753-4146846484c3" providerId="AD" clId="Web-{06B6578C-B8E3-467E-A8DC-07C591816323}" dt="2022-07-02T15:29:17.972" v="14" actId="1076"/>
          <ac:picMkLst>
            <pc:docMk/>
            <pc:sldMk cId="3779880356" sldId="3718"/>
            <ac:picMk id="13" creationId="{7B5E8804-FDEC-2B9C-95DA-46C847E98A26}"/>
          </ac:picMkLst>
        </pc:picChg>
      </pc:sldChg>
      <pc:sldChg chg="addSp modSp">
        <pc:chgData name="Kalagara, Vijaya" userId="S::vikalagara@deloitte.com::b66aa0f1-1604-4161-b753-4146846484c3" providerId="AD" clId="Web-{06B6578C-B8E3-467E-A8DC-07C591816323}" dt="2022-07-02T15:27:35.515" v="6" actId="14100"/>
        <pc:sldMkLst>
          <pc:docMk/>
          <pc:sldMk cId="296474347" sldId="6193"/>
        </pc:sldMkLst>
        <pc:picChg chg="add mod">
          <ac:chgData name="Kalagara, Vijaya" userId="S::vikalagara@deloitte.com::b66aa0f1-1604-4161-b753-4146846484c3" providerId="AD" clId="Web-{06B6578C-B8E3-467E-A8DC-07C591816323}" dt="2022-07-02T15:27:35.515" v="6" actId="14100"/>
          <ac:picMkLst>
            <pc:docMk/>
            <pc:sldMk cId="296474347" sldId="6193"/>
            <ac:picMk id="3" creationId="{3F8488A7-F874-0CEE-01DD-C9AA4BF53EAE}"/>
          </ac:picMkLst>
        </pc:picChg>
      </pc:sldChg>
    </pc:docChg>
  </pc:docChgLst>
  <pc:docChgLst>
    <pc:chgData name="Kalagara, Vijaya" userId="S::vikalagara@deloitte.com::b66aa0f1-1604-4161-b753-4146846484c3" providerId="AD" clId="Web-{867DB0FD-0D05-40DC-89C3-67CFDFE0B0EF}"/>
    <pc:docChg chg="delSld modSld">
      <pc:chgData name="Kalagara, Vijaya" userId="S::vikalagara@deloitte.com::b66aa0f1-1604-4161-b753-4146846484c3" providerId="AD" clId="Web-{867DB0FD-0D05-40DC-89C3-67CFDFE0B0EF}" dt="2022-07-02T15:24:44.858" v="2"/>
      <pc:docMkLst>
        <pc:docMk/>
      </pc:docMkLst>
      <pc:sldChg chg="addSp delSp modSp">
        <pc:chgData name="Kalagara, Vijaya" userId="S::vikalagara@deloitte.com::b66aa0f1-1604-4161-b753-4146846484c3" providerId="AD" clId="Web-{867DB0FD-0D05-40DC-89C3-67CFDFE0B0EF}" dt="2022-07-02T15:24:44.858" v="2"/>
        <pc:sldMkLst>
          <pc:docMk/>
          <pc:sldMk cId="2242146058" sldId="4009"/>
        </pc:sldMkLst>
        <pc:picChg chg="add del mod">
          <ac:chgData name="Kalagara, Vijaya" userId="S::vikalagara@deloitte.com::b66aa0f1-1604-4161-b753-4146846484c3" providerId="AD" clId="Web-{867DB0FD-0D05-40DC-89C3-67CFDFE0B0EF}" dt="2022-07-02T15:24:44.858" v="2"/>
          <ac:picMkLst>
            <pc:docMk/>
            <pc:sldMk cId="2242146058" sldId="4009"/>
            <ac:picMk id="3" creationId="{4C33F0FC-5F1E-9AD9-82D5-0E420AEA9E87}"/>
          </ac:picMkLst>
        </pc:picChg>
      </pc:sldChg>
      <pc:sldChg chg="del">
        <pc:chgData name="Kalagara, Vijaya" userId="S::vikalagara@deloitte.com::b66aa0f1-1604-4161-b753-4146846484c3" providerId="AD" clId="Web-{867DB0FD-0D05-40DC-89C3-67CFDFE0B0EF}" dt="2022-07-02T15:24:31.998" v="0"/>
        <pc:sldMkLst>
          <pc:docMk/>
          <pc:sldMk cId="3927171300" sldId="4013"/>
        </pc:sldMkLst>
      </pc:sldChg>
    </pc:docChg>
  </pc:docChgLst>
  <pc:docChgLst>
    <pc:chgData name="Banerjee, Rajeswar" userId="b4ff5a26-7e17-4c5f-975b-d63f3f91df5b" providerId="ADAL" clId="{48B84013-0378-434E-9F40-413873E5FDD0}"/>
    <pc:docChg chg="custSel addSld delSld modSld">
      <pc:chgData name="Banerjee, Rajeswar" userId="b4ff5a26-7e17-4c5f-975b-d63f3f91df5b" providerId="ADAL" clId="{48B84013-0378-434E-9F40-413873E5FDD0}" dt="2022-07-04T13:09:04.013" v="424" actId="313"/>
      <pc:docMkLst>
        <pc:docMk/>
      </pc:docMkLst>
      <pc:sldChg chg="modSp del mod">
        <pc:chgData name="Banerjee, Rajeswar" userId="b4ff5a26-7e17-4c5f-975b-d63f3f91df5b" providerId="ADAL" clId="{48B84013-0378-434E-9F40-413873E5FDD0}" dt="2022-07-04T10:13:14.666" v="363" actId="47"/>
        <pc:sldMkLst>
          <pc:docMk/>
          <pc:sldMk cId="2846299048" sldId="749"/>
        </pc:sldMkLst>
        <pc:spChg chg="mod">
          <ac:chgData name="Banerjee, Rajeswar" userId="b4ff5a26-7e17-4c5f-975b-d63f3f91df5b" providerId="ADAL" clId="{48B84013-0378-434E-9F40-413873E5FDD0}" dt="2022-07-04T09:56:47.550" v="361" actId="14100"/>
          <ac:spMkLst>
            <pc:docMk/>
            <pc:sldMk cId="2846299048" sldId="749"/>
            <ac:spMk id="5"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9"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1"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2"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5"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16"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2"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3" creationId="{00000000-0000-0000-0000-000000000000}"/>
          </ac:spMkLst>
        </pc:spChg>
        <pc:spChg chg="mod">
          <ac:chgData name="Banerjee, Rajeswar" userId="b4ff5a26-7e17-4c5f-975b-d63f3f91df5b" providerId="ADAL" clId="{48B84013-0378-434E-9F40-413873E5FDD0}" dt="2022-07-04T09:56:47.550" v="361" actId="14100"/>
          <ac:spMkLst>
            <pc:docMk/>
            <pc:sldMk cId="2846299048" sldId="749"/>
            <ac:spMk id="24" creationId="{00000000-0000-0000-0000-000000000000}"/>
          </ac:spMkLst>
        </pc:spChg>
        <pc:picChg chg="mod">
          <ac:chgData name="Banerjee, Rajeswar" userId="b4ff5a26-7e17-4c5f-975b-d63f3f91df5b" providerId="ADAL" clId="{48B84013-0378-434E-9F40-413873E5FDD0}" dt="2022-07-04T09:56:47.550" v="361" actId="14100"/>
          <ac:picMkLst>
            <pc:docMk/>
            <pc:sldMk cId="2846299048" sldId="749"/>
            <ac:picMk id="18" creationId="{8C437E68-5EA6-4799-95C2-007FC5146315}"/>
          </ac:picMkLst>
        </pc:picChg>
      </pc:sldChg>
      <pc:sldChg chg="del">
        <pc:chgData name="Banerjee, Rajeswar" userId="b4ff5a26-7e17-4c5f-975b-d63f3f91df5b" providerId="ADAL" clId="{48B84013-0378-434E-9F40-413873E5FDD0}" dt="2022-07-04T10:13:14.666" v="363" actId="47"/>
        <pc:sldMkLst>
          <pc:docMk/>
          <pc:sldMk cId="725654455" sldId="751"/>
        </pc:sldMkLst>
      </pc:sldChg>
      <pc:sldChg chg="del">
        <pc:chgData name="Banerjee, Rajeswar" userId="b4ff5a26-7e17-4c5f-975b-d63f3f91df5b" providerId="ADAL" clId="{48B84013-0378-434E-9F40-413873E5FDD0}" dt="2022-07-04T09:16:51.813" v="13" actId="47"/>
        <pc:sldMkLst>
          <pc:docMk/>
          <pc:sldMk cId="2761177778" sldId="3702"/>
        </pc:sldMkLst>
      </pc:sldChg>
      <pc:sldChg chg="del">
        <pc:chgData name="Banerjee, Rajeswar" userId="b4ff5a26-7e17-4c5f-975b-d63f3f91df5b" providerId="ADAL" clId="{48B84013-0378-434E-9F40-413873E5FDD0}" dt="2022-07-04T09:24:50.247" v="182" actId="47"/>
        <pc:sldMkLst>
          <pc:docMk/>
          <pc:sldMk cId="665762817" sldId="4023"/>
        </pc:sldMkLst>
      </pc:sldChg>
      <pc:sldChg chg="modSp mod">
        <pc:chgData name="Banerjee, Rajeswar" userId="b4ff5a26-7e17-4c5f-975b-d63f3f91df5b" providerId="ADAL" clId="{48B84013-0378-434E-9F40-413873E5FDD0}" dt="2022-07-04T09:27:43.502" v="202" actId="207"/>
        <pc:sldMkLst>
          <pc:docMk/>
          <pc:sldMk cId="2882452749" sldId="4044"/>
        </pc:sldMkLst>
        <pc:graphicFrameChg chg="modGraphic">
          <ac:chgData name="Banerjee, Rajeswar" userId="b4ff5a26-7e17-4c5f-975b-d63f3f91df5b" providerId="ADAL" clId="{48B84013-0378-434E-9F40-413873E5FDD0}" dt="2022-07-04T09:27:43.502" v="202" actId="207"/>
          <ac:graphicFrameMkLst>
            <pc:docMk/>
            <pc:sldMk cId="2882452749" sldId="4044"/>
            <ac:graphicFrameMk id="4" creationId="{0D3E0BFC-B3EC-4D3D-96B4-A257FC0B1C11}"/>
          </ac:graphicFrameMkLst>
        </pc:graphicFrameChg>
      </pc:sldChg>
      <pc:sldChg chg="del">
        <pc:chgData name="Banerjee, Rajeswar" userId="b4ff5a26-7e17-4c5f-975b-d63f3f91df5b" providerId="ADAL" clId="{48B84013-0378-434E-9F40-413873E5FDD0}" dt="2022-07-04T09:18:38.918" v="17" actId="47"/>
        <pc:sldMkLst>
          <pc:docMk/>
          <pc:sldMk cId="309885933" sldId="6191"/>
        </pc:sldMkLst>
      </pc:sldChg>
      <pc:sldChg chg="del">
        <pc:chgData name="Banerjee, Rajeswar" userId="b4ff5a26-7e17-4c5f-975b-d63f3f91df5b" providerId="ADAL" clId="{48B84013-0378-434E-9F40-413873E5FDD0}" dt="2022-07-04T09:17:41.769" v="15" actId="47"/>
        <pc:sldMkLst>
          <pc:docMk/>
          <pc:sldMk cId="3031323895" sldId="6194"/>
        </pc:sldMkLst>
      </pc:sldChg>
      <pc:sldChg chg="del">
        <pc:chgData name="Banerjee, Rajeswar" userId="b4ff5a26-7e17-4c5f-975b-d63f3f91df5b" providerId="ADAL" clId="{48B84013-0378-434E-9F40-413873E5FDD0}" dt="2022-07-03T15:02:06.116" v="3" actId="47"/>
        <pc:sldMkLst>
          <pc:docMk/>
          <pc:sldMk cId="487348583" sldId="6209"/>
        </pc:sldMkLst>
      </pc:sldChg>
      <pc:sldChg chg="del">
        <pc:chgData name="Banerjee, Rajeswar" userId="b4ff5a26-7e17-4c5f-975b-d63f3f91df5b" providerId="ADAL" clId="{48B84013-0378-434E-9F40-413873E5FDD0}" dt="2022-07-03T14:33:58.836" v="1" actId="47"/>
        <pc:sldMkLst>
          <pc:docMk/>
          <pc:sldMk cId="2620428455" sldId="6210"/>
        </pc:sldMkLst>
      </pc:sldChg>
      <pc:sldChg chg="modSp add mod">
        <pc:chgData name="Banerjee, Rajeswar" userId="b4ff5a26-7e17-4c5f-975b-d63f3f91df5b" providerId="ADAL" clId="{48B84013-0378-434E-9F40-413873E5FDD0}" dt="2022-07-04T13:09:04.013" v="424" actId="313"/>
        <pc:sldMkLst>
          <pc:docMk/>
          <pc:sldMk cId="1149257076" sldId="6212"/>
        </pc:sldMkLst>
        <pc:spChg chg="mod">
          <ac:chgData name="Banerjee, Rajeswar" userId="b4ff5a26-7e17-4c5f-975b-d63f3f91df5b" providerId="ADAL" clId="{48B84013-0378-434E-9F40-413873E5FDD0}" dt="2022-07-04T13:09:04.013" v="424" actId="313"/>
          <ac:spMkLst>
            <pc:docMk/>
            <pc:sldMk cId="1149257076" sldId="6212"/>
            <ac:spMk id="64" creationId="{63D2A507-E650-4746-B10D-A56F1567F1F0}"/>
          </ac:spMkLst>
        </pc:spChg>
      </pc:sldChg>
      <pc:sldChg chg="modSp add del">
        <pc:chgData name="Banerjee, Rajeswar" userId="b4ff5a26-7e17-4c5f-975b-d63f3f91df5b" providerId="ADAL" clId="{48B84013-0378-434E-9F40-413873E5FDD0}" dt="2022-07-04T03:49:34.341" v="11" actId="47"/>
        <pc:sldMkLst>
          <pc:docMk/>
          <pc:sldMk cId="643693842" sldId="6213"/>
        </pc:sldMkLst>
        <pc:graphicFrameChg chg="mod">
          <ac:chgData name="Banerjee, Rajeswar" userId="b4ff5a26-7e17-4c5f-975b-d63f3f91df5b" providerId="ADAL" clId="{48B84013-0378-434E-9F40-413873E5FDD0}" dt="2022-07-03T15:03:32.521" v="7" actId="13822"/>
          <ac:graphicFrameMkLst>
            <pc:docMk/>
            <pc:sldMk cId="643693842" sldId="6213"/>
            <ac:graphicFrameMk id="4" creationId="{2CD9BD51-F711-4EE1-B557-4F848BED9E5B}"/>
          </ac:graphicFrameMkLst>
        </pc:graphicFrameChg>
        <pc:graphicFrameChg chg="mod">
          <ac:chgData name="Banerjee, Rajeswar" userId="b4ff5a26-7e17-4c5f-975b-d63f3f91df5b" providerId="ADAL" clId="{48B84013-0378-434E-9F40-413873E5FDD0}" dt="2022-07-03T15:04:15.930" v="9" actId="12100"/>
          <ac:graphicFrameMkLst>
            <pc:docMk/>
            <pc:sldMk cId="643693842" sldId="6213"/>
            <ac:graphicFrameMk id="5" creationId="{A2171521-BF8F-4AFC-9FBC-309A2C423109}"/>
          </ac:graphicFrameMkLst>
        </pc:graphicFrameChg>
      </pc:sldChg>
      <pc:sldChg chg="add">
        <pc:chgData name="Banerjee, Rajeswar" userId="b4ff5a26-7e17-4c5f-975b-d63f3f91df5b" providerId="ADAL" clId="{48B84013-0378-434E-9F40-413873E5FDD0}" dt="2022-07-04T03:49:28.919" v="10"/>
        <pc:sldMkLst>
          <pc:docMk/>
          <pc:sldMk cId="4022830053" sldId="6214"/>
        </pc:sldMkLst>
      </pc:sldChg>
      <pc:sldChg chg="add">
        <pc:chgData name="Banerjee, Rajeswar" userId="b4ff5a26-7e17-4c5f-975b-d63f3f91df5b" providerId="ADAL" clId="{48B84013-0378-434E-9F40-413873E5FDD0}" dt="2022-07-04T09:16:48.623" v="12"/>
        <pc:sldMkLst>
          <pc:docMk/>
          <pc:sldMk cId="4092330692" sldId="6215"/>
        </pc:sldMkLst>
      </pc:sldChg>
      <pc:sldChg chg="modSp mod">
        <pc:chgData name="Banerjee, Rajeswar" userId="b4ff5a26-7e17-4c5f-975b-d63f3f91df5b" providerId="ADAL" clId="{48B84013-0378-434E-9F40-413873E5FDD0}" dt="2022-07-04T09:32:10.191" v="334" actId="13926"/>
        <pc:sldMkLst>
          <pc:docMk/>
          <pc:sldMk cId="4092330692" sldId="6217"/>
        </pc:sldMkLst>
        <pc:spChg chg="mod">
          <ac:chgData name="Banerjee, Rajeswar" userId="b4ff5a26-7e17-4c5f-975b-d63f3f91df5b" providerId="ADAL" clId="{48B84013-0378-434E-9F40-413873E5FDD0}" dt="2022-07-04T09:32:10.191" v="334" actId="13926"/>
          <ac:spMkLst>
            <pc:docMk/>
            <pc:sldMk cId="4092330692" sldId="6217"/>
            <ac:spMk id="69" creationId="{E28E9FC8-4737-4C4E-843F-A12B6ED84270}"/>
          </ac:spMkLst>
        </pc:spChg>
      </pc:sldChg>
      <pc:sldChg chg="addSp modSp add mod">
        <pc:chgData name="Banerjee, Rajeswar" userId="b4ff5a26-7e17-4c5f-975b-d63f3f91df5b" providerId="ADAL" clId="{48B84013-0378-434E-9F40-413873E5FDD0}" dt="2022-07-04T09:29:02.738" v="260" actId="1076"/>
        <pc:sldMkLst>
          <pc:docMk/>
          <pc:sldMk cId="426504972" sldId="6218"/>
        </pc:sldMkLst>
        <pc:spChg chg="mod">
          <ac:chgData name="Banerjee, Rajeswar" userId="b4ff5a26-7e17-4c5f-975b-d63f3f91df5b" providerId="ADAL" clId="{48B84013-0378-434E-9F40-413873E5FDD0}" dt="2022-07-04T09:28:12.125" v="208" actId="14100"/>
          <ac:spMkLst>
            <pc:docMk/>
            <pc:sldMk cId="426504972" sldId="6218"/>
            <ac:spMk id="9" creationId="{64FB0CF6-339C-4F7E-8B5C-B9A430C55B2C}"/>
          </ac:spMkLst>
        </pc:spChg>
        <pc:spChg chg="mod">
          <ac:chgData name="Banerjee, Rajeswar" userId="b4ff5a26-7e17-4c5f-975b-d63f3f91df5b" providerId="ADAL" clId="{48B84013-0378-434E-9F40-413873E5FDD0}" dt="2022-07-04T09:28:07.261" v="207" actId="14100"/>
          <ac:spMkLst>
            <pc:docMk/>
            <pc:sldMk cId="426504972" sldId="6218"/>
            <ac:spMk id="10" creationId="{7E094FE7-FF8B-43C0-B040-C7E4BE89C363}"/>
          </ac:spMkLst>
        </pc:spChg>
        <pc:spChg chg="mod">
          <ac:chgData name="Banerjee, Rajeswar" userId="b4ff5a26-7e17-4c5f-975b-d63f3f91df5b" providerId="ADAL" clId="{48B84013-0378-434E-9F40-413873E5FDD0}" dt="2022-07-04T09:28:18.120" v="220" actId="1035"/>
          <ac:spMkLst>
            <pc:docMk/>
            <pc:sldMk cId="426504972" sldId="6218"/>
            <ac:spMk id="12" creationId="{E3AD2AA0-2FB3-4BD1-ABDF-67CBC63B6B71}"/>
          </ac:spMkLst>
        </pc:spChg>
        <pc:spChg chg="mod">
          <ac:chgData name="Banerjee, Rajeswar" userId="b4ff5a26-7e17-4c5f-975b-d63f3f91df5b" providerId="ADAL" clId="{48B84013-0378-434E-9F40-413873E5FDD0}" dt="2022-07-04T09:28:18.120" v="220" actId="1035"/>
          <ac:spMkLst>
            <pc:docMk/>
            <pc:sldMk cId="426504972" sldId="6218"/>
            <ac:spMk id="13" creationId="{72FCA5CD-8F5D-421A-9931-0F41DEC5971B}"/>
          </ac:spMkLst>
        </pc:spChg>
        <pc:spChg chg="mod">
          <ac:chgData name="Banerjee, Rajeswar" userId="b4ff5a26-7e17-4c5f-975b-d63f3f91df5b" providerId="ADAL" clId="{48B84013-0378-434E-9F40-413873E5FDD0}" dt="2022-07-04T09:28:18.120" v="220" actId="1035"/>
          <ac:spMkLst>
            <pc:docMk/>
            <pc:sldMk cId="426504972" sldId="6218"/>
            <ac:spMk id="15" creationId="{076247B0-8E82-441F-9781-14A71A631FB1}"/>
          </ac:spMkLst>
        </pc:spChg>
        <pc:spChg chg="mod">
          <ac:chgData name="Banerjee, Rajeswar" userId="b4ff5a26-7e17-4c5f-975b-d63f3f91df5b" providerId="ADAL" clId="{48B84013-0378-434E-9F40-413873E5FDD0}" dt="2022-07-04T09:28:18.120" v="220" actId="1035"/>
          <ac:spMkLst>
            <pc:docMk/>
            <pc:sldMk cId="426504972" sldId="6218"/>
            <ac:spMk id="16" creationId="{47F06B9D-B952-4EC9-84F7-CCD57DDDCF94}"/>
          </ac:spMkLst>
        </pc:spChg>
        <pc:spChg chg="mod">
          <ac:chgData name="Banerjee, Rajeswar" userId="b4ff5a26-7e17-4c5f-975b-d63f3f91df5b" providerId="ADAL" clId="{48B84013-0378-434E-9F40-413873E5FDD0}" dt="2022-07-04T09:28:18.120" v="220" actId="1035"/>
          <ac:spMkLst>
            <pc:docMk/>
            <pc:sldMk cId="426504972" sldId="6218"/>
            <ac:spMk id="17" creationId="{B1A2EF0D-74DD-4508-916F-92F353F654F7}"/>
          </ac:spMkLst>
        </pc:spChg>
        <pc:spChg chg="mod">
          <ac:chgData name="Banerjee, Rajeswar" userId="b4ff5a26-7e17-4c5f-975b-d63f3f91df5b" providerId="ADAL" clId="{48B84013-0378-434E-9F40-413873E5FDD0}" dt="2022-07-04T09:28:18.120" v="220" actId="1035"/>
          <ac:spMkLst>
            <pc:docMk/>
            <pc:sldMk cId="426504972" sldId="6218"/>
            <ac:spMk id="19" creationId="{D35D8C4B-8FB6-4AB1-9A0B-23330C0380A1}"/>
          </ac:spMkLst>
        </pc:spChg>
        <pc:spChg chg="mod">
          <ac:chgData name="Banerjee, Rajeswar" userId="b4ff5a26-7e17-4c5f-975b-d63f3f91df5b" providerId="ADAL" clId="{48B84013-0378-434E-9F40-413873E5FDD0}" dt="2022-07-04T09:28:18.120" v="220" actId="1035"/>
          <ac:spMkLst>
            <pc:docMk/>
            <pc:sldMk cId="426504972" sldId="6218"/>
            <ac:spMk id="20" creationId="{254025F2-BEF7-44A1-BBDA-214B9ED38895}"/>
          </ac:spMkLst>
        </pc:spChg>
        <pc:spChg chg="mod">
          <ac:chgData name="Banerjee, Rajeswar" userId="b4ff5a26-7e17-4c5f-975b-d63f3f91df5b" providerId="ADAL" clId="{48B84013-0378-434E-9F40-413873E5FDD0}" dt="2022-07-04T09:28:18.120" v="220" actId="1035"/>
          <ac:spMkLst>
            <pc:docMk/>
            <pc:sldMk cId="426504972" sldId="6218"/>
            <ac:spMk id="22" creationId="{E33AC378-E97D-48ED-BA11-C360D3D1AEE8}"/>
          </ac:spMkLst>
        </pc:spChg>
        <pc:spChg chg="mod">
          <ac:chgData name="Banerjee, Rajeswar" userId="b4ff5a26-7e17-4c5f-975b-d63f3f91df5b" providerId="ADAL" clId="{48B84013-0378-434E-9F40-413873E5FDD0}" dt="2022-07-04T09:28:18.120" v="220" actId="1035"/>
          <ac:spMkLst>
            <pc:docMk/>
            <pc:sldMk cId="426504972" sldId="6218"/>
            <ac:spMk id="23" creationId="{9BE630EC-823A-444E-A1CC-89D7F559FF83}"/>
          </ac:spMkLst>
        </pc:spChg>
        <pc:spChg chg="mod">
          <ac:chgData name="Banerjee, Rajeswar" userId="b4ff5a26-7e17-4c5f-975b-d63f3f91df5b" providerId="ADAL" clId="{48B84013-0378-434E-9F40-413873E5FDD0}" dt="2022-07-04T09:28:18.120" v="220" actId="1035"/>
          <ac:spMkLst>
            <pc:docMk/>
            <pc:sldMk cId="426504972" sldId="6218"/>
            <ac:spMk id="24" creationId="{F017534E-A23E-436C-92AF-9F9D9D6CCFFF}"/>
          </ac:spMkLst>
        </pc:spChg>
        <pc:spChg chg="mod">
          <ac:chgData name="Banerjee, Rajeswar" userId="b4ff5a26-7e17-4c5f-975b-d63f3f91df5b" providerId="ADAL" clId="{48B84013-0378-434E-9F40-413873E5FDD0}" dt="2022-07-04T09:28:18.120" v="220" actId="1035"/>
          <ac:spMkLst>
            <pc:docMk/>
            <pc:sldMk cId="426504972" sldId="6218"/>
            <ac:spMk id="25" creationId="{8047BD10-18D6-4311-9A0C-54F044361CDC}"/>
          </ac:spMkLst>
        </pc:spChg>
        <pc:spChg chg="mod">
          <ac:chgData name="Banerjee, Rajeswar" userId="b4ff5a26-7e17-4c5f-975b-d63f3f91df5b" providerId="ADAL" clId="{48B84013-0378-434E-9F40-413873E5FDD0}" dt="2022-07-04T09:28:18.120" v="220" actId="1035"/>
          <ac:spMkLst>
            <pc:docMk/>
            <pc:sldMk cId="426504972" sldId="6218"/>
            <ac:spMk id="27" creationId="{9923A1EA-5AA1-4B07-A3AC-2823FC9F9ACD}"/>
          </ac:spMkLst>
        </pc:spChg>
        <pc:spChg chg="mod">
          <ac:chgData name="Banerjee, Rajeswar" userId="b4ff5a26-7e17-4c5f-975b-d63f3f91df5b" providerId="ADAL" clId="{48B84013-0378-434E-9F40-413873E5FDD0}" dt="2022-07-04T09:28:18.120" v="220" actId="1035"/>
          <ac:spMkLst>
            <pc:docMk/>
            <pc:sldMk cId="426504972" sldId="6218"/>
            <ac:spMk id="28" creationId="{6F875AC6-EA18-42BA-9754-EC736F3EBC49}"/>
          </ac:spMkLst>
        </pc:spChg>
        <pc:spChg chg="mod">
          <ac:chgData name="Banerjee, Rajeswar" userId="b4ff5a26-7e17-4c5f-975b-d63f3f91df5b" providerId="ADAL" clId="{48B84013-0378-434E-9F40-413873E5FDD0}" dt="2022-07-04T09:28:18.120" v="220" actId="1035"/>
          <ac:spMkLst>
            <pc:docMk/>
            <pc:sldMk cId="426504972" sldId="6218"/>
            <ac:spMk id="30" creationId="{AEBDF22E-0295-4308-9E09-5F38EA25B613}"/>
          </ac:spMkLst>
        </pc:spChg>
        <pc:spChg chg="mod">
          <ac:chgData name="Banerjee, Rajeswar" userId="b4ff5a26-7e17-4c5f-975b-d63f3f91df5b" providerId="ADAL" clId="{48B84013-0378-434E-9F40-413873E5FDD0}" dt="2022-07-04T09:28:18.120" v="220" actId="1035"/>
          <ac:spMkLst>
            <pc:docMk/>
            <pc:sldMk cId="426504972" sldId="6218"/>
            <ac:spMk id="31" creationId="{313096A9-E4E7-4EF4-9866-7AA8F46D4DBF}"/>
          </ac:spMkLst>
        </pc:spChg>
        <pc:spChg chg="add mod">
          <ac:chgData name="Banerjee, Rajeswar" userId="b4ff5a26-7e17-4c5f-975b-d63f3f91df5b" providerId="ADAL" clId="{48B84013-0378-434E-9F40-413873E5FDD0}" dt="2022-07-04T09:29:02.738" v="260" actId="1076"/>
          <ac:spMkLst>
            <pc:docMk/>
            <pc:sldMk cId="426504972" sldId="6218"/>
            <ac:spMk id="32" creationId="{5EC94472-C230-437D-864F-DA78F4E2BCED}"/>
          </ac:spMkLst>
        </pc:spChg>
        <pc:grpChg chg="mod">
          <ac:chgData name="Banerjee, Rajeswar" userId="b4ff5a26-7e17-4c5f-975b-d63f3f91df5b" providerId="ADAL" clId="{48B84013-0378-434E-9F40-413873E5FDD0}" dt="2022-07-04T09:28:18.120" v="220" actId="1035"/>
          <ac:grpSpMkLst>
            <pc:docMk/>
            <pc:sldMk cId="426504972" sldId="6218"/>
            <ac:grpSpMk id="11" creationId="{7E04117F-344A-46D6-B191-F81FC8F2431B}"/>
          </ac:grpSpMkLst>
        </pc:grpChg>
        <pc:grpChg chg="mod">
          <ac:chgData name="Banerjee, Rajeswar" userId="b4ff5a26-7e17-4c5f-975b-d63f3f91df5b" providerId="ADAL" clId="{48B84013-0378-434E-9F40-413873E5FDD0}" dt="2022-07-04T09:28:18.120" v="220" actId="1035"/>
          <ac:grpSpMkLst>
            <pc:docMk/>
            <pc:sldMk cId="426504972" sldId="6218"/>
            <ac:grpSpMk id="14" creationId="{0441D3B5-F9D3-4BD4-BFC7-502768D60092}"/>
          </ac:grpSpMkLst>
        </pc:grpChg>
        <pc:grpChg chg="mod">
          <ac:chgData name="Banerjee, Rajeswar" userId="b4ff5a26-7e17-4c5f-975b-d63f3f91df5b" providerId="ADAL" clId="{48B84013-0378-434E-9F40-413873E5FDD0}" dt="2022-07-04T09:28:18.120" v="220" actId="1035"/>
          <ac:grpSpMkLst>
            <pc:docMk/>
            <pc:sldMk cId="426504972" sldId="6218"/>
            <ac:grpSpMk id="21" creationId="{8B4A994E-746B-4A29-B7FC-CF359A03CDE7}"/>
          </ac:grpSpMkLst>
        </pc:grpChg>
        <pc:grpChg chg="mod">
          <ac:chgData name="Banerjee, Rajeswar" userId="b4ff5a26-7e17-4c5f-975b-d63f3f91df5b" providerId="ADAL" clId="{48B84013-0378-434E-9F40-413873E5FDD0}" dt="2022-07-04T09:28:18.120" v="220" actId="1035"/>
          <ac:grpSpMkLst>
            <pc:docMk/>
            <pc:sldMk cId="426504972" sldId="6218"/>
            <ac:grpSpMk id="26" creationId="{72575DCA-CCA5-4A78-932B-9F9BFB94A4F9}"/>
          </ac:grpSpMkLst>
        </pc:grpChg>
        <pc:grpChg chg="mod">
          <ac:chgData name="Banerjee, Rajeswar" userId="b4ff5a26-7e17-4c5f-975b-d63f3f91df5b" providerId="ADAL" clId="{48B84013-0378-434E-9F40-413873E5FDD0}" dt="2022-07-04T09:28:18.120" v="220" actId="1035"/>
          <ac:grpSpMkLst>
            <pc:docMk/>
            <pc:sldMk cId="426504972" sldId="6218"/>
            <ac:grpSpMk id="29" creationId="{7519D100-5B43-4417-A2FD-272183CBF5B2}"/>
          </ac:grpSpMkLst>
        </pc:grpChg>
      </pc:sldChg>
      <pc:sldChg chg="addSp delSp modSp add del mod">
        <pc:chgData name="Banerjee, Rajeswar" userId="b4ff5a26-7e17-4c5f-975b-d63f3f91df5b" providerId="ADAL" clId="{48B84013-0378-434E-9F40-413873E5FDD0}" dt="2022-07-04T13:08:32.861" v="422" actId="47"/>
        <pc:sldMkLst>
          <pc:docMk/>
          <pc:sldMk cId="2748443256" sldId="6219"/>
        </pc:sldMkLst>
        <pc:spChg chg="mod">
          <ac:chgData name="Banerjee, Rajeswar" userId="b4ff5a26-7e17-4c5f-975b-d63f3f91df5b" providerId="ADAL" clId="{48B84013-0378-434E-9F40-413873E5FDD0}" dt="2022-07-04T09:19:51.707" v="119" actId="1076"/>
          <ac:spMkLst>
            <pc:docMk/>
            <pc:sldMk cId="2748443256" sldId="6219"/>
            <ac:spMk id="2" creationId="{40DEA8BD-8A64-43E8-ABA4-688AE1E16EA0}"/>
          </ac:spMkLst>
        </pc:spChg>
        <pc:spChg chg="mod">
          <ac:chgData name="Banerjee, Rajeswar" userId="b4ff5a26-7e17-4c5f-975b-d63f3f91df5b" providerId="ADAL" clId="{48B84013-0378-434E-9F40-413873E5FDD0}" dt="2022-07-04T09:55:55.483" v="360" actId="20577"/>
          <ac:spMkLst>
            <pc:docMk/>
            <pc:sldMk cId="2748443256" sldId="6219"/>
            <ac:spMk id="8" creationId="{EF582C00-7D83-45EC-B26F-515E64D5EA94}"/>
          </ac:spMkLst>
        </pc:spChg>
        <pc:spChg chg="del">
          <ac:chgData name="Banerjee, Rajeswar" userId="b4ff5a26-7e17-4c5f-975b-d63f3f91df5b" providerId="ADAL" clId="{48B84013-0378-434E-9F40-413873E5FDD0}" dt="2022-07-04T09:18:47.485" v="18" actId="478"/>
          <ac:spMkLst>
            <pc:docMk/>
            <pc:sldMk cId="2748443256" sldId="6219"/>
            <ac:spMk id="11" creationId="{632821DF-18FC-471D-A366-04398BFF9DEA}"/>
          </ac:spMkLst>
        </pc:spChg>
        <pc:spChg chg="mod">
          <ac:chgData name="Banerjee, Rajeswar" userId="b4ff5a26-7e17-4c5f-975b-d63f3f91df5b" providerId="ADAL" clId="{48B84013-0378-434E-9F40-413873E5FDD0}" dt="2022-07-04T09:36:57.974" v="355" actId="1076"/>
          <ac:spMkLst>
            <pc:docMk/>
            <pc:sldMk cId="2748443256" sldId="6219"/>
            <ac:spMk id="13" creationId="{0B8141C8-E7A9-47F3-843B-CBA039A2E926}"/>
          </ac:spMkLst>
        </pc:spChg>
        <pc:spChg chg="add mod">
          <ac:chgData name="Banerjee, Rajeswar" userId="b4ff5a26-7e17-4c5f-975b-d63f3f91df5b" providerId="ADAL" clId="{48B84013-0378-434E-9F40-413873E5FDD0}" dt="2022-07-04T09:20:24.412" v="161" actId="1036"/>
          <ac:spMkLst>
            <pc:docMk/>
            <pc:sldMk cId="2748443256" sldId="6219"/>
            <ac:spMk id="14" creationId="{038103FA-F666-4B95-A567-DCEA843D2FC5}"/>
          </ac:spMkLst>
        </pc:spChg>
        <pc:graphicFrameChg chg="mod">
          <ac:chgData name="Banerjee, Rajeswar" userId="b4ff5a26-7e17-4c5f-975b-d63f3f91df5b" providerId="ADAL" clId="{48B84013-0378-434E-9F40-413873E5FDD0}" dt="2022-07-04T09:21:06.857" v="180" actId="1036"/>
          <ac:graphicFrameMkLst>
            <pc:docMk/>
            <pc:sldMk cId="2748443256" sldId="6219"/>
            <ac:graphicFrameMk id="10" creationId="{93EEF972-4B9B-45AF-9279-0FB15F71F230}"/>
          </ac:graphicFrameMkLst>
        </pc:graphicFrameChg>
        <pc:cxnChg chg="add mod">
          <ac:chgData name="Banerjee, Rajeswar" userId="b4ff5a26-7e17-4c5f-975b-d63f3f91df5b" providerId="ADAL" clId="{48B84013-0378-434E-9F40-413873E5FDD0}" dt="2022-07-04T09:20:19.490" v="158" actId="14100"/>
          <ac:cxnSpMkLst>
            <pc:docMk/>
            <pc:sldMk cId="2748443256" sldId="6219"/>
            <ac:cxnSpMk id="9" creationId="{5F1E4F9F-467E-4D3B-AE57-0AE4EA87CCF8}"/>
          </ac:cxnSpMkLst>
        </pc:cxnChg>
        <pc:cxnChg chg="mod">
          <ac:chgData name="Banerjee, Rajeswar" userId="b4ff5a26-7e17-4c5f-975b-d63f3f91df5b" providerId="ADAL" clId="{48B84013-0378-434E-9F40-413873E5FDD0}" dt="2022-07-04T09:37:06.447" v="357" actId="1076"/>
          <ac:cxnSpMkLst>
            <pc:docMk/>
            <pc:sldMk cId="2748443256" sldId="6219"/>
            <ac:cxnSpMk id="12" creationId="{94822BA3-4A09-4B05-99B4-4A50A8654BE4}"/>
          </ac:cxnSpMkLst>
        </pc:cxnChg>
      </pc:sldChg>
      <pc:sldChg chg="del">
        <pc:chgData name="Banerjee, Rajeswar" userId="b4ff5a26-7e17-4c5f-975b-d63f3f91df5b" providerId="ADAL" clId="{48B84013-0378-434E-9F40-413873E5FDD0}" dt="2022-07-04T10:13:14.666" v="363" actId="47"/>
        <pc:sldMkLst>
          <pc:docMk/>
          <pc:sldMk cId="293863309" sldId="6220"/>
        </pc:sldMkLst>
      </pc:sldChg>
      <pc:sldChg chg="add">
        <pc:chgData name="Banerjee, Rajeswar" userId="b4ff5a26-7e17-4c5f-975b-d63f3f91df5b" providerId="ADAL" clId="{48B84013-0378-434E-9F40-413873E5FDD0}" dt="2022-07-04T09:24:43.595" v="181"/>
        <pc:sldMkLst>
          <pc:docMk/>
          <pc:sldMk cId="1473512616" sldId="6221"/>
        </pc:sldMkLst>
      </pc:sldChg>
      <pc:sldChg chg="delSp add del mod">
        <pc:chgData name="Banerjee, Rajeswar" userId="b4ff5a26-7e17-4c5f-975b-d63f3f91df5b" providerId="ADAL" clId="{48B84013-0378-434E-9F40-413873E5FDD0}" dt="2022-07-04T10:14:38.781" v="420" actId="47"/>
        <pc:sldMkLst>
          <pc:docMk/>
          <pc:sldMk cId="3318190553" sldId="6222"/>
        </pc:sldMkLst>
        <pc:spChg chg="del">
          <ac:chgData name="Banerjee, Rajeswar" userId="b4ff5a26-7e17-4c5f-975b-d63f3f91df5b" providerId="ADAL" clId="{48B84013-0378-434E-9F40-413873E5FDD0}" dt="2022-07-04T10:13:51.845" v="407" actId="21"/>
          <ac:spMkLst>
            <pc:docMk/>
            <pc:sldMk cId="3318190553" sldId="6222"/>
            <ac:spMk id="19" creationId="{FA746C43-672D-4985-9BF8-31AC401FC362}"/>
          </ac:spMkLst>
        </pc:spChg>
        <pc:spChg chg="del">
          <ac:chgData name="Banerjee, Rajeswar" userId="b4ff5a26-7e17-4c5f-975b-d63f3f91df5b" providerId="ADAL" clId="{48B84013-0378-434E-9F40-413873E5FDD0}" dt="2022-07-04T10:13:51.845" v="407" actId="21"/>
          <ac:spMkLst>
            <pc:docMk/>
            <pc:sldMk cId="3318190553" sldId="6222"/>
            <ac:spMk id="25" creationId="{D63FB8FB-5CF9-4F06-BF70-E823953754A0}"/>
          </ac:spMkLst>
        </pc:spChg>
      </pc:sldChg>
      <pc:sldChg chg="add">
        <pc:chgData name="Banerjee, Rajeswar" userId="b4ff5a26-7e17-4c5f-975b-d63f3f91df5b" providerId="ADAL" clId="{48B84013-0378-434E-9F40-413873E5FDD0}" dt="2022-07-04T10:13:08.044" v="362"/>
        <pc:sldMkLst>
          <pc:docMk/>
          <pc:sldMk cId="3176385444" sldId="6223"/>
        </pc:sldMkLst>
      </pc:sldChg>
      <pc:sldChg chg="addSp delSp modSp add mod">
        <pc:chgData name="Banerjee, Rajeswar" userId="b4ff5a26-7e17-4c5f-975b-d63f3f91df5b" providerId="ADAL" clId="{48B84013-0378-434E-9F40-413873E5FDD0}" dt="2022-07-04T10:14:25.666" v="419" actId="14100"/>
        <pc:sldMkLst>
          <pc:docMk/>
          <pc:sldMk cId="1048668780" sldId="6224"/>
        </pc:sldMkLst>
        <pc:spChg chg="mod">
          <ac:chgData name="Banerjee, Rajeswar" userId="b4ff5a26-7e17-4c5f-975b-d63f3f91df5b" providerId="ADAL" clId="{48B84013-0378-434E-9F40-413873E5FDD0}" dt="2022-07-04T10:14:25.666" v="419" actId="14100"/>
          <ac:spMkLst>
            <pc:docMk/>
            <pc:sldMk cId="1048668780" sldId="6224"/>
            <ac:spMk id="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8"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1"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2"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4"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5"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6"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17" creationId="{00000000-0000-0000-0000-000000000000}"/>
          </ac:spMkLst>
        </pc:spChg>
        <pc:spChg chg="del">
          <ac:chgData name="Banerjee, Rajeswar" userId="b4ff5a26-7e17-4c5f-975b-d63f3f91df5b" providerId="ADAL" clId="{48B84013-0378-434E-9F40-413873E5FDD0}" dt="2022-07-04T10:13:39.608" v="365" actId="478"/>
          <ac:spMkLst>
            <pc:docMk/>
            <pc:sldMk cId="1048668780" sldId="6224"/>
            <ac:spMk id="19" creationId="{FA746C43-672D-4985-9BF8-31AC401FC362}"/>
          </ac:spMkLst>
        </pc:spChg>
        <pc:spChg chg="add mod">
          <ac:chgData name="Banerjee, Rajeswar" userId="b4ff5a26-7e17-4c5f-975b-d63f3f91df5b" providerId="ADAL" clId="{48B84013-0378-434E-9F40-413873E5FDD0}" dt="2022-07-04T10:13:59.798" v="409" actId="1076"/>
          <ac:spMkLst>
            <pc:docMk/>
            <pc:sldMk cId="1048668780" sldId="6224"/>
            <ac:spMk id="20" creationId="{BEF43F2D-16E4-4F26-979F-8108A9D68349}"/>
          </ac:spMkLst>
        </pc:spChg>
        <pc:spChg chg="mod">
          <ac:chgData name="Banerjee, Rajeswar" userId="b4ff5a26-7e17-4c5f-975b-d63f3f91df5b" providerId="ADAL" clId="{48B84013-0378-434E-9F40-413873E5FDD0}" dt="2022-07-04T10:13:46.960" v="406" actId="1035"/>
          <ac:spMkLst>
            <pc:docMk/>
            <pc:sldMk cId="1048668780" sldId="6224"/>
            <ac:spMk id="21" creationId="{00000000-0000-0000-0000-000000000000}"/>
          </ac:spMkLst>
        </pc:spChg>
        <pc:spChg chg="add mod">
          <ac:chgData name="Banerjee, Rajeswar" userId="b4ff5a26-7e17-4c5f-975b-d63f3f91df5b" providerId="ADAL" clId="{48B84013-0378-434E-9F40-413873E5FDD0}" dt="2022-07-04T10:13:59.798" v="409" actId="1076"/>
          <ac:spMkLst>
            <pc:docMk/>
            <pc:sldMk cId="1048668780" sldId="6224"/>
            <ac:spMk id="22" creationId="{C6C5D570-7929-4A00-B815-66D588CF45E2}"/>
          </ac:spMkLst>
        </pc:spChg>
        <pc:spChg chg="mod">
          <ac:chgData name="Banerjee, Rajeswar" userId="b4ff5a26-7e17-4c5f-975b-d63f3f91df5b" providerId="ADAL" clId="{48B84013-0378-434E-9F40-413873E5FDD0}" dt="2022-07-04T10:13:46.960" v="406" actId="1035"/>
          <ac:spMkLst>
            <pc:docMk/>
            <pc:sldMk cId="1048668780" sldId="6224"/>
            <ac:spMk id="23" creationId="{00000000-0000-0000-0000-000000000000}"/>
          </ac:spMkLst>
        </pc:spChg>
        <pc:spChg chg="mod">
          <ac:chgData name="Banerjee, Rajeswar" userId="b4ff5a26-7e17-4c5f-975b-d63f3f91df5b" providerId="ADAL" clId="{48B84013-0378-434E-9F40-413873E5FDD0}" dt="2022-07-04T10:13:46.960" v="406" actId="1035"/>
          <ac:spMkLst>
            <pc:docMk/>
            <pc:sldMk cId="1048668780" sldId="6224"/>
            <ac:spMk id="24" creationId="{00000000-0000-0000-0000-000000000000}"/>
          </ac:spMkLst>
        </pc:spChg>
        <pc:spChg chg="del">
          <ac:chgData name="Banerjee, Rajeswar" userId="b4ff5a26-7e17-4c5f-975b-d63f3f91df5b" providerId="ADAL" clId="{48B84013-0378-434E-9F40-413873E5FDD0}" dt="2022-07-04T10:13:39.608" v="365" actId="478"/>
          <ac:spMkLst>
            <pc:docMk/>
            <pc:sldMk cId="1048668780" sldId="6224"/>
            <ac:spMk id="25" creationId="{D63FB8FB-5CF9-4F06-BF70-E823953754A0}"/>
          </ac:spMkLst>
        </pc:spChg>
        <pc:spChg chg="mod">
          <ac:chgData name="Banerjee, Rajeswar" userId="b4ff5a26-7e17-4c5f-975b-d63f3f91df5b" providerId="ADAL" clId="{48B84013-0378-434E-9F40-413873E5FDD0}" dt="2022-07-04T10:13:46.960" v="406" actId="1035"/>
          <ac:spMkLst>
            <pc:docMk/>
            <pc:sldMk cId="1048668780" sldId="6224"/>
            <ac:spMk id="26" creationId="{EDEBD49A-F9C1-48E4-9268-FE9D570E49A8}"/>
          </ac:spMkLst>
        </pc:spChg>
        <pc:spChg chg="mod">
          <ac:chgData name="Banerjee, Rajeswar" userId="b4ff5a26-7e17-4c5f-975b-d63f3f91df5b" providerId="ADAL" clId="{48B84013-0378-434E-9F40-413873E5FDD0}" dt="2022-07-04T10:13:46.960" v="406" actId="1035"/>
          <ac:spMkLst>
            <pc:docMk/>
            <pc:sldMk cId="1048668780" sldId="6224"/>
            <ac:spMk id="27" creationId="{D7BF1DD0-C20B-42BC-A99F-0D00ED4A7517}"/>
          </ac:spMkLst>
        </pc:spChg>
        <pc:picChg chg="mod">
          <ac:chgData name="Banerjee, Rajeswar" userId="b4ff5a26-7e17-4c5f-975b-d63f3f91df5b" providerId="ADAL" clId="{48B84013-0378-434E-9F40-413873E5FDD0}" dt="2022-07-04T10:13:46.960" v="406" actId="1035"/>
          <ac:picMkLst>
            <pc:docMk/>
            <pc:sldMk cId="1048668780" sldId="6224"/>
            <ac:picMk id="18" creationId="{8C437E68-5EA6-4799-95C2-007FC5146315}"/>
          </ac:picMkLst>
        </pc:picChg>
      </pc:sldChg>
      <pc:sldChg chg="modSp add mod">
        <pc:chgData name="Banerjee, Rajeswar" userId="b4ff5a26-7e17-4c5f-975b-d63f3f91df5b" providerId="ADAL" clId="{48B84013-0378-434E-9F40-413873E5FDD0}" dt="2022-07-04T13:08:57.595" v="423" actId="20577"/>
        <pc:sldMkLst>
          <pc:docMk/>
          <pc:sldMk cId="1597638962" sldId="6226"/>
        </pc:sldMkLst>
        <pc:spChg chg="mod">
          <ac:chgData name="Banerjee, Rajeswar" userId="b4ff5a26-7e17-4c5f-975b-d63f3f91df5b" providerId="ADAL" clId="{48B84013-0378-434E-9F40-413873E5FDD0}" dt="2022-07-04T13:08:57.595" v="423" actId="20577"/>
          <ac:spMkLst>
            <pc:docMk/>
            <pc:sldMk cId="1597638962" sldId="6226"/>
            <ac:spMk id="18" creationId="{1985AF35-FE35-46A5-A9C2-95E05E622B32}"/>
          </ac:spMkLst>
        </pc:spChg>
      </pc:sldChg>
    </pc:docChg>
  </pc:docChgLst>
  <pc:docChgLst>
    <pc:chgData name="Banerjee, Rajeswar" userId="S::rajbanerjee@deloitte.com::b4ff5a26-7e17-4c5f-975b-d63f3f91df5b" providerId="AD" clId="Web-{9ADE1673-5A09-4599-B669-0E4FBB1C37B3}"/>
    <pc:docChg chg="modSld">
      <pc:chgData name="Banerjee, Rajeswar" userId="S::rajbanerjee@deloitte.com::b4ff5a26-7e17-4c5f-975b-d63f3f91df5b" providerId="AD" clId="Web-{9ADE1673-5A09-4599-B669-0E4FBB1C37B3}" dt="2022-07-04T09:16:35.593" v="1"/>
      <pc:docMkLst>
        <pc:docMk/>
      </pc:docMkLst>
      <pc:sldChg chg="addSp delSp modSp">
        <pc:chgData name="Banerjee, Rajeswar" userId="S::rajbanerjee@deloitte.com::b4ff5a26-7e17-4c5f-975b-d63f3f91df5b" providerId="AD" clId="Web-{9ADE1673-5A09-4599-B669-0E4FBB1C37B3}" dt="2022-07-04T09:16:35.593" v="1"/>
        <pc:sldMkLst>
          <pc:docMk/>
          <pc:sldMk cId="2761177778" sldId="3702"/>
        </pc:sldMkLst>
        <pc:picChg chg="add del mod">
          <ac:chgData name="Banerjee, Rajeswar" userId="S::rajbanerjee@deloitte.com::b4ff5a26-7e17-4c5f-975b-d63f3f91df5b" providerId="AD" clId="Web-{9ADE1673-5A09-4599-B669-0E4FBB1C37B3}" dt="2022-07-04T09:16:35.593" v="1"/>
          <ac:picMkLst>
            <pc:docMk/>
            <pc:sldMk cId="2761177778" sldId="3702"/>
            <ac:picMk id="8" creationId="{58E7561E-1F61-E131-40EF-BC7DD3C8343C}"/>
          </ac:picMkLst>
        </pc:picChg>
      </pc:sldChg>
    </pc:docChg>
  </pc:docChgLst>
  <pc:docChgLst>
    <pc:chgData name="Kalagara, Vijaya" userId="b66aa0f1-1604-4161-b753-4146846484c3" providerId="ADAL" clId="{3FECF51C-0821-48A8-AD0F-49F3B4FB252E}"/>
    <pc:docChg chg="undo custSel addSld modSld">
      <pc:chgData name="Kalagara, Vijaya" userId="b66aa0f1-1604-4161-b753-4146846484c3" providerId="ADAL" clId="{3FECF51C-0821-48A8-AD0F-49F3B4FB252E}" dt="2022-07-02T15:25:15.514" v="962"/>
      <pc:docMkLst>
        <pc:docMk/>
      </pc:docMkLst>
      <pc:sldChg chg="addSp delSp modSp mod">
        <pc:chgData name="Kalagara, Vijaya" userId="b66aa0f1-1604-4161-b753-4146846484c3" providerId="ADAL" clId="{3FECF51C-0821-48A8-AD0F-49F3B4FB252E}" dt="2022-06-30T18:31:01.834" v="961" actId="1076"/>
        <pc:sldMkLst>
          <pc:docMk/>
          <pc:sldMk cId="3927171300" sldId="4013"/>
        </pc:sldMkLst>
        <pc:spChg chg="mod">
          <ac:chgData name="Kalagara, Vijaya" userId="b66aa0f1-1604-4161-b753-4146846484c3" providerId="ADAL" clId="{3FECF51C-0821-48A8-AD0F-49F3B4FB252E}" dt="2022-06-30T18:31:01.834" v="961" actId="1076"/>
          <ac:spMkLst>
            <pc:docMk/>
            <pc:sldMk cId="3927171300" sldId="4013"/>
            <ac:spMk id="2" creationId="{05A405A3-621C-4564-993A-53E173F512C0}"/>
          </ac:spMkLst>
        </pc:spChg>
        <pc:spChg chg="del mod">
          <ac:chgData name="Kalagara, Vijaya" userId="b66aa0f1-1604-4161-b753-4146846484c3" providerId="ADAL" clId="{3FECF51C-0821-48A8-AD0F-49F3B4FB252E}" dt="2022-06-30T18:23:38.088" v="673" actId="478"/>
          <ac:spMkLst>
            <pc:docMk/>
            <pc:sldMk cId="3927171300" sldId="4013"/>
            <ac:spMk id="3" creationId="{386AE64B-36DB-4320-92CA-4D16341ACA17}"/>
          </ac:spMkLst>
        </pc:spChg>
        <pc:spChg chg="add mod">
          <ac:chgData name="Kalagara, Vijaya" userId="b66aa0f1-1604-4161-b753-4146846484c3" providerId="ADAL" clId="{3FECF51C-0821-48A8-AD0F-49F3B4FB252E}" dt="2022-06-30T18:30:07.365" v="943" actId="1037"/>
          <ac:spMkLst>
            <pc:docMk/>
            <pc:sldMk cId="3927171300" sldId="4013"/>
            <ac:spMk id="4" creationId="{D0BF93CC-E167-47C3-92B9-3C6C3A88A5C9}"/>
          </ac:spMkLst>
        </pc:spChg>
        <pc:spChg chg="add mod">
          <ac:chgData name="Kalagara, Vijaya" userId="b66aa0f1-1604-4161-b753-4146846484c3" providerId="ADAL" clId="{3FECF51C-0821-48A8-AD0F-49F3B4FB252E}" dt="2022-06-30T18:30:25.009" v="944" actId="552"/>
          <ac:spMkLst>
            <pc:docMk/>
            <pc:sldMk cId="3927171300" sldId="4013"/>
            <ac:spMk id="5" creationId="{D6A6926D-8B96-4BAB-B0AE-943EB1C92173}"/>
          </ac:spMkLst>
        </pc:spChg>
        <pc:spChg chg="add mod">
          <ac:chgData name="Kalagara, Vijaya" userId="b66aa0f1-1604-4161-b753-4146846484c3" providerId="ADAL" clId="{3FECF51C-0821-48A8-AD0F-49F3B4FB252E}" dt="2022-06-30T18:30:25.009" v="944" actId="552"/>
          <ac:spMkLst>
            <pc:docMk/>
            <pc:sldMk cId="3927171300" sldId="4013"/>
            <ac:spMk id="6" creationId="{2E75E86C-36E0-46D3-AC51-99C9ED0A46B9}"/>
          </ac:spMkLst>
        </pc:spChg>
        <pc:spChg chg="mod">
          <ac:chgData name="Kalagara, Vijaya" userId="b66aa0f1-1604-4161-b753-4146846484c3" providerId="ADAL" clId="{3FECF51C-0821-48A8-AD0F-49F3B4FB252E}" dt="2022-06-30T18:19:27.607" v="1" actId="2711"/>
          <ac:spMkLst>
            <pc:docMk/>
            <pc:sldMk cId="3927171300" sldId="4013"/>
            <ac:spMk id="8" creationId="{687B7441-0BF7-45CE-8C48-D7BD94D38924}"/>
          </ac:spMkLst>
        </pc:spChg>
        <pc:spChg chg="mod">
          <ac:chgData name="Kalagara, Vijaya" userId="b66aa0f1-1604-4161-b753-4146846484c3" providerId="ADAL" clId="{3FECF51C-0821-48A8-AD0F-49F3B4FB252E}" dt="2022-06-30T18:19:27.607" v="1" actId="2711"/>
          <ac:spMkLst>
            <pc:docMk/>
            <pc:sldMk cId="3927171300" sldId="4013"/>
            <ac:spMk id="9" creationId="{92D74010-8137-485B-BBB1-3E7CC9892610}"/>
          </ac:spMkLst>
        </pc:spChg>
        <pc:spChg chg="mod">
          <ac:chgData name="Kalagara, Vijaya" userId="b66aa0f1-1604-4161-b753-4146846484c3" providerId="ADAL" clId="{3FECF51C-0821-48A8-AD0F-49F3B4FB252E}" dt="2022-06-30T18:19:27.607" v="1" actId="2711"/>
          <ac:spMkLst>
            <pc:docMk/>
            <pc:sldMk cId="3927171300" sldId="4013"/>
            <ac:spMk id="10" creationId="{3DA8E873-C750-4B19-B493-4852A5E11138}"/>
          </ac:spMkLst>
        </pc:spChg>
        <pc:spChg chg="mod">
          <ac:chgData name="Kalagara, Vijaya" userId="b66aa0f1-1604-4161-b753-4146846484c3" providerId="ADAL" clId="{3FECF51C-0821-48A8-AD0F-49F3B4FB252E}" dt="2022-06-30T18:19:27.607" v="1" actId="2711"/>
          <ac:spMkLst>
            <pc:docMk/>
            <pc:sldMk cId="3927171300" sldId="4013"/>
            <ac:spMk id="11" creationId="{814BB57A-6AD3-42B2-BF73-8955D5C6800B}"/>
          </ac:spMkLst>
        </pc:spChg>
        <pc:spChg chg="mod">
          <ac:chgData name="Kalagara, Vijaya" userId="b66aa0f1-1604-4161-b753-4146846484c3" providerId="ADAL" clId="{3FECF51C-0821-48A8-AD0F-49F3B4FB252E}" dt="2022-06-30T18:18:58.395" v="0"/>
          <ac:spMkLst>
            <pc:docMk/>
            <pc:sldMk cId="3927171300" sldId="4013"/>
            <ac:spMk id="12" creationId="{E38513C7-69FF-425C-B73C-D25F853D1A8A}"/>
          </ac:spMkLst>
        </pc:spChg>
        <pc:spChg chg="mod">
          <ac:chgData name="Kalagara, Vijaya" userId="b66aa0f1-1604-4161-b753-4146846484c3" providerId="ADAL" clId="{3FECF51C-0821-48A8-AD0F-49F3B4FB252E}" dt="2022-06-30T18:18:58.395" v="0"/>
          <ac:spMkLst>
            <pc:docMk/>
            <pc:sldMk cId="3927171300" sldId="4013"/>
            <ac:spMk id="13" creationId="{DF489B05-75F1-4555-B187-BA96BDA34E35}"/>
          </ac:spMkLst>
        </pc:spChg>
        <pc:spChg chg="mod">
          <ac:chgData name="Kalagara, Vijaya" userId="b66aa0f1-1604-4161-b753-4146846484c3" providerId="ADAL" clId="{3FECF51C-0821-48A8-AD0F-49F3B4FB252E}" dt="2022-06-30T18:18:58.395" v="0"/>
          <ac:spMkLst>
            <pc:docMk/>
            <pc:sldMk cId="3927171300" sldId="4013"/>
            <ac:spMk id="14" creationId="{5003D762-C4A6-452D-96EC-5B03D04D04CA}"/>
          </ac:spMkLst>
        </pc:spChg>
        <pc:spChg chg="mod">
          <ac:chgData name="Kalagara, Vijaya" userId="b66aa0f1-1604-4161-b753-4146846484c3" providerId="ADAL" clId="{3FECF51C-0821-48A8-AD0F-49F3B4FB252E}" dt="2022-06-30T18:18:58.395" v="0"/>
          <ac:spMkLst>
            <pc:docMk/>
            <pc:sldMk cId="3927171300" sldId="4013"/>
            <ac:spMk id="15" creationId="{7FE6B2C8-3E54-42B0-B628-BC04888560FE}"/>
          </ac:spMkLst>
        </pc:spChg>
        <pc:spChg chg="mod">
          <ac:chgData name="Kalagara, Vijaya" userId="b66aa0f1-1604-4161-b753-4146846484c3" providerId="ADAL" clId="{3FECF51C-0821-48A8-AD0F-49F3B4FB252E}" dt="2022-06-30T18:19:27.607" v="1" actId="2711"/>
          <ac:spMkLst>
            <pc:docMk/>
            <pc:sldMk cId="3927171300" sldId="4013"/>
            <ac:spMk id="16" creationId="{8A12C2C0-CE0A-48FD-B526-BDD3952DD2FD}"/>
          </ac:spMkLst>
        </pc:spChg>
        <pc:spChg chg="mod">
          <ac:chgData name="Kalagara, Vijaya" userId="b66aa0f1-1604-4161-b753-4146846484c3" providerId="ADAL" clId="{3FECF51C-0821-48A8-AD0F-49F3B4FB252E}" dt="2022-06-30T18:27:55.091" v="817" actId="20577"/>
          <ac:spMkLst>
            <pc:docMk/>
            <pc:sldMk cId="3927171300" sldId="4013"/>
            <ac:spMk id="17" creationId="{1689BE5B-8531-40AD-9D65-0E809C23C2FA}"/>
          </ac:spMkLst>
        </pc:spChg>
        <pc:spChg chg="mod">
          <ac:chgData name="Kalagara, Vijaya" userId="b66aa0f1-1604-4161-b753-4146846484c3" providerId="ADAL" clId="{3FECF51C-0821-48A8-AD0F-49F3B4FB252E}" dt="2022-06-30T18:30:46.344" v="960" actId="20577"/>
          <ac:spMkLst>
            <pc:docMk/>
            <pc:sldMk cId="3927171300" sldId="4013"/>
            <ac:spMk id="18" creationId="{79189119-1BC9-4402-96C3-9DD7944AAA15}"/>
          </ac:spMkLst>
        </pc:spChg>
        <pc:spChg chg="mod">
          <ac:chgData name="Kalagara, Vijaya" userId="b66aa0f1-1604-4161-b753-4146846484c3" providerId="ADAL" clId="{3FECF51C-0821-48A8-AD0F-49F3B4FB252E}" dt="2022-06-30T18:29:06.605" v="913" actId="20577"/>
          <ac:spMkLst>
            <pc:docMk/>
            <pc:sldMk cId="3927171300" sldId="4013"/>
            <ac:spMk id="19" creationId="{639A2E73-8353-4BEA-888C-7A1139769A5D}"/>
          </ac:spMkLst>
        </pc:spChg>
        <pc:spChg chg="mod">
          <ac:chgData name="Kalagara, Vijaya" userId="b66aa0f1-1604-4161-b753-4146846484c3" providerId="ADAL" clId="{3FECF51C-0821-48A8-AD0F-49F3B4FB252E}" dt="2022-06-30T18:28:32.268" v="889" actId="20577"/>
          <ac:spMkLst>
            <pc:docMk/>
            <pc:sldMk cId="3927171300" sldId="4013"/>
            <ac:spMk id="20" creationId="{66A25919-3479-4430-AB4D-B48788298A88}"/>
          </ac:spMkLst>
        </pc:spChg>
        <pc:spChg chg="mod">
          <ac:chgData name="Kalagara, Vijaya" userId="b66aa0f1-1604-4161-b753-4146846484c3" providerId="ADAL" clId="{3FECF51C-0821-48A8-AD0F-49F3B4FB252E}" dt="2022-06-30T18:19:27.607" v="1" actId="2711"/>
          <ac:spMkLst>
            <pc:docMk/>
            <pc:sldMk cId="3927171300" sldId="4013"/>
            <ac:spMk id="21" creationId="{417F3D3D-4EEB-4922-B2B6-7D2BE1E1DDBC}"/>
          </ac:spMkLst>
        </pc:spChg>
        <pc:spChg chg="mod">
          <ac:chgData name="Kalagara, Vijaya" userId="b66aa0f1-1604-4161-b753-4146846484c3" providerId="ADAL" clId="{3FECF51C-0821-48A8-AD0F-49F3B4FB252E}" dt="2022-06-30T18:19:27.607" v="1" actId="2711"/>
          <ac:spMkLst>
            <pc:docMk/>
            <pc:sldMk cId="3927171300" sldId="4013"/>
            <ac:spMk id="22" creationId="{BFE86D9F-1725-471F-9F77-DCFE6659B210}"/>
          </ac:spMkLst>
        </pc:spChg>
        <pc:spChg chg="mod">
          <ac:chgData name="Kalagara, Vijaya" userId="b66aa0f1-1604-4161-b753-4146846484c3" providerId="ADAL" clId="{3FECF51C-0821-48A8-AD0F-49F3B4FB252E}" dt="2022-06-30T18:19:27.607" v="1" actId="2711"/>
          <ac:spMkLst>
            <pc:docMk/>
            <pc:sldMk cId="3927171300" sldId="4013"/>
            <ac:spMk id="23" creationId="{F94D94B8-99DE-4EF6-814A-617155C53C4F}"/>
          </ac:spMkLst>
        </pc:spChg>
        <pc:spChg chg="mod">
          <ac:chgData name="Kalagara, Vijaya" userId="b66aa0f1-1604-4161-b753-4146846484c3" providerId="ADAL" clId="{3FECF51C-0821-48A8-AD0F-49F3B4FB252E}" dt="2022-06-30T18:19:27.607" v="1" actId="2711"/>
          <ac:spMkLst>
            <pc:docMk/>
            <pc:sldMk cId="3927171300" sldId="4013"/>
            <ac:spMk id="24" creationId="{7DE8ED9A-34CF-4DEC-A869-01643A334A57}"/>
          </ac:spMkLst>
        </pc:spChg>
        <pc:spChg chg="mod">
          <ac:chgData name="Kalagara, Vijaya" userId="b66aa0f1-1604-4161-b753-4146846484c3" providerId="ADAL" clId="{3FECF51C-0821-48A8-AD0F-49F3B4FB252E}" dt="2022-06-30T18:19:27.607" v="1" actId="2711"/>
          <ac:spMkLst>
            <pc:docMk/>
            <pc:sldMk cId="3927171300" sldId="4013"/>
            <ac:spMk id="25" creationId="{E4A3DBCA-7B3D-4386-814D-58B7DF1159E2}"/>
          </ac:spMkLst>
        </pc:spChg>
        <pc:spChg chg="mod">
          <ac:chgData name="Kalagara, Vijaya" userId="b66aa0f1-1604-4161-b753-4146846484c3" providerId="ADAL" clId="{3FECF51C-0821-48A8-AD0F-49F3B4FB252E}" dt="2022-06-30T18:19:27.607" v="1" actId="2711"/>
          <ac:spMkLst>
            <pc:docMk/>
            <pc:sldMk cId="3927171300" sldId="4013"/>
            <ac:spMk id="26" creationId="{6E4DA83E-E552-4E1F-8253-2E43A502F504}"/>
          </ac:spMkLst>
        </pc:spChg>
        <pc:spChg chg="add mod">
          <ac:chgData name="Kalagara, Vijaya" userId="b66aa0f1-1604-4161-b753-4146846484c3" providerId="ADAL" clId="{3FECF51C-0821-48A8-AD0F-49F3B4FB252E}" dt="2022-06-30T18:30:07.365" v="943" actId="1037"/>
          <ac:spMkLst>
            <pc:docMk/>
            <pc:sldMk cId="3927171300" sldId="4013"/>
            <ac:spMk id="27" creationId="{9043B505-3236-4AAC-9606-56682CBE3021}"/>
          </ac:spMkLst>
        </pc:spChg>
        <pc:grpChg chg="add mod">
          <ac:chgData name="Kalagara, Vijaya" userId="b66aa0f1-1604-4161-b753-4146846484c3" providerId="ADAL" clId="{3FECF51C-0821-48A8-AD0F-49F3B4FB252E}" dt="2022-06-30T18:21:13.151" v="73" actId="1035"/>
          <ac:grpSpMkLst>
            <pc:docMk/>
            <pc:sldMk cId="3927171300" sldId="4013"/>
            <ac:grpSpMk id="7" creationId="{30DCEA9C-0A13-49B9-8039-668AC71B3AD3}"/>
          </ac:grpSpMkLst>
        </pc:grpChg>
      </pc:sldChg>
      <pc:sldChg chg="add">
        <pc:chgData name="Kalagara, Vijaya" userId="b66aa0f1-1604-4161-b753-4146846484c3" providerId="ADAL" clId="{3FECF51C-0821-48A8-AD0F-49F3B4FB252E}" dt="2022-07-02T15:25:15.514" v="962"/>
        <pc:sldMkLst>
          <pc:docMk/>
          <pc:sldMk cId="166138906" sldId="6201"/>
        </pc:sldMkLst>
      </pc:sldChg>
    </pc:docChg>
  </pc:docChgLst>
  <pc:docChgLst>
    <pc:chgData name="Khiroria, Adit" userId="125b7d01-0557-4756-b3b5-aac8221948e3" providerId="ADAL" clId="{685C7AE8-664C-4A7C-A9E8-F890AD37F02A}"/>
    <pc:docChg chg="undo redo custSel modSld">
      <pc:chgData name="Khiroria, Adit" userId="125b7d01-0557-4756-b3b5-aac8221948e3" providerId="ADAL" clId="{685C7AE8-664C-4A7C-A9E8-F890AD37F02A}" dt="2022-07-04T08:33:33.209" v="488" actId="1076"/>
      <pc:docMkLst>
        <pc:docMk/>
      </pc:docMkLst>
      <pc:sldChg chg="addSp delSp modSp mod">
        <pc:chgData name="Khiroria, Adit" userId="125b7d01-0557-4756-b3b5-aac8221948e3" providerId="ADAL" clId="{685C7AE8-664C-4A7C-A9E8-F890AD37F02A}" dt="2022-07-04T08:33:33.209" v="488" actId="1076"/>
        <pc:sldMkLst>
          <pc:docMk/>
          <pc:sldMk cId="1663662808" sldId="3884"/>
        </pc:sldMkLst>
        <pc:spChg chg="mod topLvl">
          <ac:chgData name="Khiroria, Adit" userId="125b7d01-0557-4756-b3b5-aac8221948e3" providerId="ADAL" clId="{685C7AE8-664C-4A7C-A9E8-F890AD37F02A}" dt="2022-07-04T08:32:36.906" v="463" actId="165"/>
          <ac:spMkLst>
            <pc:docMk/>
            <pc:sldMk cId="1663662808" sldId="3884"/>
            <ac:spMk id="121" creationId="{B6206AB4-DA82-4728-8226-4F6E55A6AB30}"/>
          </ac:spMkLst>
        </pc:spChg>
        <pc:spChg chg="mod topLvl">
          <ac:chgData name="Khiroria, Adit" userId="125b7d01-0557-4756-b3b5-aac8221948e3" providerId="ADAL" clId="{685C7AE8-664C-4A7C-A9E8-F890AD37F02A}" dt="2022-07-04T08:32:36.906" v="463" actId="165"/>
          <ac:spMkLst>
            <pc:docMk/>
            <pc:sldMk cId="1663662808" sldId="3884"/>
            <ac:spMk id="122" creationId="{47E6C12C-BF45-48C7-8A26-CCD8EDB0A81D}"/>
          </ac:spMkLst>
        </pc:spChg>
        <pc:spChg chg="mod topLvl">
          <ac:chgData name="Khiroria, Adit" userId="125b7d01-0557-4756-b3b5-aac8221948e3" providerId="ADAL" clId="{685C7AE8-664C-4A7C-A9E8-F890AD37F02A}" dt="2022-07-04T08:32:36.906" v="463" actId="165"/>
          <ac:spMkLst>
            <pc:docMk/>
            <pc:sldMk cId="1663662808" sldId="3884"/>
            <ac:spMk id="123" creationId="{374F9905-67B1-4AA9-8CCC-F1402B0C2AB3}"/>
          </ac:spMkLst>
        </pc:spChg>
        <pc:spChg chg="mod topLvl">
          <ac:chgData name="Khiroria, Adit" userId="125b7d01-0557-4756-b3b5-aac8221948e3" providerId="ADAL" clId="{685C7AE8-664C-4A7C-A9E8-F890AD37F02A}" dt="2022-07-04T08:32:36.906" v="463" actId="165"/>
          <ac:spMkLst>
            <pc:docMk/>
            <pc:sldMk cId="1663662808" sldId="3884"/>
            <ac:spMk id="125" creationId="{BF799A72-87CE-4134-9526-325AA987EFC0}"/>
          </ac:spMkLst>
        </pc:spChg>
        <pc:spChg chg="mod topLvl">
          <ac:chgData name="Khiroria, Adit" userId="125b7d01-0557-4756-b3b5-aac8221948e3" providerId="ADAL" clId="{685C7AE8-664C-4A7C-A9E8-F890AD37F02A}" dt="2022-07-04T08:32:36.906" v="463" actId="165"/>
          <ac:spMkLst>
            <pc:docMk/>
            <pc:sldMk cId="1663662808" sldId="3884"/>
            <ac:spMk id="128" creationId="{31E08851-FF75-4B78-B3B0-BA73FD1B2DF1}"/>
          </ac:spMkLst>
        </pc:spChg>
        <pc:spChg chg="mod topLvl">
          <ac:chgData name="Khiroria, Adit" userId="125b7d01-0557-4756-b3b5-aac8221948e3" providerId="ADAL" clId="{685C7AE8-664C-4A7C-A9E8-F890AD37F02A}" dt="2022-07-04T08:32:36.906" v="463" actId="165"/>
          <ac:spMkLst>
            <pc:docMk/>
            <pc:sldMk cId="1663662808" sldId="3884"/>
            <ac:spMk id="129" creationId="{348687EB-98BF-47CF-9891-831CF82ED793}"/>
          </ac:spMkLst>
        </pc:spChg>
        <pc:spChg chg="mod topLvl">
          <ac:chgData name="Khiroria, Adit" userId="125b7d01-0557-4756-b3b5-aac8221948e3" providerId="ADAL" clId="{685C7AE8-664C-4A7C-A9E8-F890AD37F02A}" dt="2022-07-04T08:32:36.906" v="463" actId="165"/>
          <ac:spMkLst>
            <pc:docMk/>
            <pc:sldMk cId="1663662808" sldId="3884"/>
            <ac:spMk id="130" creationId="{4CD4F541-F796-4A15-BF95-DDAB9ECD3E3F}"/>
          </ac:spMkLst>
        </pc:spChg>
        <pc:spChg chg="mod topLvl">
          <ac:chgData name="Khiroria, Adit" userId="125b7d01-0557-4756-b3b5-aac8221948e3" providerId="ADAL" clId="{685C7AE8-664C-4A7C-A9E8-F890AD37F02A}" dt="2022-07-04T08:32:36.906" v="463" actId="165"/>
          <ac:spMkLst>
            <pc:docMk/>
            <pc:sldMk cId="1663662808" sldId="3884"/>
            <ac:spMk id="133" creationId="{FC978504-65E6-4DD9-998D-FF9538FDAEE7}"/>
          </ac:spMkLst>
        </pc:spChg>
        <pc:spChg chg="mod topLvl">
          <ac:chgData name="Khiroria, Adit" userId="125b7d01-0557-4756-b3b5-aac8221948e3" providerId="ADAL" clId="{685C7AE8-664C-4A7C-A9E8-F890AD37F02A}" dt="2022-07-04T08:32:36.906" v="463" actId="165"/>
          <ac:spMkLst>
            <pc:docMk/>
            <pc:sldMk cId="1663662808" sldId="3884"/>
            <ac:spMk id="136" creationId="{194EF546-EE0F-4B2F-996E-C7990AF8D029}"/>
          </ac:spMkLst>
        </pc:spChg>
        <pc:spChg chg="mod topLvl">
          <ac:chgData name="Khiroria, Adit" userId="125b7d01-0557-4756-b3b5-aac8221948e3" providerId="ADAL" clId="{685C7AE8-664C-4A7C-A9E8-F890AD37F02A}" dt="2022-07-04T08:32:36.906" v="463" actId="165"/>
          <ac:spMkLst>
            <pc:docMk/>
            <pc:sldMk cId="1663662808" sldId="3884"/>
            <ac:spMk id="153" creationId="{B0197742-02E0-497B-A828-C3EC0F49820C}"/>
          </ac:spMkLst>
        </pc:spChg>
        <pc:spChg chg="mod topLvl">
          <ac:chgData name="Khiroria, Adit" userId="125b7d01-0557-4756-b3b5-aac8221948e3" providerId="ADAL" clId="{685C7AE8-664C-4A7C-A9E8-F890AD37F02A}" dt="2022-07-04T08:32:36.906" v="463" actId="165"/>
          <ac:spMkLst>
            <pc:docMk/>
            <pc:sldMk cId="1663662808" sldId="3884"/>
            <ac:spMk id="154" creationId="{899CE587-748A-4879-B23C-415422A481FC}"/>
          </ac:spMkLst>
        </pc:spChg>
        <pc:spChg chg="mod">
          <ac:chgData name="Khiroria, Adit" userId="125b7d01-0557-4756-b3b5-aac8221948e3" providerId="ADAL" clId="{685C7AE8-664C-4A7C-A9E8-F890AD37F02A}" dt="2022-07-04T08:32:36.906" v="463" actId="165"/>
          <ac:spMkLst>
            <pc:docMk/>
            <pc:sldMk cId="1663662808" sldId="3884"/>
            <ac:spMk id="156" creationId="{10EEE181-FAF6-4B25-BD05-B2F371E52F69}"/>
          </ac:spMkLst>
        </pc:spChg>
        <pc:spChg chg="mod">
          <ac:chgData name="Khiroria, Adit" userId="125b7d01-0557-4756-b3b5-aac8221948e3" providerId="ADAL" clId="{685C7AE8-664C-4A7C-A9E8-F890AD37F02A}" dt="2022-07-04T08:32:36.906" v="463" actId="165"/>
          <ac:spMkLst>
            <pc:docMk/>
            <pc:sldMk cId="1663662808" sldId="3884"/>
            <ac:spMk id="157" creationId="{BA01877F-F4BC-4011-A306-2038A67A3E2C}"/>
          </ac:spMkLst>
        </pc:spChg>
        <pc:spChg chg="mod topLvl">
          <ac:chgData name="Khiroria, Adit" userId="125b7d01-0557-4756-b3b5-aac8221948e3" providerId="ADAL" clId="{685C7AE8-664C-4A7C-A9E8-F890AD37F02A}" dt="2022-07-04T08:32:36.906" v="463" actId="165"/>
          <ac:spMkLst>
            <pc:docMk/>
            <pc:sldMk cId="1663662808" sldId="3884"/>
            <ac:spMk id="158" creationId="{C8384978-FC95-4790-9B43-53A5237FC712}"/>
          </ac:spMkLst>
        </pc:spChg>
        <pc:spChg chg="mod topLvl">
          <ac:chgData name="Khiroria, Adit" userId="125b7d01-0557-4756-b3b5-aac8221948e3" providerId="ADAL" clId="{685C7AE8-664C-4A7C-A9E8-F890AD37F02A}" dt="2022-07-04T08:32:36.906" v="463" actId="165"/>
          <ac:spMkLst>
            <pc:docMk/>
            <pc:sldMk cId="1663662808" sldId="3884"/>
            <ac:spMk id="159" creationId="{F57DA56B-8A06-45CC-9038-637D51CE963E}"/>
          </ac:spMkLst>
        </pc:spChg>
        <pc:spChg chg="mod topLvl">
          <ac:chgData name="Khiroria, Adit" userId="125b7d01-0557-4756-b3b5-aac8221948e3" providerId="ADAL" clId="{685C7AE8-664C-4A7C-A9E8-F890AD37F02A}" dt="2022-07-04T08:32:36.906" v="463" actId="165"/>
          <ac:spMkLst>
            <pc:docMk/>
            <pc:sldMk cId="1663662808" sldId="3884"/>
            <ac:spMk id="163" creationId="{FFB9297B-42D2-49D1-992D-0A9B27782BBC}"/>
          </ac:spMkLst>
        </pc:spChg>
        <pc:spChg chg="mod topLvl">
          <ac:chgData name="Khiroria, Adit" userId="125b7d01-0557-4756-b3b5-aac8221948e3" providerId="ADAL" clId="{685C7AE8-664C-4A7C-A9E8-F890AD37F02A}" dt="2022-07-04T08:32:36.906" v="463" actId="165"/>
          <ac:spMkLst>
            <pc:docMk/>
            <pc:sldMk cId="1663662808" sldId="3884"/>
            <ac:spMk id="165" creationId="{9165E861-8FF3-4FC8-A5A3-E8B919837F11}"/>
          </ac:spMkLst>
        </pc:spChg>
        <pc:spChg chg="mod topLvl">
          <ac:chgData name="Khiroria, Adit" userId="125b7d01-0557-4756-b3b5-aac8221948e3" providerId="ADAL" clId="{685C7AE8-664C-4A7C-A9E8-F890AD37F02A}" dt="2022-07-04T08:32:36.906" v="463" actId="165"/>
          <ac:spMkLst>
            <pc:docMk/>
            <pc:sldMk cId="1663662808" sldId="3884"/>
            <ac:spMk id="167" creationId="{62248CB7-4887-4A29-BD0B-C9B718695546}"/>
          </ac:spMkLst>
        </pc:spChg>
        <pc:spChg chg="mod topLvl">
          <ac:chgData name="Khiroria, Adit" userId="125b7d01-0557-4756-b3b5-aac8221948e3" providerId="ADAL" clId="{685C7AE8-664C-4A7C-A9E8-F890AD37F02A}" dt="2022-07-04T08:32:36.906" v="463" actId="165"/>
          <ac:spMkLst>
            <pc:docMk/>
            <pc:sldMk cId="1663662808" sldId="3884"/>
            <ac:spMk id="168" creationId="{5773F202-088F-45EB-8B2B-8C48C82B9476}"/>
          </ac:spMkLst>
        </pc:spChg>
        <pc:spChg chg="mod topLvl">
          <ac:chgData name="Khiroria, Adit" userId="125b7d01-0557-4756-b3b5-aac8221948e3" providerId="ADAL" clId="{685C7AE8-664C-4A7C-A9E8-F890AD37F02A}" dt="2022-07-04T08:32:36.906" v="463" actId="165"/>
          <ac:spMkLst>
            <pc:docMk/>
            <pc:sldMk cId="1663662808" sldId="3884"/>
            <ac:spMk id="169" creationId="{252367F7-A341-4A3D-B791-6F2087019489}"/>
          </ac:spMkLst>
        </pc:spChg>
        <pc:spChg chg="mod topLvl">
          <ac:chgData name="Khiroria, Adit" userId="125b7d01-0557-4756-b3b5-aac8221948e3" providerId="ADAL" clId="{685C7AE8-664C-4A7C-A9E8-F890AD37F02A}" dt="2022-07-04T08:32:36.906" v="463" actId="165"/>
          <ac:spMkLst>
            <pc:docMk/>
            <pc:sldMk cId="1663662808" sldId="3884"/>
            <ac:spMk id="170" creationId="{DAC9575C-2558-45CE-B61B-DC048B2255E0}"/>
          </ac:spMkLst>
        </pc:spChg>
        <pc:spChg chg="mod">
          <ac:chgData name="Khiroria, Adit" userId="125b7d01-0557-4756-b3b5-aac8221948e3" providerId="ADAL" clId="{685C7AE8-664C-4A7C-A9E8-F890AD37F02A}" dt="2022-07-04T08:32:36.906" v="463" actId="165"/>
          <ac:spMkLst>
            <pc:docMk/>
            <pc:sldMk cId="1663662808" sldId="3884"/>
            <ac:spMk id="172" creationId="{F2D67F7B-80B9-4FDE-9A12-8E437B2BE213}"/>
          </ac:spMkLst>
        </pc:spChg>
        <pc:spChg chg="mod">
          <ac:chgData name="Khiroria, Adit" userId="125b7d01-0557-4756-b3b5-aac8221948e3" providerId="ADAL" clId="{685C7AE8-664C-4A7C-A9E8-F890AD37F02A}" dt="2022-07-04T08:32:36.906" v="463" actId="165"/>
          <ac:spMkLst>
            <pc:docMk/>
            <pc:sldMk cId="1663662808" sldId="3884"/>
            <ac:spMk id="175" creationId="{01D111B6-B84E-4D9C-A846-D0CF382DB737}"/>
          </ac:spMkLst>
        </pc:spChg>
        <pc:spChg chg="mod topLvl">
          <ac:chgData name="Khiroria, Adit" userId="125b7d01-0557-4756-b3b5-aac8221948e3" providerId="ADAL" clId="{685C7AE8-664C-4A7C-A9E8-F890AD37F02A}" dt="2022-07-04T08:32:36.906" v="463" actId="165"/>
          <ac:spMkLst>
            <pc:docMk/>
            <pc:sldMk cId="1663662808" sldId="3884"/>
            <ac:spMk id="179" creationId="{48A19324-88B2-4215-8AED-6ED3D2C5C2E5}"/>
          </ac:spMkLst>
        </pc:spChg>
        <pc:spChg chg="mod topLvl">
          <ac:chgData name="Khiroria, Adit" userId="125b7d01-0557-4756-b3b5-aac8221948e3" providerId="ADAL" clId="{685C7AE8-664C-4A7C-A9E8-F890AD37F02A}" dt="2022-07-04T08:32:36.906" v="463" actId="165"/>
          <ac:spMkLst>
            <pc:docMk/>
            <pc:sldMk cId="1663662808" sldId="3884"/>
            <ac:spMk id="182" creationId="{E880B4AB-1464-4565-B537-DBF816A8695B}"/>
          </ac:spMkLst>
        </pc:spChg>
        <pc:spChg chg="mod topLvl">
          <ac:chgData name="Khiroria, Adit" userId="125b7d01-0557-4756-b3b5-aac8221948e3" providerId="ADAL" clId="{685C7AE8-664C-4A7C-A9E8-F890AD37F02A}" dt="2022-07-04T08:33:33.209" v="488" actId="1076"/>
          <ac:spMkLst>
            <pc:docMk/>
            <pc:sldMk cId="1663662808" sldId="3884"/>
            <ac:spMk id="184" creationId="{B4682380-451C-40F6-8FB1-2F65451BB65E}"/>
          </ac:spMkLst>
        </pc:spChg>
        <pc:grpChg chg="add del mod">
          <ac:chgData name="Khiroria, Adit" userId="125b7d01-0557-4756-b3b5-aac8221948e3" providerId="ADAL" clId="{685C7AE8-664C-4A7C-A9E8-F890AD37F02A}" dt="2022-07-04T08:32:36.906" v="463" actId="165"/>
          <ac:grpSpMkLst>
            <pc:docMk/>
            <pc:sldMk cId="1663662808" sldId="3884"/>
            <ac:grpSpMk id="2" creationId="{431AE979-2FE5-4C8D-8CE4-7AD406A43AD9}"/>
          </ac:grpSpMkLst>
        </pc:grpChg>
        <pc:grpChg chg="mod topLvl">
          <ac:chgData name="Khiroria, Adit" userId="125b7d01-0557-4756-b3b5-aac8221948e3" providerId="ADAL" clId="{685C7AE8-664C-4A7C-A9E8-F890AD37F02A}" dt="2022-07-04T08:32:36.906" v="463" actId="165"/>
          <ac:grpSpMkLst>
            <pc:docMk/>
            <pc:sldMk cId="1663662808" sldId="3884"/>
            <ac:grpSpMk id="155" creationId="{94846170-F352-4432-A286-CC5634FE9DD6}"/>
          </ac:grpSpMkLst>
        </pc:grpChg>
        <pc:grpChg chg="mod topLvl">
          <ac:chgData name="Khiroria, Adit" userId="125b7d01-0557-4756-b3b5-aac8221948e3" providerId="ADAL" clId="{685C7AE8-664C-4A7C-A9E8-F890AD37F02A}" dt="2022-07-04T08:32:36.906" v="463" actId="165"/>
          <ac:grpSpMkLst>
            <pc:docMk/>
            <pc:sldMk cId="1663662808" sldId="3884"/>
            <ac:grpSpMk id="171" creationId="{97CBDE7A-E39C-4F1C-9068-FFAC71E1B617}"/>
          </ac:grpSpMkLst>
        </pc:grpChg>
        <pc:grpChg chg="mod topLvl">
          <ac:chgData name="Khiroria, Adit" userId="125b7d01-0557-4756-b3b5-aac8221948e3" providerId="ADAL" clId="{685C7AE8-664C-4A7C-A9E8-F890AD37F02A}" dt="2022-07-04T08:32:36.906" v="463" actId="165"/>
          <ac:grpSpMkLst>
            <pc:docMk/>
            <pc:sldMk cId="1663662808" sldId="3884"/>
            <ac:grpSpMk id="174" creationId="{98E8E2B9-4F37-4EAE-9612-60DE0BEA2C0F}"/>
          </ac:grpSpMkLst>
        </pc:grpChg>
        <pc:picChg chg="mod topLvl">
          <ac:chgData name="Khiroria, Adit" userId="125b7d01-0557-4756-b3b5-aac8221948e3" providerId="ADAL" clId="{685C7AE8-664C-4A7C-A9E8-F890AD37F02A}" dt="2022-07-04T08:32:36.906" v="463" actId="165"/>
          <ac:picMkLst>
            <pc:docMk/>
            <pc:sldMk cId="1663662808" sldId="3884"/>
            <ac:picMk id="152" creationId="{6BAC13E1-E527-4D5F-BC97-3AC37D4AA7D2}"/>
          </ac:picMkLst>
        </pc:picChg>
        <pc:picChg chg="mod topLvl">
          <ac:chgData name="Khiroria, Adit" userId="125b7d01-0557-4756-b3b5-aac8221948e3" providerId="ADAL" clId="{685C7AE8-664C-4A7C-A9E8-F890AD37F02A}" dt="2022-07-04T08:32:36.906" v="463" actId="165"/>
          <ac:picMkLst>
            <pc:docMk/>
            <pc:sldMk cId="1663662808" sldId="3884"/>
            <ac:picMk id="160" creationId="{F7C5C2A0-3157-4059-A515-7C4897A735B7}"/>
          </ac:picMkLst>
        </pc:picChg>
        <pc:picChg chg="mod topLvl">
          <ac:chgData name="Khiroria, Adit" userId="125b7d01-0557-4756-b3b5-aac8221948e3" providerId="ADAL" clId="{685C7AE8-664C-4A7C-A9E8-F890AD37F02A}" dt="2022-07-04T08:32:36.906" v="463" actId="165"/>
          <ac:picMkLst>
            <pc:docMk/>
            <pc:sldMk cId="1663662808" sldId="3884"/>
            <ac:picMk id="161" creationId="{745B9A47-37FC-4308-A8BA-5B1950B50D92}"/>
          </ac:picMkLst>
        </pc:picChg>
        <pc:picChg chg="mod topLvl">
          <ac:chgData name="Khiroria, Adit" userId="125b7d01-0557-4756-b3b5-aac8221948e3" providerId="ADAL" clId="{685C7AE8-664C-4A7C-A9E8-F890AD37F02A}" dt="2022-07-04T08:32:36.906" v="463" actId="165"/>
          <ac:picMkLst>
            <pc:docMk/>
            <pc:sldMk cId="1663662808" sldId="3884"/>
            <ac:picMk id="162" creationId="{7715C6C6-6A0F-4E13-8957-0FE95D4FD360}"/>
          </ac:picMkLst>
        </pc:picChg>
        <pc:picChg chg="mod">
          <ac:chgData name="Khiroria, Adit" userId="125b7d01-0557-4756-b3b5-aac8221948e3" providerId="ADAL" clId="{685C7AE8-664C-4A7C-A9E8-F890AD37F02A}" dt="2022-07-04T08:32:36.906" v="463" actId="165"/>
          <ac:picMkLst>
            <pc:docMk/>
            <pc:sldMk cId="1663662808" sldId="3884"/>
            <ac:picMk id="173" creationId="{27137A7F-C1AD-4473-BC61-AF2A8D4F217C}"/>
          </ac:picMkLst>
        </pc:picChg>
        <pc:picChg chg="mod">
          <ac:chgData name="Khiroria, Adit" userId="125b7d01-0557-4756-b3b5-aac8221948e3" providerId="ADAL" clId="{685C7AE8-664C-4A7C-A9E8-F890AD37F02A}" dt="2022-07-04T08:32:36.906" v="463" actId="165"/>
          <ac:picMkLst>
            <pc:docMk/>
            <pc:sldMk cId="1663662808" sldId="3884"/>
            <ac:picMk id="176" creationId="{213BC93C-E3DC-446F-8BC1-EE36A1891033}"/>
          </ac:picMkLst>
        </pc:picChg>
        <pc:picChg chg="mod topLvl">
          <ac:chgData name="Khiroria, Adit" userId="125b7d01-0557-4756-b3b5-aac8221948e3" providerId="ADAL" clId="{685C7AE8-664C-4A7C-A9E8-F890AD37F02A}" dt="2022-07-04T08:32:36.906" v="463" actId="165"/>
          <ac:picMkLst>
            <pc:docMk/>
            <pc:sldMk cId="1663662808" sldId="3884"/>
            <ac:picMk id="178" creationId="{BE2FBF24-1357-40CD-9D40-94679B3EDD59}"/>
          </ac:picMkLst>
        </pc:picChg>
        <pc:picChg chg="mod topLvl">
          <ac:chgData name="Khiroria, Adit" userId="125b7d01-0557-4756-b3b5-aac8221948e3" providerId="ADAL" clId="{685C7AE8-664C-4A7C-A9E8-F890AD37F02A}" dt="2022-07-04T08:32:36.906" v="463" actId="165"/>
          <ac:picMkLst>
            <pc:docMk/>
            <pc:sldMk cId="1663662808" sldId="3884"/>
            <ac:picMk id="180" creationId="{579348D2-BB1F-4193-9DC3-6E1A489CF76B}"/>
          </ac:picMkLst>
        </pc:picChg>
        <pc:picChg chg="mod topLvl">
          <ac:chgData name="Khiroria, Adit" userId="125b7d01-0557-4756-b3b5-aac8221948e3" providerId="ADAL" clId="{685C7AE8-664C-4A7C-A9E8-F890AD37F02A}" dt="2022-07-04T08:32:36.906" v="463" actId="165"/>
          <ac:picMkLst>
            <pc:docMk/>
            <pc:sldMk cId="1663662808" sldId="3884"/>
            <ac:picMk id="181" creationId="{F1E78598-BEF3-46B5-A2F3-5A1DC3A8C8C3}"/>
          </ac:picMkLst>
        </pc:picChg>
        <pc:picChg chg="mod topLvl">
          <ac:chgData name="Khiroria, Adit" userId="125b7d01-0557-4756-b3b5-aac8221948e3" providerId="ADAL" clId="{685C7AE8-664C-4A7C-A9E8-F890AD37F02A}" dt="2022-07-04T08:32:36.906" v="463" actId="165"/>
          <ac:picMkLst>
            <pc:docMk/>
            <pc:sldMk cId="1663662808" sldId="3884"/>
            <ac:picMk id="183" creationId="{CD6A3097-4152-47DA-BC43-7D7106733C66}"/>
          </ac:picMkLst>
        </pc:picChg>
        <pc:cxnChg chg="mod topLvl">
          <ac:chgData name="Khiroria, Adit" userId="125b7d01-0557-4756-b3b5-aac8221948e3" providerId="ADAL" clId="{685C7AE8-664C-4A7C-A9E8-F890AD37F02A}" dt="2022-07-04T08:32:36.906" v="463" actId="165"/>
          <ac:cxnSpMkLst>
            <pc:docMk/>
            <pc:sldMk cId="1663662808" sldId="3884"/>
            <ac:cxnSpMk id="120" creationId="{CC4F1120-07D8-460D-B596-74B7D6824FD9}"/>
          </ac:cxnSpMkLst>
        </pc:cxnChg>
        <pc:cxnChg chg="mod topLvl">
          <ac:chgData name="Khiroria, Adit" userId="125b7d01-0557-4756-b3b5-aac8221948e3" providerId="ADAL" clId="{685C7AE8-664C-4A7C-A9E8-F890AD37F02A}" dt="2022-07-04T08:32:36.906" v="463" actId="165"/>
          <ac:cxnSpMkLst>
            <pc:docMk/>
            <pc:sldMk cId="1663662808" sldId="3884"/>
            <ac:cxnSpMk id="164" creationId="{F50257B5-F725-49C8-8A26-6D9B5B30B3C0}"/>
          </ac:cxnSpMkLst>
        </pc:cxnChg>
        <pc:cxnChg chg="mod topLvl">
          <ac:chgData name="Khiroria, Adit" userId="125b7d01-0557-4756-b3b5-aac8221948e3" providerId="ADAL" clId="{685C7AE8-664C-4A7C-A9E8-F890AD37F02A}" dt="2022-07-04T08:32:36.906" v="463" actId="165"/>
          <ac:cxnSpMkLst>
            <pc:docMk/>
            <pc:sldMk cId="1663662808" sldId="3884"/>
            <ac:cxnSpMk id="166" creationId="{A65C0A46-9C2A-4048-8109-9D8F11638916}"/>
          </ac:cxnSpMkLst>
        </pc:cxnChg>
      </pc:sldChg>
    </pc:docChg>
  </pc:docChgLst>
  <pc:docChgLst>
    <pc:chgData name="Lal, Harshita" userId="e573156b-5431-42dd-8837-da3cd2646097" providerId="ADAL" clId="{4A476B8B-C296-41F0-9DE3-FD42D7AEC8C0}"/>
    <pc:docChg chg="undo custSel addSld delSld modSld">
      <pc:chgData name="Lal, Harshita" userId="e573156b-5431-42dd-8837-da3cd2646097" providerId="ADAL" clId="{4A476B8B-C296-41F0-9DE3-FD42D7AEC8C0}" dt="2022-07-01T12:41:43.330" v="792" actId="47"/>
      <pc:docMkLst>
        <pc:docMk/>
      </pc:docMkLst>
      <pc:sldChg chg="modSp add mod">
        <pc:chgData name="Lal, Harshita" userId="e573156b-5431-42dd-8837-da3cd2646097" providerId="ADAL" clId="{4A476B8B-C296-41F0-9DE3-FD42D7AEC8C0}" dt="2022-07-01T12:41:32.177" v="790" actId="20577"/>
        <pc:sldMkLst>
          <pc:docMk/>
          <pc:sldMk cId="0" sldId="260"/>
        </pc:sldMkLst>
        <pc:spChg chg="mod">
          <ac:chgData name="Lal, Harshita" userId="e573156b-5431-42dd-8837-da3cd2646097" providerId="ADAL" clId="{4A476B8B-C296-41F0-9DE3-FD42D7AEC8C0}" dt="2022-07-01T12:41:32.177" v="790" actId="20577"/>
          <ac:spMkLst>
            <pc:docMk/>
            <pc:sldMk cId="0" sldId="260"/>
            <ac:spMk id="116" creationId="{1FD062D3-F81F-43B5-9B0A-D9AB85B2D726}"/>
          </ac:spMkLst>
        </pc:spChg>
      </pc:sldChg>
      <pc:sldChg chg="modSp mod">
        <pc:chgData name="Lal, Harshita" userId="e573156b-5431-42dd-8837-da3cd2646097" providerId="ADAL" clId="{4A476B8B-C296-41F0-9DE3-FD42D7AEC8C0}" dt="2022-06-30T05:31:26.416" v="1" actId="5793"/>
        <pc:sldMkLst>
          <pc:docMk/>
          <pc:sldMk cId="1186650502" sldId="3986"/>
        </pc:sldMkLst>
        <pc:graphicFrameChg chg="modGraphic">
          <ac:chgData name="Lal, Harshita" userId="e573156b-5431-42dd-8837-da3cd2646097" providerId="ADAL" clId="{4A476B8B-C296-41F0-9DE3-FD42D7AEC8C0}" dt="2022-06-30T05:31:26.416" v="1" actId="5793"/>
          <ac:graphicFrameMkLst>
            <pc:docMk/>
            <pc:sldMk cId="1186650502" sldId="3986"/>
            <ac:graphicFrameMk id="4" creationId="{0D3E0BFC-B3EC-4D3D-96B4-A257FC0B1C11}"/>
          </ac:graphicFrameMkLst>
        </pc:graphicFrameChg>
      </pc:sldChg>
      <pc:sldChg chg="del">
        <pc:chgData name="Lal, Harshita" userId="e573156b-5431-42dd-8837-da3cd2646097" providerId="ADAL" clId="{4A476B8B-C296-41F0-9DE3-FD42D7AEC8C0}" dt="2022-07-01T12:39:52.099" v="711" actId="47"/>
        <pc:sldMkLst>
          <pc:docMk/>
          <pc:sldMk cId="3630096880" sldId="4008"/>
        </pc:sldMkLst>
      </pc:sldChg>
      <pc:sldChg chg="add del">
        <pc:chgData name="Lal, Harshita" userId="e573156b-5431-42dd-8837-da3cd2646097" providerId="ADAL" clId="{4A476B8B-C296-41F0-9DE3-FD42D7AEC8C0}" dt="2022-07-01T12:41:43.330" v="792" actId="47"/>
        <pc:sldMkLst>
          <pc:docMk/>
          <pc:sldMk cId="1707497288" sldId="4010"/>
        </pc:sldMkLst>
      </pc:sldChg>
      <pc:sldChg chg="modSp add mod">
        <pc:chgData name="Lal, Harshita" userId="e573156b-5431-42dd-8837-da3cd2646097" providerId="ADAL" clId="{4A476B8B-C296-41F0-9DE3-FD42D7AEC8C0}" dt="2022-06-30T10:19:04.921" v="709" actId="20577"/>
        <pc:sldMkLst>
          <pc:docMk/>
          <pc:sldMk cId="1313580258" sldId="4044"/>
        </pc:sldMkLst>
        <pc:spChg chg="mod">
          <ac:chgData name="Lal, Harshita" userId="e573156b-5431-42dd-8837-da3cd2646097" providerId="ADAL" clId="{4A476B8B-C296-41F0-9DE3-FD42D7AEC8C0}" dt="2022-06-30T05:33:30.611" v="25" actId="20577"/>
          <ac:spMkLst>
            <pc:docMk/>
            <pc:sldMk cId="1313580258" sldId="4044"/>
            <ac:spMk id="3" creationId="{E303F832-A0D8-4E61-A7C4-B3015B3AADCE}"/>
          </ac:spMkLst>
        </pc:spChg>
        <pc:graphicFrameChg chg="modGraphic">
          <ac:chgData name="Lal, Harshita" userId="e573156b-5431-42dd-8837-da3cd2646097" providerId="ADAL" clId="{4A476B8B-C296-41F0-9DE3-FD42D7AEC8C0}" dt="2022-06-30T10:19:04.921" v="709" actId="20577"/>
          <ac:graphicFrameMkLst>
            <pc:docMk/>
            <pc:sldMk cId="1313580258" sldId="4044"/>
            <ac:graphicFrameMk id="4" creationId="{0D3E0BFC-B3EC-4D3D-96B4-A257FC0B1C11}"/>
          </ac:graphicFrameMkLst>
        </pc:graphicFrameChg>
      </pc:sldChg>
      <pc:sldChg chg="add">
        <pc:chgData name="Lal, Harshita" userId="e573156b-5431-42dd-8837-da3cd2646097" providerId="ADAL" clId="{4A476B8B-C296-41F0-9DE3-FD42D7AEC8C0}" dt="2022-07-01T12:39:41.155" v="710"/>
        <pc:sldMkLst>
          <pc:docMk/>
          <pc:sldMk cId="2840196612" sldId="6189"/>
        </pc:sldMkLst>
      </pc:sldChg>
      <pc:sldChg chg="add del">
        <pc:chgData name="Lal, Harshita" userId="e573156b-5431-42dd-8837-da3cd2646097" providerId="ADAL" clId="{4A476B8B-C296-41F0-9DE3-FD42D7AEC8C0}" dt="2022-07-01T12:40:20.094" v="712" actId="47"/>
        <pc:sldMkLst>
          <pc:docMk/>
          <pc:sldMk cId="2690152228" sldId="6190"/>
        </pc:sldMkLst>
      </pc:sldChg>
    </pc:docChg>
  </pc:docChgLst>
  <pc:docChgLst>
    <pc:chgData name="Sahu, Tarun" userId="34c9ff64-5c29-4520-bcfa-4d02091bfc33" providerId="ADAL" clId="{5B196EE5-EBA0-49EA-8801-701B36FB9B5A}"/>
    <pc:docChg chg="custSel modSld">
      <pc:chgData name="Sahu, Tarun" userId="34c9ff64-5c29-4520-bcfa-4d02091bfc33" providerId="ADAL" clId="{5B196EE5-EBA0-49EA-8801-701B36FB9B5A}" dt="2022-07-05T18:33:25.963" v="114" actId="20577"/>
      <pc:docMkLst>
        <pc:docMk/>
      </pc:docMkLst>
      <pc:sldChg chg="modSp mod">
        <pc:chgData name="Sahu, Tarun" userId="34c9ff64-5c29-4520-bcfa-4d02091bfc33" providerId="ADAL" clId="{5B196EE5-EBA0-49EA-8801-701B36FB9B5A}" dt="2022-07-05T18:33:25.963" v="114" actId="20577"/>
        <pc:sldMkLst>
          <pc:docMk/>
          <pc:sldMk cId="587108178" sldId="6240"/>
        </pc:sldMkLst>
        <pc:graphicFrameChg chg="modGraphic">
          <ac:chgData name="Sahu, Tarun" userId="34c9ff64-5c29-4520-bcfa-4d02091bfc33" providerId="ADAL" clId="{5B196EE5-EBA0-49EA-8801-701B36FB9B5A}" dt="2022-07-05T18:33:25.963" v="114" actId="20577"/>
          <ac:graphicFrameMkLst>
            <pc:docMk/>
            <pc:sldMk cId="587108178" sldId="6240"/>
            <ac:graphicFrameMk id="70" creationId="{A5607D2C-9A90-403F-9D7B-D5A60DFC328A}"/>
          </ac:graphicFrameMkLst>
        </pc:graphicFrameChg>
      </pc:sldChg>
      <pc:sldChg chg="modSp mod">
        <pc:chgData name="Sahu, Tarun" userId="34c9ff64-5c29-4520-bcfa-4d02091bfc33" providerId="ADAL" clId="{5B196EE5-EBA0-49EA-8801-701B36FB9B5A}" dt="2022-07-05T18:31:31.218" v="112" actId="207"/>
        <pc:sldMkLst>
          <pc:docMk/>
          <pc:sldMk cId="3415673890" sldId="6241"/>
        </pc:sldMkLst>
        <pc:graphicFrameChg chg="mod modGraphic">
          <ac:chgData name="Sahu, Tarun" userId="34c9ff64-5c29-4520-bcfa-4d02091bfc33" providerId="ADAL" clId="{5B196EE5-EBA0-49EA-8801-701B36FB9B5A}" dt="2022-07-05T18:31:31.218" v="112" actId="207"/>
          <ac:graphicFrameMkLst>
            <pc:docMk/>
            <pc:sldMk cId="3415673890" sldId="6241"/>
            <ac:graphicFrameMk id="6" creationId="{F2997122-C0B1-4816-9C29-107D78612FB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F5C63F-F789-427A-9AA7-7711DDC9A3FB}" type="doc">
      <dgm:prSet loTypeId="urn:microsoft.com/office/officeart/2011/layout/CircleProcess" loCatId="process" qsTypeId="urn:microsoft.com/office/officeart/2005/8/quickstyle/3d4" qsCatId="3D" csTypeId="urn:microsoft.com/office/officeart/2005/8/colors/colorful4" csCatId="colorful" phldr="1"/>
      <dgm:spPr/>
      <dgm:t>
        <a:bodyPr/>
        <a:lstStyle/>
        <a:p>
          <a:endParaRPr lang="en-US"/>
        </a:p>
      </dgm:t>
    </dgm:pt>
    <dgm:pt modelId="{6ECEB462-7DA1-497E-B3DC-0EA08DF5C904}">
      <dgm:prSet phldrT="[Text]" custT="1"/>
      <dgm:spPr/>
      <dgm:t>
        <a:bodyPr/>
        <a:lstStyle/>
        <a:p>
          <a:pPr algn="l"/>
          <a:r>
            <a:rPr lang="en-US" sz="1300" b="1" dirty="0"/>
            <a:t>Real-time Information</a:t>
          </a:r>
        </a:p>
        <a:p>
          <a:pPr algn="just"/>
          <a:r>
            <a:rPr lang="en-US" sz="1300" b="0" i="0" dirty="0"/>
            <a:t>Real-time billing information allows utilities to implement dynamic pricing and demand response programs.</a:t>
          </a:r>
          <a:endParaRPr lang="en-US" sz="1300" dirty="0"/>
        </a:p>
      </dgm:t>
    </dgm:pt>
    <dgm:pt modelId="{00F9B184-198B-4FF1-9F50-A7747EB40C8C}" type="parTrans" cxnId="{F695C923-AB47-42C2-8D11-0E106ECDBC13}">
      <dgm:prSet/>
      <dgm:spPr/>
      <dgm:t>
        <a:bodyPr/>
        <a:lstStyle/>
        <a:p>
          <a:endParaRPr lang="en-US"/>
        </a:p>
      </dgm:t>
    </dgm:pt>
    <dgm:pt modelId="{D9F9B5B3-D97D-47DC-9EBB-F022FF3FDD2E}" type="sibTrans" cxnId="{F695C923-AB47-42C2-8D11-0E106ECDBC13}">
      <dgm:prSet/>
      <dgm:spPr/>
      <dgm:t>
        <a:bodyPr/>
        <a:lstStyle/>
        <a:p>
          <a:endParaRPr lang="en-US"/>
        </a:p>
      </dgm:t>
    </dgm:pt>
    <dgm:pt modelId="{D5AB4A5B-B500-4E7A-A124-6F4C3233C33E}">
      <dgm:prSet phldrT="[Text]" custT="1"/>
      <dgm:spPr/>
      <dgm:t>
        <a:bodyPr/>
        <a:lstStyle/>
        <a:p>
          <a:pPr algn="just"/>
          <a:r>
            <a:rPr lang="en-US" sz="1300" b="1" i="0" dirty="0"/>
            <a:t>Increased System Awareness</a:t>
          </a:r>
          <a:endParaRPr lang="en-US" sz="1300" b="1" dirty="0"/>
        </a:p>
        <a:p>
          <a:pPr algn="just"/>
          <a:r>
            <a:rPr lang="en-US" sz="1300" b="0" i="0" dirty="0"/>
            <a:t>Instant detection of outage or a fault. Through regular flow of information, utilities can make informed decisions better</a:t>
          </a:r>
          <a:endParaRPr lang="en-US" sz="1300" dirty="0"/>
        </a:p>
      </dgm:t>
    </dgm:pt>
    <dgm:pt modelId="{1ADF3D6A-5E10-4657-A0E7-653EF0E38742}" type="parTrans" cxnId="{FEB60C58-6C93-4688-B2A1-96DE1013D843}">
      <dgm:prSet/>
      <dgm:spPr/>
      <dgm:t>
        <a:bodyPr/>
        <a:lstStyle/>
        <a:p>
          <a:endParaRPr lang="en-US"/>
        </a:p>
      </dgm:t>
    </dgm:pt>
    <dgm:pt modelId="{C37317A0-2E84-4DCA-92F0-4270B7C65F4C}" type="sibTrans" cxnId="{FEB60C58-6C93-4688-B2A1-96DE1013D843}">
      <dgm:prSet/>
      <dgm:spPr/>
      <dgm:t>
        <a:bodyPr/>
        <a:lstStyle/>
        <a:p>
          <a:endParaRPr lang="en-US"/>
        </a:p>
      </dgm:t>
    </dgm:pt>
    <dgm:pt modelId="{8476C4D7-570A-4169-AFB5-F0BAF739188E}">
      <dgm:prSet phldrT="[Text]" custT="1"/>
      <dgm:spPr/>
      <dgm:t>
        <a:bodyPr anchor="ctr"/>
        <a:lstStyle/>
        <a:p>
          <a:pPr algn="ctr"/>
          <a:r>
            <a:rPr lang="en-US" sz="1300" b="1" i="0" dirty="0"/>
            <a:t>Cost savings</a:t>
          </a:r>
        </a:p>
        <a:p>
          <a:pPr algn="just"/>
          <a:r>
            <a:rPr lang="en-US" sz="1300" b="0" i="0" dirty="0"/>
            <a:t>This allows optimum allocation of human resources.</a:t>
          </a:r>
        </a:p>
        <a:p>
          <a:pPr algn="just"/>
          <a:r>
            <a:rPr lang="en-US" sz="1300" b="0" i="0" dirty="0"/>
            <a:t>Further, this helps improving Billing efficiency and overall AT&amp;C losses, thus reducing the ACS-ARR gap </a:t>
          </a:r>
          <a:endParaRPr lang="en-US" sz="1300" dirty="0"/>
        </a:p>
      </dgm:t>
    </dgm:pt>
    <dgm:pt modelId="{3AA78468-EB36-4A52-8B4D-555ECB608819}" type="parTrans" cxnId="{1E42814A-7A5A-487E-9069-5DFEC05840A2}">
      <dgm:prSet/>
      <dgm:spPr/>
      <dgm:t>
        <a:bodyPr/>
        <a:lstStyle/>
        <a:p>
          <a:endParaRPr lang="en-US"/>
        </a:p>
      </dgm:t>
    </dgm:pt>
    <dgm:pt modelId="{D8C0C9D5-E11C-4687-9746-83E6CEDBFC51}" type="sibTrans" cxnId="{1E42814A-7A5A-487E-9069-5DFEC05840A2}">
      <dgm:prSet/>
      <dgm:spPr/>
      <dgm:t>
        <a:bodyPr/>
        <a:lstStyle/>
        <a:p>
          <a:endParaRPr lang="en-US"/>
        </a:p>
      </dgm:t>
    </dgm:pt>
    <dgm:pt modelId="{FBBA11CD-D35E-43FB-A89B-50124C02F98C}" type="pres">
      <dgm:prSet presAssocID="{EEF5C63F-F789-427A-9AA7-7711DDC9A3FB}" presName="Name0" presStyleCnt="0">
        <dgm:presLayoutVars>
          <dgm:chMax val="11"/>
          <dgm:chPref val="11"/>
          <dgm:dir/>
          <dgm:resizeHandles/>
        </dgm:presLayoutVars>
      </dgm:prSet>
      <dgm:spPr/>
    </dgm:pt>
    <dgm:pt modelId="{5C0A902D-2057-461E-9144-544DB73C2412}" type="pres">
      <dgm:prSet presAssocID="{8476C4D7-570A-4169-AFB5-F0BAF739188E}" presName="Accent3" presStyleCnt="0"/>
      <dgm:spPr/>
    </dgm:pt>
    <dgm:pt modelId="{714BEE28-6B14-49E5-BBB0-1C9D6B834AAF}" type="pres">
      <dgm:prSet presAssocID="{8476C4D7-570A-4169-AFB5-F0BAF739188E}" presName="Accent" presStyleLbl="node1" presStyleIdx="0" presStyleCnt="3"/>
      <dgm:spPr/>
    </dgm:pt>
    <dgm:pt modelId="{E07F5188-3B35-46A7-87DD-1E1B6CA526CA}" type="pres">
      <dgm:prSet presAssocID="{8476C4D7-570A-4169-AFB5-F0BAF739188E}" presName="ParentBackground3" presStyleCnt="0"/>
      <dgm:spPr/>
    </dgm:pt>
    <dgm:pt modelId="{31F7FE53-01E4-4F5B-A45E-EDCB61D97827}" type="pres">
      <dgm:prSet presAssocID="{8476C4D7-570A-4169-AFB5-F0BAF739188E}" presName="ParentBackground" presStyleLbl="fgAcc1" presStyleIdx="0" presStyleCnt="3"/>
      <dgm:spPr/>
    </dgm:pt>
    <dgm:pt modelId="{2663BBDE-A848-417B-8E5A-C2231CDAB745}" type="pres">
      <dgm:prSet presAssocID="{8476C4D7-570A-4169-AFB5-F0BAF739188E}" presName="Parent3" presStyleLbl="revTx" presStyleIdx="0" presStyleCnt="0">
        <dgm:presLayoutVars>
          <dgm:chMax val="1"/>
          <dgm:chPref val="1"/>
          <dgm:bulletEnabled val="1"/>
        </dgm:presLayoutVars>
      </dgm:prSet>
      <dgm:spPr/>
    </dgm:pt>
    <dgm:pt modelId="{84BDBE70-4786-4D33-B0CD-25D7A792B64C}" type="pres">
      <dgm:prSet presAssocID="{D5AB4A5B-B500-4E7A-A124-6F4C3233C33E}" presName="Accent2" presStyleCnt="0"/>
      <dgm:spPr/>
    </dgm:pt>
    <dgm:pt modelId="{1BF33C12-C1DE-44CF-84A9-359303C6D37C}" type="pres">
      <dgm:prSet presAssocID="{D5AB4A5B-B500-4E7A-A124-6F4C3233C33E}" presName="Accent" presStyleLbl="node1" presStyleIdx="1" presStyleCnt="3"/>
      <dgm:spPr/>
    </dgm:pt>
    <dgm:pt modelId="{1F3B6A88-4577-4B60-8634-6928E1EF71B1}" type="pres">
      <dgm:prSet presAssocID="{D5AB4A5B-B500-4E7A-A124-6F4C3233C33E}" presName="ParentBackground2" presStyleCnt="0"/>
      <dgm:spPr/>
    </dgm:pt>
    <dgm:pt modelId="{D52880F6-5649-4691-84F1-71D5AD3D062C}" type="pres">
      <dgm:prSet presAssocID="{D5AB4A5B-B500-4E7A-A124-6F4C3233C33E}" presName="ParentBackground" presStyleLbl="fgAcc1" presStyleIdx="1" presStyleCnt="3"/>
      <dgm:spPr/>
    </dgm:pt>
    <dgm:pt modelId="{1A95FACF-449F-42E6-A969-5DC59D8CF0B4}" type="pres">
      <dgm:prSet presAssocID="{D5AB4A5B-B500-4E7A-A124-6F4C3233C33E}" presName="Parent2" presStyleLbl="revTx" presStyleIdx="0" presStyleCnt="0">
        <dgm:presLayoutVars>
          <dgm:chMax val="1"/>
          <dgm:chPref val="1"/>
          <dgm:bulletEnabled val="1"/>
        </dgm:presLayoutVars>
      </dgm:prSet>
      <dgm:spPr/>
    </dgm:pt>
    <dgm:pt modelId="{ABDFB9FD-37E3-41B1-B7A3-BDA1C7490E49}" type="pres">
      <dgm:prSet presAssocID="{6ECEB462-7DA1-497E-B3DC-0EA08DF5C904}" presName="Accent1" presStyleCnt="0"/>
      <dgm:spPr/>
    </dgm:pt>
    <dgm:pt modelId="{F46E0055-CA2D-46EF-AA8F-6470804F6917}" type="pres">
      <dgm:prSet presAssocID="{6ECEB462-7DA1-497E-B3DC-0EA08DF5C904}" presName="Accent" presStyleLbl="node1" presStyleIdx="2" presStyleCnt="3"/>
      <dgm:spPr/>
    </dgm:pt>
    <dgm:pt modelId="{3BC81711-DE16-4579-BEC9-1F36D9EF30CD}" type="pres">
      <dgm:prSet presAssocID="{6ECEB462-7DA1-497E-B3DC-0EA08DF5C904}" presName="ParentBackground1" presStyleCnt="0"/>
      <dgm:spPr/>
    </dgm:pt>
    <dgm:pt modelId="{3FF3C7F0-CD1E-4572-B0AF-9488CED1181B}" type="pres">
      <dgm:prSet presAssocID="{6ECEB462-7DA1-497E-B3DC-0EA08DF5C904}" presName="ParentBackground" presStyleLbl="fgAcc1" presStyleIdx="2" presStyleCnt="3" custScaleX="104617" custLinFactNeighborX="1134"/>
      <dgm:spPr/>
    </dgm:pt>
    <dgm:pt modelId="{7B25DF28-302C-4C10-8CDF-7A47B4A1646B}" type="pres">
      <dgm:prSet presAssocID="{6ECEB462-7DA1-497E-B3DC-0EA08DF5C904}" presName="Parent1" presStyleLbl="revTx" presStyleIdx="0" presStyleCnt="0">
        <dgm:presLayoutVars>
          <dgm:chMax val="1"/>
          <dgm:chPref val="1"/>
          <dgm:bulletEnabled val="1"/>
        </dgm:presLayoutVars>
      </dgm:prSet>
      <dgm:spPr/>
    </dgm:pt>
  </dgm:ptLst>
  <dgm:cxnLst>
    <dgm:cxn modelId="{C66FED19-D9F1-47B9-B6F5-59B7F1F1CC37}" type="presOf" srcId="{8476C4D7-570A-4169-AFB5-F0BAF739188E}" destId="{31F7FE53-01E4-4F5B-A45E-EDCB61D97827}" srcOrd="0" destOrd="0" presId="urn:microsoft.com/office/officeart/2011/layout/CircleProcess"/>
    <dgm:cxn modelId="{F695C923-AB47-42C2-8D11-0E106ECDBC13}" srcId="{EEF5C63F-F789-427A-9AA7-7711DDC9A3FB}" destId="{6ECEB462-7DA1-497E-B3DC-0EA08DF5C904}" srcOrd="0" destOrd="0" parTransId="{00F9B184-198B-4FF1-9F50-A7747EB40C8C}" sibTransId="{D9F9B5B3-D97D-47DC-9EBB-F022FF3FDD2E}"/>
    <dgm:cxn modelId="{9D4A8334-6186-4E12-A406-069CDE2A47A5}" type="presOf" srcId="{6ECEB462-7DA1-497E-B3DC-0EA08DF5C904}" destId="{3FF3C7F0-CD1E-4572-B0AF-9488CED1181B}" srcOrd="0" destOrd="0" presId="urn:microsoft.com/office/officeart/2011/layout/CircleProcess"/>
    <dgm:cxn modelId="{1E42814A-7A5A-487E-9069-5DFEC05840A2}" srcId="{EEF5C63F-F789-427A-9AA7-7711DDC9A3FB}" destId="{8476C4D7-570A-4169-AFB5-F0BAF739188E}" srcOrd="2" destOrd="0" parTransId="{3AA78468-EB36-4A52-8B4D-555ECB608819}" sibTransId="{D8C0C9D5-E11C-4687-9746-83E6CEDBFC51}"/>
    <dgm:cxn modelId="{A2AC9B71-0CCA-4135-BE54-A85E2BF44B1D}" type="presOf" srcId="{8476C4D7-570A-4169-AFB5-F0BAF739188E}" destId="{2663BBDE-A848-417B-8E5A-C2231CDAB745}" srcOrd="1" destOrd="0" presId="urn:microsoft.com/office/officeart/2011/layout/CircleProcess"/>
    <dgm:cxn modelId="{FEB60C58-6C93-4688-B2A1-96DE1013D843}" srcId="{EEF5C63F-F789-427A-9AA7-7711DDC9A3FB}" destId="{D5AB4A5B-B500-4E7A-A124-6F4C3233C33E}" srcOrd="1" destOrd="0" parTransId="{1ADF3D6A-5E10-4657-A0E7-653EF0E38742}" sibTransId="{C37317A0-2E84-4DCA-92F0-4270B7C65F4C}"/>
    <dgm:cxn modelId="{C3058E7A-2D79-43C3-9DEE-7CE183010514}" type="presOf" srcId="{D5AB4A5B-B500-4E7A-A124-6F4C3233C33E}" destId="{D52880F6-5649-4691-84F1-71D5AD3D062C}" srcOrd="0" destOrd="0" presId="urn:microsoft.com/office/officeart/2011/layout/CircleProcess"/>
    <dgm:cxn modelId="{56CE959C-F1A3-4FB8-AEA1-D5E4FB91179F}" type="presOf" srcId="{EEF5C63F-F789-427A-9AA7-7711DDC9A3FB}" destId="{FBBA11CD-D35E-43FB-A89B-50124C02F98C}" srcOrd="0" destOrd="0" presId="urn:microsoft.com/office/officeart/2011/layout/CircleProcess"/>
    <dgm:cxn modelId="{BA236BB0-12D7-436C-9EFD-7A89DF04AF83}" type="presOf" srcId="{6ECEB462-7DA1-497E-B3DC-0EA08DF5C904}" destId="{7B25DF28-302C-4C10-8CDF-7A47B4A1646B}" srcOrd="1" destOrd="0" presId="urn:microsoft.com/office/officeart/2011/layout/CircleProcess"/>
    <dgm:cxn modelId="{F2FD8DB8-9737-4C76-910D-AEBBCCEABBA5}" type="presOf" srcId="{D5AB4A5B-B500-4E7A-A124-6F4C3233C33E}" destId="{1A95FACF-449F-42E6-A969-5DC59D8CF0B4}" srcOrd="1" destOrd="0" presId="urn:microsoft.com/office/officeart/2011/layout/CircleProcess"/>
    <dgm:cxn modelId="{BDA82ACA-B681-44AE-96D0-893D16901261}" type="presParOf" srcId="{FBBA11CD-D35E-43FB-A89B-50124C02F98C}" destId="{5C0A902D-2057-461E-9144-544DB73C2412}" srcOrd="0" destOrd="0" presId="urn:microsoft.com/office/officeart/2011/layout/CircleProcess"/>
    <dgm:cxn modelId="{7230EA79-9C01-4FA8-B113-F9BA2F19CD55}" type="presParOf" srcId="{5C0A902D-2057-461E-9144-544DB73C2412}" destId="{714BEE28-6B14-49E5-BBB0-1C9D6B834AAF}" srcOrd="0" destOrd="0" presId="urn:microsoft.com/office/officeart/2011/layout/CircleProcess"/>
    <dgm:cxn modelId="{94BFB3FD-4C61-489F-A509-7A5E8679560A}" type="presParOf" srcId="{FBBA11CD-D35E-43FB-A89B-50124C02F98C}" destId="{E07F5188-3B35-46A7-87DD-1E1B6CA526CA}" srcOrd="1" destOrd="0" presId="urn:microsoft.com/office/officeart/2011/layout/CircleProcess"/>
    <dgm:cxn modelId="{39A363B0-7AF0-48FE-A52A-C12BD9197617}" type="presParOf" srcId="{E07F5188-3B35-46A7-87DD-1E1B6CA526CA}" destId="{31F7FE53-01E4-4F5B-A45E-EDCB61D97827}" srcOrd="0" destOrd="0" presId="urn:microsoft.com/office/officeart/2011/layout/CircleProcess"/>
    <dgm:cxn modelId="{3BA2ADA5-ECA7-4FA3-80C6-19AEAC709BB7}" type="presParOf" srcId="{FBBA11CD-D35E-43FB-A89B-50124C02F98C}" destId="{2663BBDE-A848-417B-8E5A-C2231CDAB745}" srcOrd="2" destOrd="0" presId="urn:microsoft.com/office/officeart/2011/layout/CircleProcess"/>
    <dgm:cxn modelId="{C80500E3-3357-4C92-91CC-CAF00E44FB28}" type="presParOf" srcId="{FBBA11CD-D35E-43FB-A89B-50124C02F98C}" destId="{84BDBE70-4786-4D33-B0CD-25D7A792B64C}" srcOrd="3" destOrd="0" presId="urn:microsoft.com/office/officeart/2011/layout/CircleProcess"/>
    <dgm:cxn modelId="{8F7AF902-8381-473E-A0EC-6681E171EC0F}" type="presParOf" srcId="{84BDBE70-4786-4D33-B0CD-25D7A792B64C}" destId="{1BF33C12-C1DE-44CF-84A9-359303C6D37C}" srcOrd="0" destOrd="0" presId="urn:microsoft.com/office/officeart/2011/layout/CircleProcess"/>
    <dgm:cxn modelId="{AB4F5BE7-9A18-4769-A5FA-DFFA46DF6FD8}" type="presParOf" srcId="{FBBA11CD-D35E-43FB-A89B-50124C02F98C}" destId="{1F3B6A88-4577-4B60-8634-6928E1EF71B1}" srcOrd="4" destOrd="0" presId="urn:microsoft.com/office/officeart/2011/layout/CircleProcess"/>
    <dgm:cxn modelId="{01728DD5-87DF-467F-A386-6CCA118F4327}" type="presParOf" srcId="{1F3B6A88-4577-4B60-8634-6928E1EF71B1}" destId="{D52880F6-5649-4691-84F1-71D5AD3D062C}" srcOrd="0" destOrd="0" presId="urn:microsoft.com/office/officeart/2011/layout/CircleProcess"/>
    <dgm:cxn modelId="{F33CF8EF-6A9E-454D-8AA3-0559366A6B58}" type="presParOf" srcId="{FBBA11CD-D35E-43FB-A89B-50124C02F98C}" destId="{1A95FACF-449F-42E6-A969-5DC59D8CF0B4}" srcOrd="5" destOrd="0" presId="urn:microsoft.com/office/officeart/2011/layout/CircleProcess"/>
    <dgm:cxn modelId="{6AE26B0F-25E5-46DE-A287-52468AAE3586}" type="presParOf" srcId="{FBBA11CD-D35E-43FB-A89B-50124C02F98C}" destId="{ABDFB9FD-37E3-41B1-B7A3-BDA1C7490E49}" srcOrd="6" destOrd="0" presId="urn:microsoft.com/office/officeart/2011/layout/CircleProcess"/>
    <dgm:cxn modelId="{E0C574DE-92B1-4C34-9FC7-0FB5564129BA}" type="presParOf" srcId="{ABDFB9FD-37E3-41B1-B7A3-BDA1C7490E49}" destId="{F46E0055-CA2D-46EF-AA8F-6470804F6917}" srcOrd="0" destOrd="0" presId="urn:microsoft.com/office/officeart/2011/layout/CircleProcess"/>
    <dgm:cxn modelId="{FB7416E8-95E8-4C42-ADB3-5605708563E3}" type="presParOf" srcId="{FBBA11CD-D35E-43FB-A89B-50124C02F98C}" destId="{3BC81711-DE16-4579-BEC9-1F36D9EF30CD}" srcOrd="7" destOrd="0" presId="urn:microsoft.com/office/officeart/2011/layout/CircleProcess"/>
    <dgm:cxn modelId="{63A29E0B-CD87-4794-AD8F-995362A9E5DB}" type="presParOf" srcId="{3BC81711-DE16-4579-BEC9-1F36D9EF30CD}" destId="{3FF3C7F0-CD1E-4572-B0AF-9488CED1181B}" srcOrd="0" destOrd="0" presId="urn:microsoft.com/office/officeart/2011/layout/CircleProcess"/>
    <dgm:cxn modelId="{7D2D4CDB-3EE9-41F1-8E95-9021F3541D55}" type="presParOf" srcId="{FBBA11CD-D35E-43FB-A89B-50124C02F98C}" destId="{7B25DF28-302C-4C10-8CDF-7A47B4A1646B}" srcOrd="8"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E6E69D-B201-4EC0-AF60-003CE3AE2F9A}" type="doc">
      <dgm:prSet loTypeId="urn:microsoft.com/office/officeart/2005/8/layout/process1" loCatId="process" qsTypeId="urn:microsoft.com/office/officeart/2005/8/quickstyle/simple1" qsCatId="simple" csTypeId="urn:microsoft.com/office/officeart/2005/8/colors/colorful1" csCatId="colorful" phldr="1"/>
      <dgm:spPr/>
    </dgm:pt>
    <dgm:pt modelId="{A9CD1050-1796-42C6-BF3B-552CEE869E3D}">
      <dgm:prSet phldrT="[Text]" custT="1"/>
      <dgm:spPr/>
      <dgm:t>
        <a:bodyPr/>
        <a:lstStyle/>
        <a:p>
          <a:r>
            <a:rPr lang="en-US" sz="1200" dirty="0"/>
            <a:t>As-IS study of Study of protocols, devices, IT/OT landscape in APDCL</a:t>
          </a:r>
        </a:p>
      </dgm:t>
    </dgm:pt>
    <dgm:pt modelId="{65588F0C-6E5D-42BC-9A0A-F39780E179F1}" type="parTrans" cxnId="{4F309A40-A1F8-417A-9AC6-8FF517BD8F49}">
      <dgm:prSet/>
      <dgm:spPr/>
      <dgm:t>
        <a:bodyPr/>
        <a:lstStyle/>
        <a:p>
          <a:endParaRPr lang="en-US" sz="1200"/>
        </a:p>
      </dgm:t>
    </dgm:pt>
    <dgm:pt modelId="{0626B2AA-40AF-42D6-B420-1F0C09C9E0B6}" type="sibTrans" cxnId="{4F309A40-A1F8-417A-9AC6-8FF517BD8F49}">
      <dgm:prSet/>
      <dgm:spPr/>
      <dgm:t>
        <a:bodyPr/>
        <a:lstStyle/>
        <a:p>
          <a:endParaRPr lang="en-US" sz="1200" dirty="0"/>
        </a:p>
      </dgm:t>
    </dgm:pt>
    <dgm:pt modelId="{055B17E9-0D2A-4FA5-8A7E-0174D6E61A86}">
      <dgm:prSet phldrT="[Text]" custT="1"/>
      <dgm:spPr/>
      <dgm:t>
        <a:bodyPr/>
        <a:lstStyle/>
        <a:p>
          <a:pPr>
            <a:buFont typeface="Arial" panose="020B0604020202020204" pitchFamily="34" charset="0"/>
            <a:buChar char="•"/>
          </a:pPr>
          <a:r>
            <a:rPr lang="en-US" sz="1200" dirty="0"/>
            <a:t>Adopt best practices followed by other utilities </a:t>
          </a:r>
        </a:p>
      </dgm:t>
    </dgm:pt>
    <dgm:pt modelId="{F9A74CE9-CB74-4C57-A764-346F6E7DBC84}" type="parTrans" cxnId="{5EFFCD25-9772-4870-AC90-2ED517C91C33}">
      <dgm:prSet/>
      <dgm:spPr/>
      <dgm:t>
        <a:bodyPr/>
        <a:lstStyle/>
        <a:p>
          <a:endParaRPr lang="en-US" sz="1200"/>
        </a:p>
      </dgm:t>
    </dgm:pt>
    <dgm:pt modelId="{DD0ABC22-3167-43C6-86D4-2CF08BCA3852}" type="sibTrans" cxnId="{5EFFCD25-9772-4870-AC90-2ED517C91C33}">
      <dgm:prSet/>
      <dgm:spPr/>
      <dgm:t>
        <a:bodyPr/>
        <a:lstStyle/>
        <a:p>
          <a:endParaRPr lang="en-US" sz="1200" dirty="0"/>
        </a:p>
      </dgm:t>
    </dgm:pt>
    <dgm:pt modelId="{4C685412-958D-4455-AFDF-89363B4413A6}">
      <dgm:prSet phldrT="[Text]" custT="1"/>
      <dgm:spPr/>
      <dgm:t>
        <a:bodyPr/>
        <a:lstStyle/>
        <a:p>
          <a:pPr>
            <a:buFont typeface="Arial" panose="020B0604020202020204" pitchFamily="34" charset="0"/>
            <a:buChar char="•"/>
          </a:pPr>
          <a:r>
            <a:rPr lang="en-US" sz="1200" dirty="0"/>
            <a:t>Benchmark performances and suggest possible areas of improvement</a:t>
          </a:r>
        </a:p>
      </dgm:t>
    </dgm:pt>
    <dgm:pt modelId="{918F4029-65B2-4160-B768-5794D0AD9185}" type="parTrans" cxnId="{73C630AF-0E52-4731-842B-40E52C0B3D29}">
      <dgm:prSet/>
      <dgm:spPr/>
      <dgm:t>
        <a:bodyPr/>
        <a:lstStyle/>
        <a:p>
          <a:endParaRPr lang="en-US" sz="1200"/>
        </a:p>
      </dgm:t>
    </dgm:pt>
    <dgm:pt modelId="{518CCB42-7AE8-45F0-A86F-4E2CF85BEBD4}" type="sibTrans" cxnId="{73C630AF-0E52-4731-842B-40E52C0B3D29}">
      <dgm:prSet/>
      <dgm:spPr/>
      <dgm:t>
        <a:bodyPr/>
        <a:lstStyle/>
        <a:p>
          <a:endParaRPr lang="en-US" sz="1200" dirty="0"/>
        </a:p>
      </dgm:t>
    </dgm:pt>
    <dgm:pt modelId="{C071D091-3973-436F-A088-33C6A11D95EA}">
      <dgm:prSet phldrT="[Text]" custT="1"/>
      <dgm:spPr/>
      <dgm:t>
        <a:bodyPr/>
        <a:lstStyle/>
        <a:p>
          <a:r>
            <a:rPr lang="en-US" sz="1200" dirty="0"/>
            <a:t>Standardize implementation approach of engagement</a:t>
          </a:r>
        </a:p>
      </dgm:t>
    </dgm:pt>
    <dgm:pt modelId="{F57D4D56-E796-4A1E-AB66-993120C8455F}" type="parTrans" cxnId="{A19DB6DE-653A-46C8-B148-636242E9E4EA}">
      <dgm:prSet/>
      <dgm:spPr/>
      <dgm:t>
        <a:bodyPr/>
        <a:lstStyle/>
        <a:p>
          <a:endParaRPr lang="en-US" sz="1200"/>
        </a:p>
      </dgm:t>
    </dgm:pt>
    <dgm:pt modelId="{5041F8AC-8D65-4F3F-9800-BE4ED8A33986}" type="sibTrans" cxnId="{A19DB6DE-653A-46C8-B148-636242E9E4EA}">
      <dgm:prSet/>
      <dgm:spPr/>
      <dgm:t>
        <a:bodyPr/>
        <a:lstStyle/>
        <a:p>
          <a:endParaRPr lang="en-US" sz="1200" dirty="0"/>
        </a:p>
      </dgm:t>
    </dgm:pt>
    <dgm:pt modelId="{145FAF51-7122-4E20-9E59-9A199251584D}">
      <dgm:prSet phldrT="[Text]" custT="1"/>
      <dgm:spPr/>
      <dgm:t>
        <a:bodyPr/>
        <a:lstStyle/>
        <a:p>
          <a:r>
            <a:rPr lang="en-US" sz="1200" dirty="0"/>
            <a:t>Ensure the overall system reaches a robust and maintainable state</a:t>
          </a:r>
        </a:p>
      </dgm:t>
    </dgm:pt>
    <dgm:pt modelId="{3AA3662B-B876-4246-BABA-B079680E113C}" type="parTrans" cxnId="{757CD124-FFBC-48B2-B4CD-B1864CECEE2B}">
      <dgm:prSet/>
      <dgm:spPr/>
      <dgm:t>
        <a:bodyPr/>
        <a:lstStyle/>
        <a:p>
          <a:endParaRPr lang="en-US"/>
        </a:p>
      </dgm:t>
    </dgm:pt>
    <dgm:pt modelId="{084CE5DA-B6D7-4640-BB75-A015CBB67576}" type="sibTrans" cxnId="{757CD124-FFBC-48B2-B4CD-B1864CECEE2B}">
      <dgm:prSet/>
      <dgm:spPr/>
      <dgm:t>
        <a:bodyPr/>
        <a:lstStyle/>
        <a:p>
          <a:endParaRPr lang="en-US"/>
        </a:p>
      </dgm:t>
    </dgm:pt>
    <dgm:pt modelId="{ED89FE0B-476C-4CCC-B9DE-07B9EEDC4C69}" type="pres">
      <dgm:prSet presAssocID="{27E6E69D-B201-4EC0-AF60-003CE3AE2F9A}" presName="Name0" presStyleCnt="0">
        <dgm:presLayoutVars>
          <dgm:dir/>
          <dgm:resizeHandles val="exact"/>
        </dgm:presLayoutVars>
      </dgm:prSet>
      <dgm:spPr/>
    </dgm:pt>
    <dgm:pt modelId="{824057D7-AE6D-47E8-A8FF-5968C265F845}" type="pres">
      <dgm:prSet presAssocID="{A9CD1050-1796-42C6-BF3B-552CEE869E3D}" presName="node" presStyleLbl="node1" presStyleIdx="0" presStyleCnt="5">
        <dgm:presLayoutVars>
          <dgm:bulletEnabled val="1"/>
        </dgm:presLayoutVars>
      </dgm:prSet>
      <dgm:spPr/>
    </dgm:pt>
    <dgm:pt modelId="{66C23638-FEE4-4D2D-80C9-943FA8BAEDD7}" type="pres">
      <dgm:prSet presAssocID="{0626B2AA-40AF-42D6-B420-1F0C09C9E0B6}" presName="sibTrans" presStyleLbl="sibTrans2D1" presStyleIdx="0" presStyleCnt="4"/>
      <dgm:spPr/>
    </dgm:pt>
    <dgm:pt modelId="{442279A9-F975-4F4F-9343-F38D0572AB93}" type="pres">
      <dgm:prSet presAssocID="{0626B2AA-40AF-42D6-B420-1F0C09C9E0B6}" presName="connectorText" presStyleLbl="sibTrans2D1" presStyleIdx="0" presStyleCnt="4"/>
      <dgm:spPr/>
    </dgm:pt>
    <dgm:pt modelId="{56FB0EF7-0451-463E-B5E8-5AB3DFCFF70F}" type="pres">
      <dgm:prSet presAssocID="{055B17E9-0D2A-4FA5-8A7E-0174D6E61A86}" presName="node" presStyleLbl="node1" presStyleIdx="1" presStyleCnt="5">
        <dgm:presLayoutVars>
          <dgm:bulletEnabled val="1"/>
        </dgm:presLayoutVars>
      </dgm:prSet>
      <dgm:spPr/>
    </dgm:pt>
    <dgm:pt modelId="{4C894ABF-C0BB-4D1D-8E1B-0DA27EA41CB4}" type="pres">
      <dgm:prSet presAssocID="{DD0ABC22-3167-43C6-86D4-2CF08BCA3852}" presName="sibTrans" presStyleLbl="sibTrans2D1" presStyleIdx="1" presStyleCnt="4"/>
      <dgm:spPr/>
    </dgm:pt>
    <dgm:pt modelId="{7C6ACA79-FD63-44CD-9F93-20CE723E43B7}" type="pres">
      <dgm:prSet presAssocID="{DD0ABC22-3167-43C6-86D4-2CF08BCA3852}" presName="connectorText" presStyleLbl="sibTrans2D1" presStyleIdx="1" presStyleCnt="4"/>
      <dgm:spPr/>
    </dgm:pt>
    <dgm:pt modelId="{B4FECE6D-0586-4DA7-9FF5-89E3BB08D457}" type="pres">
      <dgm:prSet presAssocID="{4C685412-958D-4455-AFDF-89363B4413A6}" presName="node" presStyleLbl="node1" presStyleIdx="2" presStyleCnt="5">
        <dgm:presLayoutVars>
          <dgm:bulletEnabled val="1"/>
        </dgm:presLayoutVars>
      </dgm:prSet>
      <dgm:spPr/>
    </dgm:pt>
    <dgm:pt modelId="{085D02B1-DF68-4477-8264-0A45966F9242}" type="pres">
      <dgm:prSet presAssocID="{518CCB42-7AE8-45F0-A86F-4E2CF85BEBD4}" presName="sibTrans" presStyleLbl="sibTrans2D1" presStyleIdx="2" presStyleCnt="4"/>
      <dgm:spPr/>
    </dgm:pt>
    <dgm:pt modelId="{958EF56B-4D8E-45A3-9742-089A3AFE347B}" type="pres">
      <dgm:prSet presAssocID="{518CCB42-7AE8-45F0-A86F-4E2CF85BEBD4}" presName="connectorText" presStyleLbl="sibTrans2D1" presStyleIdx="2" presStyleCnt="4"/>
      <dgm:spPr/>
    </dgm:pt>
    <dgm:pt modelId="{87B9BBDE-86B6-4ABD-A09C-90D5E4D9A174}" type="pres">
      <dgm:prSet presAssocID="{C071D091-3973-436F-A088-33C6A11D95EA}" presName="node" presStyleLbl="node1" presStyleIdx="3" presStyleCnt="5">
        <dgm:presLayoutVars>
          <dgm:bulletEnabled val="1"/>
        </dgm:presLayoutVars>
      </dgm:prSet>
      <dgm:spPr/>
    </dgm:pt>
    <dgm:pt modelId="{D2BA394D-9459-4C0B-8A25-C9E8E230F40D}" type="pres">
      <dgm:prSet presAssocID="{5041F8AC-8D65-4F3F-9800-BE4ED8A33986}" presName="sibTrans" presStyleLbl="sibTrans2D1" presStyleIdx="3" presStyleCnt="4"/>
      <dgm:spPr/>
    </dgm:pt>
    <dgm:pt modelId="{702E813C-4310-4616-AF7D-45C8A00B9DF4}" type="pres">
      <dgm:prSet presAssocID="{5041F8AC-8D65-4F3F-9800-BE4ED8A33986}" presName="connectorText" presStyleLbl="sibTrans2D1" presStyleIdx="3" presStyleCnt="4"/>
      <dgm:spPr/>
    </dgm:pt>
    <dgm:pt modelId="{B98EC863-AAFF-41CC-9BA5-D5D5824185B6}" type="pres">
      <dgm:prSet presAssocID="{145FAF51-7122-4E20-9E59-9A199251584D}" presName="node" presStyleLbl="node1" presStyleIdx="4" presStyleCnt="5">
        <dgm:presLayoutVars>
          <dgm:bulletEnabled val="1"/>
        </dgm:presLayoutVars>
      </dgm:prSet>
      <dgm:spPr/>
    </dgm:pt>
  </dgm:ptLst>
  <dgm:cxnLst>
    <dgm:cxn modelId="{76125C0D-73B2-4E96-844D-6162E7B458E8}" type="presOf" srcId="{DD0ABC22-3167-43C6-86D4-2CF08BCA3852}" destId="{4C894ABF-C0BB-4D1D-8E1B-0DA27EA41CB4}" srcOrd="0" destOrd="0" presId="urn:microsoft.com/office/officeart/2005/8/layout/process1"/>
    <dgm:cxn modelId="{19E4510E-B84F-403D-954B-D830827CBE63}" type="presOf" srcId="{518CCB42-7AE8-45F0-A86F-4E2CF85BEBD4}" destId="{958EF56B-4D8E-45A3-9742-089A3AFE347B}" srcOrd="1" destOrd="0" presId="urn:microsoft.com/office/officeart/2005/8/layout/process1"/>
    <dgm:cxn modelId="{3DEA9813-0794-4154-AFFC-CEC961E3667B}" type="presOf" srcId="{055B17E9-0D2A-4FA5-8A7E-0174D6E61A86}" destId="{56FB0EF7-0451-463E-B5E8-5AB3DFCFF70F}" srcOrd="0" destOrd="0" presId="urn:microsoft.com/office/officeart/2005/8/layout/process1"/>
    <dgm:cxn modelId="{F25A9B23-937F-4FBC-8D56-8D8EC0BA7CDD}" type="presOf" srcId="{C071D091-3973-436F-A088-33C6A11D95EA}" destId="{87B9BBDE-86B6-4ABD-A09C-90D5E4D9A174}" srcOrd="0" destOrd="0" presId="urn:microsoft.com/office/officeart/2005/8/layout/process1"/>
    <dgm:cxn modelId="{757CD124-FFBC-48B2-B4CD-B1864CECEE2B}" srcId="{27E6E69D-B201-4EC0-AF60-003CE3AE2F9A}" destId="{145FAF51-7122-4E20-9E59-9A199251584D}" srcOrd="4" destOrd="0" parTransId="{3AA3662B-B876-4246-BABA-B079680E113C}" sibTransId="{084CE5DA-B6D7-4640-BB75-A015CBB67576}"/>
    <dgm:cxn modelId="{5EFFCD25-9772-4870-AC90-2ED517C91C33}" srcId="{27E6E69D-B201-4EC0-AF60-003CE3AE2F9A}" destId="{055B17E9-0D2A-4FA5-8A7E-0174D6E61A86}" srcOrd="1" destOrd="0" parTransId="{F9A74CE9-CB74-4C57-A764-346F6E7DBC84}" sibTransId="{DD0ABC22-3167-43C6-86D4-2CF08BCA3852}"/>
    <dgm:cxn modelId="{69866329-0F07-4288-AB89-A53BD4F19FBB}" type="presOf" srcId="{5041F8AC-8D65-4F3F-9800-BE4ED8A33986}" destId="{D2BA394D-9459-4C0B-8A25-C9E8E230F40D}" srcOrd="0" destOrd="0" presId="urn:microsoft.com/office/officeart/2005/8/layout/process1"/>
    <dgm:cxn modelId="{6A2E8336-B759-472E-919F-CD6EE843761E}" type="presOf" srcId="{27E6E69D-B201-4EC0-AF60-003CE3AE2F9A}" destId="{ED89FE0B-476C-4CCC-B9DE-07B9EEDC4C69}" srcOrd="0" destOrd="0" presId="urn:microsoft.com/office/officeart/2005/8/layout/process1"/>
    <dgm:cxn modelId="{4F309A40-A1F8-417A-9AC6-8FF517BD8F49}" srcId="{27E6E69D-B201-4EC0-AF60-003CE3AE2F9A}" destId="{A9CD1050-1796-42C6-BF3B-552CEE869E3D}" srcOrd="0" destOrd="0" parTransId="{65588F0C-6E5D-42BC-9A0A-F39780E179F1}" sibTransId="{0626B2AA-40AF-42D6-B420-1F0C09C9E0B6}"/>
    <dgm:cxn modelId="{59D39D6E-A751-4521-858C-58A8F00B7AF7}" type="presOf" srcId="{5041F8AC-8D65-4F3F-9800-BE4ED8A33986}" destId="{702E813C-4310-4616-AF7D-45C8A00B9DF4}" srcOrd="1" destOrd="0" presId="urn:microsoft.com/office/officeart/2005/8/layout/process1"/>
    <dgm:cxn modelId="{813B1C72-0D9A-45E2-A74B-4251B911C119}" type="presOf" srcId="{518CCB42-7AE8-45F0-A86F-4E2CF85BEBD4}" destId="{085D02B1-DF68-4477-8264-0A45966F9242}" srcOrd="0" destOrd="0" presId="urn:microsoft.com/office/officeart/2005/8/layout/process1"/>
    <dgm:cxn modelId="{FBF3B582-2BA0-45E5-9416-58A83DAB50BC}" type="presOf" srcId="{DD0ABC22-3167-43C6-86D4-2CF08BCA3852}" destId="{7C6ACA79-FD63-44CD-9F93-20CE723E43B7}" srcOrd="1" destOrd="0" presId="urn:microsoft.com/office/officeart/2005/8/layout/process1"/>
    <dgm:cxn modelId="{32A88986-781B-4005-B0F4-9FEB52EAF142}" type="presOf" srcId="{145FAF51-7122-4E20-9E59-9A199251584D}" destId="{B98EC863-AAFF-41CC-9BA5-D5D5824185B6}" srcOrd="0" destOrd="0" presId="urn:microsoft.com/office/officeart/2005/8/layout/process1"/>
    <dgm:cxn modelId="{A6665B9C-7AFA-4935-88D0-2490702CDA61}" type="presOf" srcId="{4C685412-958D-4455-AFDF-89363B4413A6}" destId="{B4FECE6D-0586-4DA7-9FF5-89E3BB08D457}" srcOrd="0" destOrd="0" presId="urn:microsoft.com/office/officeart/2005/8/layout/process1"/>
    <dgm:cxn modelId="{73C630AF-0E52-4731-842B-40E52C0B3D29}" srcId="{27E6E69D-B201-4EC0-AF60-003CE3AE2F9A}" destId="{4C685412-958D-4455-AFDF-89363B4413A6}" srcOrd="2" destOrd="0" parTransId="{918F4029-65B2-4160-B768-5794D0AD9185}" sibTransId="{518CCB42-7AE8-45F0-A86F-4E2CF85BEBD4}"/>
    <dgm:cxn modelId="{635596D7-6EDA-4E22-A956-580B7A404155}" type="presOf" srcId="{0626B2AA-40AF-42D6-B420-1F0C09C9E0B6}" destId="{66C23638-FEE4-4D2D-80C9-943FA8BAEDD7}" srcOrd="0" destOrd="0" presId="urn:microsoft.com/office/officeart/2005/8/layout/process1"/>
    <dgm:cxn modelId="{EEFADDD8-37CC-4DC4-8F19-50CF9092E5FC}" type="presOf" srcId="{A9CD1050-1796-42C6-BF3B-552CEE869E3D}" destId="{824057D7-AE6D-47E8-A8FF-5968C265F845}" srcOrd="0" destOrd="0" presId="urn:microsoft.com/office/officeart/2005/8/layout/process1"/>
    <dgm:cxn modelId="{A19DB6DE-653A-46C8-B148-636242E9E4EA}" srcId="{27E6E69D-B201-4EC0-AF60-003CE3AE2F9A}" destId="{C071D091-3973-436F-A088-33C6A11D95EA}" srcOrd="3" destOrd="0" parTransId="{F57D4D56-E796-4A1E-AB66-993120C8455F}" sibTransId="{5041F8AC-8D65-4F3F-9800-BE4ED8A33986}"/>
    <dgm:cxn modelId="{A3C696F5-F335-428D-88BF-0BC8642B4F0F}" type="presOf" srcId="{0626B2AA-40AF-42D6-B420-1F0C09C9E0B6}" destId="{442279A9-F975-4F4F-9343-F38D0572AB93}" srcOrd="1" destOrd="0" presId="urn:microsoft.com/office/officeart/2005/8/layout/process1"/>
    <dgm:cxn modelId="{46316AF0-F008-4C09-8468-06AD050043C0}" type="presParOf" srcId="{ED89FE0B-476C-4CCC-B9DE-07B9EEDC4C69}" destId="{824057D7-AE6D-47E8-A8FF-5968C265F845}" srcOrd="0" destOrd="0" presId="urn:microsoft.com/office/officeart/2005/8/layout/process1"/>
    <dgm:cxn modelId="{33151E7C-5A2B-4D5D-8368-ED4CED1C1606}" type="presParOf" srcId="{ED89FE0B-476C-4CCC-B9DE-07B9EEDC4C69}" destId="{66C23638-FEE4-4D2D-80C9-943FA8BAEDD7}" srcOrd="1" destOrd="0" presId="urn:microsoft.com/office/officeart/2005/8/layout/process1"/>
    <dgm:cxn modelId="{A6EEA89E-9E51-466A-8C07-0DA6C18B6553}" type="presParOf" srcId="{66C23638-FEE4-4D2D-80C9-943FA8BAEDD7}" destId="{442279A9-F975-4F4F-9343-F38D0572AB93}" srcOrd="0" destOrd="0" presId="urn:microsoft.com/office/officeart/2005/8/layout/process1"/>
    <dgm:cxn modelId="{92002AD2-637D-4968-B6D4-6D31A0DBB60F}" type="presParOf" srcId="{ED89FE0B-476C-4CCC-B9DE-07B9EEDC4C69}" destId="{56FB0EF7-0451-463E-B5E8-5AB3DFCFF70F}" srcOrd="2" destOrd="0" presId="urn:microsoft.com/office/officeart/2005/8/layout/process1"/>
    <dgm:cxn modelId="{97461844-2579-4E79-8549-191A9E713689}" type="presParOf" srcId="{ED89FE0B-476C-4CCC-B9DE-07B9EEDC4C69}" destId="{4C894ABF-C0BB-4D1D-8E1B-0DA27EA41CB4}" srcOrd="3" destOrd="0" presId="urn:microsoft.com/office/officeart/2005/8/layout/process1"/>
    <dgm:cxn modelId="{B9BA516F-1A54-44BD-AE2D-AA41CD304183}" type="presParOf" srcId="{4C894ABF-C0BB-4D1D-8E1B-0DA27EA41CB4}" destId="{7C6ACA79-FD63-44CD-9F93-20CE723E43B7}" srcOrd="0" destOrd="0" presId="urn:microsoft.com/office/officeart/2005/8/layout/process1"/>
    <dgm:cxn modelId="{23F767C7-C612-45A7-89AF-11FBE19B2E19}" type="presParOf" srcId="{ED89FE0B-476C-4CCC-B9DE-07B9EEDC4C69}" destId="{B4FECE6D-0586-4DA7-9FF5-89E3BB08D457}" srcOrd="4" destOrd="0" presId="urn:microsoft.com/office/officeart/2005/8/layout/process1"/>
    <dgm:cxn modelId="{30749A61-FD86-4424-A3B7-113F8277D0A9}" type="presParOf" srcId="{ED89FE0B-476C-4CCC-B9DE-07B9EEDC4C69}" destId="{085D02B1-DF68-4477-8264-0A45966F9242}" srcOrd="5" destOrd="0" presId="urn:microsoft.com/office/officeart/2005/8/layout/process1"/>
    <dgm:cxn modelId="{76F03A14-51CB-4FC5-B028-CB509A1D26DC}" type="presParOf" srcId="{085D02B1-DF68-4477-8264-0A45966F9242}" destId="{958EF56B-4D8E-45A3-9742-089A3AFE347B}" srcOrd="0" destOrd="0" presId="urn:microsoft.com/office/officeart/2005/8/layout/process1"/>
    <dgm:cxn modelId="{C24AB985-8569-459B-9560-66D71B4BBDD3}" type="presParOf" srcId="{ED89FE0B-476C-4CCC-B9DE-07B9EEDC4C69}" destId="{87B9BBDE-86B6-4ABD-A09C-90D5E4D9A174}" srcOrd="6" destOrd="0" presId="urn:microsoft.com/office/officeart/2005/8/layout/process1"/>
    <dgm:cxn modelId="{3DC3EB66-5BB1-4428-BC0C-4BFD59A175B3}" type="presParOf" srcId="{ED89FE0B-476C-4CCC-B9DE-07B9EEDC4C69}" destId="{D2BA394D-9459-4C0B-8A25-C9E8E230F40D}" srcOrd="7" destOrd="0" presId="urn:microsoft.com/office/officeart/2005/8/layout/process1"/>
    <dgm:cxn modelId="{50D4B05C-9BE4-425D-9E88-5583DEC2FD88}" type="presParOf" srcId="{D2BA394D-9459-4C0B-8A25-C9E8E230F40D}" destId="{702E813C-4310-4616-AF7D-45C8A00B9DF4}" srcOrd="0" destOrd="0" presId="urn:microsoft.com/office/officeart/2005/8/layout/process1"/>
    <dgm:cxn modelId="{06D4A7A9-3C5A-4B8C-A3DD-01281E3A4E70}" type="presParOf" srcId="{ED89FE0B-476C-4CCC-B9DE-07B9EEDC4C69}" destId="{B98EC863-AAFF-41CC-9BA5-D5D5824185B6}"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89EBBA-DDB4-486B-A5CB-7172EEB07475}" type="doc">
      <dgm:prSet loTypeId="urn:microsoft.com/office/officeart/2005/8/layout/hierarchy4" loCatId="list" qsTypeId="urn:microsoft.com/office/officeart/2005/8/quickstyle/simple1" qsCatId="simple" csTypeId="urn:microsoft.com/office/officeart/2005/8/colors/accent3_1" csCatId="accent3" phldr="1"/>
      <dgm:spPr/>
      <dgm:t>
        <a:bodyPr/>
        <a:lstStyle/>
        <a:p>
          <a:endParaRPr lang="en-US"/>
        </a:p>
      </dgm:t>
    </dgm:pt>
    <dgm:pt modelId="{2678D1C1-450D-4278-8056-B3A096E41B19}">
      <dgm:prSet phldrT="[Text]" custT="1"/>
      <dgm:spPr/>
      <dgm:t>
        <a:bodyPr/>
        <a:lstStyle/>
        <a:p>
          <a:r>
            <a:rPr lang="en-US" sz="1050" dirty="0"/>
            <a:t>Proper detailing out of System Integration in technical requirements of the bidding document</a:t>
          </a:r>
        </a:p>
      </dgm:t>
    </dgm:pt>
    <dgm:pt modelId="{9C832DD9-7487-4B38-AD85-A26587851E3D}" type="parTrans" cxnId="{5D7D4797-729B-444C-AC9B-38C008B43F6A}">
      <dgm:prSet/>
      <dgm:spPr/>
      <dgm:t>
        <a:bodyPr/>
        <a:lstStyle/>
        <a:p>
          <a:endParaRPr lang="en-US" sz="1050"/>
        </a:p>
      </dgm:t>
    </dgm:pt>
    <dgm:pt modelId="{51F9E8C1-90F5-4153-BF75-F416D27CFA6A}" type="sibTrans" cxnId="{5D7D4797-729B-444C-AC9B-38C008B43F6A}">
      <dgm:prSet/>
      <dgm:spPr/>
      <dgm:t>
        <a:bodyPr/>
        <a:lstStyle/>
        <a:p>
          <a:endParaRPr lang="en-US" sz="1050"/>
        </a:p>
      </dgm:t>
    </dgm:pt>
    <dgm:pt modelId="{CB8E5607-0DE5-4BD7-93C8-4D2898584A60}">
      <dgm:prSet phldrT="[Text]" custT="1"/>
      <dgm:spPr/>
      <dgm:t>
        <a:bodyPr/>
        <a:lstStyle/>
        <a:p>
          <a:pPr>
            <a:buFont typeface="Arial" panose="020B0604020202020204" pitchFamily="34" charset="0"/>
            <a:buChar char="•"/>
          </a:pPr>
          <a:r>
            <a:rPr lang="en-US" sz="1050" dirty="0"/>
            <a:t>Integration of HES with MDMS (standard product; should support all standard integration methods)</a:t>
          </a:r>
        </a:p>
      </dgm:t>
    </dgm:pt>
    <dgm:pt modelId="{800CA190-C687-4236-87FF-2EBE228655BD}" type="parTrans" cxnId="{019E1240-17E2-40F7-B9E5-8F50F6426DFF}">
      <dgm:prSet/>
      <dgm:spPr/>
      <dgm:t>
        <a:bodyPr/>
        <a:lstStyle/>
        <a:p>
          <a:endParaRPr lang="en-US" sz="1050"/>
        </a:p>
      </dgm:t>
    </dgm:pt>
    <dgm:pt modelId="{DD244785-361E-488B-A360-79CDEC2B9B9C}" type="sibTrans" cxnId="{019E1240-17E2-40F7-B9E5-8F50F6426DFF}">
      <dgm:prSet/>
      <dgm:spPr/>
      <dgm:t>
        <a:bodyPr/>
        <a:lstStyle/>
        <a:p>
          <a:endParaRPr lang="en-US" sz="1050"/>
        </a:p>
      </dgm:t>
    </dgm:pt>
    <dgm:pt modelId="{92F869D0-D3C7-4D2B-ADA8-22A7B33F798C}">
      <dgm:prSet phldrT="[Text]" custT="1"/>
      <dgm:spPr/>
      <dgm:t>
        <a:bodyPr/>
        <a:lstStyle/>
        <a:p>
          <a:r>
            <a:rPr lang="en-US" sz="1050" dirty="0"/>
            <a:t>MDM integration with other  systems on standard interfaces and the data exchange models is preferred.</a:t>
          </a:r>
        </a:p>
      </dgm:t>
    </dgm:pt>
    <dgm:pt modelId="{453FFAA3-86FF-47AA-8C9A-76AB4929B3E7}" type="parTrans" cxnId="{F0B12E4B-AFD0-4DAB-A4E3-08C9E3902D47}">
      <dgm:prSet/>
      <dgm:spPr/>
      <dgm:t>
        <a:bodyPr/>
        <a:lstStyle/>
        <a:p>
          <a:endParaRPr lang="en-US" sz="1050"/>
        </a:p>
      </dgm:t>
    </dgm:pt>
    <dgm:pt modelId="{FFCCF2E1-E862-48D9-9DFE-0EA50A16EC9E}" type="sibTrans" cxnId="{F0B12E4B-AFD0-4DAB-A4E3-08C9E3902D47}">
      <dgm:prSet/>
      <dgm:spPr/>
      <dgm:t>
        <a:bodyPr/>
        <a:lstStyle/>
        <a:p>
          <a:endParaRPr lang="en-US" sz="1050"/>
        </a:p>
      </dgm:t>
    </dgm:pt>
    <dgm:pt modelId="{B20756E6-7F3E-4000-B8C0-AD8AE0C72424}">
      <dgm:prSet phldrT="[Text]" custT="1"/>
      <dgm:spPr/>
      <dgm:t>
        <a:bodyPr/>
        <a:lstStyle/>
        <a:p>
          <a:r>
            <a:rPr lang="en-US" sz="1050" dirty="0"/>
            <a:t>Proposed smart metering program should be compatible with the SAP implementation at APDCL and enable seamless data transfer with SAP ISU software</a:t>
          </a:r>
        </a:p>
      </dgm:t>
    </dgm:pt>
    <dgm:pt modelId="{F477030D-65DB-4F06-A7F1-3807DAE3041F}" type="parTrans" cxnId="{20648DEA-D9E5-4778-9B82-8588628FC3F6}">
      <dgm:prSet/>
      <dgm:spPr/>
      <dgm:t>
        <a:bodyPr/>
        <a:lstStyle/>
        <a:p>
          <a:endParaRPr lang="en-US" sz="1050"/>
        </a:p>
      </dgm:t>
    </dgm:pt>
    <dgm:pt modelId="{A569CE62-8456-4E18-9D06-B1D9AB6BD64C}" type="sibTrans" cxnId="{20648DEA-D9E5-4778-9B82-8588628FC3F6}">
      <dgm:prSet/>
      <dgm:spPr/>
      <dgm:t>
        <a:bodyPr/>
        <a:lstStyle/>
        <a:p>
          <a:endParaRPr lang="en-US" sz="1050"/>
        </a:p>
      </dgm:t>
    </dgm:pt>
    <dgm:pt modelId="{4DB4F5D3-93F9-47A3-AF21-1347726DCD64}" type="pres">
      <dgm:prSet presAssocID="{1989EBBA-DDB4-486B-A5CB-7172EEB07475}" presName="Name0" presStyleCnt="0">
        <dgm:presLayoutVars>
          <dgm:chPref val="1"/>
          <dgm:dir/>
          <dgm:animOne val="branch"/>
          <dgm:animLvl val="lvl"/>
          <dgm:resizeHandles/>
        </dgm:presLayoutVars>
      </dgm:prSet>
      <dgm:spPr/>
    </dgm:pt>
    <dgm:pt modelId="{8A06FC2D-6FC1-4D6D-AC84-F61141761876}" type="pres">
      <dgm:prSet presAssocID="{2678D1C1-450D-4278-8056-B3A096E41B19}" presName="vertOne" presStyleCnt="0"/>
      <dgm:spPr/>
    </dgm:pt>
    <dgm:pt modelId="{C0AA9D64-F79A-4FE4-8BD1-29D619EE447F}" type="pres">
      <dgm:prSet presAssocID="{2678D1C1-450D-4278-8056-B3A096E41B19}" presName="txOne" presStyleLbl="node0" presStyleIdx="0" presStyleCnt="4">
        <dgm:presLayoutVars>
          <dgm:chPref val="3"/>
        </dgm:presLayoutVars>
      </dgm:prSet>
      <dgm:spPr/>
    </dgm:pt>
    <dgm:pt modelId="{10CB16DE-C5CE-48FB-B257-97EE5693E18A}" type="pres">
      <dgm:prSet presAssocID="{2678D1C1-450D-4278-8056-B3A096E41B19}" presName="horzOne" presStyleCnt="0"/>
      <dgm:spPr/>
    </dgm:pt>
    <dgm:pt modelId="{46F8D3E2-61C1-49A9-847C-2CDBDD67CFC8}" type="pres">
      <dgm:prSet presAssocID="{51F9E8C1-90F5-4153-BF75-F416D27CFA6A}" presName="sibSpaceOne" presStyleCnt="0"/>
      <dgm:spPr/>
    </dgm:pt>
    <dgm:pt modelId="{A59A2560-108B-4316-832D-1DE5DBACEFD1}" type="pres">
      <dgm:prSet presAssocID="{CB8E5607-0DE5-4BD7-93C8-4D2898584A60}" presName="vertOne" presStyleCnt="0"/>
      <dgm:spPr/>
    </dgm:pt>
    <dgm:pt modelId="{EE325ADD-D367-4115-9092-0BE16405F44F}" type="pres">
      <dgm:prSet presAssocID="{CB8E5607-0DE5-4BD7-93C8-4D2898584A60}" presName="txOne" presStyleLbl="node0" presStyleIdx="1" presStyleCnt="4">
        <dgm:presLayoutVars>
          <dgm:chPref val="3"/>
        </dgm:presLayoutVars>
      </dgm:prSet>
      <dgm:spPr/>
    </dgm:pt>
    <dgm:pt modelId="{8CFBA18C-938E-4481-9300-AE6DEFDD483A}" type="pres">
      <dgm:prSet presAssocID="{CB8E5607-0DE5-4BD7-93C8-4D2898584A60}" presName="horzOne" presStyleCnt="0"/>
      <dgm:spPr/>
    </dgm:pt>
    <dgm:pt modelId="{84D61EBF-520A-4FB9-BFC5-404D1B3991BB}" type="pres">
      <dgm:prSet presAssocID="{DD244785-361E-488B-A360-79CDEC2B9B9C}" presName="sibSpaceOne" presStyleCnt="0"/>
      <dgm:spPr/>
    </dgm:pt>
    <dgm:pt modelId="{4D09E321-62F2-4AC0-A839-58A762727392}" type="pres">
      <dgm:prSet presAssocID="{92F869D0-D3C7-4D2B-ADA8-22A7B33F798C}" presName="vertOne" presStyleCnt="0"/>
      <dgm:spPr/>
    </dgm:pt>
    <dgm:pt modelId="{C31BD030-4723-47B2-AF3B-7FB7C39D1F40}" type="pres">
      <dgm:prSet presAssocID="{92F869D0-D3C7-4D2B-ADA8-22A7B33F798C}" presName="txOne" presStyleLbl="node0" presStyleIdx="2" presStyleCnt="4">
        <dgm:presLayoutVars>
          <dgm:chPref val="3"/>
        </dgm:presLayoutVars>
      </dgm:prSet>
      <dgm:spPr/>
    </dgm:pt>
    <dgm:pt modelId="{FE92480F-7878-4D89-8C4C-81CE9A791DE1}" type="pres">
      <dgm:prSet presAssocID="{92F869D0-D3C7-4D2B-ADA8-22A7B33F798C}" presName="horzOne" presStyleCnt="0"/>
      <dgm:spPr/>
    </dgm:pt>
    <dgm:pt modelId="{6722F737-1B08-47CE-AF47-20E3E1BAC965}" type="pres">
      <dgm:prSet presAssocID="{FFCCF2E1-E862-48D9-9DFE-0EA50A16EC9E}" presName="sibSpaceOne" presStyleCnt="0"/>
      <dgm:spPr/>
    </dgm:pt>
    <dgm:pt modelId="{784B7497-8253-4BA1-B194-3419C1C2E767}" type="pres">
      <dgm:prSet presAssocID="{B20756E6-7F3E-4000-B8C0-AD8AE0C72424}" presName="vertOne" presStyleCnt="0"/>
      <dgm:spPr/>
    </dgm:pt>
    <dgm:pt modelId="{2D363FAA-46EE-46A0-969E-3B33F0880E3B}" type="pres">
      <dgm:prSet presAssocID="{B20756E6-7F3E-4000-B8C0-AD8AE0C72424}" presName="txOne" presStyleLbl="node0" presStyleIdx="3" presStyleCnt="4">
        <dgm:presLayoutVars>
          <dgm:chPref val="3"/>
        </dgm:presLayoutVars>
      </dgm:prSet>
      <dgm:spPr/>
    </dgm:pt>
    <dgm:pt modelId="{37BEE897-9B71-4AA8-A843-AFD5855CDBBE}" type="pres">
      <dgm:prSet presAssocID="{B20756E6-7F3E-4000-B8C0-AD8AE0C72424}" presName="horzOne" presStyleCnt="0"/>
      <dgm:spPr/>
    </dgm:pt>
  </dgm:ptLst>
  <dgm:cxnLst>
    <dgm:cxn modelId="{AEE45C07-9946-4150-8097-02001F34E1FA}" type="presOf" srcId="{B20756E6-7F3E-4000-B8C0-AD8AE0C72424}" destId="{2D363FAA-46EE-46A0-969E-3B33F0880E3B}" srcOrd="0" destOrd="0" presId="urn:microsoft.com/office/officeart/2005/8/layout/hierarchy4"/>
    <dgm:cxn modelId="{019E1240-17E2-40F7-B9E5-8F50F6426DFF}" srcId="{1989EBBA-DDB4-486B-A5CB-7172EEB07475}" destId="{CB8E5607-0DE5-4BD7-93C8-4D2898584A60}" srcOrd="1" destOrd="0" parTransId="{800CA190-C687-4236-87FF-2EBE228655BD}" sibTransId="{DD244785-361E-488B-A360-79CDEC2B9B9C}"/>
    <dgm:cxn modelId="{F0B12E4B-AFD0-4DAB-A4E3-08C9E3902D47}" srcId="{1989EBBA-DDB4-486B-A5CB-7172EEB07475}" destId="{92F869D0-D3C7-4D2B-ADA8-22A7B33F798C}" srcOrd="2" destOrd="0" parTransId="{453FFAA3-86FF-47AA-8C9A-76AB4929B3E7}" sibTransId="{FFCCF2E1-E862-48D9-9DFE-0EA50A16EC9E}"/>
    <dgm:cxn modelId="{B5BB616C-1D5C-496D-AD9C-F06AB0C804B1}" type="presOf" srcId="{CB8E5607-0DE5-4BD7-93C8-4D2898584A60}" destId="{EE325ADD-D367-4115-9092-0BE16405F44F}" srcOrd="0" destOrd="0" presId="urn:microsoft.com/office/officeart/2005/8/layout/hierarchy4"/>
    <dgm:cxn modelId="{59D3707E-B97B-46B2-8F58-EB6B558C08CB}" type="presOf" srcId="{2678D1C1-450D-4278-8056-B3A096E41B19}" destId="{C0AA9D64-F79A-4FE4-8BD1-29D619EE447F}" srcOrd="0" destOrd="0" presId="urn:microsoft.com/office/officeart/2005/8/layout/hierarchy4"/>
    <dgm:cxn modelId="{5D7D4797-729B-444C-AC9B-38C008B43F6A}" srcId="{1989EBBA-DDB4-486B-A5CB-7172EEB07475}" destId="{2678D1C1-450D-4278-8056-B3A096E41B19}" srcOrd="0" destOrd="0" parTransId="{9C832DD9-7487-4B38-AD85-A26587851E3D}" sibTransId="{51F9E8C1-90F5-4153-BF75-F416D27CFA6A}"/>
    <dgm:cxn modelId="{131415B7-15B8-459A-98E1-F96004917D8E}" type="presOf" srcId="{1989EBBA-DDB4-486B-A5CB-7172EEB07475}" destId="{4DB4F5D3-93F9-47A3-AF21-1347726DCD64}" srcOrd="0" destOrd="0" presId="urn:microsoft.com/office/officeart/2005/8/layout/hierarchy4"/>
    <dgm:cxn modelId="{10C039D9-BF6A-49D0-9398-489B9F6FE30E}" type="presOf" srcId="{92F869D0-D3C7-4D2B-ADA8-22A7B33F798C}" destId="{C31BD030-4723-47B2-AF3B-7FB7C39D1F40}" srcOrd="0" destOrd="0" presId="urn:microsoft.com/office/officeart/2005/8/layout/hierarchy4"/>
    <dgm:cxn modelId="{20648DEA-D9E5-4778-9B82-8588628FC3F6}" srcId="{1989EBBA-DDB4-486B-A5CB-7172EEB07475}" destId="{B20756E6-7F3E-4000-B8C0-AD8AE0C72424}" srcOrd="3" destOrd="0" parTransId="{F477030D-65DB-4F06-A7F1-3807DAE3041F}" sibTransId="{A569CE62-8456-4E18-9D06-B1D9AB6BD64C}"/>
    <dgm:cxn modelId="{22F5B948-5662-459C-ACCA-60175BE41077}" type="presParOf" srcId="{4DB4F5D3-93F9-47A3-AF21-1347726DCD64}" destId="{8A06FC2D-6FC1-4D6D-AC84-F61141761876}" srcOrd="0" destOrd="0" presId="urn:microsoft.com/office/officeart/2005/8/layout/hierarchy4"/>
    <dgm:cxn modelId="{A013AC8E-58C6-4AEB-861C-FEA21DB55A95}" type="presParOf" srcId="{8A06FC2D-6FC1-4D6D-AC84-F61141761876}" destId="{C0AA9D64-F79A-4FE4-8BD1-29D619EE447F}" srcOrd="0" destOrd="0" presId="urn:microsoft.com/office/officeart/2005/8/layout/hierarchy4"/>
    <dgm:cxn modelId="{134D95B2-5FF5-43D1-B8EF-1CA67A371758}" type="presParOf" srcId="{8A06FC2D-6FC1-4D6D-AC84-F61141761876}" destId="{10CB16DE-C5CE-48FB-B257-97EE5693E18A}" srcOrd="1" destOrd="0" presId="urn:microsoft.com/office/officeart/2005/8/layout/hierarchy4"/>
    <dgm:cxn modelId="{F7882A0C-98E2-4990-B35A-5433AD229ADE}" type="presParOf" srcId="{4DB4F5D3-93F9-47A3-AF21-1347726DCD64}" destId="{46F8D3E2-61C1-49A9-847C-2CDBDD67CFC8}" srcOrd="1" destOrd="0" presId="urn:microsoft.com/office/officeart/2005/8/layout/hierarchy4"/>
    <dgm:cxn modelId="{BEF896D2-A3E2-4C25-9BDD-4E255AF18F7F}" type="presParOf" srcId="{4DB4F5D3-93F9-47A3-AF21-1347726DCD64}" destId="{A59A2560-108B-4316-832D-1DE5DBACEFD1}" srcOrd="2" destOrd="0" presId="urn:microsoft.com/office/officeart/2005/8/layout/hierarchy4"/>
    <dgm:cxn modelId="{D7B427D6-8305-419D-8378-6930D0A0893D}" type="presParOf" srcId="{A59A2560-108B-4316-832D-1DE5DBACEFD1}" destId="{EE325ADD-D367-4115-9092-0BE16405F44F}" srcOrd="0" destOrd="0" presId="urn:microsoft.com/office/officeart/2005/8/layout/hierarchy4"/>
    <dgm:cxn modelId="{2901664F-7E2B-4480-95DE-585001756D0E}" type="presParOf" srcId="{A59A2560-108B-4316-832D-1DE5DBACEFD1}" destId="{8CFBA18C-938E-4481-9300-AE6DEFDD483A}" srcOrd="1" destOrd="0" presId="urn:microsoft.com/office/officeart/2005/8/layout/hierarchy4"/>
    <dgm:cxn modelId="{97E5E902-9B81-4167-8367-BA05E9E236CA}" type="presParOf" srcId="{4DB4F5D3-93F9-47A3-AF21-1347726DCD64}" destId="{84D61EBF-520A-4FB9-BFC5-404D1B3991BB}" srcOrd="3" destOrd="0" presId="urn:microsoft.com/office/officeart/2005/8/layout/hierarchy4"/>
    <dgm:cxn modelId="{1566D5B7-D800-4092-AEDC-9F8FC69AAA7E}" type="presParOf" srcId="{4DB4F5D3-93F9-47A3-AF21-1347726DCD64}" destId="{4D09E321-62F2-4AC0-A839-58A762727392}" srcOrd="4" destOrd="0" presId="urn:microsoft.com/office/officeart/2005/8/layout/hierarchy4"/>
    <dgm:cxn modelId="{2F8F0C17-0C64-4BE5-AC03-A2000215216B}" type="presParOf" srcId="{4D09E321-62F2-4AC0-A839-58A762727392}" destId="{C31BD030-4723-47B2-AF3B-7FB7C39D1F40}" srcOrd="0" destOrd="0" presId="urn:microsoft.com/office/officeart/2005/8/layout/hierarchy4"/>
    <dgm:cxn modelId="{76429D9E-FDEF-4B0C-A9D5-2557D9BEF37D}" type="presParOf" srcId="{4D09E321-62F2-4AC0-A839-58A762727392}" destId="{FE92480F-7878-4D89-8C4C-81CE9A791DE1}" srcOrd="1" destOrd="0" presId="urn:microsoft.com/office/officeart/2005/8/layout/hierarchy4"/>
    <dgm:cxn modelId="{528C3707-7452-4FE7-A94C-69B59FBBF637}" type="presParOf" srcId="{4DB4F5D3-93F9-47A3-AF21-1347726DCD64}" destId="{6722F737-1B08-47CE-AF47-20E3E1BAC965}" srcOrd="5" destOrd="0" presId="urn:microsoft.com/office/officeart/2005/8/layout/hierarchy4"/>
    <dgm:cxn modelId="{86AF6290-49EB-4EDE-8EE5-7ECA70FB869A}" type="presParOf" srcId="{4DB4F5D3-93F9-47A3-AF21-1347726DCD64}" destId="{784B7497-8253-4BA1-B194-3419C1C2E767}" srcOrd="6" destOrd="0" presId="urn:microsoft.com/office/officeart/2005/8/layout/hierarchy4"/>
    <dgm:cxn modelId="{170528F4-1881-4D2A-A271-A829D90F829E}" type="presParOf" srcId="{784B7497-8253-4BA1-B194-3419C1C2E767}" destId="{2D363FAA-46EE-46A0-969E-3B33F0880E3B}" srcOrd="0" destOrd="0" presId="urn:microsoft.com/office/officeart/2005/8/layout/hierarchy4"/>
    <dgm:cxn modelId="{FBD6891D-1588-4D61-8511-6F398C68353A}" type="presParOf" srcId="{784B7497-8253-4BA1-B194-3419C1C2E767}" destId="{37BEE897-9B71-4AA8-A843-AFD5855CDBBE}"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FF902C-3670-4349-8DC7-8D53337B20BD}" type="doc">
      <dgm:prSet loTypeId="urn:microsoft.com/office/officeart/2005/8/layout/hierarchy4" loCatId="list" qsTypeId="urn:microsoft.com/office/officeart/2005/8/quickstyle/simple1" qsCatId="simple" csTypeId="urn:microsoft.com/office/officeart/2005/8/colors/accent0_2" csCatId="mainScheme" phldr="1"/>
      <dgm:spPr/>
      <dgm:t>
        <a:bodyPr/>
        <a:lstStyle/>
        <a:p>
          <a:endParaRPr lang="en-US"/>
        </a:p>
      </dgm:t>
    </dgm:pt>
    <dgm:pt modelId="{C9020EF5-E63D-4975-A4EF-86B32F336815}">
      <dgm:prSet phldrT="[Text]" custT="1"/>
      <dgm:spPr>
        <a:ln>
          <a:solidFill>
            <a:srgbClr val="ED8B00"/>
          </a:solidFill>
        </a:ln>
      </dgm:spPr>
      <dgm:t>
        <a:bodyPr/>
        <a:lstStyle/>
        <a:p>
          <a:r>
            <a:rPr lang="en-US" sz="1050" b="1" dirty="0"/>
            <a:t>Data Quality - </a:t>
          </a:r>
          <a:r>
            <a:rPr lang="en-US" sz="1050" dirty="0"/>
            <a:t>IT/OT devices to use the appropriate and validated data</a:t>
          </a:r>
        </a:p>
      </dgm:t>
    </dgm:pt>
    <dgm:pt modelId="{EA7DB0BA-A378-44EE-8189-7829CB2E6E90}" type="parTrans" cxnId="{06D48269-A1DB-4C4F-BBE0-6A6184173EED}">
      <dgm:prSet/>
      <dgm:spPr/>
      <dgm:t>
        <a:bodyPr/>
        <a:lstStyle/>
        <a:p>
          <a:endParaRPr lang="en-US" sz="1050"/>
        </a:p>
      </dgm:t>
    </dgm:pt>
    <dgm:pt modelId="{AA3A2779-6748-4665-BF6A-2EFFBB1A2D8D}" type="sibTrans" cxnId="{06D48269-A1DB-4C4F-BBE0-6A6184173EED}">
      <dgm:prSet/>
      <dgm:spPr/>
      <dgm:t>
        <a:bodyPr/>
        <a:lstStyle/>
        <a:p>
          <a:endParaRPr lang="en-US" sz="1050"/>
        </a:p>
      </dgm:t>
    </dgm:pt>
    <dgm:pt modelId="{07401D5F-812A-426F-9AB8-74E1222DD483}">
      <dgm:prSet phldrT="[Text]" custT="1"/>
      <dgm:spPr>
        <a:ln>
          <a:solidFill>
            <a:srgbClr val="ED8B00"/>
          </a:solidFill>
        </a:ln>
      </dgm:spPr>
      <dgm:t>
        <a:bodyPr/>
        <a:lstStyle/>
        <a:p>
          <a:r>
            <a:rPr lang="en-US" sz="1050" b="1" dirty="0"/>
            <a:t>Multiple Interfaces - </a:t>
          </a:r>
          <a:r>
            <a:rPr lang="en-US" sz="1050" dirty="0"/>
            <a:t>Numerous interfaces with systems exchanging data in different formats</a:t>
          </a:r>
        </a:p>
      </dgm:t>
    </dgm:pt>
    <dgm:pt modelId="{3DFDC775-605A-459C-9E71-9A728765873F}" type="parTrans" cxnId="{E605B4B0-CB93-409F-881C-232FD4BC523C}">
      <dgm:prSet/>
      <dgm:spPr/>
      <dgm:t>
        <a:bodyPr/>
        <a:lstStyle/>
        <a:p>
          <a:endParaRPr lang="en-US" sz="1050"/>
        </a:p>
      </dgm:t>
    </dgm:pt>
    <dgm:pt modelId="{FF08FF42-DE2B-4E7D-909B-CF337CE8096A}" type="sibTrans" cxnId="{E605B4B0-CB93-409F-881C-232FD4BC523C}">
      <dgm:prSet/>
      <dgm:spPr/>
      <dgm:t>
        <a:bodyPr/>
        <a:lstStyle/>
        <a:p>
          <a:endParaRPr lang="en-US" sz="1050"/>
        </a:p>
      </dgm:t>
    </dgm:pt>
    <dgm:pt modelId="{F9B26D53-85F6-40C4-8BC2-8E4FFC872148}">
      <dgm:prSet phldrT="[Text]" custT="1"/>
      <dgm:spPr>
        <a:ln>
          <a:solidFill>
            <a:srgbClr val="ED8B00"/>
          </a:solidFill>
        </a:ln>
      </dgm:spPr>
      <dgm:t>
        <a:bodyPr/>
        <a:lstStyle/>
        <a:p>
          <a:r>
            <a:rPr lang="en-US" sz="1050" b="1" dirty="0"/>
            <a:t>Security - </a:t>
          </a:r>
          <a:r>
            <a:rPr lang="en-US" sz="1050" dirty="0"/>
            <a:t>Strict Adherence to security governance policies</a:t>
          </a:r>
        </a:p>
      </dgm:t>
    </dgm:pt>
    <dgm:pt modelId="{F0BF8554-7F30-4EE9-989F-F2A66AB31E19}" type="parTrans" cxnId="{ACB05173-52A7-446D-91FC-20FBD37EF912}">
      <dgm:prSet/>
      <dgm:spPr/>
      <dgm:t>
        <a:bodyPr/>
        <a:lstStyle/>
        <a:p>
          <a:endParaRPr lang="en-US" sz="1050"/>
        </a:p>
      </dgm:t>
    </dgm:pt>
    <dgm:pt modelId="{247EF9A6-C015-435B-9A21-D90D78474F51}" type="sibTrans" cxnId="{ACB05173-52A7-446D-91FC-20FBD37EF912}">
      <dgm:prSet/>
      <dgm:spPr/>
      <dgm:t>
        <a:bodyPr/>
        <a:lstStyle/>
        <a:p>
          <a:endParaRPr lang="en-US" sz="1050"/>
        </a:p>
      </dgm:t>
    </dgm:pt>
    <dgm:pt modelId="{87771C98-7916-4A05-9E88-916CE19CF2A4}">
      <dgm:prSet phldrT="[Text]" custT="1"/>
      <dgm:spPr>
        <a:ln>
          <a:solidFill>
            <a:srgbClr val="ED8B00"/>
          </a:solidFill>
        </a:ln>
      </dgm:spPr>
      <dgm:t>
        <a:bodyPr/>
        <a:lstStyle/>
        <a:p>
          <a:r>
            <a:rPr lang="en-US" sz="1050" b="1" dirty="0"/>
            <a:t>Business Process Change</a:t>
          </a:r>
          <a:r>
            <a:rPr lang="en-US" sz="1050" dirty="0"/>
            <a:t> - Streamline &amp; improve operational efficiencies</a:t>
          </a:r>
        </a:p>
      </dgm:t>
    </dgm:pt>
    <dgm:pt modelId="{A0F2CC5C-356E-4994-9F91-84CB4950E341}" type="parTrans" cxnId="{D4F4F0A2-C83D-434D-AE4E-4084B9CEC459}">
      <dgm:prSet/>
      <dgm:spPr/>
      <dgm:t>
        <a:bodyPr/>
        <a:lstStyle/>
        <a:p>
          <a:endParaRPr lang="en-US" sz="1050"/>
        </a:p>
      </dgm:t>
    </dgm:pt>
    <dgm:pt modelId="{63B493D5-ED45-49F7-A6B6-2F92DD147419}" type="sibTrans" cxnId="{D4F4F0A2-C83D-434D-AE4E-4084B9CEC459}">
      <dgm:prSet/>
      <dgm:spPr/>
      <dgm:t>
        <a:bodyPr/>
        <a:lstStyle/>
        <a:p>
          <a:endParaRPr lang="en-US" sz="1050"/>
        </a:p>
      </dgm:t>
    </dgm:pt>
    <dgm:pt modelId="{0A57FB55-23F5-4BBA-9113-2CF13161D4E4}">
      <dgm:prSet phldrT="[Text]" custT="1"/>
      <dgm:spPr>
        <a:ln>
          <a:solidFill>
            <a:srgbClr val="ED8B00"/>
          </a:solidFill>
        </a:ln>
      </dgm:spPr>
      <dgm:t>
        <a:bodyPr/>
        <a:lstStyle/>
        <a:p>
          <a:r>
            <a:rPr lang="en-US" sz="1050" b="1" dirty="0"/>
            <a:t>Communication</a:t>
          </a:r>
          <a:r>
            <a:rPr lang="en-US" sz="1050" dirty="0"/>
            <a:t> - Robust communication infrastructure to address huge volumes of field data transfer</a:t>
          </a:r>
        </a:p>
      </dgm:t>
    </dgm:pt>
    <dgm:pt modelId="{7D4930D4-4C6A-4C9A-810E-8B59E4B95C39}" type="parTrans" cxnId="{87A2261C-0FEB-4BE0-985E-F8A5C2B68B16}">
      <dgm:prSet/>
      <dgm:spPr/>
      <dgm:t>
        <a:bodyPr/>
        <a:lstStyle/>
        <a:p>
          <a:endParaRPr lang="en-US" sz="1050"/>
        </a:p>
      </dgm:t>
    </dgm:pt>
    <dgm:pt modelId="{97EFCD17-A460-4364-A2FB-BB32814A4BF7}" type="sibTrans" cxnId="{87A2261C-0FEB-4BE0-985E-F8A5C2B68B16}">
      <dgm:prSet/>
      <dgm:spPr/>
      <dgm:t>
        <a:bodyPr/>
        <a:lstStyle/>
        <a:p>
          <a:endParaRPr lang="en-US" sz="1050"/>
        </a:p>
      </dgm:t>
    </dgm:pt>
    <dgm:pt modelId="{353A28ED-0F92-4FE0-8FED-65AEA429DDD2}" type="pres">
      <dgm:prSet presAssocID="{8AFF902C-3670-4349-8DC7-8D53337B20BD}" presName="Name0" presStyleCnt="0">
        <dgm:presLayoutVars>
          <dgm:chPref val="1"/>
          <dgm:dir/>
          <dgm:animOne val="branch"/>
          <dgm:animLvl val="lvl"/>
          <dgm:resizeHandles/>
        </dgm:presLayoutVars>
      </dgm:prSet>
      <dgm:spPr/>
    </dgm:pt>
    <dgm:pt modelId="{10953E6F-A4A8-4F7B-BF8B-B0F5D53B6078}" type="pres">
      <dgm:prSet presAssocID="{C9020EF5-E63D-4975-A4EF-86B32F336815}" presName="vertOne" presStyleCnt="0"/>
      <dgm:spPr/>
    </dgm:pt>
    <dgm:pt modelId="{51C24AAE-95EA-43F6-BA49-9EDC8901C024}" type="pres">
      <dgm:prSet presAssocID="{C9020EF5-E63D-4975-A4EF-86B32F336815}" presName="txOne" presStyleLbl="node0" presStyleIdx="0" presStyleCnt="5">
        <dgm:presLayoutVars>
          <dgm:chPref val="3"/>
        </dgm:presLayoutVars>
      </dgm:prSet>
      <dgm:spPr/>
    </dgm:pt>
    <dgm:pt modelId="{A5EF1943-90FA-409F-8FDC-02998431489A}" type="pres">
      <dgm:prSet presAssocID="{C9020EF5-E63D-4975-A4EF-86B32F336815}" presName="horzOne" presStyleCnt="0"/>
      <dgm:spPr/>
    </dgm:pt>
    <dgm:pt modelId="{FDA2537A-1CBA-41DE-8052-B05442E1C487}" type="pres">
      <dgm:prSet presAssocID="{AA3A2779-6748-4665-BF6A-2EFFBB1A2D8D}" presName="sibSpaceOne" presStyleCnt="0"/>
      <dgm:spPr/>
    </dgm:pt>
    <dgm:pt modelId="{F0C0BB7F-EA13-45A2-87B1-ECB18EA4C3E3}" type="pres">
      <dgm:prSet presAssocID="{07401D5F-812A-426F-9AB8-74E1222DD483}" presName="vertOne" presStyleCnt="0"/>
      <dgm:spPr/>
    </dgm:pt>
    <dgm:pt modelId="{C2A7AB50-2235-45AB-BCC6-3DF0007B9712}" type="pres">
      <dgm:prSet presAssocID="{07401D5F-812A-426F-9AB8-74E1222DD483}" presName="txOne" presStyleLbl="node0" presStyleIdx="1" presStyleCnt="5">
        <dgm:presLayoutVars>
          <dgm:chPref val="3"/>
        </dgm:presLayoutVars>
      </dgm:prSet>
      <dgm:spPr/>
    </dgm:pt>
    <dgm:pt modelId="{58F0E7D6-AA16-43CF-B6EA-2D959BBC2803}" type="pres">
      <dgm:prSet presAssocID="{07401D5F-812A-426F-9AB8-74E1222DD483}" presName="horzOne" presStyleCnt="0"/>
      <dgm:spPr/>
    </dgm:pt>
    <dgm:pt modelId="{BCBC5E37-58E1-4B39-A87E-AF3F1FCB1241}" type="pres">
      <dgm:prSet presAssocID="{FF08FF42-DE2B-4E7D-909B-CF337CE8096A}" presName="sibSpaceOne" presStyleCnt="0"/>
      <dgm:spPr/>
    </dgm:pt>
    <dgm:pt modelId="{AB45FCB6-C9FF-4F7B-A4A9-DA96D2847DE2}" type="pres">
      <dgm:prSet presAssocID="{F9B26D53-85F6-40C4-8BC2-8E4FFC872148}" presName="vertOne" presStyleCnt="0"/>
      <dgm:spPr/>
    </dgm:pt>
    <dgm:pt modelId="{9DE32CA7-CCBE-4AA1-A8FF-74849E263866}" type="pres">
      <dgm:prSet presAssocID="{F9B26D53-85F6-40C4-8BC2-8E4FFC872148}" presName="txOne" presStyleLbl="node0" presStyleIdx="2" presStyleCnt="5">
        <dgm:presLayoutVars>
          <dgm:chPref val="3"/>
        </dgm:presLayoutVars>
      </dgm:prSet>
      <dgm:spPr/>
    </dgm:pt>
    <dgm:pt modelId="{A81E1DF2-37AF-4A5F-9686-B19C0F54C1E2}" type="pres">
      <dgm:prSet presAssocID="{F9B26D53-85F6-40C4-8BC2-8E4FFC872148}" presName="horzOne" presStyleCnt="0"/>
      <dgm:spPr/>
    </dgm:pt>
    <dgm:pt modelId="{20334631-1E84-4D6C-9D4A-7C1675819ABD}" type="pres">
      <dgm:prSet presAssocID="{247EF9A6-C015-435B-9A21-D90D78474F51}" presName="sibSpaceOne" presStyleCnt="0"/>
      <dgm:spPr/>
    </dgm:pt>
    <dgm:pt modelId="{1676A0A5-04DE-41A5-A42A-89F09D1673A0}" type="pres">
      <dgm:prSet presAssocID="{87771C98-7916-4A05-9E88-916CE19CF2A4}" presName="vertOne" presStyleCnt="0"/>
      <dgm:spPr/>
    </dgm:pt>
    <dgm:pt modelId="{F5122E91-14F0-4A1C-95D2-12258291976D}" type="pres">
      <dgm:prSet presAssocID="{87771C98-7916-4A05-9E88-916CE19CF2A4}" presName="txOne" presStyleLbl="node0" presStyleIdx="3" presStyleCnt="5">
        <dgm:presLayoutVars>
          <dgm:chPref val="3"/>
        </dgm:presLayoutVars>
      </dgm:prSet>
      <dgm:spPr/>
    </dgm:pt>
    <dgm:pt modelId="{0D1B0467-F420-4A3E-A3C0-B03A0DA4C944}" type="pres">
      <dgm:prSet presAssocID="{87771C98-7916-4A05-9E88-916CE19CF2A4}" presName="horzOne" presStyleCnt="0"/>
      <dgm:spPr/>
    </dgm:pt>
    <dgm:pt modelId="{987763FA-C9C2-432F-A3EB-3D47AEBFBDD3}" type="pres">
      <dgm:prSet presAssocID="{63B493D5-ED45-49F7-A6B6-2F92DD147419}" presName="sibSpaceOne" presStyleCnt="0"/>
      <dgm:spPr/>
    </dgm:pt>
    <dgm:pt modelId="{AA44A3FD-CAB6-40C5-957F-16C92FBE57AA}" type="pres">
      <dgm:prSet presAssocID="{0A57FB55-23F5-4BBA-9113-2CF13161D4E4}" presName="vertOne" presStyleCnt="0"/>
      <dgm:spPr/>
    </dgm:pt>
    <dgm:pt modelId="{C768942F-BA79-42DC-A0FE-8C3D7A9054EB}" type="pres">
      <dgm:prSet presAssocID="{0A57FB55-23F5-4BBA-9113-2CF13161D4E4}" presName="txOne" presStyleLbl="node0" presStyleIdx="4" presStyleCnt="5">
        <dgm:presLayoutVars>
          <dgm:chPref val="3"/>
        </dgm:presLayoutVars>
      </dgm:prSet>
      <dgm:spPr/>
    </dgm:pt>
    <dgm:pt modelId="{1198004F-B0F1-42E4-A8A8-58C2A3F449BB}" type="pres">
      <dgm:prSet presAssocID="{0A57FB55-23F5-4BBA-9113-2CF13161D4E4}" presName="horzOne" presStyleCnt="0"/>
      <dgm:spPr/>
    </dgm:pt>
  </dgm:ptLst>
  <dgm:cxnLst>
    <dgm:cxn modelId="{87A2261C-0FEB-4BE0-985E-F8A5C2B68B16}" srcId="{8AFF902C-3670-4349-8DC7-8D53337B20BD}" destId="{0A57FB55-23F5-4BBA-9113-2CF13161D4E4}" srcOrd="4" destOrd="0" parTransId="{7D4930D4-4C6A-4C9A-810E-8B59E4B95C39}" sibTransId="{97EFCD17-A460-4364-A2FB-BB32814A4BF7}"/>
    <dgm:cxn modelId="{1272472C-87C3-4E5D-B4E2-0614F0788DE6}" type="presOf" srcId="{07401D5F-812A-426F-9AB8-74E1222DD483}" destId="{C2A7AB50-2235-45AB-BCC6-3DF0007B9712}" srcOrd="0" destOrd="0" presId="urn:microsoft.com/office/officeart/2005/8/layout/hierarchy4"/>
    <dgm:cxn modelId="{11227564-8FC3-42DA-922B-FBC6E5E355B3}" type="presOf" srcId="{F9B26D53-85F6-40C4-8BC2-8E4FFC872148}" destId="{9DE32CA7-CCBE-4AA1-A8FF-74849E263866}" srcOrd="0" destOrd="0" presId="urn:microsoft.com/office/officeart/2005/8/layout/hierarchy4"/>
    <dgm:cxn modelId="{06D48269-A1DB-4C4F-BBE0-6A6184173EED}" srcId="{8AFF902C-3670-4349-8DC7-8D53337B20BD}" destId="{C9020EF5-E63D-4975-A4EF-86B32F336815}" srcOrd="0" destOrd="0" parTransId="{EA7DB0BA-A378-44EE-8189-7829CB2E6E90}" sibTransId="{AA3A2779-6748-4665-BF6A-2EFFBB1A2D8D}"/>
    <dgm:cxn modelId="{ACB05173-52A7-446D-91FC-20FBD37EF912}" srcId="{8AFF902C-3670-4349-8DC7-8D53337B20BD}" destId="{F9B26D53-85F6-40C4-8BC2-8E4FFC872148}" srcOrd="2" destOrd="0" parTransId="{F0BF8554-7F30-4EE9-989F-F2A66AB31E19}" sibTransId="{247EF9A6-C015-435B-9A21-D90D78474F51}"/>
    <dgm:cxn modelId="{9269CC7A-56E9-44D3-8F79-FD9CFA573BBC}" type="presOf" srcId="{0A57FB55-23F5-4BBA-9113-2CF13161D4E4}" destId="{C768942F-BA79-42DC-A0FE-8C3D7A9054EB}" srcOrd="0" destOrd="0" presId="urn:microsoft.com/office/officeart/2005/8/layout/hierarchy4"/>
    <dgm:cxn modelId="{9D1E688E-CC7C-4D2F-BAD0-4A4E0D919F93}" type="presOf" srcId="{87771C98-7916-4A05-9E88-916CE19CF2A4}" destId="{F5122E91-14F0-4A1C-95D2-12258291976D}" srcOrd="0" destOrd="0" presId="urn:microsoft.com/office/officeart/2005/8/layout/hierarchy4"/>
    <dgm:cxn modelId="{D4F4F0A2-C83D-434D-AE4E-4084B9CEC459}" srcId="{8AFF902C-3670-4349-8DC7-8D53337B20BD}" destId="{87771C98-7916-4A05-9E88-916CE19CF2A4}" srcOrd="3" destOrd="0" parTransId="{A0F2CC5C-356E-4994-9F91-84CB4950E341}" sibTransId="{63B493D5-ED45-49F7-A6B6-2F92DD147419}"/>
    <dgm:cxn modelId="{A618DAA8-9528-41E8-B563-CAE67D3AC953}" type="presOf" srcId="{C9020EF5-E63D-4975-A4EF-86B32F336815}" destId="{51C24AAE-95EA-43F6-BA49-9EDC8901C024}" srcOrd="0" destOrd="0" presId="urn:microsoft.com/office/officeart/2005/8/layout/hierarchy4"/>
    <dgm:cxn modelId="{E605B4B0-CB93-409F-881C-232FD4BC523C}" srcId="{8AFF902C-3670-4349-8DC7-8D53337B20BD}" destId="{07401D5F-812A-426F-9AB8-74E1222DD483}" srcOrd="1" destOrd="0" parTransId="{3DFDC775-605A-459C-9E71-9A728765873F}" sibTransId="{FF08FF42-DE2B-4E7D-909B-CF337CE8096A}"/>
    <dgm:cxn modelId="{A03AB8D4-D7E3-43F2-94CD-5BAE0D58C7AC}" type="presOf" srcId="{8AFF902C-3670-4349-8DC7-8D53337B20BD}" destId="{353A28ED-0F92-4FE0-8FED-65AEA429DDD2}" srcOrd="0" destOrd="0" presId="urn:microsoft.com/office/officeart/2005/8/layout/hierarchy4"/>
    <dgm:cxn modelId="{BB37B66E-3CF5-4A36-A3A9-C555296C16D2}" type="presParOf" srcId="{353A28ED-0F92-4FE0-8FED-65AEA429DDD2}" destId="{10953E6F-A4A8-4F7B-BF8B-B0F5D53B6078}" srcOrd="0" destOrd="0" presId="urn:microsoft.com/office/officeart/2005/8/layout/hierarchy4"/>
    <dgm:cxn modelId="{6AB99B83-6F9A-4782-82AC-641D2D387745}" type="presParOf" srcId="{10953E6F-A4A8-4F7B-BF8B-B0F5D53B6078}" destId="{51C24AAE-95EA-43F6-BA49-9EDC8901C024}" srcOrd="0" destOrd="0" presId="urn:microsoft.com/office/officeart/2005/8/layout/hierarchy4"/>
    <dgm:cxn modelId="{1A340ADC-AC07-4BF9-BAE9-9FA00FE89D44}" type="presParOf" srcId="{10953E6F-A4A8-4F7B-BF8B-B0F5D53B6078}" destId="{A5EF1943-90FA-409F-8FDC-02998431489A}" srcOrd="1" destOrd="0" presId="urn:microsoft.com/office/officeart/2005/8/layout/hierarchy4"/>
    <dgm:cxn modelId="{57F81E2E-66AE-445D-9B63-93FC2A1FF81F}" type="presParOf" srcId="{353A28ED-0F92-4FE0-8FED-65AEA429DDD2}" destId="{FDA2537A-1CBA-41DE-8052-B05442E1C487}" srcOrd="1" destOrd="0" presId="urn:microsoft.com/office/officeart/2005/8/layout/hierarchy4"/>
    <dgm:cxn modelId="{5D9EE133-F099-4487-B70B-099E720DA9B2}" type="presParOf" srcId="{353A28ED-0F92-4FE0-8FED-65AEA429DDD2}" destId="{F0C0BB7F-EA13-45A2-87B1-ECB18EA4C3E3}" srcOrd="2" destOrd="0" presId="urn:microsoft.com/office/officeart/2005/8/layout/hierarchy4"/>
    <dgm:cxn modelId="{AAA3FE41-1857-4AA3-A9C6-08362153C7AD}" type="presParOf" srcId="{F0C0BB7F-EA13-45A2-87B1-ECB18EA4C3E3}" destId="{C2A7AB50-2235-45AB-BCC6-3DF0007B9712}" srcOrd="0" destOrd="0" presId="urn:microsoft.com/office/officeart/2005/8/layout/hierarchy4"/>
    <dgm:cxn modelId="{72FF5079-D826-495D-9E6D-BB4045C49FBA}" type="presParOf" srcId="{F0C0BB7F-EA13-45A2-87B1-ECB18EA4C3E3}" destId="{58F0E7D6-AA16-43CF-B6EA-2D959BBC2803}" srcOrd="1" destOrd="0" presId="urn:microsoft.com/office/officeart/2005/8/layout/hierarchy4"/>
    <dgm:cxn modelId="{C96C52F4-F99C-4693-93D0-7E5C46D55271}" type="presParOf" srcId="{353A28ED-0F92-4FE0-8FED-65AEA429DDD2}" destId="{BCBC5E37-58E1-4B39-A87E-AF3F1FCB1241}" srcOrd="3" destOrd="0" presId="urn:microsoft.com/office/officeart/2005/8/layout/hierarchy4"/>
    <dgm:cxn modelId="{B280EF4F-6CB6-4EF4-B013-D4BB1C7CD00D}" type="presParOf" srcId="{353A28ED-0F92-4FE0-8FED-65AEA429DDD2}" destId="{AB45FCB6-C9FF-4F7B-A4A9-DA96D2847DE2}" srcOrd="4" destOrd="0" presId="urn:microsoft.com/office/officeart/2005/8/layout/hierarchy4"/>
    <dgm:cxn modelId="{7D66A4BB-B77E-4A8F-A4BA-20A002980978}" type="presParOf" srcId="{AB45FCB6-C9FF-4F7B-A4A9-DA96D2847DE2}" destId="{9DE32CA7-CCBE-4AA1-A8FF-74849E263866}" srcOrd="0" destOrd="0" presId="urn:microsoft.com/office/officeart/2005/8/layout/hierarchy4"/>
    <dgm:cxn modelId="{6088FC8B-CE8E-407F-8656-0E1D8032E1DE}" type="presParOf" srcId="{AB45FCB6-C9FF-4F7B-A4A9-DA96D2847DE2}" destId="{A81E1DF2-37AF-4A5F-9686-B19C0F54C1E2}" srcOrd="1" destOrd="0" presId="urn:microsoft.com/office/officeart/2005/8/layout/hierarchy4"/>
    <dgm:cxn modelId="{87AB27E9-EBD4-474B-B6AE-3ADF0BAD6E32}" type="presParOf" srcId="{353A28ED-0F92-4FE0-8FED-65AEA429DDD2}" destId="{20334631-1E84-4D6C-9D4A-7C1675819ABD}" srcOrd="5" destOrd="0" presId="urn:microsoft.com/office/officeart/2005/8/layout/hierarchy4"/>
    <dgm:cxn modelId="{B8888BB6-0DB4-4AED-9874-BF4D042E3541}" type="presParOf" srcId="{353A28ED-0F92-4FE0-8FED-65AEA429DDD2}" destId="{1676A0A5-04DE-41A5-A42A-89F09D1673A0}" srcOrd="6" destOrd="0" presId="urn:microsoft.com/office/officeart/2005/8/layout/hierarchy4"/>
    <dgm:cxn modelId="{9FFBAB2A-D438-4407-823E-8F11115EDBEB}" type="presParOf" srcId="{1676A0A5-04DE-41A5-A42A-89F09D1673A0}" destId="{F5122E91-14F0-4A1C-95D2-12258291976D}" srcOrd="0" destOrd="0" presId="urn:microsoft.com/office/officeart/2005/8/layout/hierarchy4"/>
    <dgm:cxn modelId="{80CACF37-2C48-4D63-9D86-046C269B05D7}" type="presParOf" srcId="{1676A0A5-04DE-41A5-A42A-89F09D1673A0}" destId="{0D1B0467-F420-4A3E-A3C0-B03A0DA4C944}" srcOrd="1" destOrd="0" presId="urn:microsoft.com/office/officeart/2005/8/layout/hierarchy4"/>
    <dgm:cxn modelId="{82F40F72-CF27-4ADF-A86E-E970F9D1C7FA}" type="presParOf" srcId="{353A28ED-0F92-4FE0-8FED-65AEA429DDD2}" destId="{987763FA-C9C2-432F-A3EB-3D47AEBFBDD3}" srcOrd="7" destOrd="0" presId="urn:microsoft.com/office/officeart/2005/8/layout/hierarchy4"/>
    <dgm:cxn modelId="{B07DF980-FB8B-4A3A-8F98-E21F4DC14D93}" type="presParOf" srcId="{353A28ED-0F92-4FE0-8FED-65AEA429DDD2}" destId="{AA44A3FD-CAB6-40C5-957F-16C92FBE57AA}" srcOrd="8" destOrd="0" presId="urn:microsoft.com/office/officeart/2005/8/layout/hierarchy4"/>
    <dgm:cxn modelId="{1596EEC2-3313-4C61-9DBE-5F1E99594617}" type="presParOf" srcId="{AA44A3FD-CAB6-40C5-957F-16C92FBE57AA}" destId="{C768942F-BA79-42DC-A0FE-8C3D7A9054EB}" srcOrd="0" destOrd="0" presId="urn:microsoft.com/office/officeart/2005/8/layout/hierarchy4"/>
    <dgm:cxn modelId="{8E308FA7-C85D-47A4-9ED0-8E012EEA75CF}" type="presParOf" srcId="{AA44A3FD-CAB6-40C5-957F-16C92FBE57AA}" destId="{1198004F-B0F1-42E4-A8A8-58C2A3F449BB}" srcOrd="1" destOrd="0" presId="urn:microsoft.com/office/officeart/2005/8/layout/hierarchy4"/>
  </dgm:cxnLst>
  <dgm:bg/>
  <dgm:whole>
    <a:ln>
      <a:solidFill>
        <a:srgbClr val="DA291C"/>
      </a:solidFill>
    </a:ln>
  </dgm:whole>
  <dgm:extLst>
    <a:ext uri="http://schemas.microsoft.com/office/drawing/2008/diagram">
      <dsp:dataModelExt xmlns:dsp="http://schemas.microsoft.com/office/drawing/2008/diagram" relId="rId1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4BEE28-6B14-49E5-BBB0-1C9D6B834AAF}">
      <dsp:nvSpPr>
        <dsp:cNvPr id="0" name=""/>
        <dsp:cNvSpPr/>
      </dsp:nvSpPr>
      <dsp:spPr>
        <a:xfrm>
          <a:off x="8601280" y="1020956"/>
          <a:ext cx="2671574" cy="2672069"/>
        </a:xfrm>
        <a:prstGeom prst="ellipse">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1F7FE53-01E4-4F5B-A45E-EDCB61D97827}">
      <dsp:nvSpPr>
        <dsp:cNvPr id="0" name=""/>
        <dsp:cNvSpPr/>
      </dsp:nvSpPr>
      <dsp:spPr>
        <a:xfrm>
          <a:off x="8689985" y="1110040"/>
          <a:ext cx="2494165" cy="2493899"/>
        </a:xfrm>
        <a:prstGeom prst="ellipse">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i="0" kern="1200" dirty="0"/>
            <a:t>Cost savings</a:t>
          </a:r>
        </a:p>
        <a:p>
          <a:pPr marL="0" lvl="0" indent="0" algn="just" defTabSz="577850">
            <a:lnSpc>
              <a:spcPct val="90000"/>
            </a:lnSpc>
            <a:spcBef>
              <a:spcPct val="0"/>
            </a:spcBef>
            <a:spcAft>
              <a:spcPct val="35000"/>
            </a:spcAft>
            <a:buNone/>
          </a:pPr>
          <a:r>
            <a:rPr lang="en-US" sz="1300" b="0" i="0" kern="1200" dirty="0"/>
            <a:t>This allows optimum allocation of human resources.</a:t>
          </a:r>
        </a:p>
        <a:p>
          <a:pPr marL="0" lvl="0" indent="0" algn="just" defTabSz="577850">
            <a:lnSpc>
              <a:spcPct val="90000"/>
            </a:lnSpc>
            <a:spcBef>
              <a:spcPct val="0"/>
            </a:spcBef>
            <a:spcAft>
              <a:spcPct val="35000"/>
            </a:spcAft>
            <a:buNone/>
          </a:pPr>
          <a:r>
            <a:rPr lang="en-US" sz="1300" b="0" i="0" kern="1200" dirty="0"/>
            <a:t>Further, this helps improving Billing efficiency and overall AT&amp;C losses, thus reducing the ACS-ARR gap </a:t>
          </a:r>
          <a:endParaRPr lang="en-US" sz="1300" kern="1200" dirty="0"/>
        </a:p>
      </dsp:txBody>
      <dsp:txXfrm>
        <a:off x="9046543" y="1466379"/>
        <a:ext cx="1781049" cy="1781223"/>
      </dsp:txXfrm>
    </dsp:sp>
    <dsp:sp modelId="{1BF33C12-C1DE-44CF-84A9-359303C6D37C}">
      <dsp:nvSpPr>
        <dsp:cNvPr id="0" name=""/>
        <dsp:cNvSpPr/>
      </dsp:nvSpPr>
      <dsp:spPr>
        <a:xfrm rot="2700000">
          <a:off x="5843349" y="1024186"/>
          <a:ext cx="2665139" cy="2665139"/>
        </a:xfrm>
        <a:prstGeom prst="teardrop">
          <a:avLst>
            <a:gd name="adj" fmla="val 100000"/>
          </a:avLst>
        </a:prstGeom>
        <a:solidFill>
          <a:schemeClr val="accent4">
            <a:hueOff val="1060772"/>
            <a:satOff val="-4648"/>
            <a:lumOff val="460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D52880F6-5649-4691-84F1-71D5AD3D062C}">
      <dsp:nvSpPr>
        <dsp:cNvPr id="0" name=""/>
        <dsp:cNvSpPr/>
      </dsp:nvSpPr>
      <dsp:spPr>
        <a:xfrm>
          <a:off x="5928836" y="1110040"/>
          <a:ext cx="2494165" cy="2493899"/>
        </a:xfrm>
        <a:prstGeom prst="ellipse">
          <a:avLst/>
        </a:prstGeom>
        <a:solidFill>
          <a:schemeClr val="lt1">
            <a:alpha val="90000"/>
            <a:hueOff val="0"/>
            <a:satOff val="0"/>
            <a:lumOff val="0"/>
            <a:alphaOff val="0"/>
          </a:schemeClr>
        </a:solidFill>
        <a:ln w="9525" cap="flat" cmpd="sng" algn="ctr">
          <a:solidFill>
            <a:schemeClr val="accent4">
              <a:hueOff val="1060772"/>
              <a:satOff val="-4648"/>
              <a:lumOff val="4608"/>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just" defTabSz="577850">
            <a:lnSpc>
              <a:spcPct val="90000"/>
            </a:lnSpc>
            <a:spcBef>
              <a:spcPct val="0"/>
            </a:spcBef>
            <a:spcAft>
              <a:spcPct val="35000"/>
            </a:spcAft>
            <a:buNone/>
          </a:pPr>
          <a:r>
            <a:rPr lang="en-US" sz="1300" b="1" i="0" kern="1200" dirty="0"/>
            <a:t>Increased System Awareness</a:t>
          </a:r>
          <a:endParaRPr lang="en-US" sz="1300" b="1" kern="1200" dirty="0"/>
        </a:p>
        <a:p>
          <a:pPr marL="0" lvl="0" indent="0" algn="just" defTabSz="577850">
            <a:lnSpc>
              <a:spcPct val="90000"/>
            </a:lnSpc>
            <a:spcBef>
              <a:spcPct val="0"/>
            </a:spcBef>
            <a:spcAft>
              <a:spcPct val="35000"/>
            </a:spcAft>
            <a:buNone/>
          </a:pPr>
          <a:r>
            <a:rPr lang="en-US" sz="1300" b="0" i="0" kern="1200" dirty="0"/>
            <a:t>Instant detection of outage or a fault. Through regular flow of information, utilities can make informed decisions better</a:t>
          </a:r>
          <a:endParaRPr lang="en-US" sz="1300" kern="1200" dirty="0"/>
        </a:p>
      </dsp:txBody>
      <dsp:txXfrm>
        <a:off x="6285394" y="1466379"/>
        <a:ext cx="1781049" cy="1781223"/>
      </dsp:txXfrm>
    </dsp:sp>
    <dsp:sp modelId="{F46E0055-CA2D-46EF-AA8F-6470804F6917}">
      <dsp:nvSpPr>
        <dsp:cNvPr id="0" name=""/>
        <dsp:cNvSpPr/>
      </dsp:nvSpPr>
      <dsp:spPr>
        <a:xfrm rot="2700000">
          <a:off x="3082200" y="1024186"/>
          <a:ext cx="2665139" cy="2665139"/>
        </a:xfrm>
        <a:prstGeom prst="teardrop">
          <a:avLst>
            <a:gd name="adj" fmla="val 100000"/>
          </a:avLst>
        </a:prstGeom>
        <a:solidFill>
          <a:schemeClr val="accent4">
            <a:hueOff val="2121544"/>
            <a:satOff val="-9296"/>
            <a:lumOff val="921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FF3C7F0-CD1E-4572-B0AF-9488CED1181B}">
      <dsp:nvSpPr>
        <dsp:cNvPr id="0" name=""/>
        <dsp:cNvSpPr/>
      </dsp:nvSpPr>
      <dsp:spPr>
        <a:xfrm>
          <a:off x="3138393" y="1110040"/>
          <a:ext cx="2609321" cy="2493899"/>
        </a:xfrm>
        <a:prstGeom prst="ellipse">
          <a:avLst/>
        </a:prstGeom>
        <a:solidFill>
          <a:schemeClr val="lt1">
            <a:alpha val="90000"/>
            <a:hueOff val="0"/>
            <a:satOff val="0"/>
            <a:lumOff val="0"/>
            <a:alphaOff val="0"/>
          </a:schemeClr>
        </a:solidFill>
        <a:ln w="9525" cap="flat" cmpd="sng" algn="ctr">
          <a:solidFill>
            <a:schemeClr val="accent4">
              <a:hueOff val="2121544"/>
              <a:satOff val="-9296"/>
              <a:lumOff val="9216"/>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b="1" kern="1200" dirty="0"/>
            <a:t>Real-time Information</a:t>
          </a:r>
        </a:p>
        <a:p>
          <a:pPr marL="0" lvl="0" indent="0" algn="just" defTabSz="577850">
            <a:lnSpc>
              <a:spcPct val="90000"/>
            </a:lnSpc>
            <a:spcBef>
              <a:spcPct val="0"/>
            </a:spcBef>
            <a:spcAft>
              <a:spcPct val="35000"/>
            </a:spcAft>
            <a:buNone/>
          </a:pPr>
          <a:r>
            <a:rPr lang="en-US" sz="1300" b="0" i="0" kern="1200" dirty="0"/>
            <a:t>Real-time billing information allows utilities to implement dynamic pricing and demand response programs.</a:t>
          </a:r>
          <a:endParaRPr lang="en-US" sz="1300" kern="1200" dirty="0"/>
        </a:p>
      </dsp:txBody>
      <dsp:txXfrm>
        <a:off x="3511413" y="1466379"/>
        <a:ext cx="1863280" cy="1781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4057D7-AE6D-47E8-A8FF-5968C265F845}">
      <dsp:nvSpPr>
        <dsp:cNvPr id="0" name=""/>
        <dsp:cNvSpPr/>
      </dsp:nvSpPr>
      <dsp:spPr>
        <a:xfrm>
          <a:off x="5603" y="785842"/>
          <a:ext cx="1737006" cy="104220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As-IS study of Study of protocols, devices, IT/OT landscape in APDCL</a:t>
          </a:r>
        </a:p>
      </dsp:txBody>
      <dsp:txXfrm>
        <a:off x="36128" y="816367"/>
        <a:ext cx="1675956" cy="981153"/>
      </dsp:txXfrm>
    </dsp:sp>
    <dsp:sp modelId="{66C23638-FEE4-4D2D-80C9-943FA8BAEDD7}">
      <dsp:nvSpPr>
        <dsp:cNvPr id="0" name=""/>
        <dsp:cNvSpPr/>
      </dsp:nvSpPr>
      <dsp:spPr>
        <a:xfrm>
          <a:off x="1916310" y="1091555"/>
          <a:ext cx="368245" cy="4307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1916310" y="1177710"/>
        <a:ext cx="257772" cy="258467"/>
      </dsp:txXfrm>
    </dsp:sp>
    <dsp:sp modelId="{56FB0EF7-0451-463E-B5E8-5AB3DFCFF70F}">
      <dsp:nvSpPr>
        <dsp:cNvPr id="0" name=""/>
        <dsp:cNvSpPr/>
      </dsp:nvSpPr>
      <dsp:spPr>
        <a:xfrm>
          <a:off x="2437412" y="785842"/>
          <a:ext cx="1737006" cy="1042203"/>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t>Adopt best practices followed by other utilities </a:t>
          </a:r>
        </a:p>
      </dsp:txBody>
      <dsp:txXfrm>
        <a:off x="2467937" y="816367"/>
        <a:ext cx="1675956" cy="981153"/>
      </dsp:txXfrm>
    </dsp:sp>
    <dsp:sp modelId="{4C894ABF-C0BB-4D1D-8E1B-0DA27EA41CB4}">
      <dsp:nvSpPr>
        <dsp:cNvPr id="0" name=""/>
        <dsp:cNvSpPr/>
      </dsp:nvSpPr>
      <dsp:spPr>
        <a:xfrm>
          <a:off x="4348119" y="1091555"/>
          <a:ext cx="368245" cy="4307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4348119" y="1177710"/>
        <a:ext cx="257772" cy="258467"/>
      </dsp:txXfrm>
    </dsp:sp>
    <dsp:sp modelId="{B4FECE6D-0586-4DA7-9FF5-89E3BB08D457}">
      <dsp:nvSpPr>
        <dsp:cNvPr id="0" name=""/>
        <dsp:cNvSpPr/>
      </dsp:nvSpPr>
      <dsp:spPr>
        <a:xfrm>
          <a:off x="4869221" y="785842"/>
          <a:ext cx="1737006" cy="1042203"/>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t>Benchmark performances and suggest possible areas of improvement</a:t>
          </a:r>
        </a:p>
      </dsp:txBody>
      <dsp:txXfrm>
        <a:off x="4899746" y="816367"/>
        <a:ext cx="1675956" cy="981153"/>
      </dsp:txXfrm>
    </dsp:sp>
    <dsp:sp modelId="{085D02B1-DF68-4477-8264-0A45966F9242}">
      <dsp:nvSpPr>
        <dsp:cNvPr id="0" name=""/>
        <dsp:cNvSpPr/>
      </dsp:nvSpPr>
      <dsp:spPr>
        <a:xfrm>
          <a:off x="6779928" y="1091555"/>
          <a:ext cx="368245" cy="4307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6779928" y="1177710"/>
        <a:ext cx="257772" cy="258467"/>
      </dsp:txXfrm>
    </dsp:sp>
    <dsp:sp modelId="{87B9BBDE-86B6-4ABD-A09C-90D5E4D9A174}">
      <dsp:nvSpPr>
        <dsp:cNvPr id="0" name=""/>
        <dsp:cNvSpPr/>
      </dsp:nvSpPr>
      <dsp:spPr>
        <a:xfrm>
          <a:off x="7301030" y="785842"/>
          <a:ext cx="1737006" cy="1042203"/>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Standardize implementation approach of engagement</a:t>
          </a:r>
        </a:p>
      </dsp:txBody>
      <dsp:txXfrm>
        <a:off x="7331555" y="816367"/>
        <a:ext cx="1675956" cy="981153"/>
      </dsp:txXfrm>
    </dsp:sp>
    <dsp:sp modelId="{D2BA394D-9459-4C0B-8A25-C9E8E230F40D}">
      <dsp:nvSpPr>
        <dsp:cNvPr id="0" name=""/>
        <dsp:cNvSpPr/>
      </dsp:nvSpPr>
      <dsp:spPr>
        <a:xfrm>
          <a:off x="9211738" y="1091555"/>
          <a:ext cx="368245" cy="4307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a:off x="9211738" y="1177710"/>
        <a:ext cx="257772" cy="258467"/>
      </dsp:txXfrm>
    </dsp:sp>
    <dsp:sp modelId="{B98EC863-AAFF-41CC-9BA5-D5D5824185B6}">
      <dsp:nvSpPr>
        <dsp:cNvPr id="0" name=""/>
        <dsp:cNvSpPr/>
      </dsp:nvSpPr>
      <dsp:spPr>
        <a:xfrm>
          <a:off x="9732840" y="785842"/>
          <a:ext cx="1737006" cy="1042203"/>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Ensure the overall system reaches a robust and maintainable state</a:t>
          </a:r>
        </a:p>
      </dsp:txBody>
      <dsp:txXfrm>
        <a:off x="9763365" y="816367"/>
        <a:ext cx="1675956" cy="9811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AA9D64-F79A-4FE4-8BD1-29D619EE447F}">
      <dsp:nvSpPr>
        <dsp:cNvPr id="0" name=""/>
        <dsp:cNvSpPr/>
      </dsp:nvSpPr>
      <dsp:spPr>
        <a:xfrm>
          <a:off x="1263" y="0"/>
          <a:ext cx="1232240" cy="2998600"/>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t>Proper detailing out of System Integration in technical requirements of the bidding document</a:t>
          </a:r>
        </a:p>
      </dsp:txBody>
      <dsp:txXfrm>
        <a:off x="37354" y="36091"/>
        <a:ext cx="1160058" cy="2926418"/>
      </dsp:txXfrm>
    </dsp:sp>
    <dsp:sp modelId="{EE325ADD-D367-4115-9092-0BE16405F44F}">
      <dsp:nvSpPr>
        <dsp:cNvPr id="0" name=""/>
        <dsp:cNvSpPr/>
      </dsp:nvSpPr>
      <dsp:spPr>
        <a:xfrm>
          <a:off x="1440519" y="0"/>
          <a:ext cx="1232240" cy="2998600"/>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Font typeface="Arial" panose="020B0604020202020204" pitchFamily="34" charset="0"/>
            <a:buNone/>
          </a:pPr>
          <a:r>
            <a:rPr lang="en-US" sz="1050" kern="1200" dirty="0"/>
            <a:t>Integration of HES with MDMS (standard product; should support all standard integration methods)</a:t>
          </a:r>
        </a:p>
      </dsp:txBody>
      <dsp:txXfrm>
        <a:off x="1476610" y="36091"/>
        <a:ext cx="1160058" cy="2926418"/>
      </dsp:txXfrm>
    </dsp:sp>
    <dsp:sp modelId="{C31BD030-4723-47B2-AF3B-7FB7C39D1F40}">
      <dsp:nvSpPr>
        <dsp:cNvPr id="0" name=""/>
        <dsp:cNvSpPr/>
      </dsp:nvSpPr>
      <dsp:spPr>
        <a:xfrm>
          <a:off x="2879776" y="0"/>
          <a:ext cx="1232240" cy="2998600"/>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t>MDM integration with other  systems on standard interfaces and the data exchange models is preferred.</a:t>
          </a:r>
        </a:p>
      </dsp:txBody>
      <dsp:txXfrm>
        <a:off x="2915867" y="36091"/>
        <a:ext cx="1160058" cy="2926418"/>
      </dsp:txXfrm>
    </dsp:sp>
    <dsp:sp modelId="{2D363FAA-46EE-46A0-969E-3B33F0880E3B}">
      <dsp:nvSpPr>
        <dsp:cNvPr id="0" name=""/>
        <dsp:cNvSpPr/>
      </dsp:nvSpPr>
      <dsp:spPr>
        <a:xfrm>
          <a:off x="4319032" y="0"/>
          <a:ext cx="1232240" cy="2998600"/>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kern="1200" dirty="0"/>
            <a:t>Proposed smart metering program should be compatible with the SAP implementation at APDCL and enable seamless data transfer with SAP ISU software</a:t>
          </a:r>
        </a:p>
      </dsp:txBody>
      <dsp:txXfrm>
        <a:off x="4355123" y="36091"/>
        <a:ext cx="1160058" cy="29264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C24AAE-95EA-43F6-BA49-9EDC8901C024}">
      <dsp:nvSpPr>
        <dsp:cNvPr id="0" name=""/>
        <dsp:cNvSpPr/>
      </dsp:nvSpPr>
      <dsp:spPr>
        <a:xfrm>
          <a:off x="550"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Data Quality - </a:t>
          </a:r>
          <a:r>
            <a:rPr lang="en-US" sz="1050" kern="1200" dirty="0"/>
            <a:t>IT/OT devices to use the appropriate and validated data</a:t>
          </a:r>
        </a:p>
      </dsp:txBody>
      <dsp:txXfrm>
        <a:off x="29057" y="28507"/>
        <a:ext cx="916286" cy="2941586"/>
      </dsp:txXfrm>
    </dsp:sp>
    <dsp:sp modelId="{C2A7AB50-2235-45AB-BCC6-3DF0007B9712}">
      <dsp:nvSpPr>
        <dsp:cNvPr id="0" name=""/>
        <dsp:cNvSpPr/>
      </dsp:nvSpPr>
      <dsp:spPr>
        <a:xfrm>
          <a:off x="1137364"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Multiple Interfaces - </a:t>
          </a:r>
          <a:r>
            <a:rPr lang="en-US" sz="1050" kern="1200" dirty="0"/>
            <a:t>Numerous interfaces with systems exchanging data in different formats</a:t>
          </a:r>
        </a:p>
      </dsp:txBody>
      <dsp:txXfrm>
        <a:off x="1165871" y="28507"/>
        <a:ext cx="916286" cy="2941586"/>
      </dsp:txXfrm>
    </dsp:sp>
    <dsp:sp modelId="{9DE32CA7-CCBE-4AA1-A8FF-74849E263866}">
      <dsp:nvSpPr>
        <dsp:cNvPr id="0" name=""/>
        <dsp:cNvSpPr/>
      </dsp:nvSpPr>
      <dsp:spPr>
        <a:xfrm>
          <a:off x="2274179"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Security - </a:t>
          </a:r>
          <a:r>
            <a:rPr lang="en-US" sz="1050" kern="1200" dirty="0"/>
            <a:t>Strict Adherence to security governance policies</a:t>
          </a:r>
        </a:p>
      </dsp:txBody>
      <dsp:txXfrm>
        <a:off x="2302686" y="28507"/>
        <a:ext cx="916286" cy="2941586"/>
      </dsp:txXfrm>
    </dsp:sp>
    <dsp:sp modelId="{F5122E91-14F0-4A1C-95D2-12258291976D}">
      <dsp:nvSpPr>
        <dsp:cNvPr id="0" name=""/>
        <dsp:cNvSpPr/>
      </dsp:nvSpPr>
      <dsp:spPr>
        <a:xfrm>
          <a:off x="3410994"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Business Process Change</a:t>
          </a:r>
          <a:r>
            <a:rPr lang="en-US" sz="1050" kern="1200" dirty="0"/>
            <a:t> - Streamline &amp; improve operational efficiencies</a:t>
          </a:r>
        </a:p>
      </dsp:txBody>
      <dsp:txXfrm>
        <a:off x="3439501" y="28507"/>
        <a:ext cx="916286" cy="2941586"/>
      </dsp:txXfrm>
    </dsp:sp>
    <dsp:sp modelId="{C768942F-BA79-42DC-A0FE-8C3D7A9054EB}">
      <dsp:nvSpPr>
        <dsp:cNvPr id="0" name=""/>
        <dsp:cNvSpPr/>
      </dsp:nvSpPr>
      <dsp:spPr>
        <a:xfrm>
          <a:off x="4547808" y="0"/>
          <a:ext cx="973300" cy="2998600"/>
        </a:xfrm>
        <a:prstGeom prst="roundRect">
          <a:avLst>
            <a:gd name="adj" fmla="val 10000"/>
          </a:avLst>
        </a:prstGeom>
        <a:solidFill>
          <a:schemeClr val="lt1">
            <a:hueOff val="0"/>
            <a:satOff val="0"/>
            <a:lumOff val="0"/>
            <a:alphaOff val="0"/>
          </a:schemeClr>
        </a:solidFill>
        <a:ln w="25400" cap="flat" cmpd="sng" algn="ctr">
          <a:solidFill>
            <a:srgbClr val="ED8B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t>Communication</a:t>
          </a:r>
          <a:r>
            <a:rPr lang="en-US" sz="1050" kern="1200" dirty="0"/>
            <a:t> - Robust communication infrastructure to address huge volumes of field data transfer</a:t>
          </a:r>
        </a:p>
      </dsp:txBody>
      <dsp:txXfrm>
        <a:off x="4576315" y="28507"/>
        <a:ext cx="916286" cy="2941586"/>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8/8/2023</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8/8/2023</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5</a:t>
            </a:fld>
            <a:endParaRPr lang="en-US" dirty="0"/>
          </a:p>
        </p:txBody>
      </p:sp>
    </p:spTree>
    <p:extLst>
      <p:ext uri="{BB962C8B-B14F-4D97-AF65-F5344CB8AC3E}">
        <p14:creationId xmlns:p14="http://schemas.microsoft.com/office/powerpoint/2010/main" val="3385870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6</a:t>
            </a:fld>
            <a:endParaRPr lang="en-US" dirty="0"/>
          </a:p>
        </p:txBody>
      </p:sp>
    </p:spTree>
    <p:extLst>
      <p:ext uri="{BB962C8B-B14F-4D97-AF65-F5344CB8AC3E}">
        <p14:creationId xmlns:p14="http://schemas.microsoft.com/office/powerpoint/2010/main" val="41676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7</a:t>
            </a:fld>
            <a:endParaRPr lang="en-US" dirty="0"/>
          </a:p>
        </p:txBody>
      </p:sp>
    </p:spTree>
    <p:extLst>
      <p:ext uri="{BB962C8B-B14F-4D97-AF65-F5344CB8AC3E}">
        <p14:creationId xmlns:p14="http://schemas.microsoft.com/office/powerpoint/2010/main" val="1824126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8</a:t>
            </a:fld>
            <a:endParaRPr lang="en-US" dirty="0"/>
          </a:p>
        </p:txBody>
      </p:sp>
    </p:spTree>
    <p:extLst>
      <p:ext uri="{BB962C8B-B14F-4D97-AF65-F5344CB8AC3E}">
        <p14:creationId xmlns:p14="http://schemas.microsoft.com/office/powerpoint/2010/main" val="942887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10</a:t>
            </a:fld>
            <a:endParaRPr lang="en-US" dirty="0"/>
          </a:p>
        </p:txBody>
      </p:sp>
    </p:spTree>
    <p:extLst>
      <p:ext uri="{BB962C8B-B14F-4D97-AF65-F5344CB8AC3E}">
        <p14:creationId xmlns:p14="http://schemas.microsoft.com/office/powerpoint/2010/main" val="5430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11</a:t>
            </a:fld>
            <a:endParaRPr lang="en-US" dirty="0"/>
          </a:p>
        </p:txBody>
      </p:sp>
    </p:spTree>
    <p:extLst>
      <p:ext uri="{BB962C8B-B14F-4D97-AF65-F5344CB8AC3E}">
        <p14:creationId xmlns:p14="http://schemas.microsoft.com/office/powerpoint/2010/main" val="1158456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1100944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19</a:t>
            </a:fld>
            <a:endParaRPr lang="en-US" dirty="0"/>
          </a:p>
        </p:txBody>
      </p:sp>
    </p:spTree>
    <p:extLst>
      <p:ext uri="{BB962C8B-B14F-4D97-AF65-F5344CB8AC3E}">
        <p14:creationId xmlns:p14="http://schemas.microsoft.com/office/powerpoint/2010/main" val="849457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20</a:t>
            </a:fld>
            <a:endParaRPr lang="en-US" dirty="0"/>
          </a:p>
        </p:txBody>
      </p:sp>
    </p:spTree>
    <p:extLst>
      <p:ext uri="{BB962C8B-B14F-4D97-AF65-F5344CB8AC3E}">
        <p14:creationId xmlns:p14="http://schemas.microsoft.com/office/powerpoint/2010/main" val="17349174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21</a:t>
            </a:fld>
            <a:endParaRPr lang="en-US" dirty="0"/>
          </a:p>
        </p:txBody>
      </p:sp>
    </p:spTree>
    <p:extLst>
      <p:ext uri="{BB962C8B-B14F-4D97-AF65-F5344CB8AC3E}">
        <p14:creationId xmlns:p14="http://schemas.microsoft.com/office/powerpoint/2010/main" val="782405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23</a:t>
            </a:fld>
            <a:endParaRPr lang="en-US" dirty="0"/>
          </a:p>
        </p:txBody>
      </p:sp>
    </p:spTree>
    <p:extLst>
      <p:ext uri="{BB962C8B-B14F-4D97-AF65-F5344CB8AC3E}">
        <p14:creationId xmlns:p14="http://schemas.microsoft.com/office/powerpoint/2010/main" val="257577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27</a:t>
            </a:fld>
            <a:endParaRPr lang="en-US" dirty="0"/>
          </a:p>
        </p:txBody>
      </p:sp>
    </p:spTree>
    <p:extLst>
      <p:ext uri="{BB962C8B-B14F-4D97-AF65-F5344CB8AC3E}">
        <p14:creationId xmlns:p14="http://schemas.microsoft.com/office/powerpoint/2010/main" val="2627117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29</a:t>
            </a:fld>
            <a:endParaRPr lang="en-US" dirty="0"/>
          </a:p>
        </p:txBody>
      </p:sp>
    </p:spTree>
    <p:extLst>
      <p:ext uri="{BB962C8B-B14F-4D97-AF65-F5344CB8AC3E}">
        <p14:creationId xmlns:p14="http://schemas.microsoft.com/office/powerpoint/2010/main" val="1321379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31</a:t>
            </a:fld>
            <a:endParaRPr lang="en-US" dirty="0"/>
          </a:p>
        </p:txBody>
      </p:sp>
    </p:spTree>
    <p:extLst>
      <p:ext uri="{BB962C8B-B14F-4D97-AF65-F5344CB8AC3E}">
        <p14:creationId xmlns:p14="http://schemas.microsoft.com/office/powerpoint/2010/main" val="153675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32</a:t>
            </a:fld>
            <a:endParaRPr lang="en-US" dirty="0"/>
          </a:p>
        </p:txBody>
      </p:sp>
    </p:spTree>
    <p:extLst>
      <p:ext uri="{BB962C8B-B14F-4D97-AF65-F5344CB8AC3E}">
        <p14:creationId xmlns:p14="http://schemas.microsoft.com/office/powerpoint/2010/main" val="3320180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34</a:t>
            </a:fld>
            <a:endParaRPr lang="en-US" dirty="0"/>
          </a:p>
        </p:txBody>
      </p:sp>
    </p:spTree>
    <p:extLst>
      <p:ext uri="{BB962C8B-B14F-4D97-AF65-F5344CB8AC3E}">
        <p14:creationId xmlns:p14="http://schemas.microsoft.com/office/powerpoint/2010/main" val="3281181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35</a:t>
            </a:fld>
            <a:endParaRPr lang="en-US" dirty="0"/>
          </a:p>
        </p:txBody>
      </p:sp>
    </p:spTree>
    <p:extLst>
      <p:ext uri="{BB962C8B-B14F-4D97-AF65-F5344CB8AC3E}">
        <p14:creationId xmlns:p14="http://schemas.microsoft.com/office/powerpoint/2010/main" val="121385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38</a:t>
            </a:fld>
            <a:endParaRPr lang="en-US" dirty="0"/>
          </a:p>
        </p:txBody>
      </p:sp>
    </p:spTree>
    <p:extLst>
      <p:ext uri="{BB962C8B-B14F-4D97-AF65-F5344CB8AC3E}">
        <p14:creationId xmlns:p14="http://schemas.microsoft.com/office/powerpoint/2010/main" val="180442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6.emf"/><Relationship Id="rId4" Type="http://schemas.openxmlformats.org/officeDocument/2006/relationships/oleObject" Target="../embeddings/oleObject2.bin"/></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8.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8.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8.emf"/><Relationship Id="rId4" Type="http://schemas.openxmlformats.org/officeDocument/2006/relationships/oleObject" Target="../embeddings/oleObject6.bin"/></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8.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8.emf"/></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8.emf"/><Relationship Id="rId4" Type="http://schemas.openxmlformats.org/officeDocument/2006/relationships/oleObject" Target="../embeddings/oleObject9.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372205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882068736"/>
      </p:ext>
    </p:extLst>
  </p:cSld>
  <p:clrMapOvr>
    <a:masterClrMapping/>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3519907682"/>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2022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25620720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80018897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3939154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122323089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7901601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8063039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3022416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60451946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44703947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320815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476187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354835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4062041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45913754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475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354264943"/>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9038262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91498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953415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45282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3606413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25673568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136649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09127380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6514415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a:t>Click to edit Master title style</a:t>
            </a:r>
          </a:p>
        </p:txBody>
      </p:sp>
    </p:spTree>
    <p:extLst>
      <p:ext uri="{BB962C8B-B14F-4D97-AF65-F5344CB8AC3E}">
        <p14:creationId xmlns:p14="http://schemas.microsoft.com/office/powerpoint/2010/main" val="414210609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0465094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5721097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7850375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21633941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78652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274358940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94095247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a:t>BREADCRUMBS</a:t>
            </a:r>
          </a:p>
        </p:txBody>
      </p:sp>
    </p:spTree>
    <p:extLst>
      <p:ext uri="{BB962C8B-B14F-4D97-AF65-F5344CB8AC3E}">
        <p14:creationId xmlns:p14="http://schemas.microsoft.com/office/powerpoint/2010/main" val="23428849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352425"/>
            <a:ext cx="11340000" cy="700114"/>
          </a:xfrm>
          <a:prstGeom prst="rect">
            <a:avLst/>
          </a:prstGeom>
        </p:spPr>
        <p:txBody>
          <a:bodyPr anchor="ctr"/>
          <a:lstStyle>
            <a:lvl1pPr>
              <a:defRPr sz="2000" b="0"/>
            </a:lvl1pPr>
          </a:lstStyle>
          <a:p>
            <a:pPr algn="ctr"/>
            <a:r>
              <a:rPr lang="en-US" sz="4800" b="1">
                <a:solidFill>
                  <a:schemeClr val="tx1"/>
                </a:solidFill>
              </a:rPr>
              <a:t>Click to edit Master title style</a:t>
            </a:r>
          </a:p>
        </p:txBody>
      </p:sp>
    </p:spTree>
    <p:extLst>
      <p:ext uri="{BB962C8B-B14F-4D97-AF65-F5344CB8AC3E}">
        <p14:creationId xmlns:p14="http://schemas.microsoft.com/office/powerpoint/2010/main" val="42626391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66316" y="4194287"/>
            <a:ext cx="8528936" cy="2169796"/>
          </a:xfrm>
        </p:spPr>
        <p:txBody>
          <a:bodyPr anchor="b" anchorCtr="0">
            <a:noAutofit/>
          </a:bodyPr>
          <a:lstStyle>
            <a:lvl1pPr>
              <a:lnSpc>
                <a:spcPct val="100000"/>
              </a:lnSpc>
              <a:spcAft>
                <a:spcPts val="450"/>
              </a:spcAft>
              <a:defRPr sz="8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412074" y="4189870"/>
            <a:ext cx="2319503" cy="1725448"/>
          </a:xfrm>
        </p:spPr>
        <p:txBody>
          <a:bodyPr anchor="ctr" anchorCtr="0">
            <a:normAutofit/>
          </a:bodyPr>
          <a:lstStyle>
            <a:lvl1pPr algn="ctr">
              <a:defRPr sz="800">
                <a:solidFill>
                  <a:schemeClr val="bg1"/>
                </a:solidFill>
              </a:defRPr>
            </a:lvl1pPr>
          </a:lstStyle>
          <a:p>
            <a:r>
              <a:rPr lang="en-GB" sz="675" dirty="0"/>
              <a:t>Insert sponsorship mark here</a:t>
            </a:r>
            <a:endParaRPr lang="en-GB" dirty="0"/>
          </a:p>
        </p:txBody>
      </p:sp>
      <p:sp>
        <p:nvSpPr>
          <p:cNvPr id="8" name="Text Placeholder 7"/>
          <p:cNvSpPr>
            <a:spLocks noGrp="1"/>
          </p:cNvSpPr>
          <p:nvPr>
            <p:ph type="body" sz="quarter" idx="15" hasCustomPrompt="1"/>
          </p:nvPr>
        </p:nvSpPr>
        <p:spPr>
          <a:xfrm>
            <a:off x="9412076" y="5995943"/>
            <a:ext cx="2319501" cy="363722"/>
          </a:xfrm>
        </p:spPr>
        <p:txBody>
          <a:bodyPr anchor="b" anchorCtr="0">
            <a:noAutofit/>
          </a:bodyPr>
          <a:lstStyle>
            <a:lvl1pPr>
              <a:lnSpc>
                <a:spcPct val="100000"/>
              </a:lnSpc>
              <a:defRPr sz="800">
                <a:solidFill>
                  <a:schemeClr val="bg1"/>
                </a:solidFill>
              </a:defRPr>
            </a:lvl1pPr>
          </a:lstStyle>
          <a:p>
            <a:pPr lvl="0"/>
            <a:r>
              <a:rPr lang="en-US"/>
              <a:t>Advanced graphics timesaver</a:t>
            </a:r>
          </a:p>
          <a:p>
            <a:pPr lvl="0"/>
            <a:endParaRPr lang="en-US"/>
          </a:p>
        </p:txBody>
      </p:sp>
      <p:grpSp>
        <p:nvGrpSpPr>
          <p:cNvPr id="16" name="Group 15">
            <a:extLst>
              <a:ext uri="{FF2B5EF4-FFF2-40B4-BE49-F238E27FC236}">
                <a16:creationId xmlns:a16="http://schemas.microsoft.com/office/drawing/2014/main" id="{8AB860FC-9229-466C-B67B-E6B79E07BB2B}"/>
              </a:ext>
            </a:extLst>
          </p:cNvPr>
          <p:cNvGrpSpPr/>
          <p:nvPr userDrawn="1"/>
        </p:nvGrpSpPr>
        <p:grpSpPr>
          <a:xfrm>
            <a:off x="463296"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4" name="Freeform 11">
              <a:extLst>
                <a:ext uri="{FF2B5EF4-FFF2-40B4-BE49-F238E27FC236}">
                  <a16:creationId xmlns:a16="http://schemas.microsoft.com/office/drawing/2014/main" id="{593BFC01-C985-4400-9F59-CA3E701AB845}"/>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5" name="Freeform 12">
              <a:extLst>
                <a:ext uri="{FF2B5EF4-FFF2-40B4-BE49-F238E27FC236}">
                  <a16:creationId xmlns:a16="http://schemas.microsoft.com/office/drawing/2014/main" id="{4A67BA7C-21CB-474A-9E6A-BCA082851A8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1090091517"/>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08/08/2023</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11490095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8776062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 columns of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4" name="Title Placeholder 1"/>
          <p:cNvSpPr>
            <a:spLocks noGrp="1"/>
          </p:cNvSpPr>
          <p:nvPr>
            <p:ph type="title" hasCustomPrompt="1"/>
          </p:nvPr>
        </p:nvSpPr>
        <p:spPr>
          <a:xfrm>
            <a:off x="501651" y="317501"/>
            <a:ext cx="11202670" cy="334101"/>
          </a:xfrm>
          <a:prstGeom prst="rect">
            <a:avLst/>
          </a:prstGeom>
        </p:spPr>
        <p:txBody>
          <a:bodyPr vert="horz" lIns="0" tIns="0" rIns="0" bIns="0" rtlCol="0" anchor="t" anchorCtr="0">
            <a:noAutofit/>
          </a:bodyPr>
          <a:lstStyle>
            <a:lvl1pPr>
              <a:defRPr b="1"/>
            </a:lvl1pPr>
          </a:lstStyle>
          <a:p>
            <a:r>
              <a:rPr lang="en-US" noProof="0"/>
              <a:t>Click to add title</a:t>
            </a:r>
          </a:p>
        </p:txBody>
      </p:sp>
      <p:sp>
        <p:nvSpPr>
          <p:cNvPr id="9" name="Text Placeholder 8"/>
          <p:cNvSpPr>
            <a:spLocks noGrp="1"/>
          </p:cNvSpPr>
          <p:nvPr>
            <p:ph type="body" sz="quarter" idx="13" hasCustomPrompt="1"/>
          </p:nvPr>
        </p:nvSpPr>
        <p:spPr>
          <a:xfrm>
            <a:off x="501651" y="651600"/>
            <a:ext cx="11202670" cy="757255"/>
          </a:xfrm>
          <a:prstGeom prst="rect">
            <a:avLst/>
          </a:prstGeom>
        </p:spPr>
        <p:txBody>
          <a:bodyPr lIns="0" tIns="0" rIns="0" bIns="0">
            <a:noAutofit/>
          </a:bodyPr>
          <a:lstStyle>
            <a:lvl1pPr marL="0" indent="0">
              <a:buNone/>
              <a:defRPr sz="1969" b="1">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90"/>
            <a:ext cx="5305579" cy="4716461"/>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8" y="1665290"/>
            <a:ext cx="5322782" cy="4716461"/>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70090935"/>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410239314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4895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0070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260835471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6604872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6211952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93469376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58326669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00877604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tx1"/>
        </a:solidFill>
        <a:effectLst/>
      </p:bgPr>
    </p:bg>
    <p:spTree>
      <p:nvGrpSpPr>
        <p:cNvPr id="1" name=""/>
        <p:cNvGrpSpPr/>
        <p:nvPr/>
      </p:nvGrpSpPr>
      <p:grpSpPr>
        <a:xfrm>
          <a:off x="0" y="0"/>
          <a:ext cx="0" cy="0"/>
          <a:chOff x="0" y="0"/>
          <a:chExt cx="0" cy="0"/>
        </a:xfrm>
      </p:grpSpPr>
      <p:sp>
        <p:nvSpPr>
          <p:cNvPr id="10" name="TextBox 9"/>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bg1"/>
                </a:solidFill>
              </a:rPr>
              <a:t>© 2020 Deloitte Touche Tohmatsu India LLP</a:t>
            </a:r>
          </a:p>
        </p:txBody>
      </p:sp>
      <p:sp>
        <p:nvSpPr>
          <p:cNvPr id="11" name="TextBox 10"/>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2" name="TextBox 11"/>
          <p:cNvSpPr txBox="1"/>
          <p:nvPr userDrawn="1"/>
        </p:nvSpPr>
        <p:spPr>
          <a:xfrm>
            <a:off x="5568513" y="6478972"/>
            <a:ext cx="5852160" cy="100027"/>
          </a:xfrm>
          <a:prstGeom prst="rect">
            <a:avLst/>
          </a:prstGeom>
          <a:noFill/>
        </p:spPr>
        <p:txBody>
          <a:bodyPr wrap="square" lIns="0" tIns="0" rIns="0" bIns="0" rtlCol="0">
            <a:spAutoFit/>
          </a:bodyPr>
          <a:lstStyle/>
          <a:p>
            <a:pPr algn="r" defTabSz="712592">
              <a:buSzPct val="100000"/>
              <a:buFont typeface="Arial"/>
              <a:buNone/>
            </a:pPr>
            <a:r>
              <a:rPr lang="en-US" sz="650" dirty="0">
                <a:solidFill>
                  <a:schemeClr val="bg1"/>
                </a:solidFill>
              </a:rPr>
              <a:t>Ministry of Steel| Development &amp; Implementation of Action Plan for  Indian Steel Sector in the wake of COVID</a:t>
            </a:r>
            <a:r>
              <a:rPr lang="en-US" sz="600" dirty="0">
                <a:solidFill>
                  <a:schemeClr val="bg1"/>
                </a:solidFill>
              </a:rPr>
              <a:t>| A Deloitte response to RFP</a:t>
            </a:r>
          </a:p>
        </p:txBody>
      </p:sp>
    </p:spTree>
    <p:extLst>
      <p:ext uri="{BB962C8B-B14F-4D97-AF65-F5344CB8AC3E}">
        <p14:creationId xmlns:p14="http://schemas.microsoft.com/office/powerpoint/2010/main" val="2665879457"/>
      </p:ext>
    </p:extLst>
  </p:cSld>
  <p:clrMapOvr>
    <a:masterClrMapping/>
  </p:clrMapOvr>
  <p:transition>
    <p:fade/>
  </p:transition>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158583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011802609"/>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69052477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2163922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25239374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1321048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9965296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9298315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51475958"/>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982411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57759443"/>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73843252"/>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56112015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150586622"/>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dirty="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50312443"/>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65233385"/>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9430932"/>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74428456"/>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dirty="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dirty="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dirty="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566393126"/>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38910005"/>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887868573"/>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685834784"/>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49323370"/>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3" y="207172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207172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207172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221720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221720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221720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81294773"/>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057562915"/>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937416240"/>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42192426"/>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16838218"/>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11482"/>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469899" y="4211955"/>
            <a:ext cx="9720000" cy="2087245"/>
          </a:xfrm>
          <a:prstGeom prst="rect">
            <a:avLst/>
          </a:prstGeom>
        </p:spPr>
        <p:txBody>
          <a:bodyPr anchor="b" anchorCtr="0"/>
          <a:lstStyle>
            <a:lvl1pPr>
              <a:lnSpc>
                <a:spcPct val="100000"/>
              </a:lnSpc>
              <a:spcAft>
                <a:spcPts val="600"/>
              </a:spcAft>
              <a:defRPr sz="800"/>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©2020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sp>
        <p:nvSpPr>
          <p:cNvPr id="17" name="Oval 5"/>
          <p:cNvSpPr>
            <a:spLocks noChangeArrowheads="1"/>
          </p:cNvSpPr>
          <p:nvPr userDrawn="1"/>
        </p:nvSpPr>
        <p:spPr bwMode="auto">
          <a:xfrm>
            <a:off x="2360691" y="726016"/>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469900" y="459691"/>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19" name="Rectangle 7"/>
          <p:cNvSpPr>
            <a:spLocks noChangeArrowheads="1"/>
          </p:cNvSpPr>
          <p:nvPr userDrawn="1"/>
        </p:nvSpPr>
        <p:spPr bwMode="auto">
          <a:xfrm>
            <a:off x="1093666" y="457761"/>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1" name="Freeform 8"/>
          <p:cNvSpPr>
            <a:spLocks noEditPoints="1"/>
          </p:cNvSpPr>
          <p:nvPr userDrawn="1"/>
        </p:nvSpPr>
        <p:spPr bwMode="auto">
          <a:xfrm>
            <a:off x="1222318" y="548466"/>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2" name="Rectangle 9"/>
          <p:cNvSpPr>
            <a:spLocks noChangeArrowheads="1"/>
          </p:cNvSpPr>
          <p:nvPr userDrawn="1"/>
        </p:nvSpPr>
        <p:spPr bwMode="auto">
          <a:xfrm>
            <a:off x="1524454" y="552326"/>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3" name="Rectangle 10"/>
          <p:cNvSpPr>
            <a:spLocks noChangeArrowheads="1"/>
          </p:cNvSpPr>
          <p:nvPr userDrawn="1"/>
        </p:nvSpPr>
        <p:spPr bwMode="auto">
          <a:xfrm>
            <a:off x="1524454" y="457761"/>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4" name="Freeform 11"/>
          <p:cNvSpPr>
            <a:spLocks/>
          </p:cNvSpPr>
          <p:nvPr userDrawn="1"/>
        </p:nvSpPr>
        <p:spPr bwMode="auto">
          <a:xfrm>
            <a:off x="1653106" y="465481"/>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5" name="Freeform 12"/>
          <p:cNvSpPr>
            <a:spLocks/>
          </p:cNvSpPr>
          <p:nvPr userDrawn="1"/>
        </p:nvSpPr>
        <p:spPr bwMode="auto">
          <a:xfrm>
            <a:off x="1865577" y="465481"/>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6" name="Freeform 13"/>
          <p:cNvSpPr>
            <a:spLocks noEditPoints="1"/>
          </p:cNvSpPr>
          <p:nvPr userDrawn="1"/>
        </p:nvSpPr>
        <p:spPr bwMode="auto">
          <a:xfrm>
            <a:off x="2079996" y="548466"/>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7" name="Freeform 14"/>
          <p:cNvSpPr>
            <a:spLocks noEditPoints="1"/>
          </p:cNvSpPr>
          <p:nvPr userDrawn="1"/>
        </p:nvSpPr>
        <p:spPr bwMode="auto">
          <a:xfrm>
            <a:off x="801276" y="548466"/>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Tree>
    <p:extLst>
      <p:ext uri="{BB962C8B-B14F-4D97-AF65-F5344CB8AC3E}">
        <p14:creationId xmlns:p14="http://schemas.microsoft.com/office/powerpoint/2010/main" val="181529934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2_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893581862"/>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3_Title Slide - Black">
    <p:bg bwMode="gray">
      <p:bgRef idx="1001">
        <a:schemeClr val="bg1"/>
      </p:bgRef>
    </p:bg>
    <p:spTree>
      <p:nvGrpSpPr>
        <p:cNvPr id="1" name=""/>
        <p:cNvGrpSpPr/>
        <p:nvPr/>
      </p:nvGrpSpPr>
      <p:grpSpPr>
        <a:xfrm>
          <a:off x="0" y="0"/>
          <a:ext cx="0" cy="0"/>
          <a:chOff x="0" y="0"/>
          <a:chExt cx="0" cy="0"/>
        </a:xfrm>
      </p:grpSpPr>
      <p:pic>
        <p:nvPicPr>
          <p:cNvPr id="3" name="Picture 2" descr="DD_RGB_white.pn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9728" y="65024"/>
            <a:ext cx="2872215" cy="750825"/>
          </a:xfrm>
          <a:prstGeom prst="rect">
            <a:avLst/>
          </a:prstGeom>
        </p:spPr>
      </p:pic>
    </p:spTree>
    <p:extLst>
      <p:ext uri="{BB962C8B-B14F-4D97-AF65-F5344CB8AC3E}">
        <p14:creationId xmlns:p14="http://schemas.microsoft.com/office/powerpoint/2010/main" val="108385507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4_Title Slide - Black">
    <p:bg bwMode="gray">
      <p:bgPr>
        <a:solidFill>
          <a:schemeClr val="bg1"/>
        </a:solidFill>
        <a:effectLst/>
      </p:bgPr>
    </p:bg>
    <p:spTree>
      <p:nvGrpSpPr>
        <p:cNvPr id="1" name=""/>
        <p:cNvGrpSpPr/>
        <p:nvPr/>
      </p:nvGrpSpPr>
      <p:grpSpPr>
        <a:xfrm>
          <a:off x="0" y="0"/>
          <a:ext cx="0" cy="0"/>
          <a:chOff x="0" y="0"/>
          <a:chExt cx="0" cy="0"/>
        </a:xfrm>
      </p:grpSpPr>
      <p:sp>
        <p:nvSpPr>
          <p:cNvPr id="19" name="TextBox 18"/>
          <p:cNvSpPr txBox="1"/>
          <p:nvPr userDrawn="1"/>
        </p:nvSpPr>
        <p:spPr>
          <a:xfrm>
            <a:off x="11410953" y="6685535"/>
            <a:ext cx="307975" cy="144000"/>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
        <p:nvSpPr>
          <p:cNvPr id="20" name="TextBox 19"/>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dirty="0">
                <a:solidFill>
                  <a:schemeClr val="tx1"/>
                </a:solidFill>
              </a:rPr>
              <a:t>© 2019 Deloitte Touche Tohmatsu India LLP, All rights reserved</a:t>
            </a:r>
          </a:p>
        </p:txBody>
      </p:sp>
      <p:sp>
        <p:nvSpPr>
          <p:cNvPr id="21" name="CaseCode"/>
          <p:cNvSpPr txBox="1"/>
          <p:nvPr userDrawn="1"/>
        </p:nvSpPr>
        <p:spPr>
          <a:xfrm>
            <a:off x="5737746" y="6678026"/>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dirty="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dirty="0">
                <a:ln>
                  <a:noFill/>
                </a:ln>
                <a:solidFill>
                  <a:prstClr val="white"/>
                </a:solidFill>
                <a:effectLst/>
                <a:uLnTx/>
                <a:uFillTx/>
                <a:latin typeface="+mn-lt"/>
                <a:ea typeface="+mn-ea"/>
                <a:cs typeface="+mn-cs"/>
              </a:rPr>
              <a:t>| A Deloitte response to RFP</a:t>
            </a:r>
          </a:p>
        </p:txBody>
      </p:sp>
    </p:spTree>
    <p:extLst>
      <p:ext uri="{BB962C8B-B14F-4D97-AF65-F5344CB8AC3E}">
        <p14:creationId xmlns:p14="http://schemas.microsoft.com/office/powerpoint/2010/main" val="4774237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pic>
        <p:nvPicPr>
          <p:cNvPr id="17" name="Picture 16">
            <a:extLst>
              <a:ext uri="{FF2B5EF4-FFF2-40B4-BE49-F238E27FC236}">
                <a16:creationId xmlns:a16="http://schemas.microsoft.com/office/drawing/2014/main" id="{8EF67EFC-8552-46C4-BD18-DF8F4B80D2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52" y="-5886"/>
            <a:ext cx="12188848" cy="6858000"/>
          </a:xfrm>
          <a:prstGeom prst="rect">
            <a:avLst/>
          </a:prstGeom>
        </p:spPr>
      </p:pic>
      <p:grpSp>
        <p:nvGrpSpPr>
          <p:cNvPr id="18" name="Group 17"/>
          <p:cNvGrpSpPr>
            <a:grpSpLocks noChangeAspect="1"/>
          </p:cNvGrpSpPr>
          <p:nvPr userDrawn="1"/>
        </p:nvGrpSpPr>
        <p:grpSpPr>
          <a:xfrm>
            <a:off x="475325" y="457200"/>
            <a:ext cx="1998000" cy="374400"/>
            <a:chOff x="398463" y="404813"/>
            <a:chExt cx="1627187" cy="307976"/>
          </a:xfrm>
          <a:solidFill>
            <a:schemeClr val="tx1"/>
          </a:solidFill>
        </p:grpSpPr>
        <p:sp>
          <p:nvSpPr>
            <p:cNvPr id="3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79178467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75975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tx1"/>
        </a:solidFill>
        <a:effectLst/>
      </p:bgPr>
    </p:bg>
    <p:spTree>
      <p:nvGrpSpPr>
        <p:cNvPr id="1" name=""/>
        <p:cNvGrpSpPr/>
        <p:nvPr/>
      </p:nvGrpSpPr>
      <p:grpSpPr>
        <a:xfrm>
          <a:off x="0" y="0"/>
          <a:ext cx="0" cy="0"/>
          <a:chOff x="0" y="0"/>
          <a:chExt cx="0" cy="0"/>
        </a:xfrm>
      </p:grpSpPr>
      <p:sp>
        <p:nvSpPr>
          <p:cNvPr id="6" name="TextBox 5"/>
          <p:cNvSpPr txBox="1"/>
          <p:nvPr userDrawn="1"/>
        </p:nvSpPr>
        <p:spPr>
          <a:xfrm>
            <a:off x="11410953" y="6685535"/>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dirty="0">
                <a:solidFill>
                  <a:schemeClr val="bg1"/>
                </a:solidFill>
              </a:rPr>
              <a:t>© 2019 Deloitte Touche Tohmatsu India LLP, All rights reserved</a:t>
            </a:r>
          </a:p>
        </p:txBody>
      </p:sp>
      <p:sp>
        <p:nvSpPr>
          <p:cNvPr id="8" name="CaseCode"/>
          <p:cNvSpPr txBox="1"/>
          <p:nvPr userDrawn="1"/>
        </p:nvSpPr>
        <p:spPr>
          <a:xfrm>
            <a:off x="5657063" y="6678025"/>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dirty="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dirty="0">
                <a:ln>
                  <a:noFill/>
                </a:ln>
                <a:solidFill>
                  <a:prstClr val="white"/>
                </a:solidFill>
                <a:effectLst/>
                <a:uLnTx/>
                <a:uFillTx/>
                <a:latin typeface="+mn-lt"/>
                <a:ea typeface="+mn-ea"/>
                <a:cs typeface="+mn-cs"/>
              </a:rPr>
              <a:t>| A Deloitte response to RFP</a:t>
            </a:r>
            <a:endParaRPr lang="en-US" sz="726" b="1" noProof="0" dirty="0">
              <a:solidFill>
                <a:schemeClr val="bg1"/>
              </a:solidFill>
            </a:endParaRPr>
          </a:p>
        </p:txBody>
      </p:sp>
    </p:spTree>
    <p:extLst>
      <p:ext uri="{BB962C8B-B14F-4D97-AF65-F5344CB8AC3E}">
        <p14:creationId xmlns:p14="http://schemas.microsoft.com/office/powerpoint/2010/main" val="2808373787"/>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462"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1" y="1665289"/>
            <a:ext cx="4456430" cy="4716463"/>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25273300"/>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501652" y="4211955"/>
            <a:ext cx="10505983" cy="2169796"/>
          </a:xfrm>
          <a:prstGeom prst="rect">
            <a:avLst/>
          </a:prstGeom>
        </p:spPr>
        <p:txBody>
          <a:bodyPr anchor="b" anchorCtr="0"/>
          <a:lstStyle>
            <a:lvl1pPr>
              <a:lnSpc>
                <a:spcPct val="100000"/>
              </a:lnSpc>
              <a:spcAft>
                <a:spcPts val="554"/>
              </a:spcAft>
              <a:defRPr sz="900"/>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©2020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sp>
        <p:nvSpPr>
          <p:cNvPr id="15" name="TextBox 14"/>
          <p:cNvSpPr txBox="1"/>
          <p:nvPr userDrawn="1"/>
        </p:nvSpPr>
        <p:spPr>
          <a:xfrm>
            <a:off x="501652" y="6520189"/>
            <a:ext cx="5355168" cy="138069"/>
          </a:xfrm>
          <a:prstGeom prst="rect">
            <a:avLst/>
          </a:prstGeom>
          <a:noFill/>
        </p:spPr>
        <p:txBody>
          <a:bodyPr wrap="square" lIns="0" tIns="0" rIns="0" bIns="0" rtlCol="0" anchor="b">
            <a:noAutofit/>
          </a:bodyPr>
          <a:lstStyle/>
          <a:p>
            <a:pPr marL="0" indent="0">
              <a:spcBef>
                <a:spcPts val="0"/>
              </a:spcBef>
              <a:spcAft>
                <a:spcPts val="277"/>
              </a:spcAft>
              <a:buSzPct val="100000"/>
              <a:buFont typeface="Arial"/>
              <a:buNone/>
            </a:pPr>
            <a:r>
              <a:rPr lang="fr-FR" sz="700" noProof="0" dirty="0">
                <a:solidFill>
                  <a:schemeClr val="tx1"/>
                </a:solidFill>
              </a:rPr>
              <a:t>© 2020</a:t>
            </a:r>
            <a:r>
              <a:rPr lang="fr-FR" sz="700" baseline="0" noProof="0" dirty="0">
                <a:solidFill>
                  <a:schemeClr val="tx1"/>
                </a:solidFill>
              </a:rPr>
              <a:t> </a:t>
            </a:r>
            <a:r>
              <a:rPr lang="fr-FR" sz="700" noProof="0" dirty="0">
                <a:solidFill>
                  <a:schemeClr val="tx1"/>
                </a:solidFill>
              </a:rPr>
              <a:t>Deloitte Touche Tohmatsu India LLP</a:t>
            </a:r>
          </a:p>
        </p:txBody>
      </p:sp>
      <p:grpSp>
        <p:nvGrpSpPr>
          <p:cNvPr id="20" name="Group 19"/>
          <p:cNvGrpSpPr/>
          <p:nvPr userDrawn="1"/>
        </p:nvGrpSpPr>
        <p:grpSpPr>
          <a:xfrm>
            <a:off x="503988" y="378000"/>
            <a:ext cx="2160000" cy="394886"/>
            <a:chOff x="398463" y="404813"/>
            <a:chExt cx="1627187" cy="307976"/>
          </a:xfrm>
          <a:solidFill>
            <a:schemeClr val="tx1"/>
          </a:solidFill>
        </p:grpSpPr>
        <p:sp>
          <p:nvSpPr>
            <p:cNvPr id="2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3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43111686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6_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0"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spcAft>
                <a:spcPts val="0"/>
              </a:spcAft>
              <a:buNone/>
              <a:defRPr sz="1800"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sz="2000" b="1"/>
            </a:lvl1pPr>
          </a:lstStyle>
          <a:p>
            <a:r>
              <a:rPr lang="en-US" noProof="0"/>
              <a:t>Click to add title</a:t>
            </a:r>
          </a:p>
        </p:txBody>
      </p:sp>
      <p:sp>
        <p:nvSpPr>
          <p:cNvPr id="6" name="Text Placeholder 18"/>
          <p:cNvSpPr>
            <a:spLocks noGrp="1"/>
          </p:cNvSpPr>
          <p:nvPr>
            <p:ph idx="1"/>
          </p:nvPr>
        </p:nvSpPr>
        <p:spPr>
          <a:xfrm>
            <a:off x="501651" y="1400735"/>
            <a:ext cx="11188700" cy="497205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97436917"/>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37579931"/>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Divider - Deloitte dark blue">
    <p:bg bwMode="gray">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2" y="1705669"/>
            <a:ext cx="10540999" cy="1592404"/>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2" y="3429001"/>
            <a:ext cx="10540999" cy="1566532"/>
          </a:xfrm>
        </p:spPr>
        <p:txBody>
          <a:bodyPr lIns="0" tIns="0" rIns="0" bIns="0">
            <a:noAutofit/>
          </a:bodyPr>
          <a:lstStyle>
            <a:lvl1pPr marL="0" indent="0">
              <a:lnSpc>
                <a:spcPct val="95000"/>
              </a:lnSpc>
              <a:spcAft>
                <a:spcPts val="0"/>
              </a:spcAft>
              <a:buNone/>
              <a:defRPr sz="3537">
                <a:solidFill>
                  <a:schemeClr val="bg1"/>
                </a:solidFill>
              </a:defRPr>
            </a:lvl1pPr>
            <a:lvl2pPr marL="457231" indent="0">
              <a:buNone/>
              <a:defRPr sz="2000">
                <a:solidFill>
                  <a:schemeClr val="tx1">
                    <a:tint val="75000"/>
                  </a:schemeClr>
                </a:solidFill>
              </a:defRPr>
            </a:lvl2pPr>
            <a:lvl3pPr marL="914464" indent="0">
              <a:buNone/>
              <a:defRPr sz="1799">
                <a:solidFill>
                  <a:schemeClr val="tx1">
                    <a:tint val="75000"/>
                  </a:schemeClr>
                </a:solidFill>
              </a:defRPr>
            </a:lvl3pPr>
            <a:lvl4pPr marL="1371694" indent="0">
              <a:buNone/>
              <a:defRPr sz="1600">
                <a:solidFill>
                  <a:schemeClr val="tx1">
                    <a:tint val="75000"/>
                  </a:schemeClr>
                </a:solidFill>
              </a:defRPr>
            </a:lvl4pPr>
            <a:lvl5pPr marL="1828928" indent="0">
              <a:buNone/>
              <a:defRPr sz="1600">
                <a:solidFill>
                  <a:schemeClr val="tx1">
                    <a:tint val="75000"/>
                  </a:schemeClr>
                </a:solidFill>
              </a:defRPr>
            </a:lvl5pPr>
            <a:lvl6pPr marL="2286160" indent="0">
              <a:buNone/>
              <a:defRPr sz="1600">
                <a:solidFill>
                  <a:schemeClr val="tx1">
                    <a:tint val="75000"/>
                  </a:schemeClr>
                </a:solidFill>
              </a:defRPr>
            </a:lvl6pPr>
            <a:lvl7pPr marL="2743390" indent="0">
              <a:buNone/>
              <a:defRPr sz="1600">
                <a:solidFill>
                  <a:schemeClr val="tx1">
                    <a:tint val="75000"/>
                  </a:schemeClr>
                </a:solidFill>
              </a:defRPr>
            </a:lvl7pPr>
            <a:lvl8pPr marL="3200623" indent="0">
              <a:buNone/>
              <a:defRPr sz="1600">
                <a:solidFill>
                  <a:schemeClr val="tx1">
                    <a:tint val="75000"/>
                  </a:schemeClr>
                </a:solidFill>
              </a:defRPr>
            </a:lvl8pPr>
            <a:lvl9pPr marL="3657855" indent="0">
              <a:buNone/>
              <a:defRPr sz="1600">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11382378" y="6477002"/>
            <a:ext cx="307974" cy="100027"/>
          </a:xfrm>
          <a:prstGeom prst="rect">
            <a:avLst/>
          </a:prstGeom>
          <a:noFill/>
        </p:spPr>
        <p:txBody>
          <a:bodyPr wrap="square" lIns="0" tIns="0" rIns="0" bIns="0" rtlCol="0">
            <a:noAutofit/>
          </a:bodyPr>
          <a:lstStyle/>
          <a:p>
            <a:pPr marL="0" indent="0" algn="r">
              <a:spcBef>
                <a:spcPts val="599"/>
              </a:spcBef>
              <a:buSzPct val="100000"/>
              <a:buFont typeface="Arial"/>
              <a:buNone/>
            </a:pPr>
            <a:fld id="{C58DF478-B544-4ED8-9ED4-6A2648E2D233}" type="slidenum">
              <a:rPr lang="en-US" sz="900" noProof="0" smtClean="0">
                <a:solidFill>
                  <a:schemeClr val="bg1"/>
                </a:solidFill>
              </a:rPr>
              <a:pPr marL="0" indent="0" algn="r">
                <a:spcBef>
                  <a:spcPts val="599"/>
                </a:spcBef>
                <a:buSzPct val="100000"/>
                <a:buFont typeface="Arial"/>
                <a:buNone/>
              </a:pPr>
              <a:t>‹#›</a:t>
            </a:fld>
            <a:endParaRPr lang="en-US" sz="900" noProof="0" dirty="0">
              <a:solidFill>
                <a:schemeClr val="bg1"/>
              </a:solidFill>
            </a:endParaRPr>
          </a:p>
        </p:txBody>
      </p:sp>
      <p:sp>
        <p:nvSpPr>
          <p:cNvPr id="8" name="Copyright">
            <a:extLst>
              <a:ext uri="{FF2B5EF4-FFF2-40B4-BE49-F238E27FC236}">
                <a16:creationId xmlns:a16="http://schemas.microsoft.com/office/drawing/2014/main" id="{CA24B28E-5B13-4779-8D72-C52A20B99FE7}"/>
              </a:ext>
            </a:extLst>
          </p:cNvPr>
          <p:cNvSpPr txBox="1"/>
          <p:nvPr userDrawn="1"/>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Tohmatsu India LLP. </a:t>
            </a:r>
          </a:p>
        </p:txBody>
      </p:sp>
    </p:spTree>
    <p:extLst>
      <p:ext uri="{BB962C8B-B14F-4D97-AF65-F5344CB8AC3E}">
        <p14:creationId xmlns:p14="http://schemas.microsoft.com/office/powerpoint/2010/main" val="1866759593"/>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itle &amp; subtitle - Black">
    <p:bg>
      <p:bgRef idx="1001">
        <a:schemeClr val="bg1"/>
      </p:bgRef>
    </p:bg>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1800" b="0">
                <a:solidFill>
                  <a:srgbClr val="BBBCBC"/>
                </a:solidFill>
              </a:defRPr>
            </a:lvl1pPr>
          </a:lstStyle>
          <a:p>
            <a:pPr lvl="0"/>
            <a:r>
              <a:rPr lang="en-US"/>
              <a:t>Click to add subtitle</a:t>
            </a:r>
          </a:p>
        </p:txBody>
      </p:sp>
      <p:sp>
        <p:nvSpPr>
          <p:cNvPr id="11" name="Title Placeholder 1"/>
          <p:cNvSpPr>
            <a:spLocks noGrp="1"/>
          </p:cNvSpPr>
          <p:nvPr>
            <p:ph type="title" hasCustomPrompt="1"/>
          </p:nvPr>
        </p:nvSpPr>
        <p:spPr>
          <a:xfrm>
            <a:off x="528000" y="295683"/>
            <a:ext cx="11136000" cy="355917"/>
          </a:xfrm>
          <a:prstGeom prst="rect">
            <a:avLst/>
          </a:prstGeom>
        </p:spPr>
        <p:txBody>
          <a:bodyPr vert="horz" lIns="0" tIns="0" rIns="0" bIns="0" rtlCol="0" anchor="t" anchorCtr="0">
            <a:noAutofit/>
          </a:bodyPr>
          <a:lstStyle>
            <a:lvl1pPr>
              <a:defRPr>
                <a:solidFill>
                  <a:schemeClr val="tx1"/>
                </a:solidFill>
              </a:defRPr>
            </a:lvl1pPr>
          </a:lstStyle>
          <a:p>
            <a:r>
              <a:rPr lang="en-US"/>
              <a:t>Click to add title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419463427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2" imgH="442" progId="TCLayout.ActiveDocument.1">
                  <p:embed/>
                </p:oleObj>
              </mc:Choice>
              <mc:Fallback>
                <p:oleObj name="think-cell Slide" r:id="rId4" imgW="442" imgH="442"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IN"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IN"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IN" noProof="0"/>
              <a:t>Click to edit Master title style</a:t>
            </a:r>
          </a:p>
        </p:txBody>
      </p:sp>
    </p:spTree>
    <p:extLst>
      <p:ext uri="{BB962C8B-B14F-4D97-AF65-F5344CB8AC3E}">
        <p14:creationId xmlns:p14="http://schemas.microsoft.com/office/powerpoint/2010/main" val="322025083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50"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9" Type="http://schemas.openxmlformats.org/officeDocument/2006/relationships/slideLayout" Target="../slideLayouts/slideLayout85.xml"/><Relationship Id="rId21" Type="http://schemas.openxmlformats.org/officeDocument/2006/relationships/slideLayout" Target="../slideLayouts/slideLayout67.xml"/><Relationship Id="rId34" Type="http://schemas.openxmlformats.org/officeDocument/2006/relationships/slideLayout" Target="../slideLayouts/slideLayout80.xml"/><Relationship Id="rId42" Type="http://schemas.openxmlformats.org/officeDocument/2006/relationships/slideLayout" Target="../slideLayouts/slideLayout88.xml"/><Relationship Id="rId47" Type="http://schemas.openxmlformats.org/officeDocument/2006/relationships/slideLayout" Target="../slideLayouts/slideLayout93.xml"/><Relationship Id="rId50" Type="http://schemas.openxmlformats.org/officeDocument/2006/relationships/slideLayout" Target="../slideLayouts/slideLayout96.xml"/><Relationship Id="rId55" Type="http://schemas.openxmlformats.org/officeDocument/2006/relationships/image" Target="../media/image1.emf"/><Relationship Id="rId7" Type="http://schemas.openxmlformats.org/officeDocument/2006/relationships/slideLayout" Target="../slideLayouts/slideLayout5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9" Type="http://schemas.openxmlformats.org/officeDocument/2006/relationships/slideLayout" Target="../slideLayouts/slideLayout75.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slideLayout" Target="../slideLayouts/slideLayout78.xml"/><Relationship Id="rId37" Type="http://schemas.openxmlformats.org/officeDocument/2006/relationships/slideLayout" Target="../slideLayouts/slideLayout83.xml"/><Relationship Id="rId40" Type="http://schemas.openxmlformats.org/officeDocument/2006/relationships/slideLayout" Target="../slideLayouts/slideLayout86.xml"/><Relationship Id="rId45" Type="http://schemas.openxmlformats.org/officeDocument/2006/relationships/slideLayout" Target="../slideLayouts/slideLayout91.xml"/><Relationship Id="rId53" Type="http://schemas.openxmlformats.org/officeDocument/2006/relationships/tags" Target="../tags/tag8.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31" Type="http://schemas.openxmlformats.org/officeDocument/2006/relationships/slideLayout" Target="../slideLayouts/slideLayout77.xml"/><Relationship Id="rId44" Type="http://schemas.openxmlformats.org/officeDocument/2006/relationships/slideLayout" Target="../slideLayouts/slideLayout90.xml"/><Relationship Id="rId52" Type="http://schemas.openxmlformats.org/officeDocument/2006/relationships/tags" Target="../tags/tag7.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35" Type="http://schemas.openxmlformats.org/officeDocument/2006/relationships/slideLayout" Target="../slideLayouts/slideLayout81.xml"/><Relationship Id="rId43" Type="http://schemas.openxmlformats.org/officeDocument/2006/relationships/slideLayout" Target="../slideLayouts/slideLayout89.xml"/><Relationship Id="rId48" Type="http://schemas.openxmlformats.org/officeDocument/2006/relationships/slideLayout" Target="../slideLayouts/slideLayout94.xml"/><Relationship Id="rId8" Type="http://schemas.openxmlformats.org/officeDocument/2006/relationships/slideLayout" Target="../slideLayouts/slideLayout54.xml"/><Relationship Id="rId51" Type="http://schemas.openxmlformats.org/officeDocument/2006/relationships/theme" Target="../theme/theme2.xml"/><Relationship Id="rId3" Type="http://schemas.openxmlformats.org/officeDocument/2006/relationships/slideLayout" Target="../slideLayouts/slideLayout49.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slideLayout" Target="../slideLayouts/slideLayout79.xml"/><Relationship Id="rId38" Type="http://schemas.openxmlformats.org/officeDocument/2006/relationships/slideLayout" Target="../slideLayouts/slideLayout84.xml"/><Relationship Id="rId46" Type="http://schemas.openxmlformats.org/officeDocument/2006/relationships/slideLayout" Target="../slideLayouts/slideLayout92.xml"/><Relationship Id="rId20" Type="http://schemas.openxmlformats.org/officeDocument/2006/relationships/slideLayout" Target="../slideLayouts/slideLayout66.xml"/><Relationship Id="rId41" Type="http://schemas.openxmlformats.org/officeDocument/2006/relationships/slideLayout" Target="../slideLayouts/slideLayout87.xml"/><Relationship Id="rId54" Type="http://schemas.openxmlformats.org/officeDocument/2006/relationships/oleObject" Target="../embeddings/oleObject4.bin"/><Relationship Id="rId1" Type="http://schemas.openxmlformats.org/officeDocument/2006/relationships/slideLayout" Target="../slideLayouts/slideLayout47.xml"/><Relationship Id="rId6" Type="http://schemas.openxmlformats.org/officeDocument/2006/relationships/slideLayout" Target="../slideLayouts/slideLayout52.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36" Type="http://schemas.openxmlformats.org/officeDocument/2006/relationships/slideLayout" Target="../slideLayouts/slideLayout82.xml"/><Relationship Id="rId49" Type="http://schemas.openxmlformats.org/officeDocument/2006/relationships/slideLayout" Target="../slideLayouts/slideLayout9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8"/>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50" imgW="270" imgH="270" progId="TCLayout.ActiveDocument.1">
                  <p:embed/>
                </p:oleObj>
              </mc:Choice>
              <mc:Fallback>
                <p:oleObj name="think-cell Slide" r:id="rId50" imgW="270" imgH="270" progId="TCLayout.ActiveDocument.1">
                  <p:embed/>
                  <p:pic>
                    <p:nvPicPr>
                      <p:cNvPr id="4" name="Object 3" hidden="1"/>
                      <p:cNvPicPr/>
                      <p:nvPr/>
                    </p:nvPicPr>
                    <p:blipFill>
                      <a:blip r:embed="rId51"/>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9"/>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88" r:id="rId31"/>
    <p:sldLayoutId id="2147483790" r:id="rId32"/>
    <p:sldLayoutId id="2147483791" r:id="rId33"/>
    <p:sldLayoutId id="2147483793" r:id="rId34"/>
    <p:sldLayoutId id="2147483794" r:id="rId35"/>
    <p:sldLayoutId id="2147483795" r:id="rId36"/>
    <p:sldLayoutId id="2147483796" r:id="rId37"/>
    <p:sldLayoutId id="2147483797" r:id="rId38"/>
    <p:sldLayoutId id="2147483826" r:id="rId39"/>
    <p:sldLayoutId id="2147483830" r:id="rId40"/>
    <p:sldLayoutId id="2147484065" r:id="rId41"/>
    <p:sldLayoutId id="2147484068" r:id="rId42"/>
    <p:sldLayoutId id="2147484123" r:id="rId43"/>
    <p:sldLayoutId id="2147484161" r:id="rId44"/>
    <p:sldLayoutId id="2147484164" r:id="rId45"/>
    <p:sldLayoutId id="2147484165" r:id="rId46"/>
  </p:sldLayoutIdLst>
  <p:transition>
    <p:fade/>
  </p:transition>
  <p:hf hdr="0" dt="0"/>
  <p:txStyles>
    <p:titleStyle>
      <a:lvl1pPr algn="l" defTabSz="1219231" rtl="0" eaLnBrk="1" latinLnBrk="0" hangingPunct="1">
        <a:spcBef>
          <a:spcPct val="0"/>
        </a:spcBef>
        <a:buNone/>
        <a:defRPr sz="2000"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2"/>
            </p:custDataLst>
            <p:extLst>
              <p:ext uri="{D42A27DB-BD31-4B8C-83A1-F6EECF244321}">
                <p14:modId xmlns:p14="http://schemas.microsoft.com/office/powerpoint/2010/main" val="22450656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54" imgW="270" imgH="270" progId="TCLayout.ActiveDocument.1">
                  <p:embed/>
                </p:oleObj>
              </mc:Choice>
              <mc:Fallback>
                <p:oleObj name="think-cell Slide" r:id="rId54" imgW="270" imgH="270" progId="TCLayout.ActiveDocument.1">
                  <p:embed/>
                  <p:pic>
                    <p:nvPicPr>
                      <p:cNvPr id="4" name="Object 3" hidden="1"/>
                      <p:cNvPicPr/>
                      <p:nvPr/>
                    </p:nvPicPr>
                    <p:blipFill>
                      <a:blip r:embed="rId55"/>
                      <a:stretch>
                        <a:fillRect/>
                      </a:stretch>
                    </p:blipFill>
                    <p:spPr>
                      <a:xfrm>
                        <a:off x="2119" y="1589"/>
                        <a:ext cx="2116" cy="1587"/>
                      </a:xfrm>
                      <a:prstGeom prst="rect">
                        <a:avLst/>
                      </a:prstGeom>
                    </p:spPr>
                  </p:pic>
                </p:oleObj>
              </mc:Fallback>
            </mc:AlternateContent>
          </a:graphicData>
        </a:graphic>
      </p:graphicFrame>
      <p:sp>
        <p:nvSpPr>
          <p:cNvPr id="3" name="Rectangle 2" hidden="1"/>
          <p:cNvSpPr/>
          <p:nvPr userDrawn="1">
            <p:custDataLst>
              <p:tags r:id="rId5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TextBox 20"/>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tx1"/>
                </a:solidFill>
              </a:rPr>
              <a:t>© 2020 Deloitte Touche Tohmatsu India LLP</a:t>
            </a:r>
          </a:p>
        </p:txBody>
      </p:sp>
      <p:sp>
        <p:nvSpPr>
          <p:cNvPr id="22" name="TextBox 21"/>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90218404"/>
      </p:ext>
    </p:extLst>
  </p:cSld>
  <p:clrMap bg1="lt1" tx1="dk1" bg2="lt2" tx2="dk2" accent1="accent1" accent2="accent2" accent3="accent3" accent4="accent4" accent5="accent5" accent6="accent6" hlink="hlink" folHlink="folHlink"/>
  <p:sldLayoutIdLst>
    <p:sldLayoutId id="2147484072"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 id="2147484081" r:id="rId10"/>
    <p:sldLayoutId id="2147484082" r:id="rId11"/>
    <p:sldLayoutId id="2147484083" r:id="rId12"/>
    <p:sldLayoutId id="2147484084" r:id="rId13"/>
    <p:sldLayoutId id="2147484085" r:id="rId14"/>
    <p:sldLayoutId id="2147484086" r:id="rId15"/>
    <p:sldLayoutId id="2147484087" r:id="rId16"/>
    <p:sldLayoutId id="2147484088" r:id="rId17"/>
    <p:sldLayoutId id="2147484089" r:id="rId18"/>
    <p:sldLayoutId id="2147484090" r:id="rId19"/>
    <p:sldLayoutId id="2147484091" r:id="rId20"/>
    <p:sldLayoutId id="2147484092" r:id="rId21"/>
    <p:sldLayoutId id="2147484093" r:id="rId22"/>
    <p:sldLayoutId id="2147484094" r:id="rId23"/>
    <p:sldLayoutId id="2147484095" r:id="rId24"/>
    <p:sldLayoutId id="2147484096" r:id="rId25"/>
    <p:sldLayoutId id="2147484097" r:id="rId26"/>
    <p:sldLayoutId id="2147484098" r:id="rId27"/>
    <p:sldLayoutId id="2147484099" r:id="rId28"/>
    <p:sldLayoutId id="2147484100" r:id="rId29"/>
    <p:sldLayoutId id="2147484101" r:id="rId30"/>
    <p:sldLayoutId id="2147484102" r:id="rId31"/>
    <p:sldLayoutId id="2147484103" r:id="rId32"/>
    <p:sldLayoutId id="2147484104" r:id="rId33"/>
    <p:sldLayoutId id="2147484105" r:id="rId34"/>
    <p:sldLayoutId id="2147484106" r:id="rId35"/>
    <p:sldLayoutId id="2147484107" r:id="rId36"/>
    <p:sldLayoutId id="2147484108" r:id="rId37"/>
    <p:sldLayoutId id="2147484109" r:id="rId38"/>
    <p:sldLayoutId id="2147484110" r:id="rId39"/>
    <p:sldLayoutId id="2147484111" r:id="rId40"/>
    <p:sldLayoutId id="2147484112" r:id="rId41"/>
    <p:sldLayoutId id="2147484113" r:id="rId42"/>
    <p:sldLayoutId id="2147484114" r:id="rId43"/>
    <p:sldLayoutId id="2147484115" r:id="rId44"/>
    <p:sldLayoutId id="2147484116" r:id="rId45"/>
    <p:sldLayoutId id="2147484117" r:id="rId46"/>
    <p:sldLayoutId id="2147484118" r:id="rId47"/>
    <p:sldLayoutId id="2147484119" r:id="rId48"/>
    <p:sldLayoutId id="2147484120" r:id="rId49"/>
    <p:sldLayoutId id="2147484121" r:id="rId50"/>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72">
          <p15:clr>
            <a:srgbClr val="F26B43"/>
          </p15:clr>
        </p15:guide>
        <p15:guide id="4" pos="296">
          <p15:clr>
            <a:srgbClr val="F26B43"/>
          </p15:clr>
        </p15:guide>
        <p15:guide id="5" pos="7393">
          <p15:clr>
            <a:srgbClr val="F26B43"/>
          </p15:clr>
        </p15:guide>
        <p15:guide id="7" orient="horz" pos="252">
          <p15:clr>
            <a:srgbClr val="F26B43"/>
          </p15:clr>
        </p15:guide>
        <p15:guide id="8" orient="horz" pos="4081">
          <p15:clr>
            <a:srgbClr val="F26B43"/>
          </p15:clr>
        </p15:guide>
        <p15:guide id="21" orient="horz" pos="1049">
          <p15:clr>
            <a:srgbClr val="F26B43"/>
          </p15:clr>
        </p15:guide>
        <p15:guide id="22" orient="horz" pos="64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1.xml"/><Relationship Id="rId7" Type="http://schemas.openxmlformats.org/officeDocument/2006/relationships/image" Target="../media/image11.jpe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emf"/><Relationship Id="rId5" Type="http://schemas.openxmlformats.org/officeDocument/2006/relationships/oleObject" Target="../embeddings/oleObject10.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4.xml"/><Relationship Id="rId1" Type="http://schemas.openxmlformats.org/officeDocument/2006/relationships/tags" Target="../tags/tag18.xml"/><Relationship Id="rId4" Type="http://schemas.openxmlformats.org/officeDocument/2006/relationships/image" Target="../media/image13.emf"/></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jpeg"/><Relationship Id="rId3" Type="http://schemas.openxmlformats.org/officeDocument/2006/relationships/slideLayout" Target="../slideLayouts/slideLayout34.xml"/><Relationship Id="rId7" Type="http://schemas.openxmlformats.org/officeDocument/2006/relationships/image" Target="../media/image15.jpeg"/><Relationship Id="rId12" Type="http://schemas.openxmlformats.org/officeDocument/2006/relationships/image" Target="../media/image20.jpe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image" Target="../media/image8.emf"/><Relationship Id="rId10" Type="http://schemas.openxmlformats.org/officeDocument/2006/relationships/image" Target="../media/image18.jpeg"/><Relationship Id="rId4" Type="http://schemas.openxmlformats.org/officeDocument/2006/relationships/oleObject" Target="../embeddings/oleObject12.bin"/><Relationship Id="rId9" Type="http://schemas.openxmlformats.org/officeDocument/2006/relationships/image" Target="../media/image1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slideLayout" Target="../slideLayouts/slideLayout43.xml"/><Relationship Id="rId7" Type="http://schemas.openxmlformats.org/officeDocument/2006/relationships/image" Target="../media/image22.png"/><Relationship Id="rId12" Type="http://schemas.openxmlformats.org/officeDocument/2006/relationships/image" Target="../media/image27.jpe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6.emf"/><Relationship Id="rId11" Type="http://schemas.openxmlformats.org/officeDocument/2006/relationships/image" Target="../media/image26.png"/><Relationship Id="rId5" Type="http://schemas.openxmlformats.org/officeDocument/2006/relationships/oleObject" Target="../embeddings/oleObject13.bin"/><Relationship Id="rId15" Type="http://schemas.openxmlformats.org/officeDocument/2006/relationships/image" Target="../media/image30.png"/><Relationship Id="rId10" Type="http://schemas.openxmlformats.org/officeDocument/2006/relationships/image" Target="../media/image25.jpeg"/><Relationship Id="rId4" Type="http://schemas.openxmlformats.org/officeDocument/2006/relationships/notesSlide" Target="../notesSlides/notesSlide2.xml"/><Relationship Id="rId9" Type="http://schemas.openxmlformats.org/officeDocument/2006/relationships/image" Target="../media/image24.png"/><Relationship Id="rId14" Type="http://schemas.openxmlformats.org/officeDocument/2006/relationships/image" Target="../media/image29.jpeg"/></Relationships>
</file>

<file path=ppt/slides/_rels/slide6.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36.jpeg"/><Relationship Id="rId3" Type="http://schemas.openxmlformats.org/officeDocument/2006/relationships/slideLayout" Target="../slideLayouts/slideLayout45.xml"/><Relationship Id="rId7" Type="http://schemas.openxmlformats.org/officeDocument/2006/relationships/image" Target="../media/image31.png"/><Relationship Id="rId12" Type="http://schemas.openxmlformats.org/officeDocument/2006/relationships/image" Target="../media/image35.jpe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8.emf"/><Relationship Id="rId11" Type="http://schemas.openxmlformats.org/officeDocument/2006/relationships/image" Target="../media/image34.png"/><Relationship Id="rId5" Type="http://schemas.openxmlformats.org/officeDocument/2006/relationships/oleObject" Target="../embeddings/oleObject14.bin"/><Relationship Id="rId10" Type="http://schemas.microsoft.com/office/2007/relationships/hdphoto" Target="../media/hdphoto1.wdp"/><Relationship Id="rId4" Type="http://schemas.openxmlformats.org/officeDocument/2006/relationships/notesSlide" Target="../notesSlides/notesSlide3.xml"/><Relationship Id="rId9"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5.xml"/><Relationship Id="rId7" Type="http://schemas.openxmlformats.org/officeDocument/2006/relationships/image" Target="../media/image34.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8.emf"/><Relationship Id="rId5" Type="http://schemas.openxmlformats.org/officeDocument/2006/relationships/oleObject" Target="../embeddings/oleObject15.bin"/><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5.xml"/><Relationship Id="rId7" Type="http://schemas.openxmlformats.org/officeDocument/2006/relationships/image" Target="../media/image34.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8.emf"/><Relationship Id="rId5" Type="http://schemas.openxmlformats.org/officeDocument/2006/relationships/oleObject" Target="../embeddings/oleObject16.bin"/><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1.xml"/><Relationship Id="rId1" Type="http://schemas.openxmlformats.org/officeDocument/2006/relationships/tags" Target="../tags/tag29.xml"/><Relationship Id="rId5" Type="http://schemas.openxmlformats.org/officeDocument/2006/relationships/image" Target="../media/image13.emf"/><Relationship Id="rId4" Type="http://schemas.openxmlformats.org/officeDocument/2006/relationships/oleObject" Target="../embeddings/oleObject17.bin"/></Relationships>
</file>

<file path=ppt/slides/_rels/slide11.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notesSlide" Target="../notesSlides/notesSlide7.xml"/><Relationship Id="rId7" Type="http://schemas.openxmlformats.org/officeDocument/2006/relationships/image" Target="../media/image31.png"/><Relationship Id="rId2" Type="http://schemas.openxmlformats.org/officeDocument/2006/relationships/slideLayout" Target="../slideLayouts/slideLayout41.xml"/><Relationship Id="rId1" Type="http://schemas.openxmlformats.org/officeDocument/2006/relationships/tags" Target="../tags/tag30.xml"/><Relationship Id="rId6" Type="http://schemas.openxmlformats.org/officeDocument/2006/relationships/image" Target="../media/image37.png"/><Relationship Id="rId5" Type="http://schemas.openxmlformats.org/officeDocument/2006/relationships/image" Target="../media/image13.emf"/><Relationship Id="rId4" Type="http://schemas.openxmlformats.org/officeDocument/2006/relationships/oleObject" Target="../embeddings/oleObject18.bin"/><Relationship Id="rId9" Type="http://schemas.openxmlformats.org/officeDocument/2006/relationships/image" Target="../media/image3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40.jpeg"/><Relationship Id="rId13" Type="http://schemas.openxmlformats.org/officeDocument/2006/relationships/image" Target="../media/image44.png"/><Relationship Id="rId18" Type="http://schemas.openxmlformats.org/officeDocument/2006/relationships/image" Target="../media/image48.png"/><Relationship Id="rId3" Type="http://schemas.openxmlformats.org/officeDocument/2006/relationships/slideLayout" Target="../slideLayouts/slideLayout34.xml"/><Relationship Id="rId21" Type="http://schemas.openxmlformats.org/officeDocument/2006/relationships/image" Target="../media/image51.jpeg"/><Relationship Id="rId7" Type="http://schemas.openxmlformats.org/officeDocument/2006/relationships/image" Target="../media/image39.png"/><Relationship Id="rId12" Type="http://schemas.openxmlformats.org/officeDocument/2006/relationships/image" Target="../media/image32.jpeg"/><Relationship Id="rId17" Type="http://schemas.openxmlformats.org/officeDocument/2006/relationships/image" Target="../media/image47.png"/><Relationship Id="rId2" Type="http://schemas.openxmlformats.org/officeDocument/2006/relationships/tags" Target="../tags/tag32.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tags" Target="../tags/tag31.xml"/><Relationship Id="rId6" Type="http://schemas.openxmlformats.org/officeDocument/2006/relationships/image" Target="../media/image14.jpeg"/><Relationship Id="rId11" Type="http://schemas.openxmlformats.org/officeDocument/2006/relationships/image" Target="../media/image43.jpeg"/><Relationship Id="rId5" Type="http://schemas.openxmlformats.org/officeDocument/2006/relationships/image" Target="../media/image8.emf"/><Relationship Id="rId15" Type="http://schemas.openxmlformats.org/officeDocument/2006/relationships/image" Target="../media/image18.jpeg"/><Relationship Id="rId10" Type="http://schemas.openxmlformats.org/officeDocument/2006/relationships/image" Target="../media/image42.png"/><Relationship Id="rId19" Type="http://schemas.openxmlformats.org/officeDocument/2006/relationships/image" Target="../media/image49.png"/><Relationship Id="rId4" Type="http://schemas.openxmlformats.org/officeDocument/2006/relationships/oleObject" Target="../embeddings/oleObject19.bin"/><Relationship Id="rId9" Type="http://schemas.openxmlformats.org/officeDocument/2006/relationships/image" Target="../media/image41.png"/><Relationship Id="rId14"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57.png"/><Relationship Id="rId18" Type="http://schemas.openxmlformats.org/officeDocument/2006/relationships/image" Target="../media/image62.png"/><Relationship Id="rId26" Type="http://schemas.openxmlformats.org/officeDocument/2006/relationships/image" Target="../media/image40.jpeg"/><Relationship Id="rId3" Type="http://schemas.openxmlformats.org/officeDocument/2006/relationships/slideLayout" Target="../slideLayouts/slideLayout34.xml"/><Relationship Id="rId21" Type="http://schemas.openxmlformats.org/officeDocument/2006/relationships/image" Target="../media/image17.jpeg"/><Relationship Id="rId7" Type="http://schemas.openxmlformats.org/officeDocument/2006/relationships/image" Target="../media/image53.jpe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21.jpeg"/><Relationship Id="rId2" Type="http://schemas.openxmlformats.org/officeDocument/2006/relationships/tags" Target="../tags/tag34.xml"/><Relationship Id="rId16" Type="http://schemas.openxmlformats.org/officeDocument/2006/relationships/image" Target="../media/image60.png"/><Relationship Id="rId20" Type="http://schemas.openxmlformats.org/officeDocument/2006/relationships/image" Target="../media/image16.png"/><Relationship Id="rId1" Type="http://schemas.openxmlformats.org/officeDocument/2006/relationships/tags" Target="../tags/tag33.xml"/><Relationship Id="rId6" Type="http://schemas.openxmlformats.org/officeDocument/2006/relationships/image" Target="../media/image52.png"/><Relationship Id="rId11" Type="http://schemas.openxmlformats.org/officeDocument/2006/relationships/image" Target="../media/image55.png"/><Relationship Id="rId24" Type="http://schemas.openxmlformats.org/officeDocument/2006/relationships/image" Target="../media/image64.jpeg"/><Relationship Id="rId5" Type="http://schemas.openxmlformats.org/officeDocument/2006/relationships/image" Target="../media/image8.emf"/><Relationship Id="rId15" Type="http://schemas.openxmlformats.org/officeDocument/2006/relationships/image" Target="../media/image59.png"/><Relationship Id="rId23" Type="http://schemas.openxmlformats.org/officeDocument/2006/relationships/image" Target="../media/image63.png"/><Relationship Id="rId28" Type="http://schemas.openxmlformats.org/officeDocument/2006/relationships/image" Target="../media/image36.jpeg"/><Relationship Id="rId10" Type="http://schemas.openxmlformats.org/officeDocument/2006/relationships/image" Target="../media/image54.png"/><Relationship Id="rId19" Type="http://schemas.openxmlformats.org/officeDocument/2006/relationships/image" Target="../media/image15.jpeg"/><Relationship Id="rId4" Type="http://schemas.openxmlformats.org/officeDocument/2006/relationships/oleObject" Target="../embeddings/oleObject19.bin"/><Relationship Id="rId9" Type="http://schemas.openxmlformats.org/officeDocument/2006/relationships/image" Target="../media/image39.png"/><Relationship Id="rId14" Type="http://schemas.openxmlformats.org/officeDocument/2006/relationships/image" Target="../media/image58.png"/><Relationship Id="rId22" Type="http://schemas.openxmlformats.org/officeDocument/2006/relationships/image" Target="../media/image32.jpeg"/><Relationship Id="rId27" Type="http://schemas.openxmlformats.org/officeDocument/2006/relationships/image" Target="../media/image65.png"/></Relationships>
</file>

<file path=ppt/slides/_rels/slide15.xml.rels><?xml version="1.0" encoding="UTF-8" standalone="yes"?>
<Relationships xmlns="http://schemas.openxmlformats.org/package/2006/relationships"><Relationship Id="rId2" Type="http://schemas.openxmlformats.org/officeDocument/2006/relationships/hyperlink" Target="http://www.deloitte.com/about" TargetMode="Externa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4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1.xml"/><Relationship Id="rId1" Type="http://schemas.openxmlformats.org/officeDocument/2006/relationships/slideLayout" Target="../slideLayouts/slideLayout81.xml"/><Relationship Id="rId5" Type="http://schemas.openxmlformats.org/officeDocument/2006/relationships/image" Target="../media/image69.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notesSlide" Target="../notesSlides/notesSlide14.xml"/><Relationship Id="rId16" Type="http://schemas.openxmlformats.org/officeDocument/2006/relationships/diagramColors" Target="../diagrams/colors4.xml"/><Relationship Id="rId1" Type="http://schemas.openxmlformats.org/officeDocument/2006/relationships/slideLayout" Target="../slideLayouts/slideLayout33.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33.xml"/><Relationship Id="rId5" Type="http://schemas.openxmlformats.org/officeDocument/2006/relationships/image" Target="../media/image75.png"/><Relationship Id="rId4" Type="http://schemas.openxmlformats.org/officeDocument/2006/relationships/image" Target="../media/image7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hyperlink" Target="https://www2.deloitte.com/au/en/pages/technology/articles/deloitte-transforms-jemena-data-driven-customer-centric-organisation.html" TargetMode="Externa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8" name="Object 7" hidden="1"/>
                      <p:cNvPicPr/>
                      <p:nvPr/>
                    </p:nvPicPr>
                    <p:blipFill>
                      <a:blip r:embed="rId6"/>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US" sz="1739"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Text Placeholder 4"/>
          <p:cNvSpPr>
            <a:spLocks noGrp="1"/>
          </p:cNvSpPr>
          <p:nvPr>
            <p:ph type="body" sz="quarter" idx="10"/>
          </p:nvPr>
        </p:nvSpPr>
        <p:spPr>
          <a:xfrm>
            <a:off x="262165" y="6400252"/>
            <a:ext cx="6084205" cy="169277"/>
          </a:xfrm>
        </p:spPr>
        <p:txBody>
          <a:bodyPr anchor="ctr" anchorCtr="0">
            <a:spAutoFit/>
          </a:bodyPr>
          <a:lstStyle/>
          <a:p>
            <a:r>
              <a:rPr lang="en-US" sz="1100" dirty="0"/>
              <a:t>Deloitte Touche Tohmatsu India LLP, May 2022</a:t>
            </a:r>
            <a:endParaRPr lang="en-US" sz="1050" dirty="0"/>
          </a:p>
        </p:txBody>
      </p:sp>
      <p:sp>
        <p:nvSpPr>
          <p:cNvPr id="4" name="Subtitle 3"/>
          <p:cNvSpPr>
            <a:spLocks noGrp="1"/>
          </p:cNvSpPr>
          <p:nvPr>
            <p:ph type="subTitle" idx="1"/>
          </p:nvPr>
        </p:nvSpPr>
        <p:spPr>
          <a:xfrm>
            <a:off x="262166" y="4206497"/>
            <a:ext cx="6084205" cy="1954125"/>
          </a:xfrm>
        </p:spPr>
        <p:txBody>
          <a:bodyPr anchor="ctr" anchorCtr="0">
            <a:spAutoFit/>
          </a:bodyPr>
          <a:lstStyle/>
          <a:p>
            <a:pPr>
              <a:lnSpc>
                <a:spcPct val="114000"/>
              </a:lnSpc>
              <a:spcAft>
                <a:spcPts val="600"/>
              </a:spcAft>
            </a:pPr>
            <a:r>
              <a:rPr lang="en-IN" sz="2000" b="0" dirty="0"/>
              <a:t>Deloitte response</a:t>
            </a:r>
          </a:p>
          <a:p>
            <a:pPr>
              <a:lnSpc>
                <a:spcPct val="114000"/>
              </a:lnSpc>
              <a:spcAft>
                <a:spcPts val="600"/>
              </a:spcAft>
            </a:pPr>
            <a:r>
              <a:rPr lang="en-US" sz="1400" b="0" dirty="0"/>
              <a:t>Consultancy Services for assisting and supporting in Project </a:t>
            </a:r>
            <a:r>
              <a:rPr lang="en-US" sz="1400" b="0"/>
              <a:t>Management to WBSEDCL </a:t>
            </a:r>
            <a:r>
              <a:rPr lang="en-US" sz="1400" b="0" dirty="0"/>
              <a:t>for Smart Metering Implementation works under “Revamped Reforms-Linked Results-Based Distribution Sector Scheme”</a:t>
            </a:r>
          </a:p>
          <a:p>
            <a:pPr>
              <a:lnSpc>
                <a:spcPct val="114000"/>
              </a:lnSpc>
              <a:spcAft>
                <a:spcPts val="600"/>
              </a:spcAft>
            </a:pPr>
            <a:r>
              <a:rPr lang="nn-NO" sz="1400" b="0" dirty="0">
                <a:solidFill>
                  <a:srgbClr val="BFD300"/>
                </a:solidFill>
              </a:rPr>
              <a:t>E-Tender No. APDCL/ CGM (PP&amp;D)/ RDSS/ SMART METERING PMA/ 2022/ 1 DTD. 11.04.2022</a:t>
            </a:r>
          </a:p>
        </p:txBody>
      </p:sp>
      <p:pic>
        <p:nvPicPr>
          <p:cNvPr id="2050" name="Picture 2">
            <a:extLst>
              <a:ext uri="{FF2B5EF4-FFF2-40B4-BE49-F238E27FC236}">
                <a16:creationId xmlns:a16="http://schemas.microsoft.com/office/drawing/2014/main" id="{DD2D2864-C88C-47B6-A7B4-FB8D1B996D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3672" y="0"/>
            <a:ext cx="4568328" cy="68524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2BD02D3-AD61-4FAE-BB50-B790EA8785BA}"/>
              </a:ext>
            </a:extLst>
          </p:cNvPr>
          <p:cNvPicPr>
            <a:picLocks noChangeAspect="1"/>
          </p:cNvPicPr>
          <p:nvPr/>
        </p:nvPicPr>
        <p:blipFill>
          <a:blip r:embed="rId8"/>
          <a:stretch>
            <a:fillRect/>
          </a:stretch>
        </p:blipFill>
        <p:spPr>
          <a:xfrm>
            <a:off x="178507" y="247158"/>
            <a:ext cx="2162175" cy="666750"/>
          </a:xfrm>
          <a:prstGeom prst="rect">
            <a:avLst/>
          </a:prstGeom>
        </p:spPr>
      </p:pic>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0" y="302286"/>
            <a:ext cx="11188700" cy="368299"/>
          </a:xfrm>
        </p:spPr>
        <p:txBody>
          <a:bodyPr vert="horz"/>
          <a:lstStyle/>
          <a:p>
            <a:pPr algn="just"/>
            <a:r>
              <a:rPr lang="en-US" b="1" i="0" dirty="0">
                <a:solidFill>
                  <a:schemeClr val="tx1"/>
                </a:solidFill>
              </a:rPr>
              <a:t>Contents</a:t>
            </a:r>
            <a:endParaRPr lang="en-US" b="1" i="0" dirty="0">
              <a:solidFill>
                <a:schemeClr val="tx1"/>
              </a:solidFill>
              <a:highlight>
                <a:srgbClr val="FFFF00"/>
              </a:highlight>
            </a:endParaRPr>
          </a:p>
        </p:txBody>
      </p:sp>
      <p:sp>
        <p:nvSpPr>
          <p:cNvPr id="25" name="Oval 24">
            <a:extLst>
              <a:ext uri="{FF2B5EF4-FFF2-40B4-BE49-F238E27FC236}">
                <a16:creationId xmlns:a16="http://schemas.microsoft.com/office/drawing/2014/main" id="{A9FBFFD1-1922-4B81-AF78-AB9D908A727D}"/>
              </a:ext>
            </a:extLst>
          </p:cNvPr>
          <p:cNvSpPr/>
          <p:nvPr/>
        </p:nvSpPr>
        <p:spPr bwMode="gray">
          <a:xfrm>
            <a:off x="501650" y="1368594"/>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latin typeface="Calibri"/>
              </a:rPr>
              <a:t>1</a:t>
            </a:r>
            <a:endParaRPr kumimoji="0" lang="en-IN" sz="2000" b="1" i="0" u="none" strike="noStrike" kern="0" cap="none" spc="0" normalizeH="0" baseline="0" noProof="0" dirty="0">
              <a:ln>
                <a:noFill/>
              </a:ln>
              <a:solidFill>
                <a:prstClr val="white"/>
              </a:solidFill>
              <a:effectLst/>
              <a:uLnTx/>
              <a:uFillTx/>
              <a:latin typeface="Calibri"/>
            </a:endParaRPr>
          </a:p>
        </p:txBody>
      </p:sp>
      <p:sp>
        <p:nvSpPr>
          <p:cNvPr id="26" name="TextBox 25">
            <a:extLst>
              <a:ext uri="{FF2B5EF4-FFF2-40B4-BE49-F238E27FC236}">
                <a16:creationId xmlns:a16="http://schemas.microsoft.com/office/drawing/2014/main" id="{5BA4FCD5-4905-46D3-A784-8731C575D565}"/>
              </a:ext>
            </a:extLst>
          </p:cNvPr>
          <p:cNvSpPr txBox="1"/>
          <p:nvPr/>
        </p:nvSpPr>
        <p:spPr>
          <a:xfrm>
            <a:off x="1127760" y="1393333"/>
            <a:ext cx="8255726" cy="369332"/>
          </a:xfrm>
          <a:prstGeom prst="rect">
            <a:avLst/>
          </a:prstGeom>
          <a:noFill/>
        </p:spPr>
        <p:txBody>
          <a:bodyPr wrap="square" lIns="0" tIns="0" rIns="0" bIns="0" rtlCol="0">
            <a:spAutoFit/>
          </a:bodyPr>
          <a:lstStyle/>
          <a:p>
            <a:pPr defTabSz="914400">
              <a:spcBef>
                <a:spcPts val="600"/>
              </a:spcBef>
              <a:buSzPct val="100000"/>
            </a:pPr>
            <a:r>
              <a:rPr lang="en-US" sz="2400" b="1" dirty="0">
                <a:solidFill>
                  <a:srgbClr val="313131"/>
                </a:solidFill>
                <a:latin typeface="Calibri"/>
              </a:rPr>
              <a:t>About Deloitte</a:t>
            </a:r>
          </a:p>
        </p:txBody>
      </p:sp>
      <p:sp>
        <p:nvSpPr>
          <p:cNvPr id="27" name="Oval 26">
            <a:extLst>
              <a:ext uri="{FF2B5EF4-FFF2-40B4-BE49-F238E27FC236}">
                <a16:creationId xmlns:a16="http://schemas.microsoft.com/office/drawing/2014/main" id="{1B0C322B-64AC-42FE-A1C4-61FF5DFDAECA}"/>
              </a:ext>
            </a:extLst>
          </p:cNvPr>
          <p:cNvSpPr/>
          <p:nvPr/>
        </p:nvSpPr>
        <p:spPr bwMode="gray">
          <a:xfrm>
            <a:off x="501650" y="2484218"/>
            <a:ext cx="334099" cy="334099"/>
          </a:xfrm>
          <a:prstGeom prst="ellipse">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latin typeface="Calibri"/>
              </a:rPr>
              <a:t>3</a:t>
            </a:r>
            <a:endParaRPr kumimoji="0" lang="en-IN" sz="2000" b="1" i="0" u="none" strike="noStrike" kern="0" cap="none" spc="0" normalizeH="0" baseline="0" noProof="0" dirty="0">
              <a:ln>
                <a:noFill/>
              </a:ln>
              <a:solidFill>
                <a:prstClr val="white"/>
              </a:solidFill>
              <a:effectLst/>
              <a:uLnTx/>
              <a:uFillTx/>
              <a:latin typeface="Calibri"/>
            </a:endParaRPr>
          </a:p>
        </p:txBody>
      </p:sp>
      <p:sp>
        <p:nvSpPr>
          <p:cNvPr id="28" name="Rectangle 27">
            <a:extLst>
              <a:ext uri="{FF2B5EF4-FFF2-40B4-BE49-F238E27FC236}">
                <a16:creationId xmlns:a16="http://schemas.microsoft.com/office/drawing/2014/main" id="{A44F4B57-6219-4542-8BF2-D297602A3CF1}"/>
              </a:ext>
            </a:extLst>
          </p:cNvPr>
          <p:cNvSpPr/>
          <p:nvPr/>
        </p:nvSpPr>
        <p:spPr bwMode="gray">
          <a:xfrm>
            <a:off x="933450" y="2448351"/>
            <a:ext cx="83820" cy="400751"/>
          </a:xfrm>
          <a:prstGeom prst="rect">
            <a:avLst/>
          </a:prstGeom>
          <a:solidFill>
            <a:srgbClr val="009A44"/>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dirty="0">
              <a:ln>
                <a:noFill/>
              </a:ln>
              <a:solidFill>
                <a:prstClr val="white"/>
              </a:solidFill>
              <a:effectLst/>
              <a:uLnTx/>
              <a:uFillTx/>
              <a:latin typeface="Calibri"/>
            </a:endParaRPr>
          </a:p>
        </p:txBody>
      </p:sp>
      <p:sp>
        <p:nvSpPr>
          <p:cNvPr id="29" name="TextBox 28">
            <a:extLst>
              <a:ext uri="{FF2B5EF4-FFF2-40B4-BE49-F238E27FC236}">
                <a16:creationId xmlns:a16="http://schemas.microsoft.com/office/drawing/2014/main" id="{CC652346-BBC4-49DD-A7C8-BBCF7F7DA393}"/>
              </a:ext>
            </a:extLst>
          </p:cNvPr>
          <p:cNvSpPr txBox="1"/>
          <p:nvPr/>
        </p:nvSpPr>
        <p:spPr>
          <a:xfrm>
            <a:off x="1127760" y="2531999"/>
            <a:ext cx="8254800" cy="369332"/>
          </a:xfrm>
          <a:prstGeom prst="rect">
            <a:avLst/>
          </a:prstGeom>
          <a:noFill/>
        </p:spPr>
        <p:txBody>
          <a:bodyPr wrap="square" lIns="0" tIns="0" rIns="0" bIns="0" rtlCol="0">
            <a:spAutoFit/>
          </a:bodyPr>
          <a:lstStyle/>
          <a:p>
            <a:pPr defTabSz="914400">
              <a:spcBef>
                <a:spcPts val="600"/>
              </a:spcBef>
              <a:buSzPct val="100000"/>
            </a:pPr>
            <a:r>
              <a:rPr lang="en-US" sz="2400" b="1" dirty="0">
                <a:solidFill>
                  <a:srgbClr val="313131"/>
                </a:solidFill>
                <a:latin typeface="Calibri"/>
              </a:rPr>
              <a:t>PMA Team</a:t>
            </a:r>
          </a:p>
        </p:txBody>
      </p:sp>
      <p:sp>
        <p:nvSpPr>
          <p:cNvPr id="31" name="Rectangle 30">
            <a:extLst>
              <a:ext uri="{FF2B5EF4-FFF2-40B4-BE49-F238E27FC236}">
                <a16:creationId xmlns:a16="http://schemas.microsoft.com/office/drawing/2014/main" id="{F15C2EF2-1C62-40E8-ABE5-264100F36F3B}"/>
              </a:ext>
            </a:extLst>
          </p:cNvPr>
          <p:cNvSpPr/>
          <p:nvPr/>
        </p:nvSpPr>
        <p:spPr bwMode="gray">
          <a:xfrm>
            <a:off x="933450" y="1331457"/>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dirty="0">
              <a:ln>
                <a:noFill/>
              </a:ln>
              <a:solidFill>
                <a:prstClr val="white"/>
              </a:solidFill>
              <a:effectLst/>
              <a:uLnTx/>
              <a:uFillTx/>
              <a:latin typeface="Calibri"/>
            </a:endParaRPr>
          </a:p>
        </p:txBody>
      </p:sp>
      <p:sp>
        <p:nvSpPr>
          <p:cNvPr id="44" name="Oval 43">
            <a:extLst>
              <a:ext uri="{FF2B5EF4-FFF2-40B4-BE49-F238E27FC236}">
                <a16:creationId xmlns:a16="http://schemas.microsoft.com/office/drawing/2014/main" id="{9738B50D-611A-40E6-BCC0-26F1444AFEB6}"/>
              </a:ext>
            </a:extLst>
          </p:cNvPr>
          <p:cNvSpPr/>
          <p:nvPr/>
        </p:nvSpPr>
        <p:spPr bwMode="gray">
          <a:xfrm>
            <a:off x="501650" y="1926688"/>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latin typeface="Calibri"/>
              </a:rPr>
              <a:t>2</a:t>
            </a:r>
            <a:endParaRPr kumimoji="0" lang="en-IN" sz="2000" b="1" i="0" u="none" strike="noStrike" kern="0" cap="none" spc="0" normalizeH="0" baseline="0" noProof="0" dirty="0">
              <a:ln>
                <a:noFill/>
              </a:ln>
              <a:solidFill>
                <a:prstClr val="white"/>
              </a:solidFill>
              <a:effectLst/>
              <a:uLnTx/>
              <a:uFillTx/>
              <a:latin typeface="Calibri"/>
            </a:endParaRPr>
          </a:p>
        </p:txBody>
      </p:sp>
      <p:sp>
        <p:nvSpPr>
          <p:cNvPr id="46" name="Rectangle 45">
            <a:extLst>
              <a:ext uri="{FF2B5EF4-FFF2-40B4-BE49-F238E27FC236}">
                <a16:creationId xmlns:a16="http://schemas.microsoft.com/office/drawing/2014/main" id="{E0DA58F7-26E9-40F5-826A-243D5A63D21E}"/>
              </a:ext>
            </a:extLst>
          </p:cNvPr>
          <p:cNvSpPr/>
          <p:nvPr/>
        </p:nvSpPr>
        <p:spPr bwMode="gray">
          <a:xfrm>
            <a:off x="933450" y="1889551"/>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2000" b="1" i="0" u="none" strike="noStrike" kern="0" cap="none" spc="0" normalizeH="0" baseline="0" noProof="0" dirty="0">
              <a:ln>
                <a:noFill/>
              </a:ln>
              <a:solidFill>
                <a:prstClr val="white"/>
              </a:solidFill>
              <a:effectLst/>
              <a:uLnTx/>
              <a:uFillTx/>
              <a:latin typeface="Calibri"/>
            </a:endParaRPr>
          </a:p>
        </p:txBody>
      </p:sp>
      <p:sp>
        <p:nvSpPr>
          <p:cNvPr id="30" name="TextBox 29">
            <a:extLst>
              <a:ext uri="{FF2B5EF4-FFF2-40B4-BE49-F238E27FC236}">
                <a16:creationId xmlns:a16="http://schemas.microsoft.com/office/drawing/2014/main" id="{BAEDD00A-B953-4595-B8CB-05917E029F6A}"/>
              </a:ext>
            </a:extLst>
          </p:cNvPr>
          <p:cNvSpPr txBox="1"/>
          <p:nvPr/>
        </p:nvSpPr>
        <p:spPr>
          <a:xfrm>
            <a:off x="1127760" y="1945509"/>
            <a:ext cx="8254800" cy="369332"/>
          </a:xfrm>
          <a:prstGeom prst="rect">
            <a:avLst/>
          </a:prstGeom>
          <a:noFill/>
        </p:spPr>
        <p:txBody>
          <a:bodyPr wrap="square" lIns="0" tIns="0" rIns="0" bIns="0" rtlCol="0">
            <a:spAutoFit/>
          </a:bodyPr>
          <a:lstStyle/>
          <a:p>
            <a:pPr defTabSz="914400">
              <a:spcBef>
                <a:spcPts val="600"/>
              </a:spcBef>
              <a:buSzPct val="100000"/>
            </a:pPr>
            <a:r>
              <a:rPr lang="en-US" sz="2400" b="1" dirty="0">
                <a:solidFill>
                  <a:srgbClr val="313131"/>
                </a:solidFill>
                <a:latin typeface="Calibri"/>
              </a:rPr>
              <a:t>Approach &amp; Methodology</a:t>
            </a:r>
          </a:p>
        </p:txBody>
      </p:sp>
    </p:spTree>
    <p:extLst>
      <p:ext uri="{BB962C8B-B14F-4D97-AF65-F5344CB8AC3E}">
        <p14:creationId xmlns:p14="http://schemas.microsoft.com/office/powerpoint/2010/main" val="24739398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IN" sz="2400" b="1" dirty="0">
              <a:solidFill>
                <a:schemeClr val="bg1"/>
              </a:solidFill>
              <a:latin typeface="Verdana" panose="020B0604030504040204" pitchFamily="34" charset="0"/>
              <a:ea typeface="+mj-ea"/>
              <a:cs typeface="+mj-cs"/>
              <a:sym typeface="Verdana" panose="020B0604030504040204" pitchFamily="34" charset="0"/>
            </a:endParaRPr>
          </a:p>
        </p:txBody>
      </p:sp>
      <p:sp>
        <p:nvSpPr>
          <p:cNvPr id="3" name="Title 2"/>
          <p:cNvSpPr>
            <a:spLocks noGrp="1"/>
          </p:cNvSpPr>
          <p:nvPr>
            <p:ph type="title"/>
          </p:nvPr>
        </p:nvSpPr>
        <p:spPr>
          <a:xfrm>
            <a:off x="500400" y="316800"/>
            <a:ext cx="11252200" cy="334102"/>
          </a:xfrm>
        </p:spPr>
        <p:txBody>
          <a:bodyPr/>
          <a:lstStyle/>
          <a:p>
            <a:r>
              <a:rPr lang="en-IN" b="1" dirty="0"/>
              <a:t>With you today…</a:t>
            </a:r>
          </a:p>
        </p:txBody>
      </p:sp>
      <p:grpSp>
        <p:nvGrpSpPr>
          <p:cNvPr id="11" name="Group 10"/>
          <p:cNvGrpSpPr/>
          <p:nvPr/>
        </p:nvGrpSpPr>
        <p:grpSpPr>
          <a:xfrm>
            <a:off x="7722284" y="1825616"/>
            <a:ext cx="3132000" cy="924860"/>
            <a:chOff x="6780399" y="1131404"/>
            <a:chExt cx="3132000" cy="924860"/>
          </a:xfrm>
        </p:grpSpPr>
        <p:sp>
          <p:nvSpPr>
            <p:cNvPr id="14" name="Rounded Rectangle 13"/>
            <p:cNvSpPr/>
            <p:nvPr/>
          </p:nvSpPr>
          <p:spPr bwMode="gray">
            <a:xfrm>
              <a:off x="6780399" y="1778394"/>
              <a:ext cx="2880000" cy="277870"/>
            </a:xfrm>
            <a:prstGeom prst="roundRect">
              <a:avLst>
                <a:gd name="adj" fmla="val 33124"/>
              </a:avLst>
            </a:prstGeom>
            <a:solidFill>
              <a:srgbClr val="9DD4CF"/>
            </a:solidFill>
            <a:ln w="3175" algn="ctr">
              <a:noFill/>
              <a:miter lim="800000"/>
              <a:headEnd/>
              <a:tailEnd/>
            </a:ln>
          </p:spPr>
          <p:txBody>
            <a:bodyPr wrap="square" lIns="540000" tIns="88900" rIns="88900" bIns="88900" rtlCol="0" anchor="ctr"/>
            <a:lstStyle/>
            <a:p>
              <a:pPr marL="0" marR="0" lvl="0" indent="0" algn="l" defTabSz="121917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mn-ea"/>
                  <a:cs typeface="+mn-cs"/>
                </a:rPr>
                <a:t>Smart Meter Expert</a:t>
              </a:r>
            </a:p>
          </p:txBody>
        </p:sp>
        <p:sp>
          <p:nvSpPr>
            <p:cNvPr id="15" name="Rounded Rectangle 14"/>
            <p:cNvSpPr/>
            <p:nvPr/>
          </p:nvSpPr>
          <p:spPr bwMode="gray">
            <a:xfrm>
              <a:off x="6780399" y="1131404"/>
              <a:ext cx="3132000" cy="644560"/>
            </a:xfrm>
            <a:prstGeom prst="roundRect">
              <a:avLst/>
            </a:prstGeom>
            <a:solidFill>
              <a:srgbClr val="00ABAB"/>
            </a:solidFill>
            <a:ln w="3175" algn="ctr">
              <a:noFill/>
              <a:miter lim="800000"/>
              <a:headEnd/>
              <a:tailEnd/>
            </a:ln>
          </p:spPr>
          <p:txBody>
            <a:bodyPr wrap="square" lIns="540000" tIns="88900" rIns="0" bIns="88900" rtlCol="0" anchor="ctr"/>
            <a:lstStyle/>
            <a:p>
              <a:pPr lvl="0" defTabSz="1219170">
                <a:defRPr/>
              </a:pPr>
              <a:r>
                <a:rPr lang="en-US" sz="1400" b="1" dirty="0">
                  <a:solidFill>
                    <a:srgbClr val="FFFFFF"/>
                  </a:solidFill>
                </a:rPr>
                <a:t>Dipak Mukherjee</a:t>
              </a:r>
            </a:p>
            <a:p>
              <a:pPr lvl="0" defTabSz="1219170">
                <a:defRPr/>
              </a:pPr>
              <a:r>
                <a:rPr lang="en-US" sz="1400" dirty="0">
                  <a:solidFill>
                    <a:srgbClr val="FFFFFF"/>
                  </a:solidFill>
                </a:rPr>
                <a:t>Independent Consultant</a:t>
              </a:r>
            </a:p>
          </p:txBody>
        </p:sp>
      </p:grpSp>
      <p:grpSp>
        <p:nvGrpSpPr>
          <p:cNvPr id="10" name="Group 9"/>
          <p:cNvGrpSpPr/>
          <p:nvPr/>
        </p:nvGrpSpPr>
        <p:grpSpPr>
          <a:xfrm>
            <a:off x="4745639" y="3620724"/>
            <a:ext cx="3132000" cy="922224"/>
            <a:chOff x="5641948" y="2553980"/>
            <a:chExt cx="3132000" cy="922224"/>
          </a:xfrm>
        </p:grpSpPr>
        <p:sp>
          <p:nvSpPr>
            <p:cNvPr id="62" name="Rounded Rectangle 61"/>
            <p:cNvSpPr/>
            <p:nvPr/>
          </p:nvSpPr>
          <p:spPr bwMode="gray">
            <a:xfrm>
              <a:off x="5641948" y="3198334"/>
              <a:ext cx="2880000" cy="277870"/>
            </a:xfrm>
            <a:prstGeom prst="roundRect">
              <a:avLst>
                <a:gd name="adj" fmla="val 33124"/>
              </a:avLst>
            </a:prstGeom>
            <a:solidFill>
              <a:srgbClr val="9DD4CF"/>
            </a:solidFill>
            <a:ln w="3175" algn="ctr">
              <a:noFill/>
              <a:miter lim="800000"/>
              <a:headEnd/>
              <a:tailEnd/>
            </a:ln>
          </p:spPr>
          <p:txBody>
            <a:bodyPr wrap="square" lIns="540000" tIns="88900" rIns="88900" bIns="88900" rtlCol="0" anchor="ctr"/>
            <a:lstStyle/>
            <a:p>
              <a:pPr marL="0" marR="0" lvl="0" indent="0" algn="l" defTabSz="121917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mn-ea"/>
                  <a:cs typeface="+mn-cs"/>
                </a:rPr>
                <a:t>Team Leader</a:t>
              </a:r>
            </a:p>
          </p:txBody>
        </p:sp>
        <p:sp>
          <p:nvSpPr>
            <p:cNvPr id="63" name="Rounded Rectangle 62"/>
            <p:cNvSpPr/>
            <p:nvPr/>
          </p:nvSpPr>
          <p:spPr bwMode="gray">
            <a:xfrm>
              <a:off x="5641948" y="2553980"/>
              <a:ext cx="3132000" cy="644560"/>
            </a:xfrm>
            <a:prstGeom prst="roundRect">
              <a:avLst/>
            </a:prstGeom>
            <a:solidFill>
              <a:srgbClr val="00ABAB"/>
            </a:solidFill>
            <a:ln w="3175" algn="ctr">
              <a:noFill/>
              <a:miter lim="800000"/>
              <a:headEnd/>
              <a:tailEnd/>
            </a:ln>
          </p:spPr>
          <p:txBody>
            <a:bodyPr wrap="square" lIns="540000" tIns="88900" rIns="0" bIns="88900" rtlCol="0" anchor="ctr"/>
            <a:lstStyle/>
            <a:p>
              <a:pPr lvl="0" defTabSz="1219170">
                <a:defRPr/>
              </a:pPr>
              <a:r>
                <a:rPr lang="en-US" sz="1400" b="1" dirty="0">
                  <a:solidFill>
                    <a:srgbClr val="FFFFFF"/>
                  </a:solidFill>
                </a:rPr>
                <a:t>Sayan Mitra</a:t>
              </a:r>
            </a:p>
            <a:p>
              <a:pPr lvl="0" defTabSz="1219170">
                <a:defRPr/>
              </a:pPr>
              <a:r>
                <a:rPr lang="en-US" sz="1400" dirty="0">
                  <a:solidFill>
                    <a:srgbClr val="FFFFFF"/>
                  </a:solidFill>
                </a:rPr>
                <a:t>Associate Director </a:t>
              </a:r>
            </a:p>
            <a:p>
              <a:pPr lvl="0" defTabSz="1219170">
                <a:defRPr/>
              </a:pPr>
              <a:r>
                <a:rPr lang="en-US" sz="1400" dirty="0">
                  <a:solidFill>
                    <a:srgbClr val="FFFFFF"/>
                  </a:solidFill>
                </a:rPr>
                <a:t>Deloitte India</a:t>
              </a:r>
            </a:p>
          </p:txBody>
        </p:sp>
      </p:grpSp>
      <p:grpSp>
        <p:nvGrpSpPr>
          <p:cNvPr id="12" name="Group 11"/>
          <p:cNvGrpSpPr/>
          <p:nvPr/>
        </p:nvGrpSpPr>
        <p:grpSpPr>
          <a:xfrm>
            <a:off x="1767173" y="1831852"/>
            <a:ext cx="3132000" cy="891391"/>
            <a:chOff x="2335816" y="1173276"/>
            <a:chExt cx="3132000" cy="891391"/>
          </a:xfrm>
        </p:grpSpPr>
        <p:sp>
          <p:nvSpPr>
            <p:cNvPr id="24" name="Rounded Rectangle 23"/>
            <p:cNvSpPr/>
            <p:nvPr/>
          </p:nvSpPr>
          <p:spPr bwMode="gray">
            <a:xfrm>
              <a:off x="2335816" y="1786797"/>
              <a:ext cx="2880000" cy="277870"/>
            </a:xfrm>
            <a:prstGeom prst="roundRect">
              <a:avLst>
                <a:gd name="adj" fmla="val 33124"/>
              </a:avLst>
            </a:prstGeom>
            <a:solidFill>
              <a:srgbClr val="9DD4CF"/>
            </a:solidFill>
            <a:ln w="3175" algn="ctr">
              <a:noFill/>
              <a:miter lim="800000"/>
              <a:headEnd/>
              <a:tailEnd/>
            </a:ln>
          </p:spPr>
          <p:txBody>
            <a:bodyPr wrap="square" lIns="540000" tIns="88900" rIns="0" bIns="88900" rtlCol="0" anchor="ctr"/>
            <a:lstStyle/>
            <a:p>
              <a:pPr lvl="0" defTabSz="1219170">
                <a:spcBef>
                  <a:spcPts val="200"/>
                </a:spcBef>
                <a:spcAft>
                  <a:spcPts val="200"/>
                </a:spcAft>
                <a:defRPr/>
              </a:pPr>
              <a:r>
                <a:rPr lang="en-US" sz="1400" b="1" dirty="0">
                  <a:solidFill>
                    <a:srgbClr val="000000"/>
                  </a:solidFill>
                </a:rPr>
                <a:t>HES Expert</a:t>
              </a:r>
              <a:endParaRPr kumimoji="0" lang="en-US" sz="1400" b="1" i="0" u="none" strike="noStrike" kern="1200" cap="none" spc="0" normalizeH="0" baseline="0" noProof="0" dirty="0">
                <a:ln>
                  <a:noFill/>
                </a:ln>
                <a:solidFill>
                  <a:srgbClr val="000000"/>
                </a:solidFill>
                <a:effectLst/>
                <a:uLnTx/>
                <a:uFillTx/>
                <a:latin typeface="Verdana"/>
              </a:endParaRPr>
            </a:p>
          </p:txBody>
        </p:sp>
        <p:sp>
          <p:nvSpPr>
            <p:cNvPr id="25" name="Rounded Rectangle 24"/>
            <p:cNvSpPr/>
            <p:nvPr/>
          </p:nvSpPr>
          <p:spPr bwMode="gray">
            <a:xfrm>
              <a:off x="2335816" y="1173276"/>
              <a:ext cx="3132000" cy="644560"/>
            </a:xfrm>
            <a:prstGeom prst="roundRect">
              <a:avLst/>
            </a:prstGeom>
            <a:solidFill>
              <a:srgbClr val="00ABAB"/>
            </a:solidFill>
            <a:ln w="3175" algn="ctr">
              <a:noFill/>
              <a:miter lim="800000"/>
              <a:headEnd/>
              <a:tailEnd/>
            </a:ln>
          </p:spPr>
          <p:txBody>
            <a:bodyPr wrap="square" lIns="540000" tIns="88900" rIns="88900" bIns="88900" rtlCol="0" anchor="ctr"/>
            <a:lstStyle/>
            <a:p>
              <a:pPr lvl="0" defTabSz="1219170">
                <a:defRPr/>
              </a:pPr>
              <a:r>
                <a:rPr lang="en-US" sz="1400" b="1" dirty="0">
                  <a:solidFill>
                    <a:srgbClr val="FFFFFF"/>
                  </a:solidFill>
                </a:rPr>
                <a:t>Somsankar Bose</a:t>
              </a:r>
            </a:p>
            <a:p>
              <a:pPr lvl="0" defTabSz="1219170">
                <a:defRPr/>
              </a:pPr>
              <a:r>
                <a:rPr lang="en-US" sz="1400" dirty="0">
                  <a:solidFill>
                    <a:srgbClr val="FFFFFF"/>
                  </a:solidFill>
                </a:rPr>
                <a:t>Independent Consultant</a:t>
              </a:r>
            </a:p>
          </p:txBody>
        </p:sp>
      </p:grpSp>
      <p:grpSp>
        <p:nvGrpSpPr>
          <p:cNvPr id="9" name="Group 8"/>
          <p:cNvGrpSpPr/>
          <p:nvPr/>
        </p:nvGrpSpPr>
        <p:grpSpPr>
          <a:xfrm>
            <a:off x="916757" y="3622029"/>
            <a:ext cx="3212330" cy="911711"/>
            <a:chOff x="1334523" y="2589155"/>
            <a:chExt cx="3212330" cy="911711"/>
          </a:xfrm>
        </p:grpSpPr>
        <p:sp>
          <p:nvSpPr>
            <p:cNvPr id="17" name="Rounded Rectangle 16"/>
            <p:cNvSpPr/>
            <p:nvPr/>
          </p:nvSpPr>
          <p:spPr bwMode="gray">
            <a:xfrm>
              <a:off x="1334523" y="3222996"/>
              <a:ext cx="3100839" cy="277870"/>
            </a:xfrm>
            <a:prstGeom prst="roundRect">
              <a:avLst>
                <a:gd name="adj" fmla="val 33124"/>
              </a:avLst>
            </a:prstGeom>
            <a:solidFill>
              <a:srgbClr val="9DD4CF"/>
            </a:solidFill>
            <a:ln w="3175" algn="ctr">
              <a:noFill/>
              <a:miter lim="800000"/>
              <a:headEnd/>
              <a:tailEnd/>
            </a:ln>
          </p:spPr>
          <p:txBody>
            <a:bodyPr wrap="square" lIns="640080" tIns="88900" rIns="88900" bIns="88900" rtlCol="0" anchor="ctr"/>
            <a:lstStyle/>
            <a:p>
              <a:pPr marL="0" marR="0" lvl="0" indent="0" algn="l" defTabSz="1219170" rtl="0" eaLnBrk="1" fontAlgn="auto" latinLnBrk="0" hangingPunct="1">
                <a:lnSpc>
                  <a:spcPct val="100000"/>
                </a:lnSpc>
                <a:spcBef>
                  <a:spcPts val="200"/>
                </a:spcBef>
                <a:spcAft>
                  <a:spcPts val="20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Verdana"/>
                  <a:ea typeface="+mn-ea"/>
                  <a:cs typeface="+mn-cs"/>
                </a:rPr>
                <a:t>MDM Expert</a:t>
              </a:r>
            </a:p>
          </p:txBody>
        </p:sp>
        <p:sp>
          <p:nvSpPr>
            <p:cNvPr id="18" name="Rounded Rectangle 17"/>
            <p:cNvSpPr/>
            <p:nvPr/>
          </p:nvSpPr>
          <p:spPr bwMode="gray">
            <a:xfrm>
              <a:off x="1409778" y="2589155"/>
              <a:ext cx="3137075" cy="644560"/>
            </a:xfrm>
            <a:prstGeom prst="roundRect">
              <a:avLst/>
            </a:prstGeom>
            <a:solidFill>
              <a:srgbClr val="00ABAB"/>
            </a:solidFill>
            <a:ln w="3175" algn="ctr">
              <a:noFill/>
              <a:miter lim="800000"/>
              <a:headEnd/>
              <a:tailEnd/>
            </a:ln>
          </p:spPr>
          <p:txBody>
            <a:bodyPr wrap="square" lIns="548640" tIns="88900" rIns="88900" bIns="8890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Verdana"/>
                  <a:ea typeface="+mn-ea"/>
                  <a:cs typeface="+mn-cs"/>
                </a:rPr>
                <a:t>Vijay Kumar Kalagara</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Associate Director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Deloitte India</a:t>
              </a:r>
            </a:p>
          </p:txBody>
        </p:sp>
      </p:grpSp>
      <p:grpSp>
        <p:nvGrpSpPr>
          <p:cNvPr id="5" name="Group 4"/>
          <p:cNvGrpSpPr/>
          <p:nvPr/>
        </p:nvGrpSpPr>
        <p:grpSpPr>
          <a:xfrm>
            <a:off x="7641954" y="5431473"/>
            <a:ext cx="3212330" cy="911711"/>
            <a:chOff x="7641954" y="4797248"/>
            <a:chExt cx="3212330" cy="911711"/>
          </a:xfrm>
        </p:grpSpPr>
        <p:sp>
          <p:nvSpPr>
            <p:cNvPr id="21" name="Rounded Rectangle 20"/>
            <p:cNvSpPr/>
            <p:nvPr/>
          </p:nvSpPr>
          <p:spPr bwMode="gray">
            <a:xfrm>
              <a:off x="7641954" y="5431089"/>
              <a:ext cx="3100839" cy="277870"/>
            </a:xfrm>
            <a:prstGeom prst="roundRect">
              <a:avLst>
                <a:gd name="adj" fmla="val 33124"/>
              </a:avLst>
            </a:prstGeom>
            <a:solidFill>
              <a:srgbClr val="9DD4CF"/>
            </a:solidFill>
            <a:ln w="3175" algn="ctr">
              <a:noFill/>
              <a:miter lim="800000"/>
              <a:headEnd/>
              <a:tailEnd/>
            </a:ln>
          </p:spPr>
          <p:txBody>
            <a:bodyPr wrap="square" lIns="640080" tIns="88900" rIns="88900" bIns="88900" rtlCol="0" anchor="ctr"/>
            <a:lstStyle/>
            <a:p>
              <a:pPr lvl="0" defTabSz="1219170">
                <a:spcBef>
                  <a:spcPts val="200"/>
                </a:spcBef>
                <a:spcAft>
                  <a:spcPts val="200"/>
                </a:spcAft>
                <a:defRPr/>
              </a:pPr>
              <a:r>
                <a:rPr lang="en-US" sz="1400" b="1" dirty="0">
                  <a:solidFill>
                    <a:srgbClr val="000000"/>
                  </a:solidFill>
                </a:rPr>
                <a:t>Cyber Security Expert</a:t>
              </a:r>
            </a:p>
          </p:txBody>
        </p:sp>
        <p:sp>
          <p:nvSpPr>
            <p:cNvPr id="22" name="Rounded Rectangle 21"/>
            <p:cNvSpPr/>
            <p:nvPr/>
          </p:nvSpPr>
          <p:spPr bwMode="gray">
            <a:xfrm>
              <a:off x="7717209" y="4797248"/>
              <a:ext cx="3137075" cy="644560"/>
            </a:xfrm>
            <a:prstGeom prst="roundRect">
              <a:avLst/>
            </a:prstGeom>
            <a:solidFill>
              <a:srgbClr val="00ABAB"/>
            </a:solidFill>
            <a:ln w="3175" algn="ctr">
              <a:noFill/>
              <a:miter lim="800000"/>
              <a:headEnd/>
              <a:tailEnd/>
            </a:ln>
          </p:spPr>
          <p:txBody>
            <a:bodyPr wrap="square" lIns="548640" tIns="88900" rIns="88900" bIns="8890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Verdana"/>
                  <a:ea typeface="+mn-ea"/>
                  <a:cs typeface="+mn-cs"/>
                </a:rPr>
                <a:t>Harshita Lal</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Assistant Manager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Deloitte India</a:t>
              </a:r>
            </a:p>
          </p:txBody>
        </p:sp>
      </p:grpSp>
      <p:pic>
        <p:nvPicPr>
          <p:cNvPr id="34" name="Picture 2" descr="Profile photo of Sayan Mitra">
            <a:extLst>
              <a:ext uri="{FF2B5EF4-FFF2-40B4-BE49-F238E27FC236}">
                <a16:creationId xmlns:a16="http://schemas.microsoft.com/office/drawing/2014/main" id="{CAF450C8-6D7B-40C9-B704-56BF7AA0BA83}"/>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4342028" y="3599532"/>
            <a:ext cx="914400" cy="943416"/>
          </a:xfrm>
          <a:prstGeom prst="flowChartConnector">
            <a:avLst/>
          </a:prstGeom>
          <a:extLst>
            <a:ext uri="{909E8E84-426E-40DD-AFC4-6F175D3DCCD1}">
              <a14:hiddenFill xmlns:a14="http://schemas.microsoft.com/office/drawing/2010/main">
                <a:solidFill>
                  <a:srgbClr val="FFFFFF"/>
                </a:solidFill>
              </a14:hiddenFill>
            </a:ext>
          </a:extLst>
        </p:spPr>
      </p:pic>
      <p:pic>
        <p:nvPicPr>
          <p:cNvPr id="37" name="Picture 2" descr="Profile photo of Harshita Lal">
            <a:extLst>
              <a:ext uri="{FF2B5EF4-FFF2-40B4-BE49-F238E27FC236}">
                <a16:creationId xmlns:a16="http://schemas.microsoft.com/office/drawing/2014/main" id="{26B73C00-C2A9-4E1D-86C1-9427316ED1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79783" y="5443274"/>
            <a:ext cx="914399" cy="914399"/>
          </a:xfrm>
          <a:prstGeom prst="flowChartConnector">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4C7FFE5B-9091-4CD5-9D22-B0DD4D5E184A}"/>
              </a:ext>
            </a:extLst>
          </p:cNvPr>
          <p:cNvPicPr>
            <a:picLocks noChangeAspect="1"/>
          </p:cNvPicPr>
          <p:nvPr/>
        </p:nvPicPr>
        <p:blipFill>
          <a:blip r:embed="rId8"/>
          <a:stretch>
            <a:fillRect/>
          </a:stretch>
        </p:blipFill>
        <p:spPr>
          <a:xfrm>
            <a:off x="1359322" y="1797522"/>
            <a:ext cx="934261" cy="952954"/>
          </a:xfrm>
          <a:prstGeom prst="flowChartConnector">
            <a:avLst/>
          </a:prstGeom>
        </p:spPr>
      </p:pic>
      <p:grpSp>
        <p:nvGrpSpPr>
          <p:cNvPr id="19" name="Group 18">
            <a:extLst>
              <a:ext uri="{FF2B5EF4-FFF2-40B4-BE49-F238E27FC236}">
                <a16:creationId xmlns:a16="http://schemas.microsoft.com/office/drawing/2014/main" id="{29B7136F-A342-4E96-B86A-F635D3C9F646}"/>
              </a:ext>
            </a:extLst>
          </p:cNvPr>
          <p:cNvGrpSpPr/>
          <p:nvPr/>
        </p:nvGrpSpPr>
        <p:grpSpPr>
          <a:xfrm>
            <a:off x="1209239" y="5423366"/>
            <a:ext cx="3594275" cy="930079"/>
            <a:chOff x="8116283" y="3623374"/>
            <a:chExt cx="3594275" cy="930079"/>
          </a:xfrm>
        </p:grpSpPr>
        <p:grpSp>
          <p:nvGrpSpPr>
            <p:cNvPr id="8" name="Group 7"/>
            <p:cNvGrpSpPr/>
            <p:nvPr/>
          </p:nvGrpSpPr>
          <p:grpSpPr>
            <a:xfrm>
              <a:off x="8498228" y="3623374"/>
              <a:ext cx="3212330" cy="911711"/>
              <a:chOff x="9687742" y="2575738"/>
              <a:chExt cx="3212330" cy="911711"/>
            </a:xfrm>
          </p:grpSpPr>
          <p:sp>
            <p:nvSpPr>
              <p:cNvPr id="26" name="Rounded Rectangle 25"/>
              <p:cNvSpPr/>
              <p:nvPr/>
            </p:nvSpPr>
            <p:spPr bwMode="gray">
              <a:xfrm>
                <a:off x="9687742" y="3209579"/>
                <a:ext cx="3100839" cy="277870"/>
              </a:xfrm>
              <a:prstGeom prst="roundRect">
                <a:avLst>
                  <a:gd name="adj" fmla="val 33124"/>
                </a:avLst>
              </a:prstGeom>
              <a:solidFill>
                <a:srgbClr val="9DD4CF"/>
              </a:solidFill>
              <a:ln w="3175" algn="ctr">
                <a:noFill/>
                <a:miter lim="800000"/>
                <a:headEnd/>
                <a:tailEnd/>
              </a:ln>
            </p:spPr>
            <p:txBody>
              <a:bodyPr wrap="square" lIns="640080" tIns="88900" rIns="88900" bIns="88900" rtlCol="0" anchor="ctr"/>
              <a:lstStyle/>
              <a:p>
                <a:pPr lvl="0" defTabSz="1219170">
                  <a:spcBef>
                    <a:spcPts val="200"/>
                  </a:spcBef>
                  <a:spcAft>
                    <a:spcPts val="200"/>
                  </a:spcAft>
                  <a:defRPr/>
                </a:pPr>
                <a:r>
                  <a:rPr lang="en-US" sz="1400" b="1" dirty="0">
                    <a:solidFill>
                      <a:srgbClr val="000000"/>
                    </a:solidFill>
                  </a:rPr>
                  <a:t>Cloud Expert</a:t>
                </a:r>
              </a:p>
            </p:txBody>
          </p:sp>
          <p:sp>
            <p:nvSpPr>
              <p:cNvPr id="27" name="Rounded Rectangle 26"/>
              <p:cNvSpPr/>
              <p:nvPr/>
            </p:nvSpPr>
            <p:spPr bwMode="gray">
              <a:xfrm>
                <a:off x="9762997" y="2575738"/>
                <a:ext cx="3137075" cy="644560"/>
              </a:xfrm>
              <a:prstGeom prst="roundRect">
                <a:avLst/>
              </a:prstGeom>
              <a:solidFill>
                <a:srgbClr val="00ABAB"/>
              </a:solidFill>
              <a:ln w="3175" algn="ctr">
                <a:noFill/>
                <a:miter lim="800000"/>
                <a:headEnd/>
                <a:tailEnd/>
              </a:ln>
            </p:spPr>
            <p:txBody>
              <a:bodyPr wrap="square" lIns="548640" tIns="88900" rIns="88900" bIns="8890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Verdana"/>
                    <a:ea typeface="+mn-ea"/>
                    <a:cs typeface="+mn-cs"/>
                  </a:rPr>
                  <a:t>Rohit Sood</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Manager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Verdana"/>
                    <a:ea typeface="+mn-ea"/>
                    <a:cs typeface="+mn-cs"/>
                  </a:rPr>
                  <a:t>Deloitte India</a:t>
                </a:r>
              </a:p>
            </p:txBody>
          </p:sp>
        </p:grpSp>
        <p:pic>
          <p:nvPicPr>
            <p:cNvPr id="39" name="Picture 6">
              <a:extLst>
                <a:ext uri="{FF2B5EF4-FFF2-40B4-BE49-F238E27FC236}">
                  <a16:creationId xmlns:a16="http://schemas.microsoft.com/office/drawing/2014/main" id="{A2B24A8C-4228-4479-AC7A-CD8CD6C442B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16283" y="3628495"/>
              <a:ext cx="914400" cy="924958"/>
            </a:xfrm>
            <a:prstGeom prst="flowChartConnector">
              <a:avLst/>
            </a:prstGeom>
            <a:noFill/>
            <a:effectLst>
              <a:outerShdw blurRad="50800" dist="38100" dir="16200000"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pic>
        <p:nvPicPr>
          <p:cNvPr id="35" name="Picture 34" descr="A person with a mustache&#10;&#10;Description automatically generated with medium confidence">
            <a:extLst>
              <a:ext uri="{FF2B5EF4-FFF2-40B4-BE49-F238E27FC236}">
                <a16:creationId xmlns:a16="http://schemas.microsoft.com/office/drawing/2014/main" id="{052C810A-B2DF-41DE-9409-E7B81B1D2CD6}"/>
              </a:ext>
            </a:extLst>
          </p:cNvPr>
          <p:cNvPicPr>
            <a:picLocks noChangeAspect="1"/>
          </p:cNvPicPr>
          <p:nvPr/>
        </p:nvPicPr>
        <p:blipFill>
          <a:blip r:embed="rId10"/>
          <a:stretch>
            <a:fillRect/>
          </a:stretch>
        </p:blipFill>
        <p:spPr>
          <a:xfrm>
            <a:off x="7260009" y="1817090"/>
            <a:ext cx="914400" cy="933385"/>
          </a:xfrm>
          <a:prstGeom prst="flowChartConnector">
            <a:avLst/>
          </a:prstGeom>
        </p:spPr>
      </p:pic>
      <p:pic>
        <p:nvPicPr>
          <p:cNvPr id="13" name="Picture 2">
            <a:extLst>
              <a:ext uri="{FF2B5EF4-FFF2-40B4-BE49-F238E27FC236}">
                <a16:creationId xmlns:a16="http://schemas.microsoft.com/office/drawing/2014/main" id="{7B5E8804-FDEC-2B9C-95DA-46C847E98A26}"/>
              </a:ext>
            </a:extLst>
          </p:cNvPr>
          <p:cNvPicPr>
            <a:picLocks noChangeAspect="1" noChangeArrowheads="1"/>
          </p:cNvPicPr>
          <p:nvPr/>
        </p:nvPicPr>
        <p:blipFill>
          <a:blip r:embed="rId11"/>
          <a:srcRect t="7034" b="7034"/>
          <a:stretch>
            <a:fillRect/>
          </a:stretch>
        </p:blipFill>
        <p:spPr bwMode="auto">
          <a:xfrm>
            <a:off x="631813" y="3590460"/>
            <a:ext cx="914400" cy="943416"/>
          </a:xfrm>
          <a:prstGeom prst="flowChartConnector">
            <a:avLst/>
          </a:prstGeom>
          <a:extLst>
            <a:ext uri="{909E8E84-426E-40DD-AFC4-6F175D3DCCD1}">
              <a14:hiddenFill xmlns:a14="http://schemas.microsoft.com/office/drawing/2010/main">
                <a:solidFill>
                  <a:srgbClr val="FFFFFF"/>
                </a:solidFill>
              </a14:hiddenFill>
            </a:ext>
          </a:extLst>
        </p:spPr>
      </p:pic>
      <p:sp>
        <p:nvSpPr>
          <p:cNvPr id="40" name="Rounded Rectangle 62">
            <a:extLst>
              <a:ext uri="{FF2B5EF4-FFF2-40B4-BE49-F238E27FC236}">
                <a16:creationId xmlns:a16="http://schemas.microsoft.com/office/drawing/2014/main" id="{8A7FD379-AE0F-4B68-9756-B86604DC0B46}"/>
              </a:ext>
            </a:extLst>
          </p:cNvPr>
          <p:cNvSpPr/>
          <p:nvPr/>
        </p:nvSpPr>
        <p:spPr bwMode="gray">
          <a:xfrm>
            <a:off x="4585209" y="659427"/>
            <a:ext cx="3132000" cy="899038"/>
          </a:xfrm>
          <a:prstGeom prst="roundRect">
            <a:avLst/>
          </a:prstGeom>
          <a:solidFill>
            <a:srgbClr val="00ABAB"/>
          </a:solidFill>
          <a:ln w="3175" algn="ctr">
            <a:noFill/>
            <a:miter lim="800000"/>
            <a:headEnd/>
            <a:tailEnd/>
          </a:ln>
        </p:spPr>
        <p:txBody>
          <a:bodyPr wrap="square" lIns="540000" tIns="88900" rIns="0" bIns="88900" rtlCol="0" anchor="ctr"/>
          <a:lstStyle/>
          <a:p>
            <a:pPr lvl="0" defTabSz="1219170">
              <a:defRPr/>
            </a:pPr>
            <a:r>
              <a:rPr lang="en-US" sz="1400" b="1" dirty="0">
                <a:solidFill>
                  <a:srgbClr val="FFFFFF"/>
                </a:solidFill>
              </a:rPr>
              <a:t>Anujesh Dwivedi</a:t>
            </a:r>
          </a:p>
          <a:p>
            <a:pPr lvl="0" defTabSz="1219170">
              <a:defRPr/>
            </a:pPr>
            <a:r>
              <a:rPr lang="en-US" sz="1400" dirty="0">
                <a:solidFill>
                  <a:srgbClr val="FFFFFF"/>
                </a:solidFill>
              </a:rPr>
              <a:t>Partner</a:t>
            </a:r>
          </a:p>
          <a:p>
            <a:pPr lvl="0" defTabSz="1219170">
              <a:defRPr/>
            </a:pPr>
            <a:r>
              <a:rPr lang="en-US" sz="1400" dirty="0">
                <a:solidFill>
                  <a:srgbClr val="FFFFFF"/>
                </a:solidFill>
              </a:rPr>
              <a:t>Deloitte India</a:t>
            </a:r>
          </a:p>
        </p:txBody>
      </p:sp>
      <p:pic>
        <p:nvPicPr>
          <p:cNvPr id="1026" name="Picture 2">
            <a:extLst>
              <a:ext uri="{FF2B5EF4-FFF2-40B4-BE49-F238E27FC236}">
                <a16:creationId xmlns:a16="http://schemas.microsoft.com/office/drawing/2014/main" id="{DB65D9E8-42CF-470D-89DE-4C414AE713D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29088" y="623818"/>
            <a:ext cx="923252" cy="952954"/>
          </a:xfrm>
          <a:prstGeom prst="flowChartConnector">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67F0BD0C-9FBE-4CAB-B705-FB51E242835D}"/>
              </a:ext>
            </a:extLst>
          </p:cNvPr>
          <p:cNvGrpSpPr/>
          <p:nvPr/>
        </p:nvGrpSpPr>
        <p:grpSpPr>
          <a:xfrm>
            <a:off x="8268254" y="3593614"/>
            <a:ext cx="3528215" cy="888895"/>
            <a:chOff x="1379183" y="5481843"/>
            <a:chExt cx="3528215" cy="888895"/>
          </a:xfrm>
        </p:grpSpPr>
        <p:grpSp>
          <p:nvGrpSpPr>
            <p:cNvPr id="4" name="Group 3"/>
            <p:cNvGrpSpPr/>
            <p:nvPr/>
          </p:nvGrpSpPr>
          <p:grpSpPr>
            <a:xfrm>
              <a:off x="1775398" y="5481843"/>
              <a:ext cx="3132000" cy="888895"/>
              <a:chOff x="1775398" y="4797248"/>
              <a:chExt cx="3132000" cy="888895"/>
            </a:xfrm>
          </p:grpSpPr>
          <p:sp>
            <p:nvSpPr>
              <p:cNvPr id="42" name="Rounded Rectangle 41"/>
              <p:cNvSpPr/>
              <p:nvPr/>
            </p:nvSpPr>
            <p:spPr bwMode="gray">
              <a:xfrm>
                <a:off x="1775398" y="5431089"/>
                <a:ext cx="2880000" cy="255054"/>
              </a:xfrm>
              <a:prstGeom prst="roundRect">
                <a:avLst>
                  <a:gd name="adj" fmla="val 33124"/>
                </a:avLst>
              </a:prstGeom>
              <a:solidFill>
                <a:srgbClr val="9DD4CF"/>
              </a:solidFill>
              <a:ln w="3175" algn="ctr">
                <a:noFill/>
                <a:miter lim="800000"/>
                <a:headEnd/>
                <a:tailEnd/>
              </a:ln>
            </p:spPr>
            <p:txBody>
              <a:bodyPr wrap="square" lIns="540000" tIns="88900" rIns="88900" bIns="88900" rtlCol="0" anchor="ctr"/>
              <a:lstStyle/>
              <a:p>
                <a:pPr lvl="0" defTabSz="1219170">
                  <a:spcBef>
                    <a:spcPts val="200"/>
                  </a:spcBef>
                  <a:spcAft>
                    <a:spcPts val="200"/>
                  </a:spcAft>
                  <a:defRPr/>
                </a:pPr>
                <a:r>
                  <a:rPr lang="en-US" sz="1400" b="1" dirty="0">
                    <a:solidFill>
                      <a:srgbClr val="000000"/>
                    </a:solidFill>
                  </a:rPr>
                  <a:t>SI Expert</a:t>
                </a:r>
              </a:p>
            </p:txBody>
          </p:sp>
          <p:sp>
            <p:nvSpPr>
              <p:cNvPr id="43" name="Rounded Rectangle 42"/>
              <p:cNvSpPr/>
              <p:nvPr/>
            </p:nvSpPr>
            <p:spPr bwMode="gray">
              <a:xfrm>
                <a:off x="1775398" y="4797248"/>
                <a:ext cx="3132000" cy="644560"/>
              </a:xfrm>
              <a:prstGeom prst="roundRect">
                <a:avLst/>
              </a:prstGeom>
              <a:solidFill>
                <a:srgbClr val="00ABAB"/>
              </a:solidFill>
              <a:ln w="3175" algn="ctr">
                <a:noFill/>
                <a:miter lim="800000"/>
                <a:headEnd/>
                <a:tailEnd/>
              </a:ln>
            </p:spPr>
            <p:txBody>
              <a:bodyPr wrap="square" lIns="540000" tIns="88900" rIns="36000" bIns="8890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Verdana"/>
                  </a:rPr>
                  <a:t>Tarun Kumar Sahu</a:t>
                </a:r>
              </a:p>
              <a:p>
                <a:pPr lvl="0" defTabSz="1219170">
                  <a:defRPr/>
                </a:pPr>
                <a:r>
                  <a:rPr kumimoji="0" lang="en-US" sz="1400" b="0" i="0" u="none" strike="noStrike" kern="1200" cap="none" spc="0" normalizeH="0" baseline="0" noProof="0" dirty="0">
                    <a:ln>
                      <a:noFill/>
                    </a:ln>
                    <a:solidFill>
                      <a:srgbClr val="FFFFFF"/>
                    </a:solidFill>
                    <a:effectLst/>
                    <a:uLnTx/>
                    <a:uFillTx/>
                    <a:latin typeface="+mj-lt"/>
                  </a:rPr>
                  <a:t>Senior Consultant</a:t>
                </a:r>
              </a:p>
              <a:p>
                <a:pPr lvl="0" defTabSz="1219170">
                  <a:defRPr/>
                </a:pPr>
                <a:r>
                  <a:rPr lang="en-US" sz="1400" dirty="0">
                    <a:solidFill>
                      <a:srgbClr val="FFFFFF"/>
                    </a:solidFill>
                    <a:latin typeface="+mj-lt"/>
                  </a:rPr>
                  <a:t>Deloitte India</a:t>
                </a:r>
                <a:endParaRPr kumimoji="0" lang="en-US" sz="1400" b="0" i="0" u="none" strike="noStrike" kern="1200" cap="none" spc="0" normalizeH="0" baseline="0" noProof="0" dirty="0">
                  <a:ln>
                    <a:noFill/>
                  </a:ln>
                  <a:solidFill>
                    <a:srgbClr val="FFFFFF"/>
                  </a:solidFill>
                  <a:effectLst/>
                  <a:uLnTx/>
                  <a:uFillTx/>
                  <a:latin typeface="+mj-lt"/>
                </a:endParaRPr>
              </a:p>
            </p:txBody>
          </p:sp>
        </p:grpSp>
        <p:pic>
          <p:nvPicPr>
            <p:cNvPr id="41" name="Picture 40" descr="A person in a suit&#10;&#10;Description automatically generated with low confidence">
              <a:extLst>
                <a:ext uri="{FF2B5EF4-FFF2-40B4-BE49-F238E27FC236}">
                  <a16:creationId xmlns:a16="http://schemas.microsoft.com/office/drawing/2014/main" id="{3436487B-B473-4839-8259-D2329A94BA6A}"/>
                </a:ext>
              </a:extLst>
            </p:cNvPr>
            <p:cNvPicPr>
              <a:picLocks noChangeAspect="1"/>
            </p:cNvPicPr>
            <p:nvPr/>
          </p:nvPicPr>
          <p:blipFill>
            <a:blip r:embed="rId13"/>
            <a:stretch>
              <a:fillRect/>
            </a:stretch>
          </p:blipFill>
          <p:spPr>
            <a:xfrm>
              <a:off x="1379183" y="5483316"/>
              <a:ext cx="914400" cy="874357"/>
            </a:xfrm>
            <a:prstGeom prst="flowChartConnector">
              <a:avLst/>
            </a:prstGeom>
          </p:spPr>
        </p:pic>
      </p:grpSp>
      <p:sp>
        <p:nvSpPr>
          <p:cNvPr id="20" name="Rectangle 19">
            <a:extLst>
              <a:ext uri="{FF2B5EF4-FFF2-40B4-BE49-F238E27FC236}">
                <a16:creationId xmlns:a16="http://schemas.microsoft.com/office/drawing/2014/main" id="{47DC49C3-ACA2-4949-9833-997E911D2B49}"/>
              </a:ext>
            </a:extLst>
          </p:cNvPr>
          <p:cNvSpPr/>
          <p:nvPr/>
        </p:nvSpPr>
        <p:spPr bwMode="gray">
          <a:xfrm>
            <a:off x="300942" y="3232227"/>
            <a:ext cx="11748304" cy="1397643"/>
          </a:xfrm>
          <a:prstGeom prst="rect">
            <a:avLst/>
          </a:prstGeom>
          <a:noFill/>
          <a:ln w="9525">
            <a:solidFill>
              <a:schemeClr val="accent3"/>
            </a:solidFill>
            <a:prstDash val="sysDash"/>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t" anchorCtr="0"/>
          <a:lstStyle/>
          <a:p>
            <a:pPr algn="ctr">
              <a:lnSpc>
                <a:spcPct val="106000"/>
              </a:lnSpc>
              <a:buFont typeface="Wingdings 2" pitchFamily="18" charset="2"/>
              <a:buNone/>
            </a:pPr>
            <a:r>
              <a:rPr lang="en-US" sz="1600" b="1" dirty="0">
                <a:solidFill>
                  <a:schemeClr val="tx1"/>
                </a:solidFill>
              </a:rPr>
              <a:t>Present in offline Mode</a:t>
            </a:r>
          </a:p>
        </p:txBody>
      </p:sp>
    </p:spTree>
    <p:extLst>
      <p:ext uri="{BB962C8B-B14F-4D97-AF65-F5344CB8AC3E}">
        <p14:creationId xmlns:p14="http://schemas.microsoft.com/office/powerpoint/2010/main" val="246016627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28022E-12EB-4DDB-A910-36E721AC85CB}"/>
              </a:ext>
            </a:extLst>
          </p:cNvPr>
          <p:cNvSpPr>
            <a:spLocks noGrp="1"/>
          </p:cNvSpPr>
          <p:nvPr>
            <p:ph type="body" idx="1"/>
          </p:nvPr>
        </p:nvSpPr>
        <p:spPr/>
        <p:txBody>
          <a:bodyPr/>
          <a:lstStyle/>
          <a:p>
            <a:r>
              <a:rPr lang="en-US" dirty="0"/>
              <a:t>About Deloitte</a:t>
            </a:r>
          </a:p>
        </p:txBody>
      </p:sp>
    </p:spTree>
    <p:extLst>
      <p:ext uri="{BB962C8B-B14F-4D97-AF65-F5344CB8AC3E}">
        <p14:creationId xmlns:p14="http://schemas.microsoft.com/office/powerpoint/2010/main" val="68579749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marR="0" lvl="0" indent="0" algn="ctr" defTabSz="899010" rtl="0" eaLnBrk="1" fontAlgn="auto" latinLnBrk="0" hangingPunct="1">
              <a:lnSpc>
                <a:spcPct val="100000"/>
              </a:lnSpc>
              <a:spcBef>
                <a:spcPct val="0"/>
              </a:spcBef>
              <a:spcAft>
                <a:spcPct val="0"/>
              </a:spcAft>
              <a:buClrTx/>
              <a:buSzTx/>
              <a:buFontTx/>
              <a:buNone/>
              <a:tabLst/>
              <a:defRPr/>
            </a:pPr>
            <a:endParaRPr kumimoji="0" lang="en-IN" sz="1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77" name="Title 3"/>
          <p:cNvSpPr>
            <a:spLocks noGrp="1"/>
          </p:cNvSpPr>
          <p:nvPr>
            <p:ph type="title"/>
          </p:nvPr>
        </p:nvSpPr>
        <p:spPr>
          <a:xfrm>
            <a:off x="501652" y="317504"/>
            <a:ext cx="11188700" cy="368299"/>
          </a:xfrm>
        </p:spPr>
        <p:txBody>
          <a:bodyPr vert="horz"/>
          <a:lstStyle/>
          <a:p>
            <a:pPr algn="just"/>
            <a:r>
              <a:rPr lang="en-US" sz="1600" i="0" dirty="0">
                <a:solidFill>
                  <a:schemeClr val="tx1"/>
                </a:solidFill>
              </a:rPr>
              <a:t>Deloitte brings “best-in-class” capabilities across all aspects of strategy, innovation and market assessment coupled with the experience of partnering with some of the leading clients across the world</a:t>
            </a:r>
            <a:endParaRPr lang="en-IN" sz="1600" i="0" dirty="0">
              <a:solidFill>
                <a:schemeClr val="tx1"/>
              </a:solidFill>
            </a:endParaRPr>
          </a:p>
        </p:txBody>
      </p:sp>
      <p:sp>
        <p:nvSpPr>
          <p:cNvPr id="200" name="Rectangle 199" hidden="1">
            <a:extLst>
              <a:ext uri="{FF2B5EF4-FFF2-40B4-BE49-F238E27FC236}">
                <a16:creationId xmlns:a16="http://schemas.microsoft.com/office/drawing/2014/main" id="{117E3909-F763-409E-85FD-869E37F971E3}"/>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342" rtl="0" eaLnBrk="1" fontAlgn="auto" latinLnBrk="0" hangingPunct="1">
              <a:lnSpc>
                <a:spcPct val="106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endParaRPr>
          </a:p>
        </p:txBody>
      </p:sp>
      <p:sp>
        <p:nvSpPr>
          <p:cNvPr id="18" name="Rectangle 17" hidden="1">
            <a:extLst>
              <a:ext uri="{FF2B5EF4-FFF2-40B4-BE49-F238E27FC236}">
                <a16:creationId xmlns:a16="http://schemas.microsoft.com/office/drawing/2014/main" id="{77F3B2C9-702B-4817-BA0A-36D86E847CB1}"/>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342"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Verdana"/>
              <a:ea typeface="+mn-ea"/>
              <a:cs typeface="+mn-cs"/>
            </a:endParaRPr>
          </a:p>
        </p:txBody>
      </p:sp>
      <p:cxnSp>
        <p:nvCxnSpPr>
          <p:cNvPr id="120" name="Straight Connector 119">
            <a:extLst>
              <a:ext uri="{FF2B5EF4-FFF2-40B4-BE49-F238E27FC236}">
                <a16:creationId xmlns:a16="http://schemas.microsoft.com/office/drawing/2014/main" id="{CC4F1120-07D8-460D-B596-74B7D6824FD9}"/>
              </a:ext>
            </a:extLst>
          </p:cNvPr>
          <p:cNvCxnSpPr/>
          <p:nvPr/>
        </p:nvCxnSpPr>
        <p:spPr>
          <a:xfrm>
            <a:off x="863869" y="1773572"/>
            <a:ext cx="9658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1" name="Oval 10">
            <a:extLst>
              <a:ext uri="{FF2B5EF4-FFF2-40B4-BE49-F238E27FC236}">
                <a16:creationId xmlns:a16="http://schemas.microsoft.com/office/drawing/2014/main" id="{B6206AB4-DA82-4728-8226-4F6E55A6AB30}"/>
              </a:ext>
            </a:extLst>
          </p:cNvPr>
          <p:cNvSpPr>
            <a:spLocks noChangeAspect="1" noChangeArrowheads="1"/>
          </p:cNvSpPr>
          <p:nvPr/>
        </p:nvSpPr>
        <p:spPr bwMode="auto">
          <a:xfrm>
            <a:off x="3383115" y="4000633"/>
            <a:ext cx="1506965" cy="1608956"/>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rPr>
              <a:t>Strong association with Indian Power Sector</a:t>
            </a:r>
          </a:p>
        </p:txBody>
      </p:sp>
      <p:sp>
        <p:nvSpPr>
          <p:cNvPr id="122" name="Oval 121">
            <a:extLst>
              <a:ext uri="{FF2B5EF4-FFF2-40B4-BE49-F238E27FC236}">
                <a16:creationId xmlns:a16="http://schemas.microsoft.com/office/drawing/2014/main" id="{47E6C12C-BF45-48C7-8A26-CCD8EDB0A81D}"/>
              </a:ext>
            </a:extLst>
          </p:cNvPr>
          <p:cNvSpPr/>
          <p:nvPr/>
        </p:nvSpPr>
        <p:spPr bwMode="gray">
          <a:xfrm>
            <a:off x="3465633" y="4143353"/>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E</a:t>
            </a:r>
          </a:p>
        </p:txBody>
      </p:sp>
      <p:sp>
        <p:nvSpPr>
          <p:cNvPr id="123" name="Oval 14">
            <a:extLst>
              <a:ext uri="{FF2B5EF4-FFF2-40B4-BE49-F238E27FC236}">
                <a16:creationId xmlns:a16="http://schemas.microsoft.com/office/drawing/2014/main" id="{374F9905-67B1-4AA9-8CCC-F1402B0C2AB3}"/>
              </a:ext>
            </a:extLst>
          </p:cNvPr>
          <p:cNvSpPr>
            <a:spLocks noChangeAspect="1" noChangeArrowheads="1"/>
          </p:cNvSpPr>
          <p:nvPr/>
        </p:nvSpPr>
        <p:spPr bwMode="auto">
          <a:xfrm>
            <a:off x="6500283" y="4000631"/>
            <a:ext cx="1506965" cy="1607034"/>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rPr>
              <a:t>Dedicated Innovation and Strategy Practice </a:t>
            </a:r>
          </a:p>
        </p:txBody>
      </p:sp>
      <p:sp>
        <p:nvSpPr>
          <p:cNvPr id="125" name="Oval 124">
            <a:extLst>
              <a:ext uri="{FF2B5EF4-FFF2-40B4-BE49-F238E27FC236}">
                <a16:creationId xmlns:a16="http://schemas.microsoft.com/office/drawing/2014/main" id="{BF799A72-87CE-4134-9526-325AA987EFC0}"/>
              </a:ext>
            </a:extLst>
          </p:cNvPr>
          <p:cNvSpPr/>
          <p:nvPr/>
        </p:nvSpPr>
        <p:spPr bwMode="gray">
          <a:xfrm>
            <a:off x="6611065" y="4143353"/>
            <a:ext cx="244507" cy="254716"/>
          </a:xfrm>
          <a:prstGeom prst="ellipse">
            <a:avLst/>
          </a:prstGeom>
          <a:solidFill>
            <a:srgbClr val="00ABAB"/>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C</a:t>
            </a:r>
          </a:p>
        </p:txBody>
      </p:sp>
      <p:sp>
        <p:nvSpPr>
          <p:cNvPr id="128" name="Oval 9">
            <a:extLst>
              <a:ext uri="{FF2B5EF4-FFF2-40B4-BE49-F238E27FC236}">
                <a16:creationId xmlns:a16="http://schemas.microsoft.com/office/drawing/2014/main" id="{31E08851-FF75-4B78-B3B0-BA73FD1B2DF1}"/>
              </a:ext>
            </a:extLst>
          </p:cNvPr>
          <p:cNvSpPr>
            <a:spLocks noChangeAspect="1" noChangeArrowheads="1"/>
          </p:cNvSpPr>
          <p:nvPr/>
        </p:nvSpPr>
        <p:spPr bwMode="auto">
          <a:xfrm>
            <a:off x="6583869" y="2102653"/>
            <a:ext cx="1506965" cy="1605111"/>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nl-NL" sz="900" b="1" i="0" u="none" strike="noStrike" kern="0" cap="none" spc="0" normalizeH="0" baseline="0" noProof="0">
                <a:ln>
                  <a:noFill/>
                </a:ln>
                <a:solidFill>
                  <a:srgbClr val="000000"/>
                </a:solidFill>
                <a:effectLst/>
                <a:uLnTx/>
                <a:uFillTx/>
                <a:latin typeface="Verdana"/>
                <a:ea typeface="+mn-ea"/>
                <a:cs typeface="Arial" pitchFamily="34" charset="0"/>
              </a:rPr>
              <a:t>Strong Power Sector Experience</a:t>
            </a:r>
          </a:p>
        </p:txBody>
      </p:sp>
      <p:sp>
        <p:nvSpPr>
          <p:cNvPr id="129" name="Oval 128">
            <a:extLst>
              <a:ext uri="{FF2B5EF4-FFF2-40B4-BE49-F238E27FC236}">
                <a16:creationId xmlns:a16="http://schemas.microsoft.com/office/drawing/2014/main" id="{348687EB-98BF-47CF-9891-831CF82ED793}"/>
              </a:ext>
            </a:extLst>
          </p:cNvPr>
          <p:cNvSpPr/>
          <p:nvPr/>
        </p:nvSpPr>
        <p:spPr bwMode="gray">
          <a:xfrm>
            <a:off x="6648482" y="2283346"/>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B</a:t>
            </a:r>
          </a:p>
        </p:txBody>
      </p:sp>
      <p:sp>
        <p:nvSpPr>
          <p:cNvPr id="130" name="Oval 11">
            <a:extLst>
              <a:ext uri="{FF2B5EF4-FFF2-40B4-BE49-F238E27FC236}">
                <a16:creationId xmlns:a16="http://schemas.microsoft.com/office/drawing/2014/main" id="{4CD4F541-F796-4A15-BF95-DDAB9ECD3E3F}"/>
              </a:ext>
            </a:extLst>
          </p:cNvPr>
          <p:cNvSpPr>
            <a:spLocks noChangeAspect="1" noChangeArrowheads="1"/>
          </p:cNvSpPr>
          <p:nvPr/>
        </p:nvSpPr>
        <p:spPr bwMode="auto">
          <a:xfrm>
            <a:off x="4939524" y="1084753"/>
            <a:ext cx="1506965" cy="1608956"/>
          </a:xfrm>
          <a:prstGeom prst="ellipse">
            <a:avLst/>
          </a:prstGeom>
          <a:solidFill>
            <a:schemeClr val="bg1"/>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nl-NL" sz="900" b="1" i="0" u="none" strike="noStrike" kern="0" cap="none" spc="0" normalizeH="0" baseline="0" noProof="0">
                <a:ln>
                  <a:noFill/>
                </a:ln>
                <a:solidFill>
                  <a:srgbClr val="000000"/>
                </a:solidFill>
                <a:effectLst/>
                <a:uLnTx/>
                <a:uFillTx/>
                <a:latin typeface="Verdana"/>
                <a:ea typeface="+mn-ea"/>
                <a:cs typeface="Arial" pitchFamily="34" charset="0"/>
              </a:rPr>
              <a:t>#1 in Consulting</a:t>
            </a:r>
          </a:p>
        </p:txBody>
      </p:sp>
      <p:sp>
        <p:nvSpPr>
          <p:cNvPr id="133" name="Oval 132">
            <a:extLst>
              <a:ext uri="{FF2B5EF4-FFF2-40B4-BE49-F238E27FC236}">
                <a16:creationId xmlns:a16="http://schemas.microsoft.com/office/drawing/2014/main" id="{FC978504-65E6-4DD9-998D-FF9538FDAEE7}"/>
              </a:ext>
            </a:extLst>
          </p:cNvPr>
          <p:cNvSpPr/>
          <p:nvPr/>
        </p:nvSpPr>
        <p:spPr bwMode="gray">
          <a:xfrm>
            <a:off x="5039728" y="1209991"/>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A</a:t>
            </a:r>
          </a:p>
        </p:txBody>
      </p:sp>
      <p:sp>
        <p:nvSpPr>
          <p:cNvPr id="136" name="Rectangle 135">
            <a:extLst>
              <a:ext uri="{FF2B5EF4-FFF2-40B4-BE49-F238E27FC236}">
                <a16:creationId xmlns:a16="http://schemas.microsoft.com/office/drawing/2014/main" id="{194EF546-EE0F-4B2F-996E-C7990AF8D029}"/>
              </a:ext>
            </a:extLst>
          </p:cNvPr>
          <p:cNvSpPr/>
          <p:nvPr/>
        </p:nvSpPr>
        <p:spPr>
          <a:xfrm>
            <a:off x="8002362" y="4293576"/>
            <a:ext cx="3875533" cy="685206"/>
          </a:xfrm>
          <a:prstGeom prst="rect">
            <a:avLst/>
          </a:prstGeom>
        </p:spPr>
        <p:txBody>
          <a:bodyPr wrap="square">
            <a:spAutoFit/>
          </a:bodyPr>
          <a:lstStyle/>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sym typeface="Calibri" panose="020F0502020204030204" pitchFamily="34" charset="0"/>
              </a:rPr>
              <a:t>Global innovation firm </a:t>
            </a:r>
            <a:r>
              <a:rPr kumimoji="0" lang="en-US" sz="900" b="0" i="0" u="none" strike="noStrike" kern="1200" cap="none" spc="0" normalizeH="0" baseline="0" noProof="0" dirty="0">
                <a:ln>
                  <a:noFill/>
                </a:ln>
                <a:solidFill>
                  <a:srgbClr val="000000"/>
                </a:solidFill>
                <a:effectLst/>
                <a:uLnTx/>
                <a:uFillTx/>
                <a:latin typeface="Verdana"/>
                <a:ea typeface="+mn-ea"/>
                <a:cs typeface="+mn-cs"/>
                <a:sym typeface="Calibri" panose="020F0502020204030204" pitchFamily="34" charset="0"/>
              </a:rPr>
              <a:t>focused on solving complex problem through a combination of design, strategy, social science and tech.</a:t>
            </a:r>
          </a:p>
        </p:txBody>
      </p:sp>
      <p:pic>
        <p:nvPicPr>
          <p:cNvPr id="152" name="Picture 151" descr="doblin-logo.png">
            <a:extLst>
              <a:ext uri="{FF2B5EF4-FFF2-40B4-BE49-F238E27FC236}">
                <a16:creationId xmlns:a16="http://schemas.microsoft.com/office/drawing/2014/main" id="{6BAC13E1-E527-4D5F-BC97-3AC37D4AA7D2}"/>
              </a:ext>
            </a:extLst>
          </p:cNvPr>
          <p:cNvPicPr>
            <a:picLocks noChangeAspect="1"/>
          </p:cNvPicPr>
          <p:nvPr/>
        </p:nvPicPr>
        <p:blipFill>
          <a:blip r:embed="rId7" cstate="email"/>
          <a:stretch>
            <a:fillRect/>
          </a:stretch>
        </p:blipFill>
        <p:spPr bwMode="gray">
          <a:xfrm>
            <a:off x="8002208" y="3946551"/>
            <a:ext cx="1288392" cy="343899"/>
          </a:xfrm>
          <a:prstGeom prst="rect">
            <a:avLst/>
          </a:prstGeom>
        </p:spPr>
      </p:pic>
      <p:sp>
        <p:nvSpPr>
          <p:cNvPr id="153" name="Oval 152">
            <a:extLst>
              <a:ext uri="{FF2B5EF4-FFF2-40B4-BE49-F238E27FC236}">
                <a16:creationId xmlns:a16="http://schemas.microsoft.com/office/drawing/2014/main" id="{B0197742-02E0-497B-A828-C3EC0F49820C}"/>
              </a:ext>
            </a:extLst>
          </p:cNvPr>
          <p:cNvSpPr>
            <a:spLocks noChangeAspect="1"/>
          </p:cNvSpPr>
          <p:nvPr/>
        </p:nvSpPr>
        <p:spPr bwMode="gray">
          <a:xfrm>
            <a:off x="803787" y="1199190"/>
            <a:ext cx="445240" cy="475373"/>
          </a:xfrm>
          <a:prstGeom prst="ellipse">
            <a:avLst/>
          </a:prstGeom>
          <a:noFill/>
          <a:ln w="57150" algn="ctr">
            <a:noFill/>
            <a:miter lim="800000"/>
            <a:headEnd/>
            <a:tailEnd/>
          </a:ln>
        </p:spPr>
        <p:txBody>
          <a:bodyPr wrap="square" lIns="0" tIns="0" rIns="0" bIns="0" rtlCol="0" anchor="ctr"/>
          <a:lstStyle/>
          <a:p>
            <a:pPr marL="0" marR="0" lvl="0" indent="0" algn="ctr" defTabSz="990576"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rPr>
              <a:t>#1</a:t>
            </a:r>
            <a:endParaRPr kumimoji="0" lang="en-IN" sz="900" b="1" i="0" u="none" strike="noStrike" kern="1200" cap="none" spc="0" normalizeH="0" baseline="0" noProof="0" dirty="0">
              <a:ln>
                <a:noFill/>
              </a:ln>
              <a:solidFill>
                <a:srgbClr val="E95331"/>
              </a:solidFill>
              <a:effectLst/>
              <a:uLnTx/>
              <a:uFillTx/>
              <a:latin typeface="Verdana"/>
              <a:ea typeface="+mn-ea"/>
              <a:cs typeface="+mn-cs"/>
            </a:endParaRPr>
          </a:p>
        </p:txBody>
      </p:sp>
      <p:sp>
        <p:nvSpPr>
          <p:cNvPr id="154" name="TextBox 153">
            <a:extLst>
              <a:ext uri="{FF2B5EF4-FFF2-40B4-BE49-F238E27FC236}">
                <a16:creationId xmlns:a16="http://schemas.microsoft.com/office/drawing/2014/main" id="{899CE587-748A-4879-B23C-415422A481FC}"/>
              </a:ext>
            </a:extLst>
          </p:cNvPr>
          <p:cNvSpPr txBox="1"/>
          <p:nvPr/>
        </p:nvSpPr>
        <p:spPr>
          <a:xfrm>
            <a:off x="1197566" y="1310843"/>
            <a:ext cx="3842162" cy="275715"/>
          </a:xfrm>
          <a:prstGeom prst="rect">
            <a:avLst/>
          </a:prstGeom>
          <a:noFill/>
        </p:spPr>
        <p:txBody>
          <a:bodyPr wrap="square" lIns="0" tIns="0" rIns="0" bIns="0" rtlCol="0">
            <a:spAutoFit/>
          </a:bodyPr>
          <a:lstStyle/>
          <a:p>
            <a:pPr marL="0" marR="0" lvl="0" indent="0" algn="l" defTabSz="990576" rtl="0" eaLnBrk="1" fontAlgn="auto" latinLnBrk="0" hangingPunct="1">
              <a:lnSpc>
                <a:spcPct val="100000"/>
              </a:lnSpc>
              <a:spcBef>
                <a:spcPts val="488"/>
              </a:spcBef>
              <a:spcAft>
                <a:spcPts val="0"/>
              </a:spcAft>
              <a:buClrTx/>
              <a:buSzPct val="100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rPr>
              <a:t>Largest services and consulting firm </a:t>
            </a:r>
            <a:r>
              <a:rPr kumimoji="0" lang="en-US" sz="900" b="0" i="0" u="none" strike="noStrike" kern="1200" cap="none" spc="0" normalizeH="0" baseline="0" noProof="0" dirty="0">
                <a:ln>
                  <a:noFill/>
                </a:ln>
                <a:solidFill>
                  <a:srgbClr val="000000"/>
                </a:solidFill>
                <a:effectLst/>
                <a:uLnTx/>
                <a:uFillTx/>
                <a:latin typeface="Verdana"/>
                <a:ea typeface="+mn-ea"/>
                <a:cs typeface="+mn-cs"/>
              </a:rPr>
              <a:t>globally with &gt;$</a:t>
            </a:r>
            <a:r>
              <a:rPr lang="en-US" sz="900" dirty="0">
                <a:solidFill>
                  <a:srgbClr val="000000"/>
                </a:solidFill>
                <a:latin typeface="Verdana"/>
              </a:rPr>
              <a:t>20.8 </a:t>
            </a:r>
            <a:r>
              <a:rPr kumimoji="0" lang="en-US" sz="900" b="0" i="0" u="none" strike="noStrike" kern="1200" cap="none" spc="0" normalizeH="0" baseline="0" noProof="0" dirty="0">
                <a:ln>
                  <a:noFill/>
                </a:ln>
                <a:solidFill>
                  <a:srgbClr val="000000"/>
                </a:solidFill>
                <a:effectLst/>
                <a:uLnTx/>
                <a:uFillTx/>
                <a:latin typeface="Verdana"/>
                <a:ea typeface="+mn-ea"/>
                <a:cs typeface="+mn-cs"/>
              </a:rPr>
              <a:t>Bn revenue from consulting business</a:t>
            </a:r>
          </a:p>
        </p:txBody>
      </p:sp>
      <p:grpSp>
        <p:nvGrpSpPr>
          <p:cNvPr id="155" name="Group 154">
            <a:extLst>
              <a:ext uri="{FF2B5EF4-FFF2-40B4-BE49-F238E27FC236}">
                <a16:creationId xmlns:a16="http://schemas.microsoft.com/office/drawing/2014/main" id="{94846170-F352-4432-A286-CC5634FE9DD6}"/>
              </a:ext>
            </a:extLst>
          </p:cNvPr>
          <p:cNvGrpSpPr/>
          <p:nvPr/>
        </p:nvGrpSpPr>
        <p:grpSpPr>
          <a:xfrm>
            <a:off x="3310960" y="2102653"/>
            <a:ext cx="1506965" cy="1607034"/>
            <a:chOff x="3487868" y="2443343"/>
            <a:chExt cx="1584000" cy="1582108"/>
          </a:xfrm>
        </p:grpSpPr>
        <p:sp>
          <p:nvSpPr>
            <p:cNvPr id="156" name="Oval 13">
              <a:extLst>
                <a:ext uri="{FF2B5EF4-FFF2-40B4-BE49-F238E27FC236}">
                  <a16:creationId xmlns:a16="http://schemas.microsoft.com/office/drawing/2014/main" id="{10EEE181-FAF6-4B25-BD05-B2F371E52F69}"/>
                </a:ext>
              </a:extLst>
            </p:cNvPr>
            <p:cNvSpPr>
              <a:spLocks noChangeAspect="1" noChangeArrowheads="1"/>
            </p:cNvSpPr>
            <p:nvPr/>
          </p:nvSpPr>
          <p:spPr bwMode="auto">
            <a:xfrm>
              <a:off x="3487868" y="2443343"/>
              <a:ext cx="1584000" cy="1582108"/>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endPar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endParaRPr>
            </a:p>
          </p:txBody>
        </p:sp>
        <p:sp>
          <p:nvSpPr>
            <p:cNvPr id="157" name="TextBox 156">
              <a:extLst>
                <a:ext uri="{FF2B5EF4-FFF2-40B4-BE49-F238E27FC236}">
                  <a16:creationId xmlns:a16="http://schemas.microsoft.com/office/drawing/2014/main" id="{BA01877F-F4BC-4011-A306-2038A67A3E2C}"/>
                </a:ext>
              </a:extLst>
            </p:cNvPr>
            <p:cNvSpPr txBox="1"/>
            <p:nvPr/>
          </p:nvSpPr>
          <p:spPr>
            <a:xfrm>
              <a:off x="3576525" y="3134595"/>
              <a:ext cx="1356852" cy="367952"/>
            </a:xfrm>
            <a:prstGeom prst="rect">
              <a:avLst/>
            </a:prstGeom>
            <a:noFill/>
          </p:spPr>
          <p:txBody>
            <a:bodyPr wrap="square" lIns="0" tIns="0" rIns="0" bIns="0" rtlCol="0">
              <a:spAutoFit/>
            </a:bodyP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fr-FR" sz="900" b="1" i="0" u="none" strike="noStrike" kern="0" cap="none" spc="0" normalizeH="0" baseline="0" noProof="0" dirty="0">
                  <a:ln>
                    <a:noFill/>
                  </a:ln>
                  <a:solidFill>
                    <a:srgbClr val="000000"/>
                  </a:solidFill>
                  <a:effectLst/>
                  <a:uLnTx/>
                  <a:uFillTx/>
                  <a:latin typeface="Verdana"/>
                  <a:ea typeface="+mn-ea"/>
                  <a:cs typeface="Arial" pitchFamily="34" charset="0"/>
                </a:rPr>
                <a:t>Tools &amp; Accelerator</a:t>
              </a:r>
              <a:endPar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endParaRPr>
            </a:p>
          </p:txBody>
        </p:sp>
      </p:grpSp>
      <p:sp>
        <p:nvSpPr>
          <p:cNvPr id="158" name="Oval 157">
            <a:extLst>
              <a:ext uri="{FF2B5EF4-FFF2-40B4-BE49-F238E27FC236}">
                <a16:creationId xmlns:a16="http://schemas.microsoft.com/office/drawing/2014/main" id="{C8384978-FC95-4790-9B43-53A5237FC712}"/>
              </a:ext>
            </a:extLst>
          </p:cNvPr>
          <p:cNvSpPr/>
          <p:nvPr/>
        </p:nvSpPr>
        <p:spPr bwMode="gray">
          <a:xfrm>
            <a:off x="3383117" y="2283346"/>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F</a:t>
            </a:r>
          </a:p>
        </p:txBody>
      </p:sp>
      <p:sp>
        <p:nvSpPr>
          <p:cNvPr id="159" name="Rectangle 158">
            <a:extLst>
              <a:ext uri="{FF2B5EF4-FFF2-40B4-BE49-F238E27FC236}">
                <a16:creationId xmlns:a16="http://schemas.microsoft.com/office/drawing/2014/main" id="{F57DA56B-8A06-45CC-9038-637D51CE963E}"/>
              </a:ext>
            </a:extLst>
          </p:cNvPr>
          <p:cNvSpPr/>
          <p:nvPr/>
        </p:nvSpPr>
        <p:spPr>
          <a:xfrm>
            <a:off x="7393260" y="1296620"/>
            <a:ext cx="3592151" cy="498332"/>
          </a:xfrm>
          <a:prstGeom prst="rect">
            <a:avLst/>
          </a:prstGeom>
        </p:spPr>
        <p:txBody>
          <a:bodyPr wrap="square">
            <a:spAutoFit/>
          </a:bodyPr>
          <a:lstStyle/>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sym typeface="Calibri" panose="020F0502020204030204" pitchFamily="34" charset="0"/>
              </a:rPr>
              <a:t>Ranked #1</a:t>
            </a:r>
            <a:r>
              <a:rPr kumimoji="0" lang="en-US" sz="900" b="0" i="0" u="none" strike="noStrike" kern="1200" cap="none" spc="0" normalizeH="0" baseline="0" noProof="0" dirty="0">
                <a:ln>
                  <a:noFill/>
                </a:ln>
                <a:solidFill>
                  <a:srgbClr val="000000"/>
                </a:solidFill>
                <a:effectLst/>
                <a:uLnTx/>
                <a:uFillTx/>
                <a:latin typeface="Verdana"/>
                <a:ea typeface="+mn-ea"/>
                <a:cs typeface="+mn-cs"/>
                <a:sym typeface="Calibri" panose="020F0502020204030204" pitchFamily="34" charset="0"/>
              </a:rPr>
              <a:t> in Organizational Consulting, based on strategy and capability</a:t>
            </a:r>
          </a:p>
        </p:txBody>
      </p:sp>
      <p:pic>
        <p:nvPicPr>
          <p:cNvPr id="160" name="Picture 159">
            <a:extLst>
              <a:ext uri="{FF2B5EF4-FFF2-40B4-BE49-F238E27FC236}">
                <a16:creationId xmlns:a16="http://schemas.microsoft.com/office/drawing/2014/main" id="{F7C5C2A0-3157-4059-A515-7C4897A735B7}"/>
              </a:ext>
            </a:extLst>
          </p:cNvPr>
          <p:cNvPicPr>
            <a:picLocks noChangeAspect="1"/>
          </p:cNvPicPr>
          <p:nvPr/>
        </p:nvPicPr>
        <p:blipFill>
          <a:blip r:embed="rId8"/>
          <a:stretch>
            <a:fillRect/>
          </a:stretch>
        </p:blipFill>
        <p:spPr>
          <a:xfrm>
            <a:off x="627591" y="2624456"/>
            <a:ext cx="1242872" cy="537761"/>
          </a:xfrm>
          <a:prstGeom prst="rect">
            <a:avLst/>
          </a:prstGeom>
          <a:ln>
            <a:solidFill>
              <a:schemeClr val="bg1">
                <a:lumMod val="85000"/>
              </a:schemeClr>
            </a:solidFill>
          </a:ln>
        </p:spPr>
      </p:pic>
      <p:pic>
        <p:nvPicPr>
          <p:cNvPr id="161" name="Picture 160">
            <a:extLst>
              <a:ext uri="{FF2B5EF4-FFF2-40B4-BE49-F238E27FC236}">
                <a16:creationId xmlns:a16="http://schemas.microsoft.com/office/drawing/2014/main" id="{745B9A47-37FC-4308-A8BA-5B1950B50D92}"/>
              </a:ext>
            </a:extLst>
          </p:cNvPr>
          <p:cNvPicPr>
            <a:picLocks noChangeAspect="1"/>
          </p:cNvPicPr>
          <p:nvPr/>
        </p:nvPicPr>
        <p:blipFill>
          <a:blip r:embed="rId9"/>
          <a:stretch>
            <a:fillRect/>
          </a:stretch>
        </p:blipFill>
        <p:spPr>
          <a:xfrm>
            <a:off x="2327206" y="2607189"/>
            <a:ext cx="765351" cy="815089"/>
          </a:xfrm>
          <a:prstGeom prst="rect">
            <a:avLst/>
          </a:prstGeom>
        </p:spPr>
      </p:pic>
      <p:pic>
        <p:nvPicPr>
          <p:cNvPr id="162" name="Picture 3" descr="Diagram 1">
            <a:extLst>
              <a:ext uri="{FF2B5EF4-FFF2-40B4-BE49-F238E27FC236}">
                <a16:creationId xmlns:a16="http://schemas.microsoft.com/office/drawing/2014/main" id="{7715C6C6-6A0F-4E13-8957-0FE95D4FD36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78047" y="3052906"/>
            <a:ext cx="647777" cy="5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 name="Rectangle 162">
            <a:extLst>
              <a:ext uri="{FF2B5EF4-FFF2-40B4-BE49-F238E27FC236}">
                <a16:creationId xmlns:a16="http://schemas.microsoft.com/office/drawing/2014/main" id="{FFB9297B-42D2-49D1-992D-0A9B27782BBC}"/>
              </a:ext>
            </a:extLst>
          </p:cNvPr>
          <p:cNvSpPr/>
          <p:nvPr/>
        </p:nvSpPr>
        <p:spPr>
          <a:xfrm>
            <a:off x="409195" y="2105175"/>
            <a:ext cx="3131381" cy="498332"/>
          </a:xfrm>
          <a:prstGeom prst="rect">
            <a:avLst/>
          </a:prstGeom>
        </p:spPr>
        <p:txBody>
          <a:bodyPr wrap="square">
            <a:spAutoFit/>
          </a:bodyPr>
          <a:lstStyle/>
          <a:p>
            <a:pPr marL="0" marR="0" lvl="0" indent="0" algn="l" defTabSz="990576"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Verdana"/>
                <a:ea typeface="+mn-ea"/>
                <a:cs typeface="+mn-cs"/>
              </a:rPr>
              <a:t>Licensed databases, Proprietary tools and framework</a:t>
            </a:r>
            <a:endParaRPr kumimoji="0" lang="en-US" sz="900" b="1" i="0" u="none" strike="noStrike" kern="1200" cap="none" spc="0" normalizeH="0" baseline="0" noProof="0" dirty="0">
              <a:ln>
                <a:noFill/>
              </a:ln>
              <a:solidFill>
                <a:srgbClr val="E95331"/>
              </a:solidFill>
              <a:effectLst/>
              <a:uLnTx/>
              <a:uFillTx/>
              <a:latin typeface="Verdana"/>
              <a:ea typeface="+mn-ea"/>
              <a:cs typeface="+mn-cs"/>
            </a:endParaRPr>
          </a:p>
        </p:txBody>
      </p:sp>
      <p:cxnSp>
        <p:nvCxnSpPr>
          <p:cNvPr id="164" name="Straight Connector 163">
            <a:extLst>
              <a:ext uri="{FF2B5EF4-FFF2-40B4-BE49-F238E27FC236}">
                <a16:creationId xmlns:a16="http://schemas.microsoft.com/office/drawing/2014/main" id="{F50257B5-F725-49C8-8A26-6D9B5B30B3C0}"/>
              </a:ext>
            </a:extLst>
          </p:cNvPr>
          <p:cNvCxnSpPr/>
          <p:nvPr/>
        </p:nvCxnSpPr>
        <p:spPr>
          <a:xfrm>
            <a:off x="434274" y="3834156"/>
            <a:ext cx="1041176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65" name="Oval 16">
            <a:extLst>
              <a:ext uri="{FF2B5EF4-FFF2-40B4-BE49-F238E27FC236}">
                <a16:creationId xmlns:a16="http://schemas.microsoft.com/office/drawing/2014/main" id="{9165E861-8FF3-4FC8-A5A3-E8B919837F11}"/>
              </a:ext>
            </a:extLst>
          </p:cNvPr>
          <p:cNvSpPr>
            <a:spLocks noChangeArrowheads="1"/>
          </p:cNvSpPr>
          <p:nvPr/>
        </p:nvSpPr>
        <p:spPr bwMode="auto">
          <a:xfrm>
            <a:off x="4765040" y="2792956"/>
            <a:ext cx="1883707" cy="2011195"/>
          </a:xfrm>
          <a:prstGeom prst="ellipse">
            <a:avLst/>
          </a:prstGeom>
          <a:solidFill>
            <a:srgbClr val="0097A9"/>
          </a:solidFill>
          <a:ln w="19050" algn="ctr">
            <a:noFill/>
            <a:round/>
            <a:headEnd/>
            <a:tailEnd/>
          </a:ln>
          <a:effectLst/>
        </p:spPr>
        <p:txBody>
          <a:bodyPr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GB" sz="900" b="1" i="0" u="none" strike="noStrike" kern="0" cap="none" spc="0" normalizeH="0" baseline="0" noProof="0" dirty="0">
                <a:ln>
                  <a:noFill/>
                </a:ln>
                <a:solidFill>
                  <a:srgbClr val="FFFFFF"/>
                </a:solidFill>
                <a:effectLst/>
                <a:uLnTx/>
                <a:uFillTx/>
                <a:latin typeface="Verdana"/>
                <a:ea typeface="+mn-ea"/>
                <a:cs typeface="Arial" pitchFamily="34" charset="0"/>
              </a:rPr>
              <a:t>The Deloitte </a:t>
            </a:r>
          </a:p>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GB" sz="900" b="1" i="0" u="none" strike="noStrike" kern="0" cap="none" spc="0" normalizeH="0" baseline="0" noProof="0" dirty="0">
                <a:ln>
                  <a:noFill/>
                </a:ln>
                <a:solidFill>
                  <a:srgbClr val="FFFFFF"/>
                </a:solidFill>
                <a:effectLst/>
                <a:uLnTx/>
                <a:uFillTx/>
                <a:latin typeface="Verdana"/>
                <a:ea typeface="+mn-ea"/>
                <a:cs typeface="Arial" pitchFamily="34" charset="0"/>
              </a:rPr>
              <a:t>Difference</a:t>
            </a:r>
          </a:p>
        </p:txBody>
      </p:sp>
      <p:cxnSp>
        <p:nvCxnSpPr>
          <p:cNvPr id="166" name="Straight Connector 165">
            <a:extLst>
              <a:ext uri="{FF2B5EF4-FFF2-40B4-BE49-F238E27FC236}">
                <a16:creationId xmlns:a16="http://schemas.microsoft.com/office/drawing/2014/main" id="{A65C0A46-9C2A-4048-8109-9D8F11638916}"/>
              </a:ext>
            </a:extLst>
          </p:cNvPr>
          <p:cNvCxnSpPr/>
          <p:nvPr/>
        </p:nvCxnSpPr>
        <p:spPr>
          <a:xfrm>
            <a:off x="869237" y="5789552"/>
            <a:ext cx="9658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67" name="Oval 15">
            <a:extLst>
              <a:ext uri="{FF2B5EF4-FFF2-40B4-BE49-F238E27FC236}">
                <a16:creationId xmlns:a16="http://schemas.microsoft.com/office/drawing/2014/main" id="{62248CB7-4887-4A29-BD0B-C9B718695546}"/>
              </a:ext>
            </a:extLst>
          </p:cNvPr>
          <p:cNvSpPr>
            <a:spLocks noChangeAspect="1" noChangeArrowheads="1"/>
          </p:cNvSpPr>
          <p:nvPr/>
        </p:nvSpPr>
        <p:spPr bwMode="auto">
          <a:xfrm>
            <a:off x="4919162" y="4900597"/>
            <a:ext cx="1506965" cy="1608956"/>
          </a:xfrm>
          <a:prstGeom prst="ellipse">
            <a:avLst/>
          </a:prstGeom>
          <a:solidFill>
            <a:srgbClr val="FFFFFF"/>
          </a:solidFill>
          <a:ln w="28575" algn="ctr">
            <a:solidFill>
              <a:srgbClr val="0097A9"/>
            </a:solidFill>
            <a:round/>
            <a:headEnd/>
            <a:tailEnd/>
          </a:ln>
          <a:effectLst/>
        </p:spPr>
        <p:txBody>
          <a:bodyPr lIns="0" tIns="14859" rIns="0" bIns="14859" anchor="ctr"/>
          <a:lstStyle/>
          <a:p>
            <a:pPr marL="0" marR="0" lvl="0" indent="0" algn="ctr" defTabSz="990576" rtl="0"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Verdana"/>
                <a:ea typeface="+mn-ea"/>
                <a:cs typeface="Arial" pitchFamily="34" charset="0"/>
              </a:rPr>
              <a:t>Strong execution team</a:t>
            </a:r>
          </a:p>
        </p:txBody>
      </p:sp>
      <p:sp>
        <p:nvSpPr>
          <p:cNvPr id="168" name="Oval 167">
            <a:extLst>
              <a:ext uri="{FF2B5EF4-FFF2-40B4-BE49-F238E27FC236}">
                <a16:creationId xmlns:a16="http://schemas.microsoft.com/office/drawing/2014/main" id="{5773F202-088F-45EB-8B2B-8C48C82B9476}"/>
              </a:ext>
            </a:extLst>
          </p:cNvPr>
          <p:cNvSpPr/>
          <p:nvPr/>
        </p:nvSpPr>
        <p:spPr bwMode="gray">
          <a:xfrm>
            <a:off x="5039728" y="5021101"/>
            <a:ext cx="244507" cy="254716"/>
          </a:xfrm>
          <a:prstGeom prst="ellipse">
            <a:avLst/>
          </a:prstGeom>
          <a:solidFill>
            <a:srgbClr val="00ABAB"/>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D</a:t>
            </a:r>
          </a:p>
        </p:txBody>
      </p:sp>
      <p:sp>
        <p:nvSpPr>
          <p:cNvPr id="169" name="TextBox 168">
            <a:extLst>
              <a:ext uri="{FF2B5EF4-FFF2-40B4-BE49-F238E27FC236}">
                <a16:creationId xmlns:a16="http://schemas.microsoft.com/office/drawing/2014/main" id="{252367F7-A341-4A3D-B791-6F2087019489}"/>
              </a:ext>
            </a:extLst>
          </p:cNvPr>
          <p:cNvSpPr txBox="1"/>
          <p:nvPr/>
        </p:nvSpPr>
        <p:spPr>
          <a:xfrm>
            <a:off x="2838898" y="5990842"/>
            <a:ext cx="1801134" cy="349824"/>
          </a:xfrm>
          <a:prstGeom prst="rect">
            <a:avLst/>
          </a:prstGeom>
          <a:noFill/>
        </p:spPr>
        <p:txBody>
          <a:bodyPr wrap="none" lIns="0" tIns="0" rIns="0" bIns="0" rtlCol="0">
            <a:spAutoFit/>
          </a:bodyPr>
          <a:lstStyle/>
          <a:p>
            <a:pPr marL="100744" marR="0" lvl="0" indent="-100744" algn="l" defTabSz="990576" rtl="0" eaLnBrk="1" fontAlgn="auto" latinLnBrk="0" hangingPunct="1">
              <a:lnSpc>
                <a:spcPct val="100000"/>
              </a:lnSpc>
              <a:spcBef>
                <a:spcPts val="501"/>
              </a:spcBef>
              <a:spcAft>
                <a:spcPts val="0"/>
              </a:spcAft>
              <a:buClrTx/>
              <a:buSzPct val="100000"/>
              <a:buFont typeface="Arial" panose="020B0604020202020204" pitchFamily="34" charset="0"/>
              <a:buChar char="•"/>
              <a:tabLst/>
              <a:defRPr/>
            </a:pPr>
            <a:r>
              <a:rPr lang="en-US" sz="900" b="1" dirty="0">
                <a:solidFill>
                  <a:srgbClr val="E95331"/>
                </a:solidFill>
                <a:latin typeface="Verdana"/>
              </a:rPr>
              <a:t>345,000</a:t>
            </a:r>
            <a:r>
              <a:rPr kumimoji="0" lang="en-US" sz="900" b="1" i="0" u="none" strike="noStrike" kern="1200" cap="none" spc="0" normalizeH="0" baseline="0" noProof="0" dirty="0">
                <a:ln>
                  <a:noFill/>
                </a:ln>
                <a:solidFill>
                  <a:srgbClr val="E95331"/>
                </a:solidFill>
                <a:effectLst/>
                <a:uLnTx/>
                <a:uFillTx/>
                <a:latin typeface="Verdana"/>
                <a:ea typeface="+mn-ea"/>
                <a:cs typeface="+mn-cs"/>
              </a:rPr>
              <a:t>+ professionals</a:t>
            </a:r>
          </a:p>
          <a:p>
            <a:pPr marL="100744" marR="0" lvl="0" indent="-100744" algn="l" defTabSz="990576" rtl="0" eaLnBrk="1" fontAlgn="auto" latinLnBrk="0" hangingPunct="1">
              <a:lnSpc>
                <a:spcPct val="100000"/>
              </a:lnSpc>
              <a:spcBef>
                <a:spcPts val="501"/>
              </a:spcBef>
              <a:spcAft>
                <a:spcPts val="0"/>
              </a:spcAft>
              <a:buClrTx/>
              <a:buSzPct val="100000"/>
              <a:buFont typeface="Arial" panose="020B0604020202020204" pitchFamily="34" charset="0"/>
              <a:buChar char="•"/>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rPr>
              <a:t>Located in 150+ countries</a:t>
            </a:r>
          </a:p>
        </p:txBody>
      </p:sp>
      <p:sp>
        <p:nvSpPr>
          <p:cNvPr id="170" name="TextBox 169">
            <a:extLst>
              <a:ext uri="{FF2B5EF4-FFF2-40B4-BE49-F238E27FC236}">
                <a16:creationId xmlns:a16="http://schemas.microsoft.com/office/drawing/2014/main" id="{DAC9575C-2558-45CE-B61B-DC048B2255E0}"/>
              </a:ext>
            </a:extLst>
          </p:cNvPr>
          <p:cNvSpPr txBox="1"/>
          <p:nvPr/>
        </p:nvSpPr>
        <p:spPr>
          <a:xfrm>
            <a:off x="8007249" y="5990842"/>
            <a:ext cx="1455527" cy="341119"/>
          </a:xfrm>
          <a:prstGeom prst="rect">
            <a:avLst/>
          </a:prstGeom>
          <a:noFill/>
        </p:spPr>
        <p:txBody>
          <a:bodyPr wrap="none" lIns="0" tIns="0" rIns="0" bIns="0" rtlCol="0">
            <a:spAutoFit/>
          </a:bodyPr>
          <a:lstStyle/>
          <a:p>
            <a:pPr marR="0" lvl="0" algn="l" defTabSz="990576" rtl="0" eaLnBrk="1" fontAlgn="auto" latinLnBrk="0" hangingPunct="1">
              <a:lnSpc>
                <a:spcPct val="100000"/>
              </a:lnSpc>
              <a:spcBef>
                <a:spcPts val="501"/>
              </a:spcBef>
              <a:spcAft>
                <a:spcPts val="0"/>
              </a:spcAft>
              <a:buClrTx/>
              <a:buSzPct val="100000"/>
              <a:tabLst/>
              <a:defRPr/>
            </a:pPr>
            <a:r>
              <a:rPr lang="en-US" sz="900" b="1" dirty="0">
                <a:solidFill>
                  <a:srgbClr val="E95331"/>
                </a:solidFill>
                <a:latin typeface="Verdana"/>
              </a:rPr>
              <a:t>12,000</a:t>
            </a:r>
            <a:r>
              <a:rPr kumimoji="0" lang="en-US" sz="900" b="1" i="0" u="none" strike="noStrike" kern="1200" cap="none" spc="0" normalizeH="0" baseline="0" noProof="0" dirty="0">
                <a:ln>
                  <a:noFill/>
                </a:ln>
                <a:solidFill>
                  <a:srgbClr val="E95331"/>
                </a:solidFill>
                <a:effectLst/>
                <a:uLnTx/>
                <a:uFillTx/>
                <a:latin typeface="Verdana"/>
                <a:ea typeface="+mn-ea"/>
                <a:cs typeface="+mn-cs"/>
              </a:rPr>
              <a:t>+ professionals</a:t>
            </a:r>
          </a:p>
          <a:p>
            <a:pPr marL="100744" marR="0" lvl="0" indent="-100744" algn="l" defTabSz="990576" rtl="0" eaLnBrk="1" fontAlgn="auto" latinLnBrk="0" hangingPunct="1">
              <a:lnSpc>
                <a:spcPct val="100000"/>
              </a:lnSpc>
              <a:spcBef>
                <a:spcPts val="501"/>
              </a:spcBef>
              <a:spcAft>
                <a:spcPts val="0"/>
              </a:spcAft>
              <a:buClrTx/>
              <a:buSzPct val="100000"/>
              <a:buFont typeface="Arial" panose="020B0604020202020204" pitchFamily="34" charset="0"/>
              <a:buChar char="•"/>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rPr>
              <a:t>12 locations</a:t>
            </a:r>
          </a:p>
        </p:txBody>
      </p:sp>
      <p:grpSp>
        <p:nvGrpSpPr>
          <p:cNvPr id="171" name="Group 4">
            <a:extLst>
              <a:ext uri="{FF2B5EF4-FFF2-40B4-BE49-F238E27FC236}">
                <a16:creationId xmlns:a16="http://schemas.microsoft.com/office/drawing/2014/main" id="{97CBDE7A-E39C-4F1C-9068-FFAC71E1B617}"/>
              </a:ext>
            </a:extLst>
          </p:cNvPr>
          <p:cNvGrpSpPr>
            <a:grpSpLocks noChangeAspect="1"/>
          </p:cNvGrpSpPr>
          <p:nvPr/>
        </p:nvGrpSpPr>
        <p:grpSpPr bwMode="auto">
          <a:xfrm>
            <a:off x="1573409" y="5841625"/>
            <a:ext cx="1200507" cy="696220"/>
            <a:chOff x="350" y="1182"/>
            <a:chExt cx="916" cy="461"/>
          </a:xfrm>
        </p:grpSpPr>
        <p:sp>
          <p:nvSpPr>
            <p:cNvPr id="172" name="AutoShape 3">
              <a:extLst>
                <a:ext uri="{FF2B5EF4-FFF2-40B4-BE49-F238E27FC236}">
                  <a16:creationId xmlns:a16="http://schemas.microsoft.com/office/drawing/2014/main" id="{F2D67F7B-80B9-4FDE-9A12-8E437B2BE213}"/>
                </a:ext>
              </a:extLst>
            </p:cNvPr>
            <p:cNvSpPr>
              <a:spLocks noChangeAspect="1" noChangeArrowheads="1" noTextEdit="1"/>
            </p:cNvSpPr>
            <p:nvPr/>
          </p:nvSpPr>
          <p:spPr bwMode="auto">
            <a:xfrm>
              <a:off x="350" y="1182"/>
              <a:ext cx="909"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295" tIns="37148" rIns="74295" bIns="37148" numCol="1" anchor="t" anchorCtr="0" compatLnSpc="1">
              <a:prstTxWarp prst="textNoShape">
                <a:avLst/>
              </a:prstTxWarp>
            </a:bodyPr>
            <a:lstStyle/>
            <a:p>
              <a:pPr marL="0" marR="0" lvl="0" indent="0" algn="l" defTabSz="990576"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173" name="Picture 5">
              <a:extLst>
                <a:ext uri="{FF2B5EF4-FFF2-40B4-BE49-F238E27FC236}">
                  <a16:creationId xmlns:a16="http://schemas.microsoft.com/office/drawing/2014/main" id="{27137A7F-C1AD-4473-BC61-AF2A8D4F217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 y="1182"/>
              <a:ext cx="916"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4" name="Group 4">
            <a:extLst>
              <a:ext uri="{FF2B5EF4-FFF2-40B4-BE49-F238E27FC236}">
                <a16:creationId xmlns:a16="http://schemas.microsoft.com/office/drawing/2014/main" id="{98E8E2B9-4F37-4EAE-9612-60DE0BEA2C0F}"/>
              </a:ext>
            </a:extLst>
          </p:cNvPr>
          <p:cNvGrpSpPr>
            <a:grpSpLocks noChangeAspect="1"/>
          </p:cNvGrpSpPr>
          <p:nvPr/>
        </p:nvGrpSpPr>
        <p:grpSpPr bwMode="auto">
          <a:xfrm>
            <a:off x="6689823" y="5842752"/>
            <a:ext cx="1200507" cy="696220"/>
            <a:chOff x="350" y="1182"/>
            <a:chExt cx="916" cy="461"/>
          </a:xfrm>
        </p:grpSpPr>
        <p:sp>
          <p:nvSpPr>
            <p:cNvPr id="175" name="AutoShape 3">
              <a:extLst>
                <a:ext uri="{FF2B5EF4-FFF2-40B4-BE49-F238E27FC236}">
                  <a16:creationId xmlns:a16="http://schemas.microsoft.com/office/drawing/2014/main" id="{01D111B6-B84E-4D9C-A846-D0CF382DB737}"/>
                </a:ext>
              </a:extLst>
            </p:cNvPr>
            <p:cNvSpPr>
              <a:spLocks noChangeAspect="1" noChangeArrowheads="1" noTextEdit="1"/>
            </p:cNvSpPr>
            <p:nvPr/>
          </p:nvSpPr>
          <p:spPr bwMode="auto">
            <a:xfrm>
              <a:off x="350" y="1182"/>
              <a:ext cx="909"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4295" tIns="37148" rIns="74295" bIns="37148" numCol="1" anchor="t" anchorCtr="0" compatLnSpc="1">
              <a:prstTxWarp prst="textNoShape">
                <a:avLst/>
              </a:prstTxWarp>
            </a:bodyPr>
            <a:lstStyle/>
            <a:p>
              <a:pPr marL="0" marR="0" lvl="0" indent="0" algn="l" defTabSz="990576"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176" name="Picture 5">
              <a:extLst>
                <a:ext uri="{FF2B5EF4-FFF2-40B4-BE49-F238E27FC236}">
                  <a16:creationId xmlns:a16="http://schemas.microsoft.com/office/drawing/2014/main" id="{213BC93C-E3DC-446F-8BC1-EE36A189103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 y="1182"/>
              <a:ext cx="916"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8" name="Picture 177">
            <a:extLst>
              <a:ext uri="{FF2B5EF4-FFF2-40B4-BE49-F238E27FC236}">
                <a16:creationId xmlns:a16="http://schemas.microsoft.com/office/drawing/2014/main" id="{BE2FBF24-1357-40CD-9D40-94679B3EDD5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693634" y="5920030"/>
            <a:ext cx="466863" cy="598128"/>
          </a:xfrm>
          <a:prstGeom prst="rect">
            <a:avLst/>
          </a:prstGeom>
        </p:spPr>
      </p:pic>
      <p:sp>
        <p:nvSpPr>
          <p:cNvPr id="179" name="Rectangle 178">
            <a:extLst>
              <a:ext uri="{FF2B5EF4-FFF2-40B4-BE49-F238E27FC236}">
                <a16:creationId xmlns:a16="http://schemas.microsoft.com/office/drawing/2014/main" id="{48A19324-88B2-4215-8AED-6ED3D2C5C2E5}"/>
              </a:ext>
            </a:extLst>
          </p:cNvPr>
          <p:cNvSpPr/>
          <p:nvPr/>
        </p:nvSpPr>
        <p:spPr>
          <a:xfrm>
            <a:off x="9184401" y="4934868"/>
            <a:ext cx="2693494" cy="872081"/>
          </a:xfrm>
          <a:prstGeom prst="rect">
            <a:avLst/>
          </a:prstGeom>
        </p:spPr>
        <p:txBody>
          <a:bodyPr wrap="square">
            <a:spAutoFit/>
          </a:bodyPr>
          <a:lstStyle/>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sym typeface="Calibri" panose="020F0502020204030204" pitchFamily="34" charset="0"/>
              </a:rPr>
              <a:t>Strategy arm</a:t>
            </a:r>
            <a:r>
              <a:rPr kumimoji="0" lang="en-US" sz="900" b="0" i="0" u="none" strike="noStrike" kern="1200" cap="none" spc="0" normalizeH="0" baseline="0" noProof="0" dirty="0">
                <a:ln>
                  <a:noFill/>
                </a:ln>
                <a:solidFill>
                  <a:srgbClr val="000000"/>
                </a:solidFill>
                <a:effectLst/>
                <a:uLnTx/>
                <a:uFillTx/>
                <a:latin typeface="Verdana"/>
                <a:ea typeface="+mn-ea"/>
                <a:cs typeface="+mn-cs"/>
                <a:sym typeface="Calibri" panose="020F0502020204030204" pitchFamily="34" charset="0"/>
              </a:rPr>
              <a:t> of Deloitte consulting, founded by Prof. Michael Porter (Harvard Business School)</a:t>
            </a:r>
          </a:p>
        </p:txBody>
      </p:sp>
      <p:pic>
        <p:nvPicPr>
          <p:cNvPr id="180" name="Picture 179">
            <a:extLst>
              <a:ext uri="{FF2B5EF4-FFF2-40B4-BE49-F238E27FC236}">
                <a16:creationId xmlns:a16="http://schemas.microsoft.com/office/drawing/2014/main" id="{579348D2-BB1F-4193-9DC3-6E1A489CF76B}"/>
              </a:ext>
            </a:extLst>
          </p:cNvPr>
          <p:cNvPicPr>
            <a:picLocks noChangeAspect="1"/>
          </p:cNvPicPr>
          <p:nvPr/>
        </p:nvPicPr>
        <p:blipFill>
          <a:blip r:embed="rId13"/>
          <a:stretch>
            <a:fillRect/>
          </a:stretch>
        </p:blipFill>
        <p:spPr>
          <a:xfrm>
            <a:off x="8106774" y="4994356"/>
            <a:ext cx="1074984" cy="540148"/>
          </a:xfrm>
          <a:prstGeom prst="rect">
            <a:avLst/>
          </a:prstGeom>
        </p:spPr>
      </p:pic>
      <p:pic>
        <p:nvPicPr>
          <p:cNvPr id="181" name="Picture 180">
            <a:extLst>
              <a:ext uri="{FF2B5EF4-FFF2-40B4-BE49-F238E27FC236}">
                <a16:creationId xmlns:a16="http://schemas.microsoft.com/office/drawing/2014/main" id="{F1E78598-BEF3-46B5-A2F3-5A1DC3A8C8C3}"/>
              </a:ext>
            </a:extLst>
          </p:cNvPr>
          <p:cNvPicPr>
            <a:picLocks noChangeAspect="1"/>
          </p:cNvPicPr>
          <p:nvPr/>
        </p:nvPicPr>
        <p:blipFill rotWithShape="1">
          <a:blip r:embed="rId14">
            <a:extLst>
              <a:ext uri="{28A0092B-C50C-407E-A947-70E740481C1C}">
                <a14:useLocalDpi xmlns:a14="http://schemas.microsoft.com/office/drawing/2010/main" val="0"/>
              </a:ext>
            </a:extLst>
          </a:blip>
          <a:srcRect t="18461" b="16365"/>
          <a:stretch/>
        </p:blipFill>
        <p:spPr>
          <a:xfrm flipV="1">
            <a:off x="6531699" y="1250029"/>
            <a:ext cx="897692" cy="505636"/>
          </a:xfrm>
          <a:prstGeom prst="rect">
            <a:avLst/>
          </a:prstGeom>
        </p:spPr>
      </p:pic>
      <p:sp>
        <p:nvSpPr>
          <p:cNvPr id="182" name="Rectangle 181">
            <a:extLst>
              <a:ext uri="{FF2B5EF4-FFF2-40B4-BE49-F238E27FC236}">
                <a16:creationId xmlns:a16="http://schemas.microsoft.com/office/drawing/2014/main" id="{E880B4AB-1464-4565-B537-DBF816A8695B}"/>
              </a:ext>
            </a:extLst>
          </p:cNvPr>
          <p:cNvSpPr/>
          <p:nvPr/>
        </p:nvSpPr>
        <p:spPr>
          <a:xfrm>
            <a:off x="7962066" y="1852955"/>
            <a:ext cx="3290429" cy="498332"/>
          </a:xfrm>
          <a:prstGeom prst="rect">
            <a:avLst/>
          </a:prstGeom>
        </p:spPr>
        <p:txBody>
          <a:bodyPr wrap="square">
            <a:spAutoFit/>
          </a:bodyPr>
          <a:lstStyle/>
          <a:p>
            <a:pPr marL="0" marR="0" lvl="0" indent="0" algn="l" defTabSz="914342" rtl="0" eaLnBrk="1" fontAlgn="auto" latinLnBrk="0" hangingPunct="1">
              <a:lnSpc>
                <a:spcPct val="100000"/>
              </a:lnSpc>
              <a:spcBef>
                <a:spcPts val="0"/>
              </a:spcBef>
              <a:spcAft>
                <a:spcPts val="662"/>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Deloitte serves </a:t>
            </a:r>
            <a:r>
              <a:rPr kumimoji="0" lang="en-US" sz="900" b="1" i="0" u="none" strike="noStrike" kern="1200" cap="none" spc="0" normalizeH="0" baseline="0" noProof="0" dirty="0">
                <a:ln>
                  <a:noFill/>
                </a:ln>
                <a:solidFill>
                  <a:srgbClr val="E95331"/>
                </a:solidFill>
                <a:effectLst/>
                <a:uLnTx/>
                <a:uFillTx/>
                <a:latin typeface="Verdana"/>
                <a:ea typeface="+mn-ea"/>
                <a:cs typeface="+mn-cs"/>
              </a:rPr>
              <a:t>13 of the top 24 power companies and utilities </a:t>
            </a:r>
          </a:p>
        </p:txBody>
      </p:sp>
      <p:pic>
        <p:nvPicPr>
          <p:cNvPr id="183" name="Picture 182">
            <a:extLst>
              <a:ext uri="{FF2B5EF4-FFF2-40B4-BE49-F238E27FC236}">
                <a16:creationId xmlns:a16="http://schemas.microsoft.com/office/drawing/2014/main" id="{CD6A3097-4152-47DA-BC43-7D7106733C66}"/>
              </a:ext>
            </a:extLst>
          </p:cNvPr>
          <p:cNvPicPr>
            <a:picLocks noChangeAspect="1"/>
          </p:cNvPicPr>
          <p:nvPr/>
        </p:nvPicPr>
        <p:blipFill>
          <a:blip r:embed="rId15"/>
          <a:stretch>
            <a:fillRect/>
          </a:stretch>
        </p:blipFill>
        <p:spPr>
          <a:xfrm>
            <a:off x="8571508" y="2275395"/>
            <a:ext cx="2684823" cy="1547907"/>
          </a:xfrm>
          <a:prstGeom prst="rect">
            <a:avLst/>
          </a:prstGeom>
        </p:spPr>
      </p:pic>
      <p:sp>
        <p:nvSpPr>
          <p:cNvPr id="184" name="Rectangle 183">
            <a:extLst>
              <a:ext uri="{FF2B5EF4-FFF2-40B4-BE49-F238E27FC236}">
                <a16:creationId xmlns:a16="http://schemas.microsoft.com/office/drawing/2014/main" id="{B4682380-451C-40F6-8FB1-2F65451BB65E}"/>
              </a:ext>
            </a:extLst>
          </p:cNvPr>
          <p:cNvSpPr/>
          <p:nvPr/>
        </p:nvSpPr>
        <p:spPr>
          <a:xfrm>
            <a:off x="314105" y="4007476"/>
            <a:ext cx="2969484" cy="1754326"/>
          </a:xfrm>
          <a:prstGeom prst="rect">
            <a:avLst/>
          </a:prstGeom>
        </p:spPr>
        <p:txBody>
          <a:bodyPr wrap="square">
            <a:spAutoFit/>
          </a:bodyPr>
          <a:lstStyle/>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srgbClr val="E95331"/>
                </a:solidFill>
                <a:effectLst/>
                <a:uLnTx/>
                <a:uFillTx/>
                <a:latin typeface="Verdana"/>
                <a:ea typeface="+mn-ea"/>
                <a:cs typeface="+mn-cs"/>
                <a:sym typeface="Calibri" panose="020F0502020204030204" pitchFamily="34" charset="0"/>
              </a:rPr>
              <a:t>Understand Distribution Utilities goals, aspirations and challenges </a:t>
            </a:r>
            <a:r>
              <a:rPr kumimoji="0" lang="en-US" sz="900" b="0"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very well</a:t>
            </a:r>
          </a:p>
          <a:p>
            <a:pPr marL="61913" marR="0" lvl="1" indent="0" algn="l" defTabSz="371475" rtl="0" eaLnBrk="1" fontAlgn="auto" latinLnBrk="0" hangingPunct="1">
              <a:lnSpc>
                <a:spcPct val="100000"/>
              </a:lnSpc>
              <a:spcBef>
                <a:spcPts val="0"/>
              </a:spcBef>
              <a:spcAft>
                <a:spcPts val="0"/>
              </a:spcAft>
              <a:buClrTx/>
              <a:buSzPct val="65000"/>
              <a:buFontTx/>
              <a:buNone/>
              <a:tabLst/>
              <a:defRPr/>
            </a:pPr>
            <a:r>
              <a:rPr kumimoji="0" lang="en-US" sz="900" b="1"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Assisting </a:t>
            </a:r>
            <a:r>
              <a:rPr lang="en-US" sz="900" b="1" dirty="0">
                <a:solidFill>
                  <a:prstClr val="black"/>
                </a:solidFill>
                <a:latin typeface="Verdana"/>
                <a:sym typeface="Calibri" panose="020F0502020204030204" pitchFamily="34" charset="0"/>
              </a:rPr>
              <a:t>20</a:t>
            </a:r>
            <a:r>
              <a:rPr kumimoji="0" lang="en-US" sz="900" b="1" i="0" u="none" strike="noStrike" kern="1200" cap="none" spc="0" normalizeH="0" baseline="0" noProof="0" dirty="0">
                <a:ln>
                  <a:noFill/>
                </a:ln>
                <a:effectLst/>
                <a:uLnTx/>
                <a:uFillTx/>
                <a:latin typeface="Verdana"/>
                <a:ea typeface="+mn-ea"/>
                <a:cs typeface="+mn-cs"/>
                <a:sym typeface="Calibri" panose="020F0502020204030204" pitchFamily="34" charset="0"/>
              </a:rPr>
              <a:t>+ DISCOM’s</a:t>
            </a:r>
            <a:r>
              <a:rPr kumimoji="0" lang="en-US" sz="900" b="0" i="0" u="none" strike="noStrike" kern="1200" cap="none" spc="0" normalizeH="0" baseline="0" noProof="0" dirty="0">
                <a:ln>
                  <a:noFill/>
                </a:ln>
                <a:effectLst/>
                <a:uLnTx/>
                <a:uFillTx/>
                <a:latin typeface="Verdana"/>
                <a:ea typeface="+mn-ea"/>
                <a:cs typeface="+mn-cs"/>
                <a:sym typeface="Calibri" panose="020F0502020204030204" pitchFamily="34" charset="0"/>
              </a:rPr>
              <a:t>, Regulatory Commissions, MoP, State Power Departments, </a:t>
            </a:r>
            <a:r>
              <a:rPr kumimoji="0" lang="en-US" sz="900" b="0" i="0" u="none" strike="noStrike" kern="1200" cap="none" spc="0" normalizeH="0" baseline="0" noProof="0" dirty="0" err="1">
                <a:ln>
                  <a:noFill/>
                </a:ln>
                <a:effectLst/>
                <a:uLnTx/>
                <a:uFillTx/>
                <a:latin typeface="Verdana"/>
                <a:ea typeface="+mn-ea"/>
                <a:cs typeface="+mn-cs"/>
                <a:sym typeface="Calibri" panose="020F0502020204030204" pitchFamily="34" charset="0"/>
              </a:rPr>
              <a:t>Bilatera</a:t>
            </a:r>
            <a:r>
              <a:rPr lang="en-US" sz="900" dirty="0">
                <a:latin typeface="Verdana"/>
                <a:sym typeface="Calibri" panose="020F0502020204030204" pitchFamily="34" charset="0"/>
              </a:rPr>
              <a:t>l &amp; Multilateral Agencies</a:t>
            </a:r>
            <a:r>
              <a:rPr kumimoji="0" lang="en-US" sz="900" b="0" i="0" u="none" strike="noStrike" kern="1200" cap="none" spc="0" normalizeH="0" baseline="0" noProof="0" dirty="0">
                <a:ln>
                  <a:noFill/>
                </a:ln>
                <a:effectLst/>
                <a:uLnTx/>
                <a:uFillTx/>
                <a:latin typeface="Verdana"/>
                <a:ea typeface="+mn-ea"/>
                <a:cs typeface="+mn-cs"/>
                <a:sym typeface="Calibri" panose="020F0502020204030204" pitchFamily="34" charset="0"/>
              </a:rPr>
              <a:t> </a:t>
            </a:r>
            <a:r>
              <a:rPr kumimoji="0" lang="en-US" sz="900" b="0"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in multiple engagements</a:t>
            </a:r>
          </a:p>
          <a:p>
            <a:pPr marL="61913" marR="0" lvl="1" indent="0" algn="l" defTabSz="371475" rtl="0" eaLnBrk="1" fontAlgn="auto" latinLnBrk="0" hangingPunct="1">
              <a:lnSpc>
                <a:spcPct val="100000"/>
              </a:lnSpc>
              <a:spcBef>
                <a:spcPts val="0"/>
              </a:spcBef>
              <a:spcAft>
                <a:spcPts val="0"/>
              </a:spcAft>
              <a:buClrTx/>
              <a:buSzPct val="65000"/>
              <a:buFontTx/>
              <a:buNone/>
              <a:tabLst/>
              <a:defRPr/>
            </a:pPr>
            <a:endParaRPr lang="en-US" sz="900" dirty="0">
              <a:solidFill>
                <a:prstClr val="black"/>
              </a:solidFill>
              <a:latin typeface="Verdana"/>
              <a:sym typeface="Calibri" panose="020F0502020204030204" pitchFamily="34" charset="0"/>
            </a:endParaRPr>
          </a:p>
          <a:p>
            <a:pPr marL="61913" marR="0" lvl="1" indent="0" algn="l" defTabSz="371475" rtl="0" eaLnBrk="1" fontAlgn="auto" latinLnBrk="0" hangingPunct="1">
              <a:lnSpc>
                <a:spcPct val="100000"/>
              </a:lnSpc>
              <a:spcBef>
                <a:spcPts val="0"/>
              </a:spcBef>
              <a:spcAft>
                <a:spcPts val="0"/>
              </a:spcAft>
              <a:buClrTx/>
              <a:buSzPct val="65000"/>
              <a:buFontTx/>
              <a:buNone/>
              <a:tabLst/>
              <a:defRPr/>
            </a:pPr>
            <a:r>
              <a:rPr lang="en-US" sz="900" b="1" dirty="0">
                <a:solidFill>
                  <a:srgbClr val="E95331"/>
                </a:solidFill>
                <a:latin typeface="Verdana"/>
                <a:sym typeface="Calibri" panose="020F0502020204030204" pitchFamily="34" charset="0"/>
              </a:rPr>
              <a:t>Areas of Support </a:t>
            </a:r>
            <a:r>
              <a:rPr kumimoji="0" lang="en-US" sz="900" b="0"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include </a:t>
            </a:r>
            <a:r>
              <a:rPr kumimoji="0" lang="en-US" sz="900" i="0" u="none" strike="noStrike" kern="1200" cap="none" spc="0" normalizeH="0" baseline="0" noProof="0" dirty="0">
                <a:ln>
                  <a:noFill/>
                </a:ln>
                <a:solidFill>
                  <a:prstClr val="black"/>
                </a:solidFill>
                <a:effectLst/>
                <a:uLnTx/>
                <a:uFillTx/>
                <a:latin typeface="Verdana"/>
                <a:ea typeface="+mn-ea"/>
                <a:cs typeface="+mn-cs"/>
                <a:sym typeface="Calibri" panose="020F0502020204030204" pitchFamily="34" charset="0"/>
              </a:rPr>
              <a:t>Project Management, Bid Process Management,  Transaction Advisory, Strategy &amp; Business Design, Regulatory Support, Due Diligence, Restructuring &amp; Reorganization among others</a:t>
            </a:r>
          </a:p>
        </p:txBody>
      </p:sp>
      <p:sp>
        <p:nvSpPr>
          <p:cNvPr id="50" name="Oval 49">
            <a:extLst>
              <a:ext uri="{FF2B5EF4-FFF2-40B4-BE49-F238E27FC236}">
                <a16:creationId xmlns:a16="http://schemas.microsoft.com/office/drawing/2014/main" id="{1D9F10AF-7E0B-41DF-980A-00D6E8475288}"/>
              </a:ext>
            </a:extLst>
          </p:cNvPr>
          <p:cNvSpPr/>
          <p:nvPr/>
        </p:nvSpPr>
        <p:spPr bwMode="gray">
          <a:xfrm>
            <a:off x="6605364" y="4143353"/>
            <a:ext cx="244507" cy="254716"/>
          </a:xfrm>
          <a:prstGeom prst="ellipse">
            <a:avLst/>
          </a:prstGeom>
          <a:solidFill>
            <a:srgbClr val="00ABAB"/>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C</a:t>
            </a:r>
          </a:p>
        </p:txBody>
      </p:sp>
      <p:sp>
        <p:nvSpPr>
          <p:cNvPr id="51" name="Oval 50">
            <a:extLst>
              <a:ext uri="{FF2B5EF4-FFF2-40B4-BE49-F238E27FC236}">
                <a16:creationId xmlns:a16="http://schemas.microsoft.com/office/drawing/2014/main" id="{7708DBD5-800C-498A-8B81-73E2094B3D6B}"/>
              </a:ext>
            </a:extLst>
          </p:cNvPr>
          <p:cNvSpPr/>
          <p:nvPr/>
        </p:nvSpPr>
        <p:spPr bwMode="gray">
          <a:xfrm>
            <a:off x="6599663" y="4143353"/>
            <a:ext cx="244507" cy="254716"/>
          </a:xfrm>
          <a:prstGeom prst="ellipse">
            <a:avLst/>
          </a:prstGeom>
          <a:solidFill>
            <a:srgbClr val="00ABAB"/>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C</a:t>
            </a:r>
          </a:p>
        </p:txBody>
      </p:sp>
      <p:sp>
        <p:nvSpPr>
          <p:cNvPr id="52" name="Oval 51">
            <a:extLst>
              <a:ext uri="{FF2B5EF4-FFF2-40B4-BE49-F238E27FC236}">
                <a16:creationId xmlns:a16="http://schemas.microsoft.com/office/drawing/2014/main" id="{560D8157-F1B0-4BCB-935E-CC4ACD97A621}"/>
              </a:ext>
            </a:extLst>
          </p:cNvPr>
          <p:cNvSpPr/>
          <p:nvPr/>
        </p:nvSpPr>
        <p:spPr bwMode="gray">
          <a:xfrm>
            <a:off x="5034027" y="5021101"/>
            <a:ext cx="244507" cy="254716"/>
          </a:xfrm>
          <a:prstGeom prst="ellipse">
            <a:avLst/>
          </a:prstGeom>
          <a:solidFill>
            <a:schemeClr val="accent4"/>
          </a:solidFill>
          <a:ln w="19050" algn="ctr">
            <a:noFill/>
            <a:miter lim="800000"/>
            <a:headEnd/>
            <a:tailEnd/>
          </a:ln>
        </p:spPr>
        <p:txBody>
          <a:bodyPr wrap="square" lIns="37148" tIns="37148" rIns="37148" bIns="37148" rtlCol="0" anchor="ctr"/>
          <a:lstStyle/>
          <a:p>
            <a:pPr marL="0" marR="0" lvl="0" indent="0" algn="ctr" defTabSz="742950" rtl="0" eaLnBrk="1" fontAlgn="auto" latinLnBrk="0" hangingPunct="1">
              <a:lnSpc>
                <a:spcPct val="106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sym typeface="Calibri" panose="020F0502020204030204" pitchFamily="34" charset="0"/>
              </a:rPr>
              <a:t>D</a:t>
            </a:r>
          </a:p>
        </p:txBody>
      </p:sp>
    </p:spTree>
    <p:extLst>
      <p:ext uri="{BB962C8B-B14F-4D97-AF65-F5344CB8AC3E}">
        <p14:creationId xmlns:p14="http://schemas.microsoft.com/office/powerpoint/2010/main" val="1663662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kumimoji="0" lang="en-US" sz="2400" b="1" u="none" strike="noStrike" kern="1200" cap="none" spc="0" normalizeH="0" noProof="0" dirty="0">
              <a:ln>
                <a:noFill/>
              </a:ln>
              <a:solidFill>
                <a:prstClr val="white"/>
              </a:solidFill>
              <a:effectLst/>
              <a:uLnTx/>
              <a:uFillTx/>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p:txBody>
          <a:bodyPr/>
          <a:lstStyle/>
          <a:p>
            <a:r>
              <a:rPr lang="en-US" dirty="0"/>
              <a:t>Why should you look at us?</a:t>
            </a:r>
            <a:endParaRPr lang="en-IN" dirty="0"/>
          </a:p>
        </p:txBody>
      </p:sp>
      <p:sp>
        <p:nvSpPr>
          <p:cNvPr id="6" name="TextBox 5"/>
          <p:cNvSpPr txBox="1"/>
          <p:nvPr/>
        </p:nvSpPr>
        <p:spPr>
          <a:xfrm>
            <a:off x="451358" y="788797"/>
            <a:ext cx="3974555" cy="307777"/>
          </a:xfrm>
          <a:prstGeom prst="rect">
            <a:avLst/>
          </a:prstGeom>
          <a:noFill/>
        </p:spPr>
        <p:txBody>
          <a:bodyPr wrap="square" lIns="0" tIns="0" rIns="0" bIns="0" rtlCol="0">
            <a:spAutoFit/>
          </a:bodyPr>
          <a:lstStyle/>
          <a:p>
            <a:pPr>
              <a:spcBef>
                <a:spcPts val="600"/>
              </a:spcBef>
              <a:buSzPct val="100000"/>
            </a:pPr>
            <a:r>
              <a:rPr lang="en-US" sz="2000" dirty="0">
                <a:solidFill>
                  <a:srgbClr val="2C5234"/>
                </a:solidFill>
              </a:rPr>
              <a:t>A</a:t>
            </a:r>
            <a:r>
              <a:rPr lang="en-US" sz="2000" b="1" dirty="0">
                <a:solidFill>
                  <a:srgbClr val="2C5234"/>
                </a:solidFill>
              </a:rPr>
              <a:t> Firm </a:t>
            </a:r>
            <a:r>
              <a:rPr lang="en-US" sz="2000" dirty="0">
                <a:solidFill>
                  <a:srgbClr val="2C5234"/>
                </a:solidFill>
              </a:rPr>
              <a:t>which.…</a:t>
            </a:r>
            <a:endParaRPr lang="en-IN" sz="2000" dirty="0">
              <a:solidFill>
                <a:srgbClr val="2C5234"/>
              </a:solidFill>
            </a:endParaRPr>
          </a:p>
        </p:txBody>
      </p:sp>
      <p:sp>
        <p:nvSpPr>
          <p:cNvPr id="11" name="Rectangle 10"/>
          <p:cNvSpPr/>
          <p:nvPr/>
        </p:nvSpPr>
        <p:spPr bwMode="gray">
          <a:xfrm>
            <a:off x="7254985" y="1262060"/>
            <a:ext cx="4449335" cy="948708"/>
          </a:xfrm>
          <a:prstGeom prst="rect">
            <a:avLst/>
          </a:prstGeom>
          <a:noFill/>
          <a:ln w="19050" algn="ctr">
            <a:solidFill>
              <a:schemeClr val="accent5"/>
            </a:solid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100" dirty="0"/>
              <a:t>Providing Smart Metering bid process management and project execution support in multiple states in India.</a:t>
            </a:r>
          </a:p>
          <a:p>
            <a:pPr marL="171450" indent="-171450">
              <a:lnSpc>
                <a:spcPct val="106000"/>
              </a:lnSpc>
              <a:buFont typeface="Arial" panose="020B0604020202020204" pitchFamily="34" charset="0"/>
              <a:buChar char="•"/>
            </a:pPr>
            <a:r>
              <a:rPr lang="en-US" sz="1100" dirty="0"/>
              <a:t>Preparation of RFP document for ~1.1 million consumers and AMI project execution for &gt;1 Lakh nodes in J&amp;K.</a:t>
            </a:r>
          </a:p>
        </p:txBody>
      </p:sp>
      <p:sp>
        <p:nvSpPr>
          <p:cNvPr id="78" name="Rectangle 77"/>
          <p:cNvSpPr/>
          <p:nvPr/>
        </p:nvSpPr>
        <p:spPr bwMode="gray">
          <a:xfrm>
            <a:off x="7254986" y="2260231"/>
            <a:ext cx="4449335" cy="948708"/>
          </a:xfrm>
          <a:prstGeom prst="rect">
            <a:avLst/>
          </a:prstGeom>
          <a:noFill/>
          <a:ln w="19050" algn="ctr">
            <a:solidFill>
              <a:srgbClr val="0070C0"/>
            </a:solidFill>
            <a:miter lim="800000"/>
            <a:headEnd/>
            <a:tailEnd/>
          </a:ln>
        </p:spPr>
        <p:txBody>
          <a:bodyPr wrap="square" lIns="88900" tIns="137160" rIns="88900" bIns="137160" rtlCol="0" anchor="ctr"/>
          <a:lstStyle/>
          <a:p>
            <a:pPr marL="172800" indent="-172800">
              <a:lnSpc>
                <a:spcPct val="106000"/>
              </a:lnSpc>
              <a:buFont typeface="Arial" panose="020B0604020202020204" pitchFamily="34" charset="0"/>
              <a:buChar char="•"/>
            </a:pPr>
            <a:r>
              <a:rPr lang="en-US" sz="1100" dirty="0"/>
              <a:t>Implementation of 6.5 Lakhs Smart Meters under JPSIP &amp; JSBAY scheme.</a:t>
            </a:r>
          </a:p>
          <a:p>
            <a:pPr marL="172800" indent="-172800">
              <a:lnSpc>
                <a:spcPct val="106000"/>
              </a:lnSpc>
              <a:buFont typeface="Arial" panose="020B0604020202020204" pitchFamily="34" charset="0"/>
              <a:buChar char="•"/>
            </a:pPr>
            <a:r>
              <a:rPr lang="en-US" sz="1100" dirty="0"/>
              <a:t>Provided consultancy services for setting up a Central Project Monitoring Unit at JBVNL Headquarters which included Learning &amp; Development themes for Employees</a:t>
            </a:r>
          </a:p>
        </p:txBody>
      </p:sp>
      <p:sp>
        <p:nvSpPr>
          <p:cNvPr id="79" name="Rectangle 78"/>
          <p:cNvSpPr/>
          <p:nvPr/>
        </p:nvSpPr>
        <p:spPr bwMode="gray">
          <a:xfrm>
            <a:off x="7254984" y="3258402"/>
            <a:ext cx="4449335" cy="948709"/>
          </a:xfrm>
          <a:prstGeom prst="rect">
            <a:avLst/>
          </a:prstGeom>
          <a:noFill/>
          <a:ln w="19050" algn="ctr">
            <a:solidFill>
              <a:srgbClr val="0070C0"/>
            </a:solid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US" sz="1100" dirty="0"/>
              <a:t>Integration of AMI System with SAP </a:t>
            </a:r>
          </a:p>
          <a:p>
            <a:pPr marL="171450" indent="-171450">
              <a:lnSpc>
                <a:spcPct val="106000"/>
              </a:lnSpc>
              <a:buFont typeface="Arial" panose="020B0604020202020204" pitchFamily="34" charset="0"/>
              <a:buChar char="•"/>
            </a:pPr>
            <a:r>
              <a:rPr lang="en-US" sz="1100" dirty="0"/>
              <a:t>Implementation of “Pre-Payment Scheme” along with AMI Integration using SAP CD for prepayment.</a:t>
            </a:r>
          </a:p>
        </p:txBody>
      </p:sp>
      <p:grpSp>
        <p:nvGrpSpPr>
          <p:cNvPr id="57" name="Group 56"/>
          <p:cNvGrpSpPr/>
          <p:nvPr/>
        </p:nvGrpSpPr>
        <p:grpSpPr>
          <a:xfrm>
            <a:off x="373076" y="2216563"/>
            <a:ext cx="582613" cy="853957"/>
            <a:chOff x="788561" y="3043965"/>
            <a:chExt cx="582613" cy="900000"/>
          </a:xfrm>
          <a:solidFill>
            <a:srgbClr val="046A38"/>
          </a:solidFill>
        </p:grpSpPr>
        <p:sp>
          <p:nvSpPr>
            <p:cNvPr id="16" name="Rectangle 15"/>
            <p:cNvSpPr/>
            <p:nvPr/>
          </p:nvSpPr>
          <p:spPr bwMode="gray">
            <a:xfrm>
              <a:off x="1317199" y="3043965"/>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17" name="Group 16"/>
            <p:cNvGrpSpPr/>
            <p:nvPr/>
          </p:nvGrpSpPr>
          <p:grpSpPr>
            <a:xfrm>
              <a:off x="788561" y="3283786"/>
              <a:ext cx="558801" cy="463252"/>
              <a:chOff x="325438" y="2516609"/>
              <a:chExt cx="946411" cy="785253"/>
            </a:xfrm>
            <a:grpFill/>
          </p:grpSpPr>
          <p:sp>
            <p:nvSpPr>
              <p:cNvPr id="20" name="Oval 19"/>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2</a:t>
                </a:r>
                <a:endParaRPr lang="en-IN" sz="1100" b="1" dirty="0">
                  <a:solidFill>
                    <a:schemeClr val="bg1"/>
                  </a:solidFill>
                </a:endParaRPr>
              </a:p>
            </p:txBody>
          </p:sp>
          <p:grpSp>
            <p:nvGrpSpPr>
              <p:cNvPr id="21" name="Group 20"/>
              <p:cNvGrpSpPr/>
              <p:nvPr/>
            </p:nvGrpSpPr>
            <p:grpSpPr>
              <a:xfrm>
                <a:off x="325438" y="2516609"/>
                <a:ext cx="946411" cy="785253"/>
                <a:chOff x="645617" y="2044422"/>
                <a:chExt cx="1186584" cy="984528"/>
              </a:xfrm>
              <a:grpFill/>
            </p:grpSpPr>
            <p:sp>
              <p:nvSpPr>
                <p:cNvPr id="22" name="Block Arc 21"/>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23" name="Rectangle 22"/>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sp>
        <p:nvSpPr>
          <p:cNvPr id="19" name="Rectangle 18"/>
          <p:cNvSpPr/>
          <p:nvPr/>
        </p:nvSpPr>
        <p:spPr bwMode="gray">
          <a:xfrm>
            <a:off x="1077624" y="2218904"/>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i="1" dirty="0">
                <a:solidFill>
                  <a:srgbClr val="2C5234"/>
                </a:solidFill>
              </a:rPr>
              <a:t>Embedded as </a:t>
            </a:r>
            <a:r>
              <a:rPr lang="en-US" sz="1400" b="1" i="1" dirty="0">
                <a:solidFill>
                  <a:srgbClr val="2C5234"/>
                </a:solidFill>
              </a:rPr>
              <a:t>Project Monitoring Agency </a:t>
            </a:r>
            <a:r>
              <a:rPr lang="en-US" sz="1400" i="1" dirty="0">
                <a:solidFill>
                  <a:srgbClr val="2C5234"/>
                </a:solidFill>
              </a:rPr>
              <a:t>for State utility for Smart Metering &amp; Billing projects</a:t>
            </a:r>
            <a:endParaRPr lang="en-US" sz="1400" b="1" dirty="0">
              <a:solidFill>
                <a:srgbClr val="2C5234"/>
              </a:solidFill>
            </a:endParaRPr>
          </a:p>
        </p:txBody>
      </p:sp>
      <p:grpSp>
        <p:nvGrpSpPr>
          <p:cNvPr id="13" name="Group 12"/>
          <p:cNvGrpSpPr/>
          <p:nvPr/>
        </p:nvGrpSpPr>
        <p:grpSpPr>
          <a:xfrm>
            <a:off x="373951" y="4194117"/>
            <a:ext cx="582613" cy="853957"/>
            <a:chOff x="788561" y="5338500"/>
            <a:chExt cx="582613" cy="900000"/>
          </a:xfrm>
          <a:solidFill>
            <a:srgbClr val="046A38"/>
          </a:solidFill>
        </p:grpSpPr>
        <p:sp>
          <p:nvSpPr>
            <p:cNvPr id="25" name="Rectangle 24"/>
            <p:cNvSpPr/>
            <p:nvPr/>
          </p:nvSpPr>
          <p:spPr bwMode="gray">
            <a:xfrm>
              <a:off x="1317199" y="5338500"/>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26" name="Group 25"/>
            <p:cNvGrpSpPr/>
            <p:nvPr/>
          </p:nvGrpSpPr>
          <p:grpSpPr>
            <a:xfrm>
              <a:off x="788561" y="5578321"/>
              <a:ext cx="558801" cy="463252"/>
              <a:chOff x="325438" y="2516609"/>
              <a:chExt cx="946411" cy="785253"/>
            </a:xfrm>
            <a:grpFill/>
          </p:grpSpPr>
          <p:sp>
            <p:nvSpPr>
              <p:cNvPr id="29" name="Oval 28"/>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4</a:t>
                </a:r>
                <a:endParaRPr lang="en-IN" sz="1100" b="1" dirty="0">
                  <a:solidFill>
                    <a:schemeClr val="bg1"/>
                  </a:solidFill>
                </a:endParaRPr>
              </a:p>
            </p:txBody>
          </p:sp>
          <p:grpSp>
            <p:nvGrpSpPr>
              <p:cNvPr id="30" name="Group 29"/>
              <p:cNvGrpSpPr/>
              <p:nvPr/>
            </p:nvGrpSpPr>
            <p:grpSpPr>
              <a:xfrm>
                <a:off x="325438" y="2516609"/>
                <a:ext cx="946411" cy="785253"/>
                <a:chOff x="645617" y="2044422"/>
                <a:chExt cx="1186584" cy="984528"/>
              </a:xfrm>
              <a:grpFill/>
            </p:grpSpPr>
            <p:sp>
              <p:nvSpPr>
                <p:cNvPr id="31" name="Block Arc 30"/>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32" name="Rectangle 31"/>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sp>
        <p:nvSpPr>
          <p:cNvPr id="28" name="Rectangle 27"/>
          <p:cNvSpPr/>
          <p:nvPr/>
        </p:nvSpPr>
        <p:spPr bwMode="gray">
          <a:xfrm>
            <a:off x="1077624" y="4194116"/>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i="1" dirty="0">
                <a:solidFill>
                  <a:srgbClr val="2C5234"/>
                </a:solidFill>
              </a:rPr>
              <a:t>Expertise of working across multiple state in various capacities to </a:t>
            </a:r>
            <a:r>
              <a:rPr lang="en-US" sz="1400" b="1" i="1" dirty="0">
                <a:solidFill>
                  <a:srgbClr val="2C5234"/>
                </a:solidFill>
              </a:rPr>
              <a:t>monitor &amp; evaluate progress of Smart Metering </a:t>
            </a:r>
            <a:r>
              <a:rPr lang="en-US" sz="1400" i="1" dirty="0">
                <a:solidFill>
                  <a:srgbClr val="2C5234"/>
                </a:solidFill>
              </a:rPr>
              <a:t>implementation</a:t>
            </a:r>
            <a:endParaRPr lang="en-US" sz="1400" b="1" dirty="0">
              <a:solidFill>
                <a:srgbClr val="2C5234"/>
              </a:solidFill>
            </a:endParaRPr>
          </a:p>
        </p:txBody>
      </p:sp>
      <p:sp>
        <p:nvSpPr>
          <p:cNvPr id="37" name="Rectangle 36"/>
          <p:cNvSpPr/>
          <p:nvPr/>
        </p:nvSpPr>
        <p:spPr bwMode="gray">
          <a:xfrm>
            <a:off x="1077624" y="1246102"/>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b="1" dirty="0">
                <a:solidFill>
                  <a:srgbClr val="2C5234"/>
                </a:solidFill>
              </a:rPr>
              <a:t>Associated with MoP, Nodal Agencies (REC and PFC) in various capacities </a:t>
            </a:r>
          </a:p>
        </p:txBody>
      </p:sp>
      <p:grpSp>
        <p:nvGrpSpPr>
          <p:cNvPr id="58" name="Group 57"/>
          <p:cNvGrpSpPr/>
          <p:nvPr/>
        </p:nvGrpSpPr>
        <p:grpSpPr>
          <a:xfrm>
            <a:off x="373951" y="1246102"/>
            <a:ext cx="608726" cy="853957"/>
            <a:chOff x="788561" y="1896698"/>
            <a:chExt cx="608726" cy="900000"/>
          </a:xfrm>
          <a:solidFill>
            <a:srgbClr val="046A38"/>
          </a:solidFill>
        </p:grpSpPr>
        <p:sp>
          <p:nvSpPr>
            <p:cNvPr id="34" name="Rectangle 33"/>
            <p:cNvSpPr/>
            <p:nvPr/>
          </p:nvSpPr>
          <p:spPr bwMode="gray">
            <a:xfrm>
              <a:off x="1343312" y="1896698"/>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38" name="Group 37"/>
            <p:cNvGrpSpPr/>
            <p:nvPr/>
          </p:nvGrpSpPr>
          <p:grpSpPr>
            <a:xfrm>
              <a:off x="788561" y="2136519"/>
              <a:ext cx="558801" cy="463252"/>
              <a:chOff x="325438" y="2516609"/>
              <a:chExt cx="946411" cy="785253"/>
            </a:xfrm>
            <a:grpFill/>
          </p:grpSpPr>
          <p:sp>
            <p:nvSpPr>
              <p:cNvPr id="39" name="Oval 38"/>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1</a:t>
                </a:r>
                <a:endParaRPr lang="en-IN" sz="1100" b="1" dirty="0">
                  <a:solidFill>
                    <a:schemeClr val="bg1"/>
                  </a:solidFill>
                </a:endParaRPr>
              </a:p>
            </p:txBody>
          </p:sp>
          <p:grpSp>
            <p:nvGrpSpPr>
              <p:cNvPr id="40" name="Group 39"/>
              <p:cNvGrpSpPr/>
              <p:nvPr/>
            </p:nvGrpSpPr>
            <p:grpSpPr>
              <a:xfrm>
                <a:off x="325438" y="2516609"/>
                <a:ext cx="946411" cy="785253"/>
                <a:chOff x="645617" y="2044422"/>
                <a:chExt cx="1186584" cy="984528"/>
              </a:xfrm>
              <a:grpFill/>
            </p:grpSpPr>
            <p:sp>
              <p:nvSpPr>
                <p:cNvPr id="41" name="Block Arc 40"/>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42" name="Rectangle 41"/>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grpSp>
        <p:nvGrpSpPr>
          <p:cNvPr id="56" name="Group 55"/>
          <p:cNvGrpSpPr/>
          <p:nvPr/>
        </p:nvGrpSpPr>
        <p:grpSpPr>
          <a:xfrm>
            <a:off x="373951" y="3206510"/>
            <a:ext cx="582613" cy="853957"/>
            <a:chOff x="788561" y="4191232"/>
            <a:chExt cx="582613" cy="900000"/>
          </a:xfrm>
          <a:solidFill>
            <a:srgbClr val="046A38"/>
          </a:solidFill>
        </p:grpSpPr>
        <p:sp>
          <p:nvSpPr>
            <p:cNvPr id="49" name="Rectangle 48"/>
            <p:cNvSpPr/>
            <p:nvPr/>
          </p:nvSpPr>
          <p:spPr bwMode="gray">
            <a:xfrm>
              <a:off x="1317199" y="4191232"/>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50" name="Group 49"/>
            <p:cNvGrpSpPr/>
            <p:nvPr/>
          </p:nvGrpSpPr>
          <p:grpSpPr>
            <a:xfrm>
              <a:off x="788561" y="4431053"/>
              <a:ext cx="558801" cy="463252"/>
              <a:chOff x="325438" y="2516609"/>
              <a:chExt cx="946411" cy="785253"/>
            </a:xfrm>
            <a:grpFill/>
          </p:grpSpPr>
          <p:sp>
            <p:nvSpPr>
              <p:cNvPr id="51" name="Oval 50"/>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3</a:t>
                </a:r>
                <a:endParaRPr lang="en-IN" sz="1100" b="1" dirty="0">
                  <a:solidFill>
                    <a:schemeClr val="bg1"/>
                  </a:solidFill>
                </a:endParaRPr>
              </a:p>
            </p:txBody>
          </p:sp>
          <p:grpSp>
            <p:nvGrpSpPr>
              <p:cNvPr id="52" name="Group 51"/>
              <p:cNvGrpSpPr/>
              <p:nvPr/>
            </p:nvGrpSpPr>
            <p:grpSpPr>
              <a:xfrm>
                <a:off x="325438" y="2516609"/>
                <a:ext cx="946411" cy="785253"/>
                <a:chOff x="645617" y="2044422"/>
                <a:chExt cx="1186584" cy="984528"/>
              </a:xfrm>
              <a:grpFill/>
            </p:grpSpPr>
            <p:sp>
              <p:nvSpPr>
                <p:cNvPr id="53" name="Block Arc 52"/>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54" name="Rectangle 53"/>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sp>
        <p:nvSpPr>
          <p:cNvPr id="55" name="Rectangle 54"/>
          <p:cNvSpPr/>
          <p:nvPr/>
        </p:nvSpPr>
        <p:spPr bwMode="gray">
          <a:xfrm>
            <a:off x="1077624" y="3206510"/>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i="1" dirty="0">
                <a:solidFill>
                  <a:srgbClr val="2C5234"/>
                </a:solidFill>
              </a:rPr>
              <a:t>Expertise in </a:t>
            </a:r>
            <a:r>
              <a:rPr lang="en-US" sz="1400" b="1" i="1" dirty="0">
                <a:solidFill>
                  <a:srgbClr val="2C5234"/>
                </a:solidFill>
              </a:rPr>
              <a:t>Integration of AMI System </a:t>
            </a:r>
          </a:p>
        </p:txBody>
      </p:sp>
      <p:sp>
        <p:nvSpPr>
          <p:cNvPr id="76" name="Rectangle 75"/>
          <p:cNvSpPr/>
          <p:nvPr/>
        </p:nvSpPr>
        <p:spPr bwMode="gray">
          <a:xfrm>
            <a:off x="7254983" y="4256574"/>
            <a:ext cx="4449335" cy="853957"/>
          </a:xfrm>
          <a:prstGeom prst="rect">
            <a:avLst/>
          </a:prstGeom>
          <a:noFill/>
          <a:ln w="19050" algn="ctr">
            <a:solidFill>
              <a:srgbClr val="0070C0"/>
            </a:solidFill>
            <a:miter lim="800000"/>
            <a:headEnd/>
            <a:tailEnd/>
          </a:ln>
        </p:spPr>
        <p:txBody>
          <a:bodyPr wrap="square" lIns="88900" tIns="88900" rIns="88900" bIns="88900" rtlCol="0" anchor="ctr"/>
          <a:lstStyle/>
          <a:p>
            <a:pPr marL="171450" indent="-171450" algn="just">
              <a:spcBef>
                <a:spcPts val="600"/>
              </a:spcBef>
              <a:buFont typeface="Wingdings" panose="05000000000000000000" pitchFamily="2" charset="2"/>
              <a:buChar char="§"/>
            </a:pPr>
            <a:r>
              <a:rPr lang="en-US" sz="1100" dirty="0"/>
              <a:t>Preparation of Action Plan and DPR for HPSEB Ltd. under RDSS scheme</a:t>
            </a:r>
          </a:p>
        </p:txBody>
      </p:sp>
      <p:pic>
        <p:nvPicPr>
          <p:cNvPr id="59" name="Picture 4" descr="RECPDCL - Apps on Google Play">
            <a:extLst>
              <a:ext uri="{FF2B5EF4-FFF2-40B4-BE49-F238E27FC236}">
                <a16:creationId xmlns:a16="http://schemas.microsoft.com/office/drawing/2014/main" id="{20FCBABD-08DE-490C-AEB3-8C54E8BA60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78445" y="1341660"/>
            <a:ext cx="914400" cy="862580"/>
          </a:xfrm>
          <a:prstGeom prst="rect">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0" name="Picture 12" descr="Jharkhand Bijli Vitran Nigam Limited - JBVNL | Facebook">
            <a:extLst>
              <a:ext uri="{FF2B5EF4-FFF2-40B4-BE49-F238E27FC236}">
                <a16:creationId xmlns:a16="http://schemas.microsoft.com/office/drawing/2014/main" id="{3CD874FB-0546-4B33-A18F-8C6D57D90B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9702" y="2299714"/>
            <a:ext cx="914400" cy="924030"/>
          </a:xfrm>
          <a:prstGeom prst="rect">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1" name="Picture 60">
            <a:extLst>
              <a:ext uri="{FF2B5EF4-FFF2-40B4-BE49-F238E27FC236}">
                <a16:creationId xmlns:a16="http://schemas.microsoft.com/office/drawing/2014/main" id="{3F759D33-C788-4273-9A3C-F7BEC8A605CD}"/>
              </a:ext>
            </a:extLst>
          </p:cNvPr>
          <p:cNvPicPr/>
          <p:nvPr/>
        </p:nvPicPr>
        <p:blipFill>
          <a:blip r:embed="rId9">
            <a:extLst>
              <a:ext uri="{BEBA8EAE-BF5A-486C-A8C5-ECC9F3942E4B}">
                <a14:imgProps xmlns:a14="http://schemas.microsoft.com/office/drawing/2010/main">
                  <a14:imgLayer r:embed="rId10">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6289746" y="3319218"/>
            <a:ext cx="914400" cy="822960"/>
          </a:xfrm>
          <a:prstGeom prst="rect">
            <a:avLst/>
          </a:prstGeom>
          <a:noFill/>
          <a:effectLst>
            <a:outerShdw blurRad="50800" dist="38100" dir="18900000" algn="bl" rotWithShape="0">
              <a:prstClr val="black">
                <a:alpha val="40000"/>
              </a:prstClr>
            </a:outerShdw>
          </a:effectLst>
        </p:spPr>
      </p:pic>
      <p:pic>
        <p:nvPicPr>
          <p:cNvPr id="1028" name="Picture 4" descr="CESC Limited">
            <a:extLst>
              <a:ext uri="{FF2B5EF4-FFF2-40B4-BE49-F238E27FC236}">
                <a16:creationId xmlns:a16="http://schemas.microsoft.com/office/drawing/2014/main" id="{0EBF5C5A-E0EA-4D8A-9580-77DF2108CC3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61050" y="8440466"/>
            <a:ext cx="235162" cy="118015"/>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roup 61">
            <a:extLst>
              <a:ext uri="{FF2B5EF4-FFF2-40B4-BE49-F238E27FC236}">
                <a16:creationId xmlns:a16="http://schemas.microsoft.com/office/drawing/2014/main" id="{7C9E562F-DD0B-4AF6-AB6A-BE634A52EF12}"/>
              </a:ext>
            </a:extLst>
          </p:cNvPr>
          <p:cNvGrpSpPr/>
          <p:nvPr/>
        </p:nvGrpSpPr>
        <p:grpSpPr>
          <a:xfrm>
            <a:off x="373951" y="5102726"/>
            <a:ext cx="582613" cy="853957"/>
            <a:chOff x="788561" y="5338500"/>
            <a:chExt cx="582613" cy="900000"/>
          </a:xfrm>
          <a:solidFill>
            <a:srgbClr val="046A38"/>
          </a:solidFill>
        </p:grpSpPr>
        <p:sp>
          <p:nvSpPr>
            <p:cNvPr id="63" name="Rectangle 62">
              <a:extLst>
                <a:ext uri="{FF2B5EF4-FFF2-40B4-BE49-F238E27FC236}">
                  <a16:creationId xmlns:a16="http://schemas.microsoft.com/office/drawing/2014/main" id="{0BB4B40D-201D-4954-9283-F2DEDD2FA75F}"/>
                </a:ext>
              </a:extLst>
            </p:cNvPr>
            <p:cNvSpPr/>
            <p:nvPr/>
          </p:nvSpPr>
          <p:spPr bwMode="gray">
            <a:xfrm>
              <a:off x="1317199" y="5338500"/>
              <a:ext cx="53975" cy="90000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nvGrpSpPr>
            <p:cNvPr id="64" name="Group 63">
              <a:extLst>
                <a:ext uri="{FF2B5EF4-FFF2-40B4-BE49-F238E27FC236}">
                  <a16:creationId xmlns:a16="http://schemas.microsoft.com/office/drawing/2014/main" id="{2ADEA7D5-96F1-4A2B-8D89-1A7753FF1FB7}"/>
                </a:ext>
              </a:extLst>
            </p:cNvPr>
            <p:cNvGrpSpPr/>
            <p:nvPr/>
          </p:nvGrpSpPr>
          <p:grpSpPr>
            <a:xfrm>
              <a:off x="788561" y="5578321"/>
              <a:ext cx="558801" cy="463252"/>
              <a:chOff x="325438" y="2516609"/>
              <a:chExt cx="946411" cy="785253"/>
            </a:xfrm>
            <a:grpFill/>
          </p:grpSpPr>
          <p:sp>
            <p:nvSpPr>
              <p:cNvPr id="65" name="Oval 64">
                <a:extLst>
                  <a:ext uri="{FF2B5EF4-FFF2-40B4-BE49-F238E27FC236}">
                    <a16:creationId xmlns:a16="http://schemas.microsoft.com/office/drawing/2014/main" id="{2CA3CF33-9A5B-4396-9FAF-81FAD3805AD2}"/>
                  </a:ext>
                </a:extLst>
              </p:cNvPr>
              <p:cNvSpPr/>
              <p:nvPr/>
            </p:nvSpPr>
            <p:spPr bwMode="gray">
              <a:xfrm>
                <a:off x="456538" y="2645431"/>
                <a:ext cx="527610" cy="527610"/>
              </a:xfrm>
              <a:prstGeom prst="ellipse">
                <a:avLst/>
              </a:prstGeom>
              <a:grpFill/>
              <a:ln w="19050" algn="ctr">
                <a:solidFill>
                  <a:srgbClr val="046A38"/>
                </a:solidFill>
                <a:miter lim="800000"/>
                <a:headEnd/>
                <a:tailEnd/>
              </a:ln>
            </p:spPr>
            <p:txBody>
              <a:bodyPr wrap="square" lIns="0" tIns="0" rIns="0" bIns="0" rtlCol="0" anchor="ctr"/>
              <a:lstStyle/>
              <a:p>
                <a:pPr algn="ctr">
                  <a:lnSpc>
                    <a:spcPct val="106000"/>
                  </a:lnSpc>
                  <a:buFont typeface="Wingdings 2" pitchFamily="18" charset="2"/>
                  <a:buNone/>
                </a:pPr>
                <a:r>
                  <a:rPr lang="en-US" sz="1100" b="1" dirty="0">
                    <a:solidFill>
                      <a:schemeClr val="bg1"/>
                    </a:solidFill>
                  </a:rPr>
                  <a:t>5</a:t>
                </a:r>
                <a:endParaRPr lang="en-IN" sz="1100" b="1" dirty="0">
                  <a:solidFill>
                    <a:schemeClr val="bg1"/>
                  </a:solidFill>
                </a:endParaRPr>
              </a:p>
            </p:txBody>
          </p:sp>
          <p:grpSp>
            <p:nvGrpSpPr>
              <p:cNvPr id="66" name="Group 65">
                <a:extLst>
                  <a:ext uri="{FF2B5EF4-FFF2-40B4-BE49-F238E27FC236}">
                    <a16:creationId xmlns:a16="http://schemas.microsoft.com/office/drawing/2014/main" id="{4A14FDD2-B902-4E21-9385-C191A8A48E9D}"/>
                  </a:ext>
                </a:extLst>
              </p:cNvPr>
              <p:cNvGrpSpPr/>
              <p:nvPr/>
            </p:nvGrpSpPr>
            <p:grpSpPr>
              <a:xfrm>
                <a:off x="325438" y="2516609"/>
                <a:ext cx="946411" cy="785253"/>
                <a:chOff x="645617" y="2044422"/>
                <a:chExt cx="1186584" cy="984528"/>
              </a:xfrm>
              <a:grpFill/>
            </p:grpSpPr>
            <p:sp>
              <p:nvSpPr>
                <p:cNvPr id="67" name="Block Arc 66">
                  <a:extLst>
                    <a:ext uri="{FF2B5EF4-FFF2-40B4-BE49-F238E27FC236}">
                      <a16:creationId xmlns:a16="http://schemas.microsoft.com/office/drawing/2014/main" id="{F2F554C9-90CE-408B-A0A8-369867EED259}"/>
                    </a:ext>
                  </a:extLst>
                </p:cNvPr>
                <p:cNvSpPr/>
                <p:nvPr/>
              </p:nvSpPr>
              <p:spPr bwMode="gray">
                <a:xfrm rot="5400000">
                  <a:off x="645616" y="2044423"/>
                  <a:ext cx="984528" cy="984526"/>
                </a:xfrm>
                <a:prstGeom prst="blockArc">
                  <a:avLst>
                    <a:gd name="adj1" fmla="val 10800000"/>
                    <a:gd name="adj2" fmla="val 21428255"/>
                    <a:gd name="adj3" fmla="val 6468"/>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sp>
              <p:nvSpPr>
                <p:cNvPr id="68" name="Rectangle 67">
                  <a:extLst>
                    <a:ext uri="{FF2B5EF4-FFF2-40B4-BE49-F238E27FC236}">
                      <a16:creationId xmlns:a16="http://schemas.microsoft.com/office/drawing/2014/main" id="{FB6E4A50-4527-44F0-8BA7-9D43EC841C80}"/>
                    </a:ext>
                  </a:extLst>
                </p:cNvPr>
                <p:cNvSpPr/>
                <p:nvPr/>
              </p:nvSpPr>
              <p:spPr bwMode="gray">
                <a:xfrm>
                  <a:off x="1587734" y="2524266"/>
                  <a:ext cx="244467" cy="55320"/>
                </a:xfrm>
                <a:prstGeom prst="rect">
                  <a:avLst/>
                </a:prstGeom>
                <a:grpFill/>
                <a:ln w="19050" algn="ctr">
                  <a:solidFill>
                    <a:srgbClr val="046A38"/>
                  </a:solidFill>
                  <a:miter lim="800000"/>
                  <a:headEnd/>
                  <a:tailEnd/>
                </a:ln>
              </p:spPr>
              <p:txBody>
                <a:bodyPr wrap="square" lIns="83870" tIns="83870" rIns="83870" bIns="83870" rtlCol="0" anchor="ctr"/>
                <a:lstStyle/>
                <a:p>
                  <a:pPr algn="ctr">
                    <a:lnSpc>
                      <a:spcPct val="106000"/>
                    </a:lnSpc>
                    <a:buFont typeface="Wingdings 2" pitchFamily="18" charset="2"/>
                    <a:buNone/>
                  </a:pPr>
                  <a:endParaRPr lang="en-US" sz="1400" b="1" dirty="0">
                    <a:solidFill>
                      <a:schemeClr val="bg1"/>
                    </a:solidFill>
                  </a:endParaRPr>
                </a:p>
              </p:txBody>
            </p:sp>
          </p:grpSp>
        </p:grpSp>
      </p:grpSp>
      <p:sp>
        <p:nvSpPr>
          <p:cNvPr id="69" name="Rectangle 68">
            <a:extLst>
              <a:ext uri="{FF2B5EF4-FFF2-40B4-BE49-F238E27FC236}">
                <a16:creationId xmlns:a16="http://schemas.microsoft.com/office/drawing/2014/main" id="{E28E9FC8-4737-4C4E-843F-A12B6ED84270}"/>
              </a:ext>
            </a:extLst>
          </p:cNvPr>
          <p:cNvSpPr/>
          <p:nvPr/>
        </p:nvSpPr>
        <p:spPr bwMode="gray">
          <a:xfrm>
            <a:off x="1077624" y="5102725"/>
            <a:ext cx="4465670" cy="853957"/>
          </a:xfrm>
          <a:prstGeom prst="rect">
            <a:avLst/>
          </a:prstGeom>
          <a:solidFill>
            <a:srgbClr val="F7FBF9"/>
          </a:solidFill>
          <a:ln w="3175" algn="ctr">
            <a:solidFill>
              <a:srgbClr val="046A38"/>
            </a:solidFill>
            <a:prstDash val="sysDot"/>
            <a:miter lim="800000"/>
            <a:headEnd/>
            <a:tailEnd/>
          </a:ln>
        </p:spPr>
        <p:txBody>
          <a:bodyPr wrap="square" lIns="96308" tIns="96308" rIns="96308" bIns="96308" rtlCol="0" anchor="ctr"/>
          <a:lstStyle/>
          <a:p>
            <a:pPr>
              <a:lnSpc>
                <a:spcPct val="106000"/>
              </a:lnSpc>
              <a:buFont typeface="Wingdings 2" pitchFamily="18" charset="2"/>
              <a:buNone/>
            </a:pPr>
            <a:r>
              <a:rPr lang="en-US" sz="1400" i="1" dirty="0">
                <a:solidFill>
                  <a:srgbClr val="2C5234"/>
                </a:solidFill>
              </a:rPr>
              <a:t>Rich and long-standing experience in Distribution Utilities and Metering domain</a:t>
            </a:r>
            <a:endParaRPr lang="en-US" sz="1400" dirty="0">
              <a:solidFill>
                <a:srgbClr val="2C5234"/>
              </a:solidFill>
            </a:endParaRPr>
          </a:p>
        </p:txBody>
      </p:sp>
      <p:sp>
        <p:nvSpPr>
          <p:cNvPr id="70" name="Rectangle 69">
            <a:extLst>
              <a:ext uri="{FF2B5EF4-FFF2-40B4-BE49-F238E27FC236}">
                <a16:creationId xmlns:a16="http://schemas.microsoft.com/office/drawing/2014/main" id="{F0D32E40-1E14-452F-B02E-0FF28AD9BFA8}"/>
              </a:ext>
            </a:extLst>
          </p:cNvPr>
          <p:cNvSpPr/>
          <p:nvPr/>
        </p:nvSpPr>
        <p:spPr bwMode="gray">
          <a:xfrm>
            <a:off x="7254983" y="5159992"/>
            <a:ext cx="4449335" cy="853957"/>
          </a:xfrm>
          <a:prstGeom prst="rect">
            <a:avLst/>
          </a:prstGeom>
          <a:noFill/>
          <a:ln w="19050" algn="ctr">
            <a:solidFill>
              <a:srgbClr val="0070C0"/>
            </a:solidFill>
            <a:miter lim="800000"/>
            <a:headEnd/>
            <a:tailEnd/>
          </a:ln>
        </p:spPr>
        <p:txBody>
          <a:bodyPr wrap="square" lIns="88900" tIns="88900" rIns="88900" bIns="88900" rtlCol="0" anchor="ctr"/>
          <a:lstStyle/>
          <a:p>
            <a:pPr marL="171450" indent="-171450">
              <a:lnSpc>
                <a:spcPct val="106000"/>
              </a:lnSpc>
              <a:buFont typeface="Arial" panose="020B0604020202020204" pitchFamily="34" charset="0"/>
              <a:buChar char="•"/>
            </a:pPr>
            <a:r>
              <a:rPr lang="en-IN" sz="1100" dirty="0"/>
              <a:t>Support for the Smart Meter Project Component Preparation and Support for the SCADA DPR Preparation for the Energy Reform Programme </a:t>
            </a:r>
            <a:endParaRPr lang="en-US" sz="1100" dirty="0"/>
          </a:p>
        </p:txBody>
      </p:sp>
      <p:pic>
        <p:nvPicPr>
          <p:cNvPr id="71" name="Picture 4" descr="MPPMCL Recruitment 2021 -Apply For Medical Officer Jobs">
            <a:extLst>
              <a:ext uri="{FF2B5EF4-FFF2-40B4-BE49-F238E27FC236}">
                <a16:creationId xmlns:a16="http://schemas.microsoft.com/office/drawing/2014/main" id="{75CFE1B2-61D9-441F-9D55-45569D5497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55489" y="5247526"/>
            <a:ext cx="914400" cy="719770"/>
          </a:xfrm>
          <a:prstGeom prst="rect">
            <a:avLst/>
          </a:prstGeom>
          <a:noFill/>
          <a:effectLst>
            <a:outerShdw blurRad="50800" dist="38100" dir="16200000"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D56042E7-6F35-406D-9338-F8777AD92C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78448" y="4237652"/>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87619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kumimoji="0" lang="en-US" sz="2400" b="1" u="none" strike="noStrike" kern="1200" cap="none" spc="0" normalizeH="0" noProof="0" dirty="0">
              <a:ln>
                <a:noFill/>
              </a:ln>
              <a:solidFill>
                <a:prstClr val="white"/>
              </a:solidFill>
              <a:effectLst/>
              <a:uLnTx/>
              <a:uFillTx/>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p:txBody>
          <a:bodyPr/>
          <a:lstStyle/>
          <a:p>
            <a:r>
              <a:rPr lang="en-US" dirty="0"/>
              <a:t>Team Experience in Providing Similar Consultancy Services…(1/2)</a:t>
            </a:r>
            <a:endParaRPr lang="en-IN" dirty="0"/>
          </a:p>
        </p:txBody>
      </p:sp>
      <p:pic>
        <p:nvPicPr>
          <p:cNvPr id="1028" name="Picture 4" descr="CESC Limited">
            <a:extLst>
              <a:ext uri="{FF2B5EF4-FFF2-40B4-BE49-F238E27FC236}">
                <a16:creationId xmlns:a16="http://schemas.microsoft.com/office/drawing/2014/main" id="{0EBF5C5A-E0EA-4D8A-9580-77DF2108CC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1050" y="8440466"/>
            <a:ext cx="235162" cy="1180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0" name="Table 4">
            <a:extLst>
              <a:ext uri="{FF2B5EF4-FFF2-40B4-BE49-F238E27FC236}">
                <a16:creationId xmlns:a16="http://schemas.microsoft.com/office/drawing/2014/main" id="{A5607D2C-9A90-403F-9D7B-D5A60DFC328A}"/>
              </a:ext>
            </a:extLst>
          </p:cNvPr>
          <p:cNvGraphicFramePr>
            <a:graphicFrameLocks noGrp="1"/>
          </p:cNvGraphicFramePr>
          <p:nvPr>
            <p:extLst>
              <p:ext uri="{D42A27DB-BD31-4B8C-83A1-F6EECF244321}">
                <p14:modId xmlns:p14="http://schemas.microsoft.com/office/powerpoint/2010/main" val="2482841824"/>
              </p:ext>
            </p:extLst>
          </p:nvPr>
        </p:nvGraphicFramePr>
        <p:xfrm>
          <a:off x="501652" y="651604"/>
          <a:ext cx="11319448" cy="5765180"/>
        </p:xfrm>
        <a:graphic>
          <a:graphicData uri="http://schemas.openxmlformats.org/drawingml/2006/table">
            <a:tbl>
              <a:tblPr firstRow="1" bandRow="1">
                <a:tableStyleId>{69012ECD-51FC-41F1-AA8D-1B2483CD663E}</a:tableStyleId>
              </a:tblPr>
              <a:tblGrid>
                <a:gridCol w="1783152">
                  <a:extLst>
                    <a:ext uri="{9D8B030D-6E8A-4147-A177-3AD203B41FA5}">
                      <a16:colId xmlns:a16="http://schemas.microsoft.com/office/drawing/2014/main" val="860014011"/>
                    </a:ext>
                  </a:extLst>
                </a:gridCol>
                <a:gridCol w="1289856">
                  <a:extLst>
                    <a:ext uri="{9D8B030D-6E8A-4147-A177-3AD203B41FA5}">
                      <a16:colId xmlns:a16="http://schemas.microsoft.com/office/drawing/2014/main" val="3893505609"/>
                    </a:ext>
                  </a:extLst>
                </a:gridCol>
                <a:gridCol w="2952558">
                  <a:extLst>
                    <a:ext uri="{9D8B030D-6E8A-4147-A177-3AD203B41FA5}">
                      <a16:colId xmlns:a16="http://schemas.microsoft.com/office/drawing/2014/main" val="2733398844"/>
                    </a:ext>
                  </a:extLst>
                </a:gridCol>
                <a:gridCol w="5293882">
                  <a:extLst>
                    <a:ext uri="{9D8B030D-6E8A-4147-A177-3AD203B41FA5}">
                      <a16:colId xmlns:a16="http://schemas.microsoft.com/office/drawing/2014/main" val="64323395"/>
                    </a:ext>
                  </a:extLst>
                </a:gridCol>
              </a:tblGrid>
              <a:tr h="456344">
                <a:tc>
                  <a:txBody>
                    <a:bodyPr/>
                    <a:lstStyle/>
                    <a:p>
                      <a:r>
                        <a:rPr lang="en-US" sz="1200" dirty="0"/>
                        <a:t>Type of Experience </a:t>
                      </a:r>
                    </a:p>
                  </a:txBody>
                  <a:tcPr/>
                </a:tc>
                <a:tc>
                  <a:txBody>
                    <a:bodyPr/>
                    <a:lstStyle/>
                    <a:p>
                      <a:r>
                        <a:rPr lang="en-US" sz="1200" dirty="0"/>
                        <a:t>Client Name </a:t>
                      </a:r>
                    </a:p>
                  </a:txBody>
                  <a:tcPr/>
                </a:tc>
                <a:tc>
                  <a:txBody>
                    <a:bodyPr/>
                    <a:lstStyle/>
                    <a:p>
                      <a:r>
                        <a:rPr lang="en-US" sz="1200" dirty="0"/>
                        <a:t>Project Name </a:t>
                      </a:r>
                    </a:p>
                  </a:txBody>
                  <a:tcPr/>
                </a:tc>
                <a:tc>
                  <a:txBody>
                    <a:bodyPr/>
                    <a:lstStyle/>
                    <a:p>
                      <a:r>
                        <a:rPr lang="en-US" sz="1200" dirty="0"/>
                        <a:t>Key Points </a:t>
                      </a:r>
                    </a:p>
                  </a:txBody>
                  <a:tcPr/>
                </a:tc>
                <a:extLst>
                  <a:ext uri="{0D108BD9-81ED-4DB2-BD59-A6C34878D82A}">
                    <a16:rowId xmlns:a16="http://schemas.microsoft.com/office/drawing/2014/main" val="980247312"/>
                  </a:ext>
                </a:extLst>
              </a:tr>
              <a:tr h="456344">
                <a:tc rowSpan="4">
                  <a:txBody>
                    <a:bodyPr/>
                    <a:lstStyle/>
                    <a:p>
                      <a:pPr algn="just"/>
                      <a:r>
                        <a:rPr lang="en-US" sz="1200" b="1" dirty="0"/>
                        <a:t>PMC </a:t>
                      </a:r>
                    </a:p>
                  </a:txBody>
                  <a:tcPr anchor="ctr">
                    <a:lnB w="12700" cap="flat" cmpd="sng" algn="ctr">
                      <a:solidFill>
                        <a:schemeClr val="accent1"/>
                      </a:solidFill>
                      <a:prstDash val="solid"/>
                      <a:round/>
                      <a:headEnd type="none" w="med" len="med"/>
                      <a:tailEnd type="none" w="med" len="med"/>
                    </a:lnB>
                    <a:noFill/>
                  </a:tcPr>
                </a:tc>
                <a:tc>
                  <a:txBody>
                    <a:bodyPr/>
                    <a:lstStyle/>
                    <a:p>
                      <a:pPr algn="ctr"/>
                      <a:r>
                        <a:rPr lang="en-US" sz="1200" dirty="0"/>
                        <a:t> JBVNL, Ranchi </a:t>
                      </a:r>
                    </a:p>
                  </a:txBody>
                  <a:tcPr anchor="ctr"/>
                </a:tc>
                <a:tc>
                  <a:txBody>
                    <a:bodyPr/>
                    <a:lstStyle/>
                    <a:p>
                      <a:pPr marL="171450" indent="-171450" algn="just">
                        <a:buFont typeface="Wingdings" panose="05000000000000000000" pitchFamily="2" charset="2"/>
                        <a:buChar char="§"/>
                      </a:pPr>
                      <a:r>
                        <a:rPr lang="en-US" sz="1200" dirty="0"/>
                        <a:t>PMC support for ICT and OT Implementations</a:t>
                      </a:r>
                    </a:p>
                  </a:txBody>
                  <a:tcPr anchor="ctr"/>
                </a:tc>
                <a:tc>
                  <a:txBody>
                    <a:bodyPr/>
                    <a:lstStyle/>
                    <a:p>
                      <a:pPr marL="171450" marR="0" lvl="0" indent="-171450" algn="just" defTabSz="1219231"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IN" sz="1200" kern="1200" dirty="0">
                          <a:solidFill>
                            <a:schemeClr val="dk1"/>
                          </a:solidFill>
                          <a:effectLst/>
                        </a:rPr>
                        <a:t>Support for Bid Process Management processes for procurement and implementation of Smart meters in Ranchi </a:t>
                      </a:r>
                      <a:endParaRPr lang="en-US" sz="12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351836857"/>
                  </a:ext>
                </a:extLst>
              </a:tr>
              <a:tr h="821419">
                <a:tc vMerge="1">
                  <a:txBody>
                    <a:bodyPr/>
                    <a:lstStyle/>
                    <a:p>
                      <a:endParaRPr lang="en-US" sz="1200"/>
                    </a:p>
                  </a:txBody>
                  <a:tcPr/>
                </a:tc>
                <a:tc>
                  <a:txBody>
                    <a:bodyPr/>
                    <a:lstStyle/>
                    <a:p>
                      <a:pPr algn="ctr"/>
                      <a:r>
                        <a:rPr lang="en-US" sz="1200" dirty="0"/>
                        <a:t>Larson and Toubro NDMC, UP and Haryana</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Smart meter cyber security assessment for UP, Haryana , NDMC and EESL.</a:t>
                      </a:r>
                    </a:p>
                  </a:txBody>
                  <a:tcPr anchor="ctr"/>
                </a:tc>
                <a:tc>
                  <a:txBody>
                    <a:bodyPr/>
                    <a:lstStyle/>
                    <a:p>
                      <a:pPr marL="171450" indent="-171450" algn="just">
                        <a:spcBef>
                          <a:spcPts val="600"/>
                        </a:spcBef>
                        <a:buFont typeface="Wingdings" panose="05000000000000000000" pitchFamily="2" charset="2"/>
                        <a:buChar char="§"/>
                      </a:pPr>
                      <a:r>
                        <a:rPr lang="en-US" sz="1200" dirty="0"/>
                        <a:t>Cyber security assessment for L&amp;T smart metering infrastructure, for over </a:t>
                      </a:r>
                      <a:r>
                        <a:rPr lang="en-US" sz="1200" b="1" dirty="0"/>
                        <a:t>13.2 Lakh meters </a:t>
                      </a:r>
                      <a:r>
                        <a:rPr lang="en-US" sz="1200" dirty="0"/>
                        <a:t>for UP, Haryana and NDMC. </a:t>
                      </a:r>
                    </a:p>
                  </a:txBody>
                  <a:tcPr anchor="ctr"/>
                </a:tc>
                <a:extLst>
                  <a:ext uri="{0D108BD9-81ED-4DB2-BD59-A6C34878D82A}">
                    <a16:rowId xmlns:a16="http://schemas.microsoft.com/office/drawing/2014/main" val="1226174240"/>
                  </a:ext>
                </a:extLst>
              </a:tr>
              <a:tr h="456344">
                <a:tc vMerge="1">
                  <a:txBody>
                    <a:bodyPr/>
                    <a:lstStyle/>
                    <a:p>
                      <a:endParaRPr lang="en-US" sz="1200"/>
                    </a:p>
                  </a:txBody>
                  <a:tcPr/>
                </a:tc>
                <a:tc>
                  <a:txBody>
                    <a:bodyPr/>
                    <a:lstStyle/>
                    <a:p>
                      <a:pPr algn="ctr"/>
                      <a:r>
                        <a:rPr lang="en-US" sz="1200" dirty="0"/>
                        <a:t>Bosch </a:t>
                      </a:r>
                    </a:p>
                  </a:txBody>
                  <a:tcPr anchor="ctr"/>
                </a:tc>
                <a:tc>
                  <a:txBody>
                    <a:bodyPr/>
                    <a:lstStyle/>
                    <a:p>
                      <a:pPr marL="171450" indent="-171450" algn="just">
                        <a:buFont typeface="Wingdings" panose="05000000000000000000" pitchFamily="2" charset="2"/>
                        <a:buChar char="§"/>
                      </a:pPr>
                      <a:r>
                        <a:rPr lang="en-US" sz="1200" dirty="0"/>
                        <a:t>Smart meter security assessment for Bosch Rajasthan region.</a:t>
                      </a:r>
                    </a:p>
                  </a:txBody>
                  <a:tcPr anchor="ctr"/>
                </a:tc>
                <a:tc>
                  <a:txBody>
                    <a:bodyPr/>
                    <a:lstStyle/>
                    <a:p>
                      <a:pPr marL="171450" indent="-171450" algn="just">
                        <a:spcBef>
                          <a:spcPts val="600"/>
                        </a:spcBef>
                        <a:buFont typeface="Wingdings" panose="05000000000000000000" pitchFamily="2" charset="2"/>
                        <a:buChar char="§"/>
                      </a:pPr>
                      <a:r>
                        <a:rPr lang="en-US" sz="1200" dirty="0"/>
                        <a:t>Perform cyber security assessment for smart meter Rajasthan. Over </a:t>
                      </a:r>
                      <a:r>
                        <a:rPr lang="en-US" sz="1200" b="1" dirty="0"/>
                        <a:t>22,000 smart meters </a:t>
                      </a:r>
                      <a:r>
                        <a:rPr lang="en-US" sz="1200" dirty="0"/>
                        <a:t>installed.</a:t>
                      </a:r>
                    </a:p>
                  </a:txBody>
                  <a:tcPr anchor="ctr"/>
                </a:tc>
                <a:extLst>
                  <a:ext uri="{0D108BD9-81ED-4DB2-BD59-A6C34878D82A}">
                    <a16:rowId xmlns:a16="http://schemas.microsoft.com/office/drawing/2014/main" val="3456872494"/>
                  </a:ext>
                </a:extLst>
              </a:tr>
              <a:tr h="451725">
                <a:tc vMerge="1">
                  <a:txBody>
                    <a:bodyPr/>
                    <a:lstStyle/>
                    <a:p>
                      <a:endParaRPr lang="en-US" sz="1200" b="1"/>
                    </a:p>
                  </a:txBody>
                  <a:tcPr anchor="ctr">
                    <a:lnT w="12700" cap="flat" cmpd="sng" algn="ctr">
                      <a:solidFill>
                        <a:schemeClr val="bg1"/>
                      </a:solidFill>
                      <a:prstDash val="solid"/>
                      <a:round/>
                      <a:headEnd type="none" w="med" len="med"/>
                      <a:tailEnd type="none" w="med" len="med"/>
                    </a:lnT>
                  </a:tcPr>
                </a:tc>
                <a:tc>
                  <a:txBody>
                    <a:bodyPr/>
                    <a:lstStyle/>
                    <a:p>
                      <a:pPr algn="ctr"/>
                      <a:r>
                        <a:rPr lang="en-US" sz="1100" dirty="0"/>
                        <a:t>POSOCO, Delhi</a:t>
                      </a:r>
                    </a:p>
                  </a:txBody>
                  <a:tcPr anchor="ctr"/>
                </a:tc>
                <a:tc>
                  <a:txBody>
                    <a:bodyPr/>
                    <a:lstStyle/>
                    <a:p>
                      <a:pPr marL="171450" indent="-171450" algn="just">
                        <a:buFont typeface="Wingdings" panose="05000000000000000000" pitchFamily="2" charset="2"/>
                        <a:buChar char="§"/>
                      </a:pPr>
                      <a:r>
                        <a:rPr lang="en-US" sz="1100" dirty="0"/>
                        <a:t>National Open Access Registry (NOAR) portal UAT</a:t>
                      </a:r>
                    </a:p>
                  </a:txBody>
                  <a:tcPr anchor="ctr"/>
                </a:tc>
                <a:tc>
                  <a:txBody>
                    <a:bodyPr/>
                    <a:lstStyle/>
                    <a:p>
                      <a:pPr marL="171450" indent="-171450" algn="just">
                        <a:spcBef>
                          <a:spcPts val="600"/>
                        </a:spcBef>
                        <a:buFont typeface="Wingdings" panose="05000000000000000000" pitchFamily="2" charset="2"/>
                        <a:buChar char="§"/>
                      </a:pPr>
                      <a:r>
                        <a:rPr lang="en-US" sz="1100" dirty="0"/>
                        <a:t>Monitoring and reporting of SI functions</a:t>
                      </a:r>
                    </a:p>
                  </a:txBody>
                  <a:tcPr/>
                </a:tc>
                <a:extLst>
                  <a:ext uri="{0D108BD9-81ED-4DB2-BD59-A6C34878D82A}">
                    <a16:rowId xmlns:a16="http://schemas.microsoft.com/office/drawing/2014/main" val="686010694"/>
                  </a:ext>
                </a:extLst>
              </a:tr>
              <a:tr h="632415">
                <a:tc rowSpan="2">
                  <a:txBody>
                    <a:bodyPr/>
                    <a:lstStyle/>
                    <a:p>
                      <a:pPr marL="0" marR="0" lvl="0" indent="0" algn="just" defTabSz="1219231" rtl="0" eaLnBrk="1" fontAlgn="auto" latinLnBrk="0" hangingPunct="1">
                        <a:lnSpc>
                          <a:spcPct val="100000"/>
                        </a:lnSpc>
                        <a:spcBef>
                          <a:spcPts val="0"/>
                        </a:spcBef>
                        <a:spcAft>
                          <a:spcPts val="0"/>
                        </a:spcAft>
                        <a:buClrTx/>
                        <a:buSzTx/>
                        <a:buFontTx/>
                        <a:buNone/>
                        <a:tabLst/>
                        <a:defRPr/>
                      </a:pPr>
                      <a:r>
                        <a:rPr lang="en-US" sz="1200" b="1" dirty="0"/>
                        <a:t>Smart Metering </a:t>
                      </a: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r>
                        <a:rPr lang="en-US" sz="1200" dirty="0"/>
                        <a:t>Bharti Infratel</a:t>
                      </a:r>
                    </a:p>
                  </a:txBody>
                  <a:tcPr anchor="ctr"/>
                </a:tc>
                <a:tc>
                  <a:txBody>
                    <a:bodyPr/>
                    <a:lstStyle/>
                    <a:p>
                      <a:pPr marL="171450" indent="-171450" algn="just">
                        <a:buFont typeface="Wingdings" panose="05000000000000000000" pitchFamily="2" charset="2"/>
                        <a:buChar char="§"/>
                      </a:pPr>
                      <a:r>
                        <a:rPr lang="en-US" sz="1200" dirty="0"/>
                        <a:t>Consultant to BHARTI INFRATEL in NE Circle</a:t>
                      </a:r>
                    </a:p>
                  </a:txBody>
                  <a:tcPr anchor="ctr"/>
                </a:tc>
                <a:tc>
                  <a:txBody>
                    <a:bodyPr/>
                    <a:lstStyle/>
                    <a:p>
                      <a:pPr marL="171450" marR="0" lvl="0" indent="-171450" algn="just" defTabSz="1219231"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200" dirty="0"/>
                        <a:t>Assist in technology change for Bharti Infratel’s internal billing system, ensuring </a:t>
                      </a:r>
                      <a:r>
                        <a:rPr lang="en-US" sz="1200" dirty="0">
                          <a:solidFill>
                            <a:schemeClr val="tx1"/>
                          </a:solidFill>
                        </a:rPr>
                        <a:t>compliance with  Smart Meters.</a:t>
                      </a:r>
                    </a:p>
                  </a:txBody>
                  <a:tcPr anchor="ctr"/>
                </a:tc>
                <a:extLst>
                  <a:ext uri="{0D108BD9-81ED-4DB2-BD59-A6C34878D82A}">
                    <a16:rowId xmlns:a16="http://schemas.microsoft.com/office/drawing/2014/main" val="361962675"/>
                  </a:ext>
                </a:extLst>
              </a:tr>
              <a:tr h="613874">
                <a:tc vMerge="1">
                  <a:txBody>
                    <a:bodyPr/>
                    <a:lstStyle/>
                    <a:p>
                      <a:endParaRPr lang="en-US" sz="1200"/>
                    </a:p>
                  </a:txBody>
                  <a:tcPr/>
                </a:tc>
                <a:tc>
                  <a:txBody>
                    <a:bodyPr/>
                    <a:lstStyle/>
                    <a:p>
                      <a:pPr algn="ctr"/>
                      <a:r>
                        <a:rPr lang="en-US" sz="1200" dirty="0"/>
                        <a:t>APDCL </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Oversaw Smart Grid Pilot Project implementation in Guwahati Zone </a:t>
                      </a:r>
                    </a:p>
                  </a:txBody>
                  <a:tcPr anchor="ctr"/>
                </a:tc>
                <a:tc>
                  <a:txBody>
                    <a:bodyPr/>
                    <a:lstStyle/>
                    <a:p>
                      <a:pPr marL="171450" indent="-171450" algn="just">
                        <a:spcBef>
                          <a:spcPts val="600"/>
                        </a:spcBef>
                        <a:buFont typeface="Wingdings" panose="05000000000000000000" pitchFamily="2" charset="2"/>
                        <a:buChar char="§"/>
                      </a:pPr>
                      <a:r>
                        <a:rPr lang="en-US" sz="1200" dirty="0"/>
                        <a:t>Rollout of smart meter, data concentrator unit</a:t>
                      </a:r>
                    </a:p>
                  </a:txBody>
                  <a:tcPr anchor="ctr"/>
                </a:tc>
                <a:extLst>
                  <a:ext uri="{0D108BD9-81ED-4DB2-BD59-A6C34878D82A}">
                    <a16:rowId xmlns:a16="http://schemas.microsoft.com/office/drawing/2014/main" val="2369590326"/>
                  </a:ext>
                </a:extLst>
              </a:tr>
              <a:tr h="707703">
                <a:tc rowSpan="3">
                  <a:txBody>
                    <a:bodyPr/>
                    <a:lstStyle/>
                    <a:p>
                      <a:pPr algn="just"/>
                      <a:r>
                        <a:rPr lang="en-US" sz="1200" b="1" dirty="0"/>
                        <a:t>MDMS </a:t>
                      </a:r>
                    </a:p>
                  </a:txBody>
                  <a:tcPr anchor="ctr">
                    <a:lnT w="12700" cap="flat" cmpd="sng" algn="ctr">
                      <a:solidFill>
                        <a:schemeClr val="accent1"/>
                      </a:solidFill>
                      <a:prstDash val="solid"/>
                      <a:round/>
                      <a:headEnd type="none" w="med" len="med"/>
                      <a:tailEnd type="none" w="med" len="med"/>
                    </a:lnT>
                    <a:noFill/>
                  </a:tcPr>
                </a:tc>
                <a:tc>
                  <a:txBody>
                    <a:bodyPr/>
                    <a:lstStyle/>
                    <a:p>
                      <a:pPr algn="ctr"/>
                      <a:r>
                        <a:rPr lang="en-US" sz="1200" dirty="0"/>
                        <a:t>JBVNL, </a:t>
                      </a:r>
                    </a:p>
                    <a:p>
                      <a:pPr algn="ctr"/>
                      <a:r>
                        <a:rPr lang="en-US" sz="1200" dirty="0"/>
                        <a:t>Ranchi</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Pct val="110000"/>
                        <a:buFont typeface="Wingdings" panose="05000000000000000000" pitchFamily="2" charset="2"/>
                        <a:buChar char="§"/>
                        <a:tabLst/>
                        <a:defRPr/>
                      </a:pPr>
                      <a:r>
                        <a:rPr lang="en-US" sz="1200" dirty="0"/>
                        <a:t>Technical advisory services for Smart metering implementation in Jharkhand</a:t>
                      </a:r>
                    </a:p>
                  </a:txBody>
                  <a:tcPr anchor="ctr"/>
                </a:tc>
                <a:tc>
                  <a:txBody>
                    <a:bodyPr/>
                    <a:lstStyle/>
                    <a:p>
                      <a:pPr marL="171450" indent="-171450" algn="just">
                        <a:spcBef>
                          <a:spcPts val="600"/>
                        </a:spcBef>
                        <a:buFont typeface="Wingdings" panose="05000000000000000000" pitchFamily="2" charset="2"/>
                        <a:buChar char="§"/>
                      </a:pPr>
                      <a:r>
                        <a:rPr lang="en-US" sz="1200" dirty="0"/>
                        <a:t>Prepare solution integration architecture with MBC, MDMS, HES &amp; CIS</a:t>
                      </a:r>
                    </a:p>
                  </a:txBody>
                  <a:tcPr anchor="ctr"/>
                </a:tc>
                <a:extLst>
                  <a:ext uri="{0D108BD9-81ED-4DB2-BD59-A6C34878D82A}">
                    <a16:rowId xmlns:a16="http://schemas.microsoft.com/office/drawing/2014/main" val="90377170"/>
                  </a:ext>
                </a:extLst>
              </a:tr>
              <a:tr h="456344">
                <a:tc vMerge="1">
                  <a:txBody>
                    <a:bodyPr/>
                    <a:lstStyle/>
                    <a:p>
                      <a:endParaRPr lang="en-US" sz="1200" b="1"/>
                    </a:p>
                  </a:txBody>
                  <a:tcPr/>
                </a:tc>
                <a:tc>
                  <a:txBody>
                    <a:bodyPr/>
                    <a:lstStyle/>
                    <a:p>
                      <a:pPr algn="ctr"/>
                      <a:r>
                        <a:rPr lang="en-US" sz="1200" dirty="0"/>
                        <a:t>HPSEBL</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Pct val="110000"/>
                        <a:buFont typeface="Wingdings" panose="05000000000000000000" pitchFamily="2" charset="2"/>
                        <a:buChar char="§"/>
                        <a:tabLst/>
                        <a:defRPr/>
                      </a:pPr>
                      <a:r>
                        <a:rPr lang="en-US" sz="1200" dirty="0"/>
                        <a:t>Preparation of action plan and DPR  under RDSS</a:t>
                      </a:r>
                    </a:p>
                  </a:txBody>
                  <a:tcPr anchor="ctr"/>
                </a:tc>
                <a:tc>
                  <a:txBody>
                    <a:bodyPr/>
                    <a:lstStyle/>
                    <a:p>
                      <a:pPr marL="171450" indent="-171450" algn="just">
                        <a:spcBef>
                          <a:spcPts val="600"/>
                        </a:spcBef>
                        <a:buFont typeface="Wingdings" panose="05000000000000000000" pitchFamily="2" charset="2"/>
                        <a:buChar char="§"/>
                      </a:pPr>
                      <a:r>
                        <a:rPr lang="en-US" sz="1200" dirty="0"/>
                        <a:t>DPR and action plan preparation for Smart Metering, HES,  MDM and Billing solution</a:t>
                      </a:r>
                    </a:p>
                  </a:txBody>
                  <a:tcPr anchor="ctr"/>
                </a:tc>
                <a:extLst>
                  <a:ext uri="{0D108BD9-81ED-4DB2-BD59-A6C34878D82A}">
                    <a16:rowId xmlns:a16="http://schemas.microsoft.com/office/drawing/2014/main" val="3084806172"/>
                  </a:ext>
                </a:extLst>
              </a:tr>
              <a:tr h="707703">
                <a:tc vMerge="1">
                  <a:txBody>
                    <a:bodyPr/>
                    <a:lstStyle/>
                    <a:p>
                      <a:endParaRPr lang="en-US" sz="1200" b="1"/>
                    </a:p>
                  </a:txBody>
                  <a:tcPr anchor="ctr"/>
                </a:tc>
                <a:tc>
                  <a:txBody>
                    <a:bodyPr/>
                    <a:lstStyle/>
                    <a:p>
                      <a:pPr algn="ctr"/>
                      <a:r>
                        <a:rPr lang="en-US" sz="1200" dirty="0"/>
                        <a:t>CESC Projects Ltd.</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Pct val="110000"/>
                        <a:buFont typeface="Wingdings" panose="05000000000000000000" pitchFamily="2" charset="2"/>
                        <a:buChar char="§"/>
                        <a:tabLst/>
                        <a:defRPr/>
                      </a:pPr>
                      <a:r>
                        <a:rPr lang="en-US" sz="1200" dirty="0"/>
                        <a:t>Strategy and Operationalization of Distribution Franchisees</a:t>
                      </a:r>
                    </a:p>
                  </a:txBody>
                  <a:tcPr anchor="ctr"/>
                </a:tc>
                <a:tc>
                  <a:txBody>
                    <a:bodyPr/>
                    <a:lstStyle/>
                    <a:p>
                      <a:pPr marL="171450" indent="-171450" algn="just">
                        <a:spcBef>
                          <a:spcPts val="600"/>
                        </a:spcBef>
                        <a:buFont typeface="Wingdings" panose="05000000000000000000" pitchFamily="2" charset="2"/>
                        <a:buChar char="§"/>
                      </a:pPr>
                      <a:r>
                        <a:rPr lang="en-US" sz="1200" dirty="0"/>
                        <a:t>smart metering including MDMS and HES integration For city of Kota</a:t>
                      </a:r>
                      <a:endParaRPr lang="en-US" sz="1200" b="1" dirty="0"/>
                    </a:p>
                  </a:txBody>
                  <a:tcPr anchor="ctr"/>
                </a:tc>
                <a:extLst>
                  <a:ext uri="{0D108BD9-81ED-4DB2-BD59-A6C34878D82A}">
                    <a16:rowId xmlns:a16="http://schemas.microsoft.com/office/drawing/2014/main" val="4203811324"/>
                  </a:ext>
                </a:extLst>
              </a:tr>
            </a:tbl>
          </a:graphicData>
        </a:graphic>
      </p:graphicFrame>
    </p:spTree>
    <p:extLst>
      <p:ext uri="{BB962C8B-B14F-4D97-AF65-F5344CB8AC3E}">
        <p14:creationId xmlns:p14="http://schemas.microsoft.com/office/powerpoint/2010/main" val="58710817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kumimoji="0" lang="en-US" sz="2400" b="1" u="none" strike="noStrike" kern="1200" cap="none" spc="0" normalizeH="0" noProof="0" dirty="0">
              <a:ln>
                <a:noFill/>
              </a:ln>
              <a:solidFill>
                <a:prstClr val="white"/>
              </a:solidFill>
              <a:effectLst/>
              <a:uLnTx/>
              <a:uFillTx/>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p:txBody>
          <a:bodyPr/>
          <a:lstStyle/>
          <a:p>
            <a:r>
              <a:rPr lang="en-US" dirty="0"/>
              <a:t>Team Experience in Providing Similar Consultancy Services…(2/2)</a:t>
            </a:r>
            <a:endParaRPr lang="en-IN" dirty="0"/>
          </a:p>
        </p:txBody>
      </p:sp>
      <p:pic>
        <p:nvPicPr>
          <p:cNvPr id="1028" name="Picture 4" descr="CESC Limited">
            <a:extLst>
              <a:ext uri="{FF2B5EF4-FFF2-40B4-BE49-F238E27FC236}">
                <a16:creationId xmlns:a16="http://schemas.microsoft.com/office/drawing/2014/main" id="{0EBF5C5A-E0EA-4D8A-9580-77DF2108CC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1050" y="8440466"/>
            <a:ext cx="235162" cy="1180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4">
            <a:extLst>
              <a:ext uri="{FF2B5EF4-FFF2-40B4-BE49-F238E27FC236}">
                <a16:creationId xmlns:a16="http://schemas.microsoft.com/office/drawing/2014/main" id="{F2997122-C0B1-4816-9C29-107D78612FB5}"/>
              </a:ext>
            </a:extLst>
          </p:cNvPr>
          <p:cNvGraphicFramePr>
            <a:graphicFrameLocks noGrp="1"/>
          </p:cNvGraphicFramePr>
          <p:nvPr>
            <p:extLst>
              <p:ext uri="{D42A27DB-BD31-4B8C-83A1-F6EECF244321}">
                <p14:modId xmlns:p14="http://schemas.microsoft.com/office/powerpoint/2010/main" val="1749949181"/>
              </p:ext>
            </p:extLst>
          </p:nvPr>
        </p:nvGraphicFramePr>
        <p:xfrm>
          <a:off x="501650" y="651602"/>
          <a:ext cx="11308432" cy="5576477"/>
        </p:xfrm>
        <a:graphic>
          <a:graphicData uri="http://schemas.openxmlformats.org/drawingml/2006/table">
            <a:tbl>
              <a:tblPr firstRow="1" bandRow="1">
                <a:tableStyleId>{69012ECD-51FC-41F1-AA8D-1B2483CD663E}</a:tableStyleId>
              </a:tblPr>
              <a:tblGrid>
                <a:gridCol w="1781417">
                  <a:extLst>
                    <a:ext uri="{9D8B030D-6E8A-4147-A177-3AD203B41FA5}">
                      <a16:colId xmlns:a16="http://schemas.microsoft.com/office/drawing/2014/main" val="860014011"/>
                    </a:ext>
                  </a:extLst>
                </a:gridCol>
                <a:gridCol w="1288601">
                  <a:extLst>
                    <a:ext uri="{9D8B030D-6E8A-4147-A177-3AD203B41FA5}">
                      <a16:colId xmlns:a16="http://schemas.microsoft.com/office/drawing/2014/main" val="3893505609"/>
                    </a:ext>
                  </a:extLst>
                </a:gridCol>
                <a:gridCol w="2949685">
                  <a:extLst>
                    <a:ext uri="{9D8B030D-6E8A-4147-A177-3AD203B41FA5}">
                      <a16:colId xmlns:a16="http://schemas.microsoft.com/office/drawing/2014/main" val="2733398844"/>
                    </a:ext>
                  </a:extLst>
                </a:gridCol>
                <a:gridCol w="5288729">
                  <a:extLst>
                    <a:ext uri="{9D8B030D-6E8A-4147-A177-3AD203B41FA5}">
                      <a16:colId xmlns:a16="http://schemas.microsoft.com/office/drawing/2014/main" val="64323395"/>
                    </a:ext>
                  </a:extLst>
                </a:gridCol>
              </a:tblGrid>
              <a:tr h="528095">
                <a:tc>
                  <a:txBody>
                    <a:bodyPr/>
                    <a:lstStyle/>
                    <a:p>
                      <a:r>
                        <a:rPr lang="en-US" sz="1200" dirty="0"/>
                        <a:t>Type of Experience </a:t>
                      </a:r>
                    </a:p>
                  </a:txBody>
                  <a:tcPr/>
                </a:tc>
                <a:tc>
                  <a:txBody>
                    <a:bodyPr/>
                    <a:lstStyle/>
                    <a:p>
                      <a:r>
                        <a:rPr lang="en-US" sz="1200" dirty="0"/>
                        <a:t>Client Name </a:t>
                      </a:r>
                    </a:p>
                  </a:txBody>
                  <a:tcPr/>
                </a:tc>
                <a:tc>
                  <a:txBody>
                    <a:bodyPr/>
                    <a:lstStyle/>
                    <a:p>
                      <a:r>
                        <a:rPr lang="en-US" sz="1200" dirty="0"/>
                        <a:t>Project Name </a:t>
                      </a:r>
                    </a:p>
                  </a:txBody>
                  <a:tcPr/>
                </a:tc>
                <a:tc>
                  <a:txBody>
                    <a:bodyPr/>
                    <a:lstStyle/>
                    <a:p>
                      <a:r>
                        <a:rPr lang="en-US" sz="1200" dirty="0"/>
                        <a:t>Key Points </a:t>
                      </a:r>
                    </a:p>
                  </a:txBody>
                  <a:tcPr/>
                </a:tc>
                <a:extLst>
                  <a:ext uri="{0D108BD9-81ED-4DB2-BD59-A6C34878D82A}">
                    <a16:rowId xmlns:a16="http://schemas.microsoft.com/office/drawing/2014/main" val="980247312"/>
                  </a:ext>
                </a:extLst>
              </a:tr>
              <a:tr h="528095">
                <a:tc rowSpan="2">
                  <a:txBody>
                    <a:bodyPr/>
                    <a:lstStyle/>
                    <a:p>
                      <a:pPr algn="just"/>
                      <a:r>
                        <a:rPr lang="en-US" sz="1200" b="1" dirty="0"/>
                        <a:t>Cloud Computation </a:t>
                      </a:r>
                    </a:p>
                  </a:txBody>
                  <a:tcPr anchor="ctr">
                    <a:lnB w="12700" cap="flat" cmpd="sng" algn="ctr">
                      <a:solidFill>
                        <a:schemeClr val="accent1"/>
                      </a:solidFill>
                      <a:prstDash val="solid"/>
                      <a:round/>
                      <a:headEnd type="none" w="med" len="med"/>
                      <a:tailEnd type="none" w="med" len="med"/>
                    </a:lnB>
                    <a:noFill/>
                  </a:tcPr>
                </a:tc>
                <a:tc>
                  <a:txBody>
                    <a:bodyPr/>
                    <a:lstStyle/>
                    <a:p>
                      <a:pPr algn="ctr"/>
                      <a:r>
                        <a:rPr lang="en-US" sz="1200" dirty="0"/>
                        <a:t>BOSCH, India</a:t>
                      </a:r>
                    </a:p>
                  </a:txBody>
                  <a:tcPr anchor="ctr"/>
                </a:tc>
                <a:tc>
                  <a:txBody>
                    <a:bodyPr/>
                    <a:lstStyle/>
                    <a:p>
                      <a:pPr marL="171450" indent="-171450" algn="just">
                        <a:buFont typeface="Wingdings" panose="05000000000000000000" pitchFamily="2" charset="2"/>
                        <a:buChar char="§"/>
                      </a:pPr>
                      <a:r>
                        <a:rPr lang="en-US" sz="1200" dirty="0"/>
                        <a:t>Smart Meter, data on cloud and  Cyber security assessment</a:t>
                      </a:r>
                    </a:p>
                  </a:txBody>
                  <a:tcPr anchor="ctr"/>
                </a:tc>
                <a:tc>
                  <a:txBody>
                    <a:bodyPr/>
                    <a:lstStyle/>
                    <a:p>
                      <a:pPr marL="171450" indent="-171450" algn="just">
                        <a:spcBef>
                          <a:spcPts val="600"/>
                        </a:spcBef>
                        <a:buFont typeface="Wingdings" panose="05000000000000000000" pitchFamily="2" charset="2"/>
                        <a:buChar char="§"/>
                      </a:pPr>
                      <a:r>
                        <a:rPr lang="en-US" sz="1200" dirty="0"/>
                        <a:t>Creating a customized framework for Bosch-EESL AMI Infrastructure hosted on Azure </a:t>
                      </a:r>
                    </a:p>
                  </a:txBody>
                  <a:tcPr/>
                </a:tc>
                <a:extLst>
                  <a:ext uri="{0D108BD9-81ED-4DB2-BD59-A6C34878D82A}">
                    <a16:rowId xmlns:a16="http://schemas.microsoft.com/office/drawing/2014/main" val="1176035954"/>
                  </a:ext>
                </a:extLst>
              </a:tr>
              <a:tr h="722630">
                <a:tc vMerge="1">
                  <a:txBody>
                    <a:bodyPr/>
                    <a:lstStyle/>
                    <a:p>
                      <a:endParaRPr lang="en-US" sz="1200"/>
                    </a:p>
                  </a:txBody>
                  <a:tcPr anchor="ctr"/>
                </a:tc>
                <a:tc>
                  <a:txBody>
                    <a:bodyPr/>
                    <a:lstStyle/>
                    <a:p>
                      <a:pPr algn="ctr"/>
                      <a:r>
                        <a:rPr lang="en-US" sz="1200" dirty="0"/>
                        <a:t>EESL</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Smart Meter Cyber security assessment</a:t>
                      </a:r>
                    </a:p>
                  </a:txBody>
                  <a:tcPr anchor="ctr"/>
                </a:tc>
                <a:tc>
                  <a:txBody>
                    <a:bodyPr/>
                    <a:lstStyle/>
                    <a:p>
                      <a:pPr marL="171450" indent="-171450" algn="just">
                        <a:spcBef>
                          <a:spcPts val="600"/>
                        </a:spcBef>
                        <a:buFont typeface="Wingdings" panose="05000000000000000000" pitchFamily="2" charset="2"/>
                        <a:buChar char="§"/>
                      </a:pPr>
                      <a:r>
                        <a:rPr lang="en-US" sz="1200" dirty="0"/>
                        <a:t>Connect AMI with HES, MDMS &amp; Helpdesk, Cloud Infrastructure &amp; Workforce Management </a:t>
                      </a:r>
                    </a:p>
                  </a:txBody>
                  <a:tcPr/>
                </a:tc>
                <a:extLst>
                  <a:ext uri="{0D108BD9-81ED-4DB2-BD59-A6C34878D82A}">
                    <a16:rowId xmlns:a16="http://schemas.microsoft.com/office/drawing/2014/main" val="4093591571"/>
                  </a:ext>
                </a:extLst>
              </a:tr>
              <a:tr h="739333">
                <a:tc rowSpan="2">
                  <a:txBody>
                    <a:bodyPr/>
                    <a:lstStyle/>
                    <a:p>
                      <a:pPr algn="just"/>
                      <a:r>
                        <a:rPr lang="en-US" sz="1200" b="1" dirty="0"/>
                        <a:t>HES</a:t>
                      </a: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r>
                        <a:rPr lang="en-US" sz="1200" dirty="0"/>
                        <a:t>REC Power Distribution Company Ltd.</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RECPDCL Bid Process and project execution Support for Smart Metering Implementation</a:t>
                      </a:r>
                    </a:p>
                  </a:txBody>
                  <a:tcPr anchor="ctr"/>
                </a:tc>
                <a:tc>
                  <a:txBody>
                    <a:bodyPr/>
                    <a:lstStyle/>
                    <a:p>
                      <a:pPr marL="171450" indent="-171450" algn="just">
                        <a:spcBef>
                          <a:spcPts val="600"/>
                        </a:spcBef>
                        <a:buFont typeface="Wingdings" panose="05000000000000000000" pitchFamily="2" charset="2"/>
                        <a:buChar char="§"/>
                      </a:pPr>
                      <a:r>
                        <a:rPr lang="en-US" sz="1200" dirty="0"/>
                        <a:t>Document covering integration of HES with Oracle MDMS system and other existing IT applications of utility</a:t>
                      </a:r>
                    </a:p>
                  </a:txBody>
                  <a:tcPr/>
                </a:tc>
                <a:extLst>
                  <a:ext uri="{0D108BD9-81ED-4DB2-BD59-A6C34878D82A}">
                    <a16:rowId xmlns:a16="http://schemas.microsoft.com/office/drawing/2014/main" val="1460111821"/>
                  </a:ext>
                </a:extLst>
              </a:tr>
              <a:tr h="739333">
                <a:tc vMerge="1">
                  <a:txBody>
                    <a:bodyPr/>
                    <a:lstStyle/>
                    <a:p>
                      <a:endParaRPr lang="en-US" sz="1200" b="1"/>
                    </a:p>
                  </a:txBody>
                  <a:tcPr anchor="ctr"/>
                </a:tc>
                <a:tc>
                  <a:txBody>
                    <a:bodyPr/>
                    <a:lstStyle/>
                    <a:p>
                      <a:pPr algn="ctr"/>
                      <a:r>
                        <a:rPr lang="en-US" sz="1200" dirty="0"/>
                        <a:t>JBVNL, Ranchi</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Consultancy services smart metering project in Jharkhand under JPSIP &amp; JSBAY Scheme</a:t>
                      </a:r>
                    </a:p>
                  </a:txBody>
                  <a:tcPr anchor="ctr"/>
                </a:tc>
                <a:tc>
                  <a:txBody>
                    <a:bodyPr/>
                    <a:lstStyle/>
                    <a:p>
                      <a:pPr marL="171450" indent="-171450" algn="just">
                        <a:spcBef>
                          <a:spcPts val="600"/>
                        </a:spcBef>
                        <a:buFont typeface="Wingdings" panose="05000000000000000000" pitchFamily="2" charset="2"/>
                        <a:buChar char="§"/>
                      </a:pPr>
                      <a:r>
                        <a:rPr lang="en-US" sz="1200" dirty="0"/>
                        <a:t>Preparation of technical specifications for design of HES, Network management system in line with CEA guidelines</a:t>
                      </a:r>
                    </a:p>
                  </a:txBody>
                  <a:tcPr/>
                </a:tc>
                <a:extLst>
                  <a:ext uri="{0D108BD9-81ED-4DB2-BD59-A6C34878D82A}">
                    <a16:rowId xmlns:a16="http://schemas.microsoft.com/office/drawing/2014/main" val="607594972"/>
                  </a:ext>
                </a:extLst>
              </a:tr>
              <a:tr h="629087">
                <a:tc rowSpan="2">
                  <a:txBody>
                    <a:bodyPr/>
                    <a:lstStyle/>
                    <a:p>
                      <a:pPr algn="just"/>
                      <a:r>
                        <a:rPr lang="en-US" sz="1200" b="1" dirty="0"/>
                        <a:t>Cyber Security </a:t>
                      </a:r>
                    </a:p>
                  </a:txBody>
                  <a:tcPr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r>
                        <a:rPr lang="en-US" sz="1200" dirty="0"/>
                        <a:t>Larsen &amp; Turbo</a:t>
                      </a:r>
                    </a:p>
                  </a:txBody>
                  <a:tcPr anchor="ctr"/>
                </a:tc>
                <a:tc>
                  <a:txBody>
                    <a:bodyPr/>
                    <a:lstStyle/>
                    <a:p>
                      <a:pPr marL="171450" indent="-171450" algn="just">
                        <a:buFont typeface="Wingdings" panose="05000000000000000000" pitchFamily="2" charset="2"/>
                        <a:buChar char="§"/>
                      </a:pPr>
                      <a:r>
                        <a:rPr lang="en-US" sz="1200" dirty="0"/>
                        <a:t>Smart Meter Cyber security assessment</a:t>
                      </a:r>
                    </a:p>
                  </a:txBody>
                  <a:tcPr anchor="ctr"/>
                </a:tc>
                <a:tc>
                  <a:txBody>
                    <a:bodyPr/>
                    <a:lstStyle/>
                    <a:p>
                      <a:pPr marL="171450" indent="-171450" algn="just">
                        <a:spcBef>
                          <a:spcPts val="600"/>
                        </a:spcBef>
                        <a:buFont typeface="Wingdings" panose="05000000000000000000" pitchFamily="2" charset="2"/>
                        <a:buChar char="§"/>
                      </a:pPr>
                      <a:r>
                        <a:rPr lang="en-US" sz="1200" dirty="0"/>
                        <a:t>Creating a customized framework for EESL AMI Infrastructure hosted on cloud</a:t>
                      </a:r>
                    </a:p>
                  </a:txBody>
                  <a:tcPr/>
                </a:tc>
                <a:extLst>
                  <a:ext uri="{0D108BD9-81ED-4DB2-BD59-A6C34878D82A}">
                    <a16:rowId xmlns:a16="http://schemas.microsoft.com/office/drawing/2014/main" val="3351232455"/>
                  </a:ext>
                </a:extLst>
              </a:tr>
              <a:tr h="739333">
                <a:tc vMerge="1">
                  <a:txBody>
                    <a:bodyPr/>
                    <a:lstStyle/>
                    <a:p>
                      <a:endParaRPr lang="en-US" sz="1200"/>
                    </a:p>
                  </a:txBody>
                  <a:tcPr anchor="ctr"/>
                </a:tc>
                <a:tc>
                  <a:txBody>
                    <a:bodyPr/>
                    <a:lstStyle/>
                    <a:p>
                      <a:pPr algn="ctr"/>
                      <a:r>
                        <a:rPr lang="en-US" sz="1200" dirty="0"/>
                        <a:t>EESL</a:t>
                      </a:r>
                    </a:p>
                  </a:txBody>
                  <a:tcPr anchor="ctr"/>
                </a:tc>
                <a:tc>
                  <a:txBody>
                    <a:bodyPr/>
                    <a:lstStyle/>
                    <a:p>
                      <a:pPr marL="171450" marR="0" lvl="0" indent="-171450" algn="just" defTabSz="1219231"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dirty="0"/>
                        <a:t>Smart Meter Cyber security assessment</a:t>
                      </a:r>
                    </a:p>
                  </a:txBody>
                  <a:tcPr anchor="ctr"/>
                </a:tc>
                <a:tc>
                  <a:txBody>
                    <a:bodyPr/>
                    <a:lstStyle/>
                    <a:p>
                      <a:pPr marL="171450" marR="0" lvl="0" indent="-171450" algn="just" defTabSz="1219231"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en-US" sz="1200" kern="1200" dirty="0">
                          <a:solidFill>
                            <a:schemeClr val="tx1"/>
                          </a:solidFill>
                          <a:latin typeface="+mn-lt"/>
                          <a:ea typeface="+mn-ea"/>
                          <a:cs typeface="+mn-cs"/>
                        </a:rPr>
                        <a:t>EESL AMI security audit, review policies and procedures as per OWASP, ISO/IEC 27001:2013, Data Privacy, NIST Cybersecurity Framework</a:t>
                      </a:r>
                    </a:p>
                  </a:txBody>
                  <a:tcPr/>
                </a:tc>
                <a:extLst>
                  <a:ext uri="{0D108BD9-81ED-4DB2-BD59-A6C34878D82A}">
                    <a16:rowId xmlns:a16="http://schemas.microsoft.com/office/drawing/2014/main" val="1967514249"/>
                  </a:ext>
                </a:extLst>
              </a:tr>
              <a:tr h="950571">
                <a:tc>
                  <a:txBody>
                    <a:bodyPr/>
                    <a:lstStyle/>
                    <a:p>
                      <a:pPr marL="0" marR="0" lvl="0" indent="0" algn="just" defTabSz="1219231" rtl="0" eaLnBrk="1" fontAlgn="auto" latinLnBrk="0" hangingPunct="1">
                        <a:lnSpc>
                          <a:spcPct val="100000"/>
                        </a:lnSpc>
                        <a:spcBef>
                          <a:spcPts val="0"/>
                        </a:spcBef>
                        <a:spcAft>
                          <a:spcPts val="0"/>
                        </a:spcAft>
                        <a:buClrTx/>
                        <a:buSzTx/>
                        <a:buFontTx/>
                        <a:buNone/>
                        <a:tabLst/>
                        <a:defRPr/>
                      </a:pPr>
                      <a:r>
                        <a:rPr lang="en-US" sz="1200" b="1" dirty="0"/>
                        <a:t>SI</a:t>
                      </a:r>
                      <a:r>
                        <a:rPr lang="en-US" sz="1200" dirty="0"/>
                        <a:t> </a:t>
                      </a:r>
                    </a:p>
                    <a:p>
                      <a:pPr algn="just"/>
                      <a:endParaRPr lang="en-US" sz="1200" dirty="0"/>
                    </a:p>
                  </a:txBody>
                  <a:tcPr anchor="ctr">
                    <a:lnT w="12700" cap="flat" cmpd="sng" algn="ctr">
                      <a:solidFill>
                        <a:schemeClr val="accent1"/>
                      </a:solidFill>
                      <a:prstDash val="solid"/>
                      <a:round/>
                      <a:headEnd type="none" w="med" len="med"/>
                      <a:tailEnd type="none" w="med" len="med"/>
                    </a:lnT>
                    <a:noFill/>
                  </a:tcPr>
                </a:tc>
                <a:tc>
                  <a:txBody>
                    <a:bodyPr/>
                    <a:lstStyle/>
                    <a:p>
                      <a:pPr marL="0" indent="0" algn="ctr">
                        <a:buFont typeface="Wingdings" panose="05000000000000000000" pitchFamily="2" charset="2"/>
                        <a:buNone/>
                      </a:pPr>
                      <a:r>
                        <a:rPr lang="en-US" sz="1200" dirty="0"/>
                        <a:t>Himurja (Himachal Pradesh) &amp; GIZ</a:t>
                      </a:r>
                    </a:p>
                  </a:txBody>
                  <a:tcPr anchor="ctr"/>
                </a:tc>
                <a:tc>
                  <a:txBody>
                    <a:bodyPr/>
                    <a:lstStyle/>
                    <a:p>
                      <a:pPr marL="171450" indent="-171450" algn="just">
                        <a:buFont typeface="Wingdings" panose="05000000000000000000" pitchFamily="2" charset="2"/>
                        <a:buChar char="§"/>
                      </a:pPr>
                      <a:r>
                        <a:rPr lang="en-US" sz="1200" dirty="0"/>
                        <a:t>Development of a Single Window Clearance Web Tool &amp; Potential improvement Program Himachal Pradesh </a:t>
                      </a:r>
                    </a:p>
                  </a:txBody>
                  <a:tcPr anchor="ctr"/>
                </a:tc>
                <a:tc>
                  <a:txBody>
                    <a:bodyPr/>
                    <a:lstStyle/>
                    <a:p>
                      <a:pPr marL="171450" indent="-171450" algn="just" defTabSz="1219231" rtl="0" eaLnBrk="1" latinLnBrk="0" hangingPunct="1">
                        <a:spcBef>
                          <a:spcPts val="600"/>
                        </a:spcBef>
                        <a:buFont typeface="Wingdings" panose="05000000000000000000" pitchFamily="2" charset="2"/>
                        <a:buChar char="§"/>
                      </a:pPr>
                      <a:r>
                        <a:rPr lang="en-US" sz="1200" kern="1200" dirty="0">
                          <a:solidFill>
                            <a:schemeClr val="tx1"/>
                          </a:solidFill>
                          <a:latin typeface="+mn-lt"/>
                          <a:ea typeface="+mn-ea"/>
                          <a:cs typeface="+mn-cs"/>
                        </a:rPr>
                        <a:t>Integration done with MBC ,SPIN Portal (MNRE),Payment ,Email &amp; SMS  Gateway</a:t>
                      </a:r>
                    </a:p>
                  </a:txBody>
                  <a:tcPr/>
                </a:tc>
                <a:extLst>
                  <a:ext uri="{0D108BD9-81ED-4DB2-BD59-A6C34878D82A}">
                    <a16:rowId xmlns:a16="http://schemas.microsoft.com/office/drawing/2014/main" val="2057455124"/>
                  </a:ext>
                </a:extLst>
              </a:tr>
            </a:tbl>
          </a:graphicData>
        </a:graphic>
      </p:graphicFrame>
    </p:spTree>
    <p:extLst>
      <p:ext uri="{BB962C8B-B14F-4D97-AF65-F5344CB8AC3E}">
        <p14:creationId xmlns:p14="http://schemas.microsoft.com/office/powerpoint/2010/main" val="341567389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DB63B2-238D-4B76-AAF8-404000511533}"/>
              </a:ext>
            </a:extLst>
          </p:cNvPr>
          <p:cNvSpPr>
            <a:spLocks noGrp="1"/>
          </p:cNvSpPr>
          <p:nvPr>
            <p:ph type="body" idx="1"/>
          </p:nvPr>
        </p:nvSpPr>
        <p:spPr/>
        <p:txBody>
          <a:bodyPr/>
          <a:lstStyle/>
          <a:p>
            <a:r>
              <a:rPr lang="en-US" dirty="0"/>
              <a:t>Approach &amp; Methodology</a:t>
            </a:r>
          </a:p>
        </p:txBody>
      </p:sp>
    </p:spTree>
    <p:extLst>
      <p:ext uri="{BB962C8B-B14F-4D97-AF65-F5344CB8AC3E}">
        <p14:creationId xmlns:p14="http://schemas.microsoft.com/office/powerpoint/2010/main" val="386739900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a:extLst>
              <a:ext uri="{FF2B5EF4-FFF2-40B4-BE49-F238E27FC236}">
                <a16:creationId xmlns:a16="http://schemas.microsoft.com/office/drawing/2014/main" id="{60F44C62-3A61-4A0C-B336-448F273761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7" name="Object 76" hidden="1">
                        <a:extLst>
                          <a:ext uri="{FF2B5EF4-FFF2-40B4-BE49-F238E27FC236}">
                            <a16:creationId xmlns:a16="http://schemas.microsoft.com/office/drawing/2014/main" id="{60F44C62-3A61-4A0C-B336-448F273761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72" name="Group 171">
            <a:extLst>
              <a:ext uri="{FF2B5EF4-FFF2-40B4-BE49-F238E27FC236}">
                <a16:creationId xmlns:a16="http://schemas.microsoft.com/office/drawing/2014/main" id="{9AE31258-B29B-4474-A482-77C350EE72A6}"/>
              </a:ext>
            </a:extLst>
          </p:cNvPr>
          <p:cNvGrpSpPr/>
          <p:nvPr/>
        </p:nvGrpSpPr>
        <p:grpSpPr>
          <a:xfrm>
            <a:off x="431999" y="851268"/>
            <a:ext cx="2790192" cy="5213629"/>
            <a:chOff x="432000" y="1485915"/>
            <a:chExt cx="2503574" cy="5019659"/>
          </a:xfrm>
        </p:grpSpPr>
        <p:grpSp>
          <p:nvGrpSpPr>
            <p:cNvPr id="7" name="Group 489">
              <a:extLst>
                <a:ext uri="{FF2B5EF4-FFF2-40B4-BE49-F238E27FC236}">
                  <a16:creationId xmlns:a16="http://schemas.microsoft.com/office/drawing/2014/main" id="{FFDAD633-ADB3-4AE1-BF9C-B0EBC4A7B44A}"/>
                </a:ext>
              </a:extLst>
            </p:cNvPr>
            <p:cNvGrpSpPr>
              <a:grpSpLocks noChangeAspect="1"/>
            </p:cNvGrpSpPr>
            <p:nvPr/>
          </p:nvGrpSpPr>
          <p:grpSpPr bwMode="auto">
            <a:xfrm>
              <a:off x="1384862" y="2155242"/>
              <a:ext cx="597842" cy="670458"/>
              <a:chOff x="2920" y="2264"/>
              <a:chExt cx="340" cy="340"/>
            </a:xfrm>
            <a:solidFill>
              <a:schemeClr val="accent5"/>
            </a:solidFill>
          </p:grpSpPr>
          <p:sp>
            <p:nvSpPr>
              <p:cNvPr id="71" name="Freeform 490">
                <a:extLst>
                  <a:ext uri="{FF2B5EF4-FFF2-40B4-BE49-F238E27FC236}">
                    <a16:creationId xmlns:a16="http://schemas.microsoft.com/office/drawing/2014/main" id="{1A1372C9-6883-4D9E-AA82-23FF02225136}"/>
                  </a:ext>
                </a:extLst>
              </p:cNvPr>
              <p:cNvSpPr>
                <a:spLocks noEditPoints="1"/>
              </p:cNvSpPr>
              <p:nvPr/>
            </p:nvSpPr>
            <p:spPr bwMode="auto">
              <a:xfrm>
                <a:off x="2998" y="2363"/>
                <a:ext cx="184" cy="113"/>
              </a:xfrm>
              <a:custGeom>
                <a:avLst/>
                <a:gdLst>
                  <a:gd name="T0" fmla="*/ 11 w 277"/>
                  <a:gd name="T1" fmla="*/ 171 h 171"/>
                  <a:gd name="T2" fmla="*/ 267 w 277"/>
                  <a:gd name="T3" fmla="*/ 171 h 171"/>
                  <a:gd name="T4" fmla="*/ 277 w 277"/>
                  <a:gd name="T5" fmla="*/ 160 h 171"/>
                  <a:gd name="T6" fmla="*/ 277 w 277"/>
                  <a:gd name="T7" fmla="*/ 11 h 171"/>
                  <a:gd name="T8" fmla="*/ 267 w 277"/>
                  <a:gd name="T9" fmla="*/ 0 h 171"/>
                  <a:gd name="T10" fmla="*/ 11 w 277"/>
                  <a:gd name="T11" fmla="*/ 0 h 171"/>
                  <a:gd name="T12" fmla="*/ 0 w 277"/>
                  <a:gd name="T13" fmla="*/ 11 h 171"/>
                  <a:gd name="T14" fmla="*/ 0 w 277"/>
                  <a:gd name="T15" fmla="*/ 160 h 171"/>
                  <a:gd name="T16" fmla="*/ 11 w 277"/>
                  <a:gd name="T17" fmla="*/ 171 h 171"/>
                  <a:gd name="T18" fmla="*/ 21 w 277"/>
                  <a:gd name="T19" fmla="*/ 21 h 171"/>
                  <a:gd name="T20" fmla="*/ 256 w 277"/>
                  <a:gd name="T21" fmla="*/ 21 h 171"/>
                  <a:gd name="T22" fmla="*/ 256 w 277"/>
                  <a:gd name="T23" fmla="*/ 149 h 171"/>
                  <a:gd name="T24" fmla="*/ 21 w 277"/>
                  <a:gd name="T25" fmla="*/ 149 h 171"/>
                  <a:gd name="T26" fmla="*/ 21 w 277"/>
                  <a:gd name="T2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7" h="171">
                    <a:moveTo>
                      <a:pt x="11" y="171"/>
                    </a:moveTo>
                    <a:cubicBezTo>
                      <a:pt x="267" y="171"/>
                      <a:pt x="267" y="171"/>
                      <a:pt x="267" y="171"/>
                    </a:cubicBezTo>
                    <a:cubicBezTo>
                      <a:pt x="273" y="171"/>
                      <a:pt x="277" y="166"/>
                      <a:pt x="277" y="160"/>
                    </a:cubicBezTo>
                    <a:cubicBezTo>
                      <a:pt x="277" y="11"/>
                      <a:pt x="277" y="11"/>
                      <a:pt x="277" y="11"/>
                    </a:cubicBezTo>
                    <a:cubicBezTo>
                      <a:pt x="277" y="5"/>
                      <a:pt x="273" y="0"/>
                      <a:pt x="267" y="0"/>
                    </a:cubicBezTo>
                    <a:cubicBezTo>
                      <a:pt x="11" y="0"/>
                      <a:pt x="11" y="0"/>
                      <a:pt x="11" y="0"/>
                    </a:cubicBezTo>
                    <a:cubicBezTo>
                      <a:pt x="5" y="0"/>
                      <a:pt x="0" y="5"/>
                      <a:pt x="0" y="11"/>
                    </a:cubicBezTo>
                    <a:cubicBezTo>
                      <a:pt x="0" y="160"/>
                      <a:pt x="0" y="160"/>
                      <a:pt x="0" y="160"/>
                    </a:cubicBezTo>
                    <a:cubicBezTo>
                      <a:pt x="0" y="166"/>
                      <a:pt x="5" y="171"/>
                      <a:pt x="11" y="171"/>
                    </a:cubicBezTo>
                    <a:close/>
                    <a:moveTo>
                      <a:pt x="21" y="21"/>
                    </a:moveTo>
                    <a:cubicBezTo>
                      <a:pt x="256" y="21"/>
                      <a:pt x="256" y="21"/>
                      <a:pt x="256" y="21"/>
                    </a:cubicBezTo>
                    <a:cubicBezTo>
                      <a:pt x="256" y="149"/>
                      <a:pt x="256" y="149"/>
                      <a:pt x="256" y="149"/>
                    </a:cubicBezTo>
                    <a:cubicBezTo>
                      <a:pt x="21" y="149"/>
                      <a:pt x="21" y="149"/>
                      <a:pt x="21" y="149"/>
                    </a:cubicBezTo>
                    <a:lnTo>
                      <a:pt x="21" y="21"/>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72" name="Freeform 491">
                <a:extLst>
                  <a:ext uri="{FF2B5EF4-FFF2-40B4-BE49-F238E27FC236}">
                    <a16:creationId xmlns:a16="http://schemas.microsoft.com/office/drawing/2014/main" id="{D773AE03-8941-4B14-BE4A-9DFDB2D31320}"/>
                  </a:ext>
                </a:extLst>
              </p:cNvPr>
              <p:cNvSpPr>
                <a:spLocks/>
              </p:cNvSpPr>
              <p:nvPr/>
            </p:nvSpPr>
            <p:spPr bwMode="auto">
              <a:xfrm>
                <a:off x="2984" y="2490"/>
                <a:ext cx="212" cy="14"/>
              </a:xfrm>
              <a:custGeom>
                <a:avLst/>
                <a:gdLst>
                  <a:gd name="T0" fmla="*/ 309 w 320"/>
                  <a:gd name="T1" fmla="*/ 0 h 21"/>
                  <a:gd name="T2" fmla="*/ 10 w 320"/>
                  <a:gd name="T3" fmla="*/ 0 h 21"/>
                  <a:gd name="T4" fmla="*/ 0 w 320"/>
                  <a:gd name="T5" fmla="*/ 11 h 21"/>
                  <a:gd name="T6" fmla="*/ 10 w 320"/>
                  <a:gd name="T7" fmla="*/ 21 h 21"/>
                  <a:gd name="T8" fmla="*/ 309 w 320"/>
                  <a:gd name="T9" fmla="*/ 21 h 21"/>
                  <a:gd name="T10" fmla="*/ 320 w 320"/>
                  <a:gd name="T11" fmla="*/ 11 h 21"/>
                  <a:gd name="T12" fmla="*/ 309 w 320"/>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20" h="21">
                    <a:moveTo>
                      <a:pt x="309" y="0"/>
                    </a:moveTo>
                    <a:cubicBezTo>
                      <a:pt x="10" y="0"/>
                      <a:pt x="10" y="0"/>
                      <a:pt x="10" y="0"/>
                    </a:cubicBezTo>
                    <a:cubicBezTo>
                      <a:pt x="4" y="0"/>
                      <a:pt x="0" y="5"/>
                      <a:pt x="0" y="11"/>
                    </a:cubicBezTo>
                    <a:cubicBezTo>
                      <a:pt x="0" y="17"/>
                      <a:pt x="4" y="21"/>
                      <a:pt x="10" y="21"/>
                    </a:cubicBezTo>
                    <a:cubicBezTo>
                      <a:pt x="309" y="21"/>
                      <a:pt x="309" y="21"/>
                      <a:pt x="309" y="21"/>
                    </a:cubicBezTo>
                    <a:cubicBezTo>
                      <a:pt x="315" y="21"/>
                      <a:pt x="320" y="17"/>
                      <a:pt x="320" y="11"/>
                    </a:cubicBezTo>
                    <a:cubicBezTo>
                      <a:pt x="320" y="5"/>
                      <a:pt x="315" y="0"/>
                      <a:pt x="309" y="0"/>
                    </a:cubicBez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73" name="Freeform 492">
                <a:extLst>
                  <a:ext uri="{FF2B5EF4-FFF2-40B4-BE49-F238E27FC236}">
                    <a16:creationId xmlns:a16="http://schemas.microsoft.com/office/drawing/2014/main" id="{04D584DC-6CE6-4441-9392-0E7C60C4F235}"/>
                  </a:ext>
                </a:extLst>
              </p:cNvPr>
              <p:cNvSpPr>
                <a:spLocks noEditPoints="1"/>
              </p:cNvSpPr>
              <p:nvPr/>
            </p:nvSpPr>
            <p:spPr bwMode="auto">
              <a:xfrm>
                <a:off x="2920" y="22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style>
              <a:lnRef idx="2">
                <a:schemeClr val="accent2"/>
              </a:lnRef>
              <a:fillRef idx="1">
                <a:schemeClr val="lt1"/>
              </a:fillRef>
              <a:effectRef idx="0">
                <a:schemeClr val="accent2"/>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grpSp>
        <p:grpSp>
          <p:nvGrpSpPr>
            <p:cNvPr id="8" name="Group 7">
              <a:extLst>
                <a:ext uri="{FF2B5EF4-FFF2-40B4-BE49-F238E27FC236}">
                  <a16:creationId xmlns:a16="http://schemas.microsoft.com/office/drawing/2014/main" id="{2620D3EF-B559-483B-A8D1-6FCA18510DD9}"/>
                </a:ext>
              </a:extLst>
            </p:cNvPr>
            <p:cNvGrpSpPr/>
            <p:nvPr/>
          </p:nvGrpSpPr>
          <p:grpSpPr>
            <a:xfrm>
              <a:off x="432000" y="1485915"/>
              <a:ext cx="2503573" cy="522371"/>
              <a:chOff x="413228" y="1371600"/>
              <a:chExt cx="1947702" cy="476173"/>
            </a:xfrm>
          </p:grpSpPr>
          <p:sp>
            <p:nvSpPr>
              <p:cNvPr id="68" name="Right Triangle 49">
                <a:extLst>
                  <a:ext uri="{FF2B5EF4-FFF2-40B4-BE49-F238E27FC236}">
                    <a16:creationId xmlns:a16="http://schemas.microsoft.com/office/drawing/2014/main" id="{7724315D-1721-4A75-97DB-9E0426708DAB}"/>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69" name="Right Triangle 49">
                <a:extLst>
                  <a:ext uri="{FF2B5EF4-FFF2-40B4-BE49-F238E27FC236}">
                    <a16:creationId xmlns:a16="http://schemas.microsoft.com/office/drawing/2014/main" id="{A7F8C70F-0D99-4D36-A609-601AEA2C4C42}"/>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70" name="Round Same Side Corner Rectangle 43">
                <a:extLst>
                  <a:ext uri="{FF2B5EF4-FFF2-40B4-BE49-F238E27FC236}">
                    <a16:creationId xmlns:a16="http://schemas.microsoft.com/office/drawing/2014/main" id="{77D4CB37-F685-45A6-8DDD-D57661B15257}"/>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chemeClr val="accent1"/>
              </a:solidFill>
              <a:ln w="19050" algn="ctr">
                <a:noFill/>
                <a:miter lim="800000"/>
                <a:headEnd/>
                <a:tailEnd/>
              </a:ln>
            </p:spPr>
            <p:txBody>
              <a:bodyPr wrap="square" lIns="66675" tIns="66675" rIns="66675" bIns="81000" rtlCol="0" anchor="ctr"/>
              <a:lstStyle/>
              <a:p>
                <a:pPr lvl="0" algn="ctr"/>
                <a:r>
                  <a:rPr kumimoji="0" lang="en-US" sz="12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Task-1</a:t>
                </a:r>
              </a:p>
            </p:txBody>
          </p:sp>
        </p:grpSp>
        <p:grpSp>
          <p:nvGrpSpPr>
            <p:cNvPr id="9" name="Group 8">
              <a:extLst>
                <a:ext uri="{FF2B5EF4-FFF2-40B4-BE49-F238E27FC236}">
                  <a16:creationId xmlns:a16="http://schemas.microsoft.com/office/drawing/2014/main" id="{B8248389-72BD-4C24-AA20-7C90A000C741}"/>
                </a:ext>
              </a:extLst>
            </p:cNvPr>
            <p:cNvGrpSpPr/>
            <p:nvPr/>
          </p:nvGrpSpPr>
          <p:grpSpPr>
            <a:xfrm>
              <a:off x="432000" y="3581126"/>
              <a:ext cx="2503574" cy="2924448"/>
              <a:chOff x="582909" y="4047068"/>
              <a:chExt cx="2642778" cy="3211966"/>
            </a:xfrm>
          </p:grpSpPr>
          <p:sp>
            <p:nvSpPr>
              <p:cNvPr id="66" name="Rectangle 65">
                <a:extLst>
                  <a:ext uri="{FF2B5EF4-FFF2-40B4-BE49-F238E27FC236}">
                    <a16:creationId xmlns:a16="http://schemas.microsoft.com/office/drawing/2014/main" id="{842E14E8-DCF0-4845-9EA2-73ACA719299E}"/>
                  </a:ext>
                </a:extLst>
              </p:cNvPr>
              <p:cNvSpPr/>
              <p:nvPr/>
            </p:nvSpPr>
            <p:spPr bwMode="gray">
              <a:xfrm>
                <a:off x="582909" y="4047068"/>
                <a:ext cx="2642778" cy="312427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25718" marR="0" lvl="0" algn="l" defTabSz="914400" rtl="0" eaLnBrk="1" fontAlgn="auto" latinLnBrk="0" hangingPunct="1">
                  <a:lnSpc>
                    <a:spcPct val="100000"/>
                  </a:lnSpc>
                  <a:spcBef>
                    <a:spcPts val="450"/>
                  </a:spcBef>
                  <a:spcAft>
                    <a:spcPts val="600"/>
                  </a:spcAft>
                  <a:buClrTx/>
                  <a:buSzTx/>
                  <a:tabLst/>
                  <a:defRPr/>
                </a:pPr>
                <a:r>
                  <a:rPr kumimoji="0" lang="en-US" sz="1150" b="1" i="0" u="none" strike="noStrike" kern="1200" cap="none" spc="0" normalizeH="0" baseline="0" noProof="0" dirty="0">
                    <a:ln>
                      <a:noFill/>
                    </a:ln>
                    <a:solidFill>
                      <a:prstClr val="black"/>
                    </a:solidFill>
                    <a:effectLst/>
                    <a:uLnTx/>
                    <a:uFillTx/>
                    <a:latin typeface="+mj-lt"/>
                    <a:ea typeface="+mn-ea"/>
                    <a:cs typeface="+mn-cs"/>
                  </a:rPr>
                  <a:t>Preparation of bidding documents and bid process management</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lang="en-US" sz="1150" dirty="0">
                    <a:solidFill>
                      <a:prstClr val="black"/>
                    </a:solidFill>
                    <a:latin typeface="+mj-lt"/>
                  </a:rPr>
                  <a:t>Review of technical specifications and suggest improvements</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kumimoji="0" lang="en-US" sz="1150" b="0" i="0" u="none" strike="noStrike" kern="1200" cap="none" spc="0" normalizeH="0" baseline="0" noProof="0" dirty="0">
                    <a:ln>
                      <a:noFill/>
                    </a:ln>
                    <a:solidFill>
                      <a:prstClr val="black"/>
                    </a:solidFill>
                    <a:effectLst/>
                    <a:uLnTx/>
                    <a:uFillTx/>
                    <a:latin typeface="+mj-lt"/>
                    <a:ea typeface="+mn-ea"/>
                    <a:cs typeface="+mn-cs"/>
                  </a:rPr>
                  <a:t>Preparation of Bidding Documents</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lang="en-US" sz="1150" dirty="0">
                    <a:solidFill>
                      <a:prstClr val="black"/>
                    </a:solidFill>
                    <a:latin typeface="+mj-lt"/>
                  </a:rPr>
                  <a:t>Support APDCL in Bid Process Management</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kumimoji="0" lang="en-US" sz="1150" b="0" i="0" u="none" strike="noStrike" kern="1200" cap="none" spc="0" normalizeH="0" baseline="0" noProof="0" dirty="0">
                    <a:ln>
                      <a:noFill/>
                    </a:ln>
                    <a:solidFill>
                      <a:prstClr val="black"/>
                    </a:solidFill>
                    <a:effectLst/>
                    <a:uLnTx/>
                    <a:uFillTx/>
                    <a:latin typeface="+mj-lt"/>
                    <a:ea typeface="+mn-ea"/>
                    <a:cs typeface="+mn-cs"/>
                  </a:rPr>
                  <a:t>Evaluation of proposals and preparation of bid </a:t>
                </a:r>
                <a:r>
                  <a:rPr kumimoji="0" lang="en-US" sz="1150" b="0" i="0" u="none" strike="noStrike" kern="1200" cap="none" spc="0" normalizeH="0" baseline="0" noProof="0" dirty="0" err="1">
                    <a:ln>
                      <a:noFill/>
                    </a:ln>
                    <a:solidFill>
                      <a:prstClr val="black"/>
                    </a:solidFill>
                    <a:effectLst/>
                    <a:uLnTx/>
                    <a:uFillTx/>
                    <a:latin typeface="+mj-lt"/>
                    <a:ea typeface="+mn-ea"/>
                    <a:cs typeface="+mn-cs"/>
                  </a:rPr>
                  <a:t>evalu</a:t>
                </a:r>
                <a:r>
                  <a:rPr lang="en-US" sz="1150" dirty="0">
                    <a:solidFill>
                      <a:prstClr val="black"/>
                    </a:solidFill>
                    <a:latin typeface="+mj-lt"/>
                  </a:rPr>
                  <a:t>ation reports</a:t>
                </a:r>
              </a:p>
              <a:p>
                <a:pPr marL="128588" marR="0" lvl="0" indent="-102870" algn="l" defTabSz="914400" rtl="0" eaLnBrk="1" fontAlgn="auto" latinLnBrk="0" hangingPunct="1">
                  <a:lnSpc>
                    <a:spcPct val="100000"/>
                  </a:lnSpc>
                  <a:spcBef>
                    <a:spcPts val="450"/>
                  </a:spcBef>
                  <a:spcAft>
                    <a:spcPts val="600"/>
                  </a:spcAft>
                  <a:buClrTx/>
                  <a:buSzTx/>
                  <a:buFont typeface="Arial" panose="020B0604020202020204" pitchFamily="34" charset="0"/>
                  <a:buChar char="•"/>
                  <a:tabLst/>
                  <a:defRPr/>
                </a:pPr>
                <a:r>
                  <a:rPr kumimoji="0" lang="en-US" sz="1150" b="0" i="0" u="none" strike="noStrike" kern="1200" cap="none" spc="0" normalizeH="0" baseline="0" noProof="0" dirty="0">
                    <a:ln>
                      <a:noFill/>
                    </a:ln>
                    <a:solidFill>
                      <a:prstClr val="black"/>
                    </a:solidFill>
                    <a:effectLst/>
                    <a:uLnTx/>
                    <a:uFillTx/>
                    <a:latin typeface="+mj-lt"/>
                    <a:ea typeface="+mn-ea"/>
                    <a:cs typeface="+mn-cs"/>
                  </a:rPr>
                  <a:t>Assist APDCL in Contract of Award</a:t>
                </a:r>
              </a:p>
            </p:txBody>
          </p:sp>
          <p:sp>
            <p:nvSpPr>
              <p:cNvPr id="67" name="Rectangle 66">
                <a:extLst>
                  <a:ext uri="{FF2B5EF4-FFF2-40B4-BE49-F238E27FC236}">
                    <a16:creationId xmlns:a16="http://schemas.microsoft.com/office/drawing/2014/main" id="{6A5B0F3A-17CF-4EE7-B022-52286E14C876}"/>
                  </a:ext>
                </a:extLst>
              </p:cNvPr>
              <p:cNvSpPr/>
              <p:nvPr/>
            </p:nvSpPr>
            <p:spPr bwMode="gray">
              <a:xfrm>
                <a:off x="756474" y="7171338"/>
                <a:ext cx="2295650" cy="87696"/>
              </a:xfrm>
              <a:prstGeom prst="rect">
                <a:avLst/>
              </a:prstGeom>
              <a:solidFill>
                <a:schemeClr val="accent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B9B3CDB4-7056-48A6-A8CD-B18BD24233DF}"/>
                </a:ext>
              </a:extLst>
            </p:cNvPr>
            <p:cNvGrpSpPr/>
            <p:nvPr/>
          </p:nvGrpSpPr>
          <p:grpSpPr>
            <a:xfrm>
              <a:off x="1273240" y="2008266"/>
              <a:ext cx="821094" cy="1537041"/>
              <a:chOff x="757805" y="1635343"/>
              <a:chExt cx="1185062" cy="2012973"/>
            </a:xfrm>
          </p:grpSpPr>
          <p:sp>
            <p:nvSpPr>
              <p:cNvPr id="61" name="Freeform 36">
                <a:extLst>
                  <a:ext uri="{FF2B5EF4-FFF2-40B4-BE49-F238E27FC236}">
                    <a16:creationId xmlns:a16="http://schemas.microsoft.com/office/drawing/2014/main" id="{566FB313-EB40-4720-83B9-63C7F08AAFA0}"/>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chemeClr val="accent1"/>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62" name="Round Same Side Corner Rectangle 37">
                <a:extLst>
                  <a:ext uri="{FF2B5EF4-FFF2-40B4-BE49-F238E27FC236}">
                    <a16:creationId xmlns:a16="http://schemas.microsoft.com/office/drawing/2014/main" id="{53A57615-F4FB-40EC-8AEE-E8CC0B65E489}"/>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63" name="Round Same Side Corner Rectangle 38">
                <a:extLst>
                  <a:ext uri="{FF2B5EF4-FFF2-40B4-BE49-F238E27FC236}">
                    <a16:creationId xmlns:a16="http://schemas.microsoft.com/office/drawing/2014/main" id="{EF7059A5-EF2D-4F24-98D8-EECF84B7A4B0}"/>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64" name="Round Same Side Corner Rectangle 39">
                <a:extLst>
                  <a:ext uri="{FF2B5EF4-FFF2-40B4-BE49-F238E27FC236}">
                    <a16:creationId xmlns:a16="http://schemas.microsoft.com/office/drawing/2014/main" id="{3B874B85-3F08-4069-A6D3-1163FA850C1B}"/>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65" name="Oval 64">
                <a:extLst>
                  <a:ext uri="{FF2B5EF4-FFF2-40B4-BE49-F238E27FC236}">
                    <a16:creationId xmlns:a16="http://schemas.microsoft.com/office/drawing/2014/main" id="{C61822AA-F85B-414D-91E7-D9DD4CD97FDA}"/>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grpSp>
      </p:grpSp>
      <p:sp>
        <p:nvSpPr>
          <p:cNvPr id="157" name="Isosceles Triangle 156">
            <a:extLst>
              <a:ext uri="{FF2B5EF4-FFF2-40B4-BE49-F238E27FC236}">
                <a16:creationId xmlns:a16="http://schemas.microsoft.com/office/drawing/2014/main" id="{7FC6A7F5-66CA-4D80-9459-3E6DC317AC23}"/>
              </a:ext>
            </a:extLst>
          </p:cNvPr>
          <p:cNvSpPr/>
          <p:nvPr/>
        </p:nvSpPr>
        <p:spPr bwMode="gray">
          <a:xfrm rot="5400000">
            <a:off x="1059869" y="3374110"/>
            <a:ext cx="5122692" cy="393158"/>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69" name="Group 168">
            <a:extLst>
              <a:ext uri="{FF2B5EF4-FFF2-40B4-BE49-F238E27FC236}">
                <a16:creationId xmlns:a16="http://schemas.microsoft.com/office/drawing/2014/main" id="{426BF6D9-8237-4F09-824A-5D38E1BEA472}"/>
              </a:ext>
            </a:extLst>
          </p:cNvPr>
          <p:cNvGrpSpPr/>
          <p:nvPr/>
        </p:nvGrpSpPr>
        <p:grpSpPr>
          <a:xfrm>
            <a:off x="4020239" y="1319966"/>
            <a:ext cx="4241546" cy="4744930"/>
            <a:chOff x="4565024" y="1762396"/>
            <a:chExt cx="5486731" cy="3018209"/>
          </a:xfrm>
          <a:solidFill>
            <a:schemeClr val="accent1">
              <a:lumMod val="40000"/>
              <a:lumOff val="60000"/>
            </a:schemeClr>
          </a:solidFill>
        </p:grpSpPr>
        <p:sp>
          <p:nvSpPr>
            <p:cNvPr id="159" name="Rectangle: Rounded Corners 158">
              <a:extLst>
                <a:ext uri="{FF2B5EF4-FFF2-40B4-BE49-F238E27FC236}">
                  <a16:creationId xmlns:a16="http://schemas.microsoft.com/office/drawing/2014/main" id="{E13FEC8C-A364-452E-9BFE-00C697610D87}"/>
                </a:ext>
              </a:extLst>
            </p:cNvPr>
            <p:cNvSpPr/>
            <p:nvPr/>
          </p:nvSpPr>
          <p:spPr bwMode="gray">
            <a:xfrm>
              <a:off x="4602415" y="2786955"/>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Technical Specification of smart meter, communication technology and system requirement</a:t>
              </a:r>
            </a:p>
          </p:txBody>
        </p:sp>
        <p:sp>
          <p:nvSpPr>
            <p:cNvPr id="160" name="Rectangle: Rounded Corners 159">
              <a:extLst>
                <a:ext uri="{FF2B5EF4-FFF2-40B4-BE49-F238E27FC236}">
                  <a16:creationId xmlns:a16="http://schemas.microsoft.com/office/drawing/2014/main" id="{66EC6520-0908-416C-B513-02D2E5435B2E}"/>
                </a:ext>
              </a:extLst>
            </p:cNvPr>
            <p:cNvSpPr/>
            <p:nvPr/>
          </p:nvSpPr>
          <p:spPr bwMode="gray">
            <a:xfrm>
              <a:off x="4602415" y="1766672"/>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Definition of Scope of Work and Deliverables with high project plan</a:t>
              </a:r>
            </a:p>
          </p:txBody>
        </p:sp>
        <p:sp>
          <p:nvSpPr>
            <p:cNvPr id="162" name="Rectangle: Rounded Corners 161">
              <a:extLst>
                <a:ext uri="{FF2B5EF4-FFF2-40B4-BE49-F238E27FC236}">
                  <a16:creationId xmlns:a16="http://schemas.microsoft.com/office/drawing/2014/main" id="{32EA7601-F665-4663-A943-C740EDB8D6ED}"/>
                </a:ext>
              </a:extLst>
            </p:cNvPr>
            <p:cNvSpPr/>
            <p:nvPr/>
          </p:nvSpPr>
          <p:spPr bwMode="gray">
            <a:xfrm>
              <a:off x="4565024" y="3805299"/>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General and Special Terms and Conditions governing the RFP</a:t>
              </a:r>
            </a:p>
          </p:txBody>
        </p:sp>
        <p:sp>
          <p:nvSpPr>
            <p:cNvPr id="163" name="Rectangle: Rounded Corners 162">
              <a:extLst>
                <a:ext uri="{FF2B5EF4-FFF2-40B4-BE49-F238E27FC236}">
                  <a16:creationId xmlns:a16="http://schemas.microsoft.com/office/drawing/2014/main" id="{4AA1C2E3-8C5E-4769-B2DC-0858B3545ACE}"/>
                </a:ext>
              </a:extLst>
            </p:cNvPr>
            <p:cNvSpPr/>
            <p:nvPr/>
          </p:nvSpPr>
          <p:spPr bwMode="gray">
            <a:xfrm>
              <a:off x="6464044" y="1762396"/>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Definition of performance parameters and SLAs to be met by the vendor</a:t>
              </a:r>
            </a:p>
          </p:txBody>
        </p:sp>
        <p:sp>
          <p:nvSpPr>
            <p:cNvPr id="164" name="Rectangle: Rounded Corners 163">
              <a:extLst>
                <a:ext uri="{FF2B5EF4-FFF2-40B4-BE49-F238E27FC236}">
                  <a16:creationId xmlns:a16="http://schemas.microsoft.com/office/drawing/2014/main" id="{EC259B11-5126-45F0-B181-9A5B1F6E51EE}"/>
                </a:ext>
              </a:extLst>
            </p:cNvPr>
            <p:cNvSpPr/>
            <p:nvPr/>
          </p:nvSpPr>
          <p:spPr bwMode="gray">
            <a:xfrm>
              <a:off x="6467273" y="2788519"/>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Definition of performance parameters and SLAs to be met by the vendor</a:t>
              </a:r>
            </a:p>
          </p:txBody>
        </p:sp>
        <p:sp>
          <p:nvSpPr>
            <p:cNvPr id="165" name="Rectangle: Rounded Corners 164">
              <a:extLst>
                <a:ext uri="{FF2B5EF4-FFF2-40B4-BE49-F238E27FC236}">
                  <a16:creationId xmlns:a16="http://schemas.microsoft.com/office/drawing/2014/main" id="{AEBA340B-6B78-4A37-BA60-FBF585913678}"/>
                </a:ext>
              </a:extLst>
            </p:cNvPr>
            <p:cNvSpPr/>
            <p:nvPr/>
          </p:nvSpPr>
          <p:spPr bwMode="gray">
            <a:xfrm>
              <a:off x="6470253" y="3821584"/>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Nature of system documentation required and training schedule</a:t>
              </a:r>
            </a:p>
          </p:txBody>
        </p:sp>
        <p:sp>
          <p:nvSpPr>
            <p:cNvPr id="166" name="Rectangle: Rounded Corners 165">
              <a:extLst>
                <a:ext uri="{FF2B5EF4-FFF2-40B4-BE49-F238E27FC236}">
                  <a16:creationId xmlns:a16="http://schemas.microsoft.com/office/drawing/2014/main" id="{065174F0-B1F2-4361-93C9-018F0BD01CA6}"/>
                </a:ext>
              </a:extLst>
            </p:cNvPr>
            <p:cNvSpPr/>
            <p:nvPr/>
          </p:nvSpPr>
          <p:spPr bwMode="gray">
            <a:xfrm>
              <a:off x="8309183" y="1762396"/>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Define bidding parameters like Mode of Bidding, Procurement Methods, Evaluation Criteria</a:t>
              </a:r>
            </a:p>
          </p:txBody>
        </p:sp>
        <p:sp>
          <p:nvSpPr>
            <p:cNvPr id="167" name="Rectangle: Rounded Corners 166">
              <a:extLst>
                <a:ext uri="{FF2B5EF4-FFF2-40B4-BE49-F238E27FC236}">
                  <a16:creationId xmlns:a16="http://schemas.microsoft.com/office/drawing/2014/main" id="{8449EED0-47B9-4424-8866-A53D66F4C46D}"/>
                </a:ext>
              </a:extLst>
            </p:cNvPr>
            <p:cNvSpPr/>
            <p:nvPr/>
          </p:nvSpPr>
          <p:spPr bwMode="gray">
            <a:xfrm>
              <a:off x="8327229" y="2787568"/>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Define Staged Delivery schedule and payment terms</a:t>
              </a:r>
            </a:p>
          </p:txBody>
        </p:sp>
        <p:sp>
          <p:nvSpPr>
            <p:cNvPr id="168" name="Rectangle: Rounded Corners 167">
              <a:extLst>
                <a:ext uri="{FF2B5EF4-FFF2-40B4-BE49-F238E27FC236}">
                  <a16:creationId xmlns:a16="http://schemas.microsoft.com/office/drawing/2014/main" id="{2FBA48B1-F803-4A18-9041-1456D968CE07}"/>
                </a:ext>
              </a:extLst>
            </p:cNvPr>
            <p:cNvSpPr/>
            <p:nvPr/>
          </p:nvSpPr>
          <p:spPr bwMode="gray">
            <a:xfrm>
              <a:off x="8317352" y="3821584"/>
              <a:ext cx="1724526" cy="959021"/>
            </a:xfrm>
            <a:prstGeom prst="round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dirty="0">
                  <a:solidFill>
                    <a:sysClr val="windowText" lastClr="000000"/>
                  </a:solidFill>
                </a:rPr>
                <a:t>Post Implementation support requirements</a:t>
              </a:r>
            </a:p>
          </p:txBody>
        </p:sp>
      </p:grpSp>
      <p:sp>
        <p:nvSpPr>
          <p:cNvPr id="170" name="Text Placeholder 7">
            <a:extLst>
              <a:ext uri="{FF2B5EF4-FFF2-40B4-BE49-F238E27FC236}">
                <a16:creationId xmlns:a16="http://schemas.microsoft.com/office/drawing/2014/main" id="{1B35CAAB-E7EE-4ABB-A06D-351F5D0F1747}"/>
              </a:ext>
            </a:extLst>
          </p:cNvPr>
          <p:cNvSpPr txBox="1">
            <a:spLocks/>
          </p:cNvSpPr>
          <p:nvPr/>
        </p:nvSpPr>
        <p:spPr>
          <a:xfrm>
            <a:off x="4096671" y="880629"/>
            <a:ext cx="4189773" cy="208830"/>
          </a:xfrm>
          <a:prstGeom prst="rect">
            <a:avLst/>
          </a:prstGeom>
        </p:spPr>
        <p:txBody>
          <a:bodyPr vert="horz" lIns="0" tIns="0" rIns="0" bIns="0" rtlCol="0">
            <a:noAutofit/>
          </a:bodyPr>
          <a:lstStyle>
            <a:lvl1pPr marL="0" indent="0" algn="l" defTabSz="1219194" rtl="0" eaLnBrk="1" latinLnBrk="0" hangingPunct="1">
              <a:spcBef>
                <a:spcPts val="0"/>
              </a:spcBef>
              <a:spcAft>
                <a:spcPts val="1333"/>
              </a:spcAft>
              <a:buSzPct val="100000"/>
              <a:buFont typeface="Arial" panose="020B0604020202020204" pitchFamily="34" charset="0"/>
              <a:buNone/>
              <a:defRPr sz="1969" b="1" kern="1200">
                <a:solidFill>
                  <a:srgbClr val="575757"/>
                </a:solidFill>
                <a:latin typeface="+mn-lt"/>
                <a:ea typeface="+mn-ea"/>
                <a:cs typeface="+mn-cs"/>
              </a:defRPr>
            </a:lvl1pPr>
            <a:lvl2pPr marL="0" indent="0" algn="l" defTabSz="121919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98" indent="-235198" algn="l" defTabSz="121919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97" indent="-235198" algn="l" defTabSz="121919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96" indent="-235198" algn="l" defTabSz="1064678"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96" indent="-235198" algn="l" defTabSz="121919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sz="1200" dirty="0">
                <a:solidFill>
                  <a:schemeClr val="tx1"/>
                </a:solidFill>
              </a:rPr>
              <a:t>Key Aspects to be considered in Bidding Documents</a:t>
            </a:r>
          </a:p>
        </p:txBody>
      </p:sp>
      <p:sp>
        <p:nvSpPr>
          <p:cNvPr id="173" name="Text Placeholder 7">
            <a:extLst>
              <a:ext uri="{FF2B5EF4-FFF2-40B4-BE49-F238E27FC236}">
                <a16:creationId xmlns:a16="http://schemas.microsoft.com/office/drawing/2014/main" id="{2902D771-32AE-4766-8E6B-96BC2B04E50B}"/>
              </a:ext>
            </a:extLst>
          </p:cNvPr>
          <p:cNvSpPr txBox="1">
            <a:spLocks/>
          </p:cNvSpPr>
          <p:nvPr/>
        </p:nvSpPr>
        <p:spPr>
          <a:xfrm>
            <a:off x="8779900" y="851268"/>
            <a:ext cx="3193025" cy="193962"/>
          </a:xfrm>
          <a:prstGeom prst="rect">
            <a:avLst/>
          </a:prstGeom>
        </p:spPr>
        <p:txBody>
          <a:bodyPr vert="horz" lIns="0" tIns="0" rIns="0" bIns="0" rtlCol="0">
            <a:noAutofit/>
          </a:bodyPr>
          <a:lstStyle>
            <a:lvl1pPr marL="0" indent="0" algn="l" defTabSz="1219194" rtl="0" eaLnBrk="1" latinLnBrk="0" hangingPunct="1">
              <a:spcBef>
                <a:spcPts val="0"/>
              </a:spcBef>
              <a:spcAft>
                <a:spcPts val="1333"/>
              </a:spcAft>
              <a:buSzPct val="100000"/>
              <a:buFont typeface="Arial" panose="020B0604020202020204" pitchFamily="34" charset="0"/>
              <a:buNone/>
              <a:defRPr sz="1969" b="1" kern="1200">
                <a:solidFill>
                  <a:srgbClr val="575757"/>
                </a:solidFill>
                <a:latin typeface="+mn-lt"/>
                <a:ea typeface="+mn-ea"/>
                <a:cs typeface="+mn-cs"/>
              </a:defRPr>
            </a:lvl1pPr>
            <a:lvl2pPr marL="0" indent="0" algn="l" defTabSz="121919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98" indent="-235198" algn="l" defTabSz="121919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97" indent="-235198" algn="l" defTabSz="121919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96" indent="-235198" algn="l" defTabSz="1064678"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96" indent="-235198" algn="l" defTabSz="121919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96" indent="-235198" algn="l" defTabSz="121919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a:r>
              <a:rPr lang="en-US" sz="1200" dirty="0">
                <a:solidFill>
                  <a:schemeClr val="tx1"/>
                </a:solidFill>
              </a:rPr>
              <a:t>Most common challenges in Defining Scope for Smart Meter Data Integrations </a:t>
            </a:r>
          </a:p>
        </p:txBody>
      </p:sp>
      <p:sp>
        <p:nvSpPr>
          <p:cNvPr id="177" name="Title 2">
            <a:extLst>
              <a:ext uri="{FF2B5EF4-FFF2-40B4-BE49-F238E27FC236}">
                <a16:creationId xmlns:a16="http://schemas.microsoft.com/office/drawing/2014/main" id="{25B1B997-3C04-46FA-B5D2-1CBB50C0472E}"/>
              </a:ext>
            </a:extLst>
          </p:cNvPr>
          <p:cNvSpPr>
            <a:spLocks noGrp="1"/>
          </p:cNvSpPr>
          <p:nvPr>
            <p:ph type="title"/>
          </p:nvPr>
        </p:nvSpPr>
        <p:spPr>
          <a:xfrm>
            <a:off x="469902" y="402587"/>
            <a:ext cx="11252200" cy="334102"/>
          </a:xfrm>
        </p:spPr>
        <p:txBody>
          <a:bodyPr vert="horz"/>
          <a:lstStyle/>
          <a:p>
            <a:r>
              <a:rPr lang="en-US" b="1" dirty="0"/>
              <a:t>Task 1: Bid Process Management</a:t>
            </a:r>
            <a:endParaRPr lang="en-GB" b="1" dirty="0"/>
          </a:p>
        </p:txBody>
      </p:sp>
      <p:sp>
        <p:nvSpPr>
          <p:cNvPr id="194" name="Freeform: Shape 193">
            <a:extLst>
              <a:ext uri="{FF2B5EF4-FFF2-40B4-BE49-F238E27FC236}">
                <a16:creationId xmlns:a16="http://schemas.microsoft.com/office/drawing/2014/main" id="{A2B6A873-45C3-459F-9BCF-0E8F55BB2E1E}"/>
              </a:ext>
            </a:extLst>
          </p:cNvPr>
          <p:cNvSpPr/>
          <p:nvPr/>
        </p:nvSpPr>
        <p:spPr>
          <a:xfrm>
            <a:off x="8636858" y="1479864"/>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Data Quality </a:t>
            </a:r>
            <a:r>
              <a:rPr lang="en-US" sz="1000" kern="1200" dirty="0"/>
              <a:t>– IT/OT/ET Devices to use the appropriate and validated data</a:t>
            </a:r>
          </a:p>
        </p:txBody>
      </p:sp>
      <p:sp>
        <p:nvSpPr>
          <p:cNvPr id="195" name="Rectangle 194">
            <a:extLst>
              <a:ext uri="{FF2B5EF4-FFF2-40B4-BE49-F238E27FC236}">
                <a16:creationId xmlns:a16="http://schemas.microsoft.com/office/drawing/2014/main" id="{59979AAE-C370-4D1B-95E0-A21123716A83}"/>
              </a:ext>
            </a:extLst>
          </p:cNvPr>
          <p:cNvSpPr/>
          <p:nvPr/>
        </p:nvSpPr>
        <p:spPr>
          <a:xfrm>
            <a:off x="8499233" y="1375372"/>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196" name="Freeform: Shape 195">
            <a:extLst>
              <a:ext uri="{FF2B5EF4-FFF2-40B4-BE49-F238E27FC236}">
                <a16:creationId xmlns:a16="http://schemas.microsoft.com/office/drawing/2014/main" id="{9FCD5EFE-12F3-4FBC-934C-450B0BEFC711}"/>
              </a:ext>
            </a:extLst>
          </p:cNvPr>
          <p:cNvSpPr/>
          <p:nvPr/>
        </p:nvSpPr>
        <p:spPr>
          <a:xfrm>
            <a:off x="8636858" y="2390551"/>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Multiple Interface – </a:t>
            </a:r>
            <a:r>
              <a:rPr lang="en-US" sz="1000" kern="1200" dirty="0"/>
              <a:t>Numerous interfaces with systems exchanging data in different formats</a:t>
            </a:r>
          </a:p>
        </p:txBody>
      </p:sp>
      <p:sp>
        <p:nvSpPr>
          <p:cNvPr id="197" name="Rectangle 196">
            <a:extLst>
              <a:ext uri="{FF2B5EF4-FFF2-40B4-BE49-F238E27FC236}">
                <a16:creationId xmlns:a16="http://schemas.microsoft.com/office/drawing/2014/main" id="{69128E1F-5292-4202-A871-BD4432948B5D}"/>
              </a:ext>
            </a:extLst>
          </p:cNvPr>
          <p:cNvSpPr/>
          <p:nvPr/>
        </p:nvSpPr>
        <p:spPr>
          <a:xfrm>
            <a:off x="8499233" y="2286059"/>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198" name="Freeform: Shape 197">
            <a:extLst>
              <a:ext uri="{FF2B5EF4-FFF2-40B4-BE49-F238E27FC236}">
                <a16:creationId xmlns:a16="http://schemas.microsoft.com/office/drawing/2014/main" id="{6D74F905-E489-4380-8C68-744F4A968F20}"/>
              </a:ext>
            </a:extLst>
          </p:cNvPr>
          <p:cNvSpPr/>
          <p:nvPr/>
        </p:nvSpPr>
        <p:spPr>
          <a:xfrm>
            <a:off x="8636858" y="3301239"/>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Security – </a:t>
            </a:r>
            <a:r>
              <a:rPr lang="en-US" sz="1000" kern="1200" dirty="0"/>
              <a:t>Strict Adherence to security governance policies</a:t>
            </a:r>
          </a:p>
        </p:txBody>
      </p:sp>
      <p:sp>
        <p:nvSpPr>
          <p:cNvPr id="199" name="Rectangle 198">
            <a:extLst>
              <a:ext uri="{FF2B5EF4-FFF2-40B4-BE49-F238E27FC236}">
                <a16:creationId xmlns:a16="http://schemas.microsoft.com/office/drawing/2014/main" id="{D8C9DA4D-26DC-46B5-BED2-6520CF5D7668}"/>
              </a:ext>
            </a:extLst>
          </p:cNvPr>
          <p:cNvSpPr/>
          <p:nvPr/>
        </p:nvSpPr>
        <p:spPr>
          <a:xfrm>
            <a:off x="8499233" y="3196747"/>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200" name="Freeform: Shape 199">
            <a:extLst>
              <a:ext uri="{FF2B5EF4-FFF2-40B4-BE49-F238E27FC236}">
                <a16:creationId xmlns:a16="http://schemas.microsoft.com/office/drawing/2014/main" id="{4B527542-10C3-48F6-8758-C9FDADD37AA5}"/>
              </a:ext>
            </a:extLst>
          </p:cNvPr>
          <p:cNvSpPr/>
          <p:nvPr/>
        </p:nvSpPr>
        <p:spPr>
          <a:xfrm>
            <a:off x="8636858" y="4211926"/>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Business Process Change – </a:t>
            </a:r>
            <a:r>
              <a:rPr lang="en-US" sz="1000" kern="1200" dirty="0"/>
              <a:t>Streamline &amp; Improve operational efficiencies</a:t>
            </a:r>
          </a:p>
        </p:txBody>
      </p:sp>
      <p:sp>
        <p:nvSpPr>
          <p:cNvPr id="201" name="Rectangle 200">
            <a:extLst>
              <a:ext uri="{FF2B5EF4-FFF2-40B4-BE49-F238E27FC236}">
                <a16:creationId xmlns:a16="http://schemas.microsoft.com/office/drawing/2014/main" id="{56C8CA81-554A-4A32-BE72-7B6D2620A0C6}"/>
              </a:ext>
            </a:extLst>
          </p:cNvPr>
          <p:cNvSpPr/>
          <p:nvPr/>
        </p:nvSpPr>
        <p:spPr>
          <a:xfrm>
            <a:off x="8499233" y="4107434"/>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202" name="Freeform: Shape 201">
            <a:extLst>
              <a:ext uri="{FF2B5EF4-FFF2-40B4-BE49-F238E27FC236}">
                <a16:creationId xmlns:a16="http://schemas.microsoft.com/office/drawing/2014/main" id="{2ED1251F-CC56-4941-9911-D222823FDD0F}"/>
              </a:ext>
            </a:extLst>
          </p:cNvPr>
          <p:cNvSpPr/>
          <p:nvPr/>
        </p:nvSpPr>
        <p:spPr>
          <a:xfrm>
            <a:off x="8636858" y="5122614"/>
            <a:ext cx="3302997" cy="723405"/>
          </a:xfrm>
          <a:custGeom>
            <a:avLst/>
            <a:gdLst>
              <a:gd name="connsiteX0" fmla="*/ 0 w 2314898"/>
              <a:gd name="connsiteY0" fmla="*/ 0 h 723405"/>
              <a:gd name="connsiteX1" fmla="*/ 2314898 w 2314898"/>
              <a:gd name="connsiteY1" fmla="*/ 0 h 723405"/>
              <a:gd name="connsiteX2" fmla="*/ 2314898 w 2314898"/>
              <a:gd name="connsiteY2" fmla="*/ 723405 h 723405"/>
              <a:gd name="connsiteX3" fmla="*/ 0 w 2314898"/>
              <a:gd name="connsiteY3" fmla="*/ 723405 h 723405"/>
              <a:gd name="connsiteX4" fmla="*/ 0 w 2314898"/>
              <a:gd name="connsiteY4" fmla="*/ 0 h 723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898" h="723405">
                <a:moveTo>
                  <a:pt x="0" y="0"/>
                </a:moveTo>
                <a:lnTo>
                  <a:pt x="2314898" y="0"/>
                </a:lnTo>
                <a:lnTo>
                  <a:pt x="2314898" y="723405"/>
                </a:lnTo>
                <a:lnTo>
                  <a:pt x="0" y="723405"/>
                </a:lnTo>
                <a:lnTo>
                  <a:pt x="0" y="0"/>
                </a:lnTo>
                <a:close/>
              </a:path>
            </a:pathLst>
          </a:custGeom>
        </p:spPr>
        <p:style>
          <a:lnRef idx="1">
            <a:schemeClr val="accent1">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489987" tIns="34290" rIns="34290" bIns="34290" numCol="1" spcCol="1270" anchor="ctr" anchorCtr="0">
            <a:noAutofit/>
          </a:bodyPr>
          <a:lstStyle/>
          <a:p>
            <a:pPr marL="0" lvl="0" indent="0" algn="l" defTabSz="400050">
              <a:lnSpc>
                <a:spcPct val="90000"/>
              </a:lnSpc>
              <a:spcBef>
                <a:spcPct val="0"/>
              </a:spcBef>
              <a:spcAft>
                <a:spcPct val="35000"/>
              </a:spcAft>
              <a:buNone/>
            </a:pPr>
            <a:r>
              <a:rPr lang="en-US" sz="1000" b="1" kern="1200" dirty="0"/>
              <a:t>Communication – </a:t>
            </a:r>
            <a:r>
              <a:rPr lang="en-US" sz="1000" kern="1200" dirty="0"/>
              <a:t>Robust Communication Infrastructure to address the huge volume of field &amp; data transfers</a:t>
            </a:r>
          </a:p>
        </p:txBody>
      </p:sp>
      <p:sp>
        <p:nvSpPr>
          <p:cNvPr id="203" name="Rectangle 202">
            <a:extLst>
              <a:ext uri="{FF2B5EF4-FFF2-40B4-BE49-F238E27FC236}">
                <a16:creationId xmlns:a16="http://schemas.microsoft.com/office/drawing/2014/main" id="{23D2EE46-C9D8-4E29-A9A8-19AE61067F06}"/>
              </a:ext>
            </a:extLst>
          </p:cNvPr>
          <p:cNvSpPr/>
          <p:nvPr/>
        </p:nvSpPr>
        <p:spPr>
          <a:xfrm>
            <a:off x="8499233" y="5018122"/>
            <a:ext cx="611211" cy="759576"/>
          </a:xfrm>
          <a:prstGeom prst="rect">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grpSp>
        <p:nvGrpSpPr>
          <p:cNvPr id="204" name="Graphic 4">
            <a:extLst>
              <a:ext uri="{FF2B5EF4-FFF2-40B4-BE49-F238E27FC236}">
                <a16:creationId xmlns:a16="http://schemas.microsoft.com/office/drawing/2014/main" id="{4C2A12B6-3F65-4A77-ADC8-0F6DE1F31560}"/>
              </a:ext>
            </a:extLst>
          </p:cNvPr>
          <p:cNvGrpSpPr/>
          <p:nvPr/>
        </p:nvGrpSpPr>
        <p:grpSpPr>
          <a:xfrm>
            <a:off x="8548682" y="1538894"/>
            <a:ext cx="511382" cy="510900"/>
            <a:chOff x="5708769" y="1402085"/>
            <a:chExt cx="361674" cy="361333"/>
          </a:xfrm>
          <a:solidFill>
            <a:schemeClr val="tx1"/>
          </a:solidFill>
        </p:grpSpPr>
        <p:sp>
          <p:nvSpPr>
            <p:cNvPr id="205" name="Graphic 4">
              <a:extLst>
                <a:ext uri="{FF2B5EF4-FFF2-40B4-BE49-F238E27FC236}">
                  <a16:creationId xmlns:a16="http://schemas.microsoft.com/office/drawing/2014/main" id="{A945959B-07F9-4BBC-BD1A-85E40FCE04EA}"/>
                </a:ext>
              </a:extLst>
            </p:cNvPr>
            <p:cNvSpPr/>
            <p:nvPr/>
          </p:nvSpPr>
          <p:spPr>
            <a:xfrm>
              <a:off x="5708769" y="1402085"/>
              <a:ext cx="361674" cy="361333"/>
            </a:xfrm>
            <a:custGeom>
              <a:avLst/>
              <a:gdLst>
                <a:gd name="connsiteX0" fmla="*/ 180835 w 361674"/>
                <a:gd name="connsiteY0" fmla="*/ 349204 h 361333"/>
                <a:gd name="connsiteX1" fmla="*/ 12780 w 361674"/>
                <a:gd name="connsiteY1" fmla="*/ 181305 h 361333"/>
                <a:gd name="connsiteX2" fmla="*/ 180835 w 361674"/>
                <a:gd name="connsiteY2" fmla="*/ 13406 h 361333"/>
                <a:gd name="connsiteX3" fmla="*/ 348890 w 361674"/>
                <a:gd name="connsiteY3" fmla="*/ 181305 h 361333"/>
                <a:gd name="connsiteX4" fmla="*/ 180835 w 361674"/>
                <a:gd name="connsiteY4" fmla="*/ 349204 h 361333"/>
                <a:gd name="connsiteX5" fmla="*/ 180835 w 361674"/>
                <a:gd name="connsiteY5" fmla="*/ 0 h 361333"/>
                <a:gd name="connsiteX6" fmla="*/ 0 w 361674"/>
                <a:gd name="connsiteY6" fmla="*/ 180667 h 361333"/>
                <a:gd name="connsiteX7" fmla="*/ 180835 w 361674"/>
                <a:gd name="connsiteY7" fmla="*/ 361333 h 361333"/>
                <a:gd name="connsiteX8" fmla="*/ 361670 w 361674"/>
                <a:gd name="connsiteY8" fmla="*/ 180667 h 361333"/>
                <a:gd name="connsiteX9" fmla="*/ 180835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5" y="349204"/>
                  </a:moveTo>
                  <a:cubicBezTo>
                    <a:pt x="88181" y="349204"/>
                    <a:pt x="12780" y="273873"/>
                    <a:pt x="12780" y="181305"/>
                  </a:cubicBezTo>
                  <a:cubicBezTo>
                    <a:pt x="12780" y="88737"/>
                    <a:pt x="88181" y="13406"/>
                    <a:pt x="180835" y="13406"/>
                  </a:cubicBezTo>
                  <a:cubicBezTo>
                    <a:pt x="273489" y="13406"/>
                    <a:pt x="348890" y="88737"/>
                    <a:pt x="348890" y="181305"/>
                  </a:cubicBezTo>
                  <a:cubicBezTo>
                    <a:pt x="349529" y="273873"/>
                    <a:pt x="273489" y="349204"/>
                    <a:pt x="180835" y="349204"/>
                  </a:cubicBezTo>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path>
              </a:pathLst>
            </a:custGeom>
            <a:grpFill/>
            <a:ln w="6390" cap="flat">
              <a:noFill/>
              <a:prstDash val="solid"/>
              <a:miter/>
            </a:ln>
          </p:spPr>
          <p:txBody>
            <a:bodyPr rtlCol="0" anchor="ctr"/>
            <a:lstStyle/>
            <a:p>
              <a:endParaRPr lang="en-US" dirty="0"/>
            </a:p>
          </p:txBody>
        </p:sp>
        <p:sp>
          <p:nvSpPr>
            <p:cNvPr id="206" name="Graphic 4">
              <a:extLst>
                <a:ext uri="{FF2B5EF4-FFF2-40B4-BE49-F238E27FC236}">
                  <a16:creationId xmlns:a16="http://schemas.microsoft.com/office/drawing/2014/main" id="{5C7035F9-AD4C-48F4-994D-92EB2A4158A9}"/>
                </a:ext>
              </a:extLst>
            </p:cNvPr>
            <p:cNvSpPr/>
            <p:nvPr/>
          </p:nvSpPr>
          <p:spPr>
            <a:xfrm>
              <a:off x="5802062" y="1592327"/>
              <a:ext cx="90097" cy="12767"/>
            </a:xfrm>
            <a:custGeom>
              <a:avLst/>
              <a:gdLst>
                <a:gd name="connsiteX0" fmla="*/ 90098 w 90097"/>
                <a:gd name="connsiteY0" fmla="*/ 6384 h 12767"/>
                <a:gd name="connsiteX1" fmla="*/ 83708 w 90097"/>
                <a:gd name="connsiteY1" fmla="*/ 0 h 12767"/>
                <a:gd name="connsiteX2" fmla="*/ 6390 w 90097"/>
                <a:gd name="connsiteY2" fmla="*/ 0 h 12767"/>
                <a:gd name="connsiteX3" fmla="*/ 0 w 90097"/>
                <a:gd name="connsiteY3" fmla="*/ 6384 h 12767"/>
                <a:gd name="connsiteX4" fmla="*/ 6390 w 90097"/>
                <a:gd name="connsiteY4" fmla="*/ 12768 h 12767"/>
                <a:gd name="connsiteX5" fmla="*/ 83708 w 90097"/>
                <a:gd name="connsiteY5" fmla="*/ 12768 h 12767"/>
                <a:gd name="connsiteX6" fmla="*/ 90098 w 90097"/>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097" h="12767">
                  <a:moveTo>
                    <a:pt x="90098" y="6384"/>
                  </a:moveTo>
                  <a:cubicBezTo>
                    <a:pt x="90098" y="2554"/>
                    <a:pt x="87542" y="0"/>
                    <a:pt x="83708" y="0"/>
                  </a:cubicBezTo>
                  <a:lnTo>
                    <a:pt x="6390" y="0"/>
                  </a:lnTo>
                  <a:cubicBezTo>
                    <a:pt x="2556" y="0"/>
                    <a:pt x="0" y="2554"/>
                    <a:pt x="0" y="6384"/>
                  </a:cubicBezTo>
                  <a:cubicBezTo>
                    <a:pt x="0" y="10214"/>
                    <a:pt x="2556" y="12768"/>
                    <a:pt x="6390" y="12768"/>
                  </a:cubicBezTo>
                  <a:lnTo>
                    <a:pt x="83708" y="12768"/>
                  </a:lnTo>
                  <a:cubicBezTo>
                    <a:pt x="87542" y="12768"/>
                    <a:pt x="90098" y="10214"/>
                    <a:pt x="90098" y="6384"/>
                  </a:cubicBezTo>
                </a:path>
              </a:pathLst>
            </a:custGeom>
            <a:grpFill/>
            <a:ln w="6390" cap="flat">
              <a:noFill/>
              <a:prstDash val="solid"/>
              <a:miter/>
            </a:ln>
          </p:spPr>
          <p:txBody>
            <a:bodyPr rtlCol="0" anchor="ctr"/>
            <a:lstStyle/>
            <a:p>
              <a:endParaRPr lang="en-US" dirty="0"/>
            </a:p>
          </p:txBody>
        </p:sp>
        <p:sp>
          <p:nvSpPr>
            <p:cNvPr id="207" name="Graphic 4">
              <a:extLst>
                <a:ext uri="{FF2B5EF4-FFF2-40B4-BE49-F238E27FC236}">
                  <a16:creationId xmlns:a16="http://schemas.microsoft.com/office/drawing/2014/main" id="{B90587FD-BE4B-49BD-8258-D5E089C0D60D}"/>
                </a:ext>
              </a:extLst>
            </p:cNvPr>
            <p:cNvSpPr/>
            <p:nvPr/>
          </p:nvSpPr>
          <p:spPr>
            <a:xfrm>
              <a:off x="5816998" y="1469116"/>
              <a:ext cx="160148" cy="228546"/>
            </a:xfrm>
            <a:custGeom>
              <a:avLst/>
              <a:gdLst>
                <a:gd name="connsiteX0" fmla="*/ 57271 w 160148"/>
                <a:gd name="connsiteY0" fmla="*/ 90014 h 228546"/>
                <a:gd name="connsiteX1" fmla="*/ 38740 w 160148"/>
                <a:gd name="connsiteY1" fmla="*/ 71501 h 228546"/>
                <a:gd name="connsiteX2" fmla="*/ 95610 w 160148"/>
                <a:gd name="connsiteY2" fmla="*/ 14683 h 228546"/>
                <a:gd name="connsiteX3" fmla="*/ 114141 w 160148"/>
                <a:gd name="connsiteY3" fmla="*/ 33197 h 228546"/>
                <a:gd name="connsiteX4" fmla="*/ 57271 w 160148"/>
                <a:gd name="connsiteY4" fmla="*/ 90014 h 228546"/>
                <a:gd name="connsiteX5" fmla="*/ 117975 w 160148"/>
                <a:gd name="connsiteY5" fmla="*/ 47880 h 228546"/>
                <a:gd name="connsiteX6" fmla="*/ 127560 w 160148"/>
                <a:gd name="connsiteY6" fmla="*/ 38304 h 228546"/>
                <a:gd name="connsiteX7" fmla="*/ 127560 w 160148"/>
                <a:gd name="connsiteY7" fmla="*/ 29366 h 228546"/>
                <a:gd name="connsiteX8" fmla="*/ 121170 w 160148"/>
                <a:gd name="connsiteY8" fmla="*/ 22982 h 228546"/>
                <a:gd name="connsiteX9" fmla="*/ 122448 w 160148"/>
                <a:gd name="connsiteY9" fmla="*/ 22344 h 228546"/>
                <a:gd name="connsiteX10" fmla="*/ 128199 w 160148"/>
                <a:gd name="connsiteY10" fmla="*/ 16598 h 228546"/>
                <a:gd name="connsiteX11" fmla="*/ 130116 w 160148"/>
                <a:gd name="connsiteY11" fmla="*/ 12130 h 228546"/>
                <a:gd name="connsiteX12" fmla="*/ 128199 w 160148"/>
                <a:gd name="connsiteY12" fmla="*/ 7661 h 228546"/>
                <a:gd name="connsiteX13" fmla="*/ 122448 w 160148"/>
                <a:gd name="connsiteY13" fmla="*/ 1915 h 228546"/>
                <a:gd name="connsiteX14" fmla="*/ 113502 w 160148"/>
                <a:gd name="connsiteY14" fmla="*/ 1915 h 228546"/>
                <a:gd name="connsiteX15" fmla="*/ 107751 w 160148"/>
                <a:gd name="connsiteY15" fmla="*/ 7661 h 228546"/>
                <a:gd name="connsiteX16" fmla="*/ 107112 w 160148"/>
                <a:gd name="connsiteY16" fmla="*/ 8938 h 228546"/>
                <a:gd name="connsiteX17" fmla="*/ 100722 w 160148"/>
                <a:gd name="connsiteY17" fmla="*/ 2554 h 228546"/>
                <a:gd name="connsiteX18" fmla="*/ 91776 w 160148"/>
                <a:gd name="connsiteY18" fmla="*/ 2554 h 228546"/>
                <a:gd name="connsiteX19" fmla="*/ 25321 w 160148"/>
                <a:gd name="connsiteY19" fmla="*/ 67032 h 228546"/>
                <a:gd name="connsiteX20" fmla="*/ 25321 w 160148"/>
                <a:gd name="connsiteY20" fmla="*/ 75969 h 228546"/>
                <a:gd name="connsiteX21" fmla="*/ 52798 w 160148"/>
                <a:gd name="connsiteY21" fmla="*/ 104059 h 228546"/>
                <a:gd name="connsiteX22" fmla="*/ 57271 w 160148"/>
                <a:gd name="connsiteY22" fmla="*/ 105974 h 228546"/>
                <a:gd name="connsiteX23" fmla="*/ 61744 w 160148"/>
                <a:gd name="connsiteY23" fmla="*/ 104059 h 228546"/>
                <a:gd name="connsiteX24" fmla="*/ 83470 w 160148"/>
                <a:gd name="connsiteY24" fmla="*/ 82353 h 228546"/>
                <a:gd name="connsiteX25" fmla="*/ 109029 w 160148"/>
                <a:gd name="connsiteY25" fmla="*/ 114273 h 228546"/>
                <a:gd name="connsiteX26" fmla="*/ 76440 w 160148"/>
                <a:gd name="connsiteY26" fmla="*/ 146832 h 228546"/>
                <a:gd name="connsiteX27" fmla="*/ 70050 w 160148"/>
                <a:gd name="connsiteY27" fmla="*/ 153216 h 228546"/>
                <a:gd name="connsiteX28" fmla="*/ 76440 w 160148"/>
                <a:gd name="connsiteY28" fmla="*/ 159600 h 228546"/>
                <a:gd name="connsiteX29" fmla="*/ 121809 w 160148"/>
                <a:gd name="connsiteY29" fmla="*/ 114273 h 228546"/>
                <a:gd name="connsiteX30" fmla="*/ 93693 w 160148"/>
                <a:gd name="connsiteY30" fmla="*/ 72139 h 228546"/>
                <a:gd name="connsiteX31" fmla="*/ 108390 w 160148"/>
                <a:gd name="connsiteY31" fmla="*/ 57456 h 228546"/>
                <a:gd name="connsiteX32" fmla="*/ 110946 w 160148"/>
                <a:gd name="connsiteY32" fmla="*/ 58094 h 228546"/>
                <a:gd name="connsiteX33" fmla="*/ 148008 w 160148"/>
                <a:gd name="connsiteY33" fmla="*/ 118104 h 228546"/>
                <a:gd name="connsiteX34" fmla="*/ 91776 w 160148"/>
                <a:gd name="connsiteY34" fmla="*/ 185136 h 228546"/>
                <a:gd name="connsiteX35" fmla="*/ 86665 w 160148"/>
                <a:gd name="connsiteY35" fmla="*/ 190243 h 228546"/>
                <a:gd name="connsiteX36" fmla="*/ 89859 w 160148"/>
                <a:gd name="connsiteY36" fmla="*/ 196627 h 228546"/>
                <a:gd name="connsiteX37" fmla="*/ 107112 w 160148"/>
                <a:gd name="connsiteY37" fmla="*/ 215779 h 228546"/>
                <a:gd name="connsiteX38" fmla="*/ 47047 w 160148"/>
                <a:gd name="connsiteY38" fmla="*/ 215779 h 228546"/>
                <a:gd name="connsiteX39" fmla="*/ 57271 w 160148"/>
                <a:gd name="connsiteY39" fmla="*/ 204287 h 228546"/>
                <a:gd name="connsiteX40" fmla="*/ 60466 w 160148"/>
                <a:gd name="connsiteY40" fmla="*/ 197903 h 228546"/>
                <a:gd name="connsiteX41" fmla="*/ 55354 w 160148"/>
                <a:gd name="connsiteY41" fmla="*/ 192796 h 228546"/>
                <a:gd name="connsiteX42" fmla="*/ 12541 w 160148"/>
                <a:gd name="connsiteY42" fmla="*/ 150662 h 228546"/>
                <a:gd name="connsiteX43" fmla="*/ 4234 w 160148"/>
                <a:gd name="connsiteY43" fmla="*/ 146832 h 228546"/>
                <a:gd name="connsiteX44" fmla="*/ 400 w 160148"/>
                <a:gd name="connsiteY44" fmla="*/ 155131 h 228546"/>
                <a:gd name="connsiteX45" fmla="*/ 40657 w 160148"/>
                <a:gd name="connsiteY45" fmla="*/ 201095 h 228546"/>
                <a:gd name="connsiteX46" fmla="*/ 31711 w 160148"/>
                <a:gd name="connsiteY46" fmla="*/ 220886 h 228546"/>
                <a:gd name="connsiteX47" fmla="*/ 32989 w 160148"/>
                <a:gd name="connsiteY47" fmla="*/ 225993 h 228546"/>
                <a:gd name="connsiteX48" fmla="*/ 38101 w 160148"/>
                <a:gd name="connsiteY48" fmla="*/ 228547 h 228546"/>
                <a:gd name="connsiteX49" fmla="*/ 115419 w 160148"/>
                <a:gd name="connsiteY49" fmla="*/ 228547 h 228546"/>
                <a:gd name="connsiteX50" fmla="*/ 120531 w 160148"/>
                <a:gd name="connsiteY50" fmla="*/ 225993 h 228546"/>
                <a:gd name="connsiteX51" fmla="*/ 121809 w 160148"/>
                <a:gd name="connsiteY51" fmla="*/ 220886 h 228546"/>
                <a:gd name="connsiteX52" fmla="*/ 106473 w 160148"/>
                <a:gd name="connsiteY52" fmla="*/ 194073 h 228546"/>
                <a:gd name="connsiteX53" fmla="*/ 160149 w 160148"/>
                <a:gd name="connsiteY53" fmla="*/ 117465 h 228546"/>
                <a:gd name="connsiteX54" fmla="*/ 117975 w 160148"/>
                <a:gd name="connsiteY54" fmla="*/ 47880 h 22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60148" h="228546">
                  <a:moveTo>
                    <a:pt x="57271" y="90014"/>
                  </a:moveTo>
                  <a:lnTo>
                    <a:pt x="38740" y="71501"/>
                  </a:lnTo>
                  <a:lnTo>
                    <a:pt x="95610" y="14683"/>
                  </a:lnTo>
                  <a:lnTo>
                    <a:pt x="114141" y="33197"/>
                  </a:lnTo>
                  <a:lnTo>
                    <a:pt x="57271" y="90014"/>
                  </a:lnTo>
                  <a:close/>
                  <a:moveTo>
                    <a:pt x="117975" y="47880"/>
                  </a:moveTo>
                  <a:lnTo>
                    <a:pt x="127560" y="38304"/>
                  </a:lnTo>
                  <a:cubicBezTo>
                    <a:pt x="130116" y="35750"/>
                    <a:pt x="130116" y="31920"/>
                    <a:pt x="127560" y="29366"/>
                  </a:cubicBezTo>
                  <a:lnTo>
                    <a:pt x="121170" y="22982"/>
                  </a:lnTo>
                  <a:cubicBezTo>
                    <a:pt x="121809" y="22982"/>
                    <a:pt x="121809" y="22344"/>
                    <a:pt x="122448" y="22344"/>
                  </a:cubicBezTo>
                  <a:lnTo>
                    <a:pt x="128199" y="16598"/>
                  </a:lnTo>
                  <a:cubicBezTo>
                    <a:pt x="129477" y="15322"/>
                    <a:pt x="130116" y="14045"/>
                    <a:pt x="130116" y="12130"/>
                  </a:cubicBezTo>
                  <a:cubicBezTo>
                    <a:pt x="130116" y="10214"/>
                    <a:pt x="129477" y="8938"/>
                    <a:pt x="128199" y="7661"/>
                  </a:cubicBezTo>
                  <a:lnTo>
                    <a:pt x="122448" y="1915"/>
                  </a:lnTo>
                  <a:cubicBezTo>
                    <a:pt x="119892" y="-638"/>
                    <a:pt x="116058" y="-638"/>
                    <a:pt x="113502" y="1915"/>
                  </a:cubicBezTo>
                  <a:lnTo>
                    <a:pt x="107751" y="7661"/>
                  </a:lnTo>
                  <a:cubicBezTo>
                    <a:pt x="107112" y="8299"/>
                    <a:pt x="107112" y="8299"/>
                    <a:pt x="107112" y="8938"/>
                  </a:cubicBezTo>
                  <a:lnTo>
                    <a:pt x="100722" y="2554"/>
                  </a:lnTo>
                  <a:cubicBezTo>
                    <a:pt x="98166" y="0"/>
                    <a:pt x="94332" y="0"/>
                    <a:pt x="91776" y="2554"/>
                  </a:cubicBezTo>
                  <a:lnTo>
                    <a:pt x="25321" y="67032"/>
                  </a:lnTo>
                  <a:cubicBezTo>
                    <a:pt x="22765" y="69585"/>
                    <a:pt x="22765" y="73416"/>
                    <a:pt x="25321" y="75969"/>
                  </a:cubicBezTo>
                  <a:lnTo>
                    <a:pt x="52798" y="104059"/>
                  </a:lnTo>
                  <a:cubicBezTo>
                    <a:pt x="54076" y="105336"/>
                    <a:pt x="55992" y="105974"/>
                    <a:pt x="57271" y="105974"/>
                  </a:cubicBezTo>
                  <a:cubicBezTo>
                    <a:pt x="59187" y="105974"/>
                    <a:pt x="60466" y="105336"/>
                    <a:pt x="61744" y="104059"/>
                  </a:cubicBezTo>
                  <a:lnTo>
                    <a:pt x="83470" y="82353"/>
                  </a:lnTo>
                  <a:cubicBezTo>
                    <a:pt x="98805" y="86184"/>
                    <a:pt x="109029" y="98952"/>
                    <a:pt x="109029" y="114273"/>
                  </a:cubicBezTo>
                  <a:cubicBezTo>
                    <a:pt x="109029" y="132787"/>
                    <a:pt x="95610" y="146832"/>
                    <a:pt x="76440" y="146832"/>
                  </a:cubicBezTo>
                  <a:cubicBezTo>
                    <a:pt x="72607" y="146832"/>
                    <a:pt x="70050" y="149385"/>
                    <a:pt x="70050" y="153216"/>
                  </a:cubicBezTo>
                  <a:cubicBezTo>
                    <a:pt x="70050" y="157046"/>
                    <a:pt x="72607" y="159600"/>
                    <a:pt x="76440" y="159600"/>
                  </a:cubicBezTo>
                  <a:cubicBezTo>
                    <a:pt x="102000" y="159600"/>
                    <a:pt x="121809" y="140448"/>
                    <a:pt x="121809" y="114273"/>
                  </a:cubicBezTo>
                  <a:cubicBezTo>
                    <a:pt x="121809" y="95121"/>
                    <a:pt x="110946" y="78523"/>
                    <a:pt x="93693" y="72139"/>
                  </a:cubicBezTo>
                  <a:lnTo>
                    <a:pt x="108390" y="57456"/>
                  </a:lnTo>
                  <a:cubicBezTo>
                    <a:pt x="109668" y="58094"/>
                    <a:pt x="110946" y="58094"/>
                    <a:pt x="110946" y="58094"/>
                  </a:cubicBezTo>
                  <a:cubicBezTo>
                    <a:pt x="133950" y="69585"/>
                    <a:pt x="148008" y="92568"/>
                    <a:pt x="148008" y="118104"/>
                  </a:cubicBezTo>
                  <a:cubicBezTo>
                    <a:pt x="148008" y="151300"/>
                    <a:pt x="123726" y="180028"/>
                    <a:pt x="91776" y="185136"/>
                  </a:cubicBezTo>
                  <a:cubicBezTo>
                    <a:pt x="89220" y="185774"/>
                    <a:pt x="86665" y="187689"/>
                    <a:pt x="86665" y="190243"/>
                  </a:cubicBezTo>
                  <a:cubicBezTo>
                    <a:pt x="86025" y="192796"/>
                    <a:pt x="87303" y="195988"/>
                    <a:pt x="89859" y="196627"/>
                  </a:cubicBezTo>
                  <a:cubicBezTo>
                    <a:pt x="96249" y="199819"/>
                    <a:pt x="103278" y="207479"/>
                    <a:pt x="107112" y="215779"/>
                  </a:cubicBezTo>
                  <a:lnTo>
                    <a:pt x="47047" y="215779"/>
                  </a:lnTo>
                  <a:cubicBezTo>
                    <a:pt x="48964" y="210671"/>
                    <a:pt x="52159" y="207479"/>
                    <a:pt x="57271" y="204287"/>
                  </a:cubicBezTo>
                  <a:cubicBezTo>
                    <a:pt x="59187" y="203011"/>
                    <a:pt x="60466" y="200457"/>
                    <a:pt x="60466" y="197903"/>
                  </a:cubicBezTo>
                  <a:cubicBezTo>
                    <a:pt x="59827" y="195350"/>
                    <a:pt x="57910" y="193435"/>
                    <a:pt x="55354" y="192796"/>
                  </a:cubicBezTo>
                  <a:cubicBezTo>
                    <a:pt x="36823" y="188328"/>
                    <a:pt x="21487" y="173006"/>
                    <a:pt x="12541" y="150662"/>
                  </a:cubicBezTo>
                  <a:cubicBezTo>
                    <a:pt x="11263" y="147470"/>
                    <a:pt x="7429" y="145555"/>
                    <a:pt x="4234" y="146832"/>
                  </a:cubicBezTo>
                  <a:cubicBezTo>
                    <a:pt x="1039" y="148108"/>
                    <a:pt x="-878" y="151939"/>
                    <a:pt x="400" y="155131"/>
                  </a:cubicBezTo>
                  <a:cubicBezTo>
                    <a:pt x="8707" y="176836"/>
                    <a:pt x="23404" y="193435"/>
                    <a:pt x="40657" y="201095"/>
                  </a:cubicBezTo>
                  <a:cubicBezTo>
                    <a:pt x="36184" y="206203"/>
                    <a:pt x="33628" y="212587"/>
                    <a:pt x="31711" y="220886"/>
                  </a:cubicBezTo>
                  <a:cubicBezTo>
                    <a:pt x="31072" y="222801"/>
                    <a:pt x="31711" y="224716"/>
                    <a:pt x="32989" y="225993"/>
                  </a:cubicBezTo>
                  <a:cubicBezTo>
                    <a:pt x="34267" y="227270"/>
                    <a:pt x="36184" y="228547"/>
                    <a:pt x="38101" y="228547"/>
                  </a:cubicBezTo>
                  <a:lnTo>
                    <a:pt x="115419" y="228547"/>
                  </a:lnTo>
                  <a:cubicBezTo>
                    <a:pt x="117336" y="228547"/>
                    <a:pt x="119253" y="227908"/>
                    <a:pt x="120531" y="225993"/>
                  </a:cubicBezTo>
                  <a:cubicBezTo>
                    <a:pt x="121809" y="224716"/>
                    <a:pt x="122448" y="222801"/>
                    <a:pt x="121809" y="220886"/>
                  </a:cubicBezTo>
                  <a:cubicBezTo>
                    <a:pt x="119892" y="211310"/>
                    <a:pt x="114141" y="201734"/>
                    <a:pt x="106473" y="194073"/>
                  </a:cubicBezTo>
                  <a:cubicBezTo>
                    <a:pt x="137784" y="183220"/>
                    <a:pt x="160149" y="152577"/>
                    <a:pt x="160149" y="117465"/>
                  </a:cubicBezTo>
                  <a:cubicBezTo>
                    <a:pt x="160149" y="88737"/>
                    <a:pt x="144174" y="61925"/>
                    <a:pt x="117975" y="47880"/>
                  </a:cubicBezTo>
                </a:path>
              </a:pathLst>
            </a:custGeom>
            <a:grpFill/>
            <a:ln w="6390" cap="flat">
              <a:noFill/>
              <a:prstDash val="solid"/>
              <a:miter/>
            </a:ln>
          </p:spPr>
          <p:txBody>
            <a:bodyPr rtlCol="0" anchor="ctr"/>
            <a:lstStyle/>
            <a:p>
              <a:endParaRPr lang="en-US" dirty="0"/>
            </a:p>
          </p:txBody>
        </p:sp>
      </p:grpSp>
      <p:grpSp>
        <p:nvGrpSpPr>
          <p:cNvPr id="208" name="Graphic 4">
            <a:extLst>
              <a:ext uri="{FF2B5EF4-FFF2-40B4-BE49-F238E27FC236}">
                <a16:creationId xmlns:a16="http://schemas.microsoft.com/office/drawing/2014/main" id="{2D43BE8C-55CD-4D14-BFBB-E167AEC537C3}"/>
              </a:ext>
            </a:extLst>
          </p:cNvPr>
          <p:cNvGrpSpPr/>
          <p:nvPr/>
        </p:nvGrpSpPr>
        <p:grpSpPr>
          <a:xfrm>
            <a:off x="8558897" y="2409815"/>
            <a:ext cx="512064" cy="512064"/>
            <a:chOff x="1515054" y="918179"/>
            <a:chExt cx="362309" cy="361971"/>
          </a:xfrm>
          <a:solidFill>
            <a:schemeClr val="tx1"/>
          </a:solidFill>
        </p:grpSpPr>
        <p:sp>
          <p:nvSpPr>
            <p:cNvPr id="209" name="Graphic 4">
              <a:extLst>
                <a:ext uri="{FF2B5EF4-FFF2-40B4-BE49-F238E27FC236}">
                  <a16:creationId xmlns:a16="http://schemas.microsoft.com/office/drawing/2014/main" id="{906EB9AF-3040-4F17-867D-8D30AAC1DD76}"/>
                </a:ext>
              </a:extLst>
            </p:cNvPr>
            <p:cNvSpPr/>
            <p:nvPr/>
          </p:nvSpPr>
          <p:spPr>
            <a:xfrm>
              <a:off x="15150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0667 h 361971"/>
                <a:gd name="connsiteX10" fmla="*/ 180835 w 362309"/>
                <a:gd name="connsiteY10"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0518" y="0"/>
                    <a:pt x="180835" y="0"/>
                  </a:cubicBezTo>
                  <a:lnTo>
                    <a:pt x="180835" y="0"/>
                  </a:lnTo>
                  <a:close/>
                  <a:moveTo>
                    <a:pt x="180835" y="349204"/>
                  </a:moveTo>
                  <a:cubicBezTo>
                    <a:pt x="87542" y="349204"/>
                    <a:pt x="12780" y="273873"/>
                    <a:pt x="12780" y="180667"/>
                  </a:cubicBezTo>
                  <a:cubicBezTo>
                    <a:pt x="12780" y="87461"/>
                    <a:pt x="88181" y="12768"/>
                    <a:pt x="180835" y="12768"/>
                  </a:cubicBezTo>
                  <a:cubicBezTo>
                    <a:pt x="274128" y="12768"/>
                    <a:pt x="349529" y="88099"/>
                    <a:pt x="349529" y="180667"/>
                  </a:cubicBezTo>
                  <a:cubicBezTo>
                    <a:pt x="348891" y="273873"/>
                    <a:pt x="273489" y="349204"/>
                    <a:pt x="180835" y="349204"/>
                  </a:cubicBezTo>
                  <a:close/>
                </a:path>
              </a:pathLst>
            </a:custGeom>
            <a:grpFill/>
            <a:ln w="6390" cap="flat">
              <a:noFill/>
              <a:prstDash val="solid"/>
              <a:miter/>
            </a:ln>
          </p:spPr>
          <p:txBody>
            <a:bodyPr rtlCol="0" anchor="ctr"/>
            <a:lstStyle/>
            <a:p>
              <a:endParaRPr lang="en-US" dirty="0"/>
            </a:p>
          </p:txBody>
        </p:sp>
        <p:sp>
          <p:nvSpPr>
            <p:cNvPr id="210" name="Graphic 4">
              <a:extLst>
                <a:ext uri="{FF2B5EF4-FFF2-40B4-BE49-F238E27FC236}">
                  <a16:creationId xmlns:a16="http://schemas.microsoft.com/office/drawing/2014/main" id="{FEEA4594-CE0A-4607-80F5-ED14743638BF}"/>
                </a:ext>
              </a:extLst>
            </p:cNvPr>
            <p:cNvSpPr/>
            <p:nvPr/>
          </p:nvSpPr>
          <p:spPr>
            <a:xfrm>
              <a:off x="1598123" y="1001809"/>
              <a:ext cx="195532" cy="195349"/>
            </a:xfrm>
            <a:custGeom>
              <a:avLst/>
              <a:gdLst>
                <a:gd name="connsiteX0" fmla="*/ 182113 w 195532"/>
                <a:gd name="connsiteY0" fmla="*/ 0 h 195349"/>
                <a:gd name="connsiteX1" fmla="*/ 13419 w 195532"/>
                <a:gd name="connsiteY1" fmla="*/ 0 h 195349"/>
                <a:gd name="connsiteX2" fmla="*/ 0 w 195532"/>
                <a:gd name="connsiteY2" fmla="*/ 13406 h 195349"/>
                <a:gd name="connsiteX3" fmla="*/ 0 w 195532"/>
                <a:gd name="connsiteY3" fmla="*/ 181944 h 195349"/>
                <a:gd name="connsiteX4" fmla="*/ 13419 w 195532"/>
                <a:gd name="connsiteY4" fmla="*/ 195350 h 195349"/>
                <a:gd name="connsiteX5" fmla="*/ 182113 w 195532"/>
                <a:gd name="connsiteY5" fmla="*/ 195350 h 195349"/>
                <a:gd name="connsiteX6" fmla="*/ 195532 w 195532"/>
                <a:gd name="connsiteY6" fmla="*/ 181944 h 195349"/>
                <a:gd name="connsiteX7" fmla="*/ 195532 w 195532"/>
                <a:gd name="connsiteY7" fmla="*/ 13406 h 195349"/>
                <a:gd name="connsiteX8" fmla="*/ 182113 w 195532"/>
                <a:gd name="connsiteY8" fmla="*/ 0 h 195349"/>
                <a:gd name="connsiteX9" fmla="*/ 182113 w 195532"/>
                <a:gd name="connsiteY9" fmla="*/ 181305 h 195349"/>
                <a:gd name="connsiteX10" fmla="*/ 182113 w 195532"/>
                <a:gd name="connsiteY10" fmla="*/ 181305 h 195349"/>
                <a:gd name="connsiteX11" fmla="*/ 13419 w 195532"/>
                <a:gd name="connsiteY11" fmla="*/ 181944 h 195349"/>
                <a:gd name="connsiteX12" fmla="*/ 12780 w 195532"/>
                <a:gd name="connsiteY12" fmla="*/ 181305 h 195349"/>
                <a:gd name="connsiteX13" fmla="*/ 12780 w 195532"/>
                <a:gd name="connsiteY13" fmla="*/ 12768 h 195349"/>
                <a:gd name="connsiteX14" fmla="*/ 13419 w 195532"/>
                <a:gd name="connsiteY14" fmla="*/ 12130 h 195349"/>
                <a:gd name="connsiteX15" fmla="*/ 182113 w 195532"/>
                <a:gd name="connsiteY15" fmla="*/ 12130 h 195349"/>
                <a:gd name="connsiteX16" fmla="*/ 182752 w 195532"/>
                <a:gd name="connsiteY16" fmla="*/ 12768 h 195349"/>
                <a:gd name="connsiteX17" fmla="*/ 182752 w 195532"/>
                <a:gd name="connsiteY17" fmla="*/ 181305 h 195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5532" h="195349">
                  <a:moveTo>
                    <a:pt x="182113" y="0"/>
                  </a:moveTo>
                  <a:lnTo>
                    <a:pt x="13419" y="0"/>
                  </a:lnTo>
                  <a:cubicBezTo>
                    <a:pt x="6390" y="0"/>
                    <a:pt x="0" y="5746"/>
                    <a:pt x="0" y="13406"/>
                  </a:cubicBezTo>
                  <a:lnTo>
                    <a:pt x="0" y="181944"/>
                  </a:lnTo>
                  <a:cubicBezTo>
                    <a:pt x="0" y="188966"/>
                    <a:pt x="5751" y="195350"/>
                    <a:pt x="13419" y="195350"/>
                  </a:cubicBezTo>
                  <a:lnTo>
                    <a:pt x="182113" y="195350"/>
                  </a:lnTo>
                  <a:cubicBezTo>
                    <a:pt x="189142" y="195350"/>
                    <a:pt x="195532" y="189604"/>
                    <a:pt x="195532" y="181944"/>
                  </a:cubicBezTo>
                  <a:lnTo>
                    <a:pt x="195532" y="13406"/>
                  </a:lnTo>
                  <a:cubicBezTo>
                    <a:pt x="194893" y="5746"/>
                    <a:pt x="189142" y="0"/>
                    <a:pt x="182113" y="0"/>
                  </a:cubicBezTo>
                  <a:close/>
                  <a:moveTo>
                    <a:pt x="182113" y="181305"/>
                  </a:moveTo>
                  <a:cubicBezTo>
                    <a:pt x="182113" y="181305"/>
                    <a:pt x="182113" y="181944"/>
                    <a:pt x="182113" y="181305"/>
                  </a:cubicBezTo>
                  <a:lnTo>
                    <a:pt x="13419" y="181944"/>
                  </a:lnTo>
                  <a:cubicBezTo>
                    <a:pt x="13419" y="181944"/>
                    <a:pt x="12780" y="181944"/>
                    <a:pt x="12780" y="181305"/>
                  </a:cubicBezTo>
                  <a:lnTo>
                    <a:pt x="12780" y="12768"/>
                  </a:lnTo>
                  <a:cubicBezTo>
                    <a:pt x="12780" y="12768"/>
                    <a:pt x="12780" y="12130"/>
                    <a:pt x="13419" y="12130"/>
                  </a:cubicBezTo>
                  <a:lnTo>
                    <a:pt x="182113" y="12130"/>
                  </a:lnTo>
                  <a:cubicBezTo>
                    <a:pt x="182113" y="12130"/>
                    <a:pt x="182752" y="12130"/>
                    <a:pt x="182752" y="12768"/>
                  </a:cubicBezTo>
                  <a:lnTo>
                    <a:pt x="182752" y="181305"/>
                  </a:lnTo>
                  <a:close/>
                </a:path>
              </a:pathLst>
            </a:custGeom>
            <a:grpFill/>
            <a:ln w="6390" cap="flat">
              <a:noFill/>
              <a:prstDash val="solid"/>
              <a:miter/>
            </a:ln>
          </p:spPr>
          <p:txBody>
            <a:bodyPr rtlCol="0" anchor="ctr"/>
            <a:lstStyle/>
            <a:p>
              <a:endParaRPr lang="en-US" dirty="0"/>
            </a:p>
          </p:txBody>
        </p:sp>
        <p:sp>
          <p:nvSpPr>
            <p:cNvPr id="211" name="Graphic 4">
              <a:extLst>
                <a:ext uri="{FF2B5EF4-FFF2-40B4-BE49-F238E27FC236}">
                  <a16:creationId xmlns:a16="http://schemas.microsoft.com/office/drawing/2014/main" id="{27991739-E3E2-4A35-B84A-BDFDB8DBC60A}"/>
                </a:ext>
              </a:extLst>
            </p:cNvPr>
            <p:cNvSpPr/>
            <p:nvPr/>
          </p:nvSpPr>
          <p:spPr>
            <a:xfrm>
              <a:off x="1628155" y="1031814"/>
              <a:ext cx="60704" cy="60009"/>
            </a:xfrm>
            <a:custGeom>
              <a:avLst/>
              <a:gdLst>
                <a:gd name="connsiteX0" fmla="*/ 47286 w 60704"/>
                <a:gd name="connsiteY0" fmla="*/ 0 h 60009"/>
                <a:gd name="connsiteX1" fmla="*/ 13419 w 60704"/>
                <a:gd name="connsiteY1" fmla="*/ 0 h 60009"/>
                <a:gd name="connsiteX2" fmla="*/ 0 w 60704"/>
                <a:gd name="connsiteY2" fmla="*/ 12768 h 60009"/>
                <a:gd name="connsiteX3" fmla="*/ 0 w 60704"/>
                <a:gd name="connsiteY3" fmla="*/ 46603 h 60009"/>
                <a:gd name="connsiteX4" fmla="*/ 13419 w 60704"/>
                <a:gd name="connsiteY4" fmla="*/ 60009 h 60009"/>
                <a:gd name="connsiteX5" fmla="*/ 13419 w 60704"/>
                <a:gd name="connsiteY5" fmla="*/ 60009 h 60009"/>
                <a:gd name="connsiteX6" fmla="*/ 47286 w 60704"/>
                <a:gd name="connsiteY6" fmla="*/ 60009 h 60009"/>
                <a:gd name="connsiteX7" fmla="*/ 60704 w 60704"/>
                <a:gd name="connsiteY7" fmla="*/ 46603 h 60009"/>
                <a:gd name="connsiteX8" fmla="*/ 60704 w 60704"/>
                <a:gd name="connsiteY8" fmla="*/ 12768 h 60009"/>
                <a:gd name="connsiteX9" fmla="*/ 47286 w 60704"/>
                <a:gd name="connsiteY9" fmla="*/ 0 h 60009"/>
                <a:gd name="connsiteX10" fmla="*/ 47286 w 60704"/>
                <a:gd name="connsiteY10" fmla="*/ 47241 h 60009"/>
                <a:gd name="connsiteX11" fmla="*/ 47286 w 60704"/>
                <a:gd name="connsiteY11" fmla="*/ 47241 h 60009"/>
                <a:gd name="connsiteX12" fmla="*/ 12780 w 60704"/>
                <a:gd name="connsiteY12" fmla="*/ 47880 h 60009"/>
                <a:gd name="connsiteX13" fmla="*/ 12141 w 60704"/>
                <a:gd name="connsiteY13" fmla="*/ 47241 h 60009"/>
                <a:gd name="connsiteX14" fmla="*/ 12141 w 60704"/>
                <a:gd name="connsiteY14" fmla="*/ 12768 h 60009"/>
                <a:gd name="connsiteX15" fmla="*/ 12780 w 60704"/>
                <a:gd name="connsiteY15" fmla="*/ 12130 h 60009"/>
                <a:gd name="connsiteX16" fmla="*/ 46647 w 60704"/>
                <a:gd name="connsiteY16" fmla="*/ 12130 h 60009"/>
                <a:gd name="connsiteX17" fmla="*/ 47286 w 60704"/>
                <a:gd name="connsiteY17" fmla="*/ 12768 h 60009"/>
                <a:gd name="connsiteX18" fmla="*/ 47286 w 60704"/>
                <a:gd name="connsiteY18" fmla="*/ 47241 h 60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0704" h="60009">
                  <a:moveTo>
                    <a:pt x="47286" y="0"/>
                  </a:moveTo>
                  <a:lnTo>
                    <a:pt x="13419" y="0"/>
                  </a:lnTo>
                  <a:cubicBezTo>
                    <a:pt x="6390" y="0"/>
                    <a:pt x="639" y="5746"/>
                    <a:pt x="0" y="12768"/>
                  </a:cubicBezTo>
                  <a:lnTo>
                    <a:pt x="0" y="46603"/>
                  </a:lnTo>
                  <a:cubicBezTo>
                    <a:pt x="0" y="53625"/>
                    <a:pt x="5751" y="60009"/>
                    <a:pt x="13419" y="60009"/>
                  </a:cubicBezTo>
                  <a:lnTo>
                    <a:pt x="13419" y="60009"/>
                  </a:lnTo>
                  <a:lnTo>
                    <a:pt x="47286" y="60009"/>
                  </a:lnTo>
                  <a:cubicBezTo>
                    <a:pt x="54314" y="60009"/>
                    <a:pt x="60704" y="54264"/>
                    <a:pt x="60704" y="46603"/>
                  </a:cubicBezTo>
                  <a:lnTo>
                    <a:pt x="60704" y="12768"/>
                  </a:lnTo>
                  <a:cubicBezTo>
                    <a:pt x="60065" y="5746"/>
                    <a:pt x="54314" y="0"/>
                    <a:pt x="47286" y="0"/>
                  </a:cubicBezTo>
                  <a:close/>
                  <a:moveTo>
                    <a:pt x="47286" y="47241"/>
                  </a:moveTo>
                  <a:cubicBezTo>
                    <a:pt x="47286" y="47241"/>
                    <a:pt x="47286" y="47241"/>
                    <a:pt x="47286" y="47241"/>
                  </a:cubicBezTo>
                  <a:lnTo>
                    <a:pt x="12780" y="47880"/>
                  </a:lnTo>
                  <a:cubicBezTo>
                    <a:pt x="12780" y="47880"/>
                    <a:pt x="12141" y="47880"/>
                    <a:pt x="12141" y="47241"/>
                  </a:cubicBezTo>
                  <a:lnTo>
                    <a:pt x="12141" y="12768"/>
                  </a:lnTo>
                  <a:cubicBezTo>
                    <a:pt x="12141" y="12768"/>
                    <a:pt x="12141" y="12130"/>
                    <a:pt x="12780" y="12130"/>
                  </a:cubicBezTo>
                  <a:lnTo>
                    <a:pt x="46647" y="12130"/>
                  </a:lnTo>
                  <a:cubicBezTo>
                    <a:pt x="46647" y="12130"/>
                    <a:pt x="47286" y="12130"/>
                    <a:pt x="47286" y="12768"/>
                  </a:cubicBezTo>
                  <a:lnTo>
                    <a:pt x="47286" y="47241"/>
                  </a:lnTo>
                  <a:close/>
                </a:path>
              </a:pathLst>
            </a:custGeom>
            <a:grpFill/>
            <a:ln w="6390" cap="flat">
              <a:noFill/>
              <a:prstDash val="solid"/>
              <a:miter/>
            </a:ln>
          </p:spPr>
          <p:txBody>
            <a:bodyPr rtlCol="0" anchor="ctr"/>
            <a:lstStyle/>
            <a:p>
              <a:endParaRPr lang="en-US" dirty="0"/>
            </a:p>
          </p:txBody>
        </p:sp>
        <p:sp>
          <p:nvSpPr>
            <p:cNvPr id="212" name="Graphic 4">
              <a:extLst>
                <a:ext uri="{FF2B5EF4-FFF2-40B4-BE49-F238E27FC236}">
                  <a16:creationId xmlns:a16="http://schemas.microsoft.com/office/drawing/2014/main" id="{1FC59DAB-FC30-4028-9963-6B30B93A5BFB}"/>
                </a:ext>
              </a:extLst>
            </p:cNvPr>
            <p:cNvSpPr/>
            <p:nvPr/>
          </p:nvSpPr>
          <p:spPr>
            <a:xfrm>
              <a:off x="1628155" y="1106506"/>
              <a:ext cx="60704" cy="60647"/>
            </a:xfrm>
            <a:custGeom>
              <a:avLst/>
              <a:gdLst>
                <a:gd name="connsiteX0" fmla="*/ 47286 w 60704"/>
                <a:gd name="connsiteY0" fmla="*/ 0 h 60647"/>
                <a:gd name="connsiteX1" fmla="*/ 13419 w 60704"/>
                <a:gd name="connsiteY1" fmla="*/ 0 h 60647"/>
                <a:gd name="connsiteX2" fmla="*/ 0 w 60704"/>
                <a:gd name="connsiteY2" fmla="*/ 13406 h 60647"/>
                <a:gd name="connsiteX3" fmla="*/ 0 w 60704"/>
                <a:gd name="connsiteY3" fmla="*/ 47242 h 60647"/>
                <a:gd name="connsiteX4" fmla="*/ 13419 w 60704"/>
                <a:gd name="connsiteY4" fmla="*/ 60648 h 60647"/>
                <a:gd name="connsiteX5" fmla="*/ 47286 w 60704"/>
                <a:gd name="connsiteY5" fmla="*/ 60648 h 60647"/>
                <a:gd name="connsiteX6" fmla="*/ 60704 w 60704"/>
                <a:gd name="connsiteY6" fmla="*/ 47242 h 60647"/>
                <a:gd name="connsiteX7" fmla="*/ 60704 w 60704"/>
                <a:gd name="connsiteY7" fmla="*/ 13406 h 60647"/>
                <a:gd name="connsiteX8" fmla="*/ 47286 w 60704"/>
                <a:gd name="connsiteY8" fmla="*/ 0 h 60647"/>
                <a:gd name="connsiteX9" fmla="*/ 47286 w 60704"/>
                <a:gd name="connsiteY9" fmla="*/ 47242 h 60647"/>
                <a:gd name="connsiteX10" fmla="*/ 47286 w 60704"/>
                <a:gd name="connsiteY10" fmla="*/ 47242 h 60647"/>
                <a:gd name="connsiteX11" fmla="*/ 12780 w 60704"/>
                <a:gd name="connsiteY11" fmla="*/ 47880 h 60647"/>
                <a:gd name="connsiteX12" fmla="*/ 12141 w 60704"/>
                <a:gd name="connsiteY12" fmla="*/ 47242 h 60647"/>
                <a:gd name="connsiteX13" fmla="*/ 12141 w 60704"/>
                <a:gd name="connsiteY13" fmla="*/ 13406 h 60647"/>
                <a:gd name="connsiteX14" fmla="*/ 12780 w 60704"/>
                <a:gd name="connsiteY14" fmla="*/ 12768 h 60647"/>
                <a:gd name="connsiteX15" fmla="*/ 46647 w 60704"/>
                <a:gd name="connsiteY15" fmla="*/ 12768 h 60647"/>
                <a:gd name="connsiteX16" fmla="*/ 47286 w 60704"/>
                <a:gd name="connsiteY16" fmla="*/ 13406 h 60647"/>
                <a:gd name="connsiteX17" fmla="*/ 47286 w 60704"/>
                <a:gd name="connsiteY17" fmla="*/ 47242 h 6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04" h="60647">
                  <a:moveTo>
                    <a:pt x="47286" y="0"/>
                  </a:moveTo>
                  <a:lnTo>
                    <a:pt x="13419" y="0"/>
                  </a:lnTo>
                  <a:cubicBezTo>
                    <a:pt x="6390" y="0"/>
                    <a:pt x="0" y="5746"/>
                    <a:pt x="0" y="13406"/>
                  </a:cubicBezTo>
                  <a:lnTo>
                    <a:pt x="0" y="47242"/>
                  </a:lnTo>
                  <a:cubicBezTo>
                    <a:pt x="0" y="54264"/>
                    <a:pt x="5751" y="60648"/>
                    <a:pt x="13419" y="60648"/>
                  </a:cubicBezTo>
                  <a:lnTo>
                    <a:pt x="47286" y="60648"/>
                  </a:lnTo>
                  <a:cubicBezTo>
                    <a:pt x="54314" y="60648"/>
                    <a:pt x="60704" y="54902"/>
                    <a:pt x="60704" y="47242"/>
                  </a:cubicBezTo>
                  <a:lnTo>
                    <a:pt x="60704" y="13406"/>
                  </a:lnTo>
                  <a:cubicBezTo>
                    <a:pt x="60065" y="5746"/>
                    <a:pt x="54314" y="0"/>
                    <a:pt x="47286" y="0"/>
                  </a:cubicBezTo>
                  <a:close/>
                  <a:moveTo>
                    <a:pt x="47286" y="47242"/>
                  </a:moveTo>
                  <a:cubicBezTo>
                    <a:pt x="47286" y="47242"/>
                    <a:pt x="47286" y="47242"/>
                    <a:pt x="47286" y="47242"/>
                  </a:cubicBezTo>
                  <a:lnTo>
                    <a:pt x="12780" y="47880"/>
                  </a:lnTo>
                  <a:cubicBezTo>
                    <a:pt x="12780" y="47880"/>
                    <a:pt x="12141" y="47880"/>
                    <a:pt x="12141" y="47242"/>
                  </a:cubicBezTo>
                  <a:lnTo>
                    <a:pt x="12141" y="13406"/>
                  </a:lnTo>
                  <a:cubicBezTo>
                    <a:pt x="12141" y="13406"/>
                    <a:pt x="12141" y="12768"/>
                    <a:pt x="12780" y="12768"/>
                  </a:cubicBezTo>
                  <a:lnTo>
                    <a:pt x="46647" y="12768"/>
                  </a:lnTo>
                  <a:cubicBezTo>
                    <a:pt x="46647" y="12768"/>
                    <a:pt x="47286" y="12768"/>
                    <a:pt x="47286" y="13406"/>
                  </a:cubicBezTo>
                  <a:lnTo>
                    <a:pt x="47286" y="47242"/>
                  </a:lnTo>
                  <a:close/>
                </a:path>
              </a:pathLst>
            </a:custGeom>
            <a:grpFill/>
            <a:ln w="6390" cap="flat">
              <a:noFill/>
              <a:prstDash val="solid"/>
              <a:miter/>
            </a:ln>
          </p:spPr>
          <p:txBody>
            <a:bodyPr rtlCol="0" anchor="ctr"/>
            <a:lstStyle/>
            <a:p>
              <a:endParaRPr lang="en-US" dirty="0"/>
            </a:p>
          </p:txBody>
        </p:sp>
        <p:sp>
          <p:nvSpPr>
            <p:cNvPr id="213" name="Graphic 4">
              <a:extLst>
                <a:ext uri="{FF2B5EF4-FFF2-40B4-BE49-F238E27FC236}">
                  <a16:creationId xmlns:a16="http://schemas.microsoft.com/office/drawing/2014/main" id="{5ECA687C-26ED-4FF9-8ED7-6F6B553D6DD4}"/>
                </a:ext>
              </a:extLst>
            </p:cNvPr>
            <p:cNvSpPr/>
            <p:nvPr/>
          </p:nvSpPr>
          <p:spPr>
            <a:xfrm>
              <a:off x="1703557" y="1031814"/>
              <a:ext cx="60065" cy="60647"/>
            </a:xfrm>
            <a:custGeom>
              <a:avLst/>
              <a:gdLst>
                <a:gd name="connsiteX0" fmla="*/ 46646 w 60065"/>
                <a:gd name="connsiteY0" fmla="*/ 0 h 60647"/>
                <a:gd name="connsiteX1" fmla="*/ 13419 w 60065"/>
                <a:gd name="connsiteY1" fmla="*/ 0 h 60647"/>
                <a:gd name="connsiteX2" fmla="*/ 0 w 60065"/>
                <a:gd name="connsiteY2" fmla="*/ 13406 h 60647"/>
                <a:gd name="connsiteX3" fmla="*/ 0 w 60065"/>
                <a:gd name="connsiteY3" fmla="*/ 47241 h 60647"/>
                <a:gd name="connsiteX4" fmla="*/ 13419 w 60065"/>
                <a:gd name="connsiteY4" fmla="*/ 60648 h 60647"/>
                <a:gd name="connsiteX5" fmla="*/ 46646 w 60065"/>
                <a:gd name="connsiteY5" fmla="*/ 60648 h 60647"/>
                <a:gd name="connsiteX6" fmla="*/ 60065 w 60065"/>
                <a:gd name="connsiteY6" fmla="*/ 47241 h 60647"/>
                <a:gd name="connsiteX7" fmla="*/ 60065 w 60065"/>
                <a:gd name="connsiteY7" fmla="*/ 12768 h 60647"/>
                <a:gd name="connsiteX8" fmla="*/ 46646 w 60065"/>
                <a:gd name="connsiteY8" fmla="*/ 0 h 60647"/>
                <a:gd name="connsiteX9" fmla="*/ 47285 w 60065"/>
                <a:gd name="connsiteY9" fmla="*/ 47241 h 60647"/>
                <a:gd name="connsiteX10" fmla="*/ 47285 w 60065"/>
                <a:gd name="connsiteY10" fmla="*/ 47241 h 60647"/>
                <a:gd name="connsiteX11" fmla="*/ 13419 w 60065"/>
                <a:gd name="connsiteY11" fmla="*/ 47880 h 60647"/>
                <a:gd name="connsiteX12" fmla="*/ 12780 w 60065"/>
                <a:gd name="connsiteY12" fmla="*/ 47241 h 60647"/>
                <a:gd name="connsiteX13" fmla="*/ 12780 w 60065"/>
                <a:gd name="connsiteY13" fmla="*/ 12768 h 60647"/>
                <a:gd name="connsiteX14" fmla="*/ 12780 w 60065"/>
                <a:gd name="connsiteY14" fmla="*/ 12130 h 60647"/>
                <a:gd name="connsiteX15" fmla="*/ 12780 w 60065"/>
                <a:gd name="connsiteY15" fmla="*/ 12130 h 60647"/>
                <a:gd name="connsiteX16" fmla="*/ 46007 w 60065"/>
                <a:gd name="connsiteY16" fmla="*/ 12130 h 60647"/>
                <a:gd name="connsiteX17" fmla="*/ 46646 w 60065"/>
                <a:gd name="connsiteY17" fmla="*/ 12130 h 60647"/>
                <a:gd name="connsiteX18" fmla="*/ 46646 w 60065"/>
                <a:gd name="connsiteY18" fmla="*/ 12130 h 60647"/>
                <a:gd name="connsiteX19" fmla="*/ 46646 w 60065"/>
                <a:gd name="connsiteY19" fmla="*/ 47241 h 6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065" h="60647">
                  <a:moveTo>
                    <a:pt x="46646" y="0"/>
                  </a:moveTo>
                  <a:lnTo>
                    <a:pt x="13419" y="0"/>
                  </a:lnTo>
                  <a:cubicBezTo>
                    <a:pt x="6390" y="0"/>
                    <a:pt x="0" y="5746"/>
                    <a:pt x="0" y="13406"/>
                  </a:cubicBezTo>
                  <a:lnTo>
                    <a:pt x="0" y="47241"/>
                  </a:lnTo>
                  <a:cubicBezTo>
                    <a:pt x="0" y="54264"/>
                    <a:pt x="5751" y="60648"/>
                    <a:pt x="13419" y="60648"/>
                  </a:cubicBezTo>
                  <a:lnTo>
                    <a:pt x="46646" y="60648"/>
                  </a:lnTo>
                  <a:cubicBezTo>
                    <a:pt x="53675" y="60648"/>
                    <a:pt x="60065" y="54902"/>
                    <a:pt x="60065" y="47241"/>
                  </a:cubicBezTo>
                  <a:lnTo>
                    <a:pt x="60065" y="12768"/>
                  </a:lnTo>
                  <a:cubicBezTo>
                    <a:pt x="59426" y="5746"/>
                    <a:pt x="53675" y="0"/>
                    <a:pt x="46646" y="0"/>
                  </a:cubicBezTo>
                  <a:close/>
                  <a:moveTo>
                    <a:pt x="47285" y="47241"/>
                  </a:moveTo>
                  <a:cubicBezTo>
                    <a:pt x="47285" y="47241"/>
                    <a:pt x="46646" y="47241"/>
                    <a:pt x="47285" y="47241"/>
                  </a:cubicBezTo>
                  <a:lnTo>
                    <a:pt x="13419" y="47880"/>
                  </a:lnTo>
                  <a:cubicBezTo>
                    <a:pt x="13419" y="47880"/>
                    <a:pt x="12780" y="47880"/>
                    <a:pt x="12780" y="47241"/>
                  </a:cubicBezTo>
                  <a:lnTo>
                    <a:pt x="12780" y="12768"/>
                  </a:lnTo>
                  <a:cubicBezTo>
                    <a:pt x="12780" y="12768"/>
                    <a:pt x="12780" y="12130"/>
                    <a:pt x="12780" y="12130"/>
                  </a:cubicBezTo>
                  <a:cubicBezTo>
                    <a:pt x="12780" y="12130"/>
                    <a:pt x="12780" y="12130"/>
                    <a:pt x="12780" y="12130"/>
                  </a:cubicBezTo>
                  <a:lnTo>
                    <a:pt x="46007" y="12130"/>
                  </a:lnTo>
                  <a:cubicBezTo>
                    <a:pt x="46007" y="12130"/>
                    <a:pt x="46646" y="12130"/>
                    <a:pt x="46646" y="12130"/>
                  </a:cubicBezTo>
                  <a:cubicBezTo>
                    <a:pt x="46646" y="12130"/>
                    <a:pt x="46646" y="12130"/>
                    <a:pt x="46646" y="12130"/>
                  </a:cubicBezTo>
                  <a:lnTo>
                    <a:pt x="46646" y="47241"/>
                  </a:lnTo>
                  <a:close/>
                </a:path>
              </a:pathLst>
            </a:custGeom>
            <a:grpFill/>
            <a:ln w="6390" cap="flat">
              <a:noFill/>
              <a:prstDash val="solid"/>
              <a:miter/>
            </a:ln>
          </p:spPr>
          <p:txBody>
            <a:bodyPr rtlCol="0" anchor="ctr"/>
            <a:lstStyle/>
            <a:p>
              <a:endParaRPr lang="en-US" dirty="0"/>
            </a:p>
          </p:txBody>
        </p:sp>
        <p:sp>
          <p:nvSpPr>
            <p:cNvPr id="214" name="Graphic 4">
              <a:extLst>
                <a:ext uri="{FF2B5EF4-FFF2-40B4-BE49-F238E27FC236}">
                  <a16:creationId xmlns:a16="http://schemas.microsoft.com/office/drawing/2014/main" id="{8A7FC5C0-6F9E-4F6C-B4AC-266B1324C60B}"/>
                </a:ext>
              </a:extLst>
            </p:cNvPr>
            <p:cNvSpPr/>
            <p:nvPr/>
          </p:nvSpPr>
          <p:spPr>
            <a:xfrm>
              <a:off x="1704835" y="1107783"/>
              <a:ext cx="58148" cy="58094"/>
            </a:xfrm>
            <a:custGeom>
              <a:avLst/>
              <a:gdLst>
                <a:gd name="connsiteX0" fmla="*/ 51759 w 58148"/>
                <a:gd name="connsiteY0" fmla="*/ 0 h 58094"/>
                <a:gd name="connsiteX1" fmla="*/ 6390 w 58148"/>
                <a:gd name="connsiteY1" fmla="*/ 0 h 58094"/>
                <a:gd name="connsiteX2" fmla="*/ 0 w 58148"/>
                <a:gd name="connsiteY2" fmla="*/ 6384 h 58094"/>
                <a:gd name="connsiteX3" fmla="*/ 0 w 58148"/>
                <a:gd name="connsiteY3" fmla="*/ 51710 h 58094"/>
                <a:gd name="connsiteX4" fmla="*/ 6390 w 58148"/>
                <a:gd name="connsiteY4" fmla="*/ 58094 h 58094"/>
                <a:gd name="connsiteX5" fmla="*/ 12780 w 58148"/>
                <a:gd name="connsiteY5" fmla="*/ 51710 h 58094"/>
                <a:gd name="connsiteX6" fmla="*/ 12780 w 58148"/>
                <a:gd name="connsiteY6" fmla="*/ 12768 h 58094"/>
                <a:gd name="connsiteX7" fmla="*/ 51759 w 58148"/>
                <a:gd name="connsiteY7" fmla="*/ 12768 h 58094"/>
                <a:gd name="connsiteX8" fmla="*/ 58148 w 58148"/>
                <a:gd name="connsiteY8" fmla="*/ 6384 h 58094"/>
                <a:gd name="connsiteX9" fmla="*/ 51759 w 58148"/>
                <a:gd name="connsiteY9" fmla="*/ 0 h 58094"/>
                <a:gd name="connsiteX10" fmla="*/ 51759 w 58148"/>
                <a:gd name="connsiteY10" fmla="*/ 0 h 5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148" h="58094">
                  <a:moveTo>
                    <a:pt x="51759" y="0"/>
                  </a:moveTo>
                  <a:lnTo>
                    <a:pt x="6390" y="0"/>
                  </a:lnTo>
                  <a:cubicBezTo>
                    <a:pt x="2556" y="0"/>
                    <a:pt x="0" y="2554"/>
                    <a:pt x="0" y="6384"/>
                  </a:cubicBezTo>
                  <a:lnTo>
                    <a:pt x="0" y="51710"/>
                  </a:lnTo>
                  <a:cubicBezTo>
                    <a:pt x="0" y="55541"/>
                    <a:pt x="2556" y="58094"/>
                    <a:pt x="6390" y="58094"/>
                  </a:cubicBezTo>
                  <a:cubicBezTo>
                    <a:pt x="10224" y="58094"/>
                    <a:pt x="12780" y="55541"/>
                    <a:pt x="12780" y="51710"/>
                  </a:cubicBezTo>
                  <a:lnTo>
                    <a:pt x="12780" y="12768"/>
                  </a:lnTo>
                  <a:lnTo>
                    <a:pt x="51759" y="12768"/>
                  </a:lnTo>
                  <a:cubicBezTo>
                    <a:pt x="55593" y="12768"/>
                    <a:pt x="58148" y="10214"/>
                    <a:pt x="58148" y="6384"/>
                  </a:cubicBezTo>
                  <a:cubicBezTo>
                    <a:pt x="58148" y="2554"/>
                    <a:pt x="54954" y="0"/>
                    <a:pt x="51759" y="0"/>
                  </a:cubicBezTo>
                  <a:lnTo>
                    <a:pt x="51759" y="0"/>
                  </a:lnTo>
                  <a:close/>
                </a:path>
              </a:pathLst>
            </a:custGeom>
            <a:grpFill/>
            <a:ln w="6390" cap="flat">
              <a:noFill/>
              <a:prstDash val="solid"/>
              <a:miter/>
            </a:ln>
          </p:spPr>
          <p:txBody>
            <a:bodyPr rtlCol="0" anchor="ctr"/>
            <a:lstStyle/>
            <a:p>
              <a:endParaRPr lang="en-US" dirty="0"/>
            </a:p>
          </p:txBody>
        </p:sp>
        <p:sp>
          <p:nvSpPr>
            <p:cNvPr id="215" name="Graphic 4">
              <a:extLst>
                <a:ext uri="{FF2B5EF4-FFF2-40B4-BE49-F238E27FC236}">
                  <a16:creationId xmlns:a16="http://schemas.microsoft.com/office/drawing/2014/main" id="{E811B2F9-20D6-4132-B307-475532AE9C74}"/>
                </a:ext>
              </a:extLst>
            </p:cNvPr>
            <p:cNvSpPr/>
            <p:nvPr/>
          </p:nvSpPr>
          <p:spPr>
            <a:xfrm>
              <a:off x="1726561" y="1130127"/>
              <a:ext cx="35783" cy="35750"/>
            </a:xfrm>
            <a:custGeom>
              <a:avLst/>
              <a:gdLst>
                <a:gd name="connsiteX0" fmla="*/ 29394 w 35783"/>
                <a:gd name="connsiteY0" fmla="*/ 0 h 35750"/>
                <a:gd name="connsiteX1" fmla="*/ 23004 w 35783"/>
                <a:gd name="connsiteY1" fmla="*/ 6384 h 35750"/>
                <a:gd name="connsiteX2" fmla="*/ 23004 w 35783"/>
                <a:gd name="connsiteY2" fmla="*/ 22982 h 35750"/>
                <a:gd name="connsiteX3" fmla="*/ 6390 w 35783"/>
                <a:gd name="connsiteY3" fmla="*/ 22982 h 35750"/>
                <a:gd name="connsiteX4" fmla="*/ 0 w 35783"/>
                <a:gd name="connsiteY4" fmla="*/ 29366 h 35750"/>
                <a:gd name="connsiteX5" fmla="*/ 6390 w 35783"/>
                <a:gd name="connsiteY5" fmla="*/ 35750 h 35750"/>
                <a:gd name="connsiteX6" fmla="*/ 29394 w 35783"/>
                <a:gd name="connsiteY6" fmla="*/ 35750 h 35750"/>
                <a:gd name="connsiteX7" fmla="*/ 35783 w 35783"/>
                <a:gd name="connsiteY7" fmla="*/ 29366 h 35750"/>
                <a:gd name="connsiteX8" fmla="*/ 35783 w 35783"/>
                <a:gd name="connsiteY8" fmla="*/ 6384 h 35750"/>
                <a:gd name="connsiteX9" fmla="*/ 29394 w 35783"/>
                <a:gd name="connsiteY9" fmla="*/ 0 h 35750"/>
                <a:gd name="connsiteX10" fmla="*/ 29394 w 35783"/>
                <a:gd name="connsiteY10" fmla="*/ 0 h 3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783" h="35750">
                  <a:moveTo>
                    <a:pt x="29394" y="0"/>
                  </a:moveTo>
                  <a:cubicBezTo>
                    <a:pt x="25560" y="0"/>
                    <a:pt x="23004" y="2554"/>
                    <a:pt x="23004" y="6384"/>
                  </a:cubicBezTo>
                  <a:lnTo>
                    <a:pt x="23004" y="22982"/>
                  </a:lnTo>
                  <a:lnTo>
                    <a:pt x="6390" y="22982"/>
                  </a:lnTo>
                  <a:cubicBezTo>
                    <a:pt x="2556" y="22982"/>
                    <a:pt x="0" y="25536"/>
                    <a:pt x="0" y="29366"/>
                  </a:cubicBezTo>
                  <a:cubicBezTo>
                    <a:pt x="0" y="33197"/>
                    <a:pt x="2556" y="35750"/>
                    <a:pt x="6390" y="35750"/>
                  </a:cubicBezTo>
                  <a:lnTo>
                    <a:pt x="29394" y="35750"/>
                  </a:lnTo>
                  <a:cubicBezTo>
                    <a:pt x="33228" y="35750"/>
                    <a:pt x="35783" y="33197"/>
                    <a:pt x="35783" y="29366"/>
                  </a:cubicBezTo>
                  <a:lnTo>
                    <a:pt x="35783" y="6384"/>
                  </a:lnTo>
                  <a:cubicBezTo>
                    <a:pt x="35783" y="3192"/>
                    <a:pt x="33228" y="0"/>
                    <a:pt x="29394" y="0"/>
                  </a:cubicBezTo>
                  <a:cubicBezTo>
                    <a:pt x="29394" y="0"/>
                    <a:pt x="29394" y="0"/>
                    <a:pt x="29394" y="0"/>
                  </a:cubicBezTo>
                  <a:close/>
                </a:path>
              </a:pathLst>
            </a:custGeom>
            <a:grpFill/>
            <a:ln w="6390" cap="flat">
              <a:noFill/>
              <a:prstDash val="solid"/>
              <a:miter/>
            </a:ln>
          </p:spPr>
          <p:txBody>
            <a:bodyPr rtlCol="0" anchor="ctr"/>
            <a:lstStyle/>
            <a:p>
              <a:endParaRPr lang="en-US" dirty="0"/>
            </a:p>
          </p:txBody>
        </p:sp>
        <p:sp>
          <p:nvSpPr>
            <p:cNvPr id="216" name="Graphic 4">
              <a:extLst>
                <a:ext uri="{FF2B5EF4-FFF2-40B4-BE49-F238E27FC236}">
                  <a16:creationId xmlns:a16="http://schemas.microsoft.com/office/drawing/2014/main" id="{CF11AB51-445E-4F5C-8865-6602B45F76DB}"/>
                </a:ext>
              </a:extLst>
            </p:cNvPr>
            <p:cNvSpPr/>
            <p:nvPr/>
          </p:nvSpPr>
          <p:spPr>
            <a:xfrm>
              <a:off x="1650520" y="1053519"/>
              <a:ext cx="15335" cy="15321"/>
            </a:xfrm>
            <a:custGeom>
              <a:avLst/>
              <a:gdLst>
                <a:gd name="connsiteX0" fmla="*/ 15336 w 15335"/>
                <a:gd name="connsiteY0" fmla="*/ 7661 h 15321"/>
                <a:gd name="connsiteX1" fmla="*/ 7668 w 15335"/>
                <a:gd name="connsiteY1" fmla="*/ 15322 h 15321"/>
                <a:gd name="connsiteX2" fmla="*/ 0 w 15335"/>
                <a:gd name="connsiteY2" fmla="*/ 7661 h 15321"/>
                <a:gd name="connsiteX3" fmla="*/ 7668 w 15335"/>
                <a:gd name="connsiteY3" fmla="*/ 0 h 15321"/>
                <a:gd name="connsiteX4" fmla="*/ 15336 w 15335"/>
                <a:gd name="connsiteY4" fmla="*/ 7661 h 15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 h="15321">
                  <a:moveTo>
                    <a:pt x="15336" y="7661"/>
                  </a:moveTo>
                  <a:cubicBezTo>
                    <a:pt x="15336" y="11892"/>
                    <a:pt x="11903" y="15322"/>
                    <a:pt x="7668" y="15322"/>
                  </a:cubicBezTo>
                  <a:cubicBezTo>
                    <a:pt x="3433" y="15322"/>
                    <a:pt x="0" y="11892"/>
                    <a:pt x="0" y="7661"/>
                  </a:cubicBezTo>
                  <a:cubicBezTo>
                    <a:pt x="0" y="3430"/>
                    <a:pt x="3433" y="0"/>
                    <a:pt x="7668" y="0"/>
                  </a:cubicBezTo>
                  <a:cubicBezTo>
                    <a:pt x="11903" y="0"/>
                    <a:pt x="15336" y="3430"/>
                    <a:pt x="15336" y="7661"/>
                  </a:cubicBezTo>
                  <a:close/>
                </a:path>
              </a:pathLst>
            </a:custGeom>
            <a:grpFill/>
            <a:ln w="6390" cap="flat">
              <a:noFill/>
              <a:prstDash val="solid"/>
              <a:miter/>
            </a:ln>
          </p:spPr>
          <p:txBody>
            <a:bodyPr rtlCol="0" anchor="ctr"/>
            <a:lstStyle/>
            <a:p>
              <a:endParaRPr lang="en-US" dirty="0"/>
            </a:p>
          </p:txBody>
        </p:sp>
        <p:sp>
          <p:nvSpPr>
            <p:cNvPr id="217" name="Graphic 4">
              <a:extLst>
                <a:ext uri="{FF2B5EF4-FFF2-40B4-BE49-F238E27FC236}">
                  <a16:creationId xmlns:a16="http://schemas.microsoft.com/office/drawing/2014/main" id="{7F96CDD6-47C1-4EA6-8DAE-059851322E10}"/>
                </a:ext>
              </a:extLst>
            </p:cNvPr>
            <p:cNvSpPr/>
            <p:nvPr/>
          </p:nvSpPr>
          <p:spPr>
            <a:xfrm>
              <a:off x="1725922" y="1053519"/>
              <a:ext cx="15335" cy="15321"/>
            </a:xfrm>
            <a:custGeom>
              <a:avLst/>
              <a:gdLst>
                <a:gd name="connsiteX0" fmla="*/ 15336 w 15335"/>
                <a:gd name="connsiteY0" fmla="*/ 7661 h 15321"/>
                <a:gd name="connsiteX1" fmla="*/ 7668 w 15335"/>
                <a:gd name="connsiteY1" fmla="*/ 15322 h 15321"/>
                <a:gd name="connsiteX2" fmla="*/ 0 w 15335"/>
                <a:gd name="connsiteY2" fmla="*/ 7661 h 15321"/>
                <a:gd name="connsiteX3" fmla="*/ 7668 w 15335"/>
                <a:gd name="connsiteY3" fmla="*/ 0 h 15321"/>
                <a:gd name="connsiteX4" fmla="*/ 15336 w 15335"/>
                <a:gd name="connsiteY4" fmla="*/ 7661 h 15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 h="15321">
                  <a:moveTo>
                    <a:pt x="15336" y="7661"/>
                  </a:moveTo>
                  <a:cubicBezTo>
                    <a:pt x="15336" y="11892"/>
                    <a:pt x="11903" y="15322"/>
                    <a:pt x="7668" y="15322"/>
                  </a:cubicBezTo>
                  <a:cubicBezTo>
                    <a:pt x="3433" y="15322"/>
                    <a:pt x="0" y="11892"/>
                    <a:pt x="0" y="7661"/>
                  </a:cubicBezTo>
                  <a:cubicBezTo>
                    <a:pt x="0" y="3430"/>
                    <a:pt x="3433" y="0"/>
                    <a:pt x="7668" y="0"/>
                  </a:cubicBezTo>
                  <a:cubicBezTo>
                    <a:pt x="11903" y="0"/>
                    <a:pt x="15336" y="3430"/>
                    <a:pt x="15336" y="7661"/>
                  </a:cubicBezTo>
                  <a:close/>
                </a:path>
              </a:pathLst>
            </a:custGeom>
            <a:grpFill/>
            <a:ln w="6390" cap="flat">
              <a:noFill/>
              <a:prstDash val="solid"/>
              <a:miter/>
            </a:ln>
          </p:spPr>
          <p:txBody>
            <a:bodyPr rtlCol="0" anchor="ctr"/>
            <a:lstStyle/>
            <a:p>
              <a:endParaRPr lang="en-US" dirty="0"/>
            </a:p>
          </p:txBody>
        </p:sp>
        <p:sp>
          <p:nvSpPr>
            <p:cNvPr id="218" name="Graphic 4">
              <a:extLst>
                <a:ext uri="{FF2B5EF4-FFF2-40B4-BE49-F238E27FC236}">
                  <a16:creationId xmlns:a16="http://schemas.microsoft.com/office/drawing/2014/main" id="{7D9A176B-5D98-4F81-8100-52CDCECF2076}"/>
                </a:ext>
              </a:extLst>
            </p:cNvPr>
            <p:cNvSpPr/>
            <p:nvPr/>
          </p:nvSpPr>
          <p:spPr>
            <a:xfrm>
              <a:off x="1650520" y="1128850"/>
              <a:ext cx="15335" cy="15321"/>
            </a:xfrm>
            <a:custGeom>
              <a:avLst/>
              <a:gdLst>
                <a:gd name="connsiteX0" fmla="*/ 15336 w 15335"/>
                <a:gd name="connsiteY0" fmla="*/ 7661 h 15321"/>
                <a:gd name="connsiteX1" fmla="*/ 7668 w 15335"/>
                <a:gd name="connsiteY1" fmla="*/ 15321 h 15321"/>
                <a:gd name="connsiteX2" fmla="*/ 0 w 15335"/>
                <a:gd name="connsiteY2" fmla="*/ 7661 h 15321"/>
                <a:gd name="connsiteX3" fmla="*/ 7668 w 15335"/>
                <a:gd name="connsiteY3" fmla="*/ 0 h 15321"/>
                <a:gd name="connsiteX4" fmla="*/ 15336 w 15335"/>
                <a:gd name="connsiteY4" fmla="*/ 7661 h 15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 h="15321">
                  <a:moveTo>
                    <a:pt x="15336" y="7661"/>
                  </a:moveTo>
                  <a:cubicBezTo>
                    <a:pt x="15336" y="11892"/>
                    <a:pt x="11903" y="15321"/>
                    <a:pt x="7668" y="15321"/>
                  </a:cubicBezTo>
                  <a:cubicBezTo>
                    <a:pt x="3433" y="15321"/>
                    <a:pt x="0" y="11892"/>
                    <a:pt x="0" y="7661"/>
                  </a:cubicBezTo>
                  <a:cubicBezTo>
                    <a:pt x="0" y="3430"/>
                    <a:pt x="3433" y="0"/>
                    <a:pt x="7668" y="0"/>
                  </a:cubicBezTo>
                  <a:cubicBezTo>
                    <a:pt x="11903" y="0"/>
                    <a:pt x="15336" y="3430"/>
                    <a:pt x="15336" y="7661"/>
                  </a:cubicBezTo>
                  <a:close/>
                </a:path>
              </a:pathLst>
            </a:custGeom>
            <a:grpFill/>
            <a:ln w="6390" cap="flat">
              <a:noFill/>
              <a:prstDash val="solid"/>
              <a:miter/>
            </a:ln>
          </p:spPr>
          <p:txBody>
            <a:bodyPr rtlCol="0" anchor="ctr"/>
            <a:lstStyle/>
            <a:p>
              <a:endParaRPr lang="en-US" dirty="0"/>
            </a:p>
          </p:txBody>
        </p:sp>
      </p:grpSp>
      <p:grpSp>
        <p:nvGrpSpPr>
          <p:cNvPr id="219" name="Graphic 4">
            <a:extLst>
              <a:ext uri="{FF2B5EF4-FFF2-40B4-BE49-F238E27FC236}">
                <a16:creationId xmlns:a16="http://schemas.microsoft.com/office/drawing/2014/main" id="{839D4B9F-876F-4787-8DCA-8CC865517D77}"/>
              </a:ext>
            </a:extLst>
          </p:cNvPr>
          <p:cNvGrpSpPr/>
          <p:nvPr/>
        </p:nvGrpSpPr>
        <p:grpSpPr>
          <a:xfrm>
            <a:off x="8548000" y="3332104"/>
            <a:ext cx="512064" cy="512064"/>
            <a:chOff x="467104" y="918179"/>
            <a:chExt cx="362309" cy="361971"/>
          </a:xfrm>
          <a:solidFill>
            <a:schemeClr val="tx1"/>
          </a:solidFill>
        </p:grpSpPr>
        <p:sp>
          <p:nvSpPr>
            <p:cNvPr id="220" name="Graphic 4">
              <a:extLst>
                <a:ext uri="{FF2B5EF4-FFF2-40B4-BE49-F238E27FC236}">
                  <a16:creationId xmlns:a16="http://schemas.microsoft.com/office/drawing/2014/main" id="{99A5771F-BF82-4F96-9A89-87BD6025D717}"/>
                </a:ext>
              </a:extLst>
            </p:cNvPr>
            <p:cNvSpPr/>
            <p:nvPr/>
          </p:nvSpPr>
          <p:spPr>
            <a:xfrm>
              <a:off x="467104" y="918179"/>
              <a:ext cx="362309" cy="361971"/>
            </a:xfrm>
            <a:custGeom>
              <a:avLst/>
              <a:gdLst>
                <a:gd name="connsiteX0" fmla="*/ 181474 w 362309"/>
                <a:gd name="connsiteY0" fmla="*/ 0 h 361971"/>
                <a:gd name="connsiteX1" fmla="*/ 0 w 362309"/>
                <a:gd name="connsiteY1" fmla="*/ 181305 h 361971"/>
                <a:gd name="connsiteX2" fmla="*/ 181474 w 362309"/>
                <a:gd name="connsiteY2" fmla="*/ 361972 h 361971"/>
                <a:gd name="connsiteX3" fmla="*/ 362309 w 362309"/>
                <a:gd name="connsiteY3" fmla="*/ 181305 h 361971"/>
                <a:gd name="connsiteX4" fmla="*/ 181474 w 362309"/>
                <a:gd name="connsiteY4" fmla="*/ 0 h 361971"/>
                <a:gd name="connsiteX5" fmla="*/ 181474 w 362309"/>
                <a:gd name="connsiteY5" fmla="*/ 0 h 361971"/>
                <a:gd name="connsiteX6" fmla="*/ 181474 w 362309"/>
                <a:gd name="connsiteY6" fmla="*/ 349204 h 361971"/>
                <a:gd name="connsiteX7" fmla="*/ 13419 w 362309"/>
                <a:gd name="connsiteY7" fmla="*/ 180667 h 361971"/>
                <a:gd name="connsiteX8" fmla="*/ 181474 w 362309"/>
                <a:gd name="connsiteY8" fmla="*/ 12768 h 361971"/>
                <a:gd name="connsiteX9" fmla="*/ 349530 w 362309"/>
                <a:gd name="connsiteY9" fmla="*/ 180667 h 361971"/>
                <a:gd name="connsiteX10" fmla="*/ 181474 w 362309"/>
                <a:gd name="connsiteY10"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2309" h="361971">
                  <a:moveTo>
                    <a:pt x="181474" y="0"/>
                  </a:moveTo>
                  <a:cubicBezTo>
                    <a:pt x="81152" y="0"/>
                    <a:pt x="0" y="81077"/>
                    <a:pt x="0" y="181305"/>
                  </a:cubicBezTo>
                  <a:cubicBezTo>
                    <a:pt x="0" y="281534"/>
                    <a:pt x="81152" y="361972"/>
                    <a:pt x="181474" y="361972"/>
                  </a:cubicBezTo>
                  <a:cubicBezTo>
                    <a:pt x="281796" y="361972"/>
                    <a:pt x="362309" y="280895"/>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768"/>
                    <a:pt x="181474" y="12768"/>
                  </a:cubicBezTo>
                  <a:cubicBezTo>
                    <a:pt x="274128" y="12768"/>
                    <a:pt x="349530" y="88099"/>
                    <a:pt x="349530" y="180667"/>
                  </a:cubicBezTo>
                  <a:cubicBezTo>
                    <a:pt x="349530" y="273873"/>
                    <a:pt x="274128" y="349204"/>
                    <a:pt x="181474" y="349204"/>
                  </a:cubicBezTo>
                  <a:close/>
                </a:path>
              </a:pathLst>
            </a:custGeom>
            <a:grpFill/>
            <a:ln w="6390" cap="flat">
              <a:noFill/>
              <a:prstDash val="solid"/>
              <a:miter/>
            </a:ln>
          </p:spPr>
          <p:txBody>
            <a:bodyPr rtlCol="0" anchor="ctr"/>
            <a:lstStyle/>
            <a:p>
              <a:endParaRPr lang="en-US" dirty="0"/>
            </a:p>
          </p:txBody>
        </p:sp>
        <p:sp>
          <p:nvSpPr>
            <p:cNvPr id="221" name="Graphic 4">
              <a:extLst>
                <a:ext uri="{FF2B5EF4-FFF2-40B4-BE49-F238E27FC236}">
                  <a16:creationId xmlns:a16="http://schemas.microsoft.com/office/drawing/2014/main" id="{7FE2EA04-1928-41C6-A2B5-3E3BAC9C81F3}"/>
                </a:ext>
              </a:extLst>
            </p:cNvPr>
            <p:cNvSpPr/>
            <p:nvPr/>
          </p:nvSpPr>
          <p:spPr>
            <a:xfrm>
              <a:off x="552594" y="1003724"/>
              <a:ext cx="190800" cy="203010"/>
            </a:xfrm>
            <a:custGeom>
              <a:avLst/>
              <a:gdLst>
                <a:gd name="connsiteX0" fmla="*/ 186721 w 190800"/>
                <a:gd name="connsiteY0" fmla="*/ 15322 h 203010"/>
                <a:gd name="connsiteX1" fmla="*/ 180970 w 190800"/>
                <a:gd name="connsiteY1" fmla="*/ 15322 h 203010"/>
                <a:gd name="connsiteX2" fmla="*/ 100457 w 190800"/>
                <a:gd name="connsiteY2" fmla="*/ 1915 h 203010"/>
                <a:gd name="connsiteX3" fmla="*/ 91511 w 190800"/>
                <a:gd name="connsiteY3" fmla="*/ 1915 h 203010"/>
                <a:gd name="connsiteX4" fmla="*/ 10998 w 190800"/>
                <a:gd name="connsiteY4" fmla="*/ 15322 h 203010"/>
                <a:gd name="connsiteX5" fmla="*/ 2052 w 190800"/>
                <a:gd name="connsiteY5" fmla="*/ 17875 h 203010"/>
                <a:gd name="connsiteX6" fmla="*/ 1413 w 190800"/>
                <a:gd name="connsiteY6" fmla="*/ 20429 h 203010"/>
                <a:gd name="connsiteX7" fmla="*/ 92789 w 190800"/>
                <a:gd name="connsiteY7" fmla="*/ 202372 h 203010"/>
                <a:gd name="connsiteX8" fmla="*/ 93428 w 190800"/>
                <a:gd name="connsiteY8" fmla="*/ 203011 h 203010"/>
                <a:gd name="connsiteX9" fmla="*/ 94067 w 190800"/>
                <a:gd name="connsiteY9" fmla="*/ 203011 h 203010"/>
                <a:gd name="connsiteX10" fmla="*/ 95345 w 190800"/>
                <a:gd name="connsiteY10" fmla="*/ 203011 h 203010"/>
                <a:gd name="connsiteX11" fmla="*/ 95345 w 190800"/>
                <a:gd name="connsiteY11" fmla="*/ 203011 h 203010"/>
                <a:gd name="connsiteX12" fmla="*/ 96623 w 190800"/>
                <a:gd name="connsiteY12" fmla="*/ 203011 h 203010"/>
                <a:gd name="connsiteX13" fmla="*/ 97262 w 190800"/>
                <a:gd name="connsiteY13" fmla="*/ 203011 h 203010"/>
                <a:gd name="connsiteX14" fmla="*/ 97901 w 190800"/>
                <a:gd name="connsiteY14" fmla="*/ 202372 h 203010"/>
                <a:gd name="connsiteX15" fmla="*/ 189277 w 190800"/>
                <a:gd name="connsiteY15" fmla="*/ 20429 h 203010"/>
                <a:gd name="connsiteX16" fmla="*/ 186721 w 190800"/>
                <a:gd name="connsiteY16" fmla="*/ 15322 h 203010"/>
                <a:gd name="connsiteX17" fmla="*/ 13554 w 190800"/>
                <a:gd name="connsiteY17" fmla="*/ 30643 h 203010"/>
                <a:gd name="connsiteX18" fmla="*/ 95984 w 190800"/>
                <a:gd name="connsiteY18" fmla="*/ 15322 h 203010"/>
                <a:gd name="connsiteX19" fmla="*/ 126655 w 190800"/>
                <a:gd name="connsiteY19" fmla="*/ 32558 h 203010"/>
                <a:gd name="connsiteX20" fmla="*/ 33362 w 190800"/>
                <a:gd name="connsiteY20" fmla="*/ 125764 h 203010"/>
                <a:gd name="connsiteX21" fmla="*/ 13554 w 190800"/>
                <a:gd name="connsiteY21" fmla="*/ 30643 h 203010"/>
                <a:gd name="connsiteX22" fmla="*/ 13554 w 190800"/>
                <a:gd name="connsiteY22" fmla="*/ 30643 h 203010"/>
                <a:gd name="connsiteX23" fmla="*/ 48059 w 190800"/>
                <a:gd name="connsiteY23" fmla="*/ 147470 h 203010"/>
                <a:gd name="connsiteX24" fmla="*/ 40391 w 190800"/>
                <a:gd name="connsiteY24" fmla="*/ 136617 h 203010"/>
                <a:gd name="connsiteX25" fmla="*/ 141991 w 190800"/>
                <a:gd name="connsiteY25" fmla="*/ 35112 h 203010"/>
                <a:gd name="connsiteX26" fmla="*/ 161161 w 190800"/>
                <a:gd name="connsiteY26" fmla="*/ 34474 h 203010"/>
                <a:gd name="connsiteX27" fmla="*/ 48059 w 190800"/>
                <a:gd name="connsiteY27" fmla="*/ 147470 h 203010"/>
                <a:gd name="connsiteX28" fmla="*/ 95345 w 190800"/>
                <a:gd name="connsiteY28" fmla="*/ 189604 h 203010"/>
                <a:gd name="connsiteX29" fmla="*/ 55727 w 190800"/>
                <a:gd name="connsiteY29" fmla="*/ 157684 h 203010"/>
                <a:gd name="connsiteX30" fmla="*/ 177775 w 190800"/>
                <a:gd name="connsiteY30" fmla="*/ 35750 h 203010"/>
                <a:gd name="connsiteX31" fmla="*/ 95345 w 190800"/>
                <a:gd name="connsiteY31" fmla="*/ 189604 h 203010"/>
                <a:gd name="connsiteX32" fmla="*/ 95345 w 190800"/>
                <a:gd name="connsiteY32" fmla="*/ 189604 h 20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800" h="203010">
                  <a:moveTo>
                    <a:pt x="186721" y="15322"/>
                  </a:moveTo>
                  <a:cubicBezTo>
                    <a:pt x="184804" y="14045"/>
                    <a:pt x="182248" y="14045"/>
                    <a:pt x="180970" y="15322"/>
                  </a:cubicBezTo>
                  <a:cubicBezTo>
                    <a:pt x="154132" y="29366"/>
                    <a:pt x="121543" y="23621"/>
                    <a:pt x="100457" y="1915"/>
                  </a:cubicBezTo>
                  <a:cubicBezTo>
                    <a:pt x="97901" y="-638"/>
                    <a:pt x="94067" y="-638"/>
                    <a:pt x="91511" y="1915"/>
                  </a:cubicBezTo>
                  <a:cubicBezTo>
                    <a:pt x="71063" y="24259"/>
                    <a:pt x="37835" y="29366"/>
                    <a:pt x="10998" y="15322"/>
                  </a:cubicBezTo>
                  <a:cubicBezTo>
                    <a:pt x="7803" y="13406"/>
                    <a:pt x="3969" y="14683"/>
                    <a:pt x="2052" y="17875"/>
                  </a:cubicBezTo>
                  <a:cubicBezTo>
                    <a:pt x="1413" y="18514"/>
                    <a:pt x="1413" y="19152"/>
                    <a:pt x="1413" y="20429"/>
                  </a:cubicBezTo>
                  <a:cubicBezTo>
                    <a:pt x="-13284" y="146193"/>
                    <a:pt x="91511" y="201734"/>
                    <a:pt x="92789" y="202372"/>
                  </a:cubicBezTo>
                  <a:lnTo>
                    <a:pt x="93428" y="203011"/>
                  </a:lnTo>
                  <a:lnTo>
                    <a:pt x="94067" y="203011"/>
                  </a:lnTo>
                  <a:lnTo>
                    <a:pt x="95345" y="203011"/>
                  </a:lnTo>
                  <a:lnTo>
                    <a:pt x="95345" y="203011"/>
                  </a:lnTo>
                  <a:lnTo>
                    <a:pt x="96623" y="203011"/>
                  </a:lnTo>
                  <a:lnTo>
                    <a:pt x="97262" y="203011"/>
                  </a:lnTo>
                  <a:lnTo>
                    <a:pt x="97901" y="202372"/>
                  </a:lnTo>
                  <a:cubicBezTo>
                    <a:pt x="99179" y="201734"/>
                    <a:pt x="204613" y="146193"/>
                    <a:pt x="189277" y="20429"/>
                  </a:cubicBezTo>
                  <a:cubicBezTo>
                    <a:pt x="189916" y="17875"/>
                    <a:pt x="188638" y="15960"/>
                    <a:pt x="186721" y="15322"/>
                  </a:cubicBezTo>
                  <a:close/>
                  <a:moveTo>
                    <a:pt x="13554" y="30643"/>
                  </a:moveTo>
                  <a:cubicBezTo>
                    <a:pt x="41669" y="41496"/>
                    <a:pt x="73619" y="35750"/>
                    <a:pt x="95984" y="15322"/>
                  </a:cubicBezTo>
                  <a:cubicBezTo>
                    <a:pt x="104930" y="23621"/>
                    <a:pt x="115154" y="29366"/>
                    <a:pt x="126655" y="32558"/>
                  </a:cubicBezTo>
                  <a:lnTo>
                    <a:pt x="33362" y="125764"/>
                  </a:lnTo>
                  <a:cubicBezTo>
                    <a:pt x="17387" y="96398"/>
                    <a:pt x="10359" y="63201"/>
                    <a:pt x="13554" y="30643"/>
                  </a:cubicBezTo>
                  <a:lnTo>
                    <a:pt x="13554" y="30643"/>
                  </a:lnTo>
                  <a:close/>
                  <a:moveTo>
                    <a:pt x="48059" y="147470"/>
                  </a:moveTo>
                  <a:cubicBezTo>
                    <a:pt x="45503" y="144278"/>
                    <a:pt x="42947" y="140448"/>
                    <a:pt x="40391" y="136617"/>
                  </a:cubicBezTo>
                  <a:lnTo>
                    <a:pt x="141991" y="35112"/>
                  </a:lnTo>
                  <a:cubicBezTo>
                    <a:pt x="148381" y="35750"/>
                    <a:pt x="154771" y="35112"/>
                    <a:pt x="161161" y="34474"/>
                  </a:cubicBezTo>
                  <a:lnTo>
                    <a:pt x="48059" y="147470"/>
                  </a:lnTo>
                  <a:close/>
                  <a:moveTo>
                    <a:pt x="95345" y="189604"/>
                  </a:moveTo>
                  <a:cubicBezTo>
                    <a:pt x="80648" y="180667"/>
                    <a:pt x="67229" y="170452"/>
                    <a:pt x="55727" y="157684"/>
                  </a:cubicBezTo>
                  <a:lnTo>
                    <a:pt x="177775" y="35750"/>
                  </a:lnTo>
                  <a:cubicBezTo>
                    <a:pt x="183526" y="132787"/>
                    <a:pt x="111959" y="180667"/>
                    <a:pt x="95345" y="189604"/>
                  </a:cubicBezTo>
                  <a:lnTo>
                    <a:pt x="95345" y="189604"/>
                  </a:lnTo>
                  <a:close/>
                </a:path>
              </a:pathLst>
            </a:custGeom>
            <a:grpFill/>
            <a:ln w="6390" cap="flat">
              <a:noFill/>
              <a:prstDash val="solid"/>
              <a:miter/>
            </a:ln>
          </p:spPr>
          <p:txBody>
            <a:bodyPr rtlCol="0" anchor="ctr"/>
            <a:lstStyle/>
            <a:p>
              <a:endParaRPr lang="en-US" dirty="0"/>
            </a:p>
          </p:txBody>
        </p:sp>
      </p:grpSp>
      <p:grpSp>
        <p:nvGrpSpPr>
          <p:cNvPr id="222" name="Graphic 4">
            <a:extLst>
              <a:ext uri="{FF2B5EF4-FFF2-40B4-BE49-F238E27FC236}">
                <a16:creationId xmlns:a16="http://schemas.microsoft.com/office/drawing/2014/main" id="{CE4FB837-ECC4-404D-8D8C-DB47FA66FCB8}"/>
              </a:ext>
            </a:extLst>
          </p:cNvPr>
          <p:cNvGrpSpPr>
            <a:grpSpLocks noChangeAspect="1"/>
          </p:cNvGrpSpPr>
          <p:nvPr/>
        </p:nvGrpSpPr>
        <p:grpSpPr>
          <a:xfrm>
            <a:off x="8547626" y="4237832"/>
            <a:ext cx="512064" cy="511586"/>
            <a:chOff x="1515054" y="918179"/>
            <a:chExt cx="362309" cy="361971"/>
          </a:xfrm>
          <a:solidFill>
            <a:schemeClr val="tx1"/>
          </a:solidFill>
        </p:grpSpPr>
        <p:sp>
          <p:nvSpPr>
            <p:cNvPr id="223" name="Graphic 4">
              <a:extLst>
                <a:ext uri="{FF2B5EF4-FFF2-40B4-BE49-F238E27FC236}">
                  <a16:creationId xmlns:a16="http://schemas.microsoft.com/office/drawing/2014/main" id="{5FB6DB51-C482-4794-AA65-4A5882B79285}"/>
                </a:ext>
              </a:extLst>
            </p:cNvPr>
            <p:cNvSpPr/>
            <p:nvPr/>
          </p:nvSpPr>
          <p:spPr>
            <a:xfrm>
              <a:off x="1515054" y="918179"/>
              <a:ext cx="362309" cy="361971"/>
            </a:xfrm>
            <a:custGeom>
              <a:avLst/>
              <a:gdLst>
                <a:gd name="connsiteX0" fmla="*/ 180835 w 362309"/>
                <a:gd name="connsiteY0" fmla="*/ 0 h 361971"/>
                <a:gd name="connsiteX1" fmla="*/ 0 w 362309"/>
                <a:gd name="connsiteY1" fmla="*/ 181305 h 361971"/>
                <a:gd name="connsiteX2" fmla="*/ 180835 w 362309"/>
                <a:gd name="connsiteY2" fmla="*/ 361972 h 361971"/>
                <a:gd name="connsiteX3" fmla="*/ 362309 w 362309"/>
                <a:gd name="connsiteY3" fmla="*/ 181305 h 361971"/>
                <a:gd name="connsiteX4" fmla="*/ 180835 w 362309"/>
                <a:gd name="connsiteY4" fmla="*/ 0 h 361971"/>
                <a:gd name="connsiteX5" fmla="*/ 180835 w 362309"/>
                <a:gd name="connsiteY5" fmla="*/ 0 h 361971"/>
                <a:gd name="connsiteX6" fmla="*/ 180835 w 362309"/>
                <a:gd name="connsiteY6" fmla="*/ 349204 h 361971"/>
                <a:gd name="connsiteX7" fmla="*/ 12780 w 362309"/>
                <a:gd name="connsiteY7" fmla="*/ 180667 h 361971"/>
                <a:gd name="connsiteX8" fmla="*/ 180835 w 362309"/>
                <a:gd name="connsiteY8" fmla="*/ 12768 h 361971"/>
                <a:gd name="connsiteX9" fmla="*/ 349529 w 362309"/>
                <a:gd name="connsiteY9" fmla="*/ 180667 h 361971"/>
                <a:gd name="connsiteX10" fmla="*/ 180835 w 362309"/>
                <a:gd name="connsiteY10"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2309" h="361971">
                  <a:moveTo>
                    <a:pt x="180835" y="0"/>
                  </a:moveTo>
                  <a:cubicBezTo>
                    <a:pt x="80513" y="0"/>
                    <a:pt x="0" y="81077"/>
                    <a:pt x="0" y="181305"/>
                  </a:cubicBezTo>
                  <a:cubicBezTo>
                    <a:pt x="0" y="281534"/>
                    <a:pt x="81152" y="361972"/>
                    <a:pt x="180835" y="361972"/>
                  </a:cubicBezTo>
                  <a:cubicBezTo>
                    <a:pt x="280518" y="361972"/>
                    <a:pt x="362309" y="280895"/>
                    <a:pt x="362309" y="181305"/>
                  </a:cubicBezTo>
                  <a:cubicBezTo>
                    <a:pt x="362309" y="81715"/>
                    <a:pt x="280518" y="0"/>
                    <a:pt x="180835" y="0"/>
                  </a:cubicBezTo>
                  <a:lnTo>
                    <a:pt x="180835" y="0"/>
                  </a:lnTo>
                  <a:close/>
                  <a:moveTo>
                    <a:pt x="180835" y="349204"/>
                  </a:moveTo>
                  <a:cubicBezTo>
                    <a:pt x="87542" y="349204"/>
                    <a:pt x="12780" y="273873"/>
                    <a:pt x="12780" y="180667"/>
                  </a:cubicBezTo>
                  <a:cubicBezTo>
                    <a:pt x="12780" y="87461"/>
                    <a:pt x="88181" y="12768"/>
                    <a:pt x="180835" y="12768"/>
                  </a:cubicBezTo>
                  <a:cubicBezTo>
                    <a:pt x="274128" y="12768"/>
                    <a:pt x="349529" y="88099"/>
                    <a:pt x="349529" y="180667"/>
                  </a:cubicBezTo>
                  <a:cubicBezTo>
                    <a:pt x="348891" y="273873"/>
                    <a:pt x="273489" y="349204"/>
                    <a:pt x="180835" y="349204"/>
                  </a:cubicBezTo>
                  <a:close/>
                </a:path>
              </a:pathLst>
            </a:custGeom>
            <a:grpFill/>
            <a:ln w="6390" cap="flat">
              <a:noFill/>
              <a:prstDash val="solid"/>
              <a:miter/>
            </a:ln>
          </p:spPr>
          <p:txBody>
            <a:bodyPr rtlCol="0" anchor="ctr"/>
            <a:lstStyle/>
            <a:p>
              <a:endParaRPr lang="en-US" dirty="0"/>
            </a:p>
          </p:txBody>
        </p:sp>
        <p:sp>
          <p:nvSpPr>
            <p:cNvPr id="224" name="Graphic 4">
              <a:extLst>
                <a:ext uri="{FF2B5EF4-FFF2-40B4-BE49-F238E27FC236}">
                  <a16:creationId xmlns:a16="http://schemas.microsoft.com/office/drawing/2014/main" id="{957E1C9C-9872-487F-96A3-A18B29A7B79E}"/>
                </a:ext>
              </a:extLst>
            </p:cNvPr>
            <p:cNvSpPr/>
            <p:nvPr/>
          </p:nvSpPr>
          <p:spPr>
            <a:xfrm>
              <a:off x="1589177" y="981380"/>
              <a:ext cx="214062" cy="234930"/>
            </a:xfrm>
            <a:custGeom>
              <a:avLst/>
              <a:gdLst>
                <a:gd name="connsiteX0" fmla="*/ 198727 w 214062"/>
                <a:gd name="connsiteY0" fmla="*/ 28089 h 234930"/>
                <a:gd name="connsiteX1" fmla="*/ 163582 w 214062"/>
                <a:gd name="connsiteY1" fmla="*/ 28089 h 234930"/>
                <a:gd name="connsiteX2" fmla="*/ 163582 w 214062"/>
                <a:gd name="connsiteY2" fmla="*/ 6384 h 234930"/>
                <a:gd name="connsiteX3" fmla="*/ 157192 w 214062"/>
                <a:gd name="connsiteY3" fmla="*/ 0 h 234930"/>
                <a:gd name="connsiteX4" fmla="*/ 54953 w 214062"/>
                <a:gd name="connsiteY4" fmla="*/ 0 h 234930"/>
                <a:gd name="connsiteX5" fmla="*/ 48563 w 214062"/>
                <a:gd name="connsiteY5" fmla="*/ 6384 h 234930"/>
                <a:gd name="connsiteX6" fmla="*/ 48563 w 214062"/>
                <a:gd name="connsiteY6" fmla="*/ 62563 h 234930"/>
                <a:gd name="connsiteX7" fmla="*/ 54953 w 214062"/>
                <a:gd name="connsiteY7" fmla="*/ 68947 h 234930"/>
                <a:gd name="connsiteX8" fmla="*/ 99683 w 214062"/>
                <a:gd name="connsiteY8" fmla="*/ 68947 h 234930"/>
                <a:gd name="connsiteX9" fmla="*/ 99683 w 214062"/>
                <a:gd name="connsiteY9" fmla="*/ 82992 h 234930"/>
                <a:gd name="connsiteX10" fmla="*/ 54953 w 214062"/>
                <a:gd name="connsiteY10" fmla="*/ 82992 h 234930"/>
                <a:gd name="connsiteX11" fmla="*/ 48563 w 214062"/>
                <a:gd name="connsiteY11" fmla="*/ 89376 h 234930"/>
                <a:gd name="connsiteX12" fmla="*/ 48563 w 214062"/>
                <a:gd name="connsiteY12" fmla="*/ 145555 h 234930"/>
                <a:gd name="connsiteX13" fmla="*/ 54953 w 214062"/>
                <a:gd name="connsiteY13" fmla="*/ 151939 h 234930"/>
                <a:gd name="connsiteX14" fmla="*/ 99683 w 214062"/>
                <a:gd name="connsiteY14" fmla="*/ 151939 h 234930"/>
                <a:gd name="connsiteX15" fmla="*/ 99683 w 214062"/>
                <a:gd name="connsiteY15" fmla="*/ 165984 h 234930"/>
                <a:gd name="connsiteX16" fmla="*/ 54953 w 214062"/>
                <a:gd name="connsiteY16" fmla="*/ 165984 h 234930"/>
                <a:gd name="connsiteX17" fmla="*/ 48563 w 214062"/>
                <a:gd name="connsiteY17" fmla="*/ 172368 h 234930"/>
                <a:gd name="connsiteX18" fmla="*/ 48563 w 214062"/>
                <a:gd name="connsiteY18" fmla="*/ 194073 h 234930"/>
                <a:gd name="connsiteX19" fmla="*/ 14697 w 214062"/>
                <a:gd name="connsiteY19" fmla="*/ 194073 h 234930"/>
                <a:gd name="connsiteX20" fmla="*/ 12780 w 214062"/>
                <a:gd name="connsiteY20" fmla="*/ 192158 h 234930"/>
                <a:gd name="connsiteX21" fmla="*/ 12780 w 214062"/>
                <a:gd name="connsiteY21" fmla="*/ 42134 h 234930"/>
                <a:gd name="connsiteX22" fmla="*/ 14697 w 214062"/>
                <a:gd name="connsiteY22" fmla="*/ 40219 h 234930"/>
                <a:gd name="connsiteX23" fmla="*/ 24282 w 214062"/>
                <a:gd name="connsiteY23" fmla="*/ 40219 h 234930"/>
                <a:gd name="connsiteX24" fmla="*/ 22365 w 214062"/>
                <a:gd name="connsiteY24" fmla="*/ 42134 h 234930"/>
                <a:gd name="connsiteX25" fmla="*/ 22365 w 214062"/>
                <a:gd name="connsiteY25" fmla="*/ 51072 h 234930"/>
                <a:gd name="connsiteX26" fmla="*/ 31311 w 214062"/>
                <a:gd name="connsiteY26" fmla="*/ 51072 h 234930"/>
                <a:gd name="connsiteX27" fmla="*/ 31311 w 214062"/>
                <a:gd name="connsiteY27" fmla="*/ 51072 h 234930"/>
                <a:gd name="connsiteX28" fmla="*/ 44091 w 214062"/>
                <a:gd name="connsiteY28" fmla="*/ 38304 h 234930"/>
                <a:gd name="connsiteX29" fmla="*/ 44091 w 214062"/>
                <a:gd name="connsiteY29" fmla="*/ 29366 h 234930"/>
                <a:gd name="connsiteX30" fmla="*/ 44091 w 214062"/>
                <a:gd name="connsiteY30" fmla="*/ 29366 h 234930"/>
                <a:gd name="connsiteX31" fmla="*/ 31311 w 214062"/>
                <a:gd name="connsiteY31" fmla="*/ 16598 h 234930"/>
                <a:gd name="connsiteX32" fmla="*/ 22365 w 214062"/>
                <a:gd name="connsiteY32" fmla="*/ 16598 h 234930"/>
                <a:gd name="connsiteX33" fmla="*/ 22365 w 214062"/>
                <a:gd name="connsiteY33" fmla="*/ 16598 h 234930"/>
                <a:gd name="connsiteX34" fmla="*/ 22365 w 214062"/>
                <a:gd name="connsiteY34" fmla="*/ 25536 h 234930"/>
                <a:gd name="connsiteX35" fmla="*/ 24282 w 214062"/>
                <a:gd name="connsiteY35" fmla="*/ 27451 h 234930"/>
                <a:gd name="connsiteX36" fmla="*/ 14697 w 214062"/>
                <a:gd name="connsiteY36" fmla="*/ 27451 h 234930"/>
                <a:gd name="connsiteX37" fmla="*/ 0 w 214062"/>
                <a:gd name="connsiteY37" fmla="*/ 42134 h 234930"/>
                <a:gd name="connsiteX38" fmla="*/ 0 w 214062"/>
                <a:gd name="connsiteY38" fmla="*/ 192158 h 234930"/>
                <a:gd name="connsiteX39" fmla="*/ 14697 w 214062"/>
                <a:gd name="connsiteY39" fmla="*/ 206841 h 234930"/>
                <a:gd name="connsiteX40" fmla="*/ 49202 w 214062"/>
                <a:gd name="connsiteY40" fmla="*/ 206841 h 234930"/>
                <a:gd name="connsiteX41" fmla="*/ 49202 w 214062"/>
                <a:gd name="connsiteY41" fmla="*/ 228546 h 234930"/>
                <a:gd name="connsiteX42" fmla="*/ 55592 w 214062"/>
                <a:gd name="connsiteY42" fmla="*/ 234930 h 234930"/>
                <a:gd name="connsiteX43" fmla="*/ 157831 w 214062"/>
                <a:gd name="connsiteY43" fmla="*/ 234930 h 234930"/>
                <a:gd name="connsiteX44" fmla="*/ 164221 w 214062"/>
                <a:gd name="connsiteY44" fmla="*/ 228546 h 234930"/>
                <a:gd name="connsiteX45" fmla="*/ 164221 w 214062"/>
                <a:gd name="connsiteY45" fmla="*/ 172368 h 234930"/>
                <a:gd name="connsiteX46" fmla="*/ 157831 w 214062"/>
                <a:gd name="connsiteY46" fmla="*/ 165984 h 234930"/>
                <a:gd name="connsiteX47" fmla="*/ 113102 w 214062"/>
                <a:gd name="connsiteY47" fmla="*/ 165984 h 234930"/>
                <a:gd name="connsiteX48" fmla="*/ 113102 w 214062"/>
                <a:gd name="connsiteY48" fmla="*/ 151939 h 234930"/>
                <a:gd name="connsiteX49" fmla="*/ 157831 w 214062"/>
                <a:gd name="connsiteY49" fmla="*/ 151939 h 234930"/>
                <a:gd name="connsiteX50" fmla="*/ 164221 w 214062"/>
                <a:gd name="connsiteY50" fmla="*/ 145555 h 234930"/>
                <a:gd name="connsiteX51" fmla="*/ 164221 w 214062"/>
                <a:gd name="connsiteY51" fmla="*/ 89376 h 234930"/>
                <a:gd name="connsiteX52" fmla="*/ 157831 w 214062"/>
                <a:gd name="connsiteY52" fmla="*/ 82992 h 234930"/>
                <a:gd name="connsiteX53" fmla="*/ 113102 w 214062"/>
                <a:gd name="connsiteY53" fmla="*/ 82992 h 234930"/>
                <a:gd name="connsiteX54" fmla="*/ 113102 w 214062"/>
                <a:gd name="connsiteY54" fmla="*/ 68947 h 234930"/>
                <a:gd name="connsiteX55" fmla="*/ 157831 w 214062"/>
                <a:gd name="connsiteY55" fmla="*/ 68947 h 234930"/>
                <a:gd name="connsiteX56" fmla="*/ 164221 w 214062"/>
                <a:gd name="connsiteY56" fmla="*/ 62563 h 234930"/>
                <a:gd name="connsiteX57" fmla="*/ 164221 w 214062"/>
                <a:gd name="connsiteY57" fmla="*/ 40857 h 234930"/>
                <a:gd name="connsiteX58" fmla="*/ 199366 w 214062"/>
                <a:gd name="connsiteY58" fmla="*/ 40857 h 234930"/>
                <a:gd name="connsiteX59" fmla="*/ 201283 w 214062"/>
                <a:gd name="connsiteY59" fmla="*/ 42773 h 234930"/>
                <a:gd name="connsiteX60" fmla="*/ 201283 w 214062"/>
                <a:gd name="connsiteY60" fmla="*/ 42773 h 234930"/>
                <a:gd name="connsiteX61" fmla="*/ 201283 w 214062"/>
                <a:gd name="connsiteY61" fmla="*/ 192796 h 234930"/>
                <a:gd name="connsiteX62" fmla="*/ 199366 w 214062"/>
                <a:gd name="connsiteY62" fmla="*/ 194711 h 234930"/>
                <a:gd name="connsiteX63" fmla="*/ 199366 w 214062"/>
                <a:gd name="connsiteY63" fmla="*/ 194711 h 234930"/>
                <a:gd name="connsiteX64" fmla="*/ 189781 w 214062"/>
                <a:gd name="connsiteY64" fmla="*/ 194711 h 234930"/>
                <a:gd name="connsiteX65" fmla="*/ 191698 w 214062"/>
                <a:gd name="connsiteY65" fmla="*/ 192796 h 234930"/>
                <a:gd name="connsiteX66" fmla="*/ 191698 w 214062"/>
                <a:gd name="connsiteY66" fmla="*/ 183859 h 234930"/>
                <a:gd name="connsiteX67" fmla="*/ 182752 w 214062"/>
                <a:gd name="connsiteY67" fmla="*/ 183859 h 234930"/>
                <a:gd name="connsiteX68" fmla="*/ 169972 w 214062"/>
                <a:gd name="connsiteY68" fmla="*/ 196627 h 234930"/>
                <a:gd name="connsiteX69" fmla="*/ 169972 w 214062"/>
                <a:gd name="connsiteY69" fmla="*/ 205564 h 234930"/>
                <a:gd name="connsiteX70" fmla="*/ 169972 w 214062"/>
                <a:gd name="connsiteY70" fmla="*/ 205564 h 234930"/>
                <a:gd name="connsiteX71" fmla="*/ 182752 w 214062"/>
                <a:gd name="connsiteY71" fmla="*/ 218332 h 234930"/>
                <a:gd name="connsiteX72" fmla="*/ 187225 w 214062"/>
                <a:gd name="connsiteY72" fmla="*/ 220247 h 234930"/>
                <a:gd name="connsiteX73" fmla="*/ 193615 w 214062"/>
                <a:gd name="connsiteY73" fmla="*/ 213863 h 234930"/>
                <a:gd name="connsiteX74" fmla="*/ 191698 w 214062"/>
                <a:gd name="connsiteY74" fmla="*/ 209395 h 234930"/>
                <a:gd name="connsiteX75" fmla="*/ 189781 w 214062"/>
                <a:gd name="connsiteY75" fmla="*/ 207479 h 234930"/>
                <a:gd name="connsiteX76" fmla="*/ 199366 w 214062"/>
                <a:gd name="connsiteY76" fmla="*/ 207479 h 234930"/>
                <a:gd name="connsiteX77" fmla="*/ 214063 w 214062"/>
                <a:gd name="connsiteY77" fmla="*/ 192796 h 234930"/>
                <a:gd name="connsiteX78" fmla="*/ 214063 w 214062"/>
                <a:gd name="connsiteY78" fmla="*/ 192796 h 234930"/>
                <a:gd name="connsiteX79" fmla="*/ 214063 w 214062"/>
                <a:gd name="connsiteY79" fmla="*/ 42773 h 234930"/>
                <a:gd name="connsiteX80" fmla="*/ 198727 w 214062"/>
                <a:gd name="connsiteY80" fmla="*/ 28089 h 234930"/>
                <a:gd name="connsiteX81" fmla="*/ 198727 w 214062"/>
                <a:gd name="connsiteY81" fmla="*/ 28089 h 234930"/>
                <a:gd name="connsiteX82" fmla="*/ 151441 w 214062"/>
                <a:gd name="connsiteY82" fmla="*/ 222163 h 234930"/>
                <a:gd name="connsiteX83" fmla="*/ 61982 w 214062"/>
                <a:gd name="connsiteY83" fmla="*/ 222163 h 234930"/>
                <a:gd name="connsiteX84" fmla="*/ 61982 w 214062"/>
                <a:gd name="connsiteY84" fmla="*/ 178752 h 234930"/>
                <a:gd name="connsiteX85" fmla="*/ 151441 w 214062"/>
                <a:gd name="connsiteY85" fmla="*/ 178752 h 234930"/>
                <a:gd name="connsiteX86" fmla="*/ 151441 w 214062"/>
                <a:gd name="connsiteY86" fmla="*/ 222163 h 234930"/>
                <a:gd name="connsiteX87" fmla="*/ 151441 w 214062"/>
                <a:gd name="connsiteY87" fmla="*/ 139171 h 234930"/>
                <a:gd name="connsiteX88" fmla="*/ 61982 w 214062"/>
                <a:gd name="connsiteY88" fmla="*/ 139171 h 234930"/>
                <a:gd name="connsiteX89" fmla="*/ 61982 w 214062"/>
                <a:gd name="connsiteY89" fmla="*/ 95760 h 234930"/>
                <a:gd name="connsiteX90" fmla="*/ 151441 w 214062"/>
                <a:gd name="connsiteY90" fmla="*/ 95760 h 234930"/>
                <a:gd name="connsiteX91" fmla="*/ 151441 w 214062"/>
                <a:gd name="connsiteY91" fmla="*/ 139171 h 234930"/>
                <a:gd name="connsiteX92" fmla="*/ 151441 w 214062"/>
                <a:gd name="connsiteY92" fmla="*/ 56179 h 234930"/>
                <a:gd name="connsiteX93" fmla="*/ 61982 w 214062"/>
                <a:gd name="connsiteY93" fmla="*/ 56179 h 234930"/>
                <a:gd name="connsiteX94" fmla="*/ 61982 w 214062"/>
                <a:gd name="connsiteY94" fmla="*/ 12768 h 234930"/>
                <a:gd name="connsiteX95" fmla="*/ 151441 w 214062"/>
                <a:gd name="connsiteY95" fmla="*/ 12768 h 234930"/>
                <a:gd name="connsiteX96" fmla="*/ 151441 w 214062"/>
                <a:gd name="connsiteY96" fmla="*/ 56179 h 23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14062" h="234930">
                  <a:moveTo>
                    <a:pt x="198727" y="28089"/>
                  </a:moveTo>
                  <a:lnTo>
                    <a:pt x="163582" y="28089"/>
                  </a:lnTo>
                  <a:lnTo>
                    <a:pt x="163582" y="6384"/>
                  </a:lnTo>
                  <a:cubicBezTo>
                    <a:pt x="163582" y="2554"/>
                    <a:pt x="161026" y="0"/>
                    <a:pt x="157192" y="0"/>
                  </a:cubicBezTo>
                  <a:lnTo>
                    <a:pt x="54953" y="0"/>
                  </a:lnTo>
                  <a:cubicBezTo>
                    <a:pt x="51120" y="0"/>
                    <a:pt x="48563" y="2554"/>
                    <a:pt x="48563" y="6384"/>
                  </a:cubicBezTo>
                  <a:lnTo>
                    <a:pt x="48563" y="62563"/>
                  </a:lnTo>
                  <a:cubicBezTo>
                    <a:pt x="48563" y="66393"/>
                    <a:pt x="51120" y="68947"/>
                    <a:pt x="54953" y="68947"/>
                  </a:cubicBezTo>
                  <a:lnTo>
                    <a:pt x="99683" y="68947"/>
                  </a:lnTo>
                  <a:lnTo>
                    <a:pt x="99683" y="82992"/>
                  </a:lnTo>
                  <a:lnTo>
                    <a:pt x="54953" y="82992"/>
                  </a:lnTo>
                  <a:cubicBezTo>
                    <a:pt x="51120" y="82992"/>
                    <a:pt x="48563" y="85545"/>
                    <a:pt x="48563" y="89376"/>
                  </a:cubicBezTo>
                  <a:lnTo>
                    <a:pt x="48563" y="145555"/>
                  </a:lnTo>
                  <a:cubicBezTo>
                    <a:pt x="48563" y="149385"/>
                    <a:pt x="51120" y="151939"/>
                    <a:pt x="54953" y="151939"/>
                  </a:cubicBezTo>
                  <a:lnTo>
                    <a:pt x="99683" y="151939"/>
                  </a:lnTo>
                  <a:lnTo>
                    <a:pt x="99683" y="165984"/>
                  </a:lnTo>
                  <a:lnTo>
                    <a:pt x="54953" y="165984"/>
                  </a:lnTo>
                  <a:cubicBezTo>
                    <a:pt x="51120" y="165984"/>
                    <a:pt x="48563" y="168537"/>
                    <a:pt x="48563" y="172368"/>
                  </a:cubicBezTo>
                  <a:lnTo>
                    <a:pt x="48563" y="194073"/>
                  </a:lnTo>
                  <a:lnTo>
                    <a:pt x="14697" y="194073"/>
                  </a:lnTo>
                  <a:cubicBezTo>
                    <a:pt x="14058" y="194073"/>
                    <a:pt x="12780" y="193435"/>
                    <a:pt x="12780" y="192158"/>
                  </a:cubicBezTo>
                  <a:lnTo>
                    <a:pt x="12780" y="42134"/>
                  </a:lnTo>
                  <a:cubicBezTo>
                    <a:pt x="12780" y="41496"/>
                    <a:pt x="13419" y="40219"/>
                    <a:pt x="14697" y="40219"/>
                  </a:cubicBezTo>
                  <a:lnTo>
                    <a:pt x="24282" y="40219"/>
                  </a:lnTo>
                  <a:lnTo>
                    <a:pt x="22365" y="42134"/>
                  </a:lnTo>
                  <a:cubicBezTo>
                    <a:pt x="19809" y="44688"/>
                    <a:pt x="19809" y="48518"/>
                    <a:pt x="22365" y="51072"/>
                  </a:cubicBezTo>
                  <a:cubicBezTo>
                    <a:pt x="24921" y="53625"/>
                    <a:pt x="28755" y="53625"/>
                    <a:pt x="31311" y="51072"/>
                  </a:cubicBezTo>
                  <a:cubicBezTo>
                    <a:pt x="31311" y="51072"/>
                    <a:pt x="31311" y="51072"/>
                    <a:pt x="31311" y="51072"/>
                  </a:cubicBezTo>
                  <a:lnTo>
                    <a:pt x="44091" y="38304"/>
                  </a:lnTo>
                  <a:cubicBezTo>
                    <a:pt x="46647" y="35750"/>
                    <a:pt x="46647" y="31920"/>
                    <a:pt x="44091" y="29366"/>
                  </a:cubicBezTo>
                  <a:cubicBezTo>
                    <a:pt x="44091" y="29366"/>
                    <a:pt x="44091" y="29366"/>
                    <a:pt x="44091" y="29366"/>
                  </a:cubicBezTo>
                  <a:lnTo>
                    <a:pt x="31311" y="16598"/>
                  </a:lnTo>
                  <a:cubicBezTo>
                    <a:pt x="28755" y="14045"/>
                    <a:pt x="24921" y="14045"/>
                    <a:pt x="22365" y="16598"/>
                  </a:cubicBezTo>
                  <a:cubicBezTo>
                    <a:pt x="22365" y="16598"/>
                    <a:pt x="22365" y="16598"/>
                    <a:pt x="22365" y="16598"/>
                  </a:cubicBezTo>
                  <a:cubicBezTo>
                    <a:pt x="19809" y="19152"/>
                    <a:pt x="19809" y="22982"/>
                    <a:pt x="22365" y="25536"/>
                  </a:cubicBezTo>
                  <a:lnTo>
                    <a:pt x="24282" y="27451"/>
                  </a:lnTo>
                  <a:lnTo>
                    <a:pt x="14697" y="27451"/>
                  </a:lnTo>
                  <a:cubicBezTo>
                    <a:pt x="7029" y="27451"/>
                    <a:pt x="0" y="33835"/>
                    <a:pt x="0" y="42134"/>
                  </a:cubicBezTo>
                  <a:lnTo>
                    <a:pt x="0" y="192158"/>
                  </a:lnTo>
                  <a:cubicBezTo>
                    <a:pt x="0" y="199819"/>
                    <a:pt x="6390" y="206841"/>
                    <a:pt x="14697" y="206841"/>
                  </a:cubicBezTo>
                  <a:lnTo>
                    <a:pt x="49202" y="206841"/>
                  </a:lnTo>
                  <a:lnTo>
                    <a:pt x="49202" y="228546"/>
                  </a:lnTo>
                  <a:cubicBezTo>
                    <a:pt x="49202" y="232377"/>
                    <a:pt x="51758" y="234930"/>
                    <a:pt x="55592" y="234930"/>
                  </a:cubicBezTo>
                  <a:lnTo>
                    <a:pt x="157831" y="234930"/>
                  </a:lnTo>
                  <a:cubicBezTo>
                    <a:pt x="161665" y="234930"/>
                    <a:pt x="164221" y="232377"/>
                    <a:pt x="164221" y="228546"/>
                  </a:cubicBezTo>
                  <a:lnTo>
                    <a:pt x="164221" y="172368"/>
                  </a:lnTo>
                  <a:cubicBezTo>
                    <a:pt x="164221" y="168537"/>
                    <a:pt x="161665" y="165984"/>
                    <a:pt x="157831" y="165984"/>
                  </a:cubicBezTo>
                  <a:lnTo>
                    <a:pt x="113102" y="165984"/>
                  </a:lnTo>
                  <a:lnTo>
                    <a:pt x="113102" y="151939"/>
                  </a:lnTo>
                  <a:lnTo>
                    <a:pt x="157831" y="151939"/>
                  </a:lnTo>
                  <a:cubicBezTo>
                    <a:pt x="161665" y="151939"/>
                    <a:pt x="164221" y="149385"/>
                    <a:pt x="164221" y="145555"/>
                  </a:cubicBezTo>
                  <a:lnTo>
                    <a:pt x="164221" y="89376"/>
                  </a:lnTo>
                  <a:cubicBezTo>
                    <a:pt x="164221" y="85545"/>
                    <a:pt x="161665" y="82992"/>
                    <a:pt x="157831" y="82992"/>
                  </a:cubicBezTo>
                  <a:lnTo>
                    <a:pt x="113102" y="82992"/>
                  </a:lnTo>
                  <a:lnTo>
                    <a:pt x="113102" y="68947"/>
                  </a:lnTo>
                  <a:lnTo>
                    <a:pt x="157831" y="68947"/>
                  </a:lnTo>
                  <a:cubicBezTo>
                    <a:pt x="161665" y="68947"/>
                    <a:pt x="164221" y="66393"/>
                    <a:pt x="164221" y="62563"/>
                  </a:cubicBezTo>
                  <a:lnTo>
                    <a:pt x="164221" y="40857"/>
                  </a:lnTo>
                  <a:lnTo>
                    <a:pt x="199366" y="40857"/>
                  </a:lnTo>
                  <a:cubicBezTo>
                    <a:pt x="200005" y="40857"/>
                    <a:pt x="201283" y="41496"/>
                    <a:pt x="201283" y="42773"/>
                  </a:cubicBezTo>
                  <a:lnTo>
                    <a:pt x="201283" y="42773"/>
                  </a:lnTo>
                  <a:lnTo>
                    <a:pt x="201283" y="192796"/>
                  </a:lnTo>
                  <a:cubicBezTo>
                    <a:pt x="201283" y="193435"/>
                    <a:pt x="200644" y="194711"/>
                    <a:pt x="199366" y="194711"/>
                  </a:cubicBezTo>
                  <a:lnTo>
                    <a:pt x="199366" y="194711"/>
                  </a:lnTo>
                  <a:lnTo>
                    <a:pt x="189781" y="194711"/>
                  </a:lnTo>
                  <a:lnTo>
                    <a:pt x="191698" y="192796"/>
                  </a:lnTo>
                  <a:cubicBezTo>
                    <a:pt x="194254" y="190243"/>
                    <a:pt x="194254" y="186412"/>
                    <a:pt x="191698" y="183859"/>
                  </a:cubicBezTo>
                  <a:cubicBezTo>
                    <a:pt x="189142" y="181305"/>
                    <a:pt x="185308" y="181305"/>
                    <a:pt x="182752" y="183859"/>
                  </a:cubicBezTo>
                  <a:lnTo>
                    <a:pt x="169972" y="196627"/>
                  </a:lnTo>
                  <a:cubicBezTo>
                    <a:pt x="167416" y="199180"/>
                    <a:pt x="167416" y="203011"/>
                    <a:pt x="169972" y="205564"/>
                  </a:cubicBezTo>
                  <a:cubicBezTo>
                    <a:pt x="169972" y="205564"/>
                    <a:pt x="169972" y="205564"/>
                    <a:pt x="169972" y="205564"/>
                  </a:cubicBezTo>
                  <a:lnTo>
                    <a:pt x="182752" y="218332"/>
                  </a:lnTo>
                  <a:cubicBezTo>
                    <a:pt x="184030" y="219609"/>
                    <a:pt x="185308" y="220247"/>
                    <a:pt x="187225" y="220247"/>
                  </a:cubicBezTo>
                  <a:cubicBezTo>
                    <a:pt x="191059" y="220247"/>
                    <a:pt x="193615" y="217055"/>
                    <a:pt x="193615" y="213863"/>
                  </a:cubicBezTo>
                  <a:cubicBezTo>
                    <a:pt x="193615" y="211948"/>
                    <a:pt x="192976" y="210671"/>
                    <a:pt x="191698" y="209395"/>
                  </a:cubicBezTo>
                  <a:lnTo>
                    <a:pt x="189781" y="207479"/>
                  </a:lnTo>
                  <a:lnTo>
                    <a:pt x="199366" y="207479"/>
                  </a:lnTo>
                  <a:cubicBezTo>
                    <a:pt x="207034" y="207479"/>
                    <a:pt x="214063" y="201095"/>
                    <a:pt x="214063" y="192796"/>
                  </a:cubicBezTo>
                  <a:lnTo>
                    <a:pt x="214063" y="192796"/>
                  </a:lnTo>
                  <a:lnTo>
                    <a:pt x="214063" y="42773"/>
                  </a:lnTo>
                  <a:cubicBezTo>
                    <a:pt x="213424" y="34473"/>
                    <a:pt x="207034" y="28089"/>
                    <a:pt x="198727" y="28089"/>
                  </a:cubicBezTo>
                  <a:lnTo>
                    <a:pt x="198727" y="28089"/>
                  </a:lnTo>
                  <a:close/>
                  <a:moveTo>
                    <a:pt x="151441" y="222163"/>
                  </a:moveTo>
                  <a:lnTo>
                    <a:pt x="61982" y="222163"/>
                  </a:lnTo>
                  <a:lnTo>
                    <a:pt x="61982" y="178752"/>
                  </a:lnTo>
                  <a:lnTo>
                    <a:pt x="151441" y="178752"/>
                  </a:lnTo>
                  <a:lnTo>
                    <a:pt x="151441" y="222163"/>
                  </a:lnTo>
                  <a:close/>
                  <a:moveTo>
                    <a:pt x="151441" y="139171"/>
                  </a:moveTo>
                  <a:lnTo>
                    <a:pt x="61982" y="139171"/>
                  </a:lnTo>
                  <a:lnTo>
                    <a:pt x="61982" y="95760"/>
                  </a:lnTo>
                  <a:lnTo>
                    <a:pt x="151441" y="95760"/>
                  </a:lnTo>
                  <a:lnTo>
                    <a:pt x="151441" y="139171"/>
                  </a:lnTo>
                  <a:close/>
                  <a:moveTo>
                    <a:pt x="151441" y="56179"/>
                  </a:moveTo>
                  <a:lnTo>
                    <a:pt x="61982" y="56179"/>
                  </a:lnTo>
                  <a:lnTo>
                    <a:pt x="61982" y="12768"/>
                  </a:lnTo>
                  <a:lnTo>
                    <a:pt x="151441" y="12768"/>
                  </a:lnTo>
                  <a:lnTo>
                    <a:pt x="151441" y="56179"/>
                  </a:lnTo>
                  <a:close/>
                </a:path>
              </a:pathLst>
            </a:custGeom>
            <a:grpFill/>
            <a:ln w="6390" cap="flat">
              <a:noFill/>
              <a:prstDash val="solid"/>
              <a:miter/>
            </a:ln>
          </p:spPr>
          <p:txBody>
            <a:bodyPr rtlCol="0" anchor="ctr"/>
            <a:lstStyle/>
            <a:p>
              <a:endParaRPr lang="en-US" dirty="0"/>
            </a:p>
          </p:txBody>
        </p:sp>
        <p:sp>
          <p:nvSpPr>
            <p:cNvPr id="225" name="Graphic 4">
              <a:extLst>
                <a:ext uri="{FF2B5EF4-FFF2-40B4-BE49-F238E27FC236}">
                  <a16:creationId xmlns:a16="http://schemas.microsoft.com/office/drawing/2014/main" id="{EC4540B7-AB7E-42D8-A19A-F38064F1876E}"/>
                </a:ext>
              </a:extLst>
            </p:cNvPr>
            <p:cNvSpPr/>
            <p:nvPr/>
          </p:nvSpPr>
          <p:spPr>
            <a:xfrm>
              <a:off x="1674163" y="1089269"/>
              <a:ext cx="20447" cy="20428"/>
            </a:xfrm>
            <a:custGeom>
              <a:avLst/>
              <a:gdLst>
                <a:gd name="connsiteX0" fmla="*/ 10224 w 20447"/>
                <a:gd name="connsiteY0" fmla="*/ 0 h 20428"/>
                <a:gd name="connsiteX1" fmla="*/ 0 w 20447"/>
                <a:gd name="connsiteY1" fmla="*/ 10214 h 20428"/>
                <a:gd name="connsiteX2" fmla="*/ 10224 w 20447"/>
                <a:gd name="connsiteY2" fmla="*/ 20429 h 20428"/>
                <a:gd name="connsiteX3" fmla="*/ 20448 w 20447"/>
                <a:gd name="connsiteY3" fmla="*/ 10214 h 20428"/>
                <a:gd name="connsiteX4" fmla="*/ 20448 w 20447"/>
                <a:gd name="connsiteY4" fmla="*/ 10214 h 20428"/>
                <a:gd name="connsiteX5" fmla="*/ 10224 w 20447"/>
                <a:gd name="connsiteY5" fmla="*/ 0 h 20428"/>
                <a:gd name="connsiteX6" fmla="*/ 10224 w 20447"/>
                <a:gd name="connsiteY6" fmla="*/ 12768 h 20428"/>
                <a:gd name="connsiteX7" fmla="*/ 7668 w 20447"/>
                <a:gd name="connsiteY7" fmla="*/ 10214 h 20428"/>
                <a:gd name="connsiteX8" fmla="*/ 10224 w 20447"/>
                <a:gd name="connsiteY8" fmla="*/ 7661 h 20428"/>
                <a:gd name="connsiteX9" fmla="*/ 10224 w 20447"/>
                <a:gd name="connsiteY9" fmla="*/ 7661 h 20428"/>
                <a:gd name="connsiteX10" fmla="*/ 12780 w 20447"/>
                <a:gd name="connsiteY10" fmla="*/ 10214 h 20428"/>
                <a:gd name="connsiteX11" fmla="*/ 10224 w 20447"/>
                <a:gd name="connsiteY11" fmla="*/ 12768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0"/>
                  </a:moveTo>
                  <a:cubicBezTo>
                    <a:pt x="4473" y="0"/>
                    <a:pt x="0" y="4469"/>
                    <a:pt x="0" y="10214"/>
                  </a:cubicBezTo>
                  <a:cubicBezTo>
                    <a:pt x="0" y="15960"/>
                    <a:pt x="4473" y="20429"/>
                    <a:pt x="10224" y="20429"/>
                  </a:cubicBezTo>
                  <a:cubicBezTo>
                    <a:pt x="15975" y="20429"/>
                    <a:pt x="20448" y="15960"/>
                    <a:pt x="20448" y="10214"/>
                  </a:cubicBezTo>
                  <a:cubicBezTo>
                    <a:pt x="20448" y="10214"/>
                    <a:pt x="20448" y="10214"/>
                    <a:pt x="20448" y="10214"/>
                  </a:cubicBezTo>
                  <a:cubicBezTo>
                    <a:pt x="19809" y="4469"/>
                    <a:pt x="15336" y="0"/>
                    <a:pt x="10224" y="0"/>
                  </a:cubicBezTo>
                  <a:close/>
                  <a:moveTo>
                    <a:pt x="10224" y="12768"/>
                  </a:moveTo>
                  <a:cubicBezTo>
                    <a:pt x="8946" y="12768"/>
                    <a:pt x="7668" y="11491"/>
                    <a:pt x="7668" y="10214"/>
                  </a:cubicBezTo>
                  <a:cubicBezTo>
                    <a:pt x="7668" y="8938"/>
                    <a:pt x="8946" y="7661"/>
                    <a:pt x="10224" y="7661"/>
                  </a:cubicBezTo>
                  <a:lnTo>
                    <a:pt x="10224" y="7661"/>
                  </a:lnTo>
                  <a:cubicBezTo>
                    <a:pt x="11502" y="7661"/>
                    <a:pt x="12780" y="8938"/>
                    <a:pt x="12780" y="10214"/>
                  </a:cubicBezTo>
                  <a:cubicBezTo>
                    <a:pt x="12780" y="11491"/>
                    <a:pt x="11502" y="12768"/>
                    <a:pt x="10224" y="12768"/>
                  </a:cubicBezTo>
                  <a:close/>
                </a:path>
              </a:pathLst>
            </a:custGeom>
            <a:grpFill/>
            <a:ln w="6390" cap="flat">
              <a:noFill/>
              <a:prstDash val="solid"/>
              <a:miter/>
            </a:ln>
          </p:spPr>
          <p:txBody>
            <a:bodyPr rtlCol="0" anchor="ctr"/>
            <a:lstStyle/>
            <a:p>
              <a:endParaRPr lang="en-US" dirty="0"/>
            </a:p>
          </p:txBody>
        </p:sp>
        <p:sp>
          <p:nvSpPr>
            <p:cNvPr id="226" name="Graphic 4">
              <a:extLst>
                <a:ext uri="{FF2B5EF4-FFF2-40B4-BE49-F238E27FC236}">
                  <a16:creationId xmlns:a16="http://schemas.microsoft.com/office/drawing/2014/main" id="{F165D411-C85A-4783-994B-A2C185CC22BF}"/>
                </a:ext>
              </a:extLst>
            </p:cNvPr>
            <p:cNvSpPr/>
            <p:nvPr/>
          </p:nvSpPr>
          <p:spPr>
            <a:xfrm>
              <a:off x="1685665" y="1005639"/>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0 w 20447"/>
                <a:gd name="connsiteY4" fmla="*/ 10214 h 20428"/>
                <a:gd name="connsiteX5" fmla="*/ 10224 w 20447"/>
                <a:gd name="connsiteY5" fmla="*/ 20429 h 20428"/>
                <a:gd name="connsiteX6" fmla="*/ 10224 w 20447"/>
                <a:gd name="connsiteY6" fmla="*/ 7661 h 20428"/>
                <a:gd name="connsiteX7" fmla="*/ 12780 w 20447"/>
                <a:gd name="connsiteY7" fmla="*/ 10214 h 20428"/>
                <a:gd name="connsiteX8" fmla="*/ 12780 w 20447"/>
                <a:gd name="connsiteY8" fmla="*/ 10214 h 20428"/>
                <a:gd name="connsiteX9" fmla="*/ 10224 w 20447"/>
                <a:gd name="connsiteY9" fmla="*/ 12768 h 20428"/>
                <a:gd name="connsiteX10" fmla="*/ 7668 w 20447"/>
                <a:gd name="connsiteY10" fmla="*/ 10214 h 20428"/>
                <a:gd name="connsiteX11" fmla="*/ 10224 w 20447"/>
                <a:gd name="connsiteY11"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0214"/>
                    <a:pt x="0" y="10214"/>
                    <a:pt x="0" y="10214"/>
                  </a:cubicBezTo>
                  <a:cubicBezTo>
                    <a:pt x="0" y="15960"/>
                    <a:pt x="4473" y="20429"/>
                    <a:pt x="10224" y="20429"/>
                  </a:cubicBezTo>
                  <a:close/>
                  <a:moveTo>
                    <a:pt x="10224" y="7661"/>
                  </a:moveTo>
                  <a:cubicBezTo>
                    <a:pt x="11502" y="7661"/>
                    <a:pt x="12780" y="8938"/>
                    <a:pt x="12780" y="10214"/>
                  </a:cubicBezTo>
                  <a:lnTo>
                    <a:pt x="12780" y="10214"/>
                  </a:lnTo>
                  <a:cubicBezTo>
                    <a:pt x="12780" y="11491"/>
                    <a:pt x="11502" y="12768"/>
                    <a:pt x="10224" y="12768"/>
                  </a:cubicBezTo>
                  <a:cubicBezTo>
                    <a:pt x="8946" y="12768"/>
                    <a:pt x="7668" y="11491"/>
                    <a:pt x="7668" y="10214"/>
                  </a:cubicBezTo>
                  <a:cubicBezTo>
                    <a:pt x="7029" y="8938"/>
                    <a:pt x="8307" y="7661"/>
                    <a:pt x="10224" y="7661"/>
                  </a:cubicBezTo>
                  <a:close/>
                </a:path>
              </a:pathLst>
            </a:custGeom>
            <a:grpFill/>
            <a:ln w="6390" cap="flat">
              <a:noFill/>
              <a:prstDash val="solid"/>
              <a:miter/>
            </a:ln>
          </p:spPr>
          <p:txBody>
            <a:bodyPr rtlCol="0" anchor="ctr"/>
            <a:lstStyle/>
            <a:p>
              <a:endParaRPr lang="en-US" dirty="0"/>
            </a:p>
          </p:txBody>
        </p:sp>
        <p:sp>
          <p:nvSpPr>
            <p:cNvPr id="227" name="Graphic 4">
              <a:extLst>
                <a:ext uri="{FF2B5EF4-FFF2-40B4-BE49-F238E27FC236}">
                  <a16:creationId xmlns:a16="http://schemas.microsoft.com/office/drawing/2014/main" id="{0DF3F4F8-FF78-49EC-A414-8AA1AE40F2F1}"/>
                </a:ext>
              </a:extLst>
            </p:cNvPr>
            <p:cNvSpPr/>
            <p:nvPr/>
          </p:nvSpPr>
          <p:spPr>
            <a:xfrm>
              <a:off x="1696528" y="1088631"/>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0 w 20447"/>
                <a:gd name="connsiteY4" fmla="*/ 10214 h 20428"/>
                <a:gd name="connsiteX5" fmla="*/ 10224 w 20447"/>
                <a:gd name="connsiteY5" fmla="*/ 20429 h 20428"/>
                <a:gd name="connsiteX6" fmla="*/ 10224 w 20447"/>
                <a:gd name="connsiteY6" fmla="*/ 20429 h 20428"/>
                <a:gd name="connsiteX7" fmla="*/ 10224 w 20447"/>
                <a:gd name="connsiteY7" fmla="*/ 7661 h 20428"/>
                <a:gd name="connsiteX8" fmla="*/ 12780 w 20447"/>
                <a:gd name="connsiteY8" fmla="*/ 10214 h 20428"/>
                <a:gd name="connsiteX9" fmla="*/ 10224 w 20447"/>
                <a:gd name="connsiteY9" fmla="*/ 12768 h 20428"/>
                <a:gd name="connsiteX10" fmla="*/ 7668 w 20447"/>
                <a:gd name="connsiteY10" fmla="*/ 10214 h 20428"/>
                <a:gd name="connsiteX11" fmla="*/ 10224 w 20447"/>
                <a:gd name="connsiteY11" fmla="*/ 7661 h 20428"/>
                <a:gd name="connsiteX12" fmla="*/ 10224 w 20447"/>
                <a:gd name="connsiteY12"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0214"/>
                    <a:pt x="0" y="10214"/>
                    <a:pt x="0" y="10214"/>
                  </a:cubicBezTo>
                  <a:cubicBezTo>
                    <a:pt x="639" y="15960"/>
                    <a:pt x="5112" y="20429"/>
                    <a:pt x="10224" y="20429"/>
                  </a:cubicBezTo>
                  <a:cubicBezTo>
                    <a:pt x="10224" y="20429"/>
                    <a:pt x="10224" y="20429"/>
                    <a:pt x="10224" y="20429"/>
                  </a:cubicBezTo>
                  <a:close/>
                  <a:moveTo>
                    <a:pt x="10224" y="7661"/>
                  </a:moveTo>
                  <a:cubicBezTo>
                    <a:pt x="11502" y="7661"/>
                    <a:pt x="12780" y="8938"/>
                    <a:pt x="12780" y="10214"/>
                  </a:cubicBezTo>
                  <a:cubicBezTo>
                    <a:pt x="12780" y="11491"/>
                    <a:pt x="11502" y="12768"/>
                    <a:pt x="10224" y="12768"/>
                  </a:cubicBezTo>
                  <a:cubicBezTo>
                    <a:pt x="8946" y="12768"/>
                    <a:pt x="7668" y="11491"/>
                    <a:pt x="7668" y="10214"/>
                  </a:cubicBezTo>
                  <a:cubicBezTo>
                    <a:pt x="7668" y="8938"/>
                    <a:pt x="8946" y="7661"/>
                    <a:pt x="10224" y="7661"/>
                  </a:cubicBezTo>
                  <a:lnTo>
                    <a:pt x="10224" y="7661"/>
                  </a:lnTo>
                  <a:close/>
                </a:path>
              </a:pathLst>
            </a:custGeom>
            <a:grpFill/>
            <a:ln w="6390" cap="flat">
              <a:noFill/>
              <a:prstDash val="solid"/>
              <a:miter/>
            </a:ln>
          </p:spPr>
          <p:txBody>
            <a:bodyPr rtlCol="0" anchor="ctr"/>
            <a:lstStyle/>
            <a:p>
              <a:endParaRPr lang="en-US" dirty="0"/>
            </a:p>
          </p:txBody>
        </p:sp>
        <p:sp>
          <p:nvSpPr>
            <p:cNvPr id="228" name="Graphic 4">
              <a:extLst>
                <a:ext uri="{FF2B5EF4-FFF2-40B4-BE49-F238E27FC236}">
                  <a16:creationId xmlns:a16="http://schemas.microsoft.com/office/drawing/2014/main" id="{C96A0EFD-5AB9-4AA6-BEBE-650416EE500C}"/>
                </a:ext>
              </a:extLst>
            </p:cNvPr>
            <p:cNvSpPr/>
            <p:nvPr/>
          </p:nvSpPr>
          <p:spPr>
            <a:xfrm>
              <a:off x="1685665" y="1171623"/>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0 w 20447"/>
                <a:gd name="connsiteY4" fmla="*/ 10214 h 20428"/>
                <a:gd name="connsiteX5" fmla="*/ 10224 w 20447"/>
                <a:gd name="connsiteY5" fmla="*/ 20429 h 20428"/>
                <a:gd name="connsiteX6" fmla="*/ 10224 w 20447"/>
                <a:gd name="connsiteY6" fmla="*/ 7661 h 20428"/>
                <a:gd name="connsiteX7" fmla="*/ 12780 w 20447"/>
                <a:gd name="connsiteY7" fmla="*/ 10214 h 20428"/>
                <a:gd name="connsiteX8" fmla="*/ 10224 w 20447"/>
                <a:gd name="connsiteY8" fmla="*/ 12768 h 20428"/>
                <a:gd name="connsiteX9" fmla="*/ 10224 w 20447"/>
                <a:gd name="connsiteY9" fmla="*/ 12768 h 20428"/>
                <a:gd name="connsiteX10" fmla="*/ 7668 w 20447"/>
                <a:gd name="connsiteY10" fmla="*/ 10214 h 20428"/>
                <a:gd name="connsiteX11" fmla="*/ 10224 w 20447"/>
                <a:gd name="connsiteY11"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0214"/>
                    <a:pt x="0" y="10214"/>
                    <a:pt x="0" y="10214"/>
                  </a:cubicBezTo>
                  <a:cubicBezTo>
                    <a:pt x="0" y="15960"/>
                    <a:pt x="4473" y="20429"/>
                    <a:pt x="10224" y="20429"/>
                  </a:cubicBezTo>
                  <a:close/>
                  <a:moveTo>
                    <a:pt x="10224" y="7661"/>
                  </a:moveTo>
                  <a:cubicBezTo>
                    <a:pt x="11502" y="7661"/>
                    <a:pt x="12780" y="8938"/>
                    <a:pt x="12780" y="10214"/>
                  </a:cubicBezTo>
                  <a:cubicBezTo>
                    <a:pt x="12780" y="11491"/>
                    <a:pt x="11502" y="12768"/>
                    <a:pt x="10224" y="12768"/>
                  </a:cubicBezTo>
                  <a:lnTo>
                    <a:pt x="10224" y="12768"/>
                  </a:lnTo>
                  <a:cubicBezTo>
                    <a:pt x="8946" y="12768"/>
                    <a:pt x="7668" y="11491"/>
                    <a:pt x="7668" y="10214"/>
                  </a:cubicBezTo>
                  <a:cubicBezTo>
                    <a:pt x="7668" y="8938"/>
                    <a:pt x="8307" y="7661"/>
                    <a:pt x="10224" y="7661"/>
                  </a:cubicBezTo>
                  <a:close/>
                </a:path>
              </a:pathLst>
            </a:custGeom>
            <a:grpFill/>
            <a:ln w="6390" cap="flat">
              <a:noFill/>
              <a:prstDash val="solid"/>
              <a:miter/>
            </a:ln>
          </p:spPr>
          <p:txBody>
            <a:bodyPr rtlCol="0" anchor="ctr"/>
            <a:lstStyle/>
            <a:p>
              <a:endParaRPr lang="en-US" dirty="0"/>
            </a:p>
          </p:txBody>
        </p:sp>
        <p:sp>
          <p:nvSpPr>
            <p:cNvPr id="229" name="Graphic 4">
              <a:extLst>
                <a:ext uri="{FF2B5EF4-FFF2-40B4-BE49-F238E27FC236}">
                  <a16:creationId xmlns:a16="http://schemas.microsoft.com/office/drawing/2014/main" id="{42E6E131-BFD3-4BB1-89B2-6CC8D02F6347}"/>
                </a:ext>
              </a:extLst>
            </p:cNvPr>
            <p:cNvSpPr/>
            <p:nvPr/>
          </p:nvSpPr>
          <p:spPr>
            <a:xfrm>
              <a:off x="1660744" y="1171623"/>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10224 w 20447"/>
                <a:gd name="connsiteY4" fmla="*/ 20429 h 20428"/>
                <a:gd name="connsiteX5" fmla="*/ 10224 w 20447"/>
                <a:gd name="connsiteY5" fmla="*/ 20429 h 20428"/>
                <a:gd name="connsiteX6" fmla="*/ 10224 w 20447"/>
                <a:gd name="connsiteY6" fmla="*/ 7661 h 20428"/>
                <a:gd name="connsiteX7" fmla="*/ 12780 w 20447"/>
                <a:gd name="connsiteY7" fmla="*/ 10214 h 20428"/>
                <a:gd name="connsiteX8" fmla="*/ 10224 w 20447"/>
                <a:gd name="connsiteY8" fmla="*/ 12768 h 20428"/>
                <a:gd name="connsiteX9" fmla="*/ 7668 w 20447"/>
                <a:gd name="connsiteY9" fmla="*/ 10214 h 20428"/>
                <a:gd name="connsiteX10" fmla="*/ 7668 w 20447"/>
                <a:gd name="connsiteY10" fmla="*/ 10214 h 20428"/>
                <a:gd name="connsiteX11" fmla="*/ 10224 w 20447"/>
                <a:gd name="connsiteY11"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5960"/>
                    <a:pt x="4473" y="20429"/>
                    <a:pt x="10224" y="20429"/>
                  </a:cubicBezTo>
                  <a:lnTo>
                    <a:pt x="10224" y="20429"/>
                  </a:lnTo>
                  <a:close/>
                  <a:moveTo>
                    <a:pt x="10224" y="7661"/>
                  </a:moveTo>
                  <a:cubicBezTo>
                    <a:pt x="11502" y="7661"/>
                    <a:pt x="12780" y="8938"/>
                    <a:pt x="12780" y="10214"/>
                  </a:cubicBezTo>
                  <a:cubicBezTo>
                    <a:pt x="12780" y="11491"/>
                    <a:pt x="11502" y="12768"/>
                    <a:pt x="10224" y="12768"/>
                  </a:cubicBezTo>
                  <a:cubicBezTo>
                    <a:pt x="8946" y="12768"/>
                    <a:pt x="7668" y="11491"/>
                    <a:pt x="7668" y="10214"/>
                  </a:cubicBezTo>
                  <a:lnTo>
                    <a:pt x="7668" y="10214"/>
                  </a:lnTo>
                  <a:cubicBezTo>
                    <a:pt x="7668" y="8938"/>
                    <a:pt x="8946" y="7661"/>
                    <a:pt x="10224" y="7661"/>
                  </a:cubicBezTo>
                  <a:close/>
                </a:path>
              </a:pathLst>
            </a:custGeom>
            <a:grpFill/>
            <a:ln w="6390" cap="flat">
              <a:noFill/>
              <a:prstDash val="solid"/>
              <a:miter/>
            </a:ln>
          </p:spPr>
          <p:txBody>
            <a:bodyPr rtlCol="0" anchor="ctr"/>
            <a:lstStyle/>
            <a:p>
              <a:endParaRPr lang="en-US" dirty="0"/>
            </a:p>
          </p:txBody>
        </p:sp>
        <p:sp>
          <p:nvSpPr>
            <p:cNvPr id="230" name="Graphic 4">
              <a:extLst>
                <a:ext uri="{FF2B5EF4-FFF2-40B4-BE49-F238E27FC236}">
                  <a16:creationId xmlns:a16="http://schemas.microsoft.com/office/drawing/2014/main" id="{928637DD-D4F3-4A22-AE72-9FC7593FC79F}"/>
                </a:ext>
              </a:extLst>
            </p:cNvPr>
            <p:cNvSpPr/>
            <p:nvPr/>
          </p:nvSpPr>
          <p:spPr>
            <a:xfrm>
              <a:off x="1710586" y="1171623"/>
              <a:ext cx="20447" cy="20428"/>
            </a:xfrm>
            <a:custGeom>
              <a:avLst/>
              <a:gdLst>
                <a:gd name="connsiteX0" fmla="*/ 10224 w 20447"/>
                <a:gd name="connsiteY0" fmla="*/ 20429 h 20428"/>
                <a:gd name="connsiteX1" fmla="*/ 20448 w 20447"/>
                <a:gd name="connsiteY1" fmla="*/ 10214 h 20428"/>
                <a:gd name="connsiteX2" fmla="*/ 10224 w 20447"/>
                <a:gd name="connsiteY2" fmla="*/ 0 h 20428"/>
                <a:gd name="connsiteX3" fmla="*/ 0 w 20447"/>
                <a:gd name="connsiteY3" fmla="*/ 10214 h 20428"/>
                <a:gd name="connsiteX4" fmla="*/ 0 w 20447"/>
                <a:gd name="connsiteY4" fmla="*/ 10214 h 20428"/>
                <a:gd name="connsiteX5" fmla="*/ 10224 w 20447"/>
                <a:gd name="connsiteY5" fmla="*/ 20429 h 20428"/>
                <a:gd name="connsiteX6" fmla="*/ 10224 w 20447"/>
                <a:gd name="connsiteY6" fmla="*/ 7661 h 20428"/>
                <a:gd name="connsiteX7" fmla="*/ 12780 w 20447"/>
                <a:gd name="connsiteY7" fmla="*/ 10214 h 20428"/>
                <a:gd name="connsiteX8" fmla="*/ 10224 w 20447"/>
                <a:gd name="connsiteY8" fmla="*/ 12768 h 20428"/>
                <a:gd name="connsiteX9" fmla="*/ 10224 w 20447"/>
                <a:gd name="connsiteY9" fmla="*/ 12768 h 20428"/>
                <a:gd name="connsiteX10" fmla="*/ 7668 w 20447"/>
                <a:gd name="connsiteY10" fmla="*/ 10214 h 20428"/>
                <a:gd name="connsiteX11" fmla="*/ 10224 w 20447"/>
                <a:gd name="connsiteY11" fmla="*/ 7661 h 2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47" h="20428">
                  <a:moveTo>
                    <a:pt x="10224" y="20429"/>
                  </a:moveTo>
                  <a:cubicBezTo>
                    <a:pt x="15975" y="20429"/>
                    <a:pt x="20448" y="15960"/>
                    <a:pt x="20448" y="10214"/>
                  </a:cubicBezTo>
                  <a:cubicBezTo>
                    <a:pt x="20448" y="4469"/>
                    <a:pt x="15975" y="0"/>
                    <a:pt x="10224" y="0"/>
                  </a:cubicBezTo>
                  <a:cubicBezTo>
                    <a:pt x="4473" y="0"/>
                    <a:pt x="0" y="4469"/>
                    <a:pt x="0" y="10214"/>
                  </a:cubicBezTo>
                  <a:cubicBezTo>
                    <a:pt x="0" y="10214"/>
                    <a:pt x="0" y="10214"/>
                    <a:pt x="0" y="10214"/>
                  </a:cubicBezTo>
                  <a:cubicBezTo>
                    <a:pt x="0" y="15960"/>
                    <a:pt x="4473" y="20429"/>
                    <a:pt x="10224" y="20429"/>
                  </a:cubicBezTo>
                  <a:close/>
                  <a:moveTo>
                    <a:pt x="10224" y="7661"/>
                  </a:moveTo>
                  <a:cubicBezTo>
                    <a:pt x="11502" y="7661"/>
                    <a:pt x="12780" y="8938"/>
                    <a:pt x="12780" y="10214"/>
                  </a:cubicBezTo>
                  <a:cubicBezTo>
                    <a:pt x="12780" y="11491"/>
                    <a:pt x="11502" y="12768"/>
                    <a:pt x="10224" y="12768"/>
                  </a:cubicBezTo>
                  <a:lnTo>
                    <a:pt x="10224" y="12768"/>
                  </a:lnTo>
                  <a:cubicBezTo>
                    <a:pt x="8946" y="12768"/>
                    <a:pt x="7668" y="11491"/>
                    <a:pt x="7668" y="10214"/>
                  </a:cubicBezTo>
                  <a:cubicBezTo>
                    <a:pt x="7029" y="8938"/>
                    <a:pt x="8307" y="7661"/>
                    <a:pt x="10224" y="7661"/>
                  </a:cubicBezTo>
                  <a:close/>
                </a:path>
              </a:pathLst>
            </a:custGeom>
            <a:grpFill/>
            <a:ln w="6390" cap="flat">
              <a:noFill/>
              <a:prstDash val="solid"/>
              <a:miter/>
            </a:ln>
          </p:spPr>
          <p:txBody>
            <a:bodyPr rtlCol="0" anchor="ctr"/>
            <a:lstStyle/>
            <a:p>
              <a:endParaRPr lang="en-US" dirty="0"/>
            </a:p>
          </p:txBody>
        </p:sp>
      </p:grpSp>
      <p:grpSp>
        <p:nvGrpSpPr>
          <p:cNvPr id="231" name="Graphic 4">
            <a:extLst>
              <a:ext uri="{FF2B5EF4-FFF2-40B4-BE49-F238E27FC236}">
                <a16:creationId xmlns:a16="http://schemas.microsoft.com/office/drawing/2014/main" id="{1E6F6A2E-4024-4D0F-95D5-40EB38CB7361}"/>
              </a:ext>
            </a:extLst>
          </p:cNvPr>
          <p:cNvGrpSpPr>
            <a:grpSpLocks noChangeAspect="1"/>
          </p:cNvGrpSpPr>
          <p:nvPr/>
        </p:nvGrpSpPr>
        <p:grpSpPr>
          <a:xfrm>
            <a:off x="8548051" y="5135887"/>
            <a:ext cx="511639" cy="512064"/>
            <a:chOff x="1515054" y="1885990"/>
            <a:chExt cx="362309" cy="362610"/>
          </a:xfrm>
          <a:solidFill>
            <a:schemeClr val="tx1"/>
          </a:solidFill>
        </p:grpSpPr>
        <p:sp>
          <p:nvSpPr>
            <p:cNvPr id="232" name="Graphic 4">
              <a:extLst>
                <a:ext uri="{FF2B5EF4-FFF2-40B4-BE49-F238E27FC236}">
                  <a16:creationId xmlns:a16="http://schemas.microsoft.com/office/drawing/2014/main" id="{3D439489-5AA2-435A-BD95-41A984ED6F51}"/>
                </a:ext>
              </a:extLst>
            </p:cNvPr>
            <p:cNvSpPr/>
            <p:nvPr/>
          </p:nvSpPr>
          <p:spPr>
            <a:xfrm>
              <a:off x="1515054" y="1885990"/>
              <a:ext cx="362309" cy="362610"/>
            </a:xfrm>
            <a:custGeom>
              <a:avLst/>
              <a:gdLst>
                <a:gd name="connsiteX0" fmla="*/ 180835 w 362309"/>
                <a:gd name="connsiteY0" fmla="*/ 0 h 362610"/>
                <a:gd name="connsiteX1" fmla="*/ 0 w 362309"/>
                <a:gd name="connsiteY1" fmla="*/ 181305 h 362610"/>
                <a:gd name="connsiteX2" fmla="*/ 180835 w 362309"/>
                <a:gd name="connsiteY2" fmla="*/ 362610 h 362610"/>
                <a:gd name="connsiteX3" fmla="*/ 362309 w 362309"/>
                <a:gd name="connsiteY3" fmla="*/ 181305 h 362610"/>
                <a:gd name="connsiteX4" fmla="*/ 180835 w 362309"/>
                <a:gd name="connsiteY4" fmla="*/ 0 h 362610"/>
                <a:gd name="connsiteX5" fmla="*/ 180835 w 362309"/>
                <a:gd name="connsiteY5" fmla="*/ 0 h 362610"/>
                <a:gd name="connsiteX6" fmla="*/ 180835 w 362309"/>
                <a:gd name="connsiteY6" fmla="*/ 348565 h 362610"/>
                <a:gd name="connsiteX7" fmla="*/ 12780 w 362309"/>
                <a:gd name="connsiteY7" fmla="*/ 180028 h 362610"/>
                <a:gd name="connsiteX8" fmla="*/ 181474 w 362309"/>
                <a:gd name="connsiteY8" fmla="*/ 11491 h 362610"/>
                <a:gd name="connsiteX9" fmla="*/ 349529 w 362309"/>
                <a:gd name="connsiteY9" fmla="*/ 180028 h 362610"/>
                <a:gd name="connsiteX10" fmla="*/ 349529 w 362309"/>
                <a:gd name="connsiteY10" fmla="*/ 180028 h 362610"/>
                <a:gd name="connsiteX11" fmla="*/ 180835 w 362309"/>
                <a:gd name="connsiteY11" fmla="*/ 348565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0835" y="0"/>
                  </a:moveTo>
                  <a:cubicBezTo>
                    <a:pt x="80513" y="0"/>
                    <a:pt x="0" y="81077"/>
                    <a:pt x="0" y="181305"/>
                  </a:cubicBezTo>
                  <a:cubicBezTo>
                    <a:pt x="0" y="281534"/>
                    <a:pt x="81152" y="362610"/>
                    <a:pt x="180835" y="362610"/>
                  </a:cubicBezTo>
                  <a:cubicBezTo>
                    <a:pt x="280518" y="362610"/>
                    <a:pt x="362309" y="281534"/>
                    <a:pt x="362309" y="181305"/>
                  </a:cubicBezTo>
                  <a:cubicBezTo>
                    <a:pt x="361670" y="80438"/>
                    <a:pt x="280518" y="0"/>
                    <a:pt x="180835" y="0"/>
                  </a:cubicBezTo>
                  <a:lnTo>
                    <a:pt x="180835" y="0"/>
                  </a:lnTo>
                  <a:close/>
                  <a:moveTo>
                    <a:pt x="180835" y="348565"/>
                  </a:moveTo>
                  <a:cubicBezTo>
                    <a:pt x="87542" y="348565"/>
                    <a:pt x="12780" y="273235"/>
                    <a:pt x="12780" y="180028"/>
                  </a:cubicBezTo>
                  <a:cubicBezTo>
                    <a:pt x="12780" y="86822"/>
                    <a:pt x="88181" y="11491"/>
                    <a:pt x="181474" y="11491"/>
                  </a:cubicBezTo>
                  <a:cubicBezTo>
                    <a:pt x="274767" y="11491"/>
                    <a:pt x="349529" y="86822"/>
                    <a:pt x="349529" y="180028"/>
                  </a:cubicBezTo>
                  <a:cubicBezTo>
                    <a:pt x="349529" y="180028"/>
                    <a:pt x="349529" y="180028"/>
                    <a:pt x="349529" y="180028"/>
                  </a:cubicBezTo>
                  <a:cubicBezTo>
                    <a:pt x="348891" y="273235"/>
                    <a:pt x="273489" y="348565"/>
                    <a:pt x="180835" y="348565"/>
                  </a:cubicBezTo>
                  <a:close/>
                </a:path>
              </a:pathLst>
            </a:custGeom>
            <a:grpFill/>
            <a:ln w="6390" cap="flat">
              <a:noFill/>
              <a:prstDash val="solid"/>
              <a:miter/>
            </a:ln>
          </p:spPr>
          <p:txBody>
            <a:bodyPr rtlCol="0" anchor="ctr"/>
            <a:lstStyle/>
            <a:p>
              <a:endParaRPr lang="en-US" dirty="0"/>
            </a:p>
          </p:txBody>
        </p:sp>
        <p:sp>
          <p:nvSpPr>
            <p:cNvPr id="233" name="Graphic 4">
              <a:extLst>
                <a:ext uri="{FF2B5EF4-FFF2-40B4-BE49-F238E27FC236}">
                  <a16:creationId xmlns:a16="http://schemas.microsoft.com/office/drawing/2014/main" id="{CBB1FEBB-B6F1-403E-95C6-941386E2B167}"/>
                </a:ext>
              </a:extLst>
            </p:cNvPr>
            <p:cNvSpPr/>
            <p:nvPr/>
          </p:nvSpPr>
          <p:spPr>
            <a:xfrm>
              <a:off x="1578831" y="1971376"/>
              <a:ext cx="233355" cy="190402"/>
            </a:xfrm>
            <a:custGeom>
              <a:avLst/>
              <a:gdLst>
                <a:gd name="connsiteX0" fmla="*/ 225687 w 233355"/>
                <a:gd name="connsiteY0" fmla="*/ 160 h 190402"/>
                <a:gd name="connsiteX1" fmla="*/ 4595 w 233355"/>
                <a:gd name="connsiteY1" fmla="*/ 61446 h 190402"/>
                <a:gd name="connsiteX2" fmla="*/ 122 w 233355"/>
                <a:gd name="connsiteY2" fmla="*/ 69107 h 190402"/>
                <a:gd name="connsiteX3" fmla="*/ 2678 w 233355"/>
                <a:gd name="connsiteY3" fmla="*/ 72937 h 190402"/>
                <a:gd name="connsiteX4" fmla="*/ 65300 w 233355"/>
                <a:gd name="connsiteY4" fmla="*/ 116348 h 190402"/>
                <a:gd name="connsiteX5" fmla="*/ 44213 w 233355"/>
                <a:gd name="connsiteY5" fmla="*/ 177634 h 190402"/>
                <a:gd name="connsiteX6" fmla="*/ 46769 w 233355"/>
                <a:gd name="connsiteY6" fmla="*/ 184657 h 190402"/>
                <a:gd name="connsiteX7" fmla="*/ 50603 w 233355"/>
                <a:gd name="connsiteY7" fmla="*/ 185933 h 190402"/>
                <a:gd name="connsiteX8" fmla="*/ 54437 w 233355"/>
                <a:gd name="connsiteY8" fmla="*/ 184657 h 190402"/>
                <a:gd name="connsiteX9" fmla="*/ 92777 w 233355"/>
                <a:gd name="connsiteY9" fmla="*/ 152737 h 190402"/>
                <a:gd name="connsiteX10" fmla="*/ 116419 w 233355"/>
                <a:gd name="connsiteY10" fmla="*/ 187849 h 190402"/>
                <a:gd name="connsiteX11" fmla="*/ 121531 w 233355"/>
                <a:gd name="connsiteY11" fmla="*/ 190402 h 190402"/>
                <a:gd name="connsiteX12" fmla="*/ 121531 w 233355"/>
                <a:gd name="connsiteY12" fmla="*/ 190402 h 190402"/>
                <a:gd name="connsiteX13" fmla="*/ 126643 w 233355"/>
                <a:gd name="connsiteY13" fmla="*/ 187210 h 190402"/>
                <a:gd name="connsiteX14" fmla="*/ 230799 w 233355"/>
                <a:gd name="connsiteY14" fmla="*/ 11651 h 190402"/>
                <a:gd name="connsiteX15" fmla="*/ 230799 w 233355"/>
                <a:gd name="connsiteY15" fmla="*/ 11651 h 190402"/>
                <a:gd name="connsiteX16" fmla="*/ 232716 w 233355"/>
                <a:gd name="connsiteY16" fmla="*/ 3990 h 190402"/>
                <a:gd name="connsiteX17" fmla="*/ 225687 w 233355"/>
                <a:gd name="connsiteY17" fmla="*/ 160 h 190402"/>
                <a:gd name="connsiteX18" fmla="*/ 193098 w 233355"/>
                <a:gd name="connsiteY18" fmla="*/ 22504 h 190402"/>
                <a:gd name="connsiteX19" fmla="*/ 72968 w 233355"/>
                <a:gd name="connsiteY19" fmla="*/ 105495 h 190402"/>
                <a:gd name="connsiteX20" fmla="*/ 21209 w 233355"/>
                <a:gd name="connsiteY20" fmla="*/ 69745 h 190402"/>
                <a:gd name="connsiteX21" fmla="*/ 193098 w 233355"/>
                <a:gd name="connsiteY21" fmla="*/ 22504 h 190402"/>
                <a:gd name="connsiteX22" fmla="*/ 75524 w 233355"/>
                <a:gd name="connsiteY22" fmla="*/ 125924 h 190402"/>
                <a:gd name="connsiteX23" fmla="*/ 85748 w 233355"/>
                <a:gd name="connsiteY23" fmla="*/ 141884 h 190402"/>
                <a:gd name="connsiteX24" fmla="*/ 64022 w 233355"/>
                <a:gd name="connsiteY24" fmla="*/ 160397 h 190402"/>
                <a:gd name="connsiteX25" fmla="*/ 75524 w 233355"/>
                <a:gd name="connsiteY25" fmla="*/ 125924 h 190402"/>
                <a:gd name="connsiteX26" fmla="*/ 121531 w 233355"/>
                <a:gd name="connsiteY26" fmla="*/ 171889 h 190402"/>
                <a:gd name="connsiteX27" fmla="*/ 99806 w 233355"/>
                <a:gd name="connsiteY27" fmla="*/ 139969 h 190402"/>
                <a:gd name="connsiteX28" fmla="*/ 83192 w 233355"/>
                <a:gd name="connsiteY28" fmla="*/ 114433 h 190402"/>
                <a:gd name="connsiteX29" fmla="*/ 205878 w 233355"/>
                <a:gd name="connsiteY29" fmla="*/ 29526 h 190402"/>
                <a:gd name="connsiteX30" fmla="*/ 121531 w 233355"/>
                <a:gd name="connsiteY30" fmla="*/ 171889 h 190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33355" h="190402">
                  <a:moveTo>
                    <a:pt x="225687" y="160"/>
                  </a:moveTo>
                  <a:lnTo>
                    <a:pt x="4595" y="61446"/>
                  </a:lnTo>
                  <a:cubicBezTo>
                    <a:pt x="1400" y="62084"/>
                    <a:pt x="-517" y="65915"/>
                    <a:pt x="122" y="69107"/>
                  </a:cubicBezTo>
                  <a:cubicBezTo>
                    <a:pt x="761" y="70383"/>
                    <a:pt x="1400" y="71660"/>
                    <a:pt x="2678" y="72937"/>
                  </a:cubicBezTo>
                  <a:lnTo>
                    <a:pt x="65300" y="116348"/>
                  </a:lnTo>
                  <a:lnTo>
                    <a:pt x="44213" y="177634"/>
                  </a:lnTo>
                  <a:cubicBezTo>
                    <a:pt x="43574" y="180188"/>
                    <a:pt x="44213" y="183380"/>
                    <a:pt x="46769" y="184657"/>
                  </a:cubicBezTo>
                  <a:cubicBezTo>
                    <a:pt x="48047" y="185295"/>
                    <a:pt x="49325" y="185933"/>
                    <a:pt x="50603" y="185933"/>
                  </a:cubicBezTo>
                  <a:cubicBezTo>
                    <a:pt x="51881" y="185933"/>
                    <a:pt x="53798" y="185295"/>
                    <a:pt x="54437" y="184657"/>
                  </a:cubicBezTo>
                  <a:lnTo>
                    <a:pt x="92777" y="152737"/>
                  </a:lnTo>
                  <a:lnTo>
                    <a:pt x="116419" y="187849"/>
                  </a:lnTo>
                  <a:cubicBezTo>
                    <a:pt x="117697" y="189764"/>
                    <a:pt x="119614" y="190402"/>
                    <a:pt x="121531" y="190402"/>
                  </a:cubicBezTo>
                  <a:lnTo>
                    <a:pt x="121531" y="190402"/>
                  </a:lnTo>
                  <a:cubicBezTo>
                    <a:pt x="123448" y="190402"/>
                    <a:pt x="126004" y="189125"/>
                    <a:pt x="126643" y="187210"/>
                  </a:cubicBezTo>
                  <a:lnTo>
                    <a:pt x="230799" y="11651"/>
                  </a:lnTo>
                  <a:lnTo>
                    <a:pt x="230799" y="11651"/>
                  </a:lnTo>
                  <a:cubicBezTo>
                    <a:pt x="233355" y="9736"/>
                    <a:pt x="233994" y="6544"/>
                    <a:pt x="232716" y="3990"/>
                  </a:cubicBezTo>
                  <a:cubicBezTo>
                    <a:pt x="232077" y="798"/>
                    <a:pt x="228882" y="-479"/>
                    <a:pt x="225687" y="160"/>
                  </a:cubicBezTo>
                  <a:close/>
                  <a:moveTo>
                    <a:pt x="193098" y="22504"/>
                  </a:moveTo>
                  <a:lnTo>
                    <a:pt x="72968" y="105495"/>
                  </a:lnTo>
                  <a:lnTo>
                    <a:pt x="21209" y="69745"/>
                  </a:lnTo>
                  <a:lnTo>
                    <a:pt x="193098" y="22504"/>
                  </a:lnTo>
                  <a:close/>
                  <a:moveTo>
                    <a:pt x="75524" y="125924"/>
                  </a:moveTo>
                  <a:lnTo>
                    <a:pt x="85748" y="141884"/>
                  </a:lnTo>
                  <a:lnTo>
                    <a:pt x="64022" y="160397"/>
                  </a:lnTo>
                  <a:lnTo>
                    <a:pt x="75524" y="125924"/>
                  </a:lnTo>
                  <a:close/>
                  <a:moveTo>
                    <a:pt x="121531" y="171889"/>
                  </a:moveTo>
                  <a:lnTo>
                    <a:pt x="99806" y="139969"/>
                  </a:lnTo>
                  <a:lnTo>
                    <a:pt x="83192" y="114433"/>
                  </a:lnTo>
                  <a:lnTo>
                    <a:pt x="205878" y="29526"/>
                  </a:lnTo>
                  <a:lnTo>
                    <a:pt x="121531" y="171889"/>
                  </a:lnTo>
                  <a:close/>
                </a:path>
              </a:pathLst>
            </a:custGeom>
            <a:grpFill/>
            <a:ln w="6390" cap="flat">
              <a:noFill/>
              <a:prstDash val="solid"/>
              <a:miter/>
            </a:ln>
          </p:spPr>
          <p:txBody>
            <a:bodyPr rtlCol="0" anchor="ctr"/>
            <a:lstStyle/>
            <a:p>
              <a:endParaRPr lang="en-US" dirty="0"/>
            </a:p>
          </p:txBody>
        </p:sp>
      </p:grpSp>
      <p:sp>
        <p:nvSpPr>
          <p:cNvPr id="76" name="Rectangle 75">
            <a:extLst>
              <a:ext uri="{FF2B5EF4-FFF2-40B4-BE49-F238E27FC236}">
                <a16:creationId xmlns:a16="http://schemas.microsoft.com/office/drawing/2014/main" id="{9654A25B-2A00-4FC1-96A3-03B88F688FF3}"/>
              </a:ext>
            </a:extLst>
          </p:cNvPr>
          <p:cNvSpPr/>
          <p:nvPr/>
        </p:nvSpPr>
        <p:spPr bwMode="gray">
          <a:xfrm>
            <a:off x="454052" y="6156432"/>
            <a:ext cx="11507856" cy="467212"/>
          </a:xfrm>
          <a:prstGeom prst="rect">
            <a:avLst/>
          </a:prstGeom>
          <a:solidFill>
            <a:schemeClr val="accent3">
              <a:lumMod val="20000"/>
              <a:lumOff val="80000"/>
            </a:schemeClr>
          </a:solidFill>
          <a:ln w="12700" algn="ctr">
            <a:solidFill>
              <a:schemeClr val="accent4">
                <a:lumMod val="75000"/>
              </a:schemeClr>
            </a:solidFill>
            <a:prstDash val="dash"/>
            <a:miter lim="800000"/>
            <a:headEnd/>
            <a:tailEnd/>
          </a:ln>
        </p:spPr>
        <p:txBody>
          <a:bodyPr wrap="square" lIns="182880" tIns="182880" rIns="182880" bIns="182880" rtlCol="0" anchor="ctr"/>
          <a:lstStyle/>
          <a:p>
            <a:pPr>
              <a:lnSpc>
                <a:spcPct val="106000"/>
              </a:lnSpc>
              <a:buFont typeface="Wingdings 2" pitchFamily="18" charset="2"/>
              <a:buNone/>
            </a:pPr>
            <a:r>
              <a:rPr lang="en-US" sz="1200" b="1" dirty="0">
                <a:solidFill>
                  <a:schemeClr val="accent4">
                    <a:lumMod val="75000"/>
                  </a:schemeClr>
                </a:solidFill>
              </a:rPr>
              <a:t>Deloitte was engaged with RECPDCL to provide bid process management for smart metering implementation</a:t>
            </a:r>
          </a:p>
          <a:p>
            <a:pPr>
              <a:lnSpc>
                <a:spcPct val="106000"/>
              </a:lnSpc>
              <a:buFont typeface="Wingdings 2" pitchFamily="18" charset="2"/>
              <a:buNone/>
            </a:pPr>
            <a:r>
              <a:rPr lang="en-US" sz="1200" b="1" dirty="0">
                <a:solidFill>
                  <a:schemeClr val="accent4">
                    <a:lumMod val="75000"/>
                  </a:schemeClr>
                </a:solidFill>
              </a:rPr>
              <a:t>Deloitte prepared RFP document for ~1.1 million consumers and AMI project execution for &gt;1 Lakh nodes in J&amp;K</a:t>
            </a:r>
            <a:endParaRPr lang="en-US" sz="1400" b="1" dirty="0">
              <a:solidFill>
                <a:schemeClr val="accent4">
                  <a:lumMod val="75000"/>
                </a:schemeClr>
              </a:solidFill>
            </a:endParaRPr>
          </a:p>
        </p:txBody>
      </p:sp>
    </p:spTree>
    <p:extLst>
      <p:ext uri="{BB962C8B-B14F-4D97-AF65-F5344CB8AC3E}">
        <p14:creationId xmlns:p14="http://schemas.microsoft.com/office/powerpoint/2010/main" val="2843776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a:extLst>
              <a:ext uri="{FF2B5EF4-FFF2-40B4-BE49-F238E27FC236}">
                <a16:creationId xmlns:a16="http://schemas.microsoft.com/office/drawing/2014/main" id="{60F44C62-3A61-4A0C-B336-448F273761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7" name="Object 76" hidden="1">
                        <a:extLst>
                          <a:ext uri="{FF2B5EF4-FFF2-40B4-BE49-F238E27FC236}">
                            <a16:creationId xmlns:a16="http://schemas.microsoft.com/office/drawing/2014/main" id="{60F44C62-3A61-4A0C-B336-448F273761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7" name="Title 2">
            <a:extLst>
              <a:ext uri="{FF2B5EF4-FFF2-40B4-BE49-F238E27FC236}">
                <a16:creationId xmlns:a16="http://schemas.microsoft.com/office/drawing/2014/main" id="{25B1B997-3C04-46FA-B5D2-1CBB50C0472E}"/>
              </a:ext>
            </a:extLst>
          </p:cNvPr>
          <p:cNvSpPr>
            <a:spLocks noGrp="1"/>
          </p:cNvSpPr>
          <p:nvPr>
            <p:ph type="title"/>
          </p:nvPr>
        </p:nvSpPr>
        <p:spPr>
          <a:xfrm>
            <a:off x="469902" y="402587"/>
            <a:ext cx="11252200" cy="334102"/>
          </a:xfrm>
        </p:spPr>
        <p:txBody>
          <a:bodyPr vert="horz"/>
          <a:lstStyle/>
          <a:p>
            <a:r>
              <a:rPr lang="en-US" b="1" dirty="0"/>
              <a:t>Task 2: Project Management </a:t>
            </a:r>
            <a:endParaRPr lang="en-GB" b="1" dirty="0"/>
          </a:p>
        </p:txBody>
      </p:sp>
      <p:grpSp>
        <p:nvGrpSpPr>
          <p:cNvPr id="78" name="Group 77">
            <a:extLst>
              <a:ext uri="{FF2B5EF4-FFF2-40B4-BE49-F238E27FC236}">
                <a16:creationId xmlns:a16="http://schemas.microsoft.com/office/drawing/2014/main" id="{2866D401-B111-4105-9E33-FF28913DE062}"/>
              </a:ext>
            </a:extLst>
          </p:cNvPr>
          <p:cNvGrpSpPr/>
          <p:nvPr/>
        </p:nvGrpSpPr>
        <p:grpSpPr>
          <a:xfrm>
            <a:off x="481136" y="1010739"/>
            <a:ext cx="2349462" cy="5011267"/>
            <a:chOff x="432000" y="1384315"/>
            <a:chExt cx="2503574" cy="5019659"/>
          </a:xfrm>
        </p:grpSpPr>
        <p:grpSp>
          <p:nvGrpSpPr>
            <p:cNvPr id="79" name="Group 78">
              <a:extLst>
                <a:ext uri="{FF2B5EF4-FFF2-40B4-BE49-F238E27FC236}">
                  <a16:creationId xmlns:a16="http://schemas.microsoft.com/office/drawing/2014/main" id="{E821512B-DD5F-43A0-B837-EA7249A0A975}"/>
                </a:ext>
              </a:extLst>
            </p:cNvPr>
            <p:cNvGrpSpPr/>
            <p:nvPr/>
          </p:nvGrpSpPr>
          <p:grpSpPr>
            <a:xfrm>
              <a:off x="1273240" y="1906666"/>
              <a:ext cx="821094" cy="1537041"/>
              <a:chOff x="757805" y="1635343"/>
              <a:chExt cx="1185062" cy="2012973"/>
            </a:xfrm>
          </p:grpSpPr>
          <p:sp>
            <p:nvSpPr>
              <p:cNvPr id="90" name="Freeform 36">
                <a:extLst>
                  <a:ext uri="{FF2B5EF4-FFF2-40B4-BE49-F238E27FC236}">
                    <a16:creationId xmlns:a16="http://schemas.microsoft.com/office/drawing/2014/main" id="{E3659B97-D682-48A1-833B-6A929E6060CA}"/>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chemeClr val="accent1"/>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91" name="Round Same Side Corner Rectangle 37">
                <a:extLst>
                  <a:ext uri="{FF2B5EF4-FFF2-40B4-BE49-F238E27FC236}">
                    <a16:creationId xmlns:a16="http://schemas.microsoft.com/office/drawing/2014/main" id="{472FDEDE-ED6D-4B8A-8160-B57811ED4976}"/>
                  </a:ext>
                </a:extLst>
              </p:cNvPr>
              <p:cNvSpPr/>
              <p:nvPr/>
            </p:nvSpPr>
            <p:spPr bwMode="gray">
              <a:xfrm>
                <a:off x="1289779" y="3495046"/>
                <a:ext cx="116350" cy="108039"/>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92" name="Round Same Side Corner Rectangle 38">
                <a:extLst>
                  <a:ext uri="{FF2B5EF4-FFF2-40B4-BE49-F238E27FC236}">
                    <a16:creationId xmlns:a16="http://schemas.microsoft.com/office/drawing/2014/main" id="{B903C171-FA8A-4BD2-A24B-B0B0F73759E0}"/>
                  </a:ext>
                </a:extLst>
              </p:cNvPr>
              <p:cNvSpPr/>
              <p:nvPr/>
            </p:nvSpPr>
            <p:spPr bwMode="gray">
              <a:xfrm flipV="1">
                <a:off x="1312850"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93" name="Round Same Side Corner Rectangle 39">
                <a:extLst>
                  <a:ext uri="{FF2B5EF4-FFF2-40B4-BE49-F238E27FC236}">
                    <a16:creationId xmlns:a16="http://schemas.microsoft.com/office/drawing/2014/main" id="{CB40E22C-E08E-4724-8735-65703803A981}"/>
                  </a:ext>
                </a:extLst>
              </p:cNvPr>
              <p:cNvSpPr/>
              <p:nvPr/>
            </p:nvSpPr>
            <p:spPr bwMode="gray">
              <a:xfrm flipV="1">
                <a:off x="1362714" y="3603085"/>
                <a:ext cx="21108" cy="45231"/>
              </a:xfrm>
              <a:prstGeom prst="round2SameRect">
                <a:avLst>
                  <a:gd name="adj1" fmla="val 50000"/>
                  <a:gd name="adj2" fmla="val 0"/>
                </a:avLst>
              </a:prstGeom>
              <a:solidFill>
                <a:schemeClr val="accent3"/>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94" name="Oval 93">
                <a:extLst>
                  <a:ext uri="{FF2B5EF4-FFF2-40B4-BE49-F238E27FC236}">
                    <a16:creationId xmlns:a16="http://schemas.microsoft.com/office/drawing/2014/main" id="{0F1A3F8D-7B32-424D-B51D-B2D667EABF85}"/>
                  </a:ext>
                </a:extLst>
              </p:cNvPr>
              <p:cNvSpPr/>
              <p:nvPr/>
            </p:nvSpPr>
            <p:spPr bwMode="gray">
              <a:xfrm>
                <a:off x="1329954" y="3531065"/>
                <a:ext cx="36000" cy="36000"/>
              </a:xfrm>
              <a:prstGeom prst="ellipse">
                <a:avLst/>
              </a:prstGeom>
              <a:solidFill>
                <a:schemeClr val="bg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grpSp>
        <p:grpSp>
          <p:nvGrpSpPr>
            <p:cNvPr id="80" name="Group 574">
              <a:extLst>
                <a:ext uri="{FF2B5EF4-FFF2-40B4-BE49-F238E27FC236}">
                  <a16:creationId xmlns:a16="http://schemas.microsoft.com/office/drawing/2014/main" id="{2506D990-3B15-4CF9-B4B1-213FF1C0FC07}"/>
                </a:ext>
              </a:extLst>
            </p:cNvPr>
            <p:cNvGrpSpPr>
              <a:grpSpLocks noChangeAspect="1"/>
            </p:cNvGrpSpPr>
            <p:nvPr/>
          </p:nvGrpSpPr>
          <p:grpSpPr bwMode="auto">
            <a:xfrm>
              <a:off x="1388527" y="2053642"/>
              <a:ext cx="590517" cy="670458"/>
              <a:chOff x="1921" y="1949"/>
              <a:chExt cx="340" cy="341"/>
            </a:xfrm>
            <a:solidFill>
              <a:schemeClr val="accent5"/>
            </a:solidFill>
          </p:grpSpPr>
          <p:sp>
            <p:nvSpPr>
              <p:cNvPr id="88" name="Freeform 575">
                <a:extLst>
                  <a:ext uri="{FF2B5EF4-FFF2-40B4-BE49-F238E27FC236}">
                    <a16:creationId xmlns:a16="http://schemas.microsoft.com/office/drawing/2014/main" id="{ABF323D5-0D5B-401B-8782-7E5463627D71}"/>
                  </a:ext>
                </a:extLst>
              </p:cNvPr>
              <p:cNvSpPr>
                <a:spLocks noEditPoints="1"/>
              </p:cNvSpPr>
              <p:nvPr/>
            </p:nvSpPr>
            <p:spPr bwMode="auto">
              <a:xfrm>
                <a:off x="1921" y="1949"/>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sp>
            <p:nvSpPr>
              <p:cNvPr id="89" name="Freeform 576">
                <a:extLst>
                  <a:ext uri="{FF2B5EF4-FFF2-40B4-BE49-F238E27FC236}">
                    <a16:creationId xmlns:a16="http://schemas.microsoft.com/office/drawing/2014/main" id="{AA4ED9A4-7E3A-472D-B8BD-B91215AA1803}"/>
                  </a:ext>
                </a:extLst>
              </p:cNvPr>
              <p:cNvSpPr>
                <a:spLocks noEditPoints="1"/>
              </p:cNvSpPr>
              <p:nvPr/>
            </p:nvSpPr>
            <p:spPr bwMode="auto">
              <a:xfrm>
                <a:off x="1985" y="2041"/>
                <a:ext cx="212" cy="156"/>
              </a:xfrm>
              <a:custGeom>
                <a:avLst/>
                <a:gdLst>
                  <a:gd name="T0" fmla="*/ 309 w 320"/>
                  <a:gd name="T1" fmla="*/ 43 h 235"/>
                  <a:gd name="T2" fmla="*/ 234 w 320"/>
                  <a:gd name="T3" fmla="*/ 43 h 235"/>
                  <a:gd name="T4" fmla="*/ 192 w 320"/>
                  <a:gd name="T5" fmla="*/ 0 h 235"/>
                  <a:gd name="T6" fmla="*/ 128 w 320"/>
                  <a:gd name="T7" fmla="*/ 0 h 235"/>
                  <a:gd name="T8" fmla="*/ 85 w 320"/>
                  <a:gd name="T9" fmla="*/ 43 h 235"/>
                  <a:gd name="T10" fmla="*/ 10 w 320"/>
                  <a:gd name="T11" fmla="*/ 43 h 235"/>
                  <a:gd name="T12" fmla="*/ 0 w 320"/>
                  <a:gd name="T13" fmla="*/ 54 h 235"/>
                  <a:gd name="T14" fmla="*/ 0 w 320"/>
                  <a:gd name="T15" fmla="*/ 118 h 235"/>
                  <a:gd name="T16" fmla="*/ 10 w 320"/>
                  <a:gd name="T17" fmla="*/ 128 h 235"/>
                  <a:gd name="T18" fmla="*/ 21 w 320"/>
                  <a:gd name="T19" fmla="*/ 128 h 235"/>
                  <a:gd name="T20" fmla="*/ 21 w 320"/>
                  <a:gd name="T21" fmla="*/ 224 h 235"/>
                  <a:gd name="T22" fmla="*/ 32 w 320"/>
                  <a:gd name="T23" fmla="*/ 235 h 235"/>
                  <a:gd name="T24" fmla="*/ 288 w 320"/>
                  <a:gd name="T25" fmla="*/ 235 h 235"/>
                  <a:gd name="T26" fmla="*/ 298 w 320"/>
                  <a:gd name="T27" fmla="*/ 224 h 235"/>
                  <a:gd name="T28" fmla="*/ 298 w 320"/>
                  <a:gd name="T29" fmla="*/ 128 h 235"/>
                  <a:gd name="T30" fmla="*/ 309 w 320"/>
                  <a:gd name="T31" fmla="*/ 128 h 235"/>
                  <a:gd name="T32" fmla="*/ 320 w 320"/>
                  <a:gd name="T33" fmla="*/ 118 h 235"/>
                  <a:gd name="T34" fmla="*/ 320 w 320"/>
                  <a:gd name="T35" fmla="*/ 54 h 235"/>
                  <a:gd name="T36" fmla="*/ 309 w 320"/>
                  <a:gd name="T37" fmla="*/ 43 h 235"/>
                  <a:gd name="T38" fmla="*/ 128 w 320"/>
                  <a:gd name="T39" fmla="*/ 22 h 235"/>
                  <a:gd name="T40" fmla="*/ 192 w 320"/>
                  <a:gd name="T41" fmla="*/ 22 h 235"/>
                  <a:gd name="T42" fmla="*/ 213 w 320"/>
                  <a:gd name="T43" fmla="*/ 43 h 235"/>
                  <a:gd name="T44" fmla="*/ 106 w 320"/>
                  <a:gd name="T45" fmla="*/ 43 h 235"/>
                  <a:gd name="T46" fmla="*/ 128 w 320"/>
                  <a:gd name="T47" fmla="*/ 22 h 235"/>
                  <a:gd name="T48" fmla="*/ 277 w 320"/>
                  <a:gd name="T49" fmla="*/ 214 h 235"/>
                  <a:gd name="T50" fmla="*/ 42 w 320"/>
                  <a:gd name="T51" fmla="*/ 214 h 235"/>
                  <a:gd name="T52" fmla="*/ 42 w 320"/>
                  <a:gd name="T53" fmla="*/ 128 h 235"/>
                  <a:gd name="T54" fmla="*/ 128 w 320"/>
                  <a:gd name="T55" fmla="*/ 128 h 235"/>
                  <a:gd name="T56" fmla="*/ 128 w 320"/>
                  <a:gd name="T57" fmla="*/ 139 h 235"/>
                  <a:gd name="T58" fmla="*/ 138 w 320"/>
                  <a:gd name="T59" fmla="*/ 150 h 235"/>
                  <a:gd name="T60" fmla="*/ 181 w 320"/>
                  <a:gd name="T61" fmla="*/ 150 h 235"/>
                  <a:gd name="T62" fmla="*/ 192 w 320"/>
                  <a:gd name="T63" fmla="*/ 139 h 235"/>
                  <a:gd name="T64" fmla="*/ 192 w 320"/>
                  <a:gd name="T65" fmla="*/ 128 h 235"/>
                  <a:gd name="T66" fmla="*/ 277 w 320"/>
                  <a:gd name="T67" fmla="*/ 128 h 235"/>
                  <a:gd name="T68" fmla="*/ 277 w 320"/>
                  <a:gd name="T69" fmla="*/ 214 h 235"/>
                  <a:gd name="T70" fmla="*/ 170 w 320"/>
                  <a:gd name="T71" fmla="*/ 128 h 235"/>
                  <a:gd name="T72" fmla="*/ 149 w 320"/>
                  <a:gd name="T73" fmla="*/ 128 h 235"/>
                  <a:gd name="T74" fmla="*/ 149 w 320"/>
                  <a:gd name="T75" fmla="*/ 107 h 235"/>
                  <a:gd name="T76" fmla="*/ 170 w 320"/>
                  <a:gd name="T77" fmla="*/ 107 h 235"/>
                  <a:gd name="T78" fmla="*/ 170 w 320"/>
                  <a:gd name="T79" fmla="*/ 128 h 235"/>
                  <a:gd name="T80" fmla="*/ 298 w 320"/>
                  <a:gd name="T81" fmla="*/ 107 h 235"/>
                  <a:gd name="T82" fmla="*/ 192 w 320"/>
                  <a:gd name="T83" fmla="*/ 107 h 235"/>
                  <a:gd name="T84" fmla="*/ 192 w 320"/>
                  <a:gd name="T85" fmla="*/ 96 h 235"/>
                  <a:gd name="T86" fmla="*/ 181 w 320"/>
                  <a:gd name="T87" fmla="*/ 86 h 235"/>
                  <a:gd name="T88" fmla="*/ 138 w 320"/>
                  <a:gd name="T89" fmla="*/ 86 h 235"/>
                  <a:gd name="T90" fmla="*/ 128 w 320"/>
                  <a:gd name="T91" fmla="*/ 96 h 235"/>
                  <a:gd name="T92" fmla="*/ 128 w 320"/>
                  <a:gd name="T93" fmla="*/ 107 h 235"/>
                  <a:gd name="T94" fmla="*/ 21 w 320"/>
                  <a:gd name="T95" fmla="*/ 107 h 235"/>
                  <a:gd name="T96" fmla="*/ 21 w 320"/>
                  <a:gd name="T97" fmla="*/ 64 h 235"/>
                  <a:gd name="T98" fmla="*/ 298 w 320"/>
                  <a:gd name="T99" fmla="*/ 64 h 235"/>
                  <a:gd name="T100" fmla="*/ 298 w 320"/>
                  <a:gd name="T101" fmla="*/ 1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0" h="235">
                    <a:moveTo>
                      <a:pt x="309" y="43"/>
                    </a:moveTo>
                    <a:cubicBezTo>
                      <a:pt x="234" y="43"/>
                      <a:pt x="234" y="43"/>
                      <a:pt x="234" y="43"/>
                    </a:cubicBezTo>
                    <a:cubicBezTo>
                      <a:pt x="234" y="19"/>
                      <a:pt x="215" y="0"/>
                      <a:pt x="192" y="0"/>
                    </a:cubicBezTo>
                    <a:cubicBezTo>
                      <a:pt x="128" y="0"/>
                      <a:pt x="128" y="0"/>
                      <a:pt x="128" y="0"/>
                    </a:cubicBezTo>
                    <a:cubicBezTo>
                      <a:pt x="104" y="0"/>
                      <a:pt x="85" y="19"/>
                      <a:pt x="85" y="43"/>
                    </a:cubicBezTo>
                    <a:cubicBezTo>
                      <a:pt x="10" y="43"/>
                      <a:pt x="10" y="43"/>
                      <a:pt x="10" y="43"/>
                    </a:cubicBezTo>
                    <a:cubicBezTo>
                      <a:pt x="4" y="43"/>
                      <a:pt x="0" y="48"/>
                      <a:pt x="0" y="54"/>
                    </a:cubicBezTo>
                    <a:cubicBezTo>
                      <a:pt x="0" y="118"/>
                      <a:pt x="0" y="118"/>
                      <a:pt x="0" y="118"/>
                    </a:cubicBezTo>
                    <a:cubicBezTo>
                      <a:pt x="0" y="124"/>
                      <a:pt x="4" y="128"/>
                      <a:pt x="10" y="128"/>
                    </a:cubicBezTo>
                    <a:cubicBezTo>
                      <a:pt x="21" y="128"/>
                      <a:pt x="21" y="128"/>
                      <a:pt x="21" y="128"/>
                    </a:cubicBezTo>
                    <a:cubicBezTo>
                      <a:pt x="21" y="224"/>
                      <a:pt x="21" y="224"/>
                      <a:pt x="21" y="224"/>
                    </a:cubicBezTo>
                    <a:cubicBezTo>
                      <a:pt x="21" y="230"/>
                      <a:pt x="26" y="235"/>
                      <a:pt x="32" y="235"/>
                    </a:cubicBezTo>
                    <a:cubicBezTo>
                      <a:pt x="288" y="235"/>
                      <a:pt x="288" y="235"/>
                      <a:pt x="288" y="235"/>
                    </a:cubicBezTo>
                    <a:cubicBezTo>
                      <a:pt x="294" y="235"/>
                      <a:pt x="298" y="230"/>
                      <a:pt x="298" y="224"/>
                    </a:cubicBezTo>
                    <a:cubicBezTo>
                      <a:pt x="298" y="128"/>
                      <a:pt x="298" y="128"/>
                      <a:pt x="298"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128" y="22"/>
                    </a:moveTo>
                    <a:cubicBezTo>
                      <a:pt x="192" y="22"/>
                      <a:pt x="192" y="22"/>
                      <a:pt x="192" y="22"/>
                    </a:cubicBezTo>
                    <a:cubicBezTo>
                      <a:pt x="203" y="22"/>
                      <a:pt x="213" y="31"/>
                      <a:pt x="213" y="43"/>
                    </a:cubicBezTo>
                    <a:cubicBezTo>
                      <a:pt x="106" y="43"/>
                      <a:pt x="106" y="43"/>
                      <a:pt x="106" y="43"/>
                    </a:cubicBezTo>
                    <a:cubicBezTo>
                      <a:pt x="106" y="31"/>
                      <a:pt x="116" y="22"/>
                      <a:pt x="128" y="22"/>
                    </a:cubicBezTo>
                    <a:close/>
                    <a:moveTo>
                      <a:pt x="277" y="214"/>
                    </a:moveTo>
                    <a:cubicBezTo>
                      <a:pt x="42" y="214"/>
                      <a:pt x="42" y="214"/>
                      <a:pt x="42" y="214"/>
                    </a:cubicBezTo>
                    <a:cubicBezTo>
                      <a:pt x="42" y="128"/>
                      <a:pt x="42" y="128"/>
                      <a:pt x="42" y="128"/>
                    </a:cubicBezTo>
                    <a:cubicBezTo>
                      <a:pt x="128" y="128"/>
                      <a:pt x="128" y="128"/>
                      <a:pt x="128" y="128"/>
                    </a:cubicBezTo>
                    <a:cubicBezTo>
                      <a:pt x="128" y="139"/>
                      <a:pt x="128" y="139"/>
                      <a:pt x="128" y="139"/>
                    </a:cubicBezTo>
                    <a:cubicBezTo>
                      <a:pt x="128" y="145"/>
                      <a:pt x="132" y="150"/>
                      <a:pt x="138" y="150"/>
                    </a:cubicBezTo>
                    <a:cubicBezTo>
                      <a:pt x="181" y="150"/>
                      <a:pt x="181" y="150"/>
                      <a:pt x="181" y="150"/>
                    </a:cubicBezTo>
                    <a:cubicBezTo>
                      <a:pt x="187" y="150"/>
                      <a:pt x="192" y="145"/>
                      <a:pt x="192" y="139"/>
                    </a:cubicBezTo>
                    <a:cubicBezTo>
                      <a:pt x="192" y="128"/>
                      <a:pt x="192" y="128"/>
                      <a:pt x="192" y="128"/>
                    </a:cubicBezTo>
                    <a:cubicBezTo>
                      <a:pt x="277" y="128"/>
                      <a:pt x="277" y="128"/>
                      <a:pt x="277" y="128"/>
                    </a:cubicBezTo>
                    <a:lnTo>
                      <a:pt x="277" y="214"/>
                    </a:lnTo>
                    <a:close/>
                    <a:moveTo>
                      <a:pt x="170" y="128"/>
                    </a:moveTo>
                    <a:cubicBezTo>
                      <a:pt x="149" y="128"/>
                      <a:pt x="149" y="128"/>
                      <a:pt x="149" y="128"/>
                    </a:cubicBezTo>
                    <a:cubicBezTo>
                      <a:pt x="149" y="107"/>
                      <a:pt x="149" y="107"/>
                      <a:pt x="149" y="107"/>
                    </a:cubicBezTo>
                    <a:cubicBezTo>
                      <a:pt x="170" y="107"/>
                      <a:pt x="170" y="107"/>
                      <a:pt x="170" y="107"/>
                    </a:cubicBezTo>
                    <a:lnTo>
                      <a:pt x="170" y="128"/>
                    </a:lnTo>
                    <a:close/>
                    <a:moveTo>
                      <a:pt x="298" y="107"/>
                    </a:moveTo>
                    <a:cubicBezTo>
                      <a:pt x="192" y="107"/>
                      <a:pt x="192" y="107"/>
                      <a:pt x="192" y="107"/>
                    </a:cubicBezTo>
                    <a:cubicBezTo>
                      <a:pt x="192" y="96"/>
                      <a:pt x="192" y="96"/>
                      <a:pt x="192" y="96"/>
                    </a:cubicBezTo>
                    <a:cubicBezTo>
                      <a:pt x="192" y="90"/>
                      <a:pt x="187" y="86"/>
                      <a:pt x="181" y="86"/>
                    </a:cubicBezTo>
                    <a:cubicBezTo>
                      <a:pt x="138" y="86"/>
                      <a:pt x="138" y="86"/>
                      <a:pt x="138" y="86"/>
                    </a:cubicBezTo>
                    <a:cubicBezTo>
                      <a:pt x="132" y="86"/>
                      <a:pt x="128" y="90"/>
                      <a:pt x="128" y="96"/>
                    </a:cubicBezTo>
                    <a:cubicBezTo>
                      <a:pt x="128" y="107"/>
                      <a:pt x="128" y="107"/>
                      <a:pt x="128" y="107"/>
                    </a:cubicBezTo>
                    <a:cubicBezTo>
                      <a:pt x="21" y="107"/>
                      <a:pt x="21" y="107"/>
                      <a:pt x="21" y="107"/>
                    </a:cubicBezTo>
                    <a:cubicBezTo>
                      <a:pt x="21" y="64"/>
                      <a:pt x="21" y="64"/>
                      <a:pt x="21" y="64"/>
                    </a:cubicBezTo>
                    <a:cubicBezTo>
                      <a:pt x="298" y="64"/>
                      <a:pt x="298" y="64"/>
                      <a:pt x="298" y="64"/>
                    </a:cubicBezTo>
                    <a:lnTo>
                      <a:pt x="298" y="107"/>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style>
              <a:lnRef idx="2">
                <a:schemeClr val="accent5"/>
              </a:lnRef>
              <a:fillRef idx="1">
                <a:schemeClr val="lt1"/>
              </a:fillRef>
              <a:effectRef idx="0">
                <a:schemeClr val="accent5"/>
              </a:effectRef>
              <a:fontRef idx="minor">
                <a:schemeClr val="dk1"/>
              </a:fontRef>
            </p:style>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black"/>
                  </a:solidFill>
                  <a:effectLst/>
                  <a:uLnTx/>
                  <a:uFillTx/>
                  <a:latin typeface="+mj-lt"/>
                  <a:ea typeface="+mn-ea"/>
                  <a:cs typeface="+mn-cs"/>
                </a:endParaRPr>
              </a:p>
            </p:txBody>
          </p:sp>
        </p:grpSp>
        <p:grpSp>
          <p:nvGrpSpPr>
            <p:cNvPr id="81" name="Group 80">
              <a:extLst>
                <a:ext uri="{FF2B5EF4-FFF2-40B4-BE49-F238E27FC236}">
                  <a16:creationId xmlns:a16="http://schemas.microsoft.com/office/drawing/2014/main" id="{52B68A7B-4C22-4764-AE23-EF75CFD1EF5F}"/>
                </a:ext>
              </a:extLst>
            </p:cNvPr>
            <p:cNvGrpSpPr/>
            <p:nvPr/>
          </p:nvGrpSpPr>
          <p:grpSpPr>
            <a:xfrm>
              <a:off x="432000" y="1384315"/>
              <a:ext cx="2503573" cy="522371"/>
              <a:chOff x="413228" y="1371600"/>
              <a:chExt cx="1947702" cy="476173"/>
            </a:xfrm>
          </p:grpSpPr>
          <p:sp>
            <p:nvSpPr>
              <p:cNvPr id="85" name="Right Triangle 49">
                <a:extLst>
                  <a:ext uri="{FF2B5EF4-FFF2-40B4-BE49-F238E27FC236}">
                    <a16:creationId xmlns:a16="http://schemas.microsoft.com/office/drawing/2014/main" id="{E7B535AF-CF50-4569-9516-284DA00C2A6B}"/>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86" name="Right Triangle 49">
                <a:extLst>
                  <a:ext uri="{FF2B5EF4-FFF2-40B4-BE49-F238E27FC236}">
                    <a16:creationId xmlns:a16="http://schemas.microsoft.com/office/drawing/2014/main" id="{5674BA2F-1A4B-4BAE-A239-27BE17F84938}"/>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chemeClr val="accent5">
                  <a:lumMod val="50000"/>
                </a:scheme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sp>
            <p:nvSpPr>
              <p:cNvPr id="87" name="Round Same Side Corner Rectangle 43">
                <a:extLst>
                  <a:ext uri="{FF2B5EF4-FFF2-40B4-BE49-F238E27FC236}">
                    <a16:creationId xmlns:a16="http://schemas.microsoft.com/office/drawing/2014/main" id="{57F35B4E-6DF1-43A4-87E1-7B3DD5E0DCD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chemeClr val="accent1"/>
              </a:solidFill>
              <a:ln w="19050" algn="ctr">
                <a:noFill/>
                <a:miter lim="800000"/>
                <a:headEnd/>
                <a:tailEnd/>
              </a:ln>
            </p:spPr>
            <p:txBody>
              <a:bodyPr wrap="square" lIns="66675" tIns="66675" rIns="66675" bIns="81000" rtlCol="0" anchor="ctr"/>
              <a:lstStyle/>
              <a:p>
                <a:pPr lvl="0" algn="ctr"/>
                <a:r>
                  <a:rPr lang="en-US" sz="1200" b="1" dirty="0">
                    <a:solidFill>
                      <a:prstClr val="white"/>
                    </a:solidFill>
                    <a:latin typeface="+mj-lt"/>
                    <a:cs typeface="Calibri" panose="020F0502020204030204" pitchFamily="34" charset="0"/>
                  </a:rPr>
                  <a:t>Task-2</a:t>
                </a:r>
              </a:p>
            </p:txBody>
          </p:sp>
        </p:grpSp>
        <p:grpSp>
          <p:nvGrpSpPr>
            <p:cNvPr id="82" name="Group 81">
              <a:extLst>
                <a:ext uri="{FF2B5EF4-FFF2-40B4-BE49-F238E27FC236}">
                  <a16:creationId xmlns:a16="http://schemas.microsoft.com/office/drawing/2014/main" id="{39098A2C-B391-4219-8096-89DD63D9007A}"/>
                </a:ext>
              </a:extLst>
            </p:cNvPr>
            <p:cNvGrpSpPr/>
            <p:nvPr/>
          </p:nvGrpSpPr>
          <p:grpSpPr>
            <a:xfrm>
              <a:off x="432000" y="3479526"/>
              <a:ext cx="2503574" cy="2924448"/>
              <a:chOff x="582909" y="4047068"/>
              <a:chExt cx="2642778" cy="3211966"/>
            </a:xfrm>
          </p:grpSpPr>
          <p:sp>
            <p:nvSpPr>
              <p:cNvPr id="83" name="Rectangle 82">
                <a:extLst>
                  <a:ext uri="{FF2B5EF4-FFF2-40B4-BE49-F238E27FC236}">
                    <a16:creationId xmlns:a16="http://schemas.microsoft.com/office/drawing/2014/main" id="{31F75B9F-C617-48CE-B56F-3B32C47CDD2C}"/>
                  </a:ext>
                </a:extLst>
              </p:cNvPr>
              <p:cNvSpPr/>
              <p:nvPr/>
            </p:nvSpPr>
            <p:spPr bwMode="gray">
              <a:xfrm>
                <a:off x="582909" y="4047068"/>
                <a:ext cx="2642778" cy="3124270"/>
              </a:xfrm>
              <a:prstGeom prst="rect">
                <a:avLst/>
              </a:prstGeom>
              <a:solidFill>
                <a:schemeClr val="bg1">
                  <a:lumMod val="95000"/>
                </a:schemeClr>
              </a:solidFill>
              <a:ln w="19050" algn="ctr">
                <a:noFill/>
                <a:miter lim="800000"/>
                <a:headEnd/>
                <a:tailEnd/>
              </a:ln>
            </p:spPr>
            <p:txBody>
              <a:bodyPr wrap="square" lIns="40500" tIns="40500" rIns="27000" bIns="27000" rtlCol="0" anchor="t"/>
              <a:lstStyle/>
              <a:p>
                <a:pPr marL="25718" lvl="0" algn="ctr">
                  <a:spcBef>
                    <a:spcPts val="450"/>
                  </a:spcBef>
                  <a:defRPr/>
                </a:pPr>
                <a:r>
                  <a:rPr lang="en-US" sz="1100" b="1" dirty="0">
                    <a:solidFill>
                      <a:prstClr val="black"/>
                    </a:solidFill>
                    <a:latin typeface="+mj-lt"/>
                  </a:rPr>
                  <a:t>Project Management of the implementation of smart metering infrastructure</a:t>
                </a:r>
              </a:p>
              <a:p>
                <a:pPr marL="128588" lvl="0" indent="-102870">
                  <a:spcBef>
                    <a:spcPts val="450"/>
                  </a:spcBef>
                  <a:spcAft>
                    <a:spcPts val="600"/>
                  </a:spcAft>
                  <a:buFont typeface="Arial" panose="020B0604020202020204" pitchFamily="34" charset="0"/>
                  <a:buChar char="•"/>
                  <a:defRPr/>
                </a:pPr>
                <a:r>
                  <a:rPr lang="en-US" sz="1200" dirty="0">
                    <a:solidFill>
                      <a:prstClr val="black"/>
                    </a:solidFill>
                    <a:latin typeface="+mj-lt"/>
                  </a:rPr>
                  <a:t>Assist APDCL in pre-implementation activities</a:t>
                </a:r>
              </a:p>
              <a:p>
                <a:pPr marL="128588" lvl="0" indent="-102870">
                  <a:spcBef>
                    <a:spcPts val="450"/>
                  </a:spcBef>
                  <a:spcAft>
                    <a:spcPts val="600"/>
                  </a:spcAft>
                  <a:buFont typeface="Arial" panose="020B0604020202020204" pitchFamily="34" charset="0"/>
                  <a:buChar char="•"/>
                  <a:defRPr/>
                </a:pPr>
                <a:r>
                  <a:rPr lang="en-US" sz="1200" dirty="0">
                    <a:solidFill>
                      <a:prstClr val="black"/>
                    </a:solidFill>
                    <a:latin typeface="+mj-lt"/>
                  </a:rPr>
                  <a:t>Supervision of implementation activities</a:t>
                </a:r>
              </a:p>
              <a:p>
                <a:pPr marL="128588" lvl="0" indent="-102870">
                  <a:spcBef>
                    <a:spcPts val="450"/>
                  </a:spcBef>
                  <a:spcAft>
                    <a:spcPts val="600"/>
                  </a:spcAft>
                  <a:buFont typeface="Arial" panose="020B0604020202020204" pitchFamily="34" charset="0"/>
                  <a:buChar char="•"/>
                  <a:defRPr/>
                </a:pPr>
                <a:r>
                  <a:rPr lang="en-US" sz="1200" dirty="0">
                    <a:solidFill>
                      <a:prstClr val="black"/>
                    </a:solidFill>
                    <a:latin typeface="+mj-lt"/>
                  </a:rPr>
                  <a:t>Support in preparing MIS for project activities</a:t>
                </a:r>
              </a:p>
              <a:p>
                <a:pPr marL="128588" lvl="0" indent="-102870">
                  <a:spcBef>
                    <a:spcPts val="450"/>
                  </a:spcBef>
                  <a:spcAft>
                    <a:spcPts val="600"/>
                  </a:spcAft>
                  <a:buFont typeface="Arial" panose="020B0604020202020204" pitchFamily="34" charset="0"/>
                  <a:buChar char="•"/>
                  <a:defRPr/>
                </a:pPr>
                <a:r>
                  <a:rPr lang="en-US" sz="1200" dirty="0">
                    <a:solidFill>
                      <a:prstClr val="black"/>
                    </a:solidFill>
                    <a:latin typeface="+mj-lt"/>
                  </a:rPr>
                  <a:t>Support in execution of system handover</a:t>
                </a:r>
              </a:p>
            </p:txBody>
          </p:sp>
          <p:sp>
            <p:nvSpPr>
              <p:cNvPr id="84" name="Rectangle 83">
                <a:extLst>
                  <a:ext uri="{FF2B5EF4-FFF2-40B4-BE49-F238E27FC236}">
                    <a16:creationId xmlns:a16="http://schemas.microsoft.com/office/drawing/2014/main" id="{CC13C65B-350B-431B-A5E1-E19575DA75F2}"/>
                  </a:ext>
                </a:extLst>
              </p:cNvPr>
              <p:cNvSpPr/>
              <p:nvPr/>
            </p:nvSpPr>
            <p:spPr bwMode="gray">
              <a:xfrm>
                <a:off x="756474" y="7171338"/>
                <a:ext cx="2295650" cy="87696"/>
              </a:xfrm>
              <a:prstGeom prst="rect">
                <a:avLst/>
              </a:prstGeom>
              <a:solidFill>
                <a:schemeClr val="accent1"/>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1200" cap="none" spc="0" normalizeH="0" baseline="0" noProof="0" dirty="0">
                  <a:ln>
                    <a:noFill/>
                  </a:ln>
                  <a:solidFill>
                    <a:prstClr val="white"/>
                  </a:solidFill>
                  <a:effectLst/>
                  <a:uLnTx/>
                  <a:uFillTx/>
                  <a:latin typeface="+mj-lt"/>
                  <a:ea typeface="+mn-ea"/>
                  <a:cs typeface="+mn-cs"/>
                </a:endParaRPr>
              </a:p>
            </p:txBody>
          </p:sp>
        </p:grpSp>
      </p:grpSp>
      <p:sp>
        <p:nvSpPr>
          <p:cNvPr id="95" name="Isosceles Triangle 94">
            <a:extLst>
              <a:ext uri="{FF2B5EF4-FFF2-40B4-BE49-F238E27FC236}">
                <a16:creationId xmlns:a16="http://schemas.microsoft.com/office/drawing/2014/main" id="{DDD78C62-65CD-4E5C-A9E2-AC3C78A2919F}"/>
              </a:ext>
            </a:extLst>
          </p:cNvPr>
          <p:cNvSpPr/>
          <p:nvPr/>
        </p:nvSpPr>
        <p:spPr bwMode="gray">
          <a:xfrm rot="5400000">
            <a:off x="775796" y="3569932"/>
            <a:ext cx="4704719" cy="331056"/>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96" name="Group 95">
            <a:extLst>
              <a:ext uri="{FF2B5EF4-FFF2-40B4-BE49-F238E27FC236}">
                <a16:creationId xmlns:a16="http://schemas.microsoft.com/office/drawing/2014/main" id="{33DAF63C-9D71-40AE-9181-CDE90944C371}"/>
              </a:ext>
            </a:extLst>
          </p:cNvPr>
          <p:cNvGrpSpPr/>
          <p:nvPr/>
        </p:nvGrpSpPr>
        <p:grpSpPr>
          <a:xfrm>
            <a:off x="3378365" y="898529"/>
            <a:ext cx="6439640" cy="852790"/>
            <a:chOff x="365203" y="617790"/>
            <a:chExt cx="9928300" cy="1057560"/>
          </a:xfrm>
        </p:grpSpPr>
        <p:sp>
          <p:nvSpPr>
            <p:cNvPr id="97" name="Rounded Rectangle 178">
              <a:extLst>
                <a:ext uri="{FF2B5EF4-FFF2-40B4-BE49-F238E27FC236}">
                  <a16:creationId xmlns:a16="http://schemas.microsoft.com/office/drawing/2014/main" id="{670A9076-FA87-449B-8BC4-DF4299152B05}"/>
                </a:ext>
              </a:extLst>
            </p:cNvPr>
            <p:cNvSpPr/>
            <p:nvPr/>
          </p:nvSpPr>
          <p:spPr bwMode="gray">
            <a:xfrm>
              <a:off x="365203" y="617790"/>
              <a:ext cx="9928300" cy="832257"/>
            </a:xfrm>
            <a:prstGeom prst="roundRect">
              <a:avLst/>
            </a:prstGeom>
            <a:solidFill>
              <a:schemeClr val="tx1">
                <a:lumMod val="75000"/>
                <a:lumOff val="25000"/>
              </a:schemeClr>
            </a:solidFill>
            <a:ln>
              <a:headEnd/>
              <a:tailEnd/>
            </a:ln>
          </p:spPr>
          <p:style>
            <a:lnRef idx="3">
              <a:schemeClr val="lt1"/>
            </a:lnRef>
            <a:fillRef idx="1">
              <a:schemeClr val="dk1"/>
            </a:fillRef>
            <a:effectRef idx="1">
              <a:schemeClr val="dk1"/>
            </a:effectRef>
            <a:fontRef idx="minor">
              <a:schemeClr val="lt1"/>
            </a:fontRef>
          </p:style>
          <p:txBody>
            <a:bodyPr wrap="square" lIns="60614" tIns="60614" rIns="60614" bIns="60614" rtlCol="0" anchor="ctr"/>
            <a:lstStyle/>
            <a:p>
              <a:pPr algn="ctr" defTabSz="837848">
                <a:lnSpc>
                  <a:spcPct val="106000"/>
                </a:lnSpc>
              </a:pPr>
              <a:endParaRPr lang="en-IN" sz="900" b="1" dirty="0">
                <a:solidFill>
                  <a:prstClr val="white"/>
                </a:solidFill>
                <a:latin typeface="Verdana"/>
              </a:endParaRPr>
            </a:p>
          </p:txBody>
        </p:sp>
        <p:sp>
          <p:nvSpPr>
            <p:cNvPr id="98" name="Rectangle 97">
              <a:extLst>
                <a:ext uri="{FF2B5EF4-FFF2-40B4-BE49-F238E27FC236}">
                  <a16:creationId xmlns:a16="http://schemas.microsoft.com/office/drawing/2014/main" id="{F0165707-B8A7-4A2C-A722-79A8686ECA20}"/>
                </a:ext>
              </a:extLst>
            </p:cNvPr>
            <p:cNvSpPr/>
            <p:nvPr/>
          </p:nvSpPr>
          <p:spPr>
            <a:xfrm>
              <a:off x="1105741" y="723884"/>
              <a:ext cx="9187762" cy="951466"/>
            </a:xfrm>
            <a:prstGeom prst="rect">
              <a:avLst/>
            </a:prstGeom>
          </p:spPr>
          <p:txBody>
            <a:bodyPr wrap="square">
              <a:spAutoFit/>
            </a:bodyPr>
            <a:lstStyle/>
            <a:p>
              <a:pPr algn="ctr" defTabSz="837848">
                <a:lnSpc>
                  <a:spcPct val="107000"/>
                </a:lnSpc>
                <a:spcAft>
                  <a:spcPts val="545"/>
                </a:spcAft>
              </a:pPr>
              <a:r>
                <a:rPr lang="en-US" sz="1000" dirty="0">
                  <a:solidFill>
                    <a:prstClr val="white"/>
                  </a:solidFill>
                  <a:latin typeface="Verdana"/>
                  <a:ea typeface="Calibri" panose="020F0502020204030204" pitchFamily="34" charset="0"/>
                  <a:cs typeface="Times New Roman" panose="02020603050405020304" pitchFamily="18" charset="0"/>
                </a:rPr>
                <a:t>Deloitte’s SMART Project Management Office (PMO) helps maintain control while executing large capital projects through a holistic framework enabled by technology, process &amp; people alignment</a:t>
              </a:r>
              <a:endParaRPr lang="en-IN" sz="1000" dirty="0">
                <a:solidFill>
                  <a:prstClr val="white"/>
                </a:solidFill>
                <a:latin typeface="Verdana"/>
                <a:ea typeface="Calibri" panose="020F0502020204030204" pitchFamily="34" charset="0"/>
                <a:cs typeface="Times New Roman" panose="02020603050405020304" pitchFamily="18" charset="0"/>
              </a:endParaRPr>
            </a:p>
          </p:txBody>
        </p:sp>
        <p:grpSp>
          <p:nvGrpSpPr>
            <p:cNvPr id="99" name="Group 98">
              <a:extLst>
                <a:ext uri="{FF2B5EF4-FFF2-40B4-BE49-F238E27FC236}">
                  <a16:creationId xmlns:a16="http://schemas.microsoft.com/office/drawing/2014/main" id="{38EE5B4B-2203-45BB-9DD2-6C68F073CF02}"/>
                </a:ext>
              </a:extLst>
            </p:cNvPr>
            <p:cNvGrpSpPr/>
            <p:nvPr/>
          </p:nvGrpSpPr>
          <p:grpSpPr>
            <a:xfrm>
              <a:off x="529943" y="815638"/>
              <a:ext cx="511474" cy="388891"/>
              <a:chOff x="4914861" y="4095581"/>
              <a:chExt cx="726891" cy="510110"/>
            </a:xfrm>
            <a:solidFill>
              <a:schemeClr val="bg1"/>
            </a:solidFill>
          </p:grpSpPr>
          <p:sp>
            <p:nvSpPr>
              <p:cNvPr id="100" name="Rectangle 268">
                <a:extLst>
                  <a:ext uri="{FF2B5EF4-FFF2-40B4-BE49-F238E27FC236}">
                    <a16:creationId xmlns:a16="http://schemas.microsoft.com/office/drawing/2014/main" id="{97B50C8A-12D9-4774-9464-11810968A4CB}"/>
                  </a:ext>
                </a:extLst>
              </p:cNvPr>
              <p:cNvSpPr>
                <a:spLocks noChangeArrowheads="1"/>
              </p:cNvSpPr>
              <p:nvPr/>
            </p:nvSpPr>
            <p:spPr bwMode="auto">
              <a:xfrm>
                <a:off x="5430760"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1" name="Rectangle 269">
                <a:extLst>
                  <a:ext uri="{FF2B5EF4-FFF2-40B4-BE49-F238E27FC236}">
                    <a16:creationId xmlns:a16="http://schemas.microsoft.com/office/drawing/2014/main" id="{37CBE22B-859A-453F-8C5D-0345D76E3D30}"/>
                  </a:ext>
                </a:extLst>
              </p:cNvPr>
              <p:cNvSpPr>
                <a:spLocks noChangeArrowheads="1"/>
              </p:cNvSpPr>
              <p:nvPr/>
            </p:nvSpPr>
            <p:spPr bwMode="auto">
              <a:xfrm>
                <a:off x="5527893" y="4315579"/>
                <a:ext cx="79122" cy="1138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2" name="Freeform 270">
                <a:extLst>
                  <a:ext uri="{FF2B5EF4-FFF2-40B4-BE49-F238E27FC236}">
                    <a16:creationId xmlns:a16="http://schemas.microsoft.com/office/drawing/2014/main" id="{884B8DC3-4E65-4E87-8E0A-67A9723E81C4}"/>
                  </a:ext>
                </a:extLst>
              </p:cNvPr>
              <p:cNvSpPr>
                <a:spLocks/>
              </p:cNvSpPr>
              <p:nvPr/>
            </p:nvSpPr>
            <p:spPr bwMode="auto">
              <a:xfrm>
                <a:off x="5430760" y="4453238"/>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3" name="Freeform 271">
                <a:extLst>
                  <a:ext uri="{FF2B5EF4-FFF2-40B4-BE49-F238E27FC236}">
                    <a16:creationId xmlns:a16="http://schemas.microsoft.com/office/drawing/2014/main" id="{EB9F3775-66DA-4573-B54B-646092AEEC15}"/>
                  </a:ext>
                </a:extLst>
              </p:cNvPr>
              <p:cNvSpPr>
                <a:spLocks/>
              </p:cNvSpPr>
              <p:nvPr/>
            </p:nvSpPr>
            <p:spPr bwMode="auto">
              <a:xfrm>
                <a:off x="4947024" y="4508558"/>
                <a:ext cx="84911" cy="14795"/>
              </a:xfrm>
              <a:custGeom>
                <a:avLst/>
                <a:gdLst>
                  <a:gd name="T0" fmla="*/ 27 w 29"/>
                  <a:gd name="T1" fmla="*/ 5 h 5"/>
                  <a:gd name="T2" fmla="*/ 2 w 29"/>
                  <a:gd name="T3" fmla="*/ 5 h 5"/>
                  <a:gd name="T4" fmla="*/ 0 w 29"/>
                  <a:gd name="T5" fmla="*/ 3 h 5"/>
                  <a:gd name="T6" fmla="*/ 2 w 29"/>
                  <a:gd name="T7" fmla="*/ 0 h 5"/>
                  <a:gd name="T8" fmla="*/ 27 w 29"/>
                  <a:gd name="T9" fmla="*/ 0 h 5"/>
                  <a:gd name="T10" fmla="*/ 29 w 29"/>
                  <a:gd name="T11" fmla="*/ 3 h 5"/>
                  <a:gd name="T12" fmla="*/ 27 w 29"/>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29" h="5">
                    <a:moveTo>
                      <a:pt x="27" y="5"/>
                    </a:moveTo>
                    <a:cubicBezTo>
                      <a:pt x="2" y="5"/>
                      <a:pt x="2" y="5"/>
                      <a:pt x="2" y="5"/>
                    </a:cubicBezTo>
                    <a:cubicBezTo>
                      <a:pt x="1" y="5"/>
                      <a:pt x="0" y="4"/>
                      <a:pt x="0" y="3"/>
                    </a:cubicBezTo>
                    <a:cubicBezTo>
                      <a:pt x="0" y="1"/>
                      <a:pt x="1" y="0"/>
                      <a:pt x="2" y="0"/>
                    </a:cubicBezTo>
                    <a:cubicBezTo>
                      <a:pt x="27" y="0"/>
                      <a:pt x="27" y="0"/>
                      <a:pt x="27" y="0"/>
                    </a:cubicBezTo>
                    <a:cubicBezTo>
                      <a:pt x="28" y="0"/>
                      <a:pt x="29" y="1"/>
                      <a:pt x="29" y="3"/>
                    </a:cubicBezTo>
                    <a:cubicBezTo>
                      <a:pt x="29" y="4"/>
                      <a:pt x="28" y="5"/>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4" name="Freeform 272">
                <a:extLst>
                  <a:ext uri="{FF2B5EF4-FFF2-40B4-BE49-F238E27FC236}">
                    <a16:creationId xmlns:a16="http://schemas.microsoft.com/office/drawing/2014/main" id="{5980D72A-2923-4714-8E3F-03CD05C435B8}"/>
                  </a:ext>
                </a:extLst>
              </p:cNvPr>
              <p:cNvSpPr>
                <a:spLocks/>
              </p:cNvSpPr>
              <p:nvPr/>
            </p:nvSpPr>
            <p:spPr bwMode="auto">
              <a:xfrm>
                <a:off x="5430760" y="4487974"/>
                <a:ext cx="176255" cy="14795"/>
              </a:xfrm>
              <a:custGeom>
                <a:avLst/>
                <a:gdLst>
                  <a:gd name="T0" fmla="*/ 57 w 60"/>
                  <a:gd name="T1" fmla="*/ 5 h 5"/>
                  <a:gd name="T2" fmla="*/ 3 w 60"/>
                  <a:gd name="T3" fmla="*/ 5 h 5"/>
                  <a:gd name="T4" fmla="*/ 0 w 60"/>
                  <a:gd name="T5" fmla="*/ 2 h 5"/>
                  <a:gd name="T6" fmla="*/ 3 w 60"/>
                  <a:gd name="T7" fmla="*/ 0 h 5"/>
                  <a:gd name="T8" fmla="*/ 57 w 60"/>
                  <a:gd name="T9" fmla="*/ 0 h 5"/>
                  <a:gd name="T10" fmla="*/ 60 w 60"/>
                  <a:gd name="T11" fmla="*/ 2 h 5"/>
                  <a:gd name="T12" fmla="*/ 57 w 6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60" h="5">
                    <a:moveTo>
                      <a:pt x="57" y="5"/>
                    </a:moveTo>
                    <a:cubicBezTo>
                      <a:pt x="3" y="5"/>
                      <a:pt x="3" y="5"/>
                      <a:pt x="3" y="5"/>
                    </a:cubicBezTo>
                    <a:cubicBezTo>
                      <a:pt x="1" y="5"/>
                      <a:pt x="0" y="4"/>
                      <a:pt x="0" y="2"/>
                    </a:cubicBezTo>
                    <a:cubicBezTo>
                      <a:pt x="0" y="1"/>
                      <a:pt x="1" y="0"/>
                      <a:pt x="3" y="0"/>
                    </a:cubicBezTo>
                    <a:cubicBezTo>
                      <a:pt x="57" y="0"/>
                      <a:pt x="57" y="0"/>
                      <a:pt x="57" y="0"/>
                    </a:cubicBezTo>
                    <a:cubicBezTo>
                      <a:pt x="59" y="0"/>
                      <a:pt x="60" y="1"/>
                      <a:pt x="60" y="2"/>
                    </a:cubicBezTo>
                    <a:cubicBezTo>
                      <a:pt x="60" y="4"/>
                      <a:pt x="59" y="5"/>
                      <a:pt x="5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5" name="Freeform 273">
                <a:extLst>
                  <a:ext uri="{FF2B5EF4-FFF2-40B4-BE49-F238E27FC236}">
                    <a16:creationId xmlns:a16="http://schemas.microsoft.com/office/drawing/2014/main" id="{B6555993-D153-456E-A2C6-8D7221D347BF}"/>
                  </a:ext>
                </a:extLst>
              </p:cNvPr>
              <p:cNvSpPr>
                <a:spLocks noEditPoints="1"/>
              </p:cNvSpPr>
              <p:nvPr/>
            </p:nvSpPr>
            <p:spPr bwMode="auto">
              <a:xfrm>
                <a:off x="5395381" y="4259614"/>
                <a:ext cx="246371" cy="304908"/>
              </a:xfrm>
              <a:custGeom>
                <a:avLst/>
                <a:gdLst>
                  <a:gd name="T0" fmla="*/ 73 w 84"/>
                  <a:gd name="T1" fmla="*/ 0 h 104"/>
                  <a:gd name="T2" fmla="*/ 11 w 84"/>
                  <a:gd name="T3" fmla="*/ 0 h 104"/>
                  <a:gd name="T4" fmla="*/ 0 w 84"/>
                  <a:gd name="T5" fmla="*/ 11 h 104"/>
                  <a:gd name="T6" fmla="*/ 0 w 84"/>
                  <a:gd name="T7" fmla="*/ 92 h 104"/>
                  <a:gd name="T8" fmla="*/ 11 w 84"/>
                  <a:gd name="T9" fmla="*/ 104 h 104"/>
                  <a:gd name="T10" fmla="*/ 73 w 84"/>
                  <a:gd name="T11" fmla="*/ 104 h 104"/>
                  <a:gd name="T12" fmla="*/ 84 w 84"/>
                  <a:gd name="T13" fmla="*/ 92 h 104"/>
                  <a:gd name="T14" fmla="*/ 84 w 84"/>
                  <a:gd name="T15" fmla="*/ 11 h 104"/>
                  <a:gd name="T16" fmla="*/ 73 w 84"/>
                  <a:gd name="T17" fmla="*/ 0 h 104"/>
                  <a:gd name="T18" fmla="*/ 77 w 84"/>
                  <a:gd name="T19" fmla="*/ 90 h 104"/>
                  <a:gd name="T20" fmla="*/ 7 w 84"/>
                  <a:gd name="T21" fmla="*/ 90 h 104"/>
                  <a:gd name="T22" fmla="*/ 7 w 84"/>
                  <a:gd name="T23" fmla="*/ 13 h 104"/>
                  <a:gd name="T24" fmla="*/ 77 w 84"/>
                  <a:gd name="T25" fmla="*/ 13 h 104"/>
                  <a:gd name="T26" fmla="*/ 77 w 84"/>
                  <a:gd name="T27" fmla="*/ 9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104">
                    <a:moveTo>
                      <a:pt x="73" y="0"/>
                    </a:moveTo>
                    <a:cubicBezTo>
                      <a:pt x="11" y="0"/>
                      <a:pt x="11" y="0"/>
                      <a:pt x="11" y="0"/>
                    </a:cubicBezTo>
                    <a:cubicBezTo>
                      <a:pt x="5" y="0"/>
                      <a:pt x="0" y="5"/>
                      <a:pt x="0" y="11"/>
                    </a:cubicBezTo>
                    <a:cubicBezTo>
                      <a:pt x="0" y="92"/>
                      <a:pt x="0" y="92"/>
                      <a:pt x="0" y="92"/>
                    </a:cubicBezTo>
                    <a:cubicBezTo>
                      <a:pt x="0" y="99"/>
                      <a:pt x="5" y="104"/>
                      <a:pt x="11" y="104"/>
                    </a:cubicBezTo>
                    <a:cubicBezTo>
                      <a:pt x="73" y="104"/>
                      <a:pt x="73" y="104"/>
                      <a:pt x="73" y="104"/>
                    </a:cubicBezTo>
                    <a:cubicBezTo>
                      <a:pt x="79" y="104"/>
                      <a:pt x="84" y="99"/>
                      <a:pt x="84" y="92"/>
                    </a:cubicBezTo>
                    <a:cubicBezTo>
                      <a:pt x="84" y="11"/>
                      <a:pt x="84" y="11"/>
                      <a:pt x="84" y="11"/>
                    </a:cubicBezTo>
                    <a:cubicBezTo>
                      <a:pt x="84" y="5"/>
                      <a:pt x="79" y="0"/>
                      <a:pt x="73" y="0"/>
                    </a:cubicBezTo>
                    <a:close/>
                    <a:moveTo>
                      <a:pt x="77" y="90"/>
                    </a:moveTo>
                    <a:cubicBezTo>
                      <a:pt x="7" y="90"/>
                      <a:pt x="7" y="90"/>
                      <a:pt x="7" y="90"/>
                    </a:cubicBezTo>
                    <a:cubicBezTo>
                      <a:pt x="7" y="13"/>
                      <a:pt x="7" y="13"/>
                      <a:pt x="7" y="13"/>
                    </a:cubicBezTo>
                    <a:cubicBezTo>
                      <a:pt x="77" y="13"/>
                      <a:pt x="77" y="13"/>
                      <a:pt x="77" y="13"/>
                    </a:cubicBezTo>
                    <a:lnTo>
                      <a:pt x="77"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6" name="Freeform 274">
                <a:extLst>
                  <a:ext uri="{FF2B5EF4-FFF2-40B4-BE49-F238E27FC236}">
                    <a16:creationId xmlns:a16="http://schemas.microsoft.com/office/drawing/2014/main" id="{1F2AE6DB-F545-4AE1-821D-D189736FBA4D}"/>
                  </a:ext>
                </a:extLst>
              </p:cNvPr>
              <p:cNvSpPr>
                <a:spLocks noEditPoints="1"/>
              </p:cNvSpPr>
              <p:nvPr/>
            </p:nvSpPr>
            <p:spPr bwMode="auto">
              <a:xfrm>
                <a:off x="4959246" y="4095581"/>
                <a:ext cx="606600" cy="510110"/>
              </a:xfrm>
              <a:custGeom>
                <a:avLst/>
                <a:gdLst>
                  <a:gd name="T0" fmla="*/ 141 w 207"/>
                  <a:gd name="T1" fmla="*/ 164 h 174"/>
                  <a:gd name="T2" fmla="*/ 65 w 207"/>
                  <a:gd name="T3" fmla="*/ 164 h 174"/>
                  <a:gd name="T4" fmla="*/ 61 w 207"/>
                  <a:gd name="T5" fmla="*/ 169 h 174"/>
                  <a:gd name="T6" fmla="*/ 65 w 207"/>
                  <a:gd name="T7" fmla="*/ 174 h 174"/>
                  <a:gd name="T8" fmla="*/ 141 w 207"/>
                  <a:gd name="T9" fmla="*/ 174 h 174"/>
                  <a:gd name="T10" fmla="*/ 146 w 207"/>
                  <a:gd name="T11" fmla="*/ 169 h 174"/>
                  <a:gd name="T12" fmla="*/ 141 w 207"/>
                  <a:gd name="T13" fmla="*/ 164 h 174"/>
                  <a:gd name="T14" fmla="*/ 84 w 207"/>
                  <a:gd name="T15" fmla="*/ 140 h 174"/>
                  <a:gd name="T16" fmla="*/ 81 w 207"/>
                  <a:gd name="T17" fmla="*/ 143 h 174"/>
                  <a:gd name="T18" fmla="*/ 81 w 207"/>
                  <a:gd name="T19" fmla="*/ 153 h 174"/>
                  <a:gd name="T20" fmla="*/ 84 w 207"/>
                  <a:gd name="T21" fmla="*/ 157 h 174"/>
                  <a:gd name="T22" fmla="*/ 122 w 207"/>
                  <a:gd name="T23" fmla="*/ 157 h 174"/>
                  <a:gd name="T24" fmla="*/ 126 w 207"/>
                  <a:gd name="T25" fmla="*/ 153 h 174"/>
                  <a:gd name="T26" fmla="*/ 126 w 207"/>
                  <a:gd name="T27" fmla="*/ 143 h 174"/>
                  <a:gd name="T28" fmla="*/ 122 w 207"/>
                  <a:gd name="T29" fmla="*/ 140 h 174"/>
                  <a:gd name="T30" fmla="*/ 119 w 207"/>
                  <a:gd name="T31" fmla="*/ 143 h 174"/>
                  <a:gd name="T32" fmla="*/ 119 w 207"/>
                  <a:gd name="T33" fmla="*/ 150 h 174"/>
                  <a:gd name="T34" fmla="*/ 88 w 207"/>
                  <a:gd name="T35" fmla="*/ 150 h 174"/>
                  <a:gd name="T36" fmla="*/ 88 w 207"/>
                  <a:gd name="T37" fmla="*/ 143 h 174"/>
                  <a:gd name="T38" fmla="*/ 84 w 207"/>
                  <a:gd name="T39" fmla="*/ 140 h 174"/>
                  <a:gd name="T40" fmla="*/ 202 w 207"/>
                  <a:gd name="T41" fmla="*/ 0 h 174"/>
                  <a:gd name="T42" fmla="*/ 5 w 207"/>
                  <a:gd name="T43" fmla="*/ 0 h 174"/>
                  <a:gd name="T44" fmla="*/ 0 w 207"/>
                  <a:gd name="T45" fmla="*/ 5 h 174"/>
                  <a:gd name="T46" fmla="*/ 0 w 207"/>
                  <a:gd name="T47" fmla="*/ 71 h 174"/>
                  <a:gd name="T48" fmla="*/ 10 w 207"/>
                  <a:gd name="T49" fmla="*/ 71 h 174"/>
                  <a:gd name="T50" fmla="*/ 10 w 207"/>
                  <a:gd name="T51" fmla="*/ 10 h 174"/>
                  <a:gd name="T52" fmla="*/ 197 w 207"/>
                  <a:gd name="T53" fmla="*/ 10 h 174"/>
                  <a:gd name="T54" fmla="*/ 197 w 207"/>
                  <a:gd name="T55" fmla="*/ 48 h 174"/>
                  <a:gd name="T56" fmla="*/ 207 w 207"/>
                  <a:gd name="T57" fmla="*/ 48 h 174"/>
                  <a:gd name="T58" fmla="*/ 207 w 207"/>
                  <a:gd name="T59" fmla="*/ 5 h 174"/>
                  <a:gd name="T60" fmla="*/ 202 w 207"/>
                  <a:gd name="T61" fmla="*/ 0 h 174"/>
                  <a:gd name="T62" fmla="*/ 142 w 207"/>
                  <a:gd name="T63" fmla="*/ 123 h 174"/>
                  <a:gd name="T64" fmla="*/ 43 w 207"/>
                  <a:gd name="T65" fmla="*/ 123 h 174"/>
                  <a:gd name="T66" fmla="*/ 43 w 207"/>
                  <a:gd name="T67" fmla="*/ 133 h 174"/>
                  <a:gd name="T68" fmla="*/ 142 w 207"/>
                  <a:gd name="T69" fmla="*/ 133 h 174"/>
                  <a:gd name="T70" fmla="*/ 142 w 207"/>
                  <a:gd name="T71" fmla="*/ 123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7" h="174">
                    <a:moveTo>
                      <a:pt x="141" y="164"/>
                    </a:moveTo>
                    <a:cubicBezTo>
                      <a:pt x="65" y="164"/>
                      <a:pt x="65" y="164"/>
                      <a:pt x="65" y="164"/>
                    </a:cubicBezTo>
                    <a:cubicBezTo>
                      <a:pt x="63" y="164"/>
                      <a:pt x="61" y="167"/>
                      <a:pt x="61" y="169"/>
                    </a:cubicBezTo>
                    <a:cubicBezTo>
                      <a:pt x="61" y="172"/>
                      <a:pt x="63" y="174"/>
                      <a:pt x="65" y="174"/>
                    </a:cubicBezTo>
                    <a:cubicBezTo>
                      <a:pt x="141" y="174"/>
                      <a:pt x="141" y="174"/>
                      <a:pt x="141" y="174"/>
                    </a:cubicBezTo>
                    <a:cubicBezTo>
                      <a:pt x="144" y="174"/>
                      <a:pt x="146" y="172"/>
                      <a:pt x="146" y="169"/>
                    </a:cubicBezTo>
                    <a:cubicBezTo>
                      <a:pt x="146" y="167"/>
                      <a:pt x="144" y="164"/>
                      <a:pt x="141" y="164"/>
                    </a:cubicBezTo>
                    <a:close/>
                    <a:moveTo>
                      <a:pt x="84" y="140"/>
                    </a:moveTo>
                    <a:cubicBezTo>
                      <a:pt x="82" y="140"/>
                      <a:pt x="81" y="141"/>
                      <a:pt x="81" y="143"/>
                    </a:cubicBezTo>
                    <a:cubicBezTo>
                      <a:pt x="81" y="153"/>
                      <a:pt x="81" y="153"/>
                      <a:pt x="81" y="153"/>
                    </a:cubicBezTo>
                    <a:cubicBezTo>
                      <a:pt x="81" y="155"/>
                      <a:pt x="82" y="157"/>
                      <a:pt x="84" y="157"/>
                    </a:cubicBezTo>
                    <a:cubicBezTo>
                      <a:pt x="122" y="157"/>
                      <a:pt x="122" y="157"/>
                      <a:pt x="122" y="157"/>
                    </a:cubicBezTo>
                    <a:cubicBezTo>
                      <a:pt x="124" y="157"/>
                      <a:pt x="126" y="155"/>
                      <a:pt x="126" y="153"/>
                    </a:cubicBezTo>
                    <a:cubicBezTo>
                      <a:pt x="126" y="143"/>
                      <a:pt x="126" y="143"/>
                      <a:pt x="126" y="143"/>
                    </a:cubicBezTo>
                    <a:cubicBezTo>
                      <a:pt x="126" y="141"/>
                      <a:pt x="124" y="140"/>
                      <a:pt x="122" y="140"/>
                    </a:cubicBezTo>
                    <a:cubicBezTo>
                      <a:pt x="120" y="140"/>
                      <a:pt x="119" y="141"/>
                      <a:pt x="119" y="143"/>
                    </a:cubicBezTo>
                    <a:cubicBezTo>
                      <a:pt x="119" y="150"/>
                      <a:pt x="119" y="150"/>
                      <a:pt x="119" y="150"/>
                    </a:cubicBezTo>
                    <a:cubicBezTo>
                      <a:pt x="88" y="150"/>
                      <a:pt x="88" y="150"/>
                      <a:pt x="88" y="150"/>
                    </a:cubicBezTo>
                    <a:cubicBezTo>
                      <a:pt x="88" y="143"/>
                      <a:pt x="88" y="143"/>
                      <a:pt x="88" y="143"/>
                    </a:cubicBezTo>
                    <a:cubicBezTo>
                      <a:pt x="88" y="141"/>
                      <a:pt x="86" y="140"/>
                      <a:pt x="84" y="140"/>
                    </a:cubicBezTo>
                    <a:close/>
                    <a:moveTo>
                      <a:pt x="202" y="0"/>
                    </a:moveTo>
                    <a:cubicBezTo>
                      <a:pt x="5" y="0"/>
                      <a:pt x="5" y="0"/>
                      <a:pt x="5" y="0"/>
                    </a:cubicBezTo>
                    <a:cubicBezTo>
                      <a:pt x="2" y="0"/>
                      <a:pt x="0" y="2"/>
                      <a:pt x="0" y="5"/>
                    </a:cubicBezTo>
                    <a:cubicBezTo>
                      <a:pt x="0" y="71"/>
                      <a:pt x="0" y="71"/>
                      <a:pt x="0" y="71"/>
                    </a:cubicBezTo>
                    <a:cubicBezTo>
                      <a:pt x="10" y="71"/>
                      <a:pt x="10" y="71"/>
                      <a:pt x="10" y="71"/>
                    </a:cubicBezTo>
                    <a:cubicBezTo>
                      <a:pt x="10" y="10"/>
                      <a:pt x="10" y="10"/>
                      <a:pt x="10" y="10"/>
                    </a:cubicBezTo>
                    <a:cubicBezTo>
                      <a:pt x="197" y="10"/>
                      <a:pt x="197" y="10"/>
                      <a:pt x="197" y="10"/>
                    </a:cubicBezTo>
                    <a:cubicBezTo>
                      <a:pt x="197" y="48"/>
                      <a:pt x="197" y="48"/>
                      <a:pt x="197" y="48"/>
                    </a:cubicBezTo>
                    <a:cubicBezTo>
                      <a:pt x="207" y="48"/>
                      <a:pt x="207" y="48"/>
                      <a:pt x="207" y="48"/>
                    </a:cubicBezTo>
                    <a:cubicBezTo>
                      <a:pt x="207" y="5"/>
                      <a:pt x="207" y="5"/>
                      <a:pt x="207" y="5"/>
                    </a:cubicBezTo>
                    <a:cubicBezTo>
                      <a:pt x="207" y="2"/>
                      <a:pt x="204" y="0"/>
                      <a:pt x="202" y="0"/>
                    </a:cubicBezTo>
                    <a:close/>
                    <a:moveTo>
                      <a:pt x="142" y="123"/>
                    </a:moveTo>
                    <a:cubicBezTo>
                      <a:pt x="43" y="123"/>
                      <a:pt x="43" y="123"/>
                      <a:pt x="43" y="123"/>
                    </a:cubicBezTo>
                    <a:cubicBezTo>
                      <a:pt x="43" y="133"/>
                      <a:pt x="43" y="133"/>
                      <a:pt x="43" y="133"/>
                    </a:cubicBezTo>
                    <a:cubicBezTo>
                      <a:pt x="142" y="133"/>
                      <a:pt x="142" y="133"/>
                      <a:pt x="142" y="133"/>
                    </a:cubicBezTo>
                    <a:lnTo>
                      <a:pt x="142"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7" name="Rectangle 275">
                <a:extLst>
                  <a:ext uri="{FF2B5EF4-FFF2-40B4-BE49-F238E27FC236}">
                    <a16:creationId xmlns:a16="http://schemas.microsoft.com/office/drawing/2014/main" id="{AE59AD8B-BE1C-4FC5-AB44-06D887561CFF}"/>
                  </a:ext>
                </a:extLst>
              </p:cNvPr>
              <p:cNvSpPr>
                <a:spLocks noChangeArrowheads="1"/>
              </p:cNvSpPr>
              <p:nvPr/>
            </p:nvSpPr>
            <p:spPr bwMode="auto">
              <a:xfrm>
                <a:off x="4947024" y="4368326"/>
                <a:ext cx="84911" cy="11707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8" name="Freeform 276">
                <a:extLst>
                  <a:ext uri="{FF2B5EF4-FFF2-40B4-BE49-F238E27FC236}">
                    <a16:creationId xmlns:a16="http://schemas.microsoft.com/office/drawing/2014/main" id="{2177BB79-1703-4BD3-B369-85176B4C5222}"/>
                  </a:ext>
                </a:extLst>
              </p:cNvPr>
              <p:cNvSpPr>
                <a:spLocks noEditPoints="1"/>
              </p:cNvSpPr>
              <p:nvPr/>
            </p:nvSpPr>
            <p:spPr bwMode="auto">
              <a:xfrm>
                <a:off x="4914861" y="4323941"/>
                <a:ext cx="146665" cy="240582"/>
              </a:xfrm>
              <a:custGeom>
                <a:avLst/>
                <a:gdLst>
                  <a:gd name="T0" fmla="*/ 42 w 50"/>
                  <a:gd name="T1" fmla="*/ 0 h 82"/>
                  <a:gd name="T2" fmla="*/ 8 w 50"/>
                  <a:gd name="T3" fmla="*/ 0 h 82"/>
                  <a:gd name="T4" fmla="*/ 0 w 50"/>
                  <a:gd name="T5" fmla="*/ 8 h 82"/>
                  <a:gd name="T6" fmla="*/ 0 w 50"/>
                  <a:gd name="T7" fmla="*/ 74 h 82"/>
                  <a:gd name="T8" fmla="*/ 8 w 50"/>
                  <a:gd name="T9" fmla="*/ 82 h 82"/>
                  <a:gd name="T10" fmla="*/ 8 w 50"/>
                  <a:gd name="T11" fmla="*/ 82 h 82"/>
                  <a:gd name="T12" fmla="*/ 42 w 50"/>
                  <a:gd name="T13" fmla="*/ 82 h 82"/>
                  <a:gd name="T14" fmla="*/ 50 w 50"/>
                  <a:gd name="T15" fmla="*/ 74 h 82"/>
                  <a:gd name="T16" fmla="*/ 50 w 50"/>
                  <a:gd name="T17" fmla="*/ 8 h 82"/>
                  <a:gd name="T18" fmla="*/ 42 w 50"/>
                  <a:gd name="T19" fmla="*/ 0 h 82"/>
                  <a:gd name="T20" fmla="*/ 47 w 50"/>
                  <a:gd name="T21" fmla="*/ 73 h 82"/>
                  <a:gd name="T22" fmla="*/ 4 w 50"/>
                  <a:gd name="T23" fmla="*/ 73 h 82"/>
                  <a:gd name="T24" fmla="*/ 4 w 50"/>
                  <a:gd name="T25" fmla="*/ 9 h 82"/>
                  <a:gd name="T26" fmla="*/ 47 w 50"/>
                  <a:gd name="T27" fmla="*/ 9 h 82"/>
                  <a:gd name="T28" fmla="*/ 47 w 50"/>
                  <a:gd name="T29" fmla="*/ 7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82">
                    <a:moveTo>
                      <a:pt x="42" y="0"/>
                    </a:moveTo>
                    <a:cubicBezTo>
                      <a:pt x="8" y="0"/>
                      <a:pt x="8" y="0"/>
                      <a:pt x="8" y="0"/>
                    </a:cubicBezTo>
                    <a:cubicBezTo>
                      <a:pt x="4" y="0"/>
                      <a:pt x="0" y="4"/>
                      <a:pt x="0" y="8"/>
                    </a:cubicBezTo>
                    <a:cubicBezTo>
                      <a:pt x="0" y="74"/>
                      <a:pt x="0" y="74"/>
                      <a:pt x="0" y="74"/>
                    </a:cubicBezTo>
                    <a:cubicBezTo>
                      <a:pt x="0" y="78"/>
                      <a:pt x="4" y="82"/>
                      <a:pt x="8" y="82"/>
                    </a:cubicBezTo>
                    <a:cubicBezTo>
                      <a:pt x="8" y="82"/>
                      <a:pt x="8" y="82"/>
                      <a:pt x="8" y="82"/>
                    </a:cubicBezTo>
                    <a:cubicBezTo>
                      <a:pt x="42" y="82"/>
                      <a:pt x="42" y="82"/>
                      <a:pt x="42" y="82"/>
                    </a:cubicBezTo>
                    <a:cubicBezTo>
                      <a:pt x="47" y="82"/>
                      <a:pt x="50" y="78"/>
                      <a:pt x="50" y="74"/>
                    </a:cubicBezTo>
                    <a:cubicBezTo>
                      <a:pt x="50" y="8"/>
                      <a:pt x="50" y="8"/>
                      <a:pt x="50" y="8"/>
                    </a:cubicBezTo>
                    <a:cubicBezTo>
                      <a:pt x="50" y="4"/>
                      <a:pt x="47" y="0"/>
                      <a:pt x="42" y="0"/>
                    </a:cubicBezTo>
                    <a:close/>
                    <a:moveTo>
                      <a:pt x="47" y="73"/>
                    </a:moveTo>
                    <a:cubicBezTo>
                      <a:pt x="4" y="73"/>
                      <a:pt x="4" y="73"/>
                      <a:pt x="4" y="73"/>
                    </a:cubicBezTo>
                    <a:cubicBezTo>
                      <a:pt x="4" y="9"/>
                      <a:pt x="4" y="9"/>
                      <a:pt x="4" y="9"/>
                    </a:cubicBezTo>
                    <a:cubicBezTo>
                      <a:pt x="47" y="9"/>
                      <a:pt x="47" y="9"/>
                      <a:pt x="47" y="9"/>
                    </a:cubicBezTo>
                    <a:lnTo>
                      <a:pt x="47"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09" name="Freeform 277">
                <a:extLst>
                  <a:ext uri="{FF2B5EF4-FFF2-40B4-BE49-F238E27FC236}">
                    <a16:creationId xmlns:a16="http://schemas.microsoft.com/office/drawing/2014/main" id="{A637F067-D1A0-4090-A001-34D55186C1B7}"/>
                  </a:ext>
                </a:extLst>
              </p:cNvPr>
              <p:cNvSpPr>
                <a:spLocks noEditPoints="1"/>
              </p:cNvSpPr>
              <p:nvPr/>
            </p:nvSpPr>
            <p:spPr bwMode="auto">
              <a:xfrm>
                <a:off x="5020356" y="4165697"/>
                <a:ext cx="483736" cy="246371"/>
              </a:xfrm>
              <a:custGeom>
                <a:avLst/>
                <a:gdLst>
                  <a:gd name="T0" fmla="*/ 39 w 165"/>
                  <a:gd name="T1" fmla="*/ 75 h 84"/>
                  <a:gd name="T2" fmla="*/ 39 w 165"/>
                  <a:gd name="T3" fmla="*/ 62 h 84"/>
                  <a:gd name="T4" fmla="*/ 39 w 165"/>
                  <a:gd name="T5" fmla="*/ 61 h 84"/>
                  <a:gd name="T6" fmla="*/ 38 w 165"/>
                  <a:gd name="T7" fmla="*/ 59 h 84"/>
                  <a:gd name="T8" fmla="*/ 38 w 165"/>
                  <a:gd name="T9" fmla="*/ 59 h 84"/>
                  <a:gd name="T10" fmla="*/ 28 w 165"/>
                  <a:gd name="T11" fmla="*/ 49 h 84"/>
                  <a:gd name="T12" fmla="*/ 28 w 165"/>
                  <a:gd name="T13" fmla="*/ 49 h 84"/>
                  <a:gd name="T14" fmla="*/ 27 w 165"/>
                  <a:gd name="T15" fmla="*/ 42 h 84"/>
                  <a:gd name="T16" fmla="*/ 28 w 165"/>
                  <a:gd name="T17" fmla="*/ 35 h 84"/>
                  <a:gd name="T18" fmla="*/ 28 w 165"/>
                  <a:gd name="T19" fmla="*/ 35 h 84"/>
                  <a:gd name="T20" fmla="*/ 38 w 165"/>
                  <a:gd name="T21" fmla="*/ 25 h 84"/>
                  <a:gd name="T22" fmla="*/ 38 w 165"/>
                  <a:gd name="T23" fmla="*/ 25 h 84"/>
                  <a:gd name="T24" fmla="*/ 39 w 165"/>
                  <a:gd name="T25" fmla="*/ 23 h 84"/>
                  <a:gd name="T26" fmla="*/ 39 w 165"/>
                  <a:gd name="T27" fmla="*/ 22 h 84"/>
                  <a:gd name="T28" fmla="*/ 39 w 165"/>
                  <a:gd name="T29" fmla="*/ 9 h 84"/>
                  <a:gd name="T30" fmla="*/ 47 w 165"/>
                  <a:gd name="T31" fmla="*/ 0 h 84"/>
                  <a:gd name="T32" fmla="*/ 0 w 165"/>
                  <a:gd name="T33" fmla="*/ 0 h 84"/>
                  <a:gd name="T34" fmla="*/ 0 w 165"/>
                  <a:gd name="T35" fmla="*/ 47 h 84"/>
                  <a:gd name="T36" fmla="*/ 6 w 165"/>
                  <a:gd name="T37" fmla="*/ 47 h 84"/>
                  <a:gd name="T38" fmla="*/ 22 w 165"/>
                  <a:gd name="T39" fmla="*/ 62 h 84"/>
                  <a:gd name="T40" fmla="*/ 22 w 165"/>
                  <a:gd name="T41" fmla="*/ 84 h 84"/>
                  <a:gd name="T42" fmla="*/ 47 w 165"/>
                  <a:gd name="T43" fmla="*/ 84 h 84"/>
                  <a:gd name="T44" fmla="*/ 39 w 165"/>
                  <a:gd name="T45" fmla="*/ 75 h 84"/>
                  <a:gd name="T46" fmla="*/ 121 w 165"/>
                  <a:gd name="T47" fmla="*/ 84 h 84"/>
                  <a:gd name="T48" fmla="*/ 121 w 165"/>
                  <a:gd name="T49" fmla="*/ 81 h 84"/>
                  <a:gd name="T50" fmla="*/ 118 w 165"/>
                  <a:gd name="T51" fmla="*/ 84 h 84"/>
                  <a:gd name="T52" fmla="*/ 121 w 165"/>
                  <a:gd name="T53" fmla="*/ 84 h 84"/>
                  <a:gd name="T54" fmla="*/ 118 w 165"/>
                  <a:gd name="T55" fmla="*/ 0 h 84"/>
                  <a:gd name="T56" fmla="*/ 126 w 165"/>
                  <a:gd name="T57" fmla="*/ 9 h 84"/>
                  <a:gd name="T58" fmla="*/ 126 w 165"/>
                  <a:gd name="T59" fmla="*/ 22 h 84"/>
                  <a:gd name="T60" fmla="*/ 125 w 165"/>
                  <a:gd name="T61" fmla="*/ 23 h 84"/>
                  <a:gd name="T62" fmla="*/ 126 w 165"/>
                  <a:gd name="T63" fmla="*/ 25 h 84"/>
                  <a:gd name="T64" fmla="*/ 127 w 165"/>
                  <a:gd name="T65" fmla="*/ 25 h 84"/>
                  <a:gd name="T66" fmla="*/ 131 w 165"/>
                  <a:gd name="T67" fmla="*/ 27 h 84"/>
                  <a:gd name="T68" fmla="*/ 138 w 165"/>
                  <a:gd name="T69" fmla="*/ 24 h 84"/>
                  <a:gd name="T70" fmla="*/ 165 w 165"/>
                  <a:gd name="T71" fmla="*/ 24 h 84"/>
                  <a:gd name="T72" fmla="*/ 165 w 165"/>
                  <a:gd name="T73" fmla="*/ 0 h 84"/>
                  <a:gd name="T74" fmla="*/ 118 w 165"/>
                  <a:gd name="T7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5" h="84">
                    <a:moveTo>
                      <a:pt x="39" y="75"/>
                    </a:moveTo>
                    <a:cubicBezTo>
                      <a:pt x="36" y="71"/>
                      <a:pt x="36" y="66"/>
                      <a:pt x="39" y="62"/>
                    </a:cubicBezTo>
                    <a:cubicBezTo>
                      <a:pt x="39" y="62"/>
                      <a:pt x="39" y="62"/>
                      <a:pt x="39" y="61"/>
                    </a:cubicBezTo>
                    <a:cubicBezTo>
                      <a:pt x="39" y="61"/>
                      <a:pt x="39" y="60"/>
                      <a:pt x="38" y="59"/>
                    </a:cubicBezTo>
                    <a:cubicBezTo>
                      <a:pt x="38" y="59"/>
                      <a:pt x="38" y="59"/>
                      <a:pt x="38" y="59"/>
                    </a:cubicBezTo>
                    <a:cubicBezTo>
                      <a:pt x="33" y="58"/>
                      <a:pt x="29" y="54"/>
                      <a:pt x="28" y="49"/>
                    </a:cubicBezTo>
                    <a:cubicBezTo>
                      <a:pt x="28" y="49"/>
                      <a:pt x="28" y="49"/>
                      <a:pt x="28" y="49"/>
                    </a:cubicBezTo>
                    <a:cubicBezTo>
                      <a:pt x="28" y="47"/>
                      <a:pt x="27" y="44"/>
                      <a:pt x="27" y="42"/>
                    </a:cubicBezTo>
                    <a:cubicBezTo>
                      <a:pt x="27" y="40"/>
                      <a:pt x="28" y="37"/>
                      <a:pt x="28" y="35"/>
                    </a:cubicBezTo>
                    <a:cubicBezTo>
                      <a:pt x="28" y="35"/>
                      <a:pt x="28" y="35"/>
                      <a:pt x="28" y="35"/>
                    </a:cubicBezTo>
                    <a:cubicBezTo>
                      <a:pt x="29" y="30"/>
                      <a:pt x="33" y="26"/>
                      <a:pt x="38" y="25"/>
                    </a:cubicBezTo>
                    <a:cubicBezTo>
                      <a:pt x="38" y="25"/>
                      <a:pt x="38" y="25"/>
                      <a:pt x="38" y="25"/>
                    </a:cubicBezTo>
                    <a:cubicBezTo>
                      <a:pt x="39" y="24"/>
                      <a:pt x="39" y="24"/>
                      <a:pt x="39" y="23"/>
                    </a:cubicBezTo>
                    <a:cubicBezTo>
                      <a:pt x="39" y="23"/>
                      <a:pt x="39" y="22"/>
                      <a:pt x="39" y="22"/>
                    </a:cubicBezTo>
                    <a:cubicBezTo>
                      <a:pt x="36" y="18"/>
                      <a:pt x="36" y="13"/>
                      <a:pt x="39" y="9"/>
                    </a:cubicBezTo>
                    <a:cubicBezTo>
                      <a:pt x="41" y="6"/>
                      <a:pt x="44" y="3"/>
                      <a:pt x="47" y="0"/>
                    </a:cubicBezTo>
                    <a:cubicBezTo>
                      <a:pt x="0" y="0"/>
                      <a:pt x="0" y="0"/>
                      <a:pt x="0" y="0"/>
                    </a:cubicBezTo>
                    <a:cubicBezTo>
                      <a:pt x="0" y="47"/>
                      <a:pt x="0" y="47"/>
                      <a:pt x="0" y="47"/>
                    </a:cubicBezTo>
                    <a:cubicBezTo>
                      <a:pt x="6" y="47"/>
                      <a:pt x="6" y="47"/>
                      <a:pt x="6" y="47"/>
                    </a:cubicBezTo>
                    <a:cubicBezTo>
                      <a:pt x="15" y="47"/>
                      <a:pt x="22" y="54"/>
                      <a:pt x="22" y="62"/>
                    </a:cubicBezTo>
                    <a:cubicBezTo>
                      <a:pt x="22" y="84"/>
                      <a:pt x="22" y="84"/>
                      <a:pt x="22" y="84"/>
                    </a:cubicBezTo>
                    <a:cubicBezTo>
                      <a:pt x="47" y="84"/>
                      <a:pt x="47" y="84"/>
                      <a:pt x="47" y="84"/>
                    </a:cubicBezTo>
                    <a:cubicBezTo>
                      <a:pt x="44" y="81"/>
                      <a:pt x="41" y="78"/>
                      <a:pt x="39" y="75"/>
                    </a:cubicBezTo>
                    <a:close/>
                    <a:moveTo>
                      <a:pt x="121" y="84"/>
                    </a:moveTo>
                    <a:cubicBezTo>
                      <a:pt x="121" y="81"/>
                      <a:pt x="121" y="81"/>
                      <a:pt x="121" y="81"/>
                    </a:cubicBezTo>
                    <a:cubicBezTo>
                      <a:pt x="120" y="82"/>
                      <a:pt x="119" y="83"/>
                      <a:pt x="118" y="84"/>
                    </a:cubicBezTo>
                    <a:lnTo>
                      <a:pt x="121" y="84"/>
                    </a:lnTo>
                    <a:close/>
                    <a:moveTo>
                      <a:pt x="118" y="0"/>
                    </a:moveTo>
                    <a:cubicBezTo>
                      <a:pt x="121" y="3"/>
                      <a:pt x="124" y="6"/>
                      <a:pt x="126" y="9"/>
                    </a:cubicBezTo>
                    <a:cubicBezTo>
                      <a:pt x="129" y="13"/>
                      <a:pt x="129" y="18"/>
                      <a:pt x="126" y="22"/>
                    </a:cubicBezTo>
                    <a:cubicBezTo>
                      <a:pt x="126" y="22"/>
                      <a:pt x="125" y="23"/>
                      <a:pt x="125" y="23"/>
                    </a:cubicBezTo>
                    <a:cubicBezTo>
                      <a:pt x="126" y="24"/>
                      <a:pt x="126" y="24"/>
                      <a:pt x="126" y="25"/>
                    </a:cubicBezTo>
                    <a:cubicBezTo>
                      <a:pt x="127" y="25"/>
                      <a:pt x="127" y="25"/>
                      <a:pt x="127" y="25"/>
                    </a:cubicBezTo>
                    <a:cubicBezTo>
                      <a:pt x="128" y="26"/>
                      <a:pt x="130" y="26"/>
                      <a:pt x="131" y="27"/>
                    </a:cubicBezTo>
                    <a:cubicBezTo>
                      <a:pt x="133" y="25"/>
                      <a:pt x="136" y="24"/>
                      <a:pt x="138" y="24"/>
                    </a:cubicBezTo>
                    <a:cubicBezTo>
                      <a:pt x="165" y="24"/>
                      <a:pt x="165" y="24"/>
                      <a:pt x="165" y="24"/>
                    </a:cubicBezTo>
                    <a:cubicBezTo>
                      <a:pt x="165" y="0"/>
                      <a:pt x="165" y="0"/>
                      <a:pt x="165" y="0"/>
                    </a:cubicBezTo>
                    <a:lnTo>
                      <a:pt x="1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10" name="Freeform 278">
                <a:extLst>
                  <a:ext uri="{FF2B5EF4-FFF2-40B4-BE49-F238E27FC236}">
                    <a16:creationId xmlns:a16="http://schemas.microsoft.com/office/drawing/2014/main" id="{BE8DCC80-B619-4EAD-91B3-E9BFFAD5AF79}"/>
                  </a:ext>
                </a:extLst>
              </p:cNvPr>
              <p:cNvSpPr>
                <a:spLocks noEditPoints="1"/>
              </p:cNvSpPr>
              <p:nvPr/>
            </p:nvSpPr>
            <p:spPr bwMode="auto">
              <a:xfrm>
                <a:off x="5213980" y="4239030"/>
                <a:ext cx="96490" cy="99706"/>
              </a:xfrm>
              <a:custGeom>
                <a:avLst/>
                <a:gdLst>
                  <a:gd name="T0" fmla="*/ 16 w 33"/>
                  <a:gd name="T1" fmla="*/ 34 h 34"/>
                  <a:gd name="T2" fmla="*/ 0 w 33"/>
                  <a:gd name="T3" fmla="*/ 17 h 34"/>
                  <a:gd name="T4" fmla="*/ 16 w 33"/>
                  <a:gd name="T5" fmla="*/ 0 h 34"/>
                  <a:gd name="T6" fmla="*/ 33 w 33"/>
                  <a:gd name="T7" fmla="*/ 17 h 34"/>
                  <a:gd name="T8" fmla="*/ 16 w 33"/>
                  <a:gd name="T9" fmla="*/ 34 h 34"/>
                  <a:gd name="T10" fmla="*/ 16 w 33"/>
                  <a:gd name="T11" fmla="*/ 7 h 34"/>
                  <a:gd name="T12" fmla="*/ 6 w 33"/>
                  <a:gd name="T13" fmla="*/ 17 h 34"/>
                  <a:gd name="T14" fmla="*/ 16 w 33"/>
                  <a:gd name="T15" fmla="*/ 27 h 34"/>
                  <a:gd name="T16" fmla="*/ 26 w 33"/>
                  <a:gd name="T17" fmla="*/ 17 h 34"/>
                  <a:gd name="T18" fmla="*/ 16 w 33"/>
                  <a:gd name="T1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16" y="34"/>
                    </a:moveTo>
                    <a:cubicBezTo>
                      <a:pt x="7" y="34"/>
                      <a:pt x="0" y="26"/>
                      <a:pt x="0" y="17"/>
                    </a:cubicBezTo>
                    <a:cubicBezTo>
                      <a:pt x="0" y="8"/>
                      <a:pt x="7" y="0"/>
                      <a:pt x="16" y="0"/>
                    </a:cubicBezTo>
                    <a:cubicBezTo>
                      <a:pt x="26" y="0"/>
                      <a:pt x="33" y="8"/>
                      <a:pt x="33" y="17"/>
                    </a:cubicBezTo>
                    <a:cubicBezTo>
                      <a:pt x="33" y="26"/>
                      <a:pt x="26" y="34"/>
                      <a:pt x="16" y="34"/>
                    </a:cubicBezTo>
                    <a:close/>
                    <a:moveTo>
                      <a:pt x="16" y="7"/>
                    </a:moveTo>
                    <a:cubicBezTo>
                      <a:pt x="11" y="7"/>
                      <a:pt x="6" y="12"/>
                      <a:pt x="6" y="17"/>
                    </a:cubicBezTo>
                    <a:cubicBezTo>
                      <a:pt x="6" y="23"/>
                      <a:pt x="11" y="27"/>
                      <a:pt x="16" y="27"/>
                    </a:cubicBezTo>
                    <a:cubicBezTo>
                      <a:pt x="22" y="27"/>
                      <a:pt x="26" y="23"/>
                      <a:pt x="26" y="17"/>
                    </a:cubicBezTo>
                    <a:cubicBezTo>
                      <a:pt x="26" y="12"/>
                      <a:pt x="22" y="7"/>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sp>
            <p:nvSpPr>
              <p:cNvPr id="111" name="Freeform 279">
                <a:extLst>
                  <a:ext uri="{FF2B5EF4-FFF2-40B4-BE49-F238E27FC236}">
                    <a16:creationId xmlns:a16="http://schemas.microsoft.com/office/drawing/2014/main" id="{F9DB63DC-2162-4E3D-A4FE-A7C0428F7402}"/>
                  </a:ext>
                </a:extLst>
              </p:cNvPr>
              <p:cNvSpPr>
                <a:spLocks/>
              </p:cNvSpPr>
              <p:nvPr/>
            </p:nvSpPr>
            <p:spPr bwMode="auto">
              <a:xfrm>
                <a:off x="5123279" y="4148329"/>
                <a:ext cx="260523" cy="281107"/>
              </a:xfrm>
              <a:custGeom>
                <a:avLst/>
                <a:gdLst>
                  <a:gd name="T0" fmla="*/ 85 w 89"/>
                  <a:gd name="T1" fmla="*/ 73 h 96"/>
                  <a:gd name="T2" fmla="*/ 86 w 89"/>
                  <a:gd name="T3" fmla="*/ 59 h 96"/>
                  <a:gd name="T4" fmla="*/ 81 w 89"/>
                  <a:gd name="T5" fmla="*/ 53 h 96"/>
                  <a:gd name="T6" fmla="*/ 75 w 89"/>
                  <a:gd name="T7" fmla="*/ 66 h 96"/>
                  <a:gd name="T8" fmla="*/ 78 w 89"/>
                  <a:gd name="T9" fmla="*/ 75 h 96"/>
                  <a:gd name="T10" fmla="*/ 68 w 89"/>
                  <a:gd name="T11" fmla="*/ 75 h 96"/>
                  <a:gd name="T12" fmla="*/ 54 w 89"/>
                  <a:gd name="T13" fmla="*/ 80 h 96"/>
                  <a:gd name="T14" fmla="*/ 50 w 89"/>
                  <a:gd name="T15" fmla="*/ 89 h 96"/>
                  <a:gd name="T16" fmla="*/ 43 w 89"/>
                  <a:gd name="T17" fmla="*/ 82 h 96"/>
                  <a:gd name="T18" fmla="*/ 29 w 89"/>
                  <a:gd name="T19" fmla="*/ 76 h 96"/>
                  <a:gd name="T20" fmla="*/ 21 w 89"/>
                  <a:gd name="T21" fmla="*/ 79 h 96"/>
                  <a:gd name="T22" fmla="*/ 20 w 89"/>
                  <a:gd name="T23" fmla="*/ 69 h 96"/>
                  <a:gd name="T24" fmla="*/ 15 w 89"/>
                  <a:gd name="T25" fmla="*/ 55 h 96"/>
                  <a:gd name="T26" fmla="*/ 7 w 89"/>
                  <a:gd name="T27" fmla="*/ 51 h 96"/>
                  <a:gd name="T28" fmla="*/ 7 w 89"/>
                  <a:gd name="T29" fmla="*/ 45 h 96"/>
                  <a:gd name="T30" fmla="*/ 15 w 89"/>
                  <a:gd name="T31" fmla="*/ 41 h 96"/>
                  <a:gd name="T32" fmla="*/ 20 w 89"/>
                  <a:gd name="T33" fmla="*/ 28 h 96"/>
                  <a:gd name="T34" fmla="*/ 21 w 89"/>
                  <a:gd name="T35" fmla="*/ 17 h 96"/>
                  <a:gd name="T36" fmla="*/ 29 w 89"/>
                  <a:gd name="T37" fmla="*/ 20 h 96"/>
                  <a:gd name="T38" fmla="*/ 43 w 89"/>
                  <a:gd name="T39" fmla="*/ 14 h 96"/>
                  <a:gd name="T40" fmla="*/ 50 w 89"/>
                  <a:gd name="T41" fmla="*/ 7 h 96"/>
                  <a:gd name="T42" fmla="*/ 54 w 89"/>
                  <a:gd name="T43" fmla="*/ 16 h 96"/>
                  <a:gd name="T44" fmla="*/ 68 w 89"/>
                  <a:gd name="T45" fmla="*/ 21 h 96"/>
                  <a:gd name="T46" fmla="*/ 78 w 89"/>
                  <a:gd name="T47" fmla="*/ 21 h 96"/>
                  <a:gd name="T48" fmla="*/ 75 w 89"/>
                  <a:gd name="T49" fmla="*/ 30 h 96"/>
                  <a:gd name="T50" fmla="*/ 81 w 89"/>
                  <a:gd name="T51" fmla="*/ 43 h 96"/>
                  <a:gd name="T52" fmla="*/ 89 w 89"/>
                  <a:gd name="T53" fmla="*/ 38 h 96"/>
                  <a:gd name="T54" fmla="*/ 82 w 89"/>
                  <a:gd name="T55" fmla="*/ 28 h 96"/>
                  <a:gd name="T56" fmla="*/ 85 w 89"/>
                  <a:gd name="T57" fmla="*/ 19 h 96"/>
                  <a:gd name="T58" fmla="*/ 72 w 89"/>
                  <a:gd name="T59" fmla="*/ 10 h 96"/>
                  <a:gd name="T60" fmla="*/ 67 w 89"/>
                  <a:gd name="T61" fmla="*/ 14 h 96"/>
                  <a:gd name="T62" fmla="*/ 57 w 89"/>
                  <a:gd name="T63" fmla="*/ 4 h 96"/>
                  <a:gd name="T64" fmla="*/ 53 w 89"/>
                  <a:gd name="T65" fmla="*/ 1 h 96"/>
                  <a:gd name="T66" fmla="*/ 41 w 89"/>
                  <a:gd name="T67" fmla="*/ 1 h 96"/>
                  <a:gd name="T68" fmla="*/ 37 w 89"/>
                  <a:gd name="T69" fmla="*/ 10 h 96"/>
                  <a:gd name="T70" fmla="*/ 23 w 89"/>
                  <a:gd name="T71" fmla="*/ 11 h 96"/>
                  <a:gd name="T72" fmla="*/ 19 w 89"/>
                  <a:gd name="T73" fmla="*/ 10 h 96"/>
                  <a:gd name="T74" fmla="*/ 10 w 89"/>
                  <a:gd name="T75" fmla="*/ 24 h 96"/>
                  <a:gd name="T76" fmla="*/ 9 w 89"/>
                  <a:gd name="T77" fmla="*/ 38 h 96"/>
                  <a:gd name="T78" fmla="*/ 0 w 89"/>
                  <a:gd name="T79" fmla="*/ 42 h 96"/>
                  <a:gd name="T80" fmla="*/ 0 w 89"/>
                  <a:gd name="T81" fmla="*/ 48 h 96"/>
                  <a:gd name="T82" fmla="*/ 0 w 89"/>
                  <a:gd name="T83" fmla="*/ 55 h 96"/>
                  <a:gd name="T84" fmla="*/ 9 w 89"/>
                  <a:gd name="T85" fmla="*/ 58 h 96"/>
                  <a:gd name="T86" fmla="*/ 10 w 89"/>
                  <a:gd name="T87" fmla="*/ 73 h 96"/>
                  <a:gd name="T88" fmla="*/ 19 w 89"/>
                  <a:gd name="T89" fmla="*/ 86 h 96"/>
                  <a:gd name="T90" fmla="*/ 23 w 89"/>
                  <a:gd name="T91" fmla="*/ 85 h 96"/>
                  <a:gd name="T92" fmla="*/ 37 w 89"/>
                  <a:gd name="T93" fmla="*/ 87 h 96"/>
                  <a:gd name="T94" fmla="*/ 41 w 89"/>
                  <a:gd name="T95" fmla="*/ 95 h 96"/>
                  <a:gd name="T96" fmla="*/ 47 w 89"/>
                  <a:gd name="T97" fmla="*/ 96 h 96"/>
                  <a:gd name="T98" fmla="*/ 54 w 89"/>
                  <a:gd name="T99" fmla="*/ 95 h 96"/>
                  <a:gd name="T100" fmla="*/ 57 w 89"/>
                  <a:gd name="T101" fmla="*/ 87 h 96"/>
                  <a:gd name="T102" fmla="*/ 71 w 89"/>
                  <a:gd name="T103" fmla="*/ 85 h 96"/>
                  <a:gd name="T104" fmla="*/ 76 w 89"/>
                  <a:gd name="T105" fmla="*/ 86 h 96"/>
                  <a:gd name="T106" fmla="*/ 86 w 89"/>
                  <a:gd name="T107" fmla="*/ 7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96">
                    <a:moveTo>
                      <a:pt x="86" y="74"/>
                    </a:moveTo>
                    <a:cubicBezTo>
                      <a:pt x="86" y="73"/>
                      <a:pt x="85" y="73"/>
                      <a:pt x="85" y="73"/>
                    </a:cubicBezTo>
                    <a:cubicBezTo>
                      <a:pt x="83" y="70"/>
                      <a:pt x="82" y="69"/>
                      <a:pt x="82" y="68"/>
                    </a:cubicBezTo>
                    <a:cubicBezTo>
                      <a:pt x="83" y="65"/>
                      <a:pt x="85" y="62"/>
                      <a:pt x="86" y="59"/>
                    </a:cubicBezTo>
                    <a:cubicBezTo>
                      <a:pt x="86" y="51"/>
                      <a:pt x="86" y="51"/>
                      <a:pt x="86" y="51"/>
                    </a:cubicBezTo>
                    <a:cubicBezTo>
                      <a:pt x="84" y="52"/>
                      <a:pt x="82" y="52"/>
                      <a:pt x="81" y="53"/>
                    </a:cubicBezTo>
                    <a:cubicBezTo>
                      <a:pt x="80" y="53"/>
                      <a:pt x="80" y="54"/>
                      <a:pt x="80" y="55"/>
                    </a:cubicBezTo>
                    <a:cubicBezTo>
                      <a:pt x="79" y="59"/>
                      <a:pt x="77" y="63"/>
                      <a:pt x="75" y="66"/>
                    </a:cubicBezTo>
                    <a:cubicBezTo>
                      <a:pt x="75" y="67"/>
                      <a:pt x="74" y="68"/>
                      <a:pt x="75" y="69"/>
                    </a:cubicBezTo>
                    <a:cubicBezTo>
                      <a:pt x="75" y="70"/>
                      <a:pt x="75" y="71"/>
                      <a:pt x="78" y="75"/>
                    </a:cubicBezTo>
                    <a:cubicBezTo>
                      <a:pt x="77" y="76"/>
                      <a:pt x="75" y="78"/>
                      <a:pt x="74" y="79"/>
                    </a:cubicBezTo>
                    <a:cubicBezTo>
                      <a:pt x="72" y="77"/>
                      <a:pt x="70" y="76"/>
                      <a:pt x="68" y="75"/>
                    </a:cubicBezTo>
                    <a:cubicBezTo>
                      <a:pt x="67" y="75"/>
                      <a:pt x="66" y="75"/>
                      <a:pt x="65" y="76"/>
                    </a:cubicBezTo>
                    <a:cubicBezTo>
                      <a:pt x="62" y="78"/>
                      <a:pt x="58" y="79"/>
                      <a:pt x="54" y="80"/>
                    </a:cubicBezTo>
                    <a:cubicBezTo>
                      <a:pt x="53" y="81"/>
                      <a:pt x="53" y="81"/>
                      <a:pt x="52" y="82"/>
                    </a:cubicBezTo>
                    <a:cubicBezTo>
                      <a:pt x="51" y="83"/>
                      <a:pt x="51" y="86"/>
                      <a:pt x="50" y="89"/>
                    </a:cubicBezTo>
                    <a:cubicBezTo>
                      <a:pt x="48" y="89"/>
                      <a:pt x="46" y="89"/>
                      <a:pt x="44" y="89"/>
                    </a:cubicBezTo>
                    <a:cubicBezTo>
                      <a:pt x="44" y="86"/>
                      <a:pt x="44" y="83"/>
                      <a:pt x="43" y="82"/>
                    </a:cubicBezTo>
                    <a:cubicBezTo>
                      <a:pt x="42" y="81"/>
                      <a:pt x="41" y="81"/>
                      <a:pt x="40" y="80"/>
                    </a:cubicBezTo>
                    <a:cubicBezTo>
                      <a:pt x="37" y="79"/>
                      <a:pt x="33" y="78"/>
                      <a:pt x="29" y="76"/>
                    </a:cubicBezTo>
                    <a:cubicBezTo>
                      <a:pt x="29" y="75"/>
                      <a:pt x="28" y="75"/>
                      <a:pt x="27" y="75"/>
                    </a:cubicBezTo>
                    <a:cubicBezTo>
                      <a:pt x="25" y="76"/>
                      <a:pt x="23" y="77"/>
                      <a:pt x="21" y="79"/>
                    </a:cubicBezTo>
                    <a:cubicBezTo>
                      <a:pt x="19" y="78"/>
                      <a:pt x="18" y="76"/>
                      <a:pt x="17" y="75"/>
                    </a:cubicBezTo>
                    <a:cubicBezTo>
                      <a:pt x="18" y="73"/>
                      <a:pt x="20" y="70"/>
                      <a:pt x="20" y="69"/>
                    </a:cubicBezTo>
                    <a:cubicBezTo>
                      <a:pt x="20" y="68"/>
                      <a:pt x="20" y="67"/>
                      <a:pt x="20" y="66"/>
                    </a:cubicBezTo>
                    <a:cubicBezTo>
                      <a:pt x="17" y="63"/>
                      <a:pt x="16" y="59"/>
                      <a:pt x="15" y="55"/>
                    </a:cubicBezTo>
                    <a:cubicBezTo>
                      <a:pt x="15" y="54"/>
                      <a:pt x="14" y="53"/>
                      <a:pt x="13" y="53"/>
                    </a:cubicBezTo>
                    <a:cubicBezTo>
                      <a:pt x="12" y="52"/>
                      <a:pt x="9" y="51"/>
                      <a:pt x="7" y="51"/>
                    </a:cubicBezTo>
                    <a:cubicBezTo>
                      <a:pt x="7" y="50"/>
                      <a:pt x="7" y="49"/>
                      <a:pt x="7" y="48"/>
                    </a:cubicBezTo>
                    <a:cubicBezTo>
                      <a:pt x="7" y="47"/>
                      <a:pt x="7" y="46"/>
                      <a:pt x="7" y="45"/>
                    </a:cubicBezTo>
                    <a:cubicBezTo>
                      <a:pt x="10" y="45"/>
                      <a:pt x="12" y="44"/>
                      <a:pt x="13" y="43"/>
                    </a:cubicBezTo>
                    <a:cubicBezTo>
                      <a:pt x="14" y="43"/>
                      <a:pt x="15" y="42"/>
                      <a:pt x="15" y="41"/>
                    </a:cubicBezTo>
                    <a:cubicBezTo>
                      <a:pt x="16" y="37"/>
                      <a:pt x="17" y="34"/>
                      <a:pt x="20" y="30"/>
                    </a:cubicBezTo>
                    <a:cubicBezTo>
                      <a:pt x="20" y="29"/>
                      <a:pt x="20" y="28"/>
                      <a:pt x="20" y="28"/>
                    </a:cubicBezTo>
                    <a:cubicBezTo>
                      <a:pt x="20" y="27"/>
                      <a:pt x="19" y="25"/>
                      <a:pt x="17" y="21"/>
                    </a:cubicBezTo>
                    <a:cubicBezTo>
                      <a:pt x="18" y="20"/>
                      <a:pt x="19" y="19"/>
                      <a:pt x="21" y="17"/>
                    </a:cubicBezTo>
                    <a:cubicBezTo>
                      <a:pt x="23" y="19"/>
                      <a:pt x="25" y="21"/>
                      <a:pt x="27" y="21"/>
                    </a:cubicBezTo>
                    <a:cubicBezTo>
                      <a:pt x="28" y="21"/>
                      <a:pt x="29" y="21"/>
                      <a:pt x="29" y="20"/>
                    </a:cubicBezTo>
                    <a:cubicBezTo>
                      <a:pt x="33" y="18"/>
                      <a:pt x="37" y="17"/>
                      <a:pt x="40" y="16"/>
                    </a:cubicBezTo>
                    <a:cubicBezTo>
                      <a:pt x="41" y="16"/>
                      <a:pt x="42" y="15"/>
                      <a:pt x="43" y="14"/>
                    </a:cubicBezTo>
                    <a:cubicBezTo>
                      <a:pt x="44" y="13"/>
                      <a:pt x="44" y="11"/>
                      <a:pt x="44" y="7"/>
                    </a:cubicBezTo>
                    <a:cubicBezTo>
                      <a:pt x="46" y="7"/>
                      <a:pt x="48" y="7"/>
                      <a:pt x="50" y="7"/>
                    </a:cubicBezTo>
                    <a:cubicBezTo>
                      <a:pt x="51" y="10"/>
                      <a:pt x="51" y="13"/>
                      <a:pt x="52" y="14"/>
                    </a:cubicBezTo>
                    <a:cubicBezTo>
                      <a:pt x="53" y="15"/>
                      <a:pt x="53" y="16"/>
                      <a:pt x="54" y="16"/>
                    </a:cubicBezTo>
                    <a:cubicBezTo>
                      <a:pt x="58" y="17"/>
                      <a:pt x="62" y="18"/>
                      <a:pt x="65" y="20"/>
                    </a:cubicBezTo>
                    <a:cubicBezTo>
                      <a:pt x="66" y="21"/>
                      <a:pt x="67" y="21"/>
                      <a:pt x="68" y="21"/>
                    </a:cubicBezTo>
                    <a:cubicBezTo>
                      <a:pt x="70" y="21"/>
                      <a:pt x="72" y="19"/>
                      <a:pt x="74" y="17"/>
                    </a:cubicBezTo>
                    <a:cubicBezTo>
                      <a:pt x="75" y="19"/>
                      <a:pt x="77" y="20"/>
                      <a:pt x="78" y="21"/>
                    </a:cubicBezTo>
                    <a:cubicBezTo>
                      <a:pt x="75" y="25"/>
                      <a:pt x="75" y="27"/>
                      <a:pt x="75" y="28"/>
                    </a:cubicBezTo>
                    <a:cubicBezTo>
                      <a:pt x="74" y="28"/>
                      <a:pt x="75" y="29"/>
                      <a:pt x="75" y="30"/>
                    </a:cubicBezTo>
                    <a:cubicBezTo>
                      <a:pt x="77" y="34"/>
                      <a:pt x="79" y="37"/>
                      <a:pt x="80" y="41"/>
                    </a:cubicBezTo>
                    <a:cubicBezTo>
                      <a:pt x="80" y="42"/>
                      <a:pt x="80" y="43"/>
                      <a:pt x="81" y="43"/>
                    </a:cubicBezTo>
                    <a:cubicBezTo>
                      <a:pt x="82" y="44"/>
                      <a:pt x="84" y="45"/>
                      <a:pt x="86" y="45"/>
                    </a:cubicBezTo>
                    <a:cubicBezTo>
                      <a:pt x="87" y="43"/>
                      <a:pt x="88" y="40"/>
                      <a:pt x="89" y="38"/>
                    </a:cubicBezTo>
                    <a:cubicBezTo>
                      <a:pt x="88" y="38"/>
                      <a:pt x="87" y="38"/>
                      <a:pt x="86" y="38"/>
                    </a:cubicBezTo>
                    <a:cubicBezTo>
                      <a:pt x="85" y="35"/>
                      <a:pt x="84" y="31"/>
                      <a:pt x="82" y="28"/>
                    </a:cubicBezTo>
                    <a:cubicBezTo>
                      <a:pt x="82" y="27"/>
                      <a:pt x="83" y="26"/>
                      <a:pt x="85" y="24"/>
                    </a:cubicBezTo>
                    <a:cubicBezTo>
                      <a:pt x="86" y="22"/>
                      <a:pt x="86" y="21"/>
                      <a:pt x="85" y="19"/>
                    </a:cubicBezTo>
                    <a:cubicBezTo>
                      <a:pt x="83" y="16"/>
                      <a:pt x="80" y="13"/>
                      <a:pt x="76" y="10"/>
                    </a:cubicBezTo>
                    <a:cubicBezTo>
                      <a:pt x="75" y="9"/>
                      <a:pt x="73" y="9"/>
                      <a:pt x="72" y="10"/>
                    </a:cubicBezTo>
                    <a:cubicBezTo>
                      <a:pt x="71" y="11"/>
                      <a:pt x="71" y="11"/>
                      <a:pt x="71" y="11"/>
                    </a:cubicBezTo>
                    <a:cubicBezTo>
                      <a:pt x="70" y="12"/>
                      <a:pt x="68" y="13"/>
                      <a:pt x="67" y="14"/>
                    </a:cubicBezTo>
                    <a:cubicBezTo>
                      <a:pt x="64" y="12"/>
                      <a:pt x="61" y="11"/>
                      <a:pt x="57" y="10"/>
                    </a:cubicBezTo>
                    <a:cubicBezTo>
                      <a:pt x="57" y="9"/>
                      <a:pt x="57" y="7"/>
                      <a:pt x="57" y="4"/>
                    </a:cubicBezTo>
                    <a:cubicBezTo>
                      <a:pt x="57" y="3"/>
                      <a:pt x="55" y="1"/>
                      <a:pt x="54" y="1"/>
                    </a:cubicBezTo>
                    <a:cubicBezTo>
                      <a:pt x="53" y="1"/>
                      <a:pt x="53" y="1"/>
                      <a:pt x="53" y="1"/>
                    </a:cubicBezTo>
                    <a:cubicBezTo>
                      <a:pt x="49" y="0"/>
                      <a:pt x="45" y="0"/>
                      <a:pt x="42" y="1"/>
                    </a:cubicBezTo>
                    <a:cubicBezTo>
                      <a:pt x="41" y="1"/>
                      <a:pt x="41" y="1"/>
                      <a:pt x="41" y="1"/>
                    </a:cubicBezTo>
                    <a:cubicBezTo>
                      <a:pt x="39" y="1"/>
                      <a:pt x="38" y="3"/>
                      <a:pt x="38" y="4"/>
                    </a:cubicBezTo>
                    <a:cubicBezTo>
                      <a:pt x="38" y="7"/>
                      <a:pt x="37" y="9"/>
                      <a:pt x="37" y="10"/>
                    </a:cubicBezTo>
                    <a:cubicBezTo>
                      <a:pt x="34" y="11"/>
                      <a:pt x="30" y="12"/>
                      <a:pt x="27" y="14"/>
                    </a:cubicBezTo>
                    <a:cubicBezTo>
                      <a:pt x="26" y="13"/>
                      <a:pt x="25" y="12"/>
                      <a:pt x="23" y="11"/>
                    </a:cubicBezTo>
                    <a:cubicBezTo>
                      <a:pt x="23" y="10"/>
                      <a:pt x="23" y="10"/>
                      <a:pt x="23" y="10"/>
                    </a:cubicBezTo>
                    <a:cubicBezTo>
                      <a:pt x="22" y="9"/>
                      <a:pt x="20" y="9"/>
                      <a:pt x="19" y="10"/>
                    </a:cubicBezTo>
                    <a:cubicBezTo>
                      <a:pt x="15" y="13"/>
                      <a:pt x="12" y="16"/>
                      <a:pt x="10" y="19"/>
                    </a:cubicBezTo>
                    <a:cubicBezTo>
                      <a:pt x="9" y="21"/>
                      <a:pt x="9" y="22"/>
                      <a:pt x="10" y="24"/>
                    </a:cubicBezTo>
                    <a:cubicBezTo>
                      <a:pt x="11" y="26"/>
                      <a:pt x="12" y="27"/>
                      <a:pt x="13" y="28"/>
                    </a:cubicBezTo>
                    <a:cubicBezTo>
                      <a:pt x="11" y="31"/>
                      <a:pt x="10" y="35"/>
                      <a:pt x="9" y="38"/>
                    </a:cubicBezTo>
                    <a:cubicBezTo>
                      <a:pt x="8" y="38"/>
                      <a:pt x="6" y="38"/>
                      <a:pt x="3" y="39"/>
                    </a:cubicBezTo>
                    <a:cubicBezTo>
                      <a:pt x="2" y="39"/>
                      <a:pt x="1" y="40"/>
                      <a:pt x="0" y="42"/>
                    </a:cubicBezTo>
                    <a:cubicBezTo>
                      <a:pt x="0" y="42"/>
                      <a:pt x="0" y="42"/>
                      <a:pt x="0" y="42"/>
                    </a:cubicBezTo>
                    <a:cubicBezTo>
                      <a:pt x="0" y="44"/>
                      <a:pt x="0" y="46"/>
                      <a:pt x="0" y="48"/>
                    </a:cubicBezTo>
                    <a:cubicBezTo>
                      <a:pt x="0" y="50"/>
                      <a:pt x="0" y="52"/>
                      <a:pt x="0" y="53"/>
                    </a:cubicBezTo>
                    <a:cubicBezTo>
                      <a:pt x="0" y="55"/>
                      <a:pt x="0" y="55"/>
                      <a:pt x="0" y="55"/>
                    </a:cubicBezTo>
                    <a:cubicBezTo>
                      <a:pt x="1" y="56"/>
                      <a:pt x="2" y="57"/>
                      <a:pt x="4" y="57"/>
                    </a:cubicBezTo>
                    <a:cubicBezTo>
                      <a:pt x="6" y="58"/>
                      <a:pt x="8" y="58"/>
                      <a:pt x="9" y="58"/>
                    </a:cubicBezTo>
                    <a:cubicBezTo>
                      <a:pt x="10" y="62"/>
                      <a:pt x="11" y="65"/>
                      <a:pt x="13" y="68"/>
                    </a:cubicBezTo>
                    <a:cubicBezTo>
                      <a:pt x="12" y="69"/>
                      <a:pt x="11" y="70"/>
                      <a:pt x="10" y="73"/>
                    </a:cubicBezTo>
                    <a:cubicBezTo>
                      <a:pt x="9" y="74"/>
                      <a:pt x="9" y="76"/>
                      <a:pt x="10" y="77"/>
                    </a:cubicBezTo>
                    <a:cubicBezTo>
                      <a:pt x="12" y="80"/>
                      <a:pt x="15" y="83"/>
                      <a:pt x="19" y="86"/>
                    </a:cubicBezTo>
                    <a:cubicBezTo>
                      <a:pt x="20" y="87"/>
                      <a:pt x="22" y="87"/>
                      <a:pt x="23" y="86"/>
                    </a:cubicBezTo>
                    <a:cubicBezTo>
                      <a:pt x="23" y="85"/>
                      <a:pt x="23" y="85"/>
                      <a:pt x="23" y="85"/>
                    </a:cubicBezTo>
                    <a:cubicBezTo>
                      <a:pt x="25" y="84"/>
                      <a:pt x="26" y="83"/>
                      <a:pt x="27" y="82"/>
                    </a:cubicBezTo>
                    <a:cubicBezTo>
                      <a:pt x="30" y="84"/>
                      <a:pt x="34" y="86"/>
                      <a:pt x="37" y="87"/>
                    </a:cubicBezTo>
                    <a:cubicBezTo>
                      <a:pt x="37" y="88"/>
                      <a:pt x="38" y="89"/>
                      <a:pt x="38" y="92"/>
                    </a:cubicBezTo>
                    <a:cubicBezTo>
                      <a:pt x="38" y="94"/>
                      <a:pt x="39" y="95"/>
                      <a:pt x="41" y="95"/>
                    </a:cubicBezTo>
                    <a:cubicBezTo>
                      <a:pt x="42" y="95"/>
                      <a:pt x="42" y="95"/>
                      <a:pt x="42" y="95"/>
                    </a:cubicBezTo>
                    <a:cubicBezTo>
                      <a:pt x="44" y="95"/>
                      <a:pt x="45" y="96"/>
                      <a:pt x="47" y="96"/>
                    </a:cubicBezTo>
                    <a:cubicBezTo>
                      <a:pt x="49" y="96"/>
                      <a:pt x="51" y="95"/>
                      <a:pt x="53" y="95"/>
                    </a:cubicBezTo>
                    <a:cubicBezTo>
                      <a:pt x="54" y="95"/>
                      <a:pt x="54" y="95"/>
                      <a:pt x="54" y="95"/>
                    </a:cubicBezTo>
                    <a:cubicBezTo>
                      <a:pt x="55" y="95"/>
                      <a:pt x="57" y="94"/>
                      <a:pt x="57" y="92"/>
                    </a:cubicBezTo>
                    <a:cubicBezTo>
                      <a:pt x="57" y="89"/>
                      <a:pt x="57" y="87"/>
                      <a:pt x="57" y="87"/>
                    </a:cubicBezTo>
                    <a:cubicBezTo>
                      <a:pt x="61" y="86"/>
                      <a:pt x="64" y="84"/>
                      <a:pt x="67" y="82"/>
                    </a:cubicBezTo>
                    <a:cubicBezTo>
                      <a:pt x="68" y="83"/>
                      <a:pt x="70" y="84"/>
                      <a:pt x="71" y="85"/>
                    </a:cubicBezTo>
                    <a:cubicBezTo>
                      <a:pt x="72" y="86"/>
                      <a:pt x="72" y="86"/>
                      <a:pt x="72" y="86"/>
                    </a:cubicBezTo>
                    <a:cubicBezTo>
                      <a:pt x="73" y="87"/>
                      <a:pt x="75" y="87"/>
                      <a:pt x="76" y="86"/>
                    </a:cubicBezTo>
                    <a:cubicBezTo>
                      <a:pt x="79" y="83"/>
                      <a:pt x="83" y="80"/>
                      <a:pt x="85" y="77"/>
                    </a:cubicBezTo>
                    <a:cubicBezTo>
                      <a:pt x="85" y="77"/>
                      <a:pt x="86" y="76"/>
                      <a:pt x="86" y="76"/>
                    </a:cubicBezTo>
                    <a:lnTo>
                      <a:pt x="86"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defTabSz="837848"/>
                <a:endParaRPr lang="en-US" sz="1091" dirty="0">
                  <a:solidFill>
                    <a:prstClr val="black"/>
                  </a:solidFill>
                  <a:latin typeface="Verdana"/>
                </a:endParaRPr>
              </a:p>
            </p:txBody>
          </p:sp>
        </p:grpSp>
      </p:grpSp>
      <p:grpSp>
        <p:nvGrpSpPr>
          <p:cNvPr id="112" name="Group 111">
            <a:extLst>
              <a:ext uri="{FF2B5EF4-FFF2-40B4-BE49-F238E27FC236}">
                <a16:creationId xmlns:a16="http://schemas.microsoft.com/office/drawing/2014/main" id="{909D1631-BB1D-43E4-8C00-321560DA3031}"/>
              </a:ext>
            </a:extLst>
          </p:cNvPr>
          <p:cNvGrpSpPr/>
          <p:nvPr/>
        </p:nvGrpSpPr>
        <p:grpSpPr>
          <a:xfrm>
            <a:off x="4048959" y="1989524"/>
            <a:ext cx="2008907" cy="1944904"/>
            <a:chOff x="383006" y="2483503"/>
            <a:chExt cx="4265911" cy="3873981"/>
          </a:xfrm>
        </p:grpSpPr>
        <p:grpSp>
          <p:nvGrpSpPr>
            <p:cNvPr id="113" name="Group 112">
              <a:extLst>
                <a:ext uri="{FF2B5EF4-FFF2-40B4-BE49-F238E27FC236}">
                  <a16:creationId xmlns:a16="http://schemas.microsoft.com/office/drawing/2014/main" id="{E581974E-5812-4A5B-9EC8-27622B2B441A}"/>
                </a:ext>
              </a:extLst>
            </p:cNvPr>
            <p:cNvGrpSpPr/>
            <p:nvPr/>
          </p:nvGrpSpPr>
          <p:grpSpPr>
            <a:xfrm>
              <a:off x="1937271" y="2737618"/>
              <a:ext cx="1100760" cy="1134308"/>
              <a:chOff x="5104468" y="1364366"/>
              <a:chExt cx="1562659" cy="1605533"/>
            </a:xfrm>
          </p:grpSpPr>
          <p:sp>
            <p:nvSpPr>
              <p:cNvPr id="139" name="Block Arc 138">
                <a:extLst>
                  <a:ext uri="{FF2B5EF4-FFF2-40B4-BE49-F238E27FC236}">
                    <a16:creationId xmlns:a16="http://schemas.microsoft.com/office/drawing/2014/main" id="{1B8C3A2B-2435-47FA-9373-9AEB05151FC1}"/>
                  </a:ext>
                </a:extLst>
              </p:cNvPr>
              <p:cNvSpPr/>
              <p:nvPr/>
            </p:nvSpPr>
            <p:spPr bwMode="gray">
              <a:xfrm rot="10800000">
                <a:off x="5247569" y="1511393"/>
                <a:ext cx="1276456" cy="1311477"/>
              </a:xfrm>
              <a:prstGeom prst="blockArc">
                <a:avLst>
                  <a:gd name="adj1" fmla="val 19230586"/>
                  <a:gd name="adj2" fmla="val 13033067"/>
                  <a:gd name="adj3" fmla="val 1857"/>
                </a:avLst>
              </a:prstGeom>
              <a:solidFill>
                <a:schemeClr val="accent4"/>
              </a:solidFill>
              <a:ln w="19050" algn="ctr">
                <a:no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40" name="Block Arc 139">
                <a:extLst>
                  <a:ext uri="{FF2B5EF4-FFF2-40B4-BE49-F238E27FC236}">
                    <a16:creationId xmlns:a16="http://schemas.microsoft.com/office/drawing/2014/main" id="{2DC4270C-06E4-4DD8-B982-3032A7ADBB31}"/>
                  </a:ext>
                </a:extLst>
              </p:cNvPr>
              <p:cNvSpPr/>
              <p:nvPr/>
            </p:nvSpPr>
            <p:spPr bwMode="gray">
              <a:xfrm>
                <a:off x="5169194" y="1430866"/>
                <a:ext cx="1433206" cy="1472532"/>
              </a:xfrm>
              <a:prstGeom prst="blockArc">
                <a:avLst>
                  <a:gd name="adj1" fmla="val 19230586"/>
                  <a:gd name="adj2" fmla="val 13149094"/>
                  <a:gd name="adj3" fmla="val 1522"/>
                </a:avLst>
              </a:prstGeom>
              <a:solidFill>
                <a:schemeClr val="accent4"/>
              </a:solidFill>
              <a:ln w="19050" algn="ctr">
                <a:no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41" name="Oval 140">
                <a:extLst>
                  <a:ext uri="{FF2B5EF4-FFF2-40B4-BE49-F238E27FC236}">
                    <a16:creationId xmlns:a16="http://schemas.microsoft.com/office/drawing/2014/main" id="{8DCB70FD-DC66-4F48-8749-46F95D60CEA8}"/>
                  </a:ext>
                </a:extLst>
              </p:cNvPr>
              <p:cNvSpPr/>
              <p:nvPr/>
            </p:nvSpPr>
            <p:spPr bwMode="gray">
              <a:xfrm rot="10800000">
                <a:off x="5104468" y="1364366"/>
                <a:ext cx="1562659" cy="1605533"/>
              </a:xfrm>
              <a:prstGeom prst="ellipse">
                <a:avLst/>
              </a:prstGeom>
              <a:noFill/>
              <a:ln w="19050" algn="ctr">
                <a:solidFill>
                  <a:schemeClr val="accent4"/>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42" name="Oval 141">
                <a:hlinkClick r:id="" action="ppaction://noaction"/>
                <a:extLst>
                  <a:ext uri="{FF2B5EF4-FFF2-40B4-BE49-F238E27FC236}">
                    <a16:creationId xmlns:a16="http://schemas.microsoft.com/office/drawing/2014/main" id="{6BE83BFD-78E7-4BC9-94C7-D48FD9258D7B}"/>
                  </a:ext>
                </a:extLst>
              </p:cNvPr>
              <p:cNvSpPr/>
              <p:nvPr/>
            </p:nvSpPr>
            <p:spPr bwMode="gray">
              <a:xfrm>
                <a:off x="5352992" y="1622826"/>
                <a:ext cx="1065605" cy="1094842"/>
              </a:xfrm>
              <a:prstGeom prst="ellipse">
                <a:avLst/>
              </a:prstGeom>
              <a:solidFill>
                <a:schemeClr val="accent4"/>
              </a:solidFill>
              <a:ln w="19050" algn="ctr">
                <a:no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sp>
            <p:nvSpPr>
              <p:cNvPr id="143" name="Freeform 54">
                <a:hlinkClick r:id="" action="ppaction://noaction"/>
                <a:extLst>
                  <a:ext uri="{FF2B5EF4-FFF2-40B4-BE49-F238E27FC236}">
                    <a16:creationId xmlns:a16="http://schemas.microsoft.com/office/drawing/2014/main" id="{D262DA35-5012-49D8-90D0-2A7BB76D475D}"/>
                  </a:ext>
                </a:extLst>
              </p:cNvPr>
              <p:cNvSpPr>
                <a:spLocks noChangeAspect="1" noEditPoints="1"/>
              </p:cNvSpPr>
              <p:nvPr/>
            </p:nvSpPr>
            <p:spPr bwMode="auto">
              <a:xfrm>
                <a:off x="5601288" y="1944981"/>
                <a:ext cx="613197" cy="444299"/>
              </a:xfrm>
              <a:custGeom>
                <a:avLst/>
                <a:gdLst>
                  <a:gd name="T0" fmla="*/ 560 w 588"/>
                  <a:gd name="T1" fmla="*/ 233 h 408"/>
                  <a:gd name="T2" fmla="*/ 560 w 588"/>
                  <a:gd name="T3" fmla="*/ 257 h 408"/>
                  <a:gd name="T4" fmla="*/ 560 w 588"/>
                  <a:gd name="T5" fmla="*/ 233 h 408"/>
                  <a:gd name="T6" fmla="*/ 560 w 588"/>
                  <a:gd name="T7" fmla="*/ 324 h 408"/>
                  <a:gd name="T8" fmla="*/ 560 w 588"/>
                  <a:gd name="T9" fmla="*/ 348 h 408"/>
                  <a:gd name="T10" fmla="*/ 560 w 588"/>
                  <a:gd name="T11" fmla="*/ 324 h 408"/>
                  <a:gd name="T12" fmla="*/ 27 w 588"/>
                  <a:gd name="T13" fmla="*/ 348 h 408"/>
                  <a:gd name="T14" fmla="*/ 27 w 588"/>
                  <a:gd name="T15" fmla="*/ 324 h 408"/>
                  <a:gd name="T16" fmla="*/ 27 w 588"/>
                  <a:gd name="T17" fmla="*/ 348 h 408"/>
                  <a:gd name="T18" fmla="*/ 27 w 588"/>
                  <a:gd name="T19" fmla="*/ 257 h 408"/>
                  <a:gd name="T20" fmla="*/ 27 w 588"/>
                  <a:gd name="T21" fmla="*/ 233 h 408"/>
                  <a:gd name="T22" fmla="*/ 27 w 588"/>
                  <a:gd name="T23" fmla="*/ 257 h 408"/>
                  <a:gd name="T24" fmla="*/ 27 w 588"/>
                  <a:gd name="T25" fmla="*/ 166 h 408"/>
                  <a:gd name="T26" fmla="*/ 27 w 588"/>
                  <a:gd name="T27" fmla="*/ 141 h 408"/>
                  <a:gd name="T28" fmla="*/ 27 w 588"/>
                  <a:gd name="T29" fmla="*/ 166 h 408"/>
                  <a:gd name="T30" fmla="*/ 27 w 588"/>
                  <a:gd name="T31" fmla="*/ 75 h 408"/>
                  <a:gd name="T32" fmla="*/ 27 w 588"/>
                  <a:gd name="T33" fmla="*/ 50 h 408"/>
                  <a:gd name="T34" fmla="*/ 27 w 588"/>
                  <a:gd name="T35" fmla="*/ 75 h 408"/>
                  <a:gd name="T36" fmla="*/ 560 w 588"/>
                  <a:gd name="T37" fmla="*/ 50 h 408"/>
                  <a:gd name="T38" fmla="*/ 560 w 588"/>
                  <a:gd name="T39" fmla="*/ 75 h 408"/>
                  <a:gd name="T40" fmla="*/ 560 w 588"/>
                  <a:gd name="T41" fmla="*/ 50 h 408"/>
                  <a:gd name="T42" fmla="*/ 560 w 588"/>
                  <a:gd name="T43" fmla="*/ 141 h 408"/>
                  <a:gd name="T44" fmla="*/ 560 w 588"/>
                  <a:gd name="T45" fmla="*/ 166 h 408"/>
                  <a:gd name="T46" fmla="*/ 560 w 588"/>
                  <a:gd name="T47" fmla="*/ 141 h 408"/>
                  <a:gd name="T48" fmla="*/ 535 w 588"/>
                  <a:gd name="T49" fmla="*/ 166 h 408"/>
                  <a:gd name="T50" fmla="*/ 588 w 588"/>
                  <a:gd name="T51" fmla="*/ 154 h 408"/>
                  <a:gd name="T52" fmla="*/ 535 w 588"/>
                  <a:gd name="T53" fmla="*/ 141 h 408"/>
                  <a:gd name="T54" fmla="*/ 501 w 588"/>
                  <a:gd name="T55" fmla="*/ 75 h 408"/>
                  <a:gd name="T56" fmla="*/ 560 w 588"/>
                  <a:gd name="T57" fmla="*/ 90 h 408"/>
                  <a:gd name="T58" fmla="*/ 560 w 588"/>
                  <a:gd name="T59" fmla="*/ 35 h 408"/>
                  <a:gd name="T60" fmla="*/ 501 w 588"/>
                  <a:gd name="T61" fmla="*/ 50 h 408"/>
                  <a:gd name="T62" fmla="*/ 450 w 588"/>
                  <a:gd name="T63" fmla="*/ 0 h 408"/>
                  <a:gd name="T64" fmla="*/ 86 w 588"/>
                  <a:gd name="T65" fmla="*/ 50 h 408"/>
                  <a:gd name="T66" fmla="*/ 52 w 588"/>
                  <a:gd name="T67" fmla="*/ 50 h 408"/>
                  <a:gd name="T68" fmla="*/ 0 w 588"/>
                  <a:gd name="T69" fmla="*/ 62 h 408"/>
                  <a:gd name="T70" fmla="*/ 52 w 588"/>
                  <a:gd name="T71" fmla="*/ 75 h 408"/>
                  <a:gd name="T72" fmla="*/ 86 w 588"/>
                  <a:gd name="T73" fmla="*/ 141 h 408"/>
                  <a:gd name="T74" fmla="*/ 27 w 588"/>
                  <a:gd name="T75" fmla="*/ 126 h 408"/>
                  <a:gd name="T76" fmla="*/ 27 w 588"/>
                  <a:gd name="T77" fmla="*/ 181 h 408"/>
                  <a:gd name="T78" fmla="*/ 86 w 588"/>
                  <a:gd name="T79" fmla="*/ 166 h 408"/>
                  <a:gd name="T80" fmla="*/ 52 w 588"/>
                  <a:gd name="T81" fmla="*/ 232 h 408"/>
                  <a:gd name="T82" fmla="*/ 0 w 588"/>
                  <a:gd name="T83" fmla="*/ 245 h 408"/>
                  <a:gd name="T84" fmla="*/ 52 w 588"/>
                  <a:gd name="T85" fmla="*/ 257 h 408"/>
                  <a:gd name="T86" fmla="*/ 86 w 588"/>
                  <a:gd name="T87" fmla="*/ 323 h 408"/>
                  <a:gd name="T88" fmla="*/ 27 w 588"/>
                  <a:gd name="T89" fmla="*/ 308 h 408"/>
                  <a:gd name="T90" fmla="*/ 27 w 588"/>
                  <a:gd name="T91" fmla="*/ 364 h 408"/>
                  <a:gd name="T92" fmla="*/ 86 w 588"/>
                  <a:gd name="T93" fmla="*/ 348 h 408"/>
                  <a:gd name="T94" fmla="*/ 91 w 588"/>
                  <a:gd name="T95" fmla="*/ 381 h 408"/>
                  <a:gd name="T96" fmla="*/ 218 w 588"/>
                  <a:gd name="T97" fmla="*/ 148 h 408"/>
                  <a:gd name="T98" fmla="*/ 350 w 588"/>
                  <a:gd name="T99" fmla="*/ 130 h 408"/>
                  <a:gd name="T100" fmla="*/ 368 w 588"/>
                  <a:gd name="T101" fmla="*/ 260 h 408"/>
                  <a:gd name="T102" fmla="*/ 244 w 588"/>
                  <a:gd name="T103" fmla="*/ 278 h 408"/>
                  <a:gd name="T104" fmla="*/ 136 w 588"/>
                  <a:gd name="T105" fmla="*/ 408 h 408"/>
                  <a:gd name="T106" fmla="*/ 501 w 588"/>
                  <a:gd name="T107" fmla="*/ 358 h 408"/>
                  <a:gd name="T108" fmla="*/ 535 w 588"/>
                  <a:gd name="T109" fmla="*/ 348 h 408"/>
                  <a:gd name="T110" fmla="*/ 588 w 588"/>
                  <a:gd name="T111" fmla="*/ 336 h 408"/>
                  <a:gd name="T112" fmla="*/ 535 w 588"/>
                  <a:gd name="T113" fmla="*/ 323 h 408"/>
                  <a:gd name="T114" fmla="*/ 501 w 588"/>
                  <a:gd name="T115" fmla="*/ 257 h 408"/>
                  <a:gd name="T116" fmla="*/ 560 w 588"/>
                  <a:gd name="T117" fmla="*/ 273 h 408"/>
                  <a:gd name="T118" fmla="*/ 560 w 588"/>
                  <a:gd name="T119" fmla="*/ 217 h 408"/>
                  <a:gd name="T120" fmla="*/ 501 w 588"/>
                  <a:gd name="T121" fmla="*/ 232 h 408"/>
                  <a:gd name="T122" fmla="*/ 535 w 588"/>
                  <a:gd name="T123" fmla="*/ 166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88" h="408">
                    <a:moveTo>
                      <a:pt x="560" y="233"/>
                    </a:moveTo>
                    <a:lnTo>
                      <a:pt x="560" y="233"/>
                    </a:lnTo>
                    <a:cubicBezTo>
                      <a:pt x="567" y="233"/>
                      <a:pt x="572" y="238"/>
                      <a:pt x="572" y="245"/>
                    </a:cubicBezTo>
                    <a:cubicBezTo>
                      <a:pt x="572" y="252"/>
                      <a:pt x="567" y="257"/>
                      <a:pt x="560" y="257"/>
                    </a:cubicBezTo>
                    <a:cubicBezTo>
                      <a:pt x="553" y="257"/>
                      <a:pt x="548" y="252"/>
                      <a:pt x="548" y="245"/>
                    </a:cubicBezTo>
                    <a:cubicBezTo>
                      <a:pt x="548" y="238"/>
                      <a:pt x="553" y="233"/>
                      <a:pt x="560" y="233"/>
                    </a:cubicBezTo>
                    <a:close/>
                    <a:moveTo>
                      <a:pt x="560" y="324"/>
                    </a:moveTo>
                    <a:lnTo>
                      <a:pt x="560" y="324"/>
                    </a:lnTo>
                    <a:cubicBezTo>
                      <a:pt x="567" y="324"/>
                      <a:pt x="572" y="329"/>
                      <a:pt x="572" y="336"/>
                    </a:cubicBezTo>
                    <a:cubicBezTo>
                      <a:pt x="572" y="343"/>
                      <a:pt x="567" y="348"/>
                      <a:pt x="560" y="348"/>
                    </a:cubicBezTo>
                    <a:cubicBezTo>
                      <a:pt x="553" y="348"/>
                      <a:pt x="548" y="343"/>
                      <a:pt x="548" y="336"/>
                    </a:cubicBezTo>
                    <a:cubicBezTo>
                      <a:pt x="548" y="329"/>
                      <a:pt x="553" y="324"/>
                      <a:pt x="560" y="324"/>
                    </a:cubicBezTo>
                    <a:close/>
                    <a:moveTo>
                      <a:pt x="27" y="348"/>
                    </a:moveTo>
                    <a:lnTo>
                      <a:pt x="27" y="348"/>
                    </a:lnTo>
                    <a:cubicBezTo>
                      <a:pt x="20" y="348"/>
                      <a:pt x="15" y="343"/>
                      <a:pt x="15" y="336"/>
                    </a:cubicBezTo>
                    <a:cubicBezTo>
                      <a:pt x="15" y="329"/>
                      <a:pt x="20" y="324"/>
                      <a:pt x="27" y="324"/>
                    </a:cubicBezTo>
                    <a:cubicBezTo>
                      <a:pt x="34" y="324"/>
                      <a:pt x="39" y="329"/>
                      <a:pt x="39" y="336"/>
                    </a:cubicBezTo>
                    <a:cubicBezTo>
                      <a:pt x="39" y="343"/>
                      <a:pt x="34" y="348"/>
                      <a:pt x="27" y="348"/>
                    </a:cubicBezTo>
                    <a:close/>
                    <a:moveTo>
                      <a:pt x="27" y="257"/>
                    </a:moveTo>
                    <a:lnTo>
                      <a:pt x="27" y="257"/>
                    </a:lnTo>
                    <a:cubicBezTo>
                      <a:pt x="20" y="257"/>
                      <a:pt x="15" y="252"/>
                      <a:pt x="15" y="245"/>
                    </a:cubicBezTo>
                    <a:cubicBezTo>
                      <a:pt x="15" y="238"/>
                      <a:pt x="20" y="233"/>
                      <a:pt x="27" y="233"/>
                    </a:cubicBezTo>
                    <a:cubicBezTo>
                      <a:pt x="34" y="233"/>
                      <a:pt x="39" y="238"/>
                      <a:pt x="39" y="245"/>
                    </a:cubicBezTo>
                    <a:cubicBezTo>
                      <a:pt x="39" y="252"/>
                      <a:pt x="34" y="257"/>
                      <a:pt x="27" y="257"/>
                    </a:cubicBezTo>
                    <a:close/>
                    <a:moveTo>
                      <a:pt x="27" y="166"/>
                    </a:moveTo>
                    <a:lnTo>
                      <a:pt x="27" y="166"/>
                    </a:lnTo>
                    <a:cubicBezTo>
                      <a:pt x="20" y="166"/>
                      <a:pt x="15" y="160"/>
                      <a:pt x="15" y="154"/>
                    </a:cubicBezTo>
                    <a:cubicBezTo>
                      <a:pt x="15" y="147"/>
                      <a:pt x="20" y="141"/>
                      <a:pt x="27" y="141"/>
                    </a:cubicBezTo>
                    <a:cubicBezTo>
                      <a:pt x="34" y="141"/>
                      <a:pt x="39" y="147"/>
                      <a:pt x="39" y="154"/>
                    </a:cubicBezTo>
                    <a:cubicBezTo>
                      <a:pt x="39" y="160"/>
                      <a:pt x="34" y="166"/>
                      <a:pt x="27" y="166"/>
                    </a:cubicBezTo>
                    <a:close/>
                    <a:moveTo>
                      <a:pt x="27" y="75"/>
                    </a:moveTo>
                    <a:lnTo>
                      <a:pt x="27" y="75"/>
                    </a:lnTo>
                    <a:cubicBezTo>
                      <a:pt x="20" y="75"/>
                      <a:pt x="15" y="69"/>
                      <a:pt x="15" y="62"/>
                    </a:cubicBezTo>
                    <a:cubicBezTo>
                      <a:pt x="15" y="56"/>
                      <a:pt x="20" y="50"/>
                      <a:pt x="27" y="50"/>
                    </a:cubicBezTo>
                    <a:cubicBezTo>
                      <a:pt x="34" y="50"/>
                      <a:pt x="39" y="56"/>
                      <a:pt x="39" y="62"/>
                    </a:cubicBezTo>
                    <a:cubicBezTo>
                      <a:pt x="39" y="69"/>
                      <a:pt x="34" y="75"/>
                      <a:pt x="27" y="75"/>
                    </a:cubicBezTo>
                    <a:close/>
                    <a:moveTo>
                      <a:pt x="560" y="50"/>
                    </a:moveTo>
                    <a:lnTo>
                      <a:pt x="560" y="50"/>
                    </a:lnTo>
                    <a:cubicBezTo>
                      <a:pt x="567" y="50"/>
                      <a:pt x="572" y="56"/>
                      <a:pt x="572" y="62"/>
                    </a:cubicBezTo>
                    <a:cubicBezTo>
                      <a:pt x="572" y="69"/>
                      <a:pt x="567" y="75"/>
                      <a:pt x="560" y="75"/>
                    </a:cubicBezTo>
                    <a:cubicBezTo>
                      <a:pt x="553" y="75"/>
                      <a:pt x="548" y="69"/>
                      <a:pt x="548" y="62"/>
                    </a:cubicBezTo>
                    <a:cubicBezTo>
                      <a:pt x="548" y="56"/>
                      <a:pt x="553" y="50"/>
                      <a:pt x="560" y="50"/>
                    </a:cubicBezTo>
                    <a:close/>
                    <a:moveTo>
                      <a:pt x="560" y="141"/>
                    </a:moveTo>
                    <a:lnTo>
                      <a:pt x="560" y="141"/>
                    </a:lnTo>
                    <a:cubicBezTo>
                      <a:pt x="567" y="141"/>
                      <a:pt x="572" y="147"/>
                      <a:pt x="572" y="154"/>
                    </a:cubicBezTo>
                    <a:cubicBezTo>
                      <a:pt x="572" y="160"/>
                      <a:pt x="567" y="166"/>
                      <a:pt x="560" y="166"/>
                    </a:cubicBezTo>
                    <a:cubicBezTo>
                      <a:pt x="553" y="166"/>
                      <a:pt x="548" y="160"/>
                      <a:pt x="548" y="154"/>
                    </a:cubicBezTo>
                    <a:cubicBezTo>
                      <a:pt x="548" y="147"/>
                      <a:pt x="553" y="141"/>
                      <a:pt x="560" y="141"/>
                    </a:cubicBezTo>
                    <a:close/>
                    <a:moveTo>
                      <a:pt x="535" y="166"/>
                    </a:moveTo>
                    <a:lnTo>
                      <a:pt x="535" y="166"/>
                    </a:lnTo>
                    <a:cubicBezTo>
                      <a:pt x="540" y="175"/>
                      <a:pt x="549" y="181"/>
                      <a:pt x="560" y="181"/>
                    </a:cubicBezTo>
                    <a:cubicBezTo>
                      <a:pt x="575" y="181"/>
                      <a:pt x="588" y="169"/>
                      <a:pt x="588" y="154"/>
                    </a:cubicBezTo>
                    <a:cubicBezTo>
                      <a:pt x="588" y="138"/>
                      <a:pt x="575" y="126"/>
                      <a:pt x="560" y="126"/>
                    </a:cubicBezTo>
                    <a:cubicBezTo>
                      <a:pt x="549" y="126"/>
                      <a:pt x="540" y="132"/>
                      <a:pt x="535" y="141"/>
                    </a:cubicBezTo>
                    <a:lnTo>
                      <a:pt x="501" y="141"/>
                    </a:lnTo>
                    <a:lnTo>
                      <a:pt x="501" y="75"/>
                    </a:lnTo>
                    <a:lnTo>
                      <a:pt x="535" y="75"/>
                    </a:lnTo>
                    <a:cubicBezTo>
                      <a:pt x="540" y="84"/>
                      <a:pt x="549" y="90"/>
                      <a:pt x="560" y="90"/>
                    </a:cubicBezTo>
                    <a:cubicBezTo>
                      <a:pt x="575" y="90"/>
                      <a:pt x="588" y="78"/>
                      <a:pt x="588" y="62"/>
                    </a:cubicBezTo>
                    <a:cubicBezTo>
                      <a:pt x="588" y="47"/>
                      <a:pt x="575" y="35"/>
                      <a:pt x="560" y="35"/>
                    </a:cubicBezTo>
                    <a:cubicBezTo>
                      <a:pt x="549" y="35"/>
                      <a:pt x="540" y="41"/>
                      <a:pt x="535" y="50"/>
                    </a:cubicBezTo>
                    <a:lnTo>
                      <a:pt x="501" y="50"/>
                    </a:lnTo>
                    <a:lnTo>
                      <a:pt x="501" y="50"/>
                    </a:lnTo>
                    <a:cubicBezTo>
                      <a:pt x="501" y="22"/>
                      <a:pt x="478" y="0"/>
                      <a:pt x="450" y="0"/>
                    </a:cubicBezTo>
                    <a:lnTo>
                      <a:pt x="136" y="0"/>
                    </a:lnTo>
                    <a:cubicBezTo>
                      <a:pt x="108" y="0"/>
                      <a:pt x="86" y="22"/>
                      <a:pt x="86" y="50"/>
                    </a:cubicBezTo>
                    <a:lnTo>
                      <a:pt x="86" y="50"/>
                    </a:lnTo>
                    <a:lnTo>
                      <a:pt x="52" y="50"/>
                    </a:lnTo>
                    <a:cubicBezTo>
                      <a:pt x="47" y="41"/>
                      <a:pt x="38" y="35"/>
                      <a:pt x="27" y="35"/>
                    </a:cubicBezTo>
                    <a:cubicBezTo>
                      <a:pt x="12" y="35"/>
                      <a:pt x="0" y="47"/>
                      <a:pt x="0" y="62"/>
                    </a:cubicBezTo>
                    <a:cubicBezTo>
                      <a:pt x="0" y="78"/>
                      <a:pt x="12" y="90"/>
                      <a:pt x="27" y="90"/>
                    </a:cubicBezTo>
                    <a:cubicBezTo>
                      <a:pt x="38" y="90"/>
                      <a:pt x="47" y="84"/>
                      <a:pt x="52" y="75"/>
                    </a:cubicBezTo>
                    <a:lnTo>
                      <a:pt x="86" y="75"/>
                    </a:lnTo>
                    <a:lnTo>
                      <a:pt x="86" y="141"/>
                    </a:lnTo>
                    <a:lnTo>
                      <a:pt x="52" y="141"/>
                    </a:lnTo>
                    <a:cubicBezTo>
                      <a:pt x="47" y="132"/>
                      <a:pt x="38" y="126"/>
                      <a:pt x="27" y="126"/>
                    </a:cubicBezTo>
                    <a:cubicBezTo>
                      <a:pt x="12" y="126"/>
                      <a:pt x="0" y="138"/>
                      <a:pt x="0" y="154"/>
                    </a:cubicBezTo>
                    <a:cubicBezTo>
                      <a:pt x="0" y="169"/>
                      <a:pt x="12" y="181"/>
                      <a:pt x="27" y="181"/>
                    </a:cubicBezTo>
                    <a:cubicBezTo>
                      <a:pt x="38" y="181"/>
                      <a:pt x="47" y="175"/>
                      <a:pt x="52" y="166"/>
                    </a:cubicBezTo>
                    <a:lnTo>
                      <a:pt x="86" y="166"/>
                    </a:lnTo>
                    <a:lnTo>
                      <a:pt x="86" y="232"/>
                    </a:lnTo>
                    <a:lnTo>
                      <a:pt x="52" y="232"/>
                    </a:lnTo>
                    <a:cubicBezTo>
                      <a:pt x="47" y="223"/>
                      <a:pt x="38" y="217"/>
                      <a:pt x="27" y="217"/>
                    </a:cubicBezTo>
                    <a:cubicBezTo>
                      <a:pt x="12" y="217"/>
                      <a:pt x="0" y="229"/>
                      <a:pt x="0" y="245"/>
                    </a:cubicBezTo>
                    <a:cubicBezTo>
                      <a:pt x="0" y="260"/>
                      <a:pt x="12" y="273"/>
                      <a:pt x="27" y="273"/>
                    </a:cubicBezTo>
                    <a:cubicBezTo>
                      <a:pt x="38" y="273"/>
                      <a:pt x="47" y="266"/>
                      <a:pt x="52" y="257"/>
                    </a:cubicBezTo>
                    <a:lnTo>
                      <a:pt x="86" y="257"/>
                    </a:lnTo>
                    <a:lnTo>
                      <a:pt x="86" y="323"/>
                    </a:lnTo>
                    <a:lnTo>
                      <a:pt x="52" y="323"/>
                    </a:lnTo>
                    <a:cubicBezTo>
                      <a:pt x="47" y="314"/>
                      <a:pt x="38" y="308"/>
                      <a:pt x="27" y="308"/>
                    </a:cubicBezTo>
                    <a:cubicBezTo>
                      <a:pt x="12" y="308"/>
                      <a:pt x="0" y="321"/>
                      <a:pt x="0" y="336"/>
                    </a:cubicBezTo>
                    <a:cubicBezTo>
                      <a:pt x="0" y="351"/>
                      <a:pt x="12" y="364"/>
                      <a:pt x="27" y="364"/>
                    </a:cubicBezTo>
                    <a:cubicBezTo>
                      <a:pt x="38" y="364"/>
                      <a:pt x="47" y="357"/>
                      <a:pt x="52" y="348"/>
                    </a:cubicBezTo>
                    <a:lnTo>
                      <a:pt x="86" y="348"/>
                    </a:lnTo>
                    <a:lnTo>
                      <a:pt x="86" y="358"/>
                    </a:lnTo>
                    <a:cubicBezTo>
                      <a:pt x="86" y="366"/>
                      <a:pt x="88" y="374"/>
                      <a:pt x="91" y="381"/>
                    </a:cubicBezTo>
                    <a:lnTo>
                      <a:pt x="218" y="254"/>
                    </a:lnTo>
                    <a:lnTo>
                      <a:pt x="218" y="148"/>
                    </a:lnTo>
                    <a:cubicBezTo>
                      <a:pt x="218" y="138"/>
                      <a:pt x="226" y="130"/>
                      <a:pt x="236" y="130"/>
                    </a:cubicBezTo>
                    <a:lnTo>
                      <a:pt x="350" y="130"/>
                    </a:lnTo>
                    <a:cubicBezTo>
                      <a:pt x="360" y="130"/>
                      <a:pt x="368" y="138"/>
                      <a:pt x="368" y="148"/>
                    </a:cubicBezTo>
                    <a:lnTo>
                      <a:pt x="368" y="260"/>
                    </a:lnTo>
                    <a:cubicBezTo>
                      <a:pt x="368" y="270"/>
                      <a:pt x="360" y="278"/>
                      <a:pt x="350" y="278"/>
                    </a:cubicBezTo>
                    <a:lnTo>
                      <a:pt x="244" y="278"/>
                    </a:lnTo>
                    <a:lnTo>
                      <a:pt x="118" y="405"/>
                    </a:lnTo>
                    <a:cubicBezTo>
                      <a:pt x="123" y="407"/>
                      <a:pt x="130" y="408"/>
                      <a:pt x="136" y="408"/>
                    </a:cubicBezTo>
                    <a:lnTo>
                      <a:pt x="450" y="408"/>
                    </a:lnTo>
                    <a:cubicBezTo>
                      <a:pt x="478" y="408"/>
                      <a:pt x="501" y="386"/>
                      <a:pt x="501" y="358"/>
                    </a:cubicBezTo>
                    <a:lnTo>
                      <a:pt x="501" y="348"/>
                    </a:lnTo>
                    <a:lnTo>
                      <a:pt x="535" y="348"/>
                    </a:lnTo>
                    <a:cubicBezTo>
                      <a:pt x="540" y="357"/>
                      <a:pt x="549" y="364"/>
                      <a:pt x="560" y="364"/>
                    </a:cubicBezTo>
                    <a:cubicBezTo>
                      <a:pt x="575" y="364"/>
                      <a:pt x="588" y="351"/>
                      <a:pt x="588" y="336"/>
                    </a:cubicBezTo>
                    <a:cubicBezTo>
                      <a:pt x="588" y="321"/>
                      <a:pt x="575" y="308"/>
                      <a:pt x="560" y="308"/>
                    </a:cubicBezTo>
                    <a:cubicBezTo>
                      <a:pt x="549" y="308"/>
                      <a:pt x="540" y="314"/>
                      <a:pt x="535" y="323"/>
                    </a:cubicBezTo>
                    <a:lnTo>
                      <a:pt x="501" y="323"/>
                    </a:lnTo>
                    <a:lnTo>
                      <a:pt x="501" y="257"/>
                    </a:lnTo>
                    <a:lnTo>
                      <a:pt x="535" y="257"/>
                    </a:lnTo>
                    <a:cubicBezTo>
                      <a:pt x="540" y="266"/>
                      <a:pt x="549" y="273"/>
                      <a:pt x="560" y="273"/>
                    </a:cubicBezTo>
                    <a:cubicBezTo>
                      <a:pt x="575" y="273"/>
                      <a:pt x="588" y="260"/>
                      <a:pt x="588" y="245"/>
                    </a:cubicBezTo>
                    <a:cubicBezTo>
                      <a:pt x="588" y="229"/>
                      <a:pt x="575" y="217"/>
                      <a:pt x="560" y="217"/>
                    </a:cubicBezTo>
                    <a:cubicBezTo>
                      <a:pt x="549" y="217"/>
                      <a:pt x="540" y="223"/>
                      <a:pt x="535" y="232"/>
                    </a:cubicBezTo>
                    <a:lnTo>
                      <a:pt x="501" y="232"/>
                    </a:lnTo>
                    <a:lnTo>
                      <a:pt x="501" y="166"/>
                    </a:lnTo>
                    <a:lnTo>
                      <a:pt x="535" y="166"/>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623438">
                  <a:defRPr/>
                </a:pPr>
                <a:endParaRPr lang="en-US" sz="818" b="1" dirty="0">
                  <a:solidFill>
                    <a:prstClr val="black"/>
                  </a:solidFill>
                  <a:latin typeface="Verdana"/>
                </a:endParaRPr>
              </a:p>
            </p:txBody>
          </p:sp>
        </p:grpSp>
        <p:grpSp>
          <p:nvGrpSpPr>
            <p:cNvPr id="114" name="Group 113">
              <a:extLst>
                <a:ext uri="{FF2B5EF4-FFF2-40B4-BE49-F238E27FC236}">
                  <a16:creationId xmlns:a16="http://schemas.microsoft.com/office/drawing/2014/main" id="{5EF86F1B-CDB8-4F2C-8224-3D7AE39BF7B2}"/>
                </a:ext>
              </a:extLst>
            </p:cNvPr>
            <p:cNvGrpSpPr/>
            <p:nvPr/>
          </p:nvGrpSpPr>
          <p:grpSpPr>
            <a:xfrm>
              <a:off x="3389260" y="4905432"/>
              <a:ext cx="1118608" cy="1153332"/>
              <a:chOff x="4589609" y="2011953"/>
              <a:chExt cx="2684038" cy="2717064"/>
            </a:xfrm>
          </p:grpSpPr>
          <p:sp>
            <p:nvSpPr>
              <p:cNvPr id="135" name="Block Arc 134">
                <a:extLst>
                  <a:ext uri="{FF2B5EF4-FFF2-40B4-BE49-F238E27FC236}">
                    <a16:creationId xmlns:a16="http://schemas.microsoft.com/office/drawing/2014/main" id="{A05E2197-8FB0-4995-AE8F-6A1E293E0163}"/>
                  </a:ext>
                </a:extLst>
              </p:cNvPr>
              <p:cNvSpPr/>
              <p:nvPr/>
            </p:nvSpPr>
            <p:spPr bwMode="gray">
              <a:xfrm rot="10800000">
                <a:off x="4835400" y="2260769"/>
                <a:ext cx="2192453" cy="2219430"/>
              </a:xfrm>
              <a:prstGeom prst="blockArc">
                <a:avLst>
                  <a:gd name="adj1" fmla="val 19230586"/>
                  <a:gd name="adj2" fmla="val 13033067"/>
                  <a:gd name="adj3" fmla="val 1857"/>
                </a:avLst>
              </a:prstGeom>
              <a:solidFill>
                <a:srgbClr val="005587"/>
              </a:solidFill>
              <a:ln w="19050" algn="ctr">
                <a:solidFill>
                  <a:srgbClr val="005587"/>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6" name="Block Arc 135">
                <a:extLst>
                  <a:ext uri="{FF2B5EF4-FFF2-40B4-BE49-F238E27FC236}">
                    <a16:creationId xmlns:a16="http://schemas.microsoft.com/office/drawing/2014/main" id="{990004A7-B1F6-41B3-9988-E8B33379A61D}"/>
                  </a:ext>
                </a:extLst>
              </p:cNvPr>
              <p:cNvSpPr/>
              <p:nvPr/>
            </p:nvSpPr>
            <p:spPr bwMode="gray">
              <a:xfrm>
                <a:off x="4700782" y="2124492"/>
                <a:ext cx="2461688" cy="2491984"/>
              </a:xfrm>
              <a:prstGeom prst="blockArc">
                <a:avLst>
                  <a:gd name="adj1" fmla="val 19230586"/>
                  <a:gd name="adj2" fmla="val 13149094"/>
                  <a:gd name="adj3" fmla="val 1522"/>
                </a:avLst>
              </a:prstGeom>
              <a:solidFill>
                <a:srgbClr val="005587"/>
              </a:solidFill>
              <a:ln w="19050" algn="ctr">
                <a:solidFill>
                  <a:srgbClr val="005587"/>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7" name="Oval 136">
                <a:extLst>
                  <a:ext uri="{FF2B5EF4-FFF2-40B4-BE49-F238E27FC236}">
                    <a16:creationId xmlns:a16="http://schemas.microsoft.com/office/drawing/2014/main" id="{6C9F1B93-7940-4F5E-AC44-C60736DCEA17}"/>
                  </a:ext>
                </a:extLst>
              </p:cNvPr>
              <p:cNvSpPr/>
              <p:nvPr/>
            </p:nvSpPr>
            <p:spPr bwMode="gray">
              <a:xfrm rot="10800000">
                <a:off x="4589609" y="2011953"/>
                <a:ext cx="2684038" cy="2717064"/>
              </a:xfrm>
              <a:prstGeom prst="ellipse">
                <a:avLst/>
              </a:prstGeom>
              <a:noFill/>
              <a:ln w="19050" algn="ctr">
                <a:solidFill>
                  <a:srgbClr val="005587"/>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8" name="Oval 137">
                <a:hlinkClick r:id="" action="ppaction://noaction"/>
                <a:extLst>
                  <a:ext uri="{FF2B5EF4-FFF2-40B4-BE49-F238E27FC236}">
                    <a16:creationId xmlns:a16="http://schemas.microsoft.com/office/drawing/2014/main" id="{8B08180B-E421-402F-88E1-587CE7D85C27}"/>
                  </a:ext>
                </a:extLst>
              </p:cNvPr>
              <p:cNvSpPr/>
              <p:nvPr/>
            </p:nvSpPr>
            <p:spPr bwMode="gray">
              <a:xfrm>
                <a:off x="5016480" y="2448518"/>
                <a:ext cx="1830294" cy="1852815"/>
              </a:xfrm>
              <a:prstGeom prst="ellipse">
                <a:avLst/>
              </a:prstGeom>
              <a:solidFill>
                <a:srgbClr val="005587"/>
              </a:solidFill>
              <a:ln w="19050" algn="ctr">
                <a:solidFill>
                  <a:srgbClr val="005587"/>
                </a:solid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grpSp>
        <p:grpSp>
          <p:nvGrpSpPr>
            <p:cNvPr id="115" name="Group 114">
              <a:extLst>
                <a:ext uri="{FF2B5EF4-FFF2-40B4-BE49-F238E27FC236}">
                  <a16:creationId xmlns:a16="http://schemas.microsoft.com/office/drawing/2014/main" id="{08DA9932-F917-4881-8DBA-A02AFDE61F39}"/>
                </a:ext>
              </a:extLst>
            </p:cNvPr>
            <p:cNvGrpSpPr/>
            <p:nvPr/>
          </p:nvGrpSpPr>
          <p:grpSpPr>
            <a:xfrm>
              <a:off x="383006" y="4905432"/>
              <a:ext cx="1141357" cy="1161468"/>
              <a:chOff x="8131763" y="2011952"/>
              <a:chExt cx="2684038" cy="2717064"/>
            </a:xfrm>
          </p:grpSpPr>
          <p:sp>
            <p:nvSpPr>
              <p:cNvPr id="130" name="Block Arc 129">
                <a:extLst>
                  <a:ext uri="{FF2B5EF4-FFF2-40B4-BE49-F238E27FC236}">
                    <a16:creationId xmlns:a16="http://schemas.microsoft.com/office/drawing/2014/main" id="{740B11E5-1BAB-4940-BCC9-BC3F5C115F59}"/>
                  </a:ext>
                </a:extLst>
              </p:cNvPr>
              <p:cNvSpPr/>
              <p:nvPr/>
            </p:nvSpPr>
            <p:spPr bwMode="gray">
              <a:xfrm rot="10800000">
                <a:off x="8377554" y="2260768"/>
                <a:ext cx="2192453" cy="2219430"/>
              </a:xfrm>
              <a:prstGeom prst="blockArc">
                <a:avLst>
                  <a:gd name="adj1" fmla="val 19230586"/>
                  <a:gd name="adj2" fmla="val 13033067"/>
                  <a:gd name="adj3" fmla="val 1857"/>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1" name="Block Arc 130">
                <a:extLst>
                  <a:ext uri="{FF2B5EF4-FFF2-40B4-BE49-F238E27FC236}">
                    <a16:creationId xmlns:a16="http://schemas.microsoft.com/office/drawing/2014/main" id="{DAA7D466-2624-4BEF-8388-C5758EAE3C8E}"/>
                  </a:ext>
                </a:extLst>
              </p:cNvPr>
              <p:cNvSpPr/>
              <p:nvPr/>
            </p:nvSpPr>
            <p:spPr bwMode="gray">
              <a:xfrm>
                <a:off x="8242936" y="2124491"/>
                <a:ext cx="2461688" cy="2491984"/>
              </a:xfrm>
              <a:prstGeom prst="blockArc">
                <a:avLst>
                  <a:gd name="adj1" fmla="val 19230586"/>
                  <a:gd name="adj2" fmla="val 13149094"/>
                  <a:gd name="adj3" fmla="val 1522"/>
                </a:avLst>
              </a:prstGeom>
              <a:solidFill>
                <a:srgbClr val="009A44"/>
              </a:solidFill>
              <a:ln w="19050" algn="ctr">
                <a:solidFill>
                  <a:srgbClr val="009A44"/>
                </a:solidFill>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2" name="Oval 131">
                <a:extLst>
                  <a:ext uri="{FF2B5EF4-FFF2-40B4-BE49-F238E27FC236}">
                    <a16:creationId xmlns:a16="http://schemas.microsoft.com/office/drawing/2014/main" id="{339B86F8-8313-48C8-8231-06623157A0B4}"/>
                  </a:ext>
                </a:extLst>
              </p:cNvPr>
              <p:cNvSpPr/>
              <p:nvPr/>
            </p:nvSpPr>
            <p:spPr bwMode="gray">
              <a:xfrm rot="10800000">
                <a:off x="8131763" y="2011952"/>
                <a:ext cx="2684038" cy="2717064"/>
              </a:xfrm>
              <a:prstGeom prst="ellipse">
                <a:avLst/>
              </a:prstGeom>
              <a:noFill/>
              <a:ln w="19050" algn="ctr">
                <a:solidFill>
                  <a:srgbClr val="009A44"/>
                </a:solidFill>
                <a:prstDash val="dashDot"/>
                <a:miter lim="800000"/>
                <a:headEnd/>
                <a:tailEnd/>
              </a:ln>
            </p:spPr>
            <p:txBody>
              <a:bodyPr wrap="square" lIns="60614" tIns="60614" rIns="60614" bIns="60614" rtlCol="0" anchor="ctr"/>
              <a:lstStyle/>
              <a:p>
                <a:pPr algn="ctr" defTabSz="623438">
                  <a:lnSpc>
                    <a:spcPct val="106000"/>
                  </a:lnSpc>
                  <a:defRPr/>
                </a:pPr>
                <a:endParaRPr lang="en-US" sz="750" b="1" dirty="0">
                  <a:solidFill>
                    <a:prstClr val="white"/>
                  </a:solidFill>
                  <a:latin typeface="Verdana"/>
                </a:endParaRPr>
              </a:p>
            </p:txBody>
          </p:sp>
          <p:sp>
            <p:nvSpPr>
              <p:cNvPr id="133" name="Oval 132">
                <a:hlinkClick r:id="" action="ppaction://noaction"/>
                <a:extLst>
                  <a:ext uri="{FF2B5EF4-FFF2-40B4-BE49-F238E27FC236}">
                    <a16:creationId xmlns:a16="http://schemas.microsoft.com/office/drawing/2014/main" id="{5DAE588D-032E-4652-B989-9E2287531744}"/>
                  </a:ext>
                </a:extLst>
              </p:cNvPr>
              <p:cNvSpPr/>
              <p:nvPr/>
            </p:nvSpPr>
            <p:spPr bwMode="gray">
              <a:xfrm>
                <a:off x="8558634" y="2448517"/>
                <a:ext cx="1830294" cy="1852815"/>
              </a:xfrm>
              <a:prstGeom prst="ellipse">
                <a:avLst/>
              </a:prstGeom>
              <a:solidFill>
                <a:srgbClr val="009A44"/>
              </a:solidFill>
              <a:ln w="19050" algn="ctr">
                <a:noFill/>
                <a:miter lim="800000"/>
                <a:headEnd/>
                <a:tailEnd/>
              </a:ln>
            </p:spPr>
            <p:txBody>
              <a:bodyPr wrap="none" lIns="0" tIns="60614" rIns="0" bIns="60614" rtlCol="0" anchor="ctr"/>
              <a:lstStyle/>
              <a:p>
                <a:pPr algn="ctr" defTabSz="623438">
                  <a:lnSpc>
                    <a:spcPct val="106000"/>
                  </a:lnSpc>
                  <a:defRPr/>
                </a:pPr>
                <a:endParaRPr lang="en-US" sz="341" b="1" dirty="0">
                  <a:solidFill>
                    <a:prstClr val="white"/>
                  </a:solidFill>
                  <a:latin typeface="Verdana"/>
                </a:endParaRPr>
              </a:p>
            </p:txBody>
          </p:sp>
          <p:sp>
            <p:nvSpPr>
              <p:cNvPr id="134" name="Freeform 5">
                <a:hlinkClick r:id="" action="ppaction://noaction"/>
                <a:extLst>
                  <a:ext uri="{FF2B5EF4-FFF2-40B4-BE49-F238E27FC236}">
                    <a16:creationId xmlns:a16="http://schemas.microsoft.com/office/drawing/2014/main" id="{41850A79-F989-4863-8BFF-7E9CEBD8B6D9}"/>
                  </a:ext>
                </a:extLst>
              </p:cNvPr>
              <p:cNvSpPr>
                <a:spLocks noChangeAspect="1" noEditPoints="1"/>
              </p:cNvSpPr>
              <p:nvPr/>
            </p:nvSpPr>
            <p:spPr bwMode="auto">
              <a:xfrm>
                <a:off x="8981499" y="2855836"/>
                <a:ext cx="984562" cy="906646"/>
              </a:xfrm>
              <a:custGeom>
                <a:avLst/>
                <a:gdLst>
                  <a:gd name="T0" fmla="*/ 630 w 676"/>
                  <a:gd name="T1" fmla="*/ 155 h 627"/>
                  <a:gd name="T2" fmla="*/ 520 w 676"/>
                  <a:gd name="T3" fmla="*/ 160 h 627"/>
                  <a:gd name="T4" fmla="*/ 378 w 676"/>
                  <a:gd name="T5" fmla="*/ 135 h 627"/>
                  <a:gd name="T6" fmla="*/ 299 w 676"/>
                  <a:gd name="T7" fmla="*/ 128 h 627"/>
                  <a:gd name="T8" fmla="*/ 153 w 676"/>
                  <a:gd name="T9" fmla="*/ 171 h 627"/>
                  <a:gd name="T10" fmla="*/ 45 w 676"/>
                  <a:gd name="T11" fmla="*/ 166 h 627"/>
                  <a:gd name="T12" fmla="*/ 0 w 676"/>
                  <a:gd name="T13" fmla="*/ 349 h 627"/>
                  <a:gd name="T14" fmla="*/ 30 w 676"/>
                  <a:gd name="T15" fmla="*/ 349 h 627"/>
                  <a:gd name="T16" fmla="*/ 50 w 676"/>
                  <a:gd name="T17" fmla="*/ 211 h 627"/>
                  <a:gd name="T18" fmla="*/ 81 w 676"/>
                  <a:gd name="T19" fmla="*/ 581 h 627"/>
                  <a:gd name="T20" fmla="*/ 131 w 676"/>
                  <a:gd name="T21" fmla="*/ 541 h 627"/>
                  <a:gd name="T22" fmla="*/ 150 w 676"/>
                  <a:gd name="T23" fmla="*/ 211 h 627"/>
                  <a:gd name="T24" fmla="*/ 165 w 676"/>
                  <a:gd name="T25" fmla="*/ 370 h 627"/>
                  <a:gd name="T26" fmla="*/ 179 w 676"/>
                  <a:gd name="T27" fmla="*/ 187 h 627"/>
                  <a:gd name="T28" fmla="*/ 198 w 676"/>
                  <a:gd name="T29" fmla="*/ 579 h 627"/>
                  <a:gd name="T30" fmla="*/ 271 w 676"/>
                  <a:gd name="T31" fmla="*/ 627 h 627"/>
                  <a:gd name="T32" fmla="*/ 304 w 676"/>
                  <a:gd name="T33" fmla="*/ 187 h 627"/>
                  <a:gd name="T34" fmla="*/ 323 w 676"/>
                  <a:gd name="T35" fmla="*/ 347 h 627"/>
                  <a:gd name="T36" fmla="*/ 350 w 676"/>
                  <a:gd name="T37" fmla="*/ 348 h 627"/>
                  <a:gd name="T38" fmla="*/ 369 w 676"/>
                  <a:gd name="T39" fmla="*/ 196 h 627"/>
                  <a:gd name="T40" fmla="*/ 408 w 676"/>
                  <a:gd name="T41" fmla="*/ 623 h 627"/>
                  <a:gd name="T42" fmla="*/ 479 w 676"/>
                  <a:gd name="T43" fmla="*/ 568 h 627"/>
                  <a:gd name="T44" fmla="*/ 498 w 676"/>
                  <a:gd name="T45" fmla="*/ 196 h 627"/>
                  <a:gd name="T46" fmla="*/ 511 w 676"/>
                  <a:gd name="T47" fmla="*/ 370 h 627"/>
                  <a:gd name="T48" fmla="*/ 528 w 676"/>
                  <a:gd name="T49" fmla="*/ 211 h 627"/>
                  <a:gd name="T50" fmla="*/ 546 w 676"/>
                  <a:gd name="T51" fmla="*/ 529 h 627"/>
                  <a:gd name="T52" fmla="*/ 604 w 676"/>
                  <a:gd name="T53" fmla="*/ 570 h 627"/>
                  <a:gd name="T54" fmla="*/ 628 w 676"/>
                  <a:gd name="T55" fmla="*/ 211 h 627"/>
                  <a:gd name="T56" fmla="*/ 647 w 676"/>
                  <a:gd name="T57" fmla="*/ 352 h 627"/>
                  <a:gd name="T58" fmla="*/ 676 w 676"/>
                  <a:gd name="T59" fmla="*/ 353 h 627"/>
                  <a:gd name="T60" fmla="*/ 630 w 676"/>
                  <a:gd name="T61" fmla="*/ 155 h 627"/>
                  <a:gd name="T62" fmla="*/ 584 w 676"/>
                  <a:gd name="T63" fmla="*/ 135 h 627"/>
                  <a:gd name="T64" fmla="*/ 584 w 676"/>
                  <a:gd name="T65" fmla="*/ 52 h 627"/>
                  <a:gd name="T66" fmla="*/ 584 w 676"/>
                  <a:gd name="T67" fmla="*/ 135 h 627"/>
                  <a:gd name="T68" fmla="*/ 88 w 676"/>
                  <a:gd name="T69" fmla="*/ 147 h 627"/>
                  <a:gd name="T70" fmla="*/ 88 w 676"/>
                  <a:gd name="T71" fmla="*/ 64 h 627"/>
                  <a:gd name="T72" fmla="*/ 88 w 676"/>
                  <a:gd name="T73" fmla="*/ 147 h 627"/>
                  <a:gd name="T74" fmla="*/ 423 w 676"/>
                  <a:gd name="T75" fmla="*/ 115 h 627"/>
                  <a:gd name="T76" fmla="*/ 423 w 676"/>
                  <a:gd name="T77" fmla="*/ 15 h 627"/>
                  <a:gd name="T78" fmla="*/ 423 w 676"/>
                  <a:gd name="T79" fmla="*/ 115 h 627"/>
                  <a:gd name="T80" fmla="*/ 250 w 676"/>
                  <a:gd name="T81" fmla="*/ 100 h 627"/>
                  <a:gd name="T82" fmla="*/ 250 w 676"/>
                  <a:gd name="T83" fmla="*/ 0 h 627"/>
                  <a:gd name="T84" fmla="*/ 250 w 676"/>
                  <a:gd name="T85" fmla="*/ 100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6" h="627">
                    <a:moveTo>
                      <a:pt x="630" y="155"/>
                    </a:moveTo>
                    <a:lnTo>
                      <a:pt x="630" y="155"/>
                    </a:lnTo>
                    <a:lnTo>
                      <a:pt x="538" y="155"/>
                    </a:lnTo>
                    <a:cubicBezTo>
                      <a:pt x="532" y="155"/>
                      <a:pt x="525" y="157"/>
                      <a:pt x="520" y="160"/>
                    </a:cubicBezTo>
                    <a:cubicBezTo>
                      <a:pt x="510" y="141"/>
                      <a:pt x="492" y="135"/>
                      <a:pt x="472" y="135"/>
                    </a:cubicBezTo>
                    <a:lnTo>
                      <a:pt x="378" y="135"/>
                    </a:lnTo>
                    <a:cubicBezTo>
                      <a:pt x="362" y="135"/>
                      <a:pt x="348" y="135"/>
                      <a:pt x="338" y="148"/>
                    </a:cubicBezTo>
                    <a:cubicBezTo>
                      <a:pt x="328" y="135"/>
                      <a:pt x="314" y="128"/>
                      <a:pt x="299" y="128"/>
                    </a:cubicBezTo>
                    <a:lnTo>
                      <a:pt x="204" y="128"/>
                    </a:lnTo>
                    <a:cubicBezTo>
                      <a:pt x="180" y="128"/>
                      <a:pt x="160" y="146"/>
                      <a:pt x="153" y="171"/>
                    </a:cubicBezTo>
                    <a:cubicBezTo>
                      <a:pt x="147" y="168"/>
                      <a:pt x="130" y="166"/>
                      <a:pt x="124" y="166"/>
                    </a:cubicBezTo>
                    <a:lnTo>
                      <a:pt x="45" y="166"/>
                    </a:lnTo>
                    <a:cubicBezTo>
                      <a:pt x="20" y="166"/>
                      <a:pt x="0" y="190"/>
                      <a:pt x="0" y="220"/>
                    </a:cubicBezTo>
                    <a:lnTo>
                      <a:pt x="0" y="349"/>
                    </a:lnTo>
                    <a:cubicBezTo>
                      <a:pt x="0" y="359"/>
                      <a:pt x="2" y="369"/>
                      <a:pt x="15" y="369"/>
                    </a:cubicBezTo>
                    <a:cubicBezTo>
                      <a:pt x="28" y="369"/>
                      <a:pt x="30" y="359"/>
                      <a:pt x="30" y="349"/>
                    </a:cubicBezTo>
                    <a:cubicBezTo>
                      <a:pt x="30" y="337"/>
                      <a:pt x="31" y="211"/>
                      <a:pt x="31" y="211"/>
                    </a:cubicBezTo>
                    <a:lnTo>
                      <a:pt x="50" y="211"/>
                    </a:lnTo>
                    <a:cubicBezTo>
                      <a:pt x="50" y="211"/>
                      <a:pt x="49" y="530"/>
                      <a:pt x="49" y="546"/>
                    </a:cubicBezTo>
                    <a:cubicBezTo>
                      <a:pt x="50" y="580"/>
                      <a:pt x="69" y="581"/>
                      <a:pt x="81" y="581"/>
                    </a:cubicBezTo>
                    <a:lnTo>
                      <a:pt x="101" y="581"/>
                    </a:lnTo>
                    <a:cubicBezTo>
                      <a:pt x="112" y="581"/>
                      <a:pt x="129" y="580"/>
                      <a:pt x="131" y="541"/>
                    </a:cubicBezTo>
                    <a:cubicBezTo>
                      <a:pt x="131" y="524"/>
                      <a:pt x="131" y="211"/>
                      <a:pt x="131" y="211"/>
                    </a:cubicBezTo>
                    <a:lnTo>
                      <a:pt x="150" y="211"/>
                    </a:lnTo>
                    <a:lnTo>
                      <a:pt x="150" y="353"/>
                    </a:lnTo>
                    <a:cubicBezTo>
                      <a:pt x="150" y="367"/>
                      <a:pt x="155" y="370"/>
                      <a:pt x="165" y="370"/>
                    </a:cubicBezTo>
                    <a:cubicBezTo>
                      <a:pt x="175" y="370"/>
                      <a:pt x="180" y="363"/>
                      <a:pt x="180" y="351"/>
                    </a:cubicBezTo>
                    <a:cubicBezTo>
                      <a:pt x="180" y="344"/>
                      <a:pt x="179" y="187"/>
                      <a:pt x="179" y="187"/>
                    </a:cubicBezTo>
                    <a:lnTo>
                      <a:pt x="198" y="187"/>
                    </a:lnTo>
                    <a:cubicBezTo>
                      <a:pt x="198" y="187"/>
                      <a:pt x="198" y="555"/>
                      <a:pt x="198" y="579"/>
                    </a:cubicBezTo>
                    <a:cubicBezTo>
                      <a:pt x="199" y="620"/>
                      <a:pt x="221" y="627"/>
                      <a:pt x="235" y="627"/>
                    </a:cubicBezTo>
                    <a:lnTo>
                      <a:pt x="271" y="627"/>
                    </a:lnTo>
                    <a:cubicBezTo>
                      <a:pt x="285" y="627"/>
                      <a:pt x="303" y="620"/>
                      <a:pt x="305" y="573"/>
                    </a:cubicBezTo>
                    <a:cubicBezTo>
                      <a:pt x="306" y="554"/>
                      <a:pt x="304" y="187"/>
                      <a:pt x="304" y="187"/>
                    </a:cubicBezTo>
                    <a:lnTo>
                      <a:pt x="323" y="187"/>
                    </a:lnTo>
                    <a:lnTo>
                      <a:pt x="323" y="347"/>
                    </a:lnTo>
                    <a:cubicBezTo>
                      <a:pt x="323" y="363"/>
                      <a:pt x="325" y="369"/>
                      <a:pt x="338" y="369"/>
                    </a:cubicBezTo>
                    <a:cubicBezTo>
                      <a:pt x="348" y="369"/>
                      <a:pt x="350" y="362"/>
                      <a:pt x="350" y="348"/>
                    </a:cubicBezTo>
                    <a:cubicBezTo>
                      <a:pt x="350" y="338"/>
                      <a:pt x="351" y="196"/>
                      <a:pt x="351" y="196"/>
                    </a:cubicBezTo>
                    <a:lnTo>
                      <a:pt x="369" y="196"/>
                    </a:lnTo>
                    <a:cubicBezTo>
                      <a:pt x="369" y="196"/>
                      <a:pt x="370" y="551"/>
                      <a:pt x="370" y="575"/>
                    </a:cubicBezTo>
                    <a:cubicBezTo>
                      <a:pt x="371" y="615"/>
                      <a:pt x="395" y="623"/>
                      <a:pt x="408" y="623"/>
                    </a:cubicBezTo>
                    <a:lnTo>
                      <a:pt x="445" y="623"/>
                    </a:lnTo>
                    <a:cubicBezTo>
                      <a:pt x="458" y="623"/>
                      <a:pt x="477" y="615"/>
                      <a:pt x="479" y="568"/>
                    </a:cubicBezTo>
                    <a:cubicBezTo>
                      <a:pt x="480" y="546"/>
                      <a:pt x="479" y="196"/>
                      <a:pt x="479" y="196"/>
                    </a:cubicBezTo>
                    <a:lnTo>
                      <a:pt x="498" y="196"/>
                    </a:lnTo>
                    <a:cubicBezTo>
                      <a:pt x="498" y="196"/>
                      <a:pt x="498" y="333"/>
                      <a:pt x="498" y="348"/>
                    </a:cubicBezTo>
                    <a:cubicBezTo>
                      <a:pt x="498" y="360"/>
                      <a:pt x="501" y="370"/>
                      <a:pt x="511" y="370"/>
                    </a:cubicBezTo>
                    <a:cubicBezTo>
                      <a:pt x="523" y="370"/>
                      <a:pt x="526" y="365"/>
                      <a:pt x="527" y="354"/>
                    </a:cubicBezTo>
                    <a:cubicBezTo>
                      <a:pt x="527" y="372"/>
                      <a:pt x="528" y="211"/>
                      <a:pt x="528" y="211"/>
                    </a:cubicBezTo>
                    <a:lnTo>
                      <a:pt x="546" y="211"/>
                    </a:lnTo>
                    <a:cubicBezTo>
                      <a:pt x="546" y="211"/>
                      <a:pt x="546" y="524"/>
                      <a:pt x="546" y="529"/>
                    </a:cubicBezTo>
                    <a:cubicBezTo>
                      <a:pt x="547" y="563"/>
                      <a:pt x="558" y="570"/>
                      <a:pt x="569" y="570"/>
                    </a:cubicBezTo>
                    <a:lnTo>
                      <a:pt x="604" y="570"/>
                    </a:lnTo>
                    <a:cubicBezTo>
                      <a:pt x="615" y="570"/>
                      <a:pt x="627" y="563"/>
                      <a:pt x="628" y="524"/>
                    </a:cubicBezTo>
                    <a:cubicBezTo>
                      <a:pt x="629" y="504"/>
                      <a:pt x="628" y="211"/>
                      <a:pt x="628" y="211"/>
                    </a:cubicBezTo>
                    <a:lnTo>
                      <a:pt x="647" y="211"/>
                    </a:lnTo>
                    <a:lnTo>
                      <a:pt x="647" y="352"/>
                    </a:lnTo>
                    <a:cubicBezTo>
                      <a:pt x="647" y="362"/>
                      <a:pt x="653" y="369"/>
                      <a:pt x="662" y="369"/>
                    </a:cubicBezTo>
                    <a:cubicBezTo>
                      <a:pt x="671" y="369"/>
                      <a:pt x="676" y="363"/>
                      <a:pt x="676" y="353"/>
                    </a:cubicBezTo>
                    <a:lnTo>
                      <a:pt x="676" y="215"/>
                    </a:lnTo>
                    <a:cubicBezTo>
                      <a:pt x="676" y="186"/>
                      <a:pt x="655" y="155"/>
                      <a:pt x="630" y="155"/>
                    </a:cubicBezTo>
                    <a:close/>
                    <a:moveTo>
                      <a:pt x="584" y="135"/>
                    </a:moveTo>
                    <a:lnTo>
                      <a:pt x="584" y="135"/>
                    </a:lnTo>
                    <a:cubicBezTo>
                      <a:pt x="607" y="135"/>
                      <a:pt x="626" y="116"/>
                      <a:pt x="626" y="93"/>
                    </a:cubicBezTo>
                    <a:cubicBezTo>
                      <a:pt x="626" y="70"/>
                      <a:pt x="607" y="52"/>
                      <a:pt x="584" y="52"/>
                    </a:cubicBezTo>
                    <a:cubicBezTo>
                      <a:pt x="562" y="52"/>
                      <a:pt x="543" y="70"/>
                      <a:pt x="543" y="93"/>
                    </a:cubicBezTo>
                    <a:cubicBezTo>
                      <a:pt x="543" y="116"/>
                      <a:pt x="562" y="135"/>
                      <a:pt x="584" y="135"/>
                    </a:cubicBezTo>
                    <a:close/>
                    <a:moveTo>
                      <a:pt x="88" y="147"/>
                    </a:moveTo>
                    <a:lnTo>
                      <a:pt x="88" y="147"/>
                    </a:lnTo>
                    <a:cubicBezTo>
                      <a:pt x="111" y="147"/>
                      <a:pt x="130" y="128"/>
                      <a:pt x="130" y="105"/>
                    </a:cubicBezTo>
                    <a:cubicBezTo>
                      <a:pt x="130" y="82"/>
                      <a:pt x="111" y="64"/>
                      <a:pt x="88" y="64"/>
                    </a:cubicBezTo>
                    <a:cubicBezTo>
                      <a:pt x="65" y="64"/>
                      <a:pt x="47" y="82"/>
                      <a:pt x="47" y="105"/>
                    </a:cubicBezTo>
                    <a:cubicBezTo>
                      <a:pt x="47" y="128"/>
                      <a:pt x="65" y="147"/>
                      <a:pt x="88" y="147"/>
                    </a:cubicBezTo>
                    <a:close/>
                    <a:moveTo>
                      <a:pt x="423" y="115"/>
                    </a:moveTo>
                    <a:lnTo>
                      <a:pt x="423" y="115"/>
                    </a:lnTo>
                    <a:cubicBezTo>
                      <a:pt x="451" y="115"/>
                      <a:pt x="473" y="93"/>
                      <a:pt x="473" y="65"/>
                    </a:cubicBezTo>
                    <a:cubicBezTo>
                      <a:pt x="473" y="37"/>
                      <a:pt x="451" y="15"/>
                      <a:pt x="423" y="15"/>
                    </a:cubicBezTo>
                    <a:cubicBezTo>
                      <a:pt x="396" y="15"/>
                      <a:pt x="373" y="37"/>
                      <a:pt x="373" y="65"/>
                    </a:cubicBezTo>
                    <a:cubicBezTo>
                      <a:pt x="373" y="93"/>
                      <a:pt x="396" y="115"/>
                      <a:pt x="423" y="115"/>
                    </a:cubicBezTo>
                    <a:close/>
                    <a:moveTo>
                      <a:pt x="250" y="100"/>
                    </a:moveTo>
                    <a:lnTo>
                      <a:pt x="250" y="100"/>
                    </a:lnTo>
                    <a:cubicBezTo>
                      <a:pt x="277" y="100"/>
                      <a:pt x="300" y="77"/>
                      <a:pt x="300" y="49"/>
                    </a:cubicBezTo>
                    <a:cubicBezTo>
                      <a:pt x="300" y="22"/>
                      <a:pt x="277" y="0"/>
                      <a:pt x="250" y="0"/>
                    </a:cubicBezTo>
                    <a:cubicBezTo>
                      <a:pt x="222" y="0"/>
                      <a:pt x="200" y="22"/>
                      <a:pt x="200" y="49"/>
                    </a:cubicBezTo>
                    <a:cubicBezTo>
                      <a:pt x="200" y="77"/>
                      <a:pt x="222" y="100"/>
                      <a:pt x="250" y="100"/>
                    </a:cubicBez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623438">
                  <a:defRPr/>
                </a:pPr>
                <a:endParaRPr lang="en-US" sz="818" b="1" dirty="0">
                  <a:solidFill>
                    <a:prstClr val="black"/>
                  </a:solidFill>
                  <a:latin typeface="Verdana"/>
                </a:endParaRPr>
              </a:p>
            </p:txBody>
          </p:sp>
        </p:grpSp>
        <p:sp>
          <p:nvSpPr>
            <p:cNvPr id="116" name="TextBox 115">
              <a:hlinkClick r:id="" action="ppaction://noaction"/>
              <a:extLst>
                <a:ext uri="{FF2B5EF4-FFF2-40B4-BE49-F238E27FC236}">
                  <a16:creationId xmlns:a16="http://schemas.microsoft.com/office/drawing/2014/main" id="{8B1EC19F-C41F-4A0B-B504-CAA6961CE9D3}"/>
                </a:ext>
              </a:extLst>
            </p:cNvPr>
            <p:cNvSpPr txBox="1"/>
            <p:nvPr/>
          </p:nvSpPr>
          <p:spPr>
            <a:xfrm>
              <a:off x="1945085" y="2483503"/>
              <a:ext cx="1490503" cy="230256"/>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Technology</a:t>
              </a:r>
              <a:endParaRPr lang="en-IN" sz="818" b="1" dirty="0">
                <a:solidFill>
                  <a:srgbClr val="313131"/>
                </a:solidFill>
                <a:latin typeface="Verdana"/>
              </a:endParaRPr>
            </a:p>
          </p:txBody>
        </p:sp>
        <p:sp>
          <p:nvSpPr>
            <p:cNvPr id="117" name="Oval 116">
              <a:extLst>
                <a:ext uri="{FF2B5EF4-FFF2-40B4-BE49-F238E27FC236}">
                  <a16:creationId xmlns:a16="http://schemas.microsoft.com/office/drawing/2014/main" id="{9C819149-5914-463C-8576-E63CAA96A1E8}"/>
                </a:ext>
              </a:extLst>
            </p:cNvPr>
            <p:cNvSpPr/>
            <p:nvPr/>
          </p:nvSpPr>
          <p:spPr bwMode="gray">
            <a:xfrm>
              <a:off x="1986812" y="4308374"/>
              <a:ext cx="977796" cy="976041"/>
            </a:xfrm>
            <a:prstGeom prst="ellipse">
              <a:avLst/>
            </a:prstGeom>
            <a:ln>
              <a:headEnd/>
              <a:tailEnd/>
            </a:ln>
          </p:spPr>
          <p:style>
            <a:lnRef idx="1">
              <a:schemeClr val="accent6"/>
            </a:lnRef>
            <a:fillRef idx="3">
              <a:schemeClr val="accent6"/>
            </a:fillRef>
            <a:effectRef idx="2">
              <a:schemeClr val="accent6"/>
            </a:effectRef>
            <a:fontRef idx="minor">
              <a:schemeClr val="lt1"/>
            </a:fontRef>
          </p:style>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118" name="Oval 117">
              <a:extLst>
                <a:ext uri="{FF2B5EF4-FFF2-40B4-BE49-F238E27FC236}">
                  <a16:creationId xmlns:a16="http://schemas.microsoft.com/office/drawing/2014/main" id="{218BDDD2-7EB4-4408-A70A-47DC58481E45}"/>
                </a:ext>
              </a:extLst>
            </p:cNvPr>
            <p:cNvSpPr/>
            <p:nvPr/>
          </p:nvSpPr>
          <p:spPr bwMode="gray">
            <a:xfrm>
              <a:off x="2057664" y="4391705"/>
              <a:ext cx="835403" cy="800450"/>
            </a:xfrm>
            <a:prstGeom prst="ellipse">
              <a:avLst/>
            </a:prstGeom>
            <a:noFill/>
            <a:ln w="76200" algn="ctr">
              <a:solidFill>
                <a:schemeClr val="bg1"/>
              </a:solid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cxnSp>
          <p:nvCxnSpPr>
            <p:cNvPr id="119" name="Straight Connector 118">
              <a:extLst>
                <a:ext uri="{FF2B5EF4-FFF2-40B4-BE49-F238E27FC236}">
                  <a16:creationId xmlns:a16="http://schemas.microsoft.com/office/drawing/2014/main" id="{40340AA9-6484-4DAF-A22E-89A0C4B0CB51}"/>
                </a:ext>
              </a:extLst>
            </p:cNvPr>
            <p:cNvCxnSpPr>
              <a:stCxn id="117" idx="0"/>
            </p:cNvCxnSpPr>
            <p:nvPr/>
          </p:nvCxnSpPr>
          <p:spPr>
            <a:xfrm flipH="1" flipV="1">
              <a:off x="2473062" y="4096772"/>
              <a:ext cx="2648" cy="211601"/>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77C7957-0561-4F7F-A609-EBD046132462}"/>
                </a:ext>
              </a:extLst>
            </p:cNvPr>
            <p:cNvCxnSpPr/>
            <p:nvPr/>
          </p:nvCxnSpPr>
          <p:spPr>
            <a:xfrm flipH="1" flipV="1">
              <a:off x="2911083" y="5033287"/>
              <a:ext cx="253892" cy="158869"/>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04C9DCFC-22C8-409F-9206-403E0EC11EBD}"/>
                </a:ext>
              </a:extLst>
            </p:cNvPr>
            <p:cNvCxnSpPr/>
            <p:nvPr/>
          </p:nvCxnSpPr>
          <p:spPr>
            <a:xfrm flipH="1">
              <a:off x="1761776" y="5018978"/>
              <a:ext cx="282348" cy="182973"/>
            </a:xfrm>
            <a:prstGeom prst="line">
              <a:avLst/>
            </a:prstGeom>
            <a:ln w="762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2" name="Oval 121">
              <a:extLst>
                <a:ext uri="{FF2B5EF4-FFF2-40B4-BE49-F238E27FC236}">
                  <a16:creationId xmlns:a16="http://schemas.microsoft.com/office/drawing/2014/main" id="{9A3164FF-CBB4-4DC5-920F-89A319D5C45D}"/>
                </a:ext>
              </a:extLst>
            </p:cNvPr>
            <p:cNvSpPr/>
            <p:nvPr/>
          </p:nvSpPr>
          <p:spPr bwMode="gray">
            <a:xfrm>
              <a:off x="2384690" y="3941660"/>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123" name="Oval 122">
              <a:extLst>
                <a:ext uri="{FF2B5EF4-FFF2-40B4-BE49-F238E27FC236}">
                  <a16:creationId xmlns:a16="http://schemas.microsoft.com/office/drawing/2014/main" id="{77A1AFF0-073A-470F-BC4E-55DA294A79AD}"/>
                </a:ext>
              </a:extLst>
            </p:cNvPr>
            <p:cNvSpPr/>
            <p:nvPr/>
          </p:nvSpPr>
          <p:spPr bwMode="gray">
            <a:xfrm>
              <a:off x="3135510" y="5143807"/>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124" name="Oval 123">
              <a:extLst>
                <a:ext uri="{FF2B5EF4-FFF2-40B4-BE49-F238E27FC236}">
                  <a16:creationId xmlns:a16="http://schemas.microsoft.com/office/drawing/2014/main" id="{602D13D0-0A49-49C2-9BD9-BAE7E6231F8D}"/>
                </a:ext>
              </a:extLst>
            </p:cNvPr>
            <p:cNvSpPr/>
            <p:nvPr/>
          </p:nvSpPr>
          <p:spPr bwMode="gray">
            <a:xfrm>
              <a:off x="1627069" y="5123435"/>
              <a:ext cx="176744" cy="189132"/>
            </a:xfrm>
            <a:prstGeom prst="ellipse">
              <a:avLst/>
            </a:prstGeom>
            <a:solidFill>
              <a:schemeClr val="tx1">
                <a:lumMod val="50000"/>
                <a:lumOff val="50000"/>
              </a:schemeClr>
            </a:solidFill>
            <a:ln w="19050" algn="ctr">
              <a:noFill/>
              <a:miter lim="800000"/>
              <a:headEnd/>
              <a:tailEnd/>
            </a:ln>
          </p:spPr>
          <p:txBody>
            <a:bodyPr wrap="square" lIns="60614" tIns="60614" rIns="60614" bIns="60614" rtlCol="0" anchor="ctr"/>
            <a:lstStyle/>
            <a:p>
              <a:pPr algn="ctr" defTabSz="623438">
                <a:lnSpc>
                  <a:spcPct val="106000"/>
                </a:lnSpc>
                <a:defRPr/>
              </a:pPr>
              <a:endParaRPr lang="en-IN" sz="750" b="1" dirty="0">
                <a:solidFill>
                  <a:prstClr val="white"/>
                </a:solidFill>
                <a:latin typeface="Verdana"/>
              </a:endParaRPr>
            </a:p>
          </p:txBody>
        </p:sp>
        <p:sp>
          <p:nvSpPr>
            <p:cNvPr id="125" name="TextBox 124">
              <a:extLst>
                <a:ext uri="{FF2B5EF4-FFF2-40B4-BE49-F238E27FC236}">
                  <a16:creationId xmlns:a16="http://schemas.microsoft.com/office/drawing/2014/main" id="{24FD2454-7D7E-42B6-91CB-E5C116A7D750}"/>
                </a:ext>
              </a:extLst>
            </p:cNvPr>
            <p:cNvSpPr txBox="1"/>
            <p:nvPr/>
          </p:nvSpPr>
          <p:spPr>
            <a:xfrm>
              <a:off x="1590208" y="5394935"/>
              <a:ext cx="1722047" cy="208712"/>
            </a:xfrm>
            <a:prstGeom prst="rect">
              <a:avLst/>
            </a:prstGeom>
            <a:noFill/>
          </p:spPr>
          <p:txBody>
            <a:bodyPr wrap="square" lIns="0" tIns="0" rIns="0" bIns="0" rtlCol="0">
              <a:spAutoFit/>
            </a:bodyPr>
            <a:lstStyle/>
            <a:p>
              <a:pPr algn="ctr" defTabSz="623438">
                <a:spcBef>
                  <a:spcPts val="409"/>
                </a:spcBef>
                <a:buSzPct val="100000"/>
                <a:defRPr/>
              </a:pPr>
              <a:r>
                <a:rPr lang="en-US" sz="818" b="1" dirty="0">
                  <a:solidFill>
                    <a:srgbClr val="313131"/>
                  </a:solidFill>
                  <a:latin typeface="Verdana"/>
                </a:rPr>
                <a:t>SMART PMO</a:t>
              </a:r>
              <a:endParaRPr lang="en-IN" sz="818" b="1" dirty="0">
                <a:solidFill>
                  <a:srgbClr val="313131"/>
                </a:solidFill>
                <a:latin typeface="Verdana"/>
              </a:endParaRPr>
            </a:p>
          </p:txBody>
        </p:sp>
        <p:sp>
          <p:nvSpPr>
            <p:cNvPr id="126" name="TextBox 125">
              <a:hlinkClick r:id="" action="ppaction://noaction"/>
              <a:extLst>
                <a:ext uri="{FF2B5EF4-FFF2-40B4-BE49-F238E27FC236}">
                  <a16:creationId xmlns:a16="http://schemas.microsoft.com/office/drawing/2014/main" id="{F32661FD-A489-44E8-B3D2-16D20863D1C6}"/>
                </a:ext>
              </a:extLst>
            </p:cNvPr>
            <p:cNvSpPr txBox="1"/>
            <p:nvPr/>
          </p:nvSpPr>
          <p:spPr>
            <a:xfrm>
              <a:off x="3567158" y="6106772"/>
              <a:ext cx="1081759" cy="250712"/>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Process</a:t>
              </a:r>
              <a:endParaRPr lang="en-IN" sz="818" b="1" dirty="0">
                <a:solidFill>
                  <a:srgbClr val="313131"/>
                </a:solidFill>
                <a:latin typeface="Verdana"/>
              </a:endParaRPr>
            </a:p>
          </p:txBody>
        </p:sp>
        <p:sp>
          <p:nvSpPr>
            <p:cNvPr id="127" name="TextBox 126">
              <a:hlinkClick r:id="" action="ppaction://noaction"/>
              <a:extLst>
                <a:ext uri="{FF2B5EF4-FFF2-40B4-BE49-F238E27FC236}">
                  <a16:creationId xmlns:a16="http://schemas.microsoft.com/office/drawing/2014/main" id="{7FE805C3-C683-4EAA-A347-B06CF95D209B}"/>
                </a:ext>
              </a:extLst>
            </p:cNvPr>
            <p:cNvSpPr txBox="1"/>
            <p:nvPr/>
          </p:nvSpPr>
          <p:spPr>
            <a:xfrm>
              <a:off x="383006" y="6106771"/>
              <a:ext cx="958963" cy="230256"/>
            </a:xfrm>
            <a:prstGeom prst="rect">
              <a:avLst/>
            </a:prstGeom>
            <a:noFill/>
          </p:spPr>
          <p:txBody>
            <a:bodyPr wrap="square" lIns="0" tIns="0" rIns="0" bIns="0" rtlCol="0">
              <a:spAutoFit/>
            </a:bodyPr>
            <a:lstStyle/>
            <a:p>
              <a:pPr defTabSz="623438">
                <a:spcBef>
                  <a:spcPts val="409"/>
                </a:spcBef>
                <a:buSzPct val="100000"/>
                <a:defRPr/>
              </a:pPr>
              <a:r>
                <a:rPr lang="en-US" sz="818" b="1" dirty="0">
                  <a:solidFill>
                    <a:srgbClr val="313131"/>
                  </a:solidFill>
                  <a:latin typeface="Verdana"/>
                </a:rPr>
                <a:t>People</a:t>
              </a:r>
              <a:endParaRPr lang="en-IN" sz="818" b="1" dirty="0">
                <a:solidFill>
                  <a:srgbClr val="313131"/>
                </a:solidFill>
                <a:latin typeface="Verdana"/>
              </a:endParaRPr>
            </a:p>
          </p:txBody>
        </p:sp>
        <p:sp>
          <p:nvSpPr>
            <p:cNvPr id="128" name="Freeform 45">
              <a:extLst>
                <a:ext uri="{FF2B5EF4-FFF2-40B4-BE49-F238E27FC236}">
                  <a16:creationId xmlns:a16="http://schemas.microsoft.com/office/drawing/2014/main" id="{D7C15CA2-7C76-4799-BA64-68C6F4D4785C}"/>
                </a:ext>
              </a:extLst>
            </p:cNvPr>
            <p:cNvSpPr>
              <a:spLocks noChangeAspect="1" noEditPoints="1"/>
            </p:cNvSpPr>
            <p:nvPr/>
          </p:nvSpPr>
          <p:spPr bwMode="auto">
            <a:xfrm>
              <a:off x="3713171" y="5242723"/>
              <a:ext cx="458728" cy="475285"/>
            </a:xfrm>
            <a:custGeom>
              <a:avLst/>
              <a:gdLst>
                <a:gd name="T0" fmla="*/ 445 w 511"/>
                <a:gd name="T1" fmla="*/ 483 h 510"/>
                <a:gd name="T2" fmla="*/ 445 w 511"/>
                <a:gd name="T3" fmla="*/ 483 h 510"/>
                <a:gd name="T4" fmla="*/ 408 w 511"/>
                <a:gd name="T5" fmla="*/ 445 h 510"/>
                <a:gd name="T6" fmla="*/ 445 w 511"/>
                <a:gd name="T7" fmla="*/ 408 h 510"/>
                <a:gd name="T8" fmla="*/ 483 w 511"/>
                <a:gd name="T9" fmla="*/ 445 h 510"/>
                <a:gd name="T10" fmla="*/ 445 w 511"/>
                <a:gd name="T11" fmla="*/ 483 h 510"/>
                <a:gd name="T12" fmla="*/ 293 w 511"/>
                <a:gd name="T13" fmla="*/ 445 h 510"/>
                <a:gd name="T14" fmla="*/ 293 w 511"/>
                <a:gd name="T15" fmla="*/ 445 h 510"/>
                <a:gd name="T16" fmla="*/ 255 w 511"/>
                <a:gd name="T17" fmla="*/ 483 h 510"/>
                <a:gd name="T18" fmla="*/ 217 w 511"/>
                <a:gd name="T19" fmla="*/ 445 h 510"/>
                <a:gd name="T20" fmla="*/ 255 w 511"/>
                <a:gd name="T21" fmla="*/ 408 h 510"/>
                <a:gd name="T22" fmla="*/ 293 w 511"/>
                <a:gd name="T23" fmla="*/ 445 h 510"/>
                <a:gd name="T24" fmla="*/ 217 w 511"/>
                <a:gd name="T25" fmla="*/ 65 h 510"/>
                <a:gd name="T26" fmla="*/ 217 w 511"/>
                <a:gd name="T27" fmla="*/ 65 h 510"/>
                <a:gd name="T28" fmla="*/ 255 w 511"/>
                <a:gd name="T29" fmla="*/ 27 h 510"/>
                <a:gd name="T30" fmla="*/ 293 w 511"/>
                <a:gd name="T31" fmla="*/ 65 h 510"/>
                <a:gd name="T32" fmla="*/ 255 w 511"/>
                <a:gd name="T33" fmla="*/ 102 h 510"/>
                <a:gd name="T34" fmla="*/ 217 w 511"/>
                <a:gd name="T35" fmla="*/ 65 h 510"/>
                <a:gd name="T36" fmla="*/ 102 w 511"/>
                <a:gd name="T37" fmla="*/ 445 h 510"/>
                <a:gd name="T38" fmla="*/ 102 w 511"/>
                <a:gd name="T39" fmla="*/ 445 h 510"/>
                <a:gd name="T40" fmla="*/ 65 w 511"/>
                <a:gd name="T41" fmla="*/ 483 h 510"/>
                <a:gd name="T42" fmla="*/ 27 w 511"/>
                <a:gd name="T43" fmla="*/ 445 h 510"/>
                <a:gd name="T44" fmla="*/ 65 w 511"/>
                <a:gd name="T45" fmla="*/ 408 h 510"/>
                <a:gd name="T46" fmla="*/ 102 w 511"/>
                <a:gd name="T47" fmla="*/ 445 h 510"/>
                <a:gd name="T48" fmla="*/ 471 w 511"/>
                <a:gd name="T49" fmla="*/ 385 h 510"/>
                <a:gd name="T50" fmla="*/ 471 w 511"/>
                <a:gd name="T51" fmla="*/ 385 h 510"/>
                <a:gd name="T52" fmla="*/ 471 w 511"/>
                <a:gd name="T53" fmla="*/ 323 h 510"/>
                <a:gd name="T54" fmla="*/ 377 w 511"/>
                <a:gd name="T55" fmla="*/ 229 h 510"/>
                <a:gd name="T56" fmla="*/ 323 w 511"/>
                <a:gd name="T57" fmla="*/ 229 h 510"/>
                <a:gd name="T58" fmla="*/ 281 w 511"/>
                <a:gd name="T59" fmla="*/ 201 h 510"/>
                <a:gd name="T60" fmla="*/ 281 w 511"/>
                <a:gd name="T61" fmla="*/ 125 h 510"/>
                <a:gd name="T62" fmla="*/ 320 w 511"/>
                <a:gd name="T63" fmla="*/ 65 h 510"/>
                <a:gd name="T64" fmla="*/ 255 w 511"/>
                <a:gd name="T65" fmla="*/ 0 h 510"/>
                <a:gd name="T66" fmla="*/ 190 w 511"/>
                <a:gd name="T67" fmla="*/ 65 h 510"/>
                <a:gd name="T68" fmla="*/ 229 w 511"/>
                <a:gd name="T69" fmla="*/ 125 h 510"/>
                <a:gd name="T70" fmla="*/ 229 w 511"/>
                <a:gd name="T71" fmla="*/ 201 h 510"/>
                <a:gd name="T72" fmla="*/ 187 w 511"/>
                <a:gd name="T73" fmla="*/ 229 h 510"/>
                <a:gd name="T74" fmla="*/ 133 w 511"/>
                <a:gd name="T75" fmla="*/ 229 h 510"/>
                <a:gd name="T76" fmla="*/ 39 w 511"/>
                <a:gd name="T77" fmla="*/ 323 h 510"/>
                <a:gd name="T78" fmla="*/ 39 w 511"/>
                <a:gd name="T79" fmla="*/ 385 h 510"/>
                <a:gd name="T80" fmla="*/ 0 w 511"/>
                <a:gd name="T81" fmla="*/ 445 h 510"/>
                <a:gd name="T82" fmla="*/ 65 w 511"/>
                <a:gd name="T83" fmla="*/ 510 h 510"/>
                <a:gd name="T84" fmla="*/ 130 w 511"/>
                <a:gd name="T85" fmla="*/ 445 h 510"/>
                <a:gd name="T86" fmla="*/ 91 w 511"/>
                <a:gd name="T87" fmla="*/ 385 h 510"/>
                <a:gd name="T88" fmla="*/ 91 w 511"/>
                <a:gd name="T89" fmla="*/ 323 h 510"/>
                <a:gd name="T90" fmla="*/ 133 w 511"/>
                <a:gd name="T91" fmla="*/ 281 h 510"/>
                <a:gd name="T92" fmla="*/ 187 w 511"/>
                <a:gd name="T93" fmla="*/ 281 h 510"/>
                <a:gd name="T94" fmla="*/ 229 w 511"/>
                <a:gd name="T95" fmla="*/ 274 h 510"/>
                <a:gd name="T96" fmla="*/ 229 w 511"/>
                <a:gd name="T97" fmla="*/ 385 h 510"/>
                <a:gd name="T98" fmla="*/ 190 w 511"/>
                <a:gd name="T99" fmla="*/ 445 h 510"/>
                <a:gd name="T100" fmla="*/ 255 w 511"/>
                <a:gd name="T101" fmla="*/ 510 h 510"/>
                <a:gd name="T102" fmla="*/ 320 w 511"/>
                <a:gd name="T103" fmla="*/ 445 h 510"/>
                <a:gd name="T104" fmla="*/ 281 w 511"/>
                <a:gd name="T105" fmla="*/ 385 h 510"/>
                <a:gd name="T106" fmla="*/ 281 w 511"/>
                <a:gd name="T107" fmla="*/ 274 h 510"/>
                <a:gd name="T108" fmla="*/ 323 w 511"/>
                <a:gd name="T109" fmla="*/ 281 h 510"/>
                <a:gd name="T110" fmla="*/ 377 w 511"/>
                <a:gd name="T111" fmla="*/ 281 h 510"/>
                <a:gd name="T112" fmla="*/ 420 w 511"/>
                <a:gd name="T113" fmla="*/ 323 h 510"/>
                <a:gd name="T114" fmla="*/ 420 w 511"/>
                <a:gd name="T115" fmla="*/ 385 h 510"/>
                <a:gd name="T116" fmla="*/ 380 w 511"/>
                <a:gd name="T117" fmla="*/ 445 h 510"/>
                <a:gd name="T118" fmla="*/ 445 w 511"/>
                <a:gd name="T119" fmla="*/ 510 h 510"/>
                <a:gd name="T120" fmla="*/ 511 w 511"/>
                <a:gd name="T121" fmla="*/ 445 h 510"/>
                <a:gd name="T122" fmla="*/ 471 w 511"/>
                <a:gd name="T123" fmla="*/ 385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1" h="510">
                  <a:moveTo>
                    <a:pt x="445" y="483"/>
                  </a:moveTo>
                  <a:lnTo>
                    <a:pt x="445" y="483"/>
                  </a:lnTo>
                  <a:cubicBezTo>
                    <a:pt x="425" y="483"/>
                    <a:pt x="408" y="466"/>
                    <a:pt x="408" y="445"/>
                  </a:cubicBezTo>
                  <a:cubicBezTo>
                    <a:pt x="408" y="424"/>
                    <a:pt x="425" y="408"/>
                    <a:pt x="445" y="408"/>
                  </a:cubicBezTo>
                  <a:cubicBezTo>
                    <a:pt x="466" y="408"/>
                    <a:pt x="483" y="424"/>
                    <a:pt x="483" y="445"/>
                  </a:cubicBezTo>
                  <a:cubicBezTo>
                    <a:pt x="483" y="466"/>
                    <a:pt x="466" y="483"/>
                    <a:pt x="445" y="483"/>
                  </a:cubicBezTo>
                  <a:close/>
                  <a:moveTo>
                    <a:pt x="293" y="445"/>
                  </a:moveTo>
                  <a:lnTo>
                    <a:pt x="293" y="445"/>
                  </a:lnTo>
                  <a:cubicBezTo>
                    <a:pt x="293" y="466"/>
                    <a:pt x="276" y="483"/>
                    <a:pt x="255" y="483"/>
                  </a:cubicBezTo>
                  <a:cubicBezTo>
                    <a:pt x="234" y="483"/>
                    <a:pt x="217" y="466"/>
                    <a:pt x="217" y="445"/>
                  </a:cubicBezTo>
                  <a:cubicBezTo>
                    <a:pt x="217" y="424"/>
                    <a:pt x="234" y="408"/>
                    <a:pt x="255" y="408"/>
                  </a:cubicBezTo>
                  <a:cubicBezTo>
                    <a:pt x="276" y="408"/>
                    <a:pt x="293" y="424"/>
                    <a:pt x="293" y="445"/>
                  </a:cubicBezTo>
                  <a:close/>
                  <a:moveTo>
                    <a:pt x="217" y="65"/>
                  </a:moveTo>
                  <a:lnTo>
                    <a:pt x="217" y="65"/>
                  </a:lnTo>
                  <a:cubicBezTo>
                    <a:pt x="217" y="44"/>
                    <a:pt x="234" y="27"/>
                    <a:pt x="255" y="27"/>
                  </a:cubicBezTo>
                  <a:cubicBezTo>
                    <a:pt x="276" y="27"/>
                    <a:pt x="293" y="44"/>
                    <a:pt x="293" y="65"/>
                  </a:cubicBezTo>
                  <a:cubicBezTo>
                    <a:pt x="293" y="85"/>
                    <a:pt x="276" y="102"/>
                    <a:pt x="255" y="102"/>
                  </a:cubicBezTo>
                  <a:cubicBezTo>
                    <a:pt x="234" y="102"/>
                    <a:pt x="217" y="85"/>
                    <a:pt x="217" y="65"/>
                  </a:cubicBezTo>
                  <a:close/>
                  <a:moveTo>
                    <a:pt x="102" y="445"/>
                  </a:moveTo>
                  <a:lnTo>
                    <a:pt x="102" y="445"/>
                  </a:lnTo>
                  <a:cubicBezTo>
                    <a:pt x="102" y="466"/>
                    <a:pt x="86" y="483"/>
                    <a:pt x="65" y="483"/>
                  </a:cubicBezTo>
                  <a:cubicBezTo>
                    <a:pt x="44" y="483"/>
                    <a:pt x="27" y="466"/>
                    <a:pt x="27" y="445"/>
                  </a:cubicBezTo>
                  <a:cubicBezTo>
                    <a:pt x="27" y="424"/>
                    <a:pt x="44" y="408"/>
                    <a:pt x="65" y="408"/>
                  </a:cubicBezTo>
                  <a:cubicBezTo>
                    <a:pt x="86" y="408"/>
                    <a:pt x="102" y="424"/>
                    <a:pt x="102" y="445"/>
                  </a:cubicBezTo>
                  <a:close/>
                  <a:moveTo>
                    <a:pt x="471" y="385"/>
                  </a:moveTo>
                  <a:lnTo>
                    <a:pt x="471" y="385"/>
                  </a:lnTo>
                  <a:lnTo>
                    <a:pt x="471" y="323"/>
                  </a:lnTo>
                  <a:cubicBezTo>
                    <a:pt x="471" y="285"/>
                    <a:pt x="446" y="229"/>
                    <a:pt x="377" y="229"/>
                  </a:cubicBezTo>
                  <a:lnTo>
                    <a:pt x="323" y="229"/>
                  </a:lnTo>
                  <a:cubicBezTo>
                    <a:pt x="285" y="229"/>
                    <a:pt x="281" y="210"/>
                    <a:pt x="281" y="201"/>
                  </a:cubicBezTo>
                  <a:lnTo>
                    <a:pt x="281" y="125"/>
                  </a:lnTo>
                  <a:cubicBezTo>
                    <a:pt x="304" y="114"/>
                    <a:pt x="320" y="91"/>
                    <a:pt x="320" y="65"/>
                  </a:cubicBezTo>
                  <a:cubicBezTo>
                    <a:pt x="320" y="29"/>
                    <a:pt x="291" y="0"/>
                    <a:pt x="255" y="0"/>
                  </a:cubicBezTo>
                  <a:cubicBezTo>
                    <a:pt x="219" y="0"/>
                    <a:pt x="190" y="29"/>
                    <a:pt x="190" y="65"/>
                  </a:cubicBezTo>
                  <a:cubicBezTo>
                    <a:pt x="190" y="91"/>
                    <a:pt x="206" y="114"/>
                    <a:pt x="229" y="125"/>
                  </a:cubicBezTo>
                  <a:lnTo>
                    <a:pt x="229" y="201"/>
                  </a:lnTo>
                  <a:cubicBezTo>
                    <a:pt x="229" y="208"/>
                    <a:pt x="227" y="229"/>
                    <a:pt x="187" y="229"/>
                  </a:cubicBezTo>
                  <a:lnTo>
                    <a:pt x="133" y="229"/>
                  </a:lnTo>
                  <a:cubicBezTo>
                    <a:pt x="64" y="229"/>
                    <a:pt x="39" y="285"/>
                    <a:pt x="39" y="323"/>
                  </a:cubicBezTo>
                  <a:lnTo>
                    <a:pt x="39" y="385"/>
                  </a:lnTo>
                  <a:cubicBezTo>
                    <a:pt x="16" y="395"/>
                    <a:pt x="0" y="418"/>
                    <a:pt x="0" y="445"/>
                  </a:cubicBezTo>
                  <a:cubicBezTo>
                    <a:pt x="0" y="481"/>
                    <a:pt x="29" y="510"/>
                    <a:pt x="65" y="510"/>
                  </a:cubicBezTo>
                  <a:cubicBezTo>
                    <a:pt x="101" y="510"/>
                    <a:pt x="130" y="481"/>
                    <a:pt x="130" y="445"/>
                  </a:cubicBezTo>
                  <a:cubicBezTo>
                    <a:pt x="130" y="418"/>
                    <a:pt x="114" y="395"/>
                    <a:pt x="91" y="385"/>
                  </a:cubicBezTo>
                  <a:lnTo>
                    <a:pt x="91" y="323"/>
                  </a:lnTo>
                  <a:cubicBezTo>
                    <a:pt x="91" y="316"/>
                    <a:pt x="93" y="281"/>
                    <a:pt x="133" y="281"/>
                  </a:cubicBezTo>
                  <a:lnTo>
                    <a:pt x="187" y="281"/>
                  </a:lnTo>
                  <a:cubicBezTo>
                    <a:pt x="204" y="281"/>
                    <a:pt x="218" y="278"/>
                    <a:pt x="229" y="274"/>
                  </a:cubicBezTo>
                  <a:lnTo>
                    <a:pt x="229" y="385"/>
                  </a:lnTo>
                  <a:cubicBezTo>
                    <a:pt x="206" y="395"/>
                    <a:pt x="190" y="418"/>
                    <a:pt x="190" y="445"/>
                  </a:cubicBezTo>
                  <a:cubicBezTo>
                    <a:pt x="190" y="481"/>
                    <a:pt x="219" y="510"/>
                    <a:pt x="255" y="510"/>
                  </a:cubicBezTo>
                  <a:cubicBezTo>
                    <a:pt x="291" y="510"/>
                    <a:pt x="320" y="481"/>
                    <a:pt x="320" y="445"/>
                  </a:cubicBezTo>
                  <a:cubicBezTo>
                    <a:pt x="320" y="418"/>
                    <a:pt x="304" y="395"/>
                    <a:pt x="281" y="385"/>
                  </a:cubicBezTo>
                  <a:lnTo>
                    <a:pt x="281" y="274"/>
                  </a:lnTo>
                  <a:cubicBezTo>
                    <a:pt x="293" y="278"/>
                    <a:pt x="307" y="281"/>
                    <a:pt x="323" y="281"/>
                  </a:cubicBezTo>
                  <a:lnTo>
                    <a:pt x="377" y="281"/>
                  </a:lnTo>
                  <a:cubicBezTo>
                    <a:pt x="416" y="281"/>
                    <a:pt x="419" y="313"/>
                    <a:pt x="420" y="323"/>
                  </a:cubicBezTo>
                  <a:lnTo>
                    <a:pt x="420" y="385"/>
                  </a:lnTo>
                  <a:cubicBezTo>
                    <a:pt x="396" y="395"/>
                    <a:pt x="380" y="418"/>
                    <a:pt x="380" y="445"/>
                  </a:cubicBezTo>
                  <a:cubicBezTo>
                    <a:pt x="380" y="481"/>
                    <a:pt x="409" y="510"/>
                    <a:pt x="445" y="510"/>
                  </a:cubicBezTo>
                  <a:cubicBezTo>
                    <a:pt x="481" y="510"/>
                    <a:pt x="511" y="481"/>
                    <a:pt x="511" y="445"/>
                  </a:cubicBezTo>
                  <a:cubicBezTo>
                    <a:pt x="511" y="418"/>
                    <a:pt x="494" y="395"/>
                    <a:pt x="471" y="385"/>
                  </a:cubicBez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682" b="1" dirty="0">
                <a:solidFill>
                  <a:prstClr val="black"/>
                </a:solidFill>
                <a:latin typeface="Verdana"/>
              </a:endParaRPr>
            </a:p>
          </p:txBody>
        </p:sp>
        <p:sp>
          <p:nvSpPr>
            <p:cNvPr id="129" name="Freeform 5">
              <a:extLst>
                <a:ext uri="{FF2B5EF4-FFF2-40B4-BE49-F238E27FC236}">
                  <a16:creationId xmlns:a16="http://schemas.microsoft.com/office/drawing/2014/main" id="{746D6CBC-340D-45AC-AEB5-962EC6CCD74C}"/>
                </a:ext>
              </a:extLst>
            </p:cNvPr>
            <p:cNvSpPr>
              <a:spLocks noChangeAspect="1"/>
            </p:cNvSpPr>
            <p:nvPr/>
          </p:nvSpPr>
          <p:spPr bwMode="auto">
            <a:xfrm>
              <a:off x="2262700" y="4609370"/>
              <a:ext cx="449891" cy="365120"/>
            </a:xfrm>
            <a:custGeom>
              <a:avLst/>
              <a:gdLst>
                <a:gd name="T0" fmla="*/ 5373 w 5480"/>
                <a:gd name="T1" fmla="*/ 2428 h 4448"/>
                <a:gd name="T2" fmla="*/ 5233 w 5480"/>
                <a:gd name="T3" fmla="*/ 2400 h 4448"/>
                <a:gd name="T4" fmla="*/ 5354 w 5480"/>
                <a:gd name="T5" fmla="*/ 2175 h 4448"/>
                <a:gd name="T6" fmla="*/ 5222 w 5480"/>
                <a:gd name="T7" fmla="*/ 2100 h 4448"/>
                <a:gd name="T8" fmla="*/ 4962 w 5480"/>
                <a:gd name="T9" fmla="*/ 2336 h 4448"/>
                <a:gd name="T10" fmla="*/ 5092 w 5480"/>
                <a:gd name="T11" fmla="*/ 1972 h 4448"/>
                <a:gd name="T12" fmla="*/ 4793 w 5480"/>
                <a:gd name="T13" fmla="*/ 2425 h 4448"/>
                <a:gd name="T14" fmla="*/ 4634 w 5480"/>
                <a:gd name="T15" fmla="*/ 2370 h 4448"/>
                <a:gd name="T16" fmla="*/ 4245 w 5480"/>
                <a:gd name="T17" fmla="*/ 3264 h 4448"/>
                <a:gd name="T18" fmla="*/ 3735 w 5480"/>
                <a:gd name="T19" fmla="*/ 2542 h 4448"/>
                <a:gd name="T20" fmla="*/ 4198 w 5480"/>
                <a:gd name="T21" fmla="*/ 2464 h 4448"/>
                <a:gd name="T22" fmla="*/ 4297 w 5480"/>
                <a:gd name="T23" fmla="*/ 2016 h 4448"/>
                <a:gd name="T24" fmla="*/ 4684 w 5480"/>
                <a:gd name="T25" fmla="*/ 1664 h 4448"/>
                <a:gd name="T26" fmla="*/ 4544 w 5480"/>
                <a:gd name="T27" fmla="*/ 1231 h 4448"/>
                <a:gd name="T28" fmla="*/ 4913 w 5480"/>
                <a:gd name="T29" fmla="*/ 620 h 4448"/>
                <a:gd name="T30" fmla="*/ 4252 w 5480"/>
                <a:gd name="T31" fmla="*/ 428 h 4448"/>
                <a:gd name="T32" fmla="*/ 3576 w 5480"/>
                <a:gd name="T33" fmla="*/ 1889 h 4448"/>
                <a:gd name="T34" fmla="*/ 3269 w 5480"/>
                <a:gd name="T35" fmla="*/ 1678 h 4448"/>
                <a:gd name="T36" fmla="*/ 3248 w 5480"/>
                <a:gd name="T37" fmla="*/ 1394 h 4448"/>
                <a:gd name="T38" fmla="*/ 2494 w 5480"/>
                <a:gd name="T39" fmla="*/ 872 h 4448"/>
                <a:gd name="T40" fmla="*/ 2468 w 5480"/>
                <a:gd name="T41" fmla="*/ 1143 h 4448"/>
                <a:gd name="T42" fmla="*/ 2400 w 5480"/>
                <a:gd name="T43" fmla="*/ 1565 h 4448"/>
                <a:gd name="T44" fmla="*/ 1936 w 5480"/>
                <a:gd name="T45" fmla="*/ 1242 h 4448"/>
                <a:gd name="T46" fmla="*/ 552 w 5480"/>
                <a:gd name="T47" fmla="*/ 403 h 4448"/>
                <a:gd name="T48" fmla="*/ 981 w 5480"/>
                <a:gd name="T49" fmla="*/ 1097 h 4448"/>
                <a:gd name="T50" fmla="*/ 783 w 5480"/>
                <a:gd name="T51" fmla="*/ 1475 h 4448"/>
                <a:gd name="T52" fmla="*/ 1154 w 5480"/>
                <a:gd name="T53" fmla="*/ 1893 h 4448"/>
                <a:gd name="T54" fmla="*/ 1177 w 5480"/>
                <a:gd name="T55" fmla="*/ 2317 h 4448"/>
                <a:gd name="T56" fmla="*/ 1664 w 5480"/>
                <a:gd name="T57" fmla="*/ 2497 h 4448"/>
                <a:gd name="T58" fmla="*/ 2002 w 5480"/>
                <a:gd name="T59" fmla="*/ 2794 h 4448"/>
                <a:gd name="T60" fmla="*/ 1332 w 5480"/>
                <a:gd name="T61" fmla="*/ 3302 h 4448"/>
                <a:gd name="T62" fmla="*/ 1022 w 5480"/>
                <a:gd name="T63" fmla="*/ 3031 h 4448"/>
                <a:gd name="T64" fmla="*/ 825 w 5480"/>
                <a:gd name="T65" fmla="*/ 2872 h 4448"/>
                <a:gd name="T66" fmla="*/ 542 w 5480"/>
                <a:gd name="T67" fmla="*/ 2638 h 4448"/>
                <a:gd name="T68" fmla="*/ 502 w 5480"/>
                <a:gd name="T69" fmla="*/ 2243 h 4448"/>
                <a:gd name="T70" fmla="*/ 341 w 5480"/>
                <a:gd name="T71" fmla="*/ 1835 h 4448"/>
                <a:gd name="T72" fmla="*/ 157 w 5480"/>
                <a:gd name="T73" fmla="*/ 2179 h 4448"/>
                <a:gd name="T74" fmla="*/ 34 w 5480"/>
                <a:gd name="T75" fmla="*/ 2549 h 4448"/>
                <a:gd name="T76" fmla="*/ 202 w 5480"/>
                <a:gd name="T77" fmla="*/ 3063 h 4448"/>
                <a:gd name="T78" fmla="*/ 660 w 5480"/>
                <a:gd name="T79" fmla="*/ 3492 h 4448"/>
                <a:gd name="T80" fmla="*/ 960 w 5480"/>
                <a:gd name="T81" fmla="*/ 3461 h 4448"/>
                <a:gd name="T82" fmla="*/ 1345 w 5480"/>
                <a:gd name="T83" fmla="*/ 3477 h 4448"/>
                <a:gd name="T84" fmla="*/ 2421 w 5480"/>
                <a:gd name="T85" fmla="*/ 3323 h 4448"/>
                <a:gd name="T86" fmla="*/ 2374 w 5480"/>
                <a:gd name="T87" fmla="*/ 4085 h 4448"/>
                <a:gd name="T88" fmla="*/ 2790 w 5480"/>
                <a:gd name="T89" fmla="*/ 4448 h 4448"/>
                <a:gd name="T90" fmla="*/ 3194 w 5480"/>
                <a:gd name="T91" fmla="*/ 4064 h 4448"/>
                <a:gd name="T92" fmla="*/ 3151 w 5480"/>
                <a:gd name="T93" fmla="*/ 3307 h 4448"/>
                <a:gd name="T94" fmla="*/ 4241 w 5480"/>
                <a:gd name="T95" fmla="*/ 3484 h 4448"/>
                <a:gd name="T96" fmla="*/ 3751 w 5480"/>
                <a:gd name="T97" fmla="*/ 3879 h 4448"/>
                <a:gd name="T98" fmla="*/ 3943 w 5480"/>
                <a:gd name="T99" fmla="*/ 4012 h 4448"/>
                <a:gd name="T100" fmla="*/ 4123 w 5480"/>
                <a:gd name="T101" fmla="*/ 4130 h 4448"/>
                <a:gd name="T102" fmla="*/ 4270 w 5480"/>
                <a:gd name="T103" fmla="*/ 4149 h 4448"/>
                <a:gd name="T104" fmla="*/ 4595 w 5480"/>
                <a:gd name="T105" fmla="*/ 3494 h 4448"/>
                <a:gd name="T106" fmla="*/ 5141 w 5480"/>
                <a:gd name="T107" fmla="*/ 2882 h 4448"/>
                <a:gd name="T108" fmla="*/ 5272 w 5480"/>
                <a:gd name="T109" fmla="*/ 2612 h 4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80" h="4448">
                  <a:moveTo>
                    <a:pt x="5246" y="2593"/>
                  </a:moveTo>
                  <a:lnTo>
                    <a:pt x="5246" y="2593"/>
                  </a:lnTo>
                  <a:lnTo>
                    <a:pt x="5059" y="2731"/>
                  </a:lnTo>
                  <a:lnTo>
                    <a:pt x="5373" y="2395"/>
                  </a:lnTo>
                  <a:lnTo>
                    <a:pt x="5373" y="2428"/>
                  </a:lnTo>
                  <a:lnTo>
                    <a:pt x="5480" y="2236"/>
                  </a:lnTo>
                  <a:lnTo>
                    <a:pt x="5297" y="2359"/>
                  </a:lnTo>
                  <a:lnTo>
                    <a:pt x="5321" y="2366"/>
                  </a:lnTo>
                  <a:lnTo>
                    <a:pt x="5177" y="2534"/>
                  </a:lnTo>
                  <a:lnTo>
                    <a:pt x="5233" y="2400"/>
                  </a:lnTo>
                  <a:lnTo>
                    <a:pt x="5084" y="2529"/>
                  </a:lnTo>
                  <a:lnTo>
                    <a:pt x="5104" y="2534"/>
                  </a:lnTo>
                  <a:lnTo>
                    <a:pt x="4926" y="2704"/>
                  </a:lnTo>
                  <a:lnTo>
                    <a:pt x="5337" y="2135"/>
                  </a:lnTo>
                  <a:lnTo>
                    <a:pt x="5354" y="2175"/>
                  </a:lnTo>
                  <a:lnTo>
                    <a:pt x="5416" y="1984"/>
                  </a:lnTo>
                  <a:lnTo>
                    <a:pt x="5252" y="2111"/>
                  </a:lnTo>
                  <a:lnTo>
                    <a:pt x="5293" y="2116"/>
                  </a:lnTo>
                  <a:lnTo>
                    <a:pt x="5158" y="2288"/>
                  </a:lnTo>
                  <a:lnTo>
                    <a:pt x="5222" y="2100"/>
                  </a:lnTo>
                  <a:lnTo>
                    <a:pt x="5068" y="2257"/>
                  </a:lnTo>
                  <a:lnTo>
                    <a:pt x="5102" y="2251"/>
                  </a:lnTo>
                  <a:lnTo>
                    <a:pt x="5018" y="2354"/>
                  </a:lnTo>
                  <a:lnTo>
                    <a:pt x="5033" y="2263"/>
                  </a:lnTo>
                  <a:lnTo>
                    <a:pt x="4962" y="2336"/>
                  </a:lnTo>
                  <a:lnTo>
                    <a:pt x="5136" y="1990"/>
                  </a:lnTo>
                  <a:lnTo>
                    <a:pt x="5160" y="2024"/>
                  </a:lnTo>
                  <a:lnTo>
                    <a:pt x="5183" y="1816"/>
                  </a:lnTo>
                  <a:lnTo>
                    <a:pt x="5048" y="1977"/>
                  </a:lnTo>
                  <a:lnTo>
                    <a:pt x="5092" y="1972"/>
                  </a:lnTo>
                  <a:lnTo>
                    <a:pt x="4965" y="2219"/>
                  </a:lnTo>
                  <a:lnTo>
                    <a:pt x="4988" y="2022"/>
                  </a:lnTo>
                  <a:lnTo>
                    <a:pt x="4858" y="2193"/>
                  </a:lnTo>
                  <a:lnTo>
                    <a:pt x="4892" y="2196"/>
                  </a:lnTo>
                  <a:lnTo>
                    <a:pt x="4793" y="2425"/>
                  </a:lnTo>
                  <a:lnTo>
                    <a:pt x="4788" y="2227"/>
                  </a:lnTo>
                  <a:lnTo>
                    <a:pt x="4673" y="2407"/>
                  </a:lnTo>
                  <a:lnTo>
                    <a:pt x="4713" y="2404"/>
                  </a:lnTo>
                  <a:lnTo>
                    <a:pt x="4655" y="2542"/>
                  </a:lnTo>
                  <a:lnTo>
                    <a:pt x="4634" y="2370"/>
                  </a:lnTo>
                  <a:lnTo>
                    <a:pt x="4559" y="2549"/>
                  </a:lnTo>
                  <a:lnTo>
                    <a:pt x="4590" y="2547"/>
                  </a:lnTo>
                  <a:lnTo>
                    <a:pt x="4447" y="3119"/>
                  </a:lnTo>
                  <a:cubicBezTo>
                    <a:pt x="4346" y="3056"/>
                    <a:pt x="4276" y="3075"/>
                    <a:pt x="4239" y="3124"/>
                  </a:cubicBezTo>
                  <a:cubicBezTo>
                    <a:pt x="4203" y="3173"/>
                    <a:pt x="4245" y="3264"/>
                    <a:pt x="4245" y="3264"/>
                  </a:cubicBezTo>
                  <a:lnTo>
                    <a:pt x="3974" y="3241"/>
                  </a:lnTo>
                  <a:cubicBezTo>
                    <a:pt x="3930" y="3062"/>
                    <a:pt x="3504" y="2796"/>
                    <a:pt x="3504" y="2796"/>
                  </a:cubicBezTo>
                  <a:cubicBezTo>
                    <a:pt x="3498" y="2729"/>
                    <a:pt x="3589" y="2622"/>
                    <a:pt x="3589" y="2622"/>
                  </a:cubicBezTo>
                  <a:cubicBezTo>
                    <a:pt x="3613" y="2656"/>
                    <a:pt x="3719" y="2726"/>
                    <a:pt x="3719" y="2726"/>
                  </a:cubicBezTo>
                  <a:cubicBezTo>
                    <a:pt x="3683" y="2700"/>
                    <a:pt x="3735" y="2542"/>
                    <a:pt x="3735" y="2542"/>
                  </a:cubicBezTo>
                  <a:cubicBezTo>
                    <a:pt x="3782" y="2614"/>
                    <a:pt x="3878" y="2643"/>
                    <a:pt x="3878" y="2643"/>
                  </a:cubicBezTo>
                  <a:cubicBezTo>
                    <a:pt x="3873" y="2612"/>
                    <a:pt x="3865" y="2484"/>
                    <a:pt x="3865" y="2484"/>
                  </a:cubicBezTo>
                  <a:cubicBezTo>
                    <a:pt x="3891" y="2510"/>
                    <a:pt x="4029" y="2568"/>
                    <a:pt x="4029" y="2568"/>
                  </a:cubicBezTo>
                  <a:cubicBezTo>
                    <a:pt x="4013" y="2518"/>
                    <a:pt x="4021" y="2407"/>
                    <a:pt x="4021" y="2407"/>
                  </a:cubicBezTo>
                  <a:cubicBezTo>
                    <a:pt x="4083" y="2451"/>
                    <a:pt x="4198" y="2464"/>
                    <a:pt x="4198" y="2464"/>
                  </a:cubicBezTo>
                  <a:cubicBezTo>
                    <a:pt x="4161" y="2440"/>
                    <a:pt x="4148" y="2287"/>
                    <a:pt x="4148" y="2287"/>
                  </a:cubicBezTo>
                  <a:cubicBezTo>
                    <a:pt x="4229" y="2313"/>
                    <a:pt x="4317" y="2287"/>
                    <a:pt x="4317" y="2287"/>
                  </a:cubicBezTo>
                  <a:cubicBezTo>
                    <a:pt x="4276" y="2269"/>
                    <a:pt x="4237" y="2170"/>
                    <a:pt x="4237" y="2170"/>
                  </a:cubicBezTo>
                  <a:cubicBezTo>
                    <a:pt x="4325" y="2196"/>
                    <a:pt x="4421" y="2170"/>
                    <a:pt x="4421" y="2170"/>
                  </a:cubicBezTo>
                  <a:cubicBezTo>
                    <a:pt x="4385" y="2154"/>
                    <a:pt x="4297" y="2016"/>
                    <a:pt x="4297" y="2016"/>
                  </a:cubicBezTo>
                  <a:cubicBezTo>
                    <a:pt x="4390" y="2014"/>
                    <a:pt x="4520" y="1977"/>
                    <a:pt x="4520" y="1977"/>
                  </a:cubicBezTo>
                  <a:cubicBezTo>
                    <a:pt x="4463" y="1951"/>
                    <a:pt x="4403" y="1858"/>
                    <a:pt x="4403" y="1858"/>
                  </a:cubicBezTo>
                  <a:cubicBezTo>
                    <a:pt x="4525" y="1858"/>
                    <a:pt x="4575" y="1814"/>
                    <a:pt x="4575" y="1814"/>
                  </a:cubicBezTo>
                  <a:cubicBezTo>
                    <a:pt x="4517" y="1801"/>
                    <a:pt x="4471" y="1730"/>
                    <a:pt x="4471" y="1730"/>
                  </a:cubicBezTo>
                  <a:cubicBezTo>
                    <a:pt x="4554" y="1741"/>
                    <a:pt x="4684" y="1664"/>
                    <a:pt x="4684" y="1664"/>
                  </a:cubicBezTo>
                  <a:cubicBezTo>
                    <a:pt x="4637" y="1668"/>
                    <a:pt x="4551" y="1564"/>
                    <a:pt x="4551" y="1564"/>
                  </a:cubicBezTo>
                  <a:cubicBezTo>
                    <a:pt x="4601" y="1559"/>
                    <a:pt x="4746" y="1447"/>
                    <a:pt x="4746" y="1447"/>
                  </a:cubicBezTo>
                  <a:cubicBezTo>
                    <a:pt x="4692" y="1460"/>
                    <a:pt x="4562" y="1390"/>
                    <a:pt x="4562" y="1390"/>
                  </a:cubicBezTo>
                  <a:cubicBezTo>
                    <a:pt x="4637" y="1377"/>
                    <a:pt x="4731" y="1296"/>
                    <a:pt x="4731" y="1296"/>
                  </a:cubicBezTo>
                  <a:cubicBezTo>
                    <a:pt x="4671" y="1299"/>
                    <a:pt x="4544" y="1231"/>
                    <a:pt x="4544" y="1231"/>
                  </a:cubicBezTo>
                  <a:cubicBezTo>
                    <a:pt x="4650" y="1205"/>
                    <a:pt x="4731" y="1088"/>
                    <a:pt x="4731" y="1088"/>
                  </a:cubicBezTo>
                  <a:cubicBezTo>
                    <a:pt x="4673" y="1101"/>
                    <a:pt x="4489" y="1101"/>
                    <a:pt x="4489" y="1101"/>
                  </a:cubicBezTo>
                  <a:cubicBezTo>
                    <a:pt x="4580" y="1060"/>
                    <a:pt x="4733" y="940"/>
                    <a:pt x="4733" y="940"/>
                  </a:cubicBezTo>
                  <a:cubicBezTo>
                    <a:pt x="4619" y="953"/>
                    <a:pt x="4494" y="917"/>
                    <a:pt x="4494" y="917"/>
                  </a:cubicBezTo>
                  <a:cubicBezTo>
                    <a:pt x="4726" y="839"/>
                    <a:pt x="4913" y="620"/>
                    <a:pt x="4913" y="620"/>
                  </a:cubicBezTo>
                  <a:cubicBezTo>
                    <a:pt x="4874" y="644"/>
                    <a:pt x="4694" y="620"/>
                    <a:pt x="4694" y="620"/>
                  </a:cubicBezTo>
                  <a:cubicBezTo>
                    <a:pt x="4791" y="576"/>
                    <a:pt x="4996" y="381"/>
                    <a:pt x="4996" y="381"/>
                  </a:cubicBezTo>
                  <a:cubicBezTo>
                    <a:pt x="4954" y="381"/>
                    <a:pt x="4869" y="345"/>
                    <a:pt x="4869" y="345"/>
                  </a:cubicBezTo>
                  <a:cubicBezTo>
                    <a:pt x="5038" y="290"/>
                    <a:pt x="5183" y="77"/>
                    <a:pt x="5183" y="77"/>
                  </a:cubicBezTo>
                  <a:cubicBezTo>
                    <a:pt x="4894" y="0"/>
                    <a:pt x="4481" y="277"/>
                    <a:pt x="4252" y="428"/>
                  </a:cubicBezTo>
                  <a:cubicBezTo>
                    <a:pt x="4024" y="579"/>
                    <a:pt x="3717" y="898"/>
                    <a:pt x="3714" y="948"/>
                  </a:cubicBezTo>
                  <a:cubicBezTo>
                    <a:pt x="3712" y="997"/>
                    <a:pt x="3613" y="1088"/>
                    <a:pt x="3602" y="1156"/>
                  </a:cubicBezTo>
                  <a:cubicBezTo>
                    <a:pt x="3591" y="1223"/>
                    <a:pt x="3618" y="1296"/>
                    <a:pt x="3696" y="1338"/>
                  </a:cubicBezTo>
                  <a:cubicBezTo>
                    <a:pt x="3774" y="1379"/>
                    <a:pt x="3735" y="1504"/>
                    <a:pt x="3751" y="1608"/>
                  </a:cubicBezTo>
                  <a:cubicBezTo>
                    <a:pt x="3766" y="1712"/>
                    <a:pt x="3621" y="1840"/>
                    <a:pt x="3576" y="1889"/>
                  </a:cubicBezTo>
                  <a:cubicBezTo>
                    <a:pt x="3532" y="1938"/>
                    <a:pt x="3450" y="1883"/>
                    <a:pt x="3450" y="1883"/>
                  </a:cubicBezTo>
                  <a:lnTo>
                    <a:pt x="3450" y="1784"/>
                  </a:lnTo>
                  <a:lnTo>
                    <a:pt x="3298" y="1783"/>
                  </a:lnTo>
                  <a:cubicBezTo>
                    <a:pt x="3297" y="1751"/>
                    <a:pt x="3284" y="1714"/>
                    <a:pt x="3272" y="1684"/>
                  </a:cubicBezTo>
                  <a:cubicBezTo>
                    <a:pt x="3271" y="1683"/>
                    <a:pt x="3270" y="1681"/>
                    <a:pt x="3269" y="1678"/>
                  </a:cubicBezTo>
                  <a:cubicBezTo>
                    <a:pt x="3256" y="1648"/>
                    <a:pt x="3243" y="1626"/>
                    <a:pt x="3243" y="1626"/>
                  </a:cubicBezTo>
                  <a:cubicBezTo>
                    <a:pt x="3243" y="1626"/>
                    <a:pt x="3246" y="1625"/>
                    <a:pt x="3250" y="1624"/>
                  </a:cubicBezTo>
                  <a:cubicBezTo>
                    <a:pt x="3248" y="1618"/>
                    <a:pt x="3247" y="1611"/>
                    <a:pt x="3245" y="1604"/>
                  </a:cubicBezTo>
                  <a:cubicBezTo>
                    <a:pt x="3234" y="1558"/>
                    <a:pt x="3269" y="1499"/>
                    <a:pt x="3252" y="1460"/>
                  </a:cubicBezTo>
                  <a:cubicBezTo>
                    <a:pt x="3241" y="1435"/>
                    <a:pt x="3245" y="1409"/>
                    <a:pt x="3248" y="1394"/>
                  </a:cubicBezTo>
                  <a:cubicBezTo>
                    <a:pt x="3231" y="1356"/>
                    <a:pt x="3173" y="1338"/>
                    <a:pt x="3173" y="1338"/>
                  </a:cubicBezTo>
                  <a:cubicBezTo>
                    <a:pt x="3173" y="1338"/>
                    <a:pt x="3156" y="1234"/>
                    <a:pt x="3159" y="1107"/>
                  </a:cubicBezTo>
                  <a:cubicBezTo>
                    <a:pt x="3163" y="981"/>
                    <a:pt x="3070" y="875"/>
                    <a:pt x="2895" y="839"/>
                  </a:cubicBezTo>
                  <a:cubicBezTo>
                    <a:pt x="2720" y="802"/>
                    <a:pt x="2673" y="821"/>
                    <a:pt x="2626" y="849"/>
                  </a:cubicBezTo>
                  <a:cubicBezTo>
                    <a:pt x="2591" y="869"/>
                    <a:pt x="2552" y="862"/>
                    <a:pt x="2494" y="872"/>
                  </a:cubicBezTo>
                  <a:cubicBezTo>
                    <a:pt x="2407" y="888"/>
                    <a:pt x="2345" y="904"/>
                    <a:pt x="2310" y="982"/>
                  </a:cubicBezTo>
                  <a:cubicBezTo>
                    <a:pt x="2293" y="1020"/>
                    <a:pt x="2284" y="1135"/>
                    <a:pt x="2316" y="1175"/>
                  </a:cubicBezTo>
                  <a:cubicBezTo>
                    <a:pt x="2316" y="1175"/>
                    <a:pt x="2322" y="1084"/>
                    <a:pt x="2396" y="1106"/>
                  </a:cubicBezTo>
                  <a:lnTo>
                    <a:pt x="2396" y="1106"/>
                  </a:lnTo>
                  <a:cubicBezTo>
                    <a:pt x="2419" y="1109"/>
                    <a:pt x="2447" y="1127"/>
                    <a:pt x="2468" y="1143"/>
                  </a:cubicBezTo>
                  <a:cubicBezTo>
                    <a:pt x="2468" y="1143"/>
                    <a:pt x="2618" y="1181"/>
                    <a:pt x="2660" y="1174"/>
                  </a:cubicBezTo>
                  <a:cubicBezTo>
                    <a:pt x="2660" y="1174"/>
                    <a:pt x="2662" y="1191"/>
                    <a:pt x="2641" y="1233"/>
                  </a:cubicBezTo>
                  <a:cubicBezTo>
                    <a:pt x="2621" y="1274"/>
                    <a:pt x="2573" y="1329"/>
                    <a:pt x="2553" y="1354"/>
                  </a:cubicBezTo>
                  <a:cubicBezTo>
                    <a:pt x="2514" y="1403"/>
                    <a:pt x="2430" y="1526"/>
                    <a:pt x="2414" y="1546"/>
                  </a:cubicBezTo>
                  <a:cubicBezTo>
                    <a:pt x="2403" y="1562"/>
                    <a:pt x="2400" y="1566"/>
                    <a:pt x="2400" y="1565"/>
                  </a:cubicBezTo>
                  <a:cubicBezTo>
                    <a:pt x="2341" y="1648"/>
                    <a:pt x="2292" y="1777"/>
                    <a:pt x="2292" y="1777"/>
                  </a:cubicBezTo>
                  <a:lnTo>
                    <a:pt x="2111" y="1776"/>
                  </a:lnTo>
                  <a:lnTo>
                    <a:pt x="2112" y="1905"/>
                  </a:lnTo>
                  <a:cubicBezTo>
                    <a:pt x="1920" y="1936"/>
                    <a:pt x="1782" y="1736"/>
                    <a:pt x="1774" y="1546"/>
                  </a:cubicBezTo>
                  <a:cubicBezTo>
                    <a:pt x="1767" y="1356"/>
                    <a:pt x="1904" y="1429"/>
                    <a:pt x="1936" y="1242"/>
                  </a:cubicBezTo>
                  <a:cubicBezTo>
                    <a:pt x="1967" y="1054"/>
                    <a:pt x="1655" y="740"/>
                    <a:pt x="1551" y="664"/>
                  </a:cubicBezTo>
                  <a:cubicBezTo>
                    <a:pt x="1447" y="589"/>
                    <a:pt x="937" y="243"/>
                    <a:pt x="797" y="173"/>
                  </a:cubicBezTo>
                  <a:cubicBezTo>
                    <a:pt x="656" y="103"/>
                    <a:pt x="367" y="86"/>
                    <a:pt x="367" y="86"/>
                  </a:cubicBezTo>
                  <a:cubicBezTo>
                    <a:pt x="390" y="170"/>
                    <a:pt x="670" y="384"/>
                    <a:pt x="670" y="384"/>
                  </a:cubicBezTo>
                  <a:cubicBezTo>
                    <a:pt x="639" y="391"/>
                    <a:pt x="552" y="403"/>
                    <a:pt x="552" y="403"/>
                  </a:cubicBezTo>
                  <a:cubicBezTo>
                    <a:pt x="656" y="528"/>
                    <a:pt x="826" y="660"/>
                    <a:pt x="826" y="660"/>
                  </a:cubicBezTo>
                  <a:cubicBezTo>
                    <a:pt x="764" y="698"/>
                    <a:pt x="639" y="660"/>
                    <a:pt x="639" y="660"/>
                  </a:cubicBezTo>
                  <a:cubicBezTo>
                    <a:pt x="684" y="726"/>
                    <a:pt x="1020" y="924"/>
                    <a:pt x="1020" y="924"/>
                  </a:cubicBezTo>
                  <a:cubicBezTo>
                    <a:pt x="974" y="951"/>
                    <a:pt x="769" y="932"/>
                    <a:pt x="769" y="932"/>
                  </a:cubicBezTo>
                  <a:cubicBezTo>
                    <a:pt x="785" y="996"/>
                    <a:pt x="981" y="1097"/>
                    <a:pt x="981" y="1097"/>
                  </a:cubicBezTo>
                  <a:cubicBezTo>
                    <a:pt x="960" y="1118"/>
                    <a:pt x="762" y="1126"/>
                    <a:pt x="762" y="1126"/>
                  </a:cubicBezTo>
                  <a:cubicBezTo>
                    <a:pt x="779" y="1158"/>
                    <a:pt x="962" y="1260"/>
                    <a:pt x="962" y="1260"/>
                  </a:cubicBezTo>
                  <a:cubicBezTo>
                    <a:pt x="927" y="1282"/>
                    <a:pt x="785" y="1307"/>
                    <a:pt x="785" y="1307"/>
                  </a:cubicBezTo>
                  <a:cubicBezTo>
                    <a:pt x="807" y="1339"/>
                    <a:pt x="936" y="1416"/>
                    <a:pt x="936" y="1416"/>
                  </a:cubicBezTo>
                  <a:cubicBezTo>
                    <a:pt x="887" y="1423"/>
                    <a:pt x="783" y="1475"/>
                    <a:pt x="783" y="1475"/>
                  </a:cubicBezTo>
                  <a:cubicBezTo>
                    <a:pt x="830" y="1520"/>
                    <a:pt x="977" y="1596"/>
                    <a:pt x="977" y="1596"/>
                  </a:cubicBezTo>
                  <a:cubicBezTo>
                    <a:pt x="897" y="1613"/>
                    <a:pt x="840" y="1676"/>
                    <a:pt x="840" y="1676"/>
                  </a:cubicBezTo>
                  <a:cubicBezTo>
                    <a:pt x="958" y="1740"/>
                    <a:pt x="1052" y="1747"/>
                    <a:pt x="1052" y="1747"/>
                  </a:cubicBezTo>
                  <a:cubicBezTo>
                    <a:pt x="982" y="1788"/>
                    <a:pt x="925" y="1849"/>
                    <a:pt x="925" y="1849"/>
                  </a:cubicBezTo>
                  <a:cubicBezTo>
                    <a:pt x="991" y="1893"/>
                    <a:pt x="1154" y="1893"/>
                    <a:pt x="1154" y="1893"/>
                  </a:cubicBezTo>
                  <a:cubicBezTo>
                    <a:pt x="1085" y="1922"/>
                    <a:pt x="986" y="2021"/>
                    <a:pt x="986" y="2021"/>
                  </a:cubicBezTo>
                  <a:cubicBezTo>
                    <a:pt x="1095" y="2057"/>
                    <a:pt x="1230" y="2036"/>
                    <a:pt x="1230" y="2036"/>
                  </a:cubicBezTo>
                  <a:cubicBezTo>
                    <a:pt x="1111" y="2080"/>
                    <a:pt x="1076" y="2179"/>
                    <a:pt x="1076" y="2179"/>
                  </a:cubicBezTo>
                  <a:cubicBezTo>
                    <a:pt x="1163" y="2194"/>
                    <a:pt x="1308" y="2177"/>
                    <a:pt x="1308" y="2177"/>
                  </a:cubicBezTo>
                  <a:cubicBezTo>
                    <a:pt x="1241" y="2203"/>
                    <a:pt x="1177" y="2317"/>
                    <a:pt x="1177" y="2317"/>
                  </a:cubicBezTo>
                  <a:cubicBezTo>
                    <a:pt x="1261" y="2366"/>
                    <a:pt x="1376" y="2321"/>
                    <a:pt x="1376" y="2321"/>
                  </a:cubicBezTo>
                  <a:cubicBezTo>
                    <a:pt x="1331" y="2357"/>
                    <a:pt x="1320" y="2494"/>
                    <a:pt x="1320" y="2494"/>
                  </a:cubicBezTo>
                  <a:cubicBezTo>
                    <a:pt x="1433" y="2499"/>
                    <a:pt x="1497" y="2423"/>
                    <a:pt x="1497" y="2423"/>
                  </a:cubicBezTo>
                  <a:cubicBezTo>
                    <a:pt x="1466" y="2491"/>
                    <a:pt x="1468" y="2593"/>
                    <a:pt x="1468" y="2593"/>
                  </a:cubicBezTo>
                  <a:cubicBezTo>
                    <a:pt x="1563" y="2567"/>
                    <a:pt x="1664" y="2497"/>
                    <a:pt x="1664" y="2497"/>
                  </a:cubicBezTo>
                  <a:cubicBezTo>
                    <a:pt x="1632" y="2560"/>
                    <a:pt x="1651" y="2674"/>
                    <a:pt x="1651" y="2674"/>
                  </a:cubicBezTo>
                  <a:cubicBezTo>
                    <a:pt x="1731" y="2660"/>
                    <a:pt x="1816" y="2551"/>
                    <a:pt x="1816" y="2551"/>
                  </a:cubicBezTo>
                  <a:cubicBezTo>
                    <a:pt x="1788" y="2643"/>
                    <a:pt x="1794" y="2747"/>
                    <a:pt x="1794" y="2747"/>
                  </a:cubicBezTo>
                  <a:cubicBezTo>
                    <a:pt x="1856" y="2731"/>
                    <a:pt x="1960" y="2624"/>
                    <a:pt x="1960" y="2624"/>
                  </a:cubicBezTo>
                  <a:cubicBezTo>
                    <a:pt x="1948" y="2711"/>
                    <a:pt x="2002" y="2794"/>
                    <a:pt x="2002" y="2794"/>
                  </a:cubicBezTo>
                  <a:cubicBezTo>
                    <a:pt x="2047" y="2785"/>
                    <a:pt x="2109" y="2709"/>
                    <a:pt x="2109" y="2709"/>
                  </a:cubicBezTo>
                  <a:lnTo>
                    <a:pt x="2109" y="2809"/>
                  </a:lnTo>
                  <a:cubicBezTo>
                    <a:pt x="1910" y="2827"/>
                    <a:pt x="1830" y="2995"/>
                    <a:pt x="1755" y="3050"/>
                  </a:cubicBezTo>
                  <a:cubicBezTo>
                    <a:pt x="1681" y="3106"/>
                    <a:pt x="1599" y="3272"/>
                    <a:pt x="1599" y="3272"/>
                  </a:cubicBezTo>
                  <a:lnTo>
                    <a:pt x="1332" y="3302"/>
                  </a:lnTo>
                  <a:cubicBezTo>
                    <a:pt x="1345" y="3269"/>
                    <a:pt x="1367" y="3191"/>
                    <a:pt x="1293" y="3141"/>
                  </a:cubicBezTo>
                  <a:cubicBezTo>
                    <a:pt x="1218" y="3090"/>
                    <a:pt x="1128" y="3200"/>
                    <a:pt x="1119" y="3189"/>
                  </a:cubicBezTo>
                  <a:cubicBezTo>
                    <a:pt x="1111" y="3179"/>
                    <a:pt x="1079" y="3180"/>
                    <a:pt x="1034" y="3161"/>
                  </a:cubicBezTo>
                  <a:cubicBezTo>
                    <a:pt x="989" y="3142"/>
                    <a:pt x="1029" y="3132"/>
                    <a:pt x="1029" y="3132"/>
                  </a:cubicBezTo>
                  <a:cubicBezTo>
                    <a:pt x="1069" y="3099"/>
                    <a:pt x="1022" y="3031"/>
                    <a:pt x="1022" y="3031"/>
                  </a:cubicBezTo>
                  <a:cubicBezTo>
                    <a:pt x="1119" y="2998"/>
                    <a:pt x="1228" y="2832"/>
                    <a:pt x="1235" y="2757"/>
                  </a:cubicBezTo>
                  <a:cubicBezTo>
                    <a:pt x="1242" y="2683"/>
                    <a:pt x="1305" y="2605"/>
                    <a:pt x="1305" y="2605"/>
                  </a:cubicBezTo>
                  <a:cubicBezTo>
                    <a:pt x="1196" y="2605"/>
                    <a:pt x="1045" y="2735"/>
                    <a:pt x="1045" y="2735"/>
                  </a:cubicBezTo>
                  <a:cubicBezTo>
                    <a:pt x="1064" y="2671"/>
                    <a:pt x="1026" y="2468"/>
                    <a:pt x="1026" y="2468"/>
                  </a:cubicBezTo>
                  <a:cubicBezTo>
                    <a:pt x="889" y="2572"/>
                    <a:pt x="825" y="2872"/>
                    <a:pt x="825" y="2872"/>
                  </a:cubicBezTo>
                  <a:cubicBezTo>
                    <a:pt x="809" y="2837"/>
                    <a:pt x="781" y="2851"/>
                    <a:pt x="781" y="2851"/>
                  </a:cubicBezTo>
                  <a:cubicBezTo>
                    <a:pt x="871" y="2723"/>
                    <a:pt x="812" y="2409"/>
                    <a:pt x="812" y="2409"/>
                  </a:cubicBezTo>
                  <a:cubicBezTo>
                    <a:pt x="648" y="2536"/>
                    <a:pt x="649" y="2666"/>
                    <a:pt x="649" y="2666"/>
                  </a:cubicBezTo>
                  <a:cubicBezTo>
                    <a:pt x="573" y="2679"/>
                    <a:pt x="580" y="2714"/>
                    <a:pt x="566" y="2716"/>
                  </a:cubicBezTo>
                  <a:cubicBezTo>
                    <a:pt x="552" y="2718"/>
                    <a:pt x="542" y="2638"/>
                    <a:pt x="542" y="2638"/>
                  </a:cubicBezTo>
                  <a:cubicBezTo>
                    <a:pt x="542" y="2638"/>
                    <a:pt x="625" y="2634"/>
                    <a:pt x="629" y="2553"/>
                  </a:cubicBezTo>
                  <a:cubicBezTo>
                    <a:pt x="632" y="2471"/>
                    <a:pt x="551" y="2463"/>
                    <a:pt x="551" y="2463"/>
                  </a:cubicBezTo>
                  <a:cubicBezTo>
                    <a:pt x="769" y="2362"/>
                    <a:pt x="689" y="2068"/>
                    <a:pt x="689" y="2100"/>
                  </a:cubicBezTo>
                  <a:cubicBezTo>
                    <a:pt x="689" y="2133"/>
                    <a:pt x="679" y="2135"/>
                    <a:pt x="611" y="2165"/>
                  </a:cubicBezTo>
                  <a:cubicBezTo>
                    <a:pt x="544" y="2194"/>
                    <a:pt x="502" y="2243"/>
                    <a:pt x="502" y="2243"/>
                  </a:cubicBezTo>
                  <a:cubicBezTo>
                    <a:pt x="471" y="2206"/>
                    <a:pt x="436" y="2205"/>
                    <a:pt x="436" y="2205"/>
                  </a:cubicBezTo>
                  <a:cubicBezTo>
                    <a:pt x="487" y="2166"/>
                    <a:pt x="604" y="2017"/>
                    <a:pt x="579" y="1960"/>
                  </a:cubicBezTo>
                  <a:cubicBezTo>
                    <a:pt x="552" y="1903"/>
                    <a:pt x="585" y="1783"/>
                    <a:pt x="585" y="1783"/>
                  </a:cubicBezTo>
                  <a:cubicBezTo>
                    <a:pt x="495" y="1802"/>
                    <a:pt x="419" y="1976"/>
                    <a:pt x="419" y="1976"/>
                  </a:cubicBezTo>
                  <a:cubicBezTo>
                    <a:pt x="414" y="1934"/>
                    <a:pt x="369" y="1856"/>
                    <a:pt x="341" y="1835"/>
                  </a:cubicBezTo>
                  <a:cubicBezTo>
                    <a:pt x="313" y="1815"/>
                    <a:pt x="247" y="1653"/>
                    <a:pt x="247" y="1653"/>
                  </a:cubicBezTo>
                  <a:cubicBezTo>
                    <a:pt x="244" y="1719"/>
                    <a:pt x="223" y="1884"/>
                    <a:pt x="213" y="1974"/>
                  </a:cubicBezTo>
                  <a:cubicBezTo>
                    <a:pt x="202" y="2064"/>
                    <a:pt x="253" y="2180"/>
                    <a:pt x="325" y="2212"/>
                  </a:cubicBezTo>
                  <a:cubicBezTo>
                    <a:pt x="398" y="2243"/>
                    <a:pt x="367" y="2314"/>
                    <a:pt x="367" y="2314"/>
                  </a:cubicBezTo>
                  <a:cubicBezTo>
                    <a:pt x="362" y="2281"/>
                    <a:pt x="251" y="2206"/>
                    <a:pt x="157" y="2179"/>
                  </a:cubicBezTo>
                  <a:cubicBezTo>
                    <a:pt x="64" y="2151"/>
                    <a:pt x="0" y="2088"/>
                    <a:pt x="0" y="2088"/>
                  </a:cubicBezTo>
                  <a:cubicBezTo>
                    <a:pt x="0" y="2088"/>
                    <a:pt x="8" y="2288"/>
                    <a:pt x="93" y="2366"/>
                  </a:cubicBezTo>
                  <a:cubicBezTo>
                    <a:pt x="178" y="2444"/>
                    <a:pt x="324" y="2477"/>
                    <a:pt x="324" y="2477"/>
                  </a:cubicBezTo>
                  <a:cubicBezTo>
                    <a:pt x="289" y="2491"/>
                    <a:pt x="277" y="2546"/>
                    <a:pt x="277" y="2546"/>
                  </a:cubicBezTo>
                  <a:cubicBezTo>
                    <a:pt x="190" y="2511"/>
                    <a:pt x="34" y="2549"/>
                    <a:pt x="34" y="2549"/>
                  </a:cubicBezTo>
                  <a:cubicBezTo>
                    <a:pt x="100" y="2572"/>
                    <a:pt x="178" y="2707"/>
                    <a:pt x="178" y="2707"/>
                  </a:cubicBezTo>
                  <a:cubicBezTo>
                    <a:pt x="138" y="2714"/>
                    <a:pt x="81" y="2813"/>
                    <a:pt x="81" y="2813"/>
                  </a:cubicBezTo>
                  <a:cubicBezTo>
                    <a:pt x="213" y="2761"/>
                    <a:pt x="286" y="2912"/>
                    <a:pt x="286" y="2912"/>
                  </a:cubicBezTo>
                  <a:cubicBezTo>
                    <a:pt x="254" y="2971"/>
                    <a:pt x="296" y="3012"/>
                    <a:pt x="296" y="3012"/>
                  </a:cubicBezTo>
                  <a:cubicBezTo>
                    <a:pt x="244" y="3017"/>
                    <a:pt x="202" y="3063"/>
                    <a:pt x="202" y="3063"/>
                  </a:cubicBezTo>
                  <a:cubicBezTo>
                    <a:pt x="265" y="3106"/>
                    <a:pt x="440" y="3134"/>
                    <a:pt x="440" y="3134"/>
                  </a:cubicBezTo>
                  <a:cubicBezTo>
                    <a:pt x="353" y="3172"/>
                    <a:pt x="296" y="3279"/>
                    <a:pt x="296" y="3279"/>
                  </a:cubicBezTo>
                  <a:cubicBezTo>
                    <a:pt x="481" y="3364"/>
                    <a:pt x="653" y="3231"/>
                    <a:pt x="653" y="3231"/>
                  </a:cubicBezTo>
                  <a:cubicBezTo>
                    <a:pt x="507" y="3395"/>
                    <a:pt x="518" y="3548"/>
                    <a:pt x="518" y="3548"/>
                  </a:cubicBezTo>
                  <a:cubicBezTo>
                    <a:pt x="601" y="3538"/>
                    <a:pt x="660" y="3492"/>
                    <a:pt x="660" y="3492"/>
                  </a:cubicBezTo>
                  <a:cubicBezTo>
                    <a:pt x="641" y="3586"/>
                    <a:pt x="703" y="3676"/>
                    <a:pt x="703" y="3676"/>
                  </a:cubicBezTo>
                  <a:cubicBezTo>
                    <a:pt x="871" y="3607"/>
                    <a:pt x="851" y="3352"/>
                    <a:pt x="854" y="3272"/>
                  </a:cubicBezTo>
                  <a:cubicBezTo>
                    <a:pt x="858" y="3193"/>
                    <a:pt x="944" y="3189"/>
                    <a:pt x="967" y="3212"/>
                  </a:cubicBezTo>
                  <a:cubicBezTo>
                    <a:pt x="989" y="3234"/>
                    <a:pt x="918" y="3283"/>
                    <a:pt x="901" y="3347"/>
                  </a:cubicBezTo>
                  <a:cubicBezTo>
                    <a:pt x="884" y="3411"/>
                    <a:pt x="960" y="3461"/>
                    <a:pt x="960" y="3461"/>
                  </a:cubicBezTo>
                  <a:cubicBezTo>
                    <a:pt x="941" y="3550"/>
                    <a:pt x="1073" y="3579"/>
                    <a:pt x="1073" y="3579"/>
                  </a:cubicBezTo>
                  <a:cubicBezTo>
                    <a:pt x="1157" y="3733"/>
                    <a:pt x="1313" y="3558"/>
                    <a:pt x="1313" y="3558"/>
                  </a:cubicBezTo>
                  <a:cubicBezTo>
                    <a:pt x="1440" y="3695"/>
                    <a:pt x="1428" y="3903"/>
                    <a:pt x="1459" y="3938"/>
                  </a:cubicBezTo>
                  <a:cubicBezTo>
                    <a:pt x="1490" y="3973"/>
                    <a:pt x="1546" y="3940"/>
                    <a:pt x="1546" y="3940"/>
                  </a:cubicBezTo>
                  <a:cubicBezTo>
                    <a:pt x="1586" y="3778"/>
                    <a:pt x="1345" y="3477"/>
                    <a:pt x="1345" y="3477"/>
                  </a:cubicBezTo>
                  <a:cubicBezTo>
                    <a:pt x="1345" y="3458"/>
                    <a:pt x="1326" y="3418"/>
                    <a:pt x="1326" y="3418"/>
                  </a:cubicBezTo>
                  <a:cubicBezTo>
                    <a:pt x="1326" y="3418"/>
                    <a:pt x="1468" y="3418"/>
                    <a:pt x="1593" y="3425"/>
                  </a:cubicBezTo>
                  <a:cubicBezTo>
                    <a:pt x="1717" y="3432"/>
                    <a:pt x="1707" y="3463"/>
                    <a:pt x="1877" y="3463"/>
                  </a:cubicBezTo>
                  <a:cubicBezTo>
                    <a:pt x="2047" y="3463"/>
                    <a:pt x="2277" y="3314"/>
                    <a:pt x="2277" y="3314"/>
                  </a:cubicBezTo>
                  <a:lnTo>
                    <a:pt x="2421" y="3323"/>
                  </a:lnTo>
                  <a:cubicBezTo>
                    <a:pt x="2423" y="3409"/>
                    <a:pt x="2461" y="3483"/>
                    <a:pt x="2461" y="3483"/>
                  </a:cubicBezTo>
                  <a:cubicBezTo>
                    <a:pt x="2120" y="3766"/>
                    <a:pt x="2105" y="3973"/>
                    <a:pt x="2105" y="3973"/>
                  </a:cubicBezTo>
                  <a:cubicBezTo>
                    <a:pt x="2158" y="3981"/>
                    <a:pt x="2268" y="3931"/>
                    <a:pt x="2268" y="3931"/>
                  </a:cubicBezTo>
                  <a:cubicBezTo>
                    <a:pt x="2194" y="4061"/>
                    <a:pt x="2213" y="4172"/>
                    <a:pt x="2213" y="4172"/>
                  </a:cubicBezTo>
                  <a:cubicBezTo>
                    <a:pt x="2298" y="4158"/>
                    <a:pt x="2374" y="4085"/>
                    <a:pt x="2374" y="4085"/>
                  </a:cubicBezTo>
                  <a:cubicBezTo>
                    <a:pt x="2333" y="4184"/>
                    <a:pt x="2374" y="4305"/>
                    <a:pt x="2374" y="4305"/>
                  </a:cubicBezTo>
                  <a:cubicBezTo>
                    <a:pt x="2470" y="4267"/>
                    <a:pt x="2534" y="4208"/>
                    <a:pt x="2534" y="4208"/>
                  </a:cubicBezTo>
                  <a:cubicBezTo>
                    <a:pt x="2513" y="4312"/>
                    <a:pt x="2556" y="4409"/>
                    <a:pt x="2556" y="4409"/>
                  </a:cubicBezTo>
                  <a:cubicBezTo>
                    <a:pt x="2625" y="4392"/>
                    <a:pt x="2705" y="4319"/>
                    <a:pt x="2705" y="4319"/>
                  </a:cubicBezTo>
                  <a:cubicBezTo>
                    <a:pt x="2724" y="4411"/>
                    <a:pt x="2790" y="4448"/>
                    <a:pt x="2790" y="4448"/>
                  </a:cubicBezTo>
                  <a:cubicBezTo>
                    <a:pt x="2832" y="4411"/>
                    <a:pt x="2872" y="4295"/>
                    <a:pt x="2872" y="4295"/>
                  </a:cubicBezTo>
                  <a:cubicBezTo>
                    <a:pt x="2901" y="4375"/>
                    <a:pt x="3000" y="4423"/>
                    <a:pt x="3000" y="4423"/>
                  </a:cubicBezTo>
                  <a:cubicBezTo>
                    <a:pt x="3050" y="4347"/>
                    <a:pt x="3043" y="4222"/>
                    <a:pt x="3043" y="4222"/>
                  </a:cubicBezTo>
                  <a:cubicBezTo>
                    <a:pt x="3104" y="4307"/>
                    <a:pt x="3191" y="4319"/>
                    <a:pt x="3191" y="4319"/>
                  </a:cubicBezTo>
                  <a:cubicBezTo>
                    <a:pt x="3244" y="4234"/>
                    <a:pt x="3194" y="4064"/>
                    <a:pt x="3194" y="4064"/>
                  </a:cubicBezTo>
                  <a:cubicBezTo>
                    <a:pt x="3289" y="4182"/>
                    <a:pt x="3364" y="4170"/>
                    <a:pt x="3364" y="4170"/>
                  </a:cubicBezTo>
                  <a:cubicBezTo>
                    <a:pt x="3397" y="4101"/>
                    <a:pt x="3319" y="3934"/>
                    <a:pt x="3319" y="3934"/>
                  </a:cubicBezTo>
                  <a:cubicBezTo>
                    <a:pt x="3388" y="4011"/>
                    <a:pt x="3483" y="3998"/>
                    <a:pt x="3483" y="3998"/>
                  </a:cubicBezTo>
                  <a:cubicBezTo>
                    <a:pt x="3519" y="3782"/>
                    <a:pt x="3124" y="3472"/>
                    <a:pt x="3124" y="3472"/>
                  </a:cubicBezTo>
                  <a:cubicBezTo>
                    <a:pt x="3189" y="3418"/>
                    <a:pt x="3151" y="3307"/>
                    <a:pt x="3151" y="3307"/>
                  </a:cubicBezTo>
                  <a:lnTo>
                    <a:pt x="3284" y="3309"/>
                  </a:lnTo>
                  <a:cubicBezTo>
                    <a:pt x="3310" y="3343"/>
                    <a:pt x="3490" y="3449"/>
                    <a:pt x="3681" y="3461"/>
                  </a:cubicBezTo>
                  <a:cubicBezTo>
                    <a:pt x="3872" y="3473"/>
                    <a:pt x="3997" y="3394"/>
                    <a:pt x="3997" y="3394"/>
                  </a:cubicBezTo>
                  <a:lnTo>
                    <a:pt x="4239" y="3394"/>
                  </a:lnTo>
                  <a:cubicBezTo>
                    <a:pt x="4220" y="3439"/>
                    <a:pt x="4241" y="3484"/>
                    <a:pt x="4241" y="3484"/>
                  </a:cubicBezTo>
                  <a:lnTo>
                    <a:pt x="4073" y="3616"/>
                  </a:lnTo>
                  <a:lnTo>
                    <a:pt x="3991" y="3622"/>
                  </a:lnTo>
                  <a:lnTo>
                    <a:pt x="3699" y="3831"/>
                  </a:lnTo>
                  <a:lnTo>
                    <a:pt x="3794" y="3839"/>
                  </a:lnTo>
                  <a:lnTo>
                    <a:pt x="3751" y="3879"/>
                  </a:lnTo>
                  <a:lnTo>
                    <a:pt x="3789" y="3882"/>
                  </a:lnTo>
                  <a:lnTo>
                    <a:pt x="3783" y="3979"/>
                  </a:lnTo>
                  <a:lnTo>
                    <a:pt x="3879" y="3929"/>
                  </a:lnTo>
                  <a:lnTo>
                    <a:pt x="3894" y="4049"/>
                  </a:lnTo>
                  <a:lnTo>
                    <a:pt x="3943" y="4012"/>
                  </a:lnTo>
                  <a:lnTo>
                    <a:pt x="3938" y="4063"/>
                  </a:lnTo>
                  <a:lnTo>
                    <a:pt x="4004" y="4052"/>
                  </a:lnTo>
                  <a:lnTo>
                    <a:pt x="4007" y="4116"/>
                  </a:lnTo>
                  <a:lnTo>
                    <a:pt x="4073" y="4078"/>
                  </a:lnTo>
                  <a:lnTo>
                    <a:pt x="4123" y="4130"/>
                  </a:lnTo>
                  <a:lnTo>
                    <a:pt x="4154" y="4082"/>
                  </a:lnTo>
                  <a:lnTo>
                    <a:pt x="4163" y="4179"/>
                  </a:lnTo>
                  <a:lnTo>
                    <a:pt x="4229" y="4130"/>
                  </a:lnTo>
                  <a:lnTo>
                    <a:pt x="4246" y="4179"/>
                  </a:lnTo>
                  <a:lnTo>
                    <a:pt x="4270" y="4149"/>
                  </a:lnTo>
                  <a:lnTo>
                    <a:pt x="4303" y="4220"/>
                  </a:lnTo>
                  <a:lnTo>
                    <a:pt x="4375" y="3589"/>
                  </a:lnTo>
                  <a:cubicBezTo>
                    <a:pt x="4375" y="3589"/>
                    <a:pt x="4414" y="3607"/>
                    <a:pt x="4466" y="3589"/>
                  </a:cubicBezTo>
                  <a:cubicBezTo>
                    <a:pt x="4517" y="3572"/>
                    <a:pt x="4503" y="3510"/>
                    <a:pt x="4503" y="3510"/>
                  </a:cubicBezTo>
                  <a:cubicBezTo>
                    <a:pt x="4503" y="3510"/>
                    <a:pt x="4557" y="3546"/>
                    <a:pt x="4595" y="3494"/>
                  </a:cubicBezTo>
                  <a:cubicBezTo>
                    <a:pt x="4633" y="3442"/>
                    <a:pt x="4605" y="3394"/>
                    <a:pt x="4605" y="3394"/>
                  </a:cubicBezTo>
                  <a:cubicBezTo>
                    <a:pt x="4605" y="3394"/>
                    <a:pt x="4645" y="3381"/>
                    <a:pt x="4671" y="3349"/>
                  </a:cubicBezTo>
                  <a:cubicBezTo>
                    <a:pt x="4697" y="3316"/>
                    <a:pt x="4650" y="3220"/>
                    <a:pt x="4650" y="3220"/>
                  </a:cubicBezTo>
                  <a:lnTo>
                    <a:pt x="5139" y="2848"/>
                  </a:lnTo>
                  <a:lnTo>
                    <a:pt x="5141" y="2882"/>
                  </a:lnTo>
                  <a:lnTo>
                    <a:pt x="5255" y="2735"/>
                  </a:lnTo>
                  <a:lnTo>
                    <a:pt x="5080" y="2820"/>
                  </a:lnTo>
                  <a:lnTo>
                    <a:pt x="5110" y="2823"/>
                  </a:lnTo>
                  <a:lnTo>
                    <a:pt x="4874" y="2983"/>
                  </a:lnTo>
                  <a:lnTo>
                    <a:pt x="5272" y="2612"/>
                  </a:lnTo>
                  <a:lnTo>
                    <a:pt x="5285" y="2650"/>
                  </a:lnTo>
                  <a:lnTo>
                    <a:pt x="5387" y="2477"/>
                  </a:lnTo>
                  <a:lnTo>
                    <a:pt x="5217" y="2582"/>
                  </a:lnTo>
                  <a:lnTo>
                    <a:pt x="5246" y="2593"/>
                  </a:lnTo>
                  <a:close/>
                </a:path>
              </a:pathLst>
            </a:custGeom>
            <a:solidFill>
              <a:schemeClr val="bg1"/>
            </a:solidFill>
            <a:ln w="0">
              <a:noFill/>
              <a:prstDash val="solid"/>
              <a:round/>
              <a:headEnd/>
              <a:tailEnd/>
            </a:ln>
          </p:spPr>
          <p:txBody>
            <a:bodyPr vert="horz" wrap="square" lIns="62345" tIns="31173" rIns="62345" bIns="31173" numCol="1" anchor="t" anchorCtr="0" compatLnSpc="1">
              <a:prstTxWarp prst="textNoShape">
                <a:avLst/>
              </a:prstTxWarp>
            </a:bodyPr>
            <a:lstStyle/>
            <a:p>
              <a:pPr defTabSz="837848"/>
              <a:endParaRPr lang="en-US" sz="1091" b="1" dirty="0">
                <a:solidFill>
                  <a:prstClr val="black"/>
                </a:solidFill>
                <a:latin typeface="Verdana"/>
              </a:endParaRPr>
            </a:p>
          </p:txBody>
        </p:sp>
      </p:grpSp>
      <p:sp>
        <p:nvSpPr>
          <p:cNvPr id="144" name="TextBox 143">
            <a:extLst>
              <a:ext uri="{FF2B5EF4-FFF2-40B4-BE49-F238E27FC236}">
                <a16:creationId xmlns:a16="http://schemas.microsoft.com/office/drawing/2014/main" id="{C9C7ECF9-2AE0-4F78-B39E-0B2AFD25301C}"/>
              </a:ext>
            </a:extLst>
          </p:cNvPr>
          <p:cNvSpPr txBox="1"/>
          <p:nvPr/>
        </p:nvSpPr>
        <p:spPr>
          <a:xfrm>
            <a:off x="3964645" y="1689268"/>
            <a:ext cx="2626298" cy="153888"/>
          </a:xfrm>
          <a:prstGeom prst="rect">
            <a:avLst/>
          </a:prstGeom>
          <a:noFill/>
        </p:spPr>
        <p:txBody>
          <a:bodyPr wrap="square" lIns="0" tIns="0" rIns="0" bIns="0" rtlCol="0">
            <a:spAutoFit/>
          </a:bodyPr>
          <a:lstStyle/>
          <a:p>
            <a:pPr defTabSz="837848">
              <a:spcBef>
                <a:spcPts val="409"/>
              </a:spcBef>
              <a:buSzPct val="100000"/>
            </a:pPr>
            <a:r>
              <a:rPr lang="en-IN" sz="1000" b="1" dirty="0">
                <a:solidFill>
                  <a:srgbClr val="313131"/>
                </a:solidFill>
                <a:latin typeface="Verdana"/>
              </a:rPr>
              <a:t>Deloitte’s SMART PMO Framework</a:t>
            </a:r>
          </a:p>
        </p:txBody>
      </p:sp>
      <p:grpSp>
        <p:nvGrpSpPr>
          <p:cNvPr id="145" name="Group 144">
            <a:extLst>
              <a:ext uri="{FF2B5EF4-FFF2-40B4-BE49-F238E27FC236}">
                <a16:creationId xmlns:a16="http://schemas.microsoft.com/office/drawing/2014/main" id="{A2C5E4FB-AE81-4A53-BCFC-220AF0D8A58A}"/>
              </a:ext>
            </a:extLst>
          </p:cNvPr>
          <p:cNvGrpSpPr/>
          <p:nvPr/>
        </p:nvGrpSpPr>
        <p:grpSpPr>
          <a:xfrm>
            <a:off x="3378365" y="4251752"/>
            <a:ext cx="3483718" cy="1770252"/>
            <a:chOff x="669853" y="2647507"/>
            <a:chExt cx="12332099" cy="2716548"/>
          </a:xfrm>
        </p:grpSpPr>
        <p:sp>
          <p:nvSpPr>
            <p:cNvPr id="146" name="Rectangle 145">
              <a:extLst>
                <a:ext uri="{FF2B5EF4-FFF2-40B4-BE49-F238E27FC236}">
                  <a16:creationId xmlns:a16="http://schemas.microsoft.com/office/drawing/2014/main" id="{9DBF718D-58A3-4984-900B-3D1E16EA681A}"/>
                </a:ext>
              </a:extLst>
            </p:cNvPr>
            <p:cNvSpPr/>
            <p:nvPr/>
          </p:nvSpPr>
          <p:spPr bwMode="gray">
            <a:xfrm>
              <a:off x="4171505" y="3232298"/>
              <a:ext cx="3327991" cy="575329"/>
            </a:xfrm>
            <a:prstGeom prst="rect">
              <a:avLst/>
            </a:prstGeom>
            <a:solidFill>
              <a:schemeClr val="accent1"/>
            </a:solidFill>
            <a:ln w="19050" algn="ctr">
              <a:noFill/>
              <a:miter lim="800000"/>
              <a:headEnd/>
              <a:tailEnd/>
            </a:ln>
          </p:spPr>
          <p:txBody>
            <a:bodyPr wrap="square" lIns="60614" tIns="60614" rIns="60614" bIns="60614" rtlCol="0" anchor="ctr"/>
            <a:lstStyle/>
            <a:p>
              <a:pPr algn="ctr" defTabSz="837848">
                <a:lnSpc>
                  <a:spcPct val="106000"/>
                </a:lnSpc>
              </a:pPr>
              <a:r>
                <a:rPr lang="en-US" sz="700" b="1" dirty="0">
                  <a:solidFill>
                    <a:prstClr val="white"/>
                  </a:solidFill>
                  <a:latin typeface="Verdana"/>
                </a:rPr>
                <a:t>APEX LEVEL COMMITTEE</a:t>
              </a:r>
              <a:endParaRPr lang="en-IN" sz="700" b="1" dirty="0">
                <a:solidFill>
                  <a:prstClr val="white"/>
                </a:solidFill>
                <a:latin typeface="Verdana"/>
              </a:endParaRPr>
            </a:p>
          </p:txBody>
        </p:sp>
        <p:sp>
          <p:nvSpPr>
            <p:cNvPr id="147" name="Rectangle 146">
              <a:extLst>
                <a:ext uri="{FF2B5EF4-FFF2-40B4-BE49-F238E27FC236}">
                  <a16:creationId xmlns:a16="http://schemas.microsoft.com/office/drawing/2014/main" id="{520A7599-5DF6-4789-9BC9-F2E99705FAFE}"/>
                </a:ext>
              </a:extLst>
            </p:cNvPr>
            <p:cNvSpPr/>
            <p:nvPr/>
          </p:nvSpPr>
          <p:spPr bwMode="gray">
            <a:xfrm>
              <a:off x="1963777" y="4506560"/>
              <a:ext cx="2450048" cy="756784"/>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600" b="1" dirty="0">
                  <a:solidFill>
                    <a:prstClr val="white"/>
                  </a:solidFill>
                  <a:latin typeface="Verdana"/>
                </a:rPr>
                <a:t>TECHNICAL TASK FORCE/WORKING GROUP</a:t>
              </a:r>
              <a:endParaRPr lang="en-IN" sz="600" b="1" dirty="0">
                <a:solidFill>
                  <a:prstClr val="white"/>
                </a:solidFill>
                <a:latin typeface="Verdana"/>
              </a:endParaRPr>
            </a:p>
          </p:txBody>
        </p:sp>
        <p:sp>
          <p:nvSpPr>
            <p:cNvPr id="148" name="Rectangle 147">
              <a:extLst>
                <a:ext uri="{FF2B5EF4-FFF2-40B4-BE49-F238E27FC236}">
                  <a16:creationId xmlns:a16="http://schemas.microsoft.com/office/drawing/2014/main" id="{B2F2DE9F-526A-4C79-B6C4-788AC61C1C6D}"/>
                </a:ext>
              </a:extLst>
            </p:cNvPr>
            <p:cNvSpPr/>
            <p:nvPr/>
          </p:nvSpPr>
          <p:spPr bwMode="gray">
            <a:xfrm>
              <a:off x="4610476" y="4506560"/>
              <a:ext cx="2450048" cy="757255"/>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600" b="1" dirty="0">
                  <a:solidFill>
                    <a:prstClr val="white"/>
                  </a:solidFill>
                  <a:latin typeface="Verdana"/>
                </a:rPr>
                <a:t>FINANCIAL TASK FORCE/ WORKING GROUP</a:t>
              </a:r>
              <a:endParaRPr lang="en-IN" sz="600" b="1" dirty="0">
                <a:solidFill>
                  <a:prstClr val="white"/>
                </a:solidFill>
                <a:latin typeface="Verdana"/>
              </a:endParaRPr>
            </a:p>
          </p:txBody>
        </p:sp>
        <p:sp>
          <p:nvSpPr>
            <p:cNvPr id="149" name="Rectangle 148">
              <a:extLst>
                <a:ext uri="{FF2B5EF4-FFF2-40B4-BE49-F238E27FC236}">
                  <a16:creationId xmlns:a16="http://schemas.microsoft.com/office/drawing/2014/main" id="{50C2F1FB-7EA5-4E66-B149-AC587B58A5B3}"/>
                </a:ext>
              </a:extLst>
            </p:cNvPr>
            <p:cNvSpPr/>
            <p:nvPr/>
          </p:nvSpPr>
          <p:spPr bwMode="gray">
            <a:xfrm>
              <a:off x="7257177" y="4506089"/>
              <a:ext cx="2450048" cy="757255"/>
            </a:xfrm>
            <a:prstGeom prst="rect">
              <a:avLst/>
            </a:prstGeom>
            <a:solidFill>
              <a:schemeClr val="accent5"/>
            </a:solidFill>
            <a:ln w="19050" algn="ctr">
              <a:noFill/>
              <a:miter lim="800000"/>
              <a:headEnd/>
              <a:tailEnd/>
            </a:ln>
          </p:spPr>
          <p:txBody>
            <a:bodyPr wrap="square" lIns="60614" tIns="60614" rIns="60614" bIns="60614" rtlCol="0" anchor="ctr"/>
            <a:lstStyle/>
            <a:p>
              <a:pPr algn="ctr" defTabSz="837848">
                <a:lnSpc>
                  <a:spcPct val="106000"/>
                </a:lnSpc>
              </a:pPr>
              <a:r>
                <a:rPr lang="en-US" sz="600" b="1" dirty="0">
                  <a:solidFill>
                    <a:prstClr val="white"/>
                  </a:solidFill>
                  <a:latin typeface="Verdana"/>
                </a:rPr>
                <a:t>SAFEGUARD TASK FORCE/ WORKING GROUP</a:t>
              </a:r>
              <a:endParaRPr lang="en-IN" sz="600" b="1" dirty="0">
                <a:solidFill>
                  <a:prstClr val="white"/>
                </a:solidFill>
                <a:latin typeface="Verdana"/>
              </a:endParaRPr>
            </a:p>
          </p:txBody>
        </p:sp>
        <p:cxnSp>
          <p:nvCxnSpPr>
            <p:cNvPr id="150" name="Straight Arrow Connector 149">
              <a:extLst>
                <a:ext uri="{FF2B5EF4-FFF2-40B4-BE49-F238E27FC236}">
                  <a16:creationId xmlns:a16="http://schemas.microsoft.com/office/drawing/2014/main" id="{773C295C-410F-4D3D-8903-711C419EB55D}"/>
                </a:ext>
              </a:extLst>
            </p:cNvPr>
            <p:cNvCxnSpPr>
              <a:cxnSpLocks/>
              <a:stCxn id="146" idx="2"/>
              <a:endCxn id="148" idx="0"/>
            </p:cNvCxnSpPr>
            <p:nvPr/>
          </p:nvCxnSpPr>
          <p:spPr>
            <a:xfrm flipH="1">
              <a:off x="5835500" y="3807627"/>
              <a:ext cx="1" cy="69893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Connector: Elbow 150">
              <a:extLst>
                <a:ext uri="{FF2B5EF4-FFF2-40B4-BE49-F238E27FC236}">
                  <a16:creationId xmlns:a16="http://schemas.microsoft.com/office/drawing/2014/main" id="{588DFABC-FD5B-43A3-AA3E-251FBA4EB575}"/>
                </a:ext>
              </a:extLst>
            </p:cNvPr>
            <p:cNvCxnSpPr>
              <a:cxnSpLocks/>
              <a:stCxn id="146" idx="2"/>
              <a:endCxn id="149" idx="0"/>
            </p:cNvCxnSpPr>
            <p:nvPr/>
          </p:nvCxnSpPr>
          <p:spPr>
            <a:xfrm rot="16200000" flipH="1">
              <a:off x="6809620" y="2833506"/>
              <a:ext cx="698462" cy="2646702"/>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Connector: Elbow 151">
              <a:extLst>
                <a:ext uri="{FF2B5EF4-FFF2-40B4-BE49-F238E27FC236}">
                  <a16:creationId xmlns:a16="http://schemas.microsoft.com/office/drawing/2014/main" id="{4DA8F6DE-F7CC-4942-86A1-654075B35754}"/>
                </a:ext>
              </a:extLst>
            </p:cNvPr>
            <p:cNvCxnSpPr>
              <a:cxnSpLocks/>
              <a:stCxn id="146" idx="2"/>
              <a:endCxn id="147" idx="0"/>
            </p:cNvCxnSpPr>
            <p:nvPr/>
          </p:nvCxnSpPr>
          <p:spPr>
            <a:xfrm rot="5400000">
              <a:off x="4162686" y="2833745"/>
              <a:ext cx="698933" cy="2646698"/>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3" name="Arrow: Up 152">
              <a:extLst>
                <a:ext uri="{FF2B5EF4-FFF2-40B4-BE49-F238E27FC236}">
                  <a16:creationId xmlns:a16="http://schemas.microsoft.com/office/drawing/2014/main" id="{BDD73C05-6174-4DC8-8EC1-F38E98C57D91}"/>
                </a:ext>
              </a:extLst>
            </p:cNvPr>
            <p:cNvSpPr/>
            <p:nvPr/>
          </p:nvSpPr>
          <p:spPr bwMode="gray">
            <a:xfrm>
              <a:off x="684907" y="3003618"/>
              <a:ext cx="1576630" cy="2274515"/>
            </a:xfrm>
            <a:prstGeom prst="upArrow">
              <a:avLst/>
            </a:prstGeom>
            <a:solidFill>
              <a:schemeClr val="accent3"/>
            </a:solidFill>
            <a:ln w="19050" algn="ctr">
              <a:noFill/>
              <a:miter lim="800000"/>
              <a:headEnd/>
              <a:tailEnd/>
            </a:ln>
          </p:spPr>
          <p:txBody>
            <a:bodyPr vert="vert270" wrap="square" lIns="60614" tIns="60614" rIns="60614" bIns="60614" rtlCol="0" anchor="ctr"/>
            <a:lstStyle/>
            <a:p>
              <a:pPr algn="ctr" defTabSz="837848">
                <a:lnSpc>
                  <a:spcPct val="106000"/>
                </a:lnSpc>
              </a:pPr>
              <a:r>
                <a:rPr lang="en-US" sz="700" b="1" dirty="0">
                  <a:solidFill>
                    <a:prstClr val="white"/>
                  </a:solidFill>
                  <a:latin typeface="Verdana"/>
                </a:rPr>
                <a:t>Increasing decision making authority</a:t>
              </a:r>
              <a:endParaRPr lang="en-IN" sz="700" b="1" dirty="0">
                <a:solidFill>
                  <a:prstClr val="white"/>
                </a:solidFill>
                <a:latin typeface="Verdana"/>
              </a:endParaRPr>
            </a:p>
          </p:txBody>
        </p:sp>
        <p:sp>
          <p:nvSpPr>
            <p:cNvPr id="154" name="Rectangle 153">
              <a:extLst>
                <a:ext uri="{FF2B5EF4-FFF2-40B4-BE49-F238E27FC236}">
                  <a16:creationId xmlns:a16="http://schemas.microsoft.com/office/drawing/2014/main" id="{4188ECEA-D6EB-4ADC-956C-08F1E4991285}"/>
                </a:ext>
              </a:extLst>
            </p:cNvPr>
            <p:cNvSpPr/>
            <p:nvPr/>
          </p:nvSpPr>
          <p:spPr bwMode="gray">
            <a:xfrm>
              <a:off x="669853" y="2647507"/>
              <a:ext cx="9220306" cy="2716548"/>
            </a:xfrm>
            <a:prstGeom prst="rect">
              <a:avLst/>
            </a:prstGeom>
            <a:noFill/>
            <a:ln w="19050" algn="ctr">
              <a:solidFill>
                <a:schemeClr val="tx1"/>
              </a:solidFill>
              <a:prstDash val="dash"/>
              <a:miter lim="800000"/>
              <a:headEnd/>
              <a:tailEnd/>
            </a:ln>
          </p:spPr>
          <p:txBody>
            <a:bodyPr wrap="square" lIns="60614" tIns="60614" rIns="60614" bIns="60614" rtlCol="0" anchor="ctr"/>
            <a:lstStyle/>
            <a:p>
              <a:pPr algn="ctr" defTabSz="837848">
                <a:lnSpc>
                  <a:spcPct val="106000"/>
                </a:lnSpc>
              </a:pPr>
              <a:endParaRPr lang="en-IN" sz="900" b="1" dirty="0">
                <a:solidFill>
                  <a:prstClr val="white"/>
                </a:solidFill>
                <a:latin typeface="Verdana"/>
              </a:endParaRPr>
            </a:p>
          </p:txBody>
        </p:sp>
        <p:sp>
          <p:nvSpPr>
            <p:cNvPr id="155" name="Rectangle 154">
              <a:extLst>
                <a:ext uri="{FF2B5EF4-FFF2-40B4-BE49-F238E27FC236}">
                  <a16:creationId xmlns:a16="http://schemas.microsoft.com/office/drawing/2014/main" id="{DDAA4C94-4B64-4D4F-BE77-B75FDEC1B1C4}"/>
                </a:ext>
              </a:extLst>
            </p:cNvPr>
            <p:cNvSpPr/>
            <p:nvPr/>
          </p:nvSpPr>
          <p:spPr bwMode="gray">
            <a:xfrm>
              <a:off x="10077461" y="3469072"/>
              <a:ext cx="2924491" cy="1073419"/>
            </a:xfrm>
            <a:prstGeom prst="rect">
              <a:avLst/>
            </a:prstGeom>
            <a:ln>
              <a:headEnd/>
              <a:tailEnd/>
            </a:ln>
          </p:spPr>
          <p:style>
            <a:lnRef idx="1">
              <a:schemeClr val="dk1"/>
            </a:lnRef>
            <a:fillRef idx="2">
              <a:schemeClr val="dk1"/>
            </a:fillRef>
            <a:effectRef idx="1">
              <a:schemeClr val="dk1"/>
            </a:effectRef>
            <a:fontRef idx="minor">
              <a:schemeClr val="dk1"/>
            </a:fontRef>
          </p:style>
          <p:txBody>
            <a:bodyPr wrap="square" lIns="60614" tIns="60614" rIns="60614" bIns="60614" rtlCol="0" anchor="ctr"/>
            <a:lstStyle/>
            <a:p>
              <a:pPr algn="ctr" defTabSz="837848">
                <a:lnSpc>
                  <a:spcPct val="106000"/>
                </a:lnSpc>
              </a:pPr>
              <a:r>
                <a:rPr lang="en-US" sz="600" b="1" dirty="0">
                  <a:solidFill>
                    <a:prstClr val="black"/>
                  </a:solidFill>
                  <a:latin typeface="Verdana"/>
                </a:rPr>
                <a:t>PROJECT IMPLEMENTATION CONSULTANTS</a:t>
              </a:r>
            </a:p>
            <a:p>
              <a:pPr algn="ctr" defTabSz="837848">
                <a:lnSpc>
                  <a:spcPct val="106000"/>
                </a:lnSpc>
              </a:pPr>
              <a:r>
                <a:rPr lang="en-US" sz="600" b="1" dirty="0">
                  <a:solidFill>
                    <a:prstClr val="black"/>
                  </a:solidFill>
                  <a:latin typeface="Verdana"/>
                </a:rPr>
                <a:t>(PIC)</a:t>
              </a:r>
              <a:endParaRPr lang="en-IN" sz="600" b="1" dirty="0">
                <a:solidFill>
                  <a:prstClr val="black"/>
                </a:solidFill>
                <a:latin typeface="Verdana"/>
              </a:endParaRPr>
            </a:p>
          </p:txBody>
        </p:sp>
        <p:cxnSp>
          <p:nvCxnSpPr>
            <p:cNvPr id="156" name="Straight Arrow Connector 155">
              <a:extLst>
                <a:ext uri="{FF2B5EF4-FFF2-40B4-BE49-F238E27FC236}">
                  <a16:creationId xmlns:a16="http://schemas.microsoft.com/office/drawing/2014/main" id="{A603A399-3E24-400C-92B3-5D675D987533}"/>
                </a:ext>
              </a:extLst>
            </p:cNvPr>
            <p:cNvCxnSpPr>
              <a:cxnSpLocks/>
              <a:stCxn id="154" idx="3"/>
              <a:endCxn id="155" idx="1"/>
            </p:cNvCxnSpPr>
            <p:nvPr/>
          </p:nvCxnSpPr>
          <p:spPr>
            <a:xfrm>
              <a:off x="9890160" y="4005781"/>
              <a:ext cx="187301" cy="2"/>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D2FFB508-1A2A-4EF1-814F-AD20A12F0AA7}"/>
                </a:ext>
              </a:extLst>
            </p:cNvPr>
            <p:cNvSpPr txBox="1"/>
            <p:nvPr/>
          </p:nvSpPr>
          <p:spPr>
            <a:xfrm>
              <a:off x="2748103" y="2692903"/>
              <a:ext cx="5702476" cy="455451"/>
            </a:xfrm>
            <a:prstGeom prst="rect">
              <a:avLst/>
            </a:prstGeom>
            <a:noFill/>
          </p:spPr>
          <p:txBody>
            <a:bodyPr wrap="none" lIns="0" tIns="0" rIns="0" bIns="0" rtlCol="0">
              <a:spAutoFit/>
            </a:bodyPr>
            <a:lstStyle/>
            <a:p>
              <a:pPr algn="ctr" defTabSz="837848">
                <a:buSzPct val="100000"/>
              </a:pPr>
              <a:r>
                <a:rPr lang="en-US" sz="700" b="1" i="1" dirty="0">
                  <a:solidFill>
                    <a:srgbClr val="313131"/>
                  </a:solidFill>
                  <a:latin typeface="Verdana"/>
                </a:rPr>
                <a:t>PMU CELL ILLUSTRATIVE STRUCTURE</a:t>
              </a:r>
            </a:p>
            <a:p>
              <a:pPr algn="ctr" defTabSz="837848">
                <a:buSzPct val="100000"/>
              </a:pPr>
              <a:r>
                <a:rPr lang="en-US" sz="700" i="1" dirty="0">
                  <a:solidFill>
                    <a:srgbClr val="313131"/>
                  </a:solidFill>
                  <a:latin typeface="Verdana"/>
                </a:rPr>
                <a:t>(Comprising of key Officials from APDCL</a:t>
              </a:r>
            </a:p>
            <a:p>
              <a:pPr algn="ctr" defTabSz="837848">
                <a:buSzPct val="100000"/>
              </a:pPr>
              <a:r>
                <a:rPr lang="en-US" sz="700" i="1" dirty="0">
                  <a:solidFill>
                    <a:srgbClr val="313131"/>
                  </a:solidFill>
                  <a:latin typeface="Verdana"/>
                </a:rPr>
                <a:t> and other key stakeholders)</a:t>
              </a:r>
              <a:endParaRPr lang="en-IN" sz="700" i="1" dirty="0">
                <a:solidFill>
                  <a:srgbClr val="313131"/>
                </a:solidFill>
                <a:latin typeface="Verdana"/>
              </a:endParaRPr>
            </a:p>
          </p:txBody>
        </p:sp>
      </p:grpSp>
      <p:grpSp>
        <p:nvGrpSpPr>
          <p:cNvPr id="161" name="Group 160">
            <a:extLst>
              <a:ext uri="{FF2B5EF4-FFF2-40B4-BE49-F238E27FC236}">
                <a16:creationId xmlns:a16="http://schemas.microsoft.com/office/drawing/2014/main" id="{3B5BE337-AF73-4CC3-98D8-FC667FB6604F}"/>
              </a:ext>
            </a:extLst>
          </p:cNvPr>
          <p:cNvGrpSpPr/>
          <p:nvPr/>
        </p:nvGrpSpPr>
        <p:grpSpPr>
          <a:xfrm>
            <a:off x="6849367" y="1910820"/>
            <a:ext cx="2910807" cy="1239537"/>
            <a:chOff x="3136469" y="1257368"/>
            <a:chExt cx="4758749" cy="1349663"/>
          </a:xfrm>
        </p:grpSpPr>
        <p:sp>
          <p:nvSpPr>
            <p:cNvPr id="171" name="Freeform 272">
              <a:extLst>
                <a:ext uri="{FF2B5EF4-FFF2-40B4-BE49-F238E27FC236}">
                  <a16:creationId xmlns:a16="http://schemas.microsoft.com/office/drawing/2014/main" id="{A78AC736-E240-4067-A13C-BEE47ADB5D27}"/>
                </a:ext>
              </a:extLst>
            </p:cNvPr>
            <p:cNvSpPr>
              <a:spLocks noChangeAspect="1" noEditPoints="1"/>
            </p:cNvSpPr>
            <p:nvPr/>
          </p:nvSpPr>
          <p:spPr bwMode="auto">
            <a:xfrm>
              <a:off x="3136469" y="1388958"/>
              <a:ext cx="600711" cy="463934"/>
            </a:xfrm>
            <a:custGeom>
              <a:avLst/>
              <a:gdLst>
                <a:gd name="T0" fmla="*/ 4966 w 5954"/>
                <a:gd name="T1" fmla="*/ 4258 h 5070"/>
                <a:gd name="T2" fmla="*/ 5543 w 5954"/>
                <a:gd name="T3" fmla="*/ 4093 h 5070"/>
                <a:gd name="T4" fmla="*/ 1186 w 5954"/>
                <a:gd name="T5" fmla="*/ 2719 h 5070"/>
                <a:gd name="T6" fmla="*/ 1700 w 5954"/>
                <a:gd name="T7" fmla="*/ 3382 h 5070"/>
                <a:gd name="T8" fmla="*/ 1186 w 5954"/>
                <a:gd name="T9" fmla="*/ 2719 h 5070"/>
                <a:gd name="T10" fmla="*/ 2722 w 5954"/>
                <a:gd name="T11" fmla="*/ 2308 h 5070"/>
                <a:gd name="T12" fmla="*/ 2210 w 5954"/>
                <a:gd name="T13" fmla="*/ 3382 h 5070"/>
                <a:gd name="T14" fmla="*/ 3232 w 5954"/>
                <a:gd name="T15" fmla="*/ 1539 h 5070"/>
                <a:gd name="T16" fmla="*/ 3745 w 5954"/>
                <a:gd name="T17" fmla="*/ 3382 h 5070"/>
                <a:gd name="T18" fmla="*/ 3232 w 5954"/>
                <a:gd name="T19" fmla="*/ 1539 h 5070"/>
                <a:gd name="T20" fmla="*/ 4767 w 5954"/>
                <a:gd name="T21" fmla="*/ 1118 h 5070"/>
                <a:gd name="T22" fmla="*/ 4255 w 5954"/>
                <a:gd name="T23" fmla="*/ 3382 h 5070"/>
                <a:gd name="T24" fmla="*/ 412 w 5954"/>
                <a:gd name="T25" fmla="*/ 412 h 5070"/>
                <a:gd name="T26" fmla="*/ 5541 w 5954"/>
                <a:gd name="T27" fmla="*/ 3977 h 5070"/>
                <a:gd name="T28" fmla="*/ 412 w 5954"/>
                <a:gd name="T29" fmla="*/ 412 h 5070"/>
                <a:gd name="T30" fmla="*/ 5747 w 5954"/>
                <a:gd name="T31" fmla="*/ 0 h 5070"/>
                <a:gd name="T32" fmla="*/ 5838 w 5954"/>
                <a:gd name="T33" fmla="*/ 20 h 5070"/>
                <a:gd name="T34" fmla="*/ 5908 w 5954"/>
                <a:gd name="T35" fmla="*/ 76 h 5070"/>
                <a:gd name="T36" fmla="*/ 5948 w 5954"/>
                <a:gd name="T37" fmla="*/ 159 h 5070"/>
                <a:gd name="T38" fmla="*/ 5954 w 5954"/>
                <a:gd name="T39" fmla="*/ 4184 h 5070"/>
                <a:gd name="T40" fmla="*/ 5934 w 5954"/>
                <a:gd name="T41" fmla="*/ 4274 h 5070"/>
                <a:gd name="T42" fmla="*/ 5878 w 5954"/>
                <a:gd name="T43" fmla="*/ 4345 h 5070"/>
                <a:gd name="T44" fmla="*/ 5794 w 5954"/>
                <a:gd name="T45" fmla="*/ 4384 h 5070"/>
                <a:gd name="T46" fmla="*/ 3650 w 5954"/>
                <a:gd name="T47" fmla="*/ 4390 h 5070"/>
                <a:gd name="T48" fmla="*/ 4597 w 5954"/>
                <a:gd name="T49" fmla="*/ 4779 h 5070"/>
                <a:gd name="T50" fmla="*/ 1358 w 5954"/>
                <a:gd name="T51" fmla="*/ 5070 h 5070"/>
                <a:gd name="T52" fmla="*/ 2306 w 5954"/>
                <a:gd name="T53" fmla="*/ 4779 h 5070"/>
                <a:gd name="T54" fmla="*/ 206 w 5954"/>
                <a:gd name="T55" fmla="*/ 4390 h 5070"/>
                <a:gd name="T56" fmla="*/ 116 w 5954"/>
                <a:gd name="T57" fmla="*/ 4368 h 5070"/>
                <a:gd name="T58" fmla="*/ 45 w 5954"/>
                <a:gd name="T59" fmla="*/ 4312 h 5070"/>
                <a:gd name="T60" fmla="*/ 5 w 5954"/>
                <a:gd name="T61" fmla="*/ 4231 h 5070"/>
                <a:gd name="T62" fmla="*/ 0 w 5954"/>
                <a:gd name="T63" fmla="*/ 206 h 5070"/>
                <a:gd name="T64" fmla="*/ 22 w 5954"/>
                <a:gd name="T65" fmla="*/ 116 h 5070"/>
                <a:gd name="T66" fmla="*/ 78 w 5954"/>
                <a:gd name="T67" fmla="*/ 45 h 5070"/>
                <a:gd name="T68" fmla="*/ 159 w 5954"/>
                <a:gd name="T69" fmla="*/ 5 h 5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54" h="5070">
                  <a:moveTo>
                    <a:pt x="4966" y="4093"/>
                  </a:moveTo>
                  <a:lnTo>
                    <a:pt x="4966" y="4258"/>
                  </a:lnTo>
                  <a:lnTo>
                    <a:pt x="5543" y="4258"/>
                  </a:lnTo>
                  <a:lnTo>
                    <a:pt x="5543" y="4093"/>
                  </a:lnTo>
                  <a:lnTo>
                    <a:pt x="4966" y="4093"/>
                  </a:lnTo>
                  <a:close/>
                  <a:moveTo>
                    <a:pt x="1186" y="2719"/>
                  </a:moveTo>
                  <a:lnTo>
                    <a:pt x="1700" y="2719"/>
                  </a:lnTo>
                  <a:lnTo>
                    <a:pt x="1700" y="3382"/>
                  </a:lnTo>
                  <a:lnTo>
                    <a:pt x="1186" y="3382"/>
                  </a:lnTo>
                  <a:lnTo>
                    <a:pt x="1186" y="2719"/>
                  </a:lnTo>
                  <a:close/>
                  <a:moveTo>
                    <a:pt x="2210" y="2308"/>
                  </a:moveTo>
                  <a:lnTo>
                    <a:pt x="2722" y="2308"/>
                  </a:lnTo>
                  <a:lnTo>
                    <a:pt x="2722" y="3382"/>
                  </a:lnTo>
                  <a:lnTo>
                    <a:pt x="2210" y="3382"/>
                  </a:lnTo>
                  <a:lnTo>
                    <a:pt x="2210" y="2308"/>
                  </a:lnTo>
                  <a:close/>
                  <a:moveTo>
                    <a:pt x="3232" y="1539"/>
                  </a:moveTo>
                  <a:lnTo>
                    <a:pt x="3745" y="1539"/>
                  </a:lnTo>
                  <a:lnTo>
                    <a:pt x="3745" y="3382"/>
                  </a:lnTo>
                  <a:lnTo>
                    <a:pt x="3232" y="3382"/>
                  </a:lnTo>
                  <a:lnTo>
                    <a:pt x="3232" y="1539"/>
                  </a:lnTo>
                  <a:close/>
                  <a:moveTo>
                    <a:pt x="4255" y="1118"/>
                  </a:moveTo>
                  <a:lnTo>
                    <a:pt x="4767" y="1118"/>
                  </a:lnTo>
                  <a:lnTo>
                    <a:pt x="4767" y="3382"/>
                  </a:lnTo>
                  <a:lnTo>
                    <a:pt x="4255" y="3382"/>
                  </a:lnTo>
                  <a:lnTo>
                    <a:pt x="4255" y="1118"/>
                  </a:lnTo>
                  <a:close/>
                  <a:moveTo>
                    <a:pt x="412" y="412"/>
                  </a:moveTo>
                  <a:lnTo>
                    <a:pt x="412" y="3977"/>
                  </a:lnTo>
                  <a:lnTo>
                    <a:pt x="5541" y="3977"/>
                  </a:lnTo>
                  <a:lnTo>
                    <a:pt x="5541" y="412"/>
                  </a:lnTo>
                  <a:lnTo>
                    <a:pt x="412" y="412"/>
                  </a:lnTo>
                  <a:close/>
                  <a:moveTo>
                    <a:pt x="206" y="0"/>
                  </a:moveTo>
                  <a:lnTo>
                    <a:pt x="5747" y="0"/>
                  </a:lnTo>
                  <a:lnTo>
                    <a:pt x="5794" y="5"/>
                  </a:lnTo>
                  <a:lnTo>
                    <a:pt x="5838" y="20"/>
                  </a:lnTo>
                  <a:lnTo>
                    <a:pt x="5878" y="45"/>
                  </a:lnTo>
                  <a:lnTo>
                    <a:pt x="5908" y="76"/>
                  </a:lnTo>
                  <a:lnTo>
                    <a:pt x="5934" y="116"/>
                  </a:lnTo>
                  <a:lnTo>
                    <a:pt x="5948" y="159"/>
                  </a:lnTo>
                  <a:lnTo>
                    <a:pt x="5954" y="206"/>
                  </a:lnTo>
                  <a:lnTo>
                    <a:pt x="5954" y="4184"/>
                  </a:lnTo>
                  <a:lnTo>
                    <a:pt x="5948" y="4231"/>
                  </a:lnTo>
                  <a:lnTo>
                    <a:pt x="5934" y="4274"/>
                  </a:lnTo>
                  <a:lnTo>
                    <a:pt x="5908" y="4312"/>
                  </a:lnTo>
                  <a:lnTo>
                    <a:pt x="5878" y="4345"/>
                  </a:lnTo>
                  <a:lnTo>
                    <a:pt x="5838" y="4368"/>
                  </a:lnTo>
                  <a:lnTo>
                    <a:pt x="5794" y="4384"/>
                  </a:lnTo>
                  <a:lnTo>
                    <a:pt x="5747" y="4390"/>
                  </a:lnTo>
                  <a:lnTo>
                    <a:pt x="3650" y="4390"/>
                  </a:lnTo>
                  <a:lnTo>
                    <a:pt x="3650" y="4779"/>
                  </a:lnTo>
                  <a:lnTo>
                    <a:pt x="4597" y="4779"/>
                  </a:lnTo>
                  <a:lnTo>
                    <a:pt x="4597" y="5070"/>
                  </a:lnTo>
                  <a:lnTo>
                    <a:pt x="1358" y="5070"/>
                  </a:lnTo>
                  <a:lnTo>
                    <a:pt x="1358" y="4779"/>
                  </a:lnTo>
                  <a:lnTo>
                    <a:pt x="2306" y="4779"/>
                  </a:lnTo>
                  <a:lnTo>
                    <a:pt x="2306" y="4390"/>
                  </a:lnTo>
                  <a:lnTo>
                    <a:pt x="206" y="4390"/>
                  </a:lnTo>
                  <a:lnTo>
                    <a:pt x="159" y="4384"/>
                  </a:lnTo>
                  <a:lnTo>
                    <a:pt x="116" y="4368"/>
                  </a:lnTo>
                  <a:lnTo>
                    <a:pt x="78" y="4345"/>
                  </a:lnTo>
                  <a:lnTo>
                    <a:pt x="45" y="4312"/>
                  </a:lnTo>
                  <a:lnTo>
                    <a:pt x="22" y="4274"/>
                  </a:lnTo>
                  <a:lnTo>
                    <a:pt x="5" y="4231"/>
                  </a:lnTo>
                  <a:lnTo>
                    <a:pt x="0" y="4184"/>
                  </a:lnTo>
                  <a:lnTo>
                    <a:pt x="0" y="206"/>
                  </a:lnTo>
                  <a:lnTo>
                    <a:pt x="5" y="159"/>
                  </a:lnTo>
                  <a:lnTo>
                    <a:pt x="22" y="116"/>
                  </a:lnTo>
                  <a:lnTo>
                    <a:pt x="45" y="76"/>
                  </a:lnTo>
                  <a:lnTo>
                    <a:pt x="78" y="45"/>
                  </a:lnTo>
                  <a:lnTo>
                    <a:pt x="116" y="20"/>
                  </a:lnTo>
                  <a:lnTo>
                    <a:pt x="159" y="5"/>
                  </a:lnTo>
                  <a:lnTo>
                    <a:pt x="206" y="0"/>
                  </a:lnTo>
                  <a:close/>
                </a:path>
              </a:pathLst>
            </a:custGeom>
            <a:solidFill>
              <a:srgbClr val="012169"/>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800" dirty="0">
                <a:solidFill>
                  <a:srgbClr val="000000"/>
                </a:solidFill>
              </a:endParaRPr>
            </a:p>
          </p:txBody>
        </p:sp>
        <p:sp>
          <p:nvSpPr>
            <p:cNvPr id="174" name="TextBox 173">
              <a:extLst>
                <a:ext uri="{FF2B5EF4-FFF2-40B4-BE49-F238E27FC236}">
                  <a16:creationId xmlns:a16="http://schemas.microsoft.com/office/drawing/2014/main" id="{20768565-56D0-45F1-85AD-2DD3A7BA0D3E}"/>
                </a:ext>
              </a:extLst>
            </p:cNvPr>
            <p:cNvSpPr txBox="1"/>
            <p:nvPr/>
          </p:nvSpPr>
          <p:spPr>
            <a:xfrm>
              <a:off x="3911623" y="1689461"/>
              <a:ext cx="2338649" cy="854080"/>
            </a:xfrm>
            <a:prstGeom prst="rect">
              <a:avLst/>
            </a:prstGeom>
            <a:noFill/>
          </p:spPr>
          <p:txBody>
            <a:bodyPr wrap="square" lIns="0" tIns="0" rIns="0" bIns="0" rtlCol="0">
              <a:spAutoFit/>
            </a:bodyPr>
            <a:lstStyle/>
            <a:p>
              <a:pPr marL="203200" indent="-203200">
                <a:spcBef>
                  <a:spcPts val="300"/>
                </a:spcBef>
                <a:buSzPct val="100000"/>
                <a:buFont typeface="Arial"/>
                <a:buChar char="•"/>
              </a:pPr>
              <a:r>
                <a:rPr lang="en-US" sz="800" b="1" dirty="0">
                  <a:solidFill>
                    <a:srgbClr val="313131"/>
                  </a:solidFill>
                </a:rPr>
                <a:t>Integrated project management</a:t>
              </a:r>
            </a:p>
            <a:p>
              <a:pPr marL="203200" indent="-203200">
                <a:spcBef>
                  <a:spcPts val="300"/>
                </a:spcBef>
                <a:buSzPct val="100000"/>
                <a:buFont typeface="Arial"/>
                <a:buChar char="•"/>
              </a:pPr>
              <a:r>
                <a:rPr lang="en-US" sz="800" b="1" dirty="0">
                  <a:solidFill>
                    <a:srgbClr val="313131"/>
                  </a:solidFill>
                </a:rPr>
                <a:t>Collaboration Management</a:t>
              </a:r>
            </a:p>
            <a:p>
              <a:pPr marL="203200" indent="-203200">
                <a:spcBef>
                  <a:spcPts val="300"/>
                </a:spcBef>
                <a:buSzPct val="100000"/>
                <a:buFont typeface="Arial"/>
                <a:buChar char="•"/>
              </a:pPr>
              <a:r>
                <a:rPr lang="en-US" sz="800" b="1" dirty="0">
                  <a:solidFill>
                    <a:srgbClr val="313131"/>
                  </a:solidFill>
                </a:rPr>
                <a:t>Risk Management</a:t>
              </a:r>
            </a:p>
            <a:p>
              <a:pPr marL="203200" indent="-203200">
                <a:spcBef>
                  <a:spcPts val="300"/>
                </a:spcBef>
                <a:buSzPct val="100000"/>
                <a:buFont typeface="Arial"/>
                <a:buChar char="•"/>
              </a:pPr>
              <a:r>
                <a:rPr lang="en-US" sz="800" b="1" dirty="0">
                  <a:solidFill>
                    <a:srgbClr val="313131"/>
                  </a:solidFill>
                </a:rPr>
                <a:t>Schedule Analytics</a:t>
              </a:r>
            </a:p>
          </p:txBody>
        </p:sp>
        <p:sp>
          <p:nvSpPr>
            <p:cNvPr id="175" name="Rectangle 174">
              <a:extLst>
                <a:ext uri="{FF2B5EF4-FFF2-40B4-BE49-F238E27FC236}">
                  <a16:creationId xmlns:a16="http://schemas.microsoft.com/office/drawing/2014/main" id="{A21F1759-5423-44FB-A5E1-6DAD908C419C}"/>
                </a:ext>
              </a:extLst>
            </p:cNvPr>
            <p:cNvSpPr/>
            <p:nvPr/>
          </p:nvSpPr>
          <p:spPr>
            <a:xfrm>
              <a:off x="6080394" y="1668312"/>
              <a:ext cx="1627708" cy="938719"/>
            </a:xfrm>
            <a:prstGeom prst="rect">
              <a:avLst/>
            </a:prstGeom>
            <a:noFill/>
          </p:spPr>
          <p:txBody>
            <a:bodyPr wrap="square" lIns="0" tIns="0" rIns="0" bIns="0" rtlCol="0">
              <a:spAutoFit/>
            </a:bodyPr>
            <a:lstStyle/>
            <a:p>
              <a:pPr marL="203200" indent="-203200">
                <a:spcBef>
                  <a:spcPts val="300"/>
                </a:spcBef>
                <a:buSzPct val="100000"/>
                <a:buFont typeface="Arial"/>
                <a:buChar char="•"/>
              </a:pPr>
              <a:r>
                <a:rPr lang="en-US" sz="800" b="1" dirty="0">
                  <a:solidFill>
                    <a:srgbClr val="313131"/>
                  </a:solidFill>
                </a:rPr>
                <a:t>Change Management</a:t>
              </a:r>
            </a:p>
            <a:p>
              <a:pPr marL="203200" indent="-203200">
                <a:spcBef>
                  <a:spcPts val="300"/>
                </a:spcBef>
                <a:buSzPct val="100000"/>
                <a:buFont typeface="Arial"/>
                <a:buChar char="•"/>
              </a:pPr>
              <a:r>
                <a:rPr lang="en-US" sz="800" b="1" dirty="0">
                  <a:solidFill>
                    <a:srgbClr val="313131"/>
                  </a:solidFill>
                </a:rPr>
                <a:t>Business BI Platform</a:t>
              </a:r>
            </a:p>
            <a:p>
              <a:pPr marL="203200" indent="-203200">
                <a:spcBef>
                  <a:spcPts val="300"/>
                </a:spcBef>
                <a:buSzPct val="100000"/>
                <a:buFont typeface="Arial"/>
                <a:buChar char="•"/>
              </a:pPr>
              <a:r>
                <a:rPr lang="en-US" sz="800" b="1" dirty="0">
                  <a:solidFill>
                    <a:srgbClr val="313131"/>
                  </a:solidFill>
                </a:rPr>
                <a:t>Web/Mobile Based Dashboard</a:t>
              </a:r>
            </a:p>
          </p:txBody>
        </p:sp>
        <p:sp>
          <p:nvSpPr>
            <p:cNvPr id="176" name="Rectangle 175">
              <a:extLst>
                <a:ext uri="{FF2B5EF4-FFF2-40B4-BE49-F238E27FC236}">
                  <a16:creationId xmlns:a16="http://schemas.microsoft.com/office/drawing/2014/main" id="{29FE7E3D-7626-47D1-8071-AF929110629C}"/>
                </a:ext>
              </a:extLst>
            </p:cNvPr>
            <p:cNvSpPr/>
            <p:nvPr/>
          </p:nvSpPr>
          <p:spPr>
            <a:xfrm>
              <a:off x="3963585" y="1257368"/>
              <a:ext cx="3931633" cy="368631"/>
            </a:xfrm>
            <a:prstGeom prst="rect">
              <a:avLst/>
            </a:prstGeom>
            <a:solidFill>
              <a:srgbClr val="012169"/>
            </a:solidFill>
          </p:spPr>
          <p:style>
            <a:lnRef idx="3">
              <a:schemeClr val="lt1"/>
            </a:lnRef>
            <a:fillRef idx="1">
              <a:schemeClr val="dk1"/>
            </a:fillRef>
            <a:effectRef idx="1">
              <a:schemeClr val="dk1"/>
            </a:effectRef>
            <a:fontRef idx="minor">
              <a:schemeClr val="lt1"/>
            </a:fontRef>
          </p:style>
          <p:txBody>
            <a:bodyPr wrap="square">
              <a:spAutoFit/>
            </a:bodyPr>
            <a:lstStyle/>
            <a:p>
              <a:r>
                <a:rPr lang="en-US" sz="800" b="1" cap="small" dirty="0">
                  <a:solidFill>
                    <a:schemeClr val="bg1"/>
                  </a:solidFill>
                  <a:cs typeface="Calibri Light" panose="020F0302020204030204" pitchFamily="34" charset="0"/>
                </a:rPr>
                <a:t>Integrated Project Monitoring and Control</a:t>
              </a:r>
            </a:p>
          </p:txBody>
        </p:sp>
      </p:grpSp>
      <p:pic>
        <p:nvPicPr>
          <p:cNvPr id="179" name="Picture 178">
            <a:extLst>
              <a:ext uri="{FF2B5EF4-FFF2-40B4-BE49-F238E27FC236}">
                <a16:creationId xmlns:a16="http://schemas.microsoft.com/office/drawing/2014/main" id="{FEC67B5E-11A7-48AD-9609-1BF8C9B88F7D}"/>
              </a:ext>
            </a:extLst>
          </p:cNvPr>
          <p:cNvPicPr>
            <a:picLocks noChangeAspect="1"/>
          </p:cNvPicPr>
          <p:nvPr/>
        </p:nvPicPr>
        <p:blipFill>
          <a:blip r:embed="rId6"/>
          <a:stretch>
            <a:fillRect/>
          </a:stretch>
        </p:blipFill>
        <p:spPr>
          <a:xfrm>
            <a:off x="6897790" y="5060162"/>
            <a:ext cx="478468" cy="513828"/>
          </a:xfrm>
          <a:prstGeom prst="rect">
            <a:avLst/>
          </a:prstGeom>
        </p:spPr>
      </p:pic>
      <p:sp>
        <p:nvSpPr>
          <p:cNvPr id="180" name="Rectangle 179">
            <a:extLst>
              <a:ext uri="{FF2B5EF4-FFF2-40B4-BE49-F238E27FC236}">
                <a16:creationId xmlns:a16="http://schemas.microsoft.com/office/drawing/2014/main" id="{FEFEB94E-DD68-417A-B3BE-6AF765A81514}"/>
              </a:ext>
            </a:extLst>
          </p:cNvPr>
          <p:cNvSpPr/>
          <p:nvPr/>
        </p:nvSpPr>
        <p:spPr>
          <a:xfrm>
            <a:off x="7452500" y="5092022"/>
            <a:ext cx="2311378" cy="183732"/>
          </a:xfrm>
          <a:prstGeom prst="rect">
            <a:avLst/>
          </a:prstGeom>
          <a:solidFill>
            <a:srgbClr val="0374BD"/>
          </a:solidFill>
          <a:ln w="28575"/>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700" b="1" dirty="0"/>
              <a:t>DIGITISED FINANCIAL CONTROL</a:t>
            </a:r>
            <a:endParaRPr lang="en-US" sz="700" b="1" cap="small" dirty="0">
              <a:solidFill>
                <a:schemeClr val="bg1"/>
              </a:solidFill>
              <a:cs typeface="Calibri Light" panose="020F0302020204030204" pitchFamily="34" charset="0"/>
            </a:endParaRPr>
          </a:p>
        </p:txBody>
      </p:sp>
      <p:sp>
        <p:nvSpPr>
          <p:cNvPr id="181" name="Rectangle 180">
            <a:extLst>
              <a:ext uri="{FF2B5EF4-FFF2-40B4-BE49-F238E27FC236}">
                <a16:creationId xmlns:a16="http://schemas.microsoft.com/office/drawing/2014/main" id="{7E15897A-21D6-4BB6-99F2-C76423572138}"/>
              </a:ext>
            </a:extLst>
          </p:cNvPr>
          <p:cNvSpPr/>
          <p:nvPr/>
        </p:nvSpPr>
        <p:spPr>
          <a:xfrm>
            <a:off x="7467306" y="5341308"/>
            <a:ext cx="1556656" cy="296797"/>
          </a:xfrm>
          <a:prstGeom prst="rect">
            <a:avLst/>
          </a:prstGeom>
          <a:noFill/>
        </p:spPr>
        <p:txBody>
          <a:bodyPr wrap="square" lIns="0" tIns="0" rIns="0" bIns="0" rtlCol="0">
            <a:spAutoFit/>
          </a:bodyPr>
          <a:lstStyle/>
          <a:p>
            <a:pPr marL="171450" indent="-171450">
              <a:spcBef>
                <a:spcPts val="600"/>
              </a:spcBef>
              <a:buSzPct val="100000"/>
              <a:buFont typeface="Arial" panose="020B0604020202020204" pitchFamily="34" charset="0"/>
              <a:buChar char="•"/>
            </a:pPr>
            <a:r>
              <a:rPr lang="en-US" sz="800" b="1" dirty="0">
                <a:solidFill>
                  <a:srgbClr val="313131"/>
                </a:solidFill>
              </a:rPr>
              <a:t>Financial projections</a:t>
            </a:r>
          </a:p>
          <a:p>
            <a:pPr marL="171450" indent="-171450">
              <a:spcBef>
                <a:spcPts val="600"/>
              </a:spcBef>
              <a:buSzPct val="100000"/>
              <a:buFont typeface="Arial" panose="020B0604020202020204" pitchFamily="34" charset="0"/>
              <a:buChar char="•"/>
            </a:pPr>
            <a:r>
              <a:rPr lang="en-US" sz="800" b="1" dirty="0">
                <a:solidFill>
                  <a:srgbClr val="313131"/>
                </a:solidFill>
              </a:rPr>
              <a:t>Sensitivity Analysis</a:t>
            </a:r>
          </a:p>
        </p:txBody>
      </p:sp>
      <p:grpSp>
        <p:nvGrpSpPr>
          <p:cNvPr id="182" name="Group 181">
            <a:extLst>
              <a:ext uri="{FF2B5EF4-FFF2-40B4-BE49-F238E27FC236}">
                <a16:creationId xmlns:a16="http://schemas.microsoft.com/office/drawing/2014/main" id="{D1446E98-953C-4ABD-88E6-C18DA524AAB7}"/>
              </a:ext>
            </a:extLst>
          </p:cNvPr>
          <p:cNvGrpSpPr/>
          <p:nvPr/>
        </p:nvGrpSpPr>
        <p:grpSpPr>
          <a:xfrm>
            <a:off x="6825861" y="4228193"/>
            <a:ext cx="2957802" cy="725553"/>
            <a:chOff x="6864383" y="4406610"/>
            <a:chExt cx="2957802" cy="725553"/>
          </a:xfrm>
        </p:grpSpPr>
        <p:sp>
          <p:nvSpPr>
            <p:cNvPr id="183" name="Rectangle 182">
              <a:extLst>
                <a:ext uri="{FF2B5EF4-FFF2-40B4-BE49-F238E27FC236}">
                  <a16:creationId xmlns:a16="http://schemas.microsoft.com/office/drawing/2014/main" id="{92450606-FEA2-4F5F-B7B7-BCE78E2CE5A3}"/>
                </a:ext>
              </a:extLst>
            </p:cNvPr>
            <p:cNvSpPr/>
            <p:nvPr/>
          </p:nvSpPr>
          <p:spPr>
            <a:xfrm>
              <a:off x="7525611" y="4406614"/>
              <a:ext cx="2296574" cy="200055"/>
            </a:xfrm>
            <a:prstGeom prst="rect">
              <a:avLst/>
            </a:prstGeom>
            <a:solidFill>
              <a:schemeClr val="accent3"/>
            </a:solidFill>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700" b="1" cap="small" dirty="0">
                  <a:solidFill>
                    <a:schemeClr val="bg1"/>
                  </a:solidFill>
                  <a:cs typeface="Calibri Light" panose="020F0302020204030204" pitchFamily="34" charset="0"/>
                </a:rPr>
                <a:t>PROJECT SCHEDULES &amp; CHARTS</a:t>
              </a:r>
            </a:p>
          </p:txBody>
        </p:sp>
        <p:sp>
          <p:nvSpPr>
            <p:cNvPr id="184" name="TextBox 183">
              <a:extLst>
                <a:ext uri="{FF2B5EF4-FFF2-40B4-BE49-F238E27FC236}">
                  <a16:creationId xmlns:a16="http://schemas.microsoft.com/office/drawing/2014/main" id="{4B34174F-01B9-4257-9504-75DCC752E0DA}"/>
                </a:ext>
              </a:extLst>
            </p:cNvPr>
            <p:cNvSpPr txBox="1"/>
            <p:nvPr/>
          </p:nvSpPr>
          <p:spPr>
            <a:xfrm>
              <a:off x="7509730" y="4685887"/>
              <a:ext cx="2194297" cy="446276"/>
            </a:xfrm>
            <a:prstGeom prst="rect">
              <a:avLst/>
            </a:prstGeom>
            <a:noFill/>
          </p:spPr>
          <p:txBody>
            <a:bodyPr wrap="square" lIns="0" tIns="0" rIns="0" bIns="0" rtlCol="0">
              <a:spAutoFit/>
            </a:bodyPr>
            <a:lstStyle>
              <a:defPPr>
                <a:defRPr lang="en-US"/>
              </a:defPPr>
              <a:lvl1pPr marL="203200" indent="-203200">
                <a:spcBef>
                  <a:spcPts val="600"/>
                </a:spcBef>
                <a:buSzPct val="100000"/>
                <a:buFont typeface="Arial"/>
                <a:buChar char="•"/>
                <a:defRPr sz="900" b="1">
                  <a:solidFill>
                    <a:srgbClr val="313131"/>
                  </a:solidFill>
                </a:defRPr>
              </a:lvl1pPr>
            </a:lstStyle>
            <a:p>
              <a:pPr>
                <a:spcBef>
                  <a:spcPts val="300"/>
                </a:spcBef>
              </a:pPr>
              <a:r>
                <a:rPr lang="en-US" sz="800" dirty="0"/>
                <a:t>Digital control over activities</a:t>
              </a:r>
            </a:p>
            <a:p>
              <a:pPr>
                <a:spcBef>
                  <a:spcPts val="300"/>
                </a:spcBef>
              </a:pPr>
              <a:r>
                <a:rPr lang="en-US" sz="800" dirty="0"/>
                <a:t>Maintaining timelines</a:t>
              </a:r>
            </a:p>
            <a:p>
              <a:pPr>
                <a:spcBef>
                  <a:spcPts val="300"/>
                </a:spcBef>
              </a:pPr>
              <a:r>
                <a:rPr lang="en-US" sz="800" dirty="0">
                  <a:ea typeface="Verdana" panose="020B0604030504040204" pitchFamily="34" charset="0"/>
                  <a:cs typeface="Verdana" panose="020B0604030504040204" pitchFamily="34" charset="0"/>
                </a:rPr>
                <a:t>Coordination &amp; MIS Support</a:t>
              </a:r>
              <a:endParaRPr lang="en-IN" sz="800" dirty="0"/>
            </a:p>
          </p:txBody>
        </p:sp>
        <p:grpSp>
          <p:nvGrpSpPr>
            <p:cNvPr id="185" name="Group 319">
              <a:extLst>
                <a:ext uri="{FF2B5EF4-FFF2-40B4-BE49-F238E27FC236}">
                  <a16:creationId xmlns:a16="http://schemas.microsoft.com/office/drawing/2014/main" id="{17E695F1-8D5D-4AE5-B7DA-DD73792C16E7}"/>
                </a:ext>
              </a:extLst>
            </p:cNvPr>
            <p:cNvGrpSpPr>
              <a:grpSpLocks noChangeAspect="1"/>
            </p:cNvGrpSpPr>
            <p:nvPr/>
          </p:nvGrpSpPr>
          <p:grpSpPr bwMode="auto">
            <a:xfrm>
              <a:off x="6864383" y="4406610"/>
              <a:ext cx="446749" cy="461418"/>
              <a:chOff x="5426" y="1148"/>
              <a:chExt cx="340" cy="340"/>
            </a:xfrm>
            <a:solidFill>
              <a:srgbClr val="00A3E0"/>
            </a:solidFill>
          </p:grpSpPr>
          <p:sp>
            <p:nvSpPr>
              <p:cNvPr id="186" name="Freeform 320">
                <a:extLst>
                  <a:ext uri="{FF2B5EF4-FFF2-40B4-BE49-F238E27FC236}">
                    <a16:creationId xmlns:a16="http://schemas.microsoft.com/office/drawing/2014/main" id="{61B50DAC-F39A-42A2-B07B-7B59140F8A6A}"/>
                  </a:ext>
                </a:extLst>
              </p:cNvPr>
              <p:cNvSpPr>
                <a:spLocks noEditPoints="1"/>
              </p:cNvSpPr>
              <p:nvPr/>
            </p:nvSpPr>
            <p:spPr bwMode="auto">
              <a:xfrm>
                <a:off x="5518" y="1254"/>
                <a:ext cx="156" cy="142"/>
              </a:xfrm>
              <a:custGeom>
                <a:avLst/>
                <a:gdLst>
                  <a:gd name="T0" fmla="*/ 203 w 235"/>
                  <a:gd name="T1" fmla="*/ 53 h 213"/>
                  <a:gd name="T2" fmla="*/ 202 w 235"/>
                  <a:gd name="T3" fmla="*/ 57 h 213"/>
                  <a:gd name="T4" fmla="*/ 117 w 235"/>
                  <a:gd name="T5" fmla="*/ 106 h 213"/>
                  <a:gd name="T6" fmla="*/ 33 w 235"/>
                  <a:gd name="T7" fmla="*/ 57 h 213"/>
                  <a:gd name="T8" fmla="*/ 32 w 235"/>
                  <a:gd name="T9" fmla="*/ 53 h 213"/>
                  <a:gd name="T10" fmla="*/ 32 w 235"/>
                  <a:gd name="T11" fmla="*/ 0 h 213"/>
                  <a:gd name="T12" fmla="*/ 0 w 235"/>
                  <a:gd name="T13" fmla="*/ 0 h 213"/>
                  <a:gd name="T14" fmla="*/ 0 w 235"/>
                  <a:gd name="T15" fmla="*/ 213 h 213"/>
                  <a:gd name="T16" fmla="*/ 235 w 235"/>
                  <a:gd name="T17" fmla="*/ 213 h 213"/>
                  <a:gd name="T18" fmla="*/ 235 w 235"/>
                  <a:gd name="T19" fmla="*/ 0 h 213"/>
                  <a:gd name="T20" fmla="*/ 203 w 235"/>
                  <a:gd name="T21" fmla="*/ 0 h 213"/>
                  <a:gd name="T22" fmla="*/ 203 w 235"/>
                  <a:gd name="T23" fmla="*/ 53 h 213"/>
                  <a:gd name="T24" fmla="*/ 203 w 235"/>
                  <a:gd name="T25" fmla="*/ 192 h 213"/>
                  <a:gd name="T26" fmla="*/ 32 w 235"/>
                  <a:gd name="T27" fmla="*/ 192 h 213"/>
                  <a:gd name="T28" fmla="*/ 22 w 235"/>
                  <a:gd name="T29" fmla="*/ 181 h 213"/>
                  <a:gd name="T30" fmla="*/ 32 w 235"/>
                  <a:gd name="T31" fmla="*/ 170 h 213"/>
                  <a:gd name="T32" fmla="*/ 203 w 235"/>
                  <a:gd name="T33" fmla="*/ 170 h 213"/>
                  <a:gd name="T34" fmla="*/ 214 w 235"/>
                  <a:gd name="T35" fmla="*/ 181 h 213"/>
                  <a:gd name="T36" fmla="*/ 203 w 235"/>
                  <a:gd name="T37" fmla="*/ 192 h 213"/>
                  <a:gd name="T38" fmla="*/ 214 w 235"/>
                  <a:gd name="T39" fmla="*/ 138 h 213"/>
                  <a:gd name="T40" fmla="*/ 203 w 235"/>
                  <a:gd name="T41" fmla="*/ 149 h 213"/>
                  <a:gd name="T42" fmla="*/ 32 w 235"/>
                  <a:gd name="T43" fmla="*/ 149 h 213"/>
                  <a:gd name="T44" fmla="*/ 22 w 235"/>
                  <a:gd name="T45" fmla="*/ 138 h 213"/>
                  <a:gd name="T46" fmla="*/ 32 w 235"/>
                  <a:gd name="T47" fmla="*/ 128 h 213"/>
                  <a:gd name="T48" fmla="*/ 203 w 235"/>
                  <a:gd name="T49" fmla="*/ 128 h 213"/>
                  <a:gd name="T50" fmla="*/ 214 w 235"/>
                  <a:gd name="T51" fmla="*/ 13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5" h="213">
                    <a:moveTo>
                      <a:pt x="203" y="53"/>
                    </a:moveTo>
                    <a:cubicBezTo>
                      <a:pt x="203" y="55"/>
                      <a:pt x="203" y="56"/>
                      <a:pt x="202" y="57"/>
                    </a:cubicBezTo>
                    <a:cubicBezTo>
                      <a:pt x="189" y="87"/>
                      <a:pt x="155" y="106"/>
                      <a:pt x="117" y="106"/>
                    </a:cubicBezTo>
                    <a:cubicBezTo>
                      <a:pt x="80" y="106"/>
                      <a:pt x="47" y="87"/>
                      <a:pt x="33" y="57"/>
                    </a:cubicBezTo>
                    <a:cubicBezTo>
                      <a:pt x="33" y="56"/>
                      <a:pt x="32" y="55"/>
                      <a:pt x="32" y="53"/>
                    </a:cubicBezTo>
                    <a:cubicBezTo>
                      <a:pt x="32" y="0"/>
                      <a:pt x="32" y="0"/>
                      <a:pt x="32" y="0"/>
                    </a:cubicBezTo>
                    <a:cubicBezTo>
                      <a:pt x="0" y="0"/>
                      <a:pt x="0" y="0"/>
                      <a:pt x="0" y="0"/>
                    </a:cubicBezTo>
                    <a:cubicBezTo>
                      <a:pt x="0" y="213"/>
                      <a:pt x="0" y="213"/>
                      <a:pt x="0" y="213"/>
                    </a:cubicBezTo>
                    <a:cubicBezTo>
                      <a:pt x="235" y="213"/>
                      <a:pt x="235" y="213"/>
                      <a:pt x="235" y="213"/>
                    </a:cubicBezTo>
                    <a:cubicBezTo>
                      <a:pt x="235" y="0"/>
                      <a:pt x="235" y="0"/>
                      <a:pt x="235" y="0"/>
                    </a:cubicBezTo>
                    <a:cubicBezTo>
                      <a:pt x="203" y="0"/>
                      <a:pt x="203" y="0"/>
                      <a:pt x="203" y="0"/>
                    </a:cubicBezTo>
                    <a:lnTo>
                      <a:pt x="203" y="53"/>
                    </a:lnTo>
                    <a:close/>
                    <a:moveTo>
                      <a:pt x="203" y="192"/>
                    </a:moveTo>
                    <a:cubicBezTo>
                      <a:pt x="32" y="192"/>
                      <a:pt x="32" y="192"/>
                      <a:pt x="32" y="192"/>
                    </a:cubicBezTo>
                    <a:cubicBezTo>
                      <a:pt x="26" y="192"/>
                      <a:pt x="22" y="187"/>
                      <a:pt x="22" y="181"/>
                    </a:cubicBezTo>
                    <a:cubicBezTo>
                      <a:pt x="22" y="175"/>
                      <a:pt x="26" y="170"/>
                      <a:pt x="32" y="170"/>
                    </a:cubicBezTo>
                    <a:cubicBezTo>
                      <a:pt x="203" y="170"/>
                      <a:pt x="203" y="170"/>
                      <a:pt x="203" y="170"/>
                    </a:cubicBezTo>
                    <a:cubicBezTo>
                      <a:pt x="209" y="170"/>
                      <a:pt x="214" y="175"/>
                      <a:pt x="214" y="181"/>
                    </a:cubicBezTo>
                    <a:cubicBezTo>
                      <a:pt x="214" y="187"/>
                      <a:pt x="209" y="192"/>
                      <a:pt x="203" y="192"/>
                    </a:cubicBezTo>
                    <a:close/>
                    <a:moveTo>
                      <a:pt x="214" y="138"/>
                    </a:moveTo>
                    <a:cubicBezTo>
                      <a:pt x="214" y="144"/>
                      <a:pt x="209" y="149"/>
                      <a:pt x="203" y="149"/>
                    </a:cubicBezTo>
                    <a:cubicBezTo>
                      <a:pt x="32" y="149"/>
                      <a:pt x="32" y="149"/>
                      <a:pt x="32" y="149"/>
                    </a:cubicBezTo>
                    <a:cubicBezTo>
                      <a:pt x="26" y="149"/>
                      <a:pt x="22" y="144"/>
                      <a:pt x="22" y="138"/>
                    </a:cubicBezTo>
                    <a:cubicBezTo>
                      <a:pt x="22" y="132"/>
                      <a:pt x="26" y="128"/>
                      <a:pt x="32" y="128"/>
                    </a:cubicBezTo>
                    <a:cubicBezTo>
                      <a:pt x="203" y="128"/>
                      <a:pt x="203" y="128"/>
                      <a:pt x="203" y="128"/>
                    </a:cubicBezTo>
                    <a:cubicBezTo>
                      <a:pt x="209" y="128"/>
                      <a:pt x="214" y="132"/>
                      <a:pt x="214" y="13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187" name="Freeform 321">
                <a:extLst>
                  <a:ext uri="{FF2B5EF4-FFF2-40B4-BE49-F238E27FC236}">
                    <a16:creationId xmlns:a16="http://schemas.microsoft.com/office/drawing/2014/main" id="{864432CB-D19E-4BF7-826D-60586D364676}"/>
                  </a:ext>
                </a:extLst>
              </p:cNvPr>
              <p:cNvSpPr>
                <a:spLocks noEditPoints="1"/>
              </p:cNvSpPr>
              <p:nvPr/>
            </p:nvSpPr>
            <p:spPr bwMode="auto">
              <a:xfrm>
                <a:off x="5553" y="1233"/>
                <a:ext cx="85" cy="78"/>
              </a:xfrm>
              <a:custGeom>
                <a:avLst/>
                <a:gdLst>
                  <a:gd name="T0" fmla="*/ 63 w 128"/>
                  <a:gd name="T1" fmla="*/ 117 h 117"/>
                  <a:gd name="T2" fmla="*/ 128 w 128"/>
                  <a:gd name="T3" fmla="*/ 83 h 117"/>
                  <a:gd name="T4" fmla="*/ 128 w 128"/>
                  <a:gd name="T5" fmla="*/ 0 h 117"/>
                  <a:gd name="T6" fmla="*/ 0 w 128"/>
                  <a:gd name="T7" fmla="*/ 0 h 117"/>
                  <a:gd name="T8" fmla="*/ 0 w 128"/>
                  <a:gd name="T9" fmla="*/ 83 h 117"/>
                  <a:gd name="T10" fmla="*/ 63 w 128"/>
                  <a:gd name="T11" fmla="*/ 117 h 117"/>
                  <a:gd name="T12" fmla="*/ 24 w 128"/>
                  <a:gd name="T13" fmla="*/ 45 h 117"/>
                  <a:gd name="T14" fmla="*/ 39 w 128"/>
                  <a:gd name="T15" fmla="*/ 45 h 117"/>
                  <a:gd name="T16" fmla="*/ 53 w 128"/>
                  <a:gd name="T17" fmla="*/ 59 h 117"/>
                  <a:gd name="T18" fmla="*/ 53 w 128"/>
                  <a:gd name="T19" fmla="*/ 32 h 117"/>
                  <a:gd name="T20" fmla="*/ 64 w 128"/>
                  <a:gd name="T21" fmla="*/ 21 h 117"/>
                  <a:gd name="T22" fmla="*/ 74 w 128"/>
                  <a:gd name="T23" fmla="*/ 32 h 117"/>
                  <a:gd name="T24" fmla="*/ 74 w 128"/>
                  <a:gd name="T25" fmla="*/ 59 h 117"/>
                  <a:gd name="T26" fmla="*/ 88 w 128"/>
                  <a:gd name="T27" fmla="*/ 45 h 117"/>
                  <a:gd name="T28" fmla="*/ 103 w 128"/>
                  <a:gd name="T29" fmla="*/ 45 h 117"/>
                  <a:gd name="T30" fmla="*/ 103 w 128"/>
                  <a:gd name="T31" fmla="*/ 61 h 117"/>
                  <a:gd name="T32" fmla="*/ 71 w 128"/>
                  <a:gd name="T33" fmla="*/ 93 h 117"/>
                  <a:gd name="T34" fmla="*/ 64 w 128"/>
                  <a:gd name="T35" fmla="*/ 96 h 117"/>
                  <a:gd name="T36" fmla="*/ 56 w 128"/>
                  <a:gd name="T37" fmla="*/ 93 h 117"/>
                  <a:gd name="T38" fmla="*/ 24 w 128"/>
                  <a:gd name="T39" fmla="*/ 61 h 117"/>
                  <a:gd name="T40" fmla="*/ 24 w 128"/>
                  <a:gd name="T41" fmla="*/ 4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7">
                    <a:moveTo>
                      <a:pt x="63" y="117"/>
                    </a:moveTo>
                    <a:cubicBezTo>
                      <a:pt x="91" y="117"/>
                      <a:pt x="117" y="103"/>
                      <a:pt x="128" y="83"/>
                    </a:cubicBezTo>
                    <a:cubicBezTo>
                      <a:pt x="128" y="0"/>
                      <a:pt x="128" y="0"/>
                      <a:pt x="128" y="0"/>
                    </a:cubicBezTo>
                    <a:cubicBezTo>
                      <a:pt x="0" y="0"/>
                      <a:pt x="0" y="0"/>
                      <a:pt x="0" y="0"/>
                    </a:cubicBezTo>
                    <a:cubicBezTo>
                      <a:pt x="0" y="83"/>
                      <a:pt x="0" y="83"/>
                      <a:pt x="0" y="83"/>
                    </a:cubicBezTo>
                    <a:cubicBezTo>
                      <a:pt x="9" y="100"/>
                      <a:pt x="31" y="117"/>
                      <a:pt x="63" y="117"/>
                    </a:cubicBezTo>
                    <a:close/>
                    <a:moveTo>
                      <a:pt x="24" y="45"/>
                    </a:moveTo>
                    <a:cubicBezTo>
                      <a:pt x="28" y="41"/>
                      <a:pt x="35" y="41"/>
                      <a:pt x="39" y="45"/>
                    </a:cubicBezTo>
                    <a:cubicBezTo>
                      <a:pt x="53" y="59"/>
                      <a:pt x="53" y="59"/>
                      <a:pt x="53" y="59"/>
                    </a:cubicBezTo>
                    <a:cubicBezTo>
                      <a:pt x="53" y="32"/>
                      <a:pt x="53" y="32"/>
                      <a:pt x="53" y="32"/>
                    </a:cubicBezTo>
                    <a:cubicBezTo>
                      <a:pt x="53" y="26"/>
                      <a:pt x="58" y="21"/>
                      <a:pt x="64" y="21"/>
                    </a:cubicBezTo>
                    <a:cubicBezTo>
                      <a:pt x="70" y="21"/>
                      <a:pt x="74" y="26"/>
                      <a:pt x="74" y="32"/>
                    </a:cubicBezTo>
                    <a:cubicBezTo>
                      <a:pt x="74" y="59"/>
                      <a:pt x="74" y="59"/>
                      <a:pt x="74" y="59"/>
                    </a:cubicBezTo>
                    <a:cubicBezTo>
                      <a:pt x="88" y="45"/>
                      <a:pt x="88" y="45"/>
                      <a:pt x="88" y="45"/>
                    </a:cubicBezTo>
                    <a:cubicBezTo>
                      <a:pt x="92" y="41"/>
                      <a:pt x="99" y="41"/>
                      <a:pt x="103" y="45"/>
                    </a:cubicBezTo>
                    <a:cubicBezTo>
                      <a:pt x="107" y="50"/>
                      <a:pt x="107" y="56"/>
                      <a:pt x="103" y="61"/>
                    </a:cubicBezTo>
                    <a:cubicBezTo>
                      <a:pt x="71" y="93"/>
                      <a:pt x="71" y="93"/>
                      <a:pt x="71" y="93"/>
                    </a:cubicBezTo>
                    <a:cubicBezTo>
                      <a:pt x="69" y="95"/>
                      <a:pt x="66" y="96"/>
                      <a:pt x="64" y="96"/>
                    </a:cubicBezTo>
                    <a:cubicBezTo>
                      <a:pt x="61" y="96"/>
                      <a:pt x="58" y="95"/>
                      <a:pt x="56" y="93"/>
                    </a:cubicBezTo>
                    <a:cubicBezTo>
                      <a:pt x="24" y="61"/>
                      <a:pt x="24" y="61"/>
                      <a:pt x="24" y="61"/>
                    </a:cubicBezTo>
                    <a:cubicBezTo>
                      <a:pt x="20" y="56"/>
                      <a:pt x="20" y="50"/>
                      <a:pt x="24" y="4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188" name="Freeform 322">
                <a:extLst>
                  <a:ext uri="{FF2B5EF4-FFF2-40B4-BE49-F238E27FC236}">
                    <a16:creationId xmlns:a16="http://schemas.microsoft.com/office/drawing/2014/main" id="{72A8AAB3-F598-4B41-810A-08D6DD87C140}"/>
                  </a:ext>
                </a:extLst>
              </p:cNvPr>
              <p:cNvSpPr>
                <a:spLocks noEditPoints="1"/>
              </p:cNvSpPr>
              <p:nvPr/>
            </p:nvSpPr>
            <p:spPr bwMode="auto">
              <a:xfrm>
                <a:off x="5426" y="114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94 w 512"/>
                  <a:gd name="T11" fmla="*/ 384 h 512"/>
                  <a:gd name="T12" fmla="*/ 384 w 512"/>
                  <a:gd name="T13" fmla="*/ 394 h 512"/>
                  <a:gd name="T14" fmla="*/ 128 w 512"/>
                  <a:gd name="T15" fmla="*/ 394 h 512"/>
                  <a:gd name="T16" fmla="*/ 117 w 512"/>
                  <a:gd name="T17" fmla="*/ 384 h 512"/>
                  <a:gd name="T18" fmla="*/ 117 w 512"/>
                  <a:gd name="T19" fmla="*/ 149 h 512"/>
                  <a:gd name="T20" fmla="*/ 128 w 512"/>
                  <a:gd name="T21" fmla="*/ 138 h 512"/>
                  <a:gd name="T22" fmla="*/ 170 w 512"/>
                  <a:gd name="T23" fmla="*/ 138 h 512"/>
                  <a:gd name="T24" fmla="*/ 170 w 512"/>
                  <a:gd name="T25" fmla="*/ 117 h 512"/>
                  <a:gd name="T26" fmla="*/ 181 w 512"/>
                  <a:gd name="T27" fmla="*/ 106 h 512"/>
                  <a:gd name="T28" fmla="*/ 330 w 512"/>
                  <a:gd name="T29" fmla="*/ 106 h 512"/>
                  <a:gd name="T30" fmla="*/ 341 w 512"/>
                  <a:gd name="T31" fmla="*/ 117 h 512"/>
                  <a:gd name="T32" fmla="*/ 341 w 512"/>
                  <a:gd name="T33" fmla="*/ 138 h 512"/>
                  <a:gd name="T34" fmla="*/ 384 w 512"/>
                  <a:gd name="T35" fmla="*/ 138 h 512"/>
                  <a:gd name="T36" fmla="*/ 394 w 512"/>
                  <a:gd name="T37" fmla="*/ 149 h 512"/>
                  <a:gd name="T38" fmla="*/ 394 w 512"/>
                  <a:gd name="T39"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4" y="384"/>
                    </a:moveTo>
                    <a:cubicBezTo>
                      <a:pt x="394" y="390"/>
                      <a:pt x="390" y="394"/>
                      <a:pt x="384" y="394"/>
                    </a:cubicBezTo>
                    <a:cubicBezTo>
                      <a:pt x="128" y="394"/>
                      <a:pt x="128" y="394"/>
                      <a:pt x="128" y="394"/>
                    </a:cubicBezTo>
                    <a:cubicBezTo>
                      <a:pt x="122" y="394"/>
                      <a:pt x="117" y="390"/>
                      <a:pt x="117" y="384"/>
                    </a:cubicBezTo>
                    <a:cubicBezTo>
                      <a:pt x="117" y="149"/>
                      <a:pt x="117" y="149"/>
                      <a:pt x="117" y="149"/>
                    </a:cubicBezTo>
                    <a:cubicBezTo>
                      <a:pt x="117" y="143"/>
                      <a:pt x="122" y="138"/>
                      <a:pt x="128" y="138"/>
                    </a:cubicBezTo>
                    <a:cubicBezTo>
                      <a:pt x="170" y="138"/>
                      <a:pt x="170" y="138"/>
                      <a:pt x="170" y="138"/>
                    </a:cubicBezTo>
                    <a:cubicBezTo>
                      <a:pt x="170" y="117"/>
                      <a:pt x="170" y="117"/>
                      <a:pt x="170" y="117"/>
                    </a:cubicBezTo>
                    <a:cubicBezTo>
                      <a:pt x="170" y="111"/>
                      <a:pt x="175" y="106"/>
                      <a:pt x="181" y="106"/>
                    </a:cubicBezTo>
                    <a:cubicBezTo>
                      <a:pt x="330" y="106"/>
                      <a:pt x="330" y="106"/>
                      <a:pt x="330" y="106"/>
                    </a:cubicBezTo>
                    <a:cubicBezTo>
                      <a:pt x="336" y="106"/>
                      <a:pt x="341" y="111"/>
                      <a:pt x="341" y="117"/>
                    </a:cubicBezTo>
                    <a:cubicBezTo>
                      <a:pt x="341" y="138"/>
                      <a:pt x="341" y="138"/>
                      <a:pt x="341" y="138"/>
                    </a:cubicBezTo>
                    <a:cubicBezTo>
                      <a:pt x="384" y="138"/>
                      <a:pt x="384" y="138"/>
                      <a:pt x="384" y="138"/>
                    </a:cubicBezTo>
                    <a:cubicBezTo>
                      <a:pt x="390" y="138"/>
                      <a:pt x="394" y="143"/>
                      <a:pt x="394" y="149"/>
                    </a:cubicBezTo>
                    <a:lnTo>
                      <a:pt x="394" y="38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grpSp>
        <p:nvGrpSpPr>
          <p:cNvPr id="189" name="Group 188">
            <a:extLst>
              <a:ext uri="{FF2B5EF4-FFF2-40B4-BE49-F238E27FC236}">
                <a16:creationId xmlns:a16="http://schemas.microsoft.com/office/drawing/2014/main" id="{0438764A-E181-405B-B030-BCA3A98AC7C0}"/>
              </a:ext>
            </a:extLst>
          </p:cNvPr>
          <p:cNvGrpSpPr/>
          <p:nvPr/>
        </p:nvGrpSpPr>
        <p:grpSpPr>
          <a:xfrm>
            <a:off x="6840185" y="3281555"/>
            <a:ext cx="2929170" cy="814945"/>
            <a:chOff x="6869286" y="3459972"/>
            <a:chExt cx="2929170" cy="814945"/>
          </a:xfrm>
        </p:grpSpPr>
        <p:grpSp>
          <p:nvGrpSpPr>
            <p:cNvPr id="190" name="Group 189">
              <a:extLst>
                <a:ext uri="{FF2B5EF4-FFF2-40B4-BE49-F238E27FC236}">
                  <a16:creationId xmlns:a16="http://schemas.microsoft.com/office/drawing/2014/main" id="{27A664E7-0A76-4025-ACD6-554592C5748B}"/>
                </a:ext>
              </a:extLst>
            </p:cNvPr>
            <p:cNvGrpSpPr/>
            <p:nvPr/>
          </p:nvGrpSpPr>
          <p:grpSpPr>
            <a:xfrm>
              <a:off x="7508030" y="3459972"/>
              <a:ext cx="2290426" cy="814945"/>
              <a:chOff x="350178" y="2039839"/>
              <a:chExt cx="3744514" cy="887346"/>
            </a:xfrm>
          </p:grpSpPr>
          <p:sp>
            <p:nvSpPr>
              <p:cNvPr id="239" name="Rectangle 238">
                <a:extLst>
                  <a:ext uri="{FF2B5EF4-FFF2-40B4-BE49-F238E27FC236}">
                    <a16:creationId xmlns:a16="http://schemas.microsoft.com/office/drawing/2014/main" id="{7C97E01E-8076-4F9D-A77B-3B64FB18BBD5}"/>
                  </a:ext>
                </a:extLst>
              </p:cNvPr>
              <p:cNvSpPr/>
              <p:nvPr/>
            </p:nvSpPr>
            <p:spPr>
              <a:xfrm>
                <a:off x="350179" y="2039839"/>
                <a:ext cx="3744513" cy="338554"/>
              </a:xfrm>
              <a:prstGeom prst="rect">
                <a:avLst/>
              </a:prstGeom>
              <a:solidFill>
                <a:srgbClr val="005587"/>
              </a:solidFill>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800" b="1" cap="small" dirty="0">
                    <a:solidFill>
                      <a:schemeClr val="bg1"/>
                    </a:solidFill>
                    <a:cs typeface="Calibri Light" panose="020F0302020204030204" pitchFamily="34" charset="0"/>
                  </a:rPr>
                  <a:t>Commercial, revenue and regulatory management support</a:t>
                </a:r>
              </a:p>
            </p:txBody>
          </p:sp>
          <p:sp>
            <p:nvSpPr>
              <p:cNvPr id="240" name="TextBox 239">
                <a:extLst>
                  <a:ext uri="{FF2B5EF4-FFF2-40B4-BE49-F238E27FC236}">
                    <a16:creationId xmlns:a16="http://schemas.microsoft.com/office/drawing/2014/main" id="{F701FC4E-7BE6-407A-86CE-BF0E615A1314}"/>
                  </a:ext>
                </a:extLst>
              </p:cNvPr>
              <p:cNvSpPr txBox="1"/>
              <p:nvPr/>
            </p:nvSpPr>
            <p:spPr>
              <a:xfrm>
                <a:off x="350178" y="2480909"/>
                <a:ext cx="3737669" cy="446276"/>
              </a:xfrm>
              <a:prstGeom prst="rect">
                <a:avLst/>
              </a:prstGeom>
              <a:noFill/>
            </p:spPr>
            <p:txBody>
              <a:bodyPr wrap="square" lIns="0" tIns="0" rIns="0" bIns="0" rtlCol="0">
                <a:spAutoFit/>
              </a:bodyPr>
              <a:lstStyle>
                <a:defPPr>
                  <a:defRPr lang="en-US"/>
                </a:defPPr>
                <a:lvl1pPr marL="203200" indent="-203200">
                  <a:spcBef>
                    <a:spcPts val="600"/>
                  </a:spcBef>
                  <a:buSzPct val="100000"/>
                  <a:buFont typeface="Arial"/>
                  <a:buChar char="•"/>
                  <a:defRPr sz="900" b="1">
                    <a:solidFill>
                      <a:srgbClr val="313131"/>
                    </a:solidFill>
                  </a:defRPr>
                </a:lvl1pPr>
              </a:lstStyle>
              <a:p>
                <a:r>
                  <a:rPr lang="en-US" sz="800" dirty="0"/>
                  <a:t>Integrated MIS reports</a:t>
                </a:r>
              </a:p>
              <a:p>
                <a:r>
                  <a:rPr lang="en-US" sz="800" dirty="0"/>
                  <a:t>Automated dashboard on Metering-Billing-Collection</a:t>
                </a:r>
              </a:p>
            </p:txBody>
          </p:sp>
        </p:grpSp>
        <p:grpSp>
          <p:nvGrpSpPr>
            <p:cNvPr id="191" name="Group 190">
              <a:extLst>
                <a:ext uri="{FF2B5EF4-FFF2-40B4-BE49-F238E27FC236}">
                  <a16:creationId xmlns:a16="http://schemas.microsoft.com/office/drawing/2014/main" id="{5DA28071-E5DC-4405-8017-68E65EE53042}"/>
                </a:ext>
              </a:extLst>
            </p:cNvPr>
            <p:cNvGrpSpPr/>
            <p:nvPr/>
          </p:nvGrpSpPr>
          <p:grpSpPr>
            <a:xfrm>
              <a:off x="6869286" y="3475175"/>
              <a:ext cx="401899" cy="545037"/>
              <a:chOff x="4924425" y="5103813"/>
              <a:chExt cx="1905000" cy="2176463"/>
            </a:xfrm>
            <a:solidFill>
              <a:srgbClr val="005587"/>
            </a:solidFill>
          </p:grpSpPr>
          <p:sp>
            <p:nvSpPr>
              <p:cNvPr id="192" name="Freeform 12">
                <a:extLst>
                  <a:ext uri="{FF2B5EF4-FFF2-40B4-BE49-F238E27FC236}">
                    <a16:creationId xmlns:a16="http://schemas.microsoft.com/office/drawing/2014/main" id="{C0F5B74F-0C67-4748-8015-82D083AA7A62}"/>
                  </a:ext>
                </a:extLst>
              </p:cNvPr>
              <p:cNvSpPr>
                <a:spLocks noEditPoints="1"/>
              </p:cNvSpPr>
              <p:nvPr/>
            </p:nvSpPr>
            <p:spPr bwMode="auto">
              <a:xfrm>
                <a:off x="4924425" y="5103813"/>
                <a:ext cx="1541463" cy="1812925"/>
              </a:xfrm>
              <a:custGeom>
                <a:avLst/>
                <a:gdLst>
                  <a:gd name="T0" fmla="*/ 124 w 136"/>
                  <a:gd name="T1" fmla="*/ 0 h 160"/>
                  <a:gd name="T2" fmla="*/ 12 w 136"/>
                  <a:gd name="T3" fmla="*/ 0 h 160"/>
                  <a:gd name="T4" fmla="*/ 0 w 136"/>
                  <a:gd name="T5" fmla="*/ 12 h 160"/>
                  <a:gd name="T6" fmla="*/ 0 w 136"/>
                  <a:gd name="T7" fmla="*/ 148 h 160"/>
                  <a:gd name="T8" fmla="*/ 12 w 136"/>
                  <a:gd name="T9" fmla="*/ 160 h 160"/>
                  <a:gd name="T10" fmla="*/ 92 w 136"/>
                  <a:gd name="T11" fmla="*/ 160 h 160"/>
                  <a:gd name="T12" fmla="*/ 95 w 136"/>
                  <a:gd name="T13" fmla="*/ 159 h 160"/>
                  <a:gd name="T14" fmla="*/ 135 w 136"/>
                  <a:gd name="T15" fmla="*/ 119 h 160"/>
                  <a:gd name="T16" fmla="*/ 136 w 136"/>
                  <a:gd name="T17" fmla="*/ 116 h 160"/>
                  <a:gd name="T18" fmla="*/ 136 w 136"/>
                  <a:gd name="T19" fmla="*/ 12 h 160"/>
                  <a:gd name="T20" fmla="*/ 124 w 136"/>
                  <a:gd name="T21" fmla="*/ 0 h 160"/>
                  <a:gd name="T22" fmla="*/ 8 w 136"/>
                  <a:gd name="T23" fmla="*/ 148 h 160"/>
                  <a:gd name="T24" fmla="*/ 8 w 136"/>
                  <a:gd name="T25" fmla="*/ 12 h 160"/>
                  <a:gd name="T26" fmla="*/ 12 w 136"/>
                  <a:gd name="T27" fmla="*/ 8 h 160"/>
                  <a:gd name="T28" fmla="*/ 124 w 136"/>
                  <a:gd name="T29" fmla="*/ 8 h 160"/>
                  <a:gd name="T30" fmla="*/ 128 w 136"/>
                  <a:gd name="T31" fmla="*/ 12 h 160"/>
                  <a:gd name="T32" fmla="*/ 128 w 136"/>
                  <a:gd name="T33" fmla="*/ 112 h 160"/>
                  <a:gd name="T34" fmla="*/ 100 w 136"/>
                  <a:gd name="T35" fmla="*/ 112 h 160"/>
                  <a:gd name="T36" fmla="*/ 88 w 136"/>
                  <a:gd name="T37" fmla="*/ 124 h 160"/>
                  <a:gd name="T38" fmla="*/ 88 w 136"/>
                  <a:gd name="T39" fmla="*/ 152 h 160"/>
                  <a:gd name="T40" fmla="*/ 12 w 136"/>
                  <a:gd name="T41" fmla="*/ 152 h 160"/>
                  <a:gd name="T42" fmla="*/ 8 w 136"/>
                  <a:gd name="T43"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160">
                    <a:moveTo>
                      <a:pt x="124" y="0"/>
                    </a:moveTo>
                    <a:cubicBezTo>
                      <a:pt x="12" y="0"/>
                      <a:pt x="12" y="0"/>
                      <a:pt x="12" y="0"/>
                    </a:cubicBezTo>
                    <a:cubicBezTo>
                      <a:pt x="5" y="0"/>
                      <a:pt x="0" y="5"/>
                      <a:pt x="0" y="12"/>
                    </a:cubicBezTo>
                    <a:cubicBezTo>
                      <a:pt x="0" y="148"/>
                      <a:pt x="0" y="148"/>
                      <a:pt x="0" y="148"/>
                    </a:cubicBezTo>
                    <a:cubicBezTo>
                      <a:pt x="0" y="155"/>
                      <a:pt x="5" y="160"/>
                      <a:pt x="12" y="160"/>
                    </a:cubicBezTo>
                    <a:cubicBezTo>
                      <a:pt x="92" y="160"/>
                      <a:pt x="92" y="160"/>
                      <a:pt x="92" y="160"/>
                    </a:cubicBezTo>
                    <a:cubicBezTo>
                      <a:pt x="93" y="160"/>
                      <a:pt x="94" y="160"/>
                      <a:pt x="95" y="159"/>
                    </a:cubicBezTo>
                    <a:cubicBezTo>
                      <a:pt x="135" y="119"/>
                      <a:pt x="135" y="119"/>
                      <a:pt x="135" y="119"/>
                    </a:cubicBezTo>
                    <a:cubicBezTo>
                      <a:pt x="136" y="118"/>
                      <a:pt x="136" y="117"/>
                      <a:pt x="136" y="116"/>
                    </a:cubicBezTo>
                    <a:cubicBezTo>
                      <a:pt x="136" y="12"/>
                      <a:pt x="136" y="12"/>
                      <a:pt x="136" y="12"/>
                    </a:cubicBezTo>
                    <a:cubicBezTo>
                      <a:pt x="136" y="5"/>
                      <a:pt x="131" y="0"/>
                      <a:pt x="124" y="0"/>
                    </a:cubicBezTo>
                    <a:close/>
                    <a:moveTo>
                      <a:pt x="8" y="148"/>
                    </a:moveTo>
                    <a:cubicBezTo>
                      <a:pt x="8" y="12"/>
                      <a:pt x="8" y="12"/>
                      <a:pt x="8" y="12"/>
                    </a:cubicBezTo>
                    <a:cubicBezTo>
                      <a:pt x="8" y="10"/>
                      <a:pt x="10" y="8"/>
                      <a:pt x="12" y="8"/>
                    </a:cubicBezTo>
                    <a:cubicBezTo>
                      <a:pt x="124" y="8"/>
                      <a:pt x="124" y="8"/>
                      <a:pt x="124" y="8"/>
                    </a:cubicBezTo>
                    <a:cubicBezTo>
                      <a:pt x="126" y="8"/>
                      <a:pt x="128" y="10"/>
                      <a:pt x="128" y="12"/>
                    </a:cubicBezTo>
                    <a:cubicBezTo>
                      <a:pt x="128" y="112"/>
                      <a:pt x="128" y="112"/>
                      <a:pt x="128" y="112"/>
                    </a:cubicBezTo>
                    <a:cubicBezTo>
                      <a:pt x="100" y="112"/>
                      <a:pt x="100" y="112"/>
                      <a:pt x="100" y="112"/>
                    </a:cubicBezTo>
                    <a:cubicBezTo>
                      <a:pt x="93" y="112"/>
                      <a:pt x="88" y="117"/>
                      <a:pt x="88" y="124"/>
                    </a:cubicBezTo>
                    <a:cubicBezTo>
                      <a:pt x="88" y="152"/>
                      <a:pt x="88" y="152"/>
                      <a:pt x="88" y="152"/>
                    </a:cubicBezTo>
                    <a:cubicBezTo>
                      <a:pt x="12" y="152"/>
                      <a:pt x="12" y="152"/>
                      <a:pt x="12" y="152"/>
                    </a:cubicBezTo>
                    <a:cubicBezTo>
                      <a:pt x="10" y="152"/>
                      <a:pt x="8" y="150"/>
                      <a:pt x="8" y="1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3" name="Rectangle 192">
                <a:extLst>
                  <a:ext uri="{FF2B5EF4-FFF2-40B4-BE49-F238E27FC236}">
                    <a16:creationId xmlns:a16="http://schemas.microsoft.com/office/drawing/2014/main" id="{52154C2E-52AC-4FE5-9E3D-46F8C57223BA}"/>
                  </a:ext>
                </a:extLst>
              </p:cNvPr>
              <p:cNvSpPr>
                <a:spLocks noChangeArrowheads="1"/>
              </p:cNvSpPr>
              <p:nvPr/>
            </p:nvSpPr>
            <p:spPr bwMode="auto">
              <a:xfrm>
                <a:off x="5241925" y="5602288"/>
                <a:ext cx="908050" cy="92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4" name="Rectangle 233">
                <a:extLst>
                  <a:ext uri="{FF2B5EF4-FFF2-40B4-BE49-F238E27FC236}">
                    <a16:creationId xmlns:a16="http://schemas.microsoft.com/office/drawing/2014/main" id="{08BF444F-FC47-496F-AD15-D2F20A1F0890}"/>
                  </a:ext>
                </a:extLst>
              </p:cNvPr>
              <p:cNvSpPr>
                <a:spLocks noChangeArrowheads="1"/>
              </p:cNvSpPr>
              <p:nvPr/>
            </p:nvSpPr>
            <p:spPr bwMode="auto">
              <a:xfrm>
                <a:off x="5241925" y="5829301"/>
                <a:ext cx="9080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5" name="Rectangle 234">
                <a:extLst>
                  <a:ext uri="{FF2B5EF4-FFF2-40B4-BE49-F238E27FC236}">
                    <a16:creationId xmlns:a16="http://schemas.microsoft.com/office/drawing/2014/main" id="{53006818-804A-4A14-B469-05F4A0B4FC20}"/>
                  </a:ext>
                </a:extLst>
              </p:cNvPr>
              <p:cNvSpPr>
                <a:spLocks noChangeArrowheads="1"/>
              </p:cNvSpPr>
              <p:nvPr/>
            </p:nvSpPr>
            <p:spPr bwMode="auto">
              <a:xfrm>
                <a:off x="5241925" y="6056313"/>
                <a:ext cx="9080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6" name="Rectangle 235">
                <a:extLst>
                  <a:ext uri="{FF2B5EF4-FFF2-40B4-BE49-F238E27FC236}">
                    <a16:creationId xmlns:a16="http://schemas.microsoft.com/office/drawing/2014/main" id="{0375B95C-04C5-427C-A41C-5862FC7266F5}"/>
                  </a:ext>
                </a:extLst>
              </p:cNvPr>
              <p:cNvSpPr>
                <a:spLocks noChangeArrowheads="1"/>
              </p:cNvSpPr>
              <p:nvPr/>
            </p:nvSpPr>
            <p:spPr bwMode="auto">
              <a:xfrm>
                <a:off x="5241925" y="6283326"/>
                <a:ext cx="590550" cy="904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7" name="Freeform 17">
                <a:extLst>
                  <a:ext uri="{FF2B5EF4-FFF2-40B4-BE49-F238E27FC236}">
                    <a16:creationId xmlns:a16="http://schemas.microsoft.com/office/drawing/2014/main" id="{7E0A776D-557E-4BC4-B580-95EAC1A87480}"/>
                  </a:ext>
                </a:extLst>
              </p:cNvPr>
              <p:cNvSpPr>
                <a:spLocks/>
              </p:cNvSpPr>
              <p:nvPr/>
            </p:nvSpPr>
            <p:spPr bwMode="auto">
              <a:xfrm>
                <a:off x="5378450" y="5557838"/>
                <a:ext cx="1450975" cy="1722438"/>
              </a:xfrm>
              <a:custGeom>
                <a:avLst/>
                <a:gdLst>
                  <a:gd name="T0" fmla="*/ 116 w 128"/>
                  <a:gd name="T1" fmla="*/ 152 h 152"/>
                  <a:gd name="T2" fmla="*/ 0 w 128"/>
                  <a:gd name="T3" fmla="*/ 152 h 152"/>
                  <a:gd name="T4" fmla="*/ 0 w 128"/>
                  <a:gd name="T5" fmla="*/ 144 h 152"/>
                  <a:gd name="T6" fmla="*/ 116 w 128"/>
                  <a:gd name="T7" fmla="*/ 144 h 152"/>
                  <a:gd name="T8" fmla="*/ 120 w 128"/>
                  <a:gd name="T9" fmla="*/ 140 h 152"/>
                  <a:gd name="T10" fmla="*/ 120 w 128"/>
                  <a:gd name="T11" fmla="*/ 0 h 152"/>
                  <a:gd name="T12" fmla="*/ 128 w 128"/>
                  <a:gd name="T13" fmla="*/ 0 h 152"/>
                  <a:gd name="T14" fmla="*/ 128 w 128"/>
                  <a:gd name="T15" fmla="*/ 140 h 152"/>
                  <a:gd name="T16" fmla="*/ 116 w 128"/>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52">
                    <a:moveTo>
                      <a:pt x="116" y="152"/>
                    </a:moveTo>
                    <a:cubicBezTo>
                      <a:pt x="0" y="152"/>
                      <a:pt x="0" y="152"/>
                      <a:pt x="0" y="152"/>
                    </a:cubicBezTo>
                    <a:cubicBezTo>
                      <a:pt x="0" y="144"/>
                      <a:pt x="0" y="144"/>
                      <a:pt x="0" y="144"/>
                    </a:cubicBezTo>
                    <a:cubicBezTo>
                      <a:pt x="116" y="144"/>
                      <a:pt x="116" y="144"/>
                      <a:pt x="116" y="144"/>
                    </a:cubicBezTo>
                    <a:cubicBezTo>
                      <a:pt x="118" y="144"/>
                      <a:pt x="120" y="142"/>
                      <a:pt x="120" y="140"/>
                    </a:cubicBezTo>
                    <a:cubicBezTo>
                      <a:pt x="120" y="0"/>
                      <a:pt x="120" y="0"/>
                      <a:pt x="120" y="0"/>
                    </a:cubicBezTo>
                    <a:cubicBezTo>
                      <a:pt x="128" y="0"/>
                      <a:pt x="128" y="0"/>
                      <a:pt x="128" y="0"/>
                    </a:cubicBezTo>
                    <a:cubicBezTo>
                      <a:pt x="128" y="140"/>
                      <a:pt x="128" y="140"/>
                      <a:pt x="128" y="140"/>
                    </a:cubicBezTo>
                    <a:cubicBezTo>
                      <a:pt x="128" y="147"/>
                      <a:pt x="123" y="152"/>
                      <a:pt x="11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8" name="Freeform 18">
                <a:extLst>
                  <a:ext uri="{FF2B5EF4-FFF2-40B4-BE49-F238E27FC236}">
                    <a16:creationId xmlns:a16="http://schemas.microsoft.com/office/drawing/2014/main" id="{7D7A9AA2-233B-4BF1-A9D2-91D0C0E24786}"/>
                  </a:ext>
                </a:extLst>
              </p:cNvPr>
              <p:cNvSpPr>
                <a:spLocks/>
              </p:cNvSpPr>
              <p:nvPr/>
            </p:nvSpPr>
            <p:spPr bwMode="auto">
              <a:xfrm>
                <a:off x="5197475" y="5376863"/>
                <a:ext cx="1450975" cy="1722438"/>
              </a:xfrm>
              <a:custGeom>
                <a:avLst/>
                <a:gdLst>
                  <a:gd name="T0" fmla="*/ 116 w 128"/>
                  <a:gd name="T1" fmla="*/ 152 h 152"/>
                  <a:gd name="T2" fmla="*/ 0 w 128"/>
                  <a:gd name="T3" fmla="*/ 152 h 152"/>
                  <a:gd name="T4" fmla="*/ 0 w 128"/>
                  <a:gd name="T5" fmla="*/ 144 h 152"/>
                  <a:gd name="T6" fmla="*/ 116 w 128"/>
                  <a:gd name="T7" fmla="*/ 144 h 152"/>
                  <a:gd name="T8" fmla="*/ 120 w 128"/>
                  <a:gd name="T9" fmla="*/ 140 h 152"/>
                  <a:gd name="T10" fmla="*/ 120 w 128"/>
                  <a:gd name="T11" fmla="*/ 0 h 152"/>
                  <a:gd name="T12" fmla="*/ 128 w 128"/>
                  <a:gd name="T13" fmla="*/ 0 h 152"/>
                  <a:gd name="T14" fmla="*/ 128 w 128"/>
                  <a:gd name="T15" fmla="*/ 140 h 152"/>
                  <a:gd name="T16" fmla="*/ 116 w 128"/>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 h="152">
                    <a:moveTo>
                      <a:pt x="116" y="152"/>
                    </a:moveTo>
                    <a:cubicBezTo>
                      <a:pt x="0" y="152"/>
                      <a:pt x="0" y="152"/>
                      <a:pt x="0" y="152"/>
                    </a:cubicBezTo>
                    <a:cubicBezTo>
                      <a:pt x="0" y="144"/>
                      <a:pt x="0" y="144"/>
                      <a:pt x="0" y="144"/>
                    </a:cubicBezTo>
                    <a:cubicBezTo>
                      <a:pt x="116" y="144"/>
                      <a:pt x="116" y="144"/>
                      <a:pt x="116" y="144"/>
                    </a:cubicBezTo>
                    <a:cubicBezTo>
                      <a:pt x="118" y="144"/>
                      <a:pt x="120" y="142"/>
                      <a:pt x="120" y="140"/>
                    </a:cubicBezTo>
                    <a:cubicBezTo>
                      <a:pt x="120" y="0"/>
                      <a:pt x="120" y="0"/>
                      <a:pt x="120" y="0"/>
                    </a:cubicBezTo>
                    <a:cubicBezTo>
                      <a:pt x="128" y="0"/>
                      <a:pt x="128" y="0"/>
                      <a:pt x="128" y="0"/>
                    </a:cubicBezTo>
                    <a:cubicBezTo>
                      <a:pt x="128" y="140"/>
                      <a:pt x="128" y="140"/>
                      <a:pt x="128" y="140"/>
                    </a:cubicBezTo>
                    <a:cubicBezTo>
                      <a:pt x="128" y="147"/>
                      <a:pt x="123" y="152"/>
                      <a:pt x="11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241" name="Title 3">
            <a:extLst>
              <a:ext uri="{FF2B5EF4-FFF2-40B4-BE49-F238E27FC236}">
                <a16:creationId xmlns:a16="http://schemas.microsoft.com/office/drawing/2014/main" id="{474A5A87-F1CD-4412-85B6-0DE79F0E59C2}"/>
              </a:ext>
            </a:extLst>
          </p:cNvPr>
          <p:cNvSpPr txBox="1">
            <a:spLocks/>
          </p:cNvSpPr>
          <p:nvPr/>
        </p:nvSpPr>
        <p:spPr bwMode="gray">
          <a:xfrm>
            <a:off x="6742731" y="1717371"/>
            <a:ext cx="3061145" cy="287310"/>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kern="1200">
                <a:solidFill>
                  <a:schemeClr val="tx1"/>
                </a:solidFill>
                <a:latin typeface="+mj-lt"/>
                <a:ea typeface="+mj-ea"/>
                <a:cs typeface="+mj-cs"/>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Verdana"/>
                <a:ea typeface="+mj-ea"/>
                <a:cs typeface="+mj-cs"/>
              </a:rPr>
              <a:t>Digital</a:t>
            </a:r>
            <a:r>
              <a:rPr kumimoji="0" lang="en-US" sz="1050" b="1" i="0" u="none" strike="noStrike" kern="1200" cap="none" spc="0" normalizeH="0" noProof="0" dirty="0">
                <a:ln>
                  <a:noFill/>
                </a:ln>
                <a:solidFill>
                  <a:srgbClr val="000000"/>
                </a:solidFill>
                <a:effectLst/>
                <a:uLnTx/>
                <a:uFillTx/>
                <a:latin typeface="Verdana"/>
                <a:ea typeface="+mj-ea"/>
                <a:cs typeface="+mj-cs"/>
              </a:rPr>
              <a:t> PMO Enablers</a:t>
            </a:r>
            <a:endParaRPr kumimoji="0" lang="en-US" sz="1050" b="1" i="0" u="none" strike="noStrike" kern="1200" cap="none" spc="0" normalizeH="0" baseline="0" noProof="0" dirty="0">
              <a:ln>
                <a:noFill/>
              </a:ln>
              <a:solidFill>
                <a:srgbClr val="000000"/>
              </a:solidFill>
              <a:effectLst/>
              <a:uLnTx/>
              <a:uFillTx/>
              <a:latin typeface="Verdana"/>
              <a:ea typeface="+mj-ea"/>
              <a:cs typeface="+mj-cs"/>
            </a:endParaRPr>
          </a:p>
        </p:txBody>
      </p:sp>
      <p:sp>
        <p:nvSpPr>
          <p:cNvPr id="242" name="Text Placeholder 6">
            <a:extLst>
              <a:ext uri="{FF2B5EF4-FFF2-40B4-BE49-F238E27FC236}">
                <a16:creationId xmlns:a16="http://schemas.microsoft.com/office/drawing/2014/main" id="{E8AD5B86-9680-4920-9104-3CC3008820AA}"/>
              </a:ext>
            </a:extLst>
          </p:cNvPr>
          <p:cNvSpPr txBox="1">
            <a:spLocks/>
          </p:cNvSpPr>
          <p:nvPr/>
        </p:nvSpPr>
        <p:spPr>
          <a:xfrm>
            <a:off x="6206734" y="5879911"/>
            <a:ext cx="3784760" cy="447247"/>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ctr" defTabSz="914400">
              <a:spcAft>
                <a:spcPts val="1000"/>
              </a:spcAft>
              <a:tabLst>
                <a:tab pos="7197725" algn="l"/>
              </a:tabLst>
            </a:pPr>
            <a:r>
              <a:rPr lang="en-US" sz="1000" dirty="0">
                <a:solidFill>
                  <a:srgbClr val="575757"/>
                </a:solidFill>
              </a:rPr>
              <a:t>Efficiency of management of capital projects gets enhanced through integrated &amp; collaborative project management platforms supplemented by digital point solutions</a:t>
            </a:r>
          </a:p>
        </p:txBody>
      </p:sp>
      <p:grpSp>
        <p:nvGrpSpPr>
          <p:cNvPr id="243" name="Group 242">
            <a:extLst>
              <a:ext uri="{FF2B5EF4-FFF2-40B4-BE49-F238E27FC236}">
                <a16:creationId xmlns:a16="http://schemas.microsoft.com/office/drawing/2014/main" id="{BC7B1A54-65EA-4DA3-BB19-BEAF74930DE4}"/>
              </a:ext>
            </a:extLst>
          </p:cNvPr>
          <p:cNvGrpSpPr/>
          <p:nvPr/>
        </p:nvGrpSpPr>
        <p:grpSpPr>
          <a:xfrm>
            <a:off x="9887910" y="822072"/>
            <a:ext cx="2158529" cy="1822489"/>
            <a:chOff x="9931907" y="370656"/>
            <a:chExt cx="2158529" cy="1822489"/>
          </a:xfrm>
        </p:grpSpPr>
        <p:sp>
          <p:nvSpPr>
            <p:cNvPr id="244" name="Rectangle: Rounded Corners 243">
              <a:extLst>
                <a:ext uri="{FF2B5EF4-FFF2-40B4-BE49-F238E27FC236}">
                  <a16:creationId xmlns:a16="http://schemas.microsoft.com/office/drawing/2014/main" id="{7A00F606-2092-441A-91F5-FABF005828C5}"/>
                </a:ext>
              </a:extLst>
            </p:cNvPr>
            <p:cNvSpPr/>
            <p:nvPr/>
          </p:nvSpPr>
          <p:spPr bwMode="gray">
            <a:xfrm>
              <a:off x="10108117" y="455785"/>
              <a:ext cx="1982319" cy="1737360"/>
            </a:xfrm>
            <a:prstGeom prst="roundRect">
              <a:avLst/>
            </a:prstGeom>
            <a:solidFill>
              <a:schemeClr val="accent3">
                <a:lumMod val="50000"/>
              </a:schemeClr>
            </a:solidFill>
            <a:ln w="19050" algn="ctr">
              <a:noFill/>
              <a:miter lim="800000"/>
              <a:headEnd/>
              <a:tailEnd/>
            </a:ln>
          </p:spPr>
          <p:txBody>
            <a:bodyPr wrap="square" lIns="274320" tIns="182880" rIns="45720" bIns="88900" rtlCol="0" anchor="ctr"/>
            <a:lstStyle/>
            <a:p>
              <a:pPr algn="just">
                <a:lnSpc>
                  <a:spcPct val="106000"/>
                </a:lnSpc>
              </a:pPr>
              <a:endParaRPr lang="en-US" sz="1000" dirty="0">
                <a:solidFill>
                  <a:schemeClr val="bg1"/>
                </a:solidFill>
              </a:endParaRPr>
            </a:p>
            <a:p>
              <a:pPr>
                <a:lnSpc>
                  <a:spcPct val="106000"/>
                </a:lnSpc>
              </a:pPr>
              <a:r>
                <a:rPr lang="en-US" sz="1000" dirty="0">
                  <a:solidFill>
                    <a:schemeClr val="bg1"/>
                  </a:solidFill>
                </a:rPr>
                <a:t>Providing Smart Metering bid process management and project execution support in multiple states in India.</a:t>
              </a:r>
            </a:p>
            <a:p>
              <a:pPr algn="ctr">
                <a:lnSpc>
                  <a:spcPct val="106000"/>
                </a:lnSpc>
                <a:buFont typeface="Wingdings 2" pitchFamily="18" charset="2"/>
                <a:buNone/>
              </a:pPr>
              <a:endParaRPr lang="en-US" sz="1600" b="1" dirty="0">
                <a:solidFill>
                  <a:schemeClr val="bg1"/>
                </a:solidFill>
              </a:endParaRPr>
            </a:p>
          </p:txBody>
        </p:sp>
        <p:pic>
          <p:nvPicPr>
            <p:cNvPr id="245" name="Picture 4" descr="RECPDCL - Apps on Google Play">
              <a:extLst>
                <a:ext uri="{FF2B5EF4-FFF2-40B4-BE49-F238E27FC236}">
                  <a16:creationId xmlns:a16="http://schemas.microsoft.com/office/drawing/2014/main" id="{F0273769-BEC2-43C9-AF44-FCE6ECCE41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1907" y="370656"/>
              <a:ext cx="417562" cy="386199"/>
            </a:xfrm>
            <a:prstGeom prst="flowChartConnector">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246" name="Group 245">
            <a:extLst>
              <a:ext uri="{FF2B5EF4-FFF2-40B4-BE49-F238E27FC236}">
                <a16:creationId xmlns:a16="http://schemas.microsoft.com/office/drawing/2014/main" id="{F80F4932-AA2A-42EC-A0D9-8A53564C8185}"/>
              </a:ext>
            </a:extLst>
          </p:cNvPr>
          <p:cNvGrpSpPr/>
          <p:nvPr/>
        </p:nvGrpSpPr>
        <p:grpSpPr>
          <a:xfrm>
            <a:off x="9912040" y="4674047"/>
            <a:ext cx="2191549" cy="1878259"/>
            <a:chOff x="9898887" y="1738069"/>
            <a:chExt cx="2191549" cy="1878259"/>
          </a:xfrm>
        </p:grpSpPr>
        <p:sp>
          <p:nvSpPr>
            <p:cNvPr id="247" name="Rectangle: Rounded Corners 246">
              <a:extLst>
                <a:ext uri="{FF2B5EF4-FFF2-40B4-BE49-F238E27FC236}">
                  <a16:creationId xmlns:a16="http://schemas.microsoft.com/office/drawing/2014/main" id="{568EEEE1-619E-4D17-9A6E-19A8B8FC4EC3}"/>
                </a:ext>
              </a:extLst>
            </p:cNvPr>
            <p:cNvSpPr/>
            <p:nvPr/>
          </p:nvSpPr>
          <p:spPr bwMode="gray">
            <a:xfrm>
              <a:off x="10108117" y="1878968"/>
              <a:ext cx="1982319" cy="1737360"/>
            </a:xfrm>
            <a:prstGeom prst="roundRect">
              <a:avLst/>
            </a:prstGeom>
            <a:solidFill>
              <a:schemeClr val="accent3">
                <a:lumMod val="75000"/>
              </a:schemeClr>
            </a:solidFill>
            <a:ln w="19050" algn="ctr">
              <a:noFill/>
              <a:miter lim="800000"/>
              <a:headEnd/>
              <a:tailEnd/>
            </a:ln>
          </p:spPr>
          <p:txBody>
            <a:bodyPr wrap="square" lIns="274320" tIns="88900" rIns="88900" bIns="88900" rtlCol="0" anchor="ctr"/>
            <a:lstStyle/>
            <a:p>
              <a:pPr>
                <a:lnSpc>
                  <a:spcPct val="106000"/>
                </a:lnSpc>
                <a:buFont typeface="Wingdings 2" pitchFamily="18" charset="2"/>
                <a:buNone/>
              </a:pPr>
              <a:r>
                <a:rPr lang="en-US" sz="1000" dirty="0">
                  <a:solidFill>
                    <a:schemeClr val="bg1"/>
                  </a:solidFill>
                </a:rPr>
                <a:t>Consultancy Services Smart metering Project in Jharkhand under JPSIP in Ranchi, Dhanbad &amp; Jamshedpur for ~6.5 lac consumers</a:t>
              </a:r>
            </a:p>
          </p:txBody>
        </p:sp>
        <p:pic>
          <p:nvPicPr>
            <p:cNvPr id="248" name="Picture 12" descr="Jharkhand Bijli Vitran Nigam Limited - JBVNL | Facebook">
              <a:extLst>
                <a:ext uri="{FF2B5EF4-FFF2-40B4-BE49-F238E27FC236}">
                  <a16:creationId xmlns:a16="http://schemas.microsoft.com/office/drawing/2014/main" id="{5E3AC728-F2DC-459C-8C5C-E911FD5566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98887" y="1738069"/>
              <a:ext cx="483603" cy="459031"/>
            </a:xfrm>
            <a:prstGeom prst="flowChartConnector">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252" name="Group 251">
            <a:extLst>
              <a:ext uri="{FF2B5EF4-FFF2-40B4-BE49-F238E27FC236}">
                <a16:creationId xmlns:a16="http://schemas.microsoft.com/office/drawing/2014/main" id="{20BB14FA-0E7C-42EE-A82F-30763CA7C3F5}"/>
              </a:ext>
            </a:extLst>
          </p:cNvPr>
          <p:cNvGrpSpPr/>
          <p:nvPr/>
        </p:nvGrpSpPr>
        <p:grpSpPr>
          <a:xfrm>
            <a:off x="9882310" y="2722549"/>
            <a:ext cx="2169728" cy="1853190"/>
            <a:chOff x="9907516" y="4645556"/>
            <a:chExt cx="2169728" cy="1853190"/>
          </a:xfrm>
        </p:grpSpPr>
        <p:sp>
          <p:nvSpPr>
            <p:cNvPr id="253" name="Rectangle: Rounded Corners 252">
              <a:extLst>
                <a:ext uri="{FF2B5EF4-FFF2-40B4-BE49-F238E27FC236}">
                  <a16:creationId xmlns:a16="http://schemas.microsoft.com/office/drawing/2014/main" id="{D698B611-C25C-4A98-9A0B-E5EB481F8DF7}"/>
                </a:ext>
              </a:extLst>
            </p:cNvPr>
            <p:cNvSpPr/>
            <p:nvPr/>
          </p:nvSpPr>
          <p:spPr bwMode="gray">
            <a:xfrm>
              <a:off x="10094925" y="4761386"/>
              <a:ext cx="1982319" cy="1737360"/>
            </a:xfrm>
            <a:prstGeom prst="roundRect">
              <a:avLst/>
            </a:prstGeom>
            <a:solidFill>
              <a:schemeClr val="accent3">
                <a:lumMod val="40000"/>
                <a:lumOff val="60000"/>
              </a:schemeClr>
            </a:solidFill>
            <a:ln w="19050" algn="ctr">
              <a:noFill/>
              <a:miter lim="800000"/>
              <a:headEnd/>
              <a:tailEnd/>
            </a:ln>
          </p:spPr>
          <p:txBody>
            <a:bodyPr wrap="square" lIns="182880" tIns="182880" rIns="88900" bIns="88900" rtlCol="0" anchor="ctr"/>
            <a:lstStyle/>
            <a:p>
              <a:pPr>
                <a:lnSpc>
                  <a:spcPct val="106000"/>
                </a:lnSpc>
                <a:buFont typeface="Wingdings 2" pitchFamily="18" charset="2"/>
                <a:buNone/>
              </a:pPr>
              <a:r>
                <a:rPr lang="en-US" sz="1000" dirty="0"/>
                <a:t>Working as consultants with Department of Power , West Bengal, monitoring progress of Smart Metering in state</a:t>
              </a:r>
            </a:p>
          </p:txBody>
        </p:sp>
        <p:pic>
          <p:nvPicPr>
            <p:cNvPr id="254" name="Picture 2" descr="Department of Technical Education &amp; Training, Government of West Bengal">
              <a:extLst>
                <a:ext uri="{FF2B5EF4-FFF2-40B4-BE49-F238E27FC236}">
                  <a16:creationId xmlns:a16="http://schemas.microsoft.com/office/drawing/2014/main" id="{522ADD94-7651-478A-831C-084D1709ED0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7516" y="4645556"/>
              <a:ext cx="466344" cy="496859"/>
            </a:xfrm>
            <a:prstGeom prst="flowChartConnector">
              <a:avLst/>
            </a:prstGeom>
            <a:noFill/>
            <a:extLst>
              <a:ext uri="{909E8E84-426E-40DD-AFC4-6F175D3DCCD1}">
                <a14:hiddenFill xmlns:a14="http://schemas.microsoft.com/office/drawing/2010/main">
                  <a:solidFill>
                    <a:srgbClr val="FFFFFF"/>
                  </a:solidFill>
                </a14:hiddenFill>
              </a:ext>
            </a:extLst>
          </p:spPr>
        </p:pic>
      </p:grpSp>
      <p:cxnSp>
        <p:nvCxnSpPr>
          <p:cNvPr id="255" name="Straight Connector 254">
            <a:extLst>
              <a:ext uri="{FF2B5EF4-FFF2-40B4-BE49-F238E27FC236}">
                <a16:creationId xmlns:a16="http://schemas.microsoft.com/office/drawing/2014/main" id="{B38C92AC-F853-47D9-9831-857DB924F38D}"/>
              </a:ext>
            </a:extLst>
          </p:cNvPr>
          <p:cNvCxnSpPr/>
          <p:nvPr/>
        </p:nvCxnSpPr>
        <p:spPr>
          <a:xfrm>
            <a:off x="9879986" y="516712"/>
            <a:ext cx="0" cy="614432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57" name="Group 156">
            <a:extLst>
              <a:ext uri="{FF2B5EF4-FFF2-40B4-BE49-F238E27FC236}">
                <a16:creationId xmlns:a16="http://schemas.microsoft.com/office/drawing/2014/main" id="{A619BAC4-BD68-493C-877A-F2F9DB7FF34A}"/>
              </a:ext>
            </a:extLst>
          </p:cNvPr>
          <p:cNvGrpSpPr/>
          <p:nvPr/>
        </p:nvGrpSpPr>
        <p:grpSpPr>
          <a:xfrm>
            <a:off x="9928550" y="821764"/>
            <a:ext cx="2158529" cy="1822489"/>
            <a:chOff x="9931907" y="370656"/>
            <a:chExt cx="2158529" cy="1822489"/>
          </a:xfrm>
        </p:grpSpPr>
        <p:sp>
          <p:nvSpPr>
            <p:cNvPr id="159" name="Rectangle: Rounded Corners 158">
              <a:extLst>
                <a:ext uri="{FF2B5EF4-FFF2-40B4-BE49-F238E27FC236}">
                  <a16:creationId xmlns:a16="http://schemas.microsoft.com/office/drawing/2014/main" id="{5E8FD718-6CEA-4E67-8ACB-77114F7DE95B}"/>
                </a:ext>
              </a:extLst>
            </p:cNvPr>
            <p:cNvSpPr/>
            <p:nvPr/>
          </p:nvSpPr>
          <p:spPr bwMode="gray">
            <a:xfrm>
              <a:off x="10108117" y="455785"/>
              <a:ext cx="1982319" cy="1737360"/>
            </a:xfrm>
            <a:prstGeom prst="roundRect">
              <a:avLst/>
            </a:prstGeom>
            <a:solidFill>
              <a:schemeClr val="accent3">
                <a:lumMod val="50000"/>
              </a:schemeClr>
            </a:solidFill>
            <a:ln w="19050" algn="ctr">
              <a:noFill/>
              <a:miter lim="800000"/>
              <a:headEnd/>
              <a:tailEnd/>
            </a:ln>
          </p:spPr>
          <p:txBody>
            <a:bodyPr wrap="square" lIns="274320" tIns="182880" rIns="45720" bIns="88900" rtlCol="0" anchor="ctr"/>
            <a:lstStyle/>
            <a:p>
              <a:pPr algn="just">
                <a:lnSpc>
                  <a:spcPct val="106000"/>
                </a:lnSpc>
              </a:pPr>
              <a:endParaRPr lang="en-US" sz="1000" dirty="0">
                <a:solidFill>
                  <a:schemeClr val="bg1"/>
                </a:solidFill>
              </a:endParaRPr>
            </a:p>
            <a:p>
              <a:pPr>
                <a:lnSpc>
                  <a:spcPct val="106000"/>
                </a:lnSpc>
              </a:pPr>
              <a:r>
                <a:rPr lang="en-US" sz="1000" dirty="0">
                  <a:solidFill>
                    <a:schemeClr val="bg1"/>
                  </a:solidFill>
                </a:rPr>
                <a:t>Providing Smart Metering bid process management and project execution support in multiple states in India.</a:t>
              </a:r>
            </a:p>
            <a:p>
              <a:pPr algn="ctr">
                <a:lnSpc>
                  <a:spcPct val="106000"/>
                </a:lnSpc>
                <a:buFont typeface="Wingdings 2" pitchFamily="18" charset="2"/>
                <a:buNone/>
              </a:pPr>
              <a:endParaRPr lang="en-US" sz="1600" b="1" dirty="0">
                <a:solidFill>
                  <a:schemeClr val="bg1"/>
                </a:solidFill>
              </a:endParaRPr>
            </a:p>
          </p:txBody>
        </p:sp>
        <p:pic>
          <p:nvPicPr>
            <p:cNvPr id="160" name="Picture 4" descr="RECPDCL - Apps on Google Play">
              <a:extLst>
                <a:ext uri="{FF2B5EF4-FFF2-40B4-BE49-F238E27FC236}">
                  <a16:creationId xmlns:a16="http://schemas.microsoft.com/office/drawing/2014/main" id="{C1DC0813-2D09-490C-8376-CB15D53028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1907" y="370656"/>
              <a:ext cx="417562" cy="386199"/>
            </a:xfrm>
            <a:prstGeom prst="flowChartConnector">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162" name="Group 161">
            <a:extLst>
              <a:ext uri="{FF2B5EF4-FFF2-40B4-BE49-F238E27FC236}">
                <a16:creationId xmlns:a16="http://schemas.microsoft.com/office/drawing/2014/main" id="{EDF1E59F-EF36-4C8B-AEB7-7B9B5D53FA7A}"/>
              </a:ext>
            </a:extLst>
          </p:cNvPr>
          <p:cNvGrpSpPr/>
          <p:nvPr/>
        </p:nvGrpSpPr>
        <p:grpSpPr>
          <a:xfrm>
            <a:off x="9922950" y="2732555"/>
            <a:ext cx="2169728" cy="1853190"/>
            <a:chOff x="9907516" y="4645556"/>
            <a:chExt cx="2169728" cy="1853190"/>
          </a:xfrm>
        </p:grpSpPr>
        <p:sp>
          <p:nvSpPr>
            <p:cNvPr id="163" name="Rectangle: Rounded Corners 162">
              <a:extLst>
                <a:ext uri="{FF2B5EF4-FFF2-40B4-BE49-F238E27FC236}">
                  <a16:creationId xmlns:a16="http://schemas.microsoft.com/office/drawing/2014/main" id="{7F28C062-5AE9-476D-9F51-51DC8D89C429}"/>
                </a:ext>
              </a:extLst>
            </p:cNvPr>
            <p:cNvSpPr/>
            <p:nvPr/>
          </p:nvSpPr>
          <p:spPr bwMode="gray">
            <a:xfrm>
              <a:off x="10094925" y="4761386"/>
              <a:ext cx="1982319" cy="1737360"/>
            </a:xfrm>
            <a:prstGeom prst="roundRect">
              <a:avLst/>
            </a:prstGeom>
            <a:solidFill>
              <a:schemeClr val="accent3">
                <a:lumMod val="40000"/>
                <a:lumOff val="60000"/>
              </a:schemeClr>
            </a:solidFill>
            <a:ln w="19050" algn="ctr">
              <a:noFill/>
              <a:miter lim="800000"/>
              <a:headEnd/>
              <a:tailEnd/>
            </a:ln>
          </p:spPr>
          <p:txBody>
            <a:bodyPr wrap="square" lIns="182880" tIns="182880" rIns="88900" bIns="88900" rtlCol="0" anchor="ctr"/>
            <a:lstStyle/>
            <a:p>
              <a:pPr>
                <a:lnSpc>
                  <a:spcPct val="106000"/>
                </a:lnSpc>
                <a:buFont typeface="Wingdings 2" pitchFamily="18" charset="2"/>
                <a:buNone/>
              </a:pPr>
              <a:r>
                <a:rPr lang="en-US" sz="1000" dirty="0"/>
                <a:t>Working as consultants with Department of Power , West Bengal, monitoring progress of Smart Metering in state</a:t>
              </a:r>
            </a:p>
          </p:txBody>
        </p:sp>
        <p:pic>
          <p:nvPicPr>
            <p:cNvPr id="164" name="Picture 2" descr="Department of Technical Education &amp; Training, Government of West Bengal">
              <a:extLst>
                <a:ext uri="{FF2B5EF4-FFF2-40B4-BE49-F238E27FC236}">
                  <a16:creationId xmlns:a16="http://schemas.microsoft.com/office/drawing/2014/main" id="{4E10FF98-8F2F-4F09-A352-11205105D6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7516" y="4645556"/>
              <a:ext cx="466344" cy="496859"/>
            </a:xfrm>
            <a:prstGeom prst="flowChartConnector">
              <a:avLst/>
            </a:prstGeom>
            <a:noFill/>
            <a:extLst>
              <a:ext uri="{909E8E84-426E-40DD-AFC4-6F175D3DCCD1}">
                <a14:hiddenFill xmlns:a14="http://schemas.microsoft.com/office/drawing/2010/main">
                  <a:solidFill>
                    <a:srgbClr val="FFFFFF"/>
                  </a:solidFill>
                </a14:hiddenFill>
              </a:ext>
            </a:extLst>
          </p:spPr>
        </p:pic>
      </p:grpSp>
      <p:sp>
        <p:nvSpPr>
          <p:cNvPr id="2" name="TextBox 1">
            <a:extLst>
              <a:ext uri="{FF2B5EF4-FFF2-40B4-BE49-F238E27FC236}">
                <a16:creationId xmlns:a16="http://schemas.microsoft.com/office/drawing/2014/main" id="{7E80B7FA-CD01-1CE2-436D-7EC4E3FEE52B}"/>
              </a:ext>
            </a:extLst>
          </p:cNvPr>
          <p:cNvSpPr txBox="1"/>
          <p:nvPr/>
        </p:nvSpPr>
        <p:spPr>
          <a:xfrm>
            <a:off x="5833228" y="326988"/>
            <a:ext cx="1839779" cy="276999"/>
          </a:xfrm>
          <a:prstGeom prst="rect">
            <a:avLst/>
          </a:prstGeom>
          <a:solidFill>
            <a:srgbClr val="002060"/>
          </a:solidFill>
          <a:ln w="38100">
            <a:solidFill>
              <a:schemeClr val="bg1"/>
            </a:solidFill>
          </a:ln>
          <a:effectLst>
            <a:outerShdw blurRad="50800" dist="50800" dir="5400000" algn="ctr" rotWithShape="0">
              <a:srgbClr val="000000">
                <a:alpha val="54000"/>
              </a:srgbClr>
            </a:outerShdw>
          </a:effectLst>
        </p:spPr>
        <p:txBody>
          <a:bodyPr wrap="square" lIns="0" tIns="0" rIns="0" bIns="0" rtlCol="0">
            <a:spAutoFit/>
          </a:bodyPr>
          <a:lstStyle/>
          <a:p>
            <a:pPr>
              <a:spcBef>
                <a:spcPts val="600"/>
              </a:spcBef>
              <a:buSzPct val="100000"/>
            </a:pPr>
            <a:r>
              <a:rPr lang="en-US" dirty="0">
                <a:solidFill>
                  <a:schemeClr val="bg1"/>
                </a:solidFill>
              </a:rPr>
              <a:t>Deloitte</a:t>
            </a:r>
          </a:p>
        </p:txBody>
      </p:sp>
    </p:spTree>
    <p:extLst>
      <p:ext uri="{BB962C8B-B14F-4D97-AF65-F5344CB8AC3E}">
        <p14:creationId xmlns:p14="http://schemas.microsoft.com/office/powerpoint/2010/main" val="3887181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296339-19EE-45C4-92D1-711D1572140E}"/>
              </a:ext>
            </a:extLst>
          </p:cNvPr>
          <p:cNvSpPr>
            <a:spLocks noGrp="1"/>
          </p:cNvSpPr>
          <p:nvPr>
            <p:ph type="body" idx="1"/>
          </p:nvPr>
        </p:nvSpPr>
        <p:spPr/>
        <p:txBody>
          <a:bodyPr/>
          <a:lstStyle/>
          <a:p>
            <a:r>
              <a:rPr lang="en-US" dirty="0"/>
              <a:t>PMA Team</a:t>
            </a:r>
          </a:p>
        </p:txBody>
      </p:sp>
    </p:spTree>
    <p:extLst>
      <p:ext uri="{BB962C8B-B14F-4D97-AF65-F5344CB8AC3E}">
        <p14:creationId xmlns:p14="http://schemas.microsoft.com/office/powerpoint/2010/main" val="152953645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Object 40"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1" name="Object 40"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42" name="Rectangle 41"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2282" dirty="0">
              <a:solidFill>
                <a:prstClr val="white"/>
              </a:solidFill>
              <a:latin typeface="Verdana" panose="020B0604030504040204" pitchFamily="34" charset="0"/>
              <a:ea typeface="+mj-ea"/>
              <a:cs typeface="+mj-cs"/>
              <a:sym typeface="Verdana" panose="020B0604030504040204" pitchFamily="34" charset="0"/>
            </a:endParaRPr>
          </a:p>
        </p:txBody>
      </p:sp>
      <p:sp>
        <p:nvSpPr>
          <p:cNvPr id="40" name="Title 39"/>
          <p:cNvSpPr>
            <a:spLocks noGrp="1"/>
          </p:cNvSpPr>
          <p:nvPr>
            <p:ph type="title"/>
          </p:nvPr>
        </p:nvSpPr>
        <p:spPr/>
        <p:txBody>
          <a:bodyPr/>
          <a:lstStyle/>
          <a:p>
            <a:r>
              <a:rPr lang="en-US" b="1" dirty="0"/>
              <a:t>Our Proposed Team (1/2)</a:t>
            </a:r>
            <a:endParaRPr lang="en-IN" b="1" dirty="0"/>
          </a:p>
        </p:txBody>
      </p:sp>
      <p:sp>
        <p:nvSpPr>
          <p:cNvPr id="43" name="Text Placeholder 42"/>
          <p:cNvSpPr>
            <a:spLocks noGrp="1"/>
          </p:cNvSpPr>
          <p:nvPr>
            <p:ph type="body" sz="quarter" idx="13"/>
          </p:nvPr>
        </p:nvSpPr>
        <p:spPr>
          <a:xfrm>
            <a:off x="501872" y="723519"/>
            <a:ext cx="11161911" cy="390189"/>
          </a:xfrm>
        </p:spPr>
        <p:txBody>
          <a:bodyPr/>
          <a:lstStyle/>
          <a:p>
            <a:r>
              <a:rPr lang="en-US" sz="1814" dirty="0"/>
              <a:t>Our team poised to deliver value to APDCL</a:t>
            </a:r>
          </a:p>
        </p:txBody>
      </p:sp>
      <p:cxnSp>
        <p:nvCxnSpPr>
          <p:cNvPr id="28" name="Straight Connector 27"/>
          <p:cNvCxnSpPr/>
          <p:nvPr/>
        </p:nvCxnSpPr>
        <p:spPr>
          <a:xfrm>
            <a:off x="501870" y="4705526"/>
            <a:ext cx="11161911" cy="0"/>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30" name="Straight Connector 29"/>
          <p:cNvCxnSpPr/>
          <p:nvPr/>
        </p:nvCxnSpPr>
        <p:spPr>
          <a:xfrm>
            <a:off x="467866" y="3276149"/>
            <a:ext cx="11161911" cy="0"/>
          </a:xfrm>
          <a:prstGeom prst="line">
            <a:avLst/>
          </a:prstGeom>
          <a:ln/>
        </p:spPr>
        <p:style>
          <a:lnRef idx="2">
            <a:schemeClr val="accent6"/>
          </a:lnRef>
          <a:fillRef idx="0">
            <a:schemeClr val="accent6"/>
          </a:fillRef>
          <a:effectRef idx="1">
            <a:schemeClr val="accent6"/>
          </a:effectRef>
          <a:fontRef idx="minor">
            <a:schemeClr val="tx1"/>
          </a:fontRef>
        </p:style>
      </p:cxnSp>
      <p:pic>
        <p:nvPicPr>
          <p:cNvPr id="29" name="Picture 2" descr="Profile photo of Sayan Mitra">
            <a:extLst>
              <a:ext uri="{FF2B5EF4-FFF2-40B4-BE49-F238E27FC236}">
                <a16:creationId xmlns:a16="http://schemas.microsoft.com/office/drawing/2014/main" id="{51AC1C94-6138-48E7-B343-F00BD110C0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870" y="1847815"/>
            <a:ext cx="1191686" cy="136771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6">
            <a:extLst>
              <a:ext uri="{FF2B5EF4-FFF2-40B4-BE49-F238E27FC236}">
                <a16:creationId xmlns:a16="http://schemas.microsoft.com/office/drawing/2014/main" id="{DFAD91D7-15EE-4B9F-853D-2AAC5FECE04B}"/>
              </a:ext>
            </a:extLst>
          </p:cNvPr>
          <p:cNvGraphicFramePr>
            <a:graphicFrameLocks noGrp="1"/>
          </p:cNvGraphicFramePr>
          <p:nvPr>
            <p:extLst>
              <p:ext uri="{D42A27DB-BD31-4B8C-83A1-F6EECF244321}">
                <p14:modId xmlns:p14="http://schemas.microsoft.com/office/powerpoint/2010/main" val="1142985029"/>
              </p:ext>
            </p:extLst>
          </p:nvPr>
        </p:nvGraphicFramePr>
        <p:xfrm>
          <a:off x="501871" y="1173337"/>
          <a:ext cx="11161912" cy="612814"/>
        </p:xfrm>
        <a:graphic>
          <a:graphicData uri="http://schemas.openxmlformats.org/drawingml/2006/table">
            <a:tbl>
              <a:tblPr firstRow="1" bandRow="1">
                <a:tableStyleId>{7DF18680-E054-41AD-8BC1-D1AEF772440D}</a:tableStyleId>
              </a:tblPr>
              <a:tblGrid>
                <a:gridCol w="2527768">
                  <a:extLst>
                    <a:ext uri="{9D8B030D-6E8A-4147-A177-3AD203B41FA5}">
                      <a16:colId xmlns:a16="http://schemas.microsoft.com/office/drawing/2014/main" val="2976997479"/>
                    </a:ext>
                  </a:extLst>
                </a:gridCol>
                <a:gridCol w="1189821">
                  <a:extLst>
                    <a:ext uri="{9D8B030D-6E8A-4147-A177-3AD203B41FA5}">
                      <a16:colId xmlns:a16="http://schemas.microsoft.com/office/drawing/2014/main" val="2887636980"/>
                    </a:ext>
                  </a:extLst>
                </a:gridCol>
                <a:gridCol w="2236424">
                  <a:extLst>
                    <a:ext uri="{9D8B030D-6E8A-4147-A177-3AD203B41FA5}">
                      <a16:colId xmlns:a16="http://schemas.microsoft.com/office/drawing/2014/main" val="3296679660"/>
                    </a:ext>
                  </a:extLst>
                </a:gridCol>
                <a:gridCol w="1476261">
                  <a:extLst>
                    <a:ext uri="{9D8B030D-6E8A-4147-A177-3AD203B41FA5}">
                      <a16:colId xmlns:a16="http://schemas.microsoft.com/office/drawing/2014/main" val="2446184809"/>
                    </a:ext>
                  </a:extLst>
                </a:gridCol>
                <a:gridCol w="3731638">
                  <a:extLst>
                    <a:ext uri="{9D8B030D-6E8A-4147-A177-3AD203B41FA5}">
                      <a16:colId xmlns:a16="http://schemas.microsoft.com/office/drawing/2014/main" val="383554852"/>
                    </a:ext>
                  </a:extLst>
                </a:gridCol>
              </a:tblGrid>
              <a:tr h="612814">
                <a:tc>
                  <a:txBody>
                    <a:bodyPr/>
                    <a:lstStyle/>
                    <a:p>
                      <a:pPr algn="ctr"/>
                      <a:r>
                        <a:rPr lang="en-US" sz="1100" dirty="0"/>
                        <a:t>Our Proposed Team</a:t>
                      </a:r>
                    </a:p>
                  </a:txBody>
                  <a:tcPr anchor="ctr">
                    <a:solidFill>
                      <a:schemeClr val="accent5"/>
                    </a:solidFill>
                  </a:tcPr>
                </a:tc>
                <a:tc>
                  <a:txBody>
                    <a:bodyPr/>
                    <a:lstStyle/>
                    <a:p>
                      <a:pPr algn="ctr"/>
                      <a:r>
                        <a:rPr lang="en-US" sz="1100" dirty="0"/>
                        <a:t>Years of Experience</a:t>
                      </a:r>
                    </a:p>
                  </a:txBody>
                  <a:tcPr anchor="ctr">
                    <a:solidFill>
                      <a:schemeClr val="accent5"/>
                    </a:solidFill>
                  </a:tcPr>
                </a:tc>
                <a:tc>
                  <a:txBody>
                    <a:bodyPr/>
                    <a:lstStyle/>
                    <a:p>
                      <a:pPr algn="ctr"/>
                      <a:r>
                        <a:rPr lang="en-US" sz="1100" dirty="0"/>
                        <a:t>Key Areas of Expertise</a:t>
                      </a:r>
                    </a:p>
                  </a:txBody>
                  <a:tcPr anchor="ctr">
                    <a:solidFill>
                      <a:schemeClr val="accent5"/>
                    </a:solidFill>
                  </a:tcPr>
                </a:tc>
                <a:tc>
                  <a:txBody>
                    <a:bodyPr/>
                    <a:lstStyle/>
                    <a:p>
                      <a:pPr algn="ctr"/>
                      <a:r>
                        <a:rPr lang="en-US" sz="1050" dirty="0"/>
                        <a:t>Countries of Work Experience</a:t>
                      </a:r>
                    </a:p>
                  </a:txBody>
                  <a:tcPr anchor="ctr">
                    <a:solidFill>
                      <a:schemeClr val="accent5"/>
                    </a:solidFill>
                  </a:tcPr>
                </a:tc>
                <a:tc>
                  <a:txBody>
                    <a:bodyPr/>
                    <a:lstStyle/>
                    <a:p>
                      <a:pPr algn="ctr"/>
                      <a:r>
                        <a:rPr lang="en-US" sz="1100" dirty="0"/>
                        <a:t>Clients</a:t>
                      </a:r>
                    </a:p>
                  </a:txBody>
                  <a:tcPr anchor="ctr">
                    <a:solidFill>
                      <a:schemeClr val="accent5"/>
                    </a:solidFill>
                  </a:tcPr>
                </a:tc>
                <a:extLst>
                  <a:ext uri="{0D108BD9-81ED-4DB2-BD59-A6C34878D82A}">
                    <a16:rowId xmlns:a16="http://schemas.microsoft.com/office/drawing/2014/main" val="935670629"/>
                  </a:ext>
                </a:extLst>
              </a:tr>
            </a:tbl>
          </a:graphicData>
        </a:graphic>
      </p:graphicFrame>
      <p:graphicFrame>
        <p:nvGraphicFramePr>
          <p:cNvPr id="7" name="Table 7">
            <a:extLst>
              <a:ext uri="{FF2B5EF4-FFF2-40B4-BE49-F238E27FC236}">
                <a16:creationId xmlns:a16="http://schemas.microsoft.com/office/drawing/2014/main" id="{56BC1306-A145-41E6-9698-BFFF8D169A37}"/>
              </a:ext>
            </a:extLst>
          </p:cNvPr>
          <p:cNvGraphicFramePr>
            <a:graphicFrameLocks noGrp="1"/>
          </p:cNvGraphicFramePr>
          <p:nvPr>
            <p:extLst>
              <p:ext uri="{D42A27DB-BD31-4B8C-83A1-F6EECF244321}">
                <p14:modId xmlns:p14="http://schemas.microsoft.com/office/powerpoint/2010/main" val="3382474671"/>
              </p:ext>
            </p:extLst>
          </p:nvPr>
        </p:nvGraphicFramePr>
        <p:xfrm>
          <a:off x="1742172" y="1847815"/>
          <a:ext cx="9921611" cy="1371600"/>
        </p:xfrm>
        <a:graphic>
          <a:graphicData uri="http://schemas.openxmlformats.org/drawingml/2006/table">
            <a:tbl>
              <a:tblPr firstRow="1" bandRow="1">
                <a:tableStyleId>{7DF18680-E054-41AD-8BC1-D1AEF772440D}</a:tableStyleId>
              </a:tblPr>
              <a:tblGrid>
                <a:gridCol w="1280161">
                  <a:extLst>
                    <a:ext uri="{9D8B030D-6E8A-4147-A177-3AD203B41FA5}">
                      <a16:colId xmlns:a16="http://schemas.microsoft.com/office/drawing/2014/main" val="1587940386"/>
                    </a:ext>
                  </a:extLst>
                </a:gridCol>
                <a:gridCol w="1193532">
                  <a:extLst>
                    <a:ext uri="{9D8B030D-6E8A-4147-A177-3AD203B41FA5}">
                      <a16:colId xmlns:a16="http://schemas.microsoft.com/office/drawing/2014/main" val="1789863509"/>
                    </a:ext>
                  </a:extLst>
                </a:gridCol>
                <a:gridCol w="2242687">
                  <a:extLst>
                    <a:ext uri="{9D8B030D-6E8A-4147-A177-3AD203B41FA5}">
                      <a16:colId xmlns:a16="http://schemas.microsoft.com/office/drawing/2014/main" val="2361443471"/>
                    </a:ext>
                  </a:extLst>
                </a:gridCol>
                <a:gridCol w="1472665">
                  <a:extLst>
                    <a:ext uri="{9D8B030D-6E8A-4147-A177-3AD203B41FA5}">
                      <a16:colId xmlns:a16="http://schemas.microsoft.com/office/drawing/2014/main" val="2960949888"/>
                    </a:ext>
                  </a:extLst>
                </a:gridCol>
                <a:gridCol w="3732566">
                  <a:extLst>
                    <a:ext uri="{9D8B030D-6E8A-4147-A177-3AD203B41FA5}">
                      <a16:colId xmlns:a16="http://schemas.microsoft.com/office/drawing/2014/main" val="490665953"/>
                    </a:ext>
                  </a:extLst>
                </a:gridCol>
              </a:tblGrid>
              <a:tr h="1123048">
                <a:tc>
                  <a:txBody>
                    <a:bodyPr/>
                    <a:lstStyle/>
                    <a:p>
                      <a:pPr defTabSz="857540">
                        <a:lnSpc>
                          <a:spcPct val="106000"/>
                        </a:lnSpc>
                        <a:spcBef>
                          <a:spcPts val="544"/>
                        </a:spcBef>
                        <a:defRPr/>
                      </a:pPr>
                      <a:r>
                        <a:rPr lang="en-US" sz="1200" b="1" dirty="0">
                          <a:solidFill>
                            <a:prstClr val="black"/>
                          </a:solidFill>
                          <a:latin typeface="+mn-lt"/>
                        </a:rPr>
                        <a:t>Sayan Mitra</a:t>
                      </a:r>
                    </a:p>
                    <a:p>
                      <a:pPr algn="l"/>
                      <a:r>
                        <a:rPr lang="en-US" sz="1200" b="0" dirty="0">
                          <a:solidFill>
                            <a:schemeClr val="tx1"/>
                          </a:solidFill>
                        </a:rPr>
                        <a:t>Team Leader</a:t>
                      </a:r>
                    </a:p>
                  </a:txBody>
                  <a:tcPr anchor="ctr">
                    <a:solidFill>
                      <a:srgbClr val="9DD4CF"/>
                    </a:solidFill>
                  </a:tcPr>
                </a:tc>
                <a:tc>
                  <a:txBody>
                    <a:bodyPr/>
                    <a:lstStyle/>
                    <a:p>
                      <a:pPr algn="ctr"/>
                      <a:r>
                        <a:rPr lang="en-US" sz="1200" dirty="0">
                          <a:solidFill>
                            <a:schemeClr val="tx1"/>
                          </a:solidFill>
                        </a:rPr>
                        <a:t>18+</a:t>
                      </a:r>
                    </a:p>
                  </a:txBody>
                  <a:tcPr anchor="ctr">
                    <a:solidFill>
                      <a:srgbClr val="9DD4CF"/>
                    </a:solidFill>
                  </a:tcPr>
                </a:tc>
                <a:tc>
                  <a:txBody>
                    <a:bodyPr/>
                    <a:lstStyle/>
                    <a:p>
                      <a:r>
                        <a:rPr lang="en-US" sz="1200" dirty="0">
                          <a:solidFill>
                            <a:schemeClr val="tx1"/>
                          </a:solidFill>
                        </a:rPr>
                        <a:t>Smart Meter data management, MDMS implementation, IT Landscape Rationalization,  </a:t>
                      </a:r>
                    </a:p>
                  </a:txBody>
                  <a:tcPr anchor="ctr">
                    <a:solidFill>
                      <a:srgbClr val="9DD4CF"/>
                    </a:solidFill>
                  </a:tcPr>
                </a:tc>
                <a:tc>
                  <a:txBody>
                    <a:bodyPr/>
                    <a:lstStyle/>
                    <a:p>
                      <a:pPr algn="ctr"/>
                      <a:r>
                        <a:rPr lang="en-US" sz="1050" dirty="0">
                          <a:solidFill>
                            <a:schemeClr val="tx1"/>
                          </a:solidFill>
                        </a:rPr>
                        <a:t>India </a:t>
                      </a:r>
                    </a:p>
                    <a:p>
                      <a:pPr algn="ctr"/>
                      <a:r>
                        <a:rPr lang="en-US" sz="1050" dirty="0">
                          <a:solidFill>
                            <a:schemeClr val="tx1"/>
                          </a:solidFill>
                        </a:rPr>
                        <a:t>(Odisha, Meghalaya, Assam, WB, UP, Manipur, Gujrat), </a:t>
                      </a:r>
                    </a:p>
                    <a:p>
                      <a:pPr algn="ctr"/>
                      <a:r>
                        <a:rPr lang="en-US" sz="1050" dirty="0">
                          <a:solidFill>
                            <a:schemeClr val="tx1"/>
                          </a:solidFill>
                        </a:rPr>
                        <a:t>US clients from Offshore</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3074" name="Picture 2" descr="WBSEDCL Issue Tender For INSURANCE OF ROOFTOP SOLAR POWER PROJECT – EQ Mag  Pro – The Leading Solar Magazine In India">
            <a:extLst>
              <a:ext uri="{FF2B5EF4-FFF2-40B4-BE49-F238E27FC236}">
                <a16:creationId xmlns:a16="http://schemas.microsoft.com/office/drawing/2014/main" id="{53335559-CAFB-4493-AE25-EA9313D08F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55738" y="1910545"/>
            <a:ext cx="1086341" cy="7461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Umrangso Electrical Sub-Division,APDCL - Posts | Facebook">
            <a:extLst>
              <a:ext uri="{FF2B5EF4-FFF2-40B4-BE49-F238E27FC236}">
                <a16:creationId xmlns:a16="http://schemas.microsoft.com/office/drawing/2014/main" id="{5EC65707-F90A-483B-8CB8-9194F27D4EA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45687" y="1904719"/>
            <a:ext cx="1086341" cy="74153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GETCO Recruitment | GETCO Job Openings | GETCO Recruitment 2022 - Apply  Latest Job Openings on 01-07-2022">
            <a:extLst>
              <a:ext uri="{FF2B5EF4-FFF2-40B4-BE49-F238E27FC236}">
                <a16:creationId xmlns:a16="http://schemas.microsoft.com/office/drawing/2014/main" id="{CCCF169A-1421-4375-8B15-38A406C114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26757" y="1895889"/>
            <a:ext cx="931357" cy="760853"/>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Asian Development Bank - Wikipedia">
            <a:extLst>
              <a:ext uri="{FF2B5EF4-FFF2-40B4-BE49-F238E27FC236}">
                <a16:creationId xmlns:a16="http://schemas.microsoft.com/office/drawing/2014/main" id="{7CCEE82C-3DBA-4527-8A7A-7ACA23C1F21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45687" y="2683062"/>
            <a:ext cx="1102585" cy="479383"/>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DFID-logo » SAMPLES">
            <a:extLst>
              <a:ext uri="{FF2B5EF4-FFF2-40B4-BE49-F238E27FC236}">
                <a16:creationId xmlns:a16="http://schemas.microsoft.com/office/drawing/2014/main" id="{2D4231FD-9568-460B-8AB5-D2CBB3D961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98993" y="2683063"/>
            <a:ext cx="959121" cy="46454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3" name="Table 7">
            <a:extLst>
              <a:ext uri="{FF2B5EF4-FFF2-40B4-BE49-F238E27FC236}">
                <a16:creationId xmlns:a16="http://schemas.microsoft.com/office/drawing/2014/main" id="{76B8DA39-C6E7-4811-BC03-A35DE91307C1}"/>
              </a:ext>
            </a:extLst>
          </p:cNvPr>
          <p:cNvGraphicFramePr>
            <a:graphicFrameLocks noGrp="1"/>
          </p:cNvGraphicFramePr>
          <p:nvPr>
            <p:extLst>
              <p:ext uri="{D42A27DB-BD31-4B8C-83A1-F6EECF244321}">
                <p14:modId xmlns:p14="http://schemas.microsoft.com/office/powerpoint/2010/main" val="1324204801"/>
              </p:ext>
            </p:extLst>
          </p:nvPr>
        </p:nvGraphicFramePr>
        <p:xfrm>
          <a:off x="1742172" y="3337984"/>
          <a:ext cx="9921612" cy="1280160"/>
        </p:xfrm>
        <a:graphic>
          <a:graphicData uri="http://schemas.openxmlformats.org/drawingml/2006/table">
            <a:tbl>
              <a:tblPr firstRow="1" bandRow="1">
                <a:tableStyleId>{7DF18680-E054-41AD-8BC1-D1AEF772440D}</a:tableStyleId>
              </a:tblPr>
              <a:tblGrid>
                <a:gridCol w="1289786">
                  <a:extLst>
                    <a:ext uri="{9D8B030D-6E8A-4147-A177-3AD203B41FA5}">
                      <a16:colId xmlns:a16="http://schemas.microsoft.com/office/drawing/2014/main" val="1587940386"/>
                    </a:ext>
                  </a:extLst>
                </a:gridCol>
                <a:gridCol w="1203158">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82290">
                  <a:extLst>
                    <a:ext uri="{9D8B030D-6E8A-4147-A177-3AD203B41FA5}">
                      <a16:colId xmlns:a16="http://schemas.microsoft.com/office/drawing/2014/main" val="2960949888"/>
                    </a:ext>
                  </a:extLst>
                </a:gridCol>
                <a:gridCol w="3722942">
                  <a:extLst>
                    <a:ext uri="{9D8B030D-6E8A-4147-A177-3AD203B41FA5}">
                      <a16:colId xmlns:a16="http://schemas.microsoft.com/office/drawing/2014/main" val="490665953"/>
                    </a:ext>
                  </a:extLst>
                </a:gridCol>
              </a:tblGrid>
              <a:tr h="1280160">
                <a:tc>
                  <a:txBody>
                    <a:bodyPr/>
                    <a:lstStyle/>
                    <a:p>
                      <a:pPr defTabSz="857540">
                        <a:lnSpc>
                          <a:spcPct val="106000"/>
                        </a:lnSpc>
                        <a:spcBef>
                          <a:spcPts val="544"/>
                        </a:spcBef>
                        <a:defRPr/>
                      </a:pPr>
                      <a:r>
                        <a:rPr lang="en-US" sz="1200" b="1" dirty="0">
                          <a:solidFill>
                            <a:prstClr val="black"/>
                          </a:solidFill>
                          <a:latin typeface="+mn-lt"/>
                        </a:rPr>
                        <a:t>Vijay Kumar Kalagara</a:t>
                      </a:r>
                    </a:p>
                    <a:p>
                      <a:pPr algn="l"/>
                      <a:r>
                        <a:rPr lang="en-US" sz="1200" b="0" dirty="0">
                          <a:solidFill>
                            <a:schemeClr val="tx1"/>
                          </a:solidFill>
                        </a:rPr>
                        <a:t>MDM Expert</a:t>
                      </a:r>
                    </a:p>
                  </a:txBody>
                  <a:tcPr anchor="ctr">
                    <a:solidFill>
                      <a:srgbClr val="9DD4CF"/>
                    </a:solidFill>
                  </a:tcPr>
                </a:tc>
                <a:tc>
                  <a:txBody>
                    <a:bodyPr/>
                    <a:lstStyle/>
                    <a:p>
                      <a:pPr algn="ctr"/>
                      <a:r>
                        <a:rPr lang="en-US" sz="1200" dirty="0">
                          <a:solidFill>
                            <a:schemeClr val="tx1"/>
                          </a:solidFill>
                        </a:rPr>
                        <a:t>21+</a:t>
                      </a:r>
                    </a:p>
                  </a:txBody>
                  <a:tcPr anchor="ctr">
                    <a:solidFill>
                      <a:srgbClr val="9DD4CF"/>
                    </a:solidFill>
                  </a:tcPr>
                </a:tc>
                <a:tc>
                  <a:txBody>
                    <a:bodyPr/>
                    <a:lstStyle/>
                    <a:p>
                      <a:r>
                        <a:rPr lang="en-US" sz="1050" dirty="0">
                          <a:solidFill>
                            <a:schemeClr val="tx1"/>
                          </a:solidFill>
                        </a:rPr>
                        <a:t>Implemented CIS/CRM and MDM products, IT PMO- Bid Process Management, ICT projects, IT Consulting</a:t>
                      </a:r>
                    </a:p>
                  </a:txBody>
                  <a:tcPr anchor="ctr">
                    <a:solidFill>
                      <a:srgbClr val="9DD4CF"/>
                    </a:solidFill>
                  </a:tcPr>
                </a:tc>
                <a:tc>
                  <a:txBody>
                    <a:bodyPr/>
                    <a:lstStyle/>
                    <a:p>
                      <a:pPr algn="ctr"/>
                      <a:r>
                        <a:rPr lang="en-US" sz="1200" dirty="0">
                          <a:solidFill>
                            <a:schemeClr val="tx1"/>
                          </a:solidFill>
                        </a:rPr>
                        <a:t>India, USA, Afghanistan, Kyrgyzstan, Rwanda, Saudi Arabia, Thailand</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3092" name="Picture 20" descr="Jharkhand Bijli Vitran Nigam Limited - JBVNL | Facebook">
            <a:extLst>
              <a:ext uri="{FF2B5EF4-FFF2-40B4-BE49-F238E27FC236}">
                <a16:creationId xmlns:a16="http://schemas.microsoft.com/office/drawing/2014/main" id="{11AA9C88-49B3-41BE-9F5B-4CCF66ABBFD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92673" y="3384396"/>
            <a:ext cx="782322" cy="66299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8A32980-96D8-450F-AB61-98744ADF7F8A}"/>
              </a:ext>
            </a:extLst>
          </p:cNvPr>
          <p:cNvPicPr>
            <a:picLocks noChangeAspect="1"/>
          </p:cNvPicPr>
          <p:nvPr/>
        </p:nvPicPr>
        <p:blipFill>
          <a:blip r:embed="rId13"/>
          <a:stretch>
            <a:fillRect/>
          </a:stretch>
        </p:blipFill>
        <p:spPr>
          <a:xfrm>
            <a:off x="10809306" y="3339183"/>
            <a:ext cx="793257" cy="838614"/>
          </a:xfrm>
          <a:prstGeom prst="rect">
            <a:avLst/>
          </a:prstGeom>
        </p:spPr>
      </p:pic>
      <p:pic>
        <p:nvPicPr>
          <p:cNvPr id="3094" name="Picture 22">
            <a:extLst>
              <a:ext uri="{FF2B5EF4-FFF2-40B4-BE49-F238E27FC236}">
                <a16:creationId xmlns:a16="http://schemas.microsoft.com/office/drawing/2014/main" id="{59584DEB-F31C-4A6B-9B56-D1E998F4602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26757" y="4099079"/>
            <a:ext cx="1637505" cy="4671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4" name="Table 7">
            <a:extLst>
              <a:ext uri="{FF2B5EF4-FFF2-40B4-BE49-F238E27FC236}">
                <a16:creationId xmlns:a16="http://schemas.microsoft.com/office/drawing/2014/main" id="{EA1BD4C7-6066-4202-91C1-99F94F4EFBF1}"/>
              </a:ext>
            </a:extLst>
          </p:cNvPr>
          <p:cNvGraphicFramePr>
            <a:graphicFrameLocks noGrp="1"/>
          </p:cNvGraphicFramePr>
          <p:nvPr>
            <p:extLst>
              <p:ext uri="{D42A27DB-BD31-4B8C-83A1-F6EECF244321}">
                <p14:modId xmlns:p14="http://schemas.microsoft.com/office/powerpoint/2010/main" val="2878285904"/>
              </p:ext>
            </p:extLst>
          </p:nvPr>
        </p:nvGraphicFramePr>
        <p:xfrm>
          <a:off x="1742171" y="4800243"/>
          <a:ext cx="9921609" cy="1371600"/>
        </p:xfrm>
        <a:graphic>
          <a:graphicData uri="http://schemas.openxmlformats.org/drawingml/2006/table">
            <a:tbl>
              <a:tblPr firstRow="1" bandRow="1">
                <a:tableStyleId>{7DF18680-E054-41AD-8BC1-D1AEF772440D}</a:tableStyleId>
              </a:tblPr>
              <a:tblGrid>
                <a:gridCol w="1299412">
                  <a:extLst>
                    <a:ext uri="{9D8B030D-6E8A-4147-A177-3AD203B41FA5}">
                      <a16:colId xmlns:a16="http://schemas.microsoft.com/office/drawing/2014/main" val="1587940386"/>
                    </a:ext>
                  </a:extLst>
                </a:gridCol>
                <a:gridCol w="1212783">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63040">
                  <a:extLst>
                    <a:ext uri="{9D8B030D-6E8A-4147-A177-3AD203B41FA5}">
                      <a16:colId xmlns:a16="http://schemas.microsoft.com/office/drawing/2014/main" val="2960949888"/>
                    </a:ext>
                  </a:extLst>
                </a:gridCol>
                <a:gridCol w="3722938">
                  <a:extLst>
                    <a:ext uri="{9D8B030D-6E8A-4147-A177-3AD203B41FA5}">
                      <a16:colId xmlns:a16="http://schemas.microsoft.com/office/drawing/2014/main" val="490665953"/>
                    </a:ext>
                  </a:extLst>
                </a:gridCol>
              </a:tblGrid>
              <a:tr h="1280160">
                <a:tc>
                  <a:txBody>
                    <a:bodyPr/>
                    <a:lstStyle/>
                    <a:p>
                      <a:pPr defTabSz="857540">
                        <a:lnSpc>
                          <a:spcPct val="106000"/>
                        </a:lnSpc>
                        <a:spcBef>
                          <a:spcPts val="544"/>
                        </a:spcBef>
                        <a:defRPr/>
                      </a:pPr>
                      <a:r>
                        <a:rPr lang="en-US" sz="1200" b="1" dirty="0">
                          <a:solidFill>
                            <a:prstClr val="black"/>
                          </a:solidFill>
                          <a:latin typeface="+mn-lt"/>
                        </a:rPr>
                        <a:t>Dipak Mukherjee</a:t>
                      </a:r>
                    </a:p>
                    <a:p>
                      <a:pPr defTabSz="857540">
                        <a:lnSpc>
                          <a:spcPct val="106000"/>
                        </a:lnSpc>
                        <a:spcBef>
                          <a:spcPts val="544"/>
                        </a:spcBef>
                        <a:defRPr/>
                      </a:pPr>
                      <a:r>
                        <a:rPr lang="en-US" sz="1200" b="0" dirty="0">
                          <a:solidFill>
                            <a:prstClr val="black"/>
                          </a:solidFill>
                          <a:latin typeface="+mn-lt"/>
                        </a:rPr>
                        <a:t>Smart Metering Expert</a:t>
                      </a:r>
                    </a:p>
                    <a:p>
                      <a:pPr algn="ctr"/>
                      <a:endParaRPr lang="en-US" sz="1200" dirty="0">
                        <a:solidFill>
                          <a:schemeClr val="tx1"/>
                        </a:solidFill>
                      </a:endParaRPr>
                    </a:p>
                  </a:txBody>
                  <a:tcPr anchor="ctr">
                    <a:solidFill>
                      <a:srgbClr val="9DD4CF"/>
                    </a:solidFill>
                  </a:tcPr>
                </a:tc>
                <a:tc>
                  <a:txBody>
                    <a:bodyPr/>
                    <a:lstStyle/>
                    <a:p>
                      <a:pPr algn="ctr"/>
                      <a:r>
                        <a:rPr lang="en-US" sz="1200" dirty="0">
                          <a:solidFill>
                            <a:schemeClr val="tx1"/>
                          </a:solidFill>
                        </a:rPr>
                        <a:t>35+</a:t>
                      </a:r>
                    </a:p>
                  </a:txBody>
                  <a:tcPr anchor="ctr">
                    <a:solidFill>
                      <a:srgbClr val="9DD4CF"/>
                    </a:solidFill>
                  </a:tcPr>
                </a:tc>
                <a:tc>
                  <a:txBody>
                    <a:bodyPr/>
                    <a:lstStyle/>
                    <a:p>
                      <a:r>
                        <a:rPr lang="en-US" sz="1050" dirty="0">
                          <a:solidFill>
                            <a:schemeClr val="tx1"/>
                          </a:solidFill>
                        </a:rPr>
                        <a:t>Implemented Smart Grid Pilot project, meter testing, Strategic Integration panning, MIS reporting, Heading task force against meter theft, Transmission line management.</a:t>
                      </a:r>
                    </a:p>
                  </a:txBody>
                  <a:tcPr anchor="ctr">
                    <a:solidFill>
                      <a:srgbClr val="9DD4CF"/>
                    </a:solidFill>
                  </a:tcPr>
                </a:tc>
                <a:tc>
                  <a:txBody>
                    <a:bodyPr/>
                    <a:lstStyle/>
                    <a:p>
                      <a:pPr algn="ctr"/>
                      <a:r>
                        <a:rPr lang="en-US" sz="1200" dirty="0">
                          <a:solidFill>
                            <a:schemeClr val="tx1"/>
                          </a:solidFill>
                        </a:rPr>
                        <a:t>India (Northeast Region including Assam)  </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45" name="Picture 4" descr="Umrangso Electrical Sub-Division,APDCL - Posts | Facebook">
            <a:extLst>
              <a:ext uri="{FF2B5EF4-FFF2-40B4-BE49-F238E27FC236}">
                <a16:creationId xmlns:a16="http://schemas.microsoft.com/office/drawing/2014/main" id="{EE5412FC-5347-496D-8581-B412DBCEB7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6757" y="4952059"/>
            <a:ext cx="1664699" cy="101105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person with a mustache&#10;&#10;Description automatically generated with medium confidence">
            <a:extLst>
              <a:ext uri="{FF2B5EF4-FFF2-40B4-BE49-F238E27FC236}">
                <a16:creationId xmlns:a16="http://schemas.microsoft.com/office/drawing/2014/main" id="{9BEB42A3-5196-4B98-B0CA-B9C5937E7048}"/>
              </a:ext>
            </a:extLst>
          </p:cNvPr>
          <p:cNvPicPr>
            <a:picLocks noChangeAspect="1"/>
          </p:cNvPicPr>
          <p:nvPr/>
        </p:nvPicPr>
        <p:blipFill>
          <a:blip r:embed="rId15"/>
          <a:stretch>
            <a:fillRect/>
          </a:stretch>
        </p:blipFill>
        <p:spPr>
          <a:xfrm>
            <a:off x="501870" y="4810506"/>
            <a:ext cx="1191687" cy="1346434"/>
          </a:xfrm>
          <a:prstGeom prst="rect">
            <a:avLst/>
          </a:prstGeom>
        </p:spPr>
      </p:pic>
      <p:pic>
        <p:nvPicPr>
          <p:cNvPr id="3" name="Picture 3">
            <a:extLst>
              <a:ext uri="{FF2B5EF4-FFF2-40B4-BE49-F238E27FC236}">
                <a16:creationId xmlns:a16="http://schemas.microsoft.com/office/drawing/2014/main" id="{3F8488A7-F874-0CEE-01DD-C9AA4BF53EAE}"/>
              </a:ext>
            </a:extLst>
          </p:cNvPr>
          <p:cNvPicPr>
            <a:picLocks noChangeAspect="1"/>
          </p:cNvPicPr>
          <p:nvPr/>
        </p:nvPicPr>
        <p:blipFill>
          <a:blip r:embed="rId16"/>
          <a:stretch>
            <a:fillRect/>
          </a:stretch>
        </p:blipFill>
        <p:spPr>
          <a:xfrm>
            <a:off x="467866" y="3337975"/>
            <a:ext cx="1239377" cy="1261603"/>
          </a:xfrm>
          <a:prstGeom prst="rect">
            <a:avLst/>
          </a:prstGeom>
        </p:spPr>
      </p:pic>
      <p:cxnSp>
        <p:nvCxnSpPr>
          <p:cNvPr id="56" name="Straight Connector 55">
            <a:extLst>
              <a:ext uri="{FF2B5EF4-FFF2-40B4-BE49-F238E27FC236}">
                <a16:creationId xmlns:a16="http://schemas.microsoft.com/office/drawing/2014/main" id="{BDA1B051-770D-4DAC-8DC7-8A78B883CA6B}"/>
              </a:ext>
            </a:extLst>
          </p:cNvPr>
          <p:cNvCxnSpPr/>
          <p:nvPr/>
        </p:nvCxnSpPr>
        <p:spPr>
          <a:xfrm>
            <a:off x="467866" y="6258081"/>
            <a:ext cx="11161911" cy="0"/>
          </a:xfrm>
          <a:prstGeom prst="line">
            <a:avLst/>
          </a:prstGeom>
          <a:ln/>
        </p:spPr>
        <p:style>
          <a:lnRef idx="2">
            <a:schemeClr val="accent6"/>
          </a:lnRef>
          <a:fillRef idx="0">
            <a:schemeClr val="accent6"/>
          </a:fillRef>
          <a:effectRef idx="1">
            <a:schemeClr val="accent6"/>
          </a:effectRef>
          <a:fontRef idx="minor">
            <a:schemeClr val="tx1"/>
          </a:fontRef>
        </p:style>
      </p:cxnSp>
      <p:pic>
        <p:nvPicPr>
          <p:cNvPr id="4" name="Picture 4" descr="Logo&#10;&#10;Description automatically generated">
            <a:extLst>
              <a:ext uri="{FF2B5EF4-FFF2-40B4-BE49-F238E27FC236}">
                <a16:creationId xmlns:a16="http://schemas.microsoft.com/office/drawing/2014/main" id="{4A9FF542-8EE4-88E0-C308-D74791B6EF7A}"/>
              </a:ext>
            </a:extLst>
          </p:cNvPr>
          <p:cNvPicPr>
            <a:picLocks noChangeAspect="1"/>
          </p:cNvPicPr>
          <p:nvPr/>
        </p:nvPicPr>
        <p:blipFill>
          <a:blip r:embed="rId17"/>
          <a:stretch>
            <a:fillRect/>
          </a:stretch>
        </p:blipFill>
        <p:spPr>
          <a:xfrm>
            <a:off x="7962899" y="3359176"/>
            <a:ext cx="675579" cy="659941"/>
          </a:xfrm>
          <a:prstGeom prst="rect">
            <a:avLst/>
          </a:prstGeom>
        </p:spPr>
      </p:pic>
      <p:pic>
        <p:nvPicPr>
          <p:cNvPr id="5" name="Picture 5">
            <a:extLst>
              <a:ext uri="{FF2B5EF4-FFF2-40B4-BE49-F238E27FC236}">
                <a16:creationId xmlns:a16="http://schemas.microsoft.com/office/drawing/2014/main" id="{BFC3CFBC-595A-19EE-404A-4948F7003607}"/>
              </a:ext>
            </a:extLst>
          </p:cNvPr>
          <p:cNvPicPr>
            <a:picLocks noChangeAspect="1"/>
          </p:cNvPicPr>
          <p:nvPr/>
        </p:nvPicPr>
        <p:blipFill>
          <a:blip r:embed="rId18"/>
          <a:stretch>
            <a:fillRect/>
          </a:stretch>
        </p:blipFill>
        <p:spPr>
          <a:xfrm>
            <a:off x="10002609" y="4152020"/>
            <a:ext cx="1557566" cy="459015"/>
          </a:xfrm>
          <a:prstGeom prst="rect">
            <a:avLst/>
          </a:prstGeom>
        </p:spPr>
      </p:pic>
      <p:pic>
        <p:nvPicPr>
          <p:cNvPr id="6" name="Picture 7" descr="Logo, company name&#10;&#10;Description automatically generated">
            <a:extLst>
              <a:ext uri="{FF2B5EF4-FFF2-40B4-BE49-F238E27FC236}">
                <a16:creationId xmlns:a16="http://schemas.microsoft.com/office/drawing/2014/main" id="{896ED200-194A-67E5-9EB7-B9555C15E4BB}"/>
              </a:ext>
            </a:extLst>
          </p:cNvPr>
          <p:cNvPicPr>
            <a:picLocks noChangeAspect="1"/>
          </p:cNvPicPr>
          <p:nvPr/>
        </p:nvPicPr>
        <p:blipFill>
          <a:blip r:embed="rId19"/>
          <a:stretch>
            <a:fillRect/>
          </a:stretch>
        </p:blipFill>
        <p:spPr>
          <a:xfrm>
            <a:off x="8781368" y="3447397"/>
            <a:ext cx="1178833" cy="580119"/>
          </a:xfrm>
          <a:prstGeom prst="rect">
            <a:avLst/>
          </a:prstGeom>
        </p:spPr>
      </p:pic>
      <p:pic>
        <p:nvPicPr>
          <p:cNvPr id="134146" name="Picture 2" descr="Image result for Bharti Infratel Logo">
            <a:extLst>
              <a:ext uri="{FF2B5EF4-FFF2-40B4-BE49-F238E27FC236}">
                <a16:creationId xmlns:a16="http://schemas.microsoft.com/office/drawing/2014/main" id="{B6863992-6A17-431F-93BA-B00B43C7C4A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756372" y="4952059"/>
            <a:ext cx="1828800" cy="1011052"/>
          </a:xfrm>
          <a:prstGeom prst="rect">
            <a:avLst/>
          </a:prstGeom>
          <a:noFill/>
          <a:extLst>
            <a:ext uri="{909E8E84-426E-40DD-AFC4-6F175D3DCCD1}">
              <a14:hiddenFill xmlns:a14="http://schemas.microsoft.com/office/drawing/2010/main">
                <a:solidFill>
                  <a:srgbClr val="FFFFFF"/>
                </a:solidFill>
              </a14:hiddenFill>
            </a:ext>
          </a:extLst>
        </p:spPr>
      </p:pic>
      <p:pic>
        <p:nvPicPr>
          <p:cNvPr id="122882" name="Picture 2" descr="Madhya Pradesh Poorv Kshetra Vidyut Vitaran Company Ltd Reviews, , Satna -  56 Ratings - Justdial - page 3">
            <a:extLst>
              <a:ext uri="{FF2B5EF4-FFF2-40B4-BE49-F238E27FC236}">
                <a16:creationId xmlns:a16="http://schemas.microsoft.com/office/drawing/2014/main" id="{CD28C6DB-A870-4E9D-980F-F5C673D5981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039493" y="2683063"/>
            <a:ext cx="1102585" cy="446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7434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Object 40"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1" name="Object 40"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42" name="Rectangle 41" hidden="1"/>
          <p:cNvSpPr/>
          <p:nvPr>
            <p:custDataLst>
              <p:tags r:id="rId2"/>
            </p:custDataLst>
          </p:nvPr>
        </p:nvSpPr>
        <p:spPr bwMode="gray">
          <a:xfrm>
            <a:off x="240" y="0"/>
            <a:ext cx="143955" cy="143955"/>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US" sz="2282" dirty="0">
              <a:solidFill>
                <a:prstClr val="white"/>
              </a:solidFill>
              <a:latin typeface="Verdana" panose="020B0604030504040204" pitchFamily="34" charset="0"/>
              <a:ea typeface="+mj-ea"/>
              <a:cs typeface="+mj-cs"/>
              <a:sym typeface="Verdana" panose="020B0604030504040204" pitchFamily="34" charset="0"/>
            </a:endParaRPr>
          </a:p>
        </p:txBody>
      </p:sp>
      <p:sp>
        <p:nvSpPr>
          <p:cNvPr id="40" name="Title 39"/>
          <p:cNvSpPr>
            <a:spLocks noGrp="1"/>
          </p:cNvSpPr>
          <p:nvPr>
            <p:ph type="title"/>
          </p:nvPr>
        </p:nvSpPr>
        <p:spPr/>
        <p:txBody>
          <a:bodyPr/>
          <a:lstStyle/>
          <a:p>
            <a:r>
              <a:rPr lang="en-US" b="1" dirty="0"/>
              <a:t>Our Proposed Team (2/2)</a:t>
            </a:r>
            <a:endParaRPr lang="en-IN" b="1" dirty="0"/>
          </a:p>
        </p:txBody>
      </p:sp>
      <p:sp>
        <p:nvSpPr>
          <p:cNvPr id="43" name="Text Placeholder 42"/>
          <p:cNvSpPr>
            <a:spLocks noGrp="1"/>
          </p:cNvSpPr>
          <p:nvPr>
            <p:ph type="body" sz="quarter" idx="13"/>
          </p:nvPr>
        </p:nvSpPr>
        <p:spPr>
          <a:xfrm>
            <a:off x="501870" y="723231"/>
            <a:ext cx="11161911" cy="390189"/>
          </a:xfrm>
        </p:spPr>
        <p:txBody>
          <a:bodyPr/>
          <a:lstStyle/>
          <a:p>
            <a:r>
              <a:rPr lang="en-US" sz="1814" dirty="0"/>
              <a:t>Our team poised to deliver value to APDCL</a:t>
            </a:r>
          </a:p>
        </p:txBody>
      </p:sp>
      <p:cxnSp>
        <p:nvCxnSpPr>
          <p:cNvPr id="23" name="Straight Connector 22"/>
          <p:cNvCxnSpPr/>
          <p:nvPr/>
        </p:nvCxnSpPr>
        <p:spPr>
          <a:xfrm>
            <a:off x="501872" y="5396326"/>
            <a:ext cx="11161911" cy="0"/>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28" name="Straight Connector 27"/>
          <p:cNvCxnSpPr/>
          <p:nvPr/>
        </p:nvCxnSpPr>
        <p:spPr>
          <a:xfrm>
            <a:off x="501870" y="4243658"/>
            <a:ext cx="11161911" cy="0"/>
          </a:xfrm>
          <a:prstGeom prst="line">
            <a:avLst/>
          </a:prstGeom>
          <a:ln/>
        </p:spPr>
        <p:style>
          <a:lnRef idx="2">
            <a:schemeClr val="accent6"/>
          </a:lnRef>
          <a:fillRef idx="0">
            <a:schemeClr val="accent6"/>
          </a:fillRef>
          <a:effectRef idx="1">
            <a:schemeClr val="accent6"/>
          </a:effectRef>
          <a:fontRef idx="minor">
            <a:schemeClr val="tx1"/>
          </a:fontRef>
        </p:style>
      </p:cxnSp>
      <p:graphicFrame>
        <p:nvGraphicFramePr>
          <p:cNvPr id="2" name="Table 6">
            <a:extLst>
              <a:ext uri="{FF2B5EF4-FFF2-40B4-BE49-F238E27FC236}">
                <a16:creationId xmlns:a16="http://schemas.microsoft.com/office/drawing/2014/main" id="{DFAD91D7-15EE-4B9F-853D-2AAC5FECE04B}"/>
              </a:ext>
            </a:extLst>
          </p:cNvPr>
          <p:cNvGraphicFramePr>
            <a:graphicFrameLocks noGrp="1"/>
          </p:cNvGraphicFramePr>
          <p:nvPr>
            <p:extLst>
              <p:ext uri="{D42A27DB-BD31-4B8C-83A1-F6EECF244321}">
                <p14:modId xmlns:p14="http://schemas.microsoft.com/office/powerpoint/2010/main" val="3692511544"/>
              </p:ext>
            </p:extLst>
          </p:nvPr>
        </p:nvGraphicFramePr>
        <p:xfrm>
          <a:off x="501871" y="1173337"/>
          <a:ext cx="11161912" cy="426720"/>
        </p:xfrm>
        <a:graphic>
          <a:graphicData uri="http://schemas.openxmlformats.org/drawingml/2006/table">
            <a:tbl>
              <a:tblPr firstRow="1" bandRow="1">
                <a:tableStyleId>{7DF18680-E054-41AD-8BC1-D1AEF772440D}</a:tableStyleId>
              </a:tblPr>
              <a:tblGrid>
                <a:gridCol w="2527768">
                  <a:extLst>
                    <a:ext uri="{9D8B030D-6E8A-4147-A177-3AD203B41FA5}">
                      <a16:colId xmlns:a16="http://schemas.microsoft.com/office/drawing/2014/main" val="2976997479"/>
                    </a:ext>
                  </a:extLst>
                </a:gridCol>
                <a:gridCol w="1189821">
                  <a:extLst>
                    <a:ext uri="{9D8B030D-6E8A-4147-A177-3AD203B41FA5}">
                      <a16:colId xmlns:a16="http://schemas.microsoft.com/office/drawing/2014/main" val="2887636980"/>
                    </a:ext>
                  </a:extLst>
                </a:gridCol>
                <a:gridCol w="2236424">
                  <a:extLst>
                    <a:ext uri="{9D8B030D-6E8A-4147-A177-3AD203B41FA5}">
                      <a16:colId xmlns:a16="http://schemas.microsoft.com/office/drawing/2014/main" val="3296679660"/>
                    </a:ext>
                  </a:extLst>
                </a:gridCol>
                <a:gridCol w="1476261">
                  <a:extLst>
                    <a:ext uri="{9D8B030D-6E8A-4147-A177-3AD203B41FA5}">
                      <a16:colId xmlns:a16="http://schemas.microsoft.com/office/drawing/2014/main" val="2446184809"/>
                    </a:ext>
                  </a:extLst>
                </a:gridCol>
                <a:gridCol w="3731638">
                  <a:extLst>
                    <a:ext uri="{9D8B030D-6E8A-4147-A177-3AD203B41FA5}">
                      <a16:colId xmlns:a16="http://schemas.microsoft.com/office/drawing/2014/main" val="383554852"/>
                    </a:ext>
                  </a:extLst>
                </a:gridCol>
              </a:tblGrid>
              <a:tr h="354413">
                <a:tc>
                  <a:txBody>
                    <a:bodyPr/>
                    <a:lstStyle/>
                    <a:p>
                      <a:pPr algn="ctr"/>
                      <a:r>
                        <a:rPr lang="en-US" sz="1100" dirty="0"/>
                        <a:t>Our Proposed Team</a:t>
                      </a:r>
                    </a:p>
                  </a:txBody>
                  <a:tcPr anchor="ctr">
                    <a:solidFill>
                      <a:schemeClr val="accent5"/>
                    </a:solidFill>
                  </a:tcPr>
                </a:tc>
                <a:tc>
                  <a:txBody>
                    <a:bodyPr/>
                    <a:lstStyle/>
                    <a:p>
                      <a:pPr algn="ctr"/>
                      <a:r>
                        <a:rPr lang="en-US" sz="1100" dirty="0"/>
                        <a:t>Years of Experience</a:t>
                      </a:r>
                    </a:p>
                  </a:txBody>
                  <a:tcPr anchor="ctr">
                    <a:solidFill>
                      <a:schemeClr val="accent5"/>
                    </a:solidFill>
                  </a:tcPr>
                </a:tc>
                <a:tc>
                  <a:txBody>
                    <a:bodyPr/>
                    <a:lstStyle/>
                    <a:p>
                      <a:pPr algn="ctr"/>
                      <a:r>
                        <a:rPr lang="en-US" sz="1100" dirty="0"/>
                        <a:t>Key Areas of Expertise</a:t>
                      </a:r>
                    </a:p>
                  </a:txBody>
                  <a:tcPr anchor="ctr">
                    <a:solidFill>
                      <a:schemeClr val="accent5"/>
                    </a:solidFill>
                  </a:tcPr>
                </a:tc>
                <a:tc>
                  <a:txBody>
                    <a:bodyPr/>
                    <a:lstStyle/>
                    <a:p>
                      <a:pPr algn="ctr"/>
                      <a:r>
                        <a:rPr lang="en-US" sz="1050" dirty="0"/>
                        <a:t>Countries of Work Experience</a:t>
                      </a:r>
                    </a:p>
                  </a:txBody>
                  <a:tcPr anchor="ctr">
                    <a:solidFill>
                      <a:schemeClr val="accent5"/>
                    </a:solidFill>
                  </a:tcPr>
                </a:tc>
                <a:tc>
                  <a:txBody>
                    <a:bodyPr/>
                    <a:lstStyle/>
                    <a:p>
                      <a:pPr algn="ctr"/>
                      <a:r>
                        <a:rPr lang="en-US" sz="1100" dirty="0"/>
                        <a:t>Clients</a:t>
                      </a:r>
                    </a:p>
                  </a:txBody>
                  <a:tcPr anchor="ctr">
                    <a:solidFill>
                      <a:schemeClr val="accent5"/>
                    </a:solidFill>
                  </a:tcPr>
                </a:tc>
                <a:extLst>
                  <a:ext uri="{0D108BD9-81ED-4DB2-BD59-A6C34878D82A}">
                    <a16:rowId xmlns:a16="http://schemas.microsoft.com/office/drawing/2014/main" val="935670629"/>
                  </a:ext>
                </a:extLst>
              </a:tr>
            </a:tbl>
          </a:graphicData>
        </a:graphic>
      </p:graphicFrame>
      <p:graphicFrame>
        <p:nvGraphicFramePr>
          <p:cNvPr id="33" name="Table 7">
            <a:extLst>
              <a:ext uri="{FF2B5EF4-FFF2-40B4-BE49-F238E27FC236}">
                <a16:creationId xmlns:a16="http://schemas.microsoft.com/office/drawing/2014/main" id="{76B8DA39-C6E7-4811-BC03-A35DE91307C1}"/>
              </a:ext>
            </a:extLst>
          </p:cNvPr>
          <p:cNvGraphicFramePr>
            <a:graphicFrameLocks noGrp="1"/>
          </p:cNvGraphicFramePr>
          <p:nvPr>
            <p:extLst>
              <p:ext uri="{D42A27DB-BD31-4B8C-83A1-F6EECF244321}">
                <p14:modId xmlns:p14="http://schemas.microsoft.com/office/powerpoint/2010/main" val="4049664596"/>
              </p:ext>
            </p:extLst>
          </p:nvPr>
        </p:nvGraphicFramePr>
        <p:xfrm>
          <a:off x="1742172" y="1604195"/>
          <a:ext cx="9921612" cy="1179184"/>
        </p:xfrm>
        <a:graphic>
          <a:graphicData uri="http://schemas.openxmlformats.org/drawingml/2006/table">
            <a:tbl>
              <a:tblPr firstRow="1" bandRow="1">
                <a:tableStyleId>{7DF18680-E054-41AD-8BC1-D1AEF772440D}</a:tableStyleId>
              </a:tblPr>
              <a:tblGrid>
                <a:gridCol w="1289786">
                  <a:extLst>
                    <a:ext uri="{9D8B030D-6E8A-4147-A177-3AD203B41FA5}">
                      <a16:colId xmlns:a16="http://schemas.microsoft.com/office/drawing/2014/main" val="1587940386"/>
                    </a:ext>
                  </a:extLst>
                </a:gridCol>
                <a:gridCol w="1203158">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82290">
                  <a:extLst>
                    <a:ext uri="{9D8B030D-6E8A-4147-A177-3AD203B41FA5}">
                      <a16:colId xmlns:a16="http://schemas.microsoft.com/office/drawing/2014/main" val="2960949888"/>
                    </a:ext>
                  </a:extLst>
                </a:gridCol>
                <a:gridCol w="3722942">
                  <a:extLst>
                    <a:ext uri="{9D8B030D-6E8A-4147-A177-3AD203B41FA5}">
                      <a16:colId xmlns:a16="http://schemas.microsoft.com/office/drawing/2014/main" val="490665953"/>
                    </a:ext>
                  </a:extLst>
                </a:gridCol>
              </a:tblGrid>
              <a:tr h="1179184">
                <a:tc>
                  <a:txBody>
                    <a:bodyPr/>
                    <a:lstStyle/>
                    <a:p>
                      <a:pPr defTabSz="857540">
                        <a:lnSpc>
                          <a:spcPct val="106000"/>
                        </a:lnSpc>
                        <a:spcBef>
                          <a:spcPts val="544"/>
                        </a:spcBef>
                        <a:defRPr/>
                      </a:pPr>
                      <a:r>
                        <a:rPr lang="en-US" sz="1200" b="1" dirty="0">
                          <a:solidFill>
                            <a:prstClr val="black"/>
                          </a:solidFill>
                          <a:latin typeface="+mn-lt"/>
                        </a:rPr>
                        <a:t>Somsankar Bose</a:t>
                      </a:r>
                    </a:p>
                    <a:p>
                      <a:pPr defTabSz="857540">
                        <a:lnSpc>
                          <a:spcPct val="106000"/>
                        </a:lnSpc>
                        <a:spcBef>
                          <a:spcPts val="544"/>
                        </a:spcBef>
                        <a:defRPr/>
                      </a:pPr>
                      <a:r>
                        <a:rPr lang="en-US" sz="1200" b="0" dirty="0">
                          <a:solidFill>
                            <a:prstClr val="black"/>
                          </a:solidFill>
                          <a:latin typeface="+mn-lt"/>
                        </a:rPr>
                        <a:t>HES Expert</a:t>
                      </a:r>
                    </a:p>
                  </a:txBody>
                  <a:tcPr anchor="ctr">
                    <a:solidFill>
                      <a:srgbClr val="9DD4CF"/>
                    </a:solidFill>
                  </a:tcPr>
                </a:tc>
                <a:tc>
                  <a:txBody>
                    <a:bodyPr/>
                    <a:lstStyle/>
                    <a:p>
                      <a:pPr algn="ctr"/>
                      <a:r>
                        <a:rPr lang="en-US" sz="1200" dirty="0">
                          <a:solidFill>
                            <a:schemeClr val="tx1"/>
                          </a:solidFill>
                        </a:rPr>
                        <a:t>38+</a:t>
                      </a:r>
                    </a:p>
                  </a:txBody>
                  <a:tcPr anchor="ctr">
                    <a:solidFill>
                      <a:srgbClr val="9DD4CF"/>
                    </a:solidFill>
                  </a:tcPr>
                </a:tc>
                <a:tc>
                  <a:txBody>
                    <a:bodyPr/>
                    <a:lstStyle/>
                    <a:p>
                      <a:r>
                        <a:rPr lang="en-US" sz="1050" dirty="0">
                          <a:solidFill>
                            <a:schemeClr val="tx1"/>
                          </a:solidFill>
                        </a:rPr>
                        <a:t>Architecture design for AMI including MDMS and HES, vendor selection, technology selection, Business Intelligence</a:t>
                      </a:r>
                    </a:p>
                  </a:txBody>
                  <a:tcPr anchor="ctr">
                    <a:solidFill>
                      <a:srgbClr val="9DD4CF"/>
                    </a:solidFill>
                  </a:tcPr>
                </a:tc>
                <a:tc>
                  <a:txBody>
                    <a:bodyPr/>
                    <a:lstStyle/>
                    <a:p>
                      <a:pPr algn="ctr"/>
                      <a:r>
                        <a:rPr lang="en-US" sz="1100" dirty="0">
                          <a:solidFill>
                            <a:schemeClr val="tx1"/>
                          </a:solidFill>
                        </a:rPr>
                        <a:t>India, Nepal, Ghana, Nigeria, RMI, Bangladesh, FSM</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graphicFrame>
        <p:nvGraphicFramePr>
          <p:cNvPr id="44" name="Table 7">
            <a:extLst>
              <a:ext uri="{FF2B5EF4-FFF2-40B4-BE49-F238E27FC236}">
                <a16:creationId xmlns:a16="http://schemas.microsoft.com/office/drawing/2014/main" id="{EA1BD4C7-6066-4202-91C1-99F94F4EFBF1}"/>
              </a:ext>
            </a:extLst>
          </p:cNvPr>
          <p:cNvGraphicFramePr>
            <a:graphicFrameLocks noGrp="1"/>
          </p:cNvGraphicFramePr>
          <p:nvPr>
            <p:extLst>
              <p:ext uri="{D42A27DB-BD31-4B8C-83A1-F6EECF244321}">
                <p14:modId xmlns:p14="http://schemas.microsoft.com/office/powerpoint/2010/main" val="271825365"/>
              </p:ext>
            </p:extLst>
          </p:nvPr>
        </p:nvGraphicFramePr>
        <p:xfrm>
          <a:off x="1742171" y="4307639"/>
          <a:ext cx="9921609" cy="1051560"/>
        </p:xfrm>
        <a:graphic>
          <a:graphicData uri="http://schemas.openxmlformats.org/drawingml/2006/table">
            <a:tbl>
              <a:tblPr firstRow="1" bandRow="1">
                <a:tableStyleId>{7DF18680-E054-41AD-8BC1-D1AEF772440D}</a:tableStyleId>
              </a:tblPr>
              <a:tblGrid>
                <a:gridCol w="1299412">
                  <a:extLst>
                    <a:ext uri="{9D8B030D-6E8A-4147-A177-3AD203B41FA5}">
                      <a16:colId xmlns:a16="http://schemas.microsoft.com/office/drawing/2014/main" val="1587940386"/>
                    </a:ext>
                  </a:extLst>
                </a:gridCol>
                <a:gridCol w="1212783">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63040">
                  <a:extLst>
                    <a:ext uri="{9D8B030D-6E8A-4147-A177-3AD203B41FA5}">
                      <a16:colId xmlns:a16="http://schemas.microsoft.com/office/drawing/2014/main" val="2960949888"/>
                    </a:ext>
                  </a:extLst>
                </a:gridCol>
                <a:gridCol w="3722938">
                  <a:extLst>
                    <a:ext uri="{9D8B030D-6E8A-4147-A177-3AD203B41FA5}">
                      <a16:colId xmlns:a16="http://schemas.microsoft.com/office/drawing/2014/main" val="490665953"/>
                    </a:ext>
                  </a:extLst>
                </a:gridCol>
              </a:tblGrid>
              <a:tr h="799589">
                <a:tc>
                  <a:txBody>
                    <a:bodyPr/>
                    <a:lstStyle/>
                    <a:p>
                      <a:pPr defTabSz="857540">
                        <a:lnSpc>
                          <a:spcPct val="106000"/>
                        </a:lnSpc>
                        <a:spcBef>
                          <a:spcPts val="544"/>
                        </a:spcBef>
                        <a:defRPr/>
                      </a:pPr>
                      <a:r>
                        <a:rPr lang="en-US" sz="1200" b="1" dirty="0">
                          <a:solidFill>
                            <a:prstClr val="black"/>
                          </a:solidFill>
                          <a:latin typeface="+mn-lt"/>
                        </a:rPr>
                        <a:t>Rohit Sood</a:t>
                      </a:r>
                    </a:p>
                    <a:p>
                      <a:pPr algn="l"/>
                      <a:r>
                        <a:rPr lang="en-US" sz="1200" b="0" dirty="0">
                          <a:solidFill>
                            <a:schemeClr val="tx1"/>
                          </a:solidFill>
                        </a:rPr>
                        <a:t>Cloud Expert</a:t>
                      </a:r>
                    </a:p>
                  </a:txBody>
                  <a:tcPr anchor="ctr">
                    <a:solidFill>
                      <a:srgbClr val="9DD4CF"/>
                    </a:solidFill>
                  </a:tcPr>
                </a:tc>
                <a:tc>
                  <a:txBody>
                    <a:bodyPr/>
                    <a:lstStyle/>
                    <a:p>
                      <a:pPr algn="ctr"/>
                      <a:r>
                        <a:rPr lang="en-US" sz="1200" dirty="0">
                          <a:solidFill>
                            <a:schemeClr val="tx1"/>
                          </a:solidFill>
                        </a:rPr>
                        <a:t>12+</a:t>
                      </a:r>
                    </a:p>
                  </a:txBody>
                  <a:tcPr anchor="ctr">
                    <a:solidFill>
                      <a:srgbClr val="9DD4CF"/>
                    </a:solidFill>
                  </a:tcPr>
                </a:tc>
                <a:tc>
                  <a:txBody>
                    <a:bodyPr/>
                    <a:lstStyle/>
                    <a:p>
                      <a:r>
                        <a:rPr lang="en-US" sz="1050" dirty="0">
                          <a:solidFill>
                            <a:schemeClr val="tx1"/>
                          </a:solidFill>
                        </a:rPr>
                        <a:t>IT Infrastructure, PMS support, Program Management, IT Cost Rationalization, Cloud Management and Implementation</a:t>
                      </a:r>
                    </a:p>
                  </a:txBody>
                  <a:tcPr anchor="ctr">
                    <a:solidFill>
                      <a:srgbClr val="9DD4CF"/>
                    </a:solidFill>
                  </a:tcPr>
                </a:tc>
                <a:tc>
                  <a:txBody>
                    <a:bodyPr/>
                    <a:lstStyle/>
                    <a:p>
                      <a:pPr algn="ctr"/>
                      <a:r>
                        <a:rPr lang="en-US" sz="1200" dirty="0">
                          <a:solidFill>
                            <a:schemeClr val="tx1"/>
                          </a:solidFill>
                        </a:rPr>
                        <a:t>India</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5134" name="Picture 14" descr="CESC Limited - Wikipedia">
            <a:extLst>
              <a:ext uri="{FF2B5EF4-FFF2-40B4-BE49-F238E27FC236}">
                <a16:creationId xmlns:a16="http://schemas.microsoft.com/office/drawing/2014/main" id="{22DB8956-198F-4265-8EFC-12CCC105E7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4343" y="2173425"/>
            <a:ext cx="982138" cy="636041"/>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a:extLst>
              <a:ext uri="{FF2B5EF4-FFF2-40B4-BE49-F238E27FC236}">
                <a16:creationId xmlns:a16="http://schemas.microsoft.com/office/drawing/2014/main" id="{6D7585EA-E3F9-4766-99A3-C61914F500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36267" y="1633844"/>
            <a:ext cx="983328" cy="55250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0" descr="Asian Development Bank - Wikipedia">
            <a:extLst>
              <a:ext uri="{FF2B5EF4-FFF2-40B4-BE49-F238E27FC236}">
                <a16:creationId xmlns:a16="http://schemas.microsoft.com/office/drawing/2014/main" id="{D1955D12-864E-45DC-B9BE-15FBF775A9F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77280" y="1639775"/>
            <a:ext cx="756809" cy="57055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WBSEDCL Issue Tender For INSURANCE OF ROOFTOP SOLAR POWER PROJECT – EQ Mag  Pro – The Leading Solar Magazine In India">
            <a:extLst>
              <a:ext uri="{FF2B5EF4-FFF2-40B4-BE49-F238E27FC236}">
                <a16:creationId xmlns:a16="http://schemas.microsoft.com/office/drawing/2014/main" id="{B3916295-7B2A-4A48-9FE3-C3522A3C01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83597" y="1639774"/>
            <a:ext cx="917212" cy="556736"/>
          </a:xfrm>
          <a:prstGeom prst="rect">
            <a:avLst/>
          </a:prstGeom>
          <a:noFill/>
          <a:extLst>
            <a:ext uri="{909E8E84-426E-40DD-AFC4-6F175D3DCCD1}">
              <a14:hiddenFill xmlns:a14="http://schemas.microsoft.com/office/drawing/2010/main">
                <a:solidFill>
                  <a:srgbClr val="FFFFFF"/>
                </a:solidFill>
              </a14:hiddenFill>
            </a:ext>
          </a:extLst>
        </p:spPr>
      </p:pic>
      <p:pic>
        <p:nvPicPr>
          <p:cNvPr id="5140" name="Picture 20" descr="Nepal Electricity Authority ( NEA ) – Apps on Google Play">
            <a:extLst>
              <a:ext uri="{FF2B5EF4-FFF2-40B4-BE49-F238E27FC236}">
                <a16:creationId xmlns:a16="http://schemas.microsoft.com/office/drawing/2014/main" id="{C9E5924F-31F2-4215-A13A-016C24DB693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83597" y="2221919"/>
            <a:ext cx="908822" cy="49476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Power System Operation Corporation - Wikipedia">
            <a:extLst>
              <a:ext uri="{FF2B5EF4-FFF2-40B4-BE49-F238E27FC236}">
                <a16:creationId xmlns:a16="http://schemas.microsoft.com/office/drawing/2014/main" id="{83C3F685-60EA-4BF4-BD0C-F50085807F8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08939" y="4318145"/>
            <a:ext cx="936681" cy="9924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4B954F84-4D57-4EA8-98F5-A702967F1E73}"/>
              </a:ext>
            </a:extLst>
          </p:cNvPr>
          <p:cNvPicPr>
            <a:picLocks noChangeAspect="1"/>
          </p:cNvPicPr>
          <p:nvPr/>
        </p:nvPicPr>
        <p:blipFill>
          <a:blip r:embed="rId12"/>
          <a:stretch>
            <a:fillRect/>
          </a:stretch>
        </p:blipFill>
        <p:spPr>
          <a:xfrm>
            <a:off x="7983268" y="4330967"/>
            <a:ext cx="1345148" cy="465863"/>
          </a:xfrm>
          <a:prstGeom prst="rect">
            <a:avLst/>
          </a:prstGeom>
        </p:spPr>
      </p:pic>
      <p:pic>
        <p:nvPicPr>
          <p:cNvPr id="5144" name="Picture 24" descr="Muthoot Finance Logo PNG Vector - FREE Vector Design - Cdr, Ai, EPS, PNG,  SVG">
            <a:extLst>
              <a:ext uri="{FF2B5EF4-FFF2-40B4-BE49-F238E27FC236}">
                <a16:creationId xmlns:a16="http://schemas.microsoft.com/office/drawing/2014/main" id="{82FF59F7-BFE0-4A51-9252-2911E074110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83267" y="4833419"/>
            <a:ext cx="1345149" cy="465863"/>
          </a:xfrm>
          <a:prstGeom prst="rect">
            <a:avLst/>
          </a:prstGeom>
          <a:noFill/>
          <a:extLst>
            <a:ext uri="{909E8E84-426E-40DD-AFC4-6F175D3DCCD1}">
              <a14:hiddenFill xmlns:a14="http://schemas.microsoft.com/office/drawing/2010/main">
                <a:solidFill>
                  <a:srgbClr val="FFFFFF"/>
                </a:solidFill>
              </a14:hiddenFill>
            </a:ext>
          </a:extLst>
        </p:spPr>
      </p:pic>
      <p:pic>
        <p:nvPicPr>
          <p:cNvPr id="5146" name="Picture 26" descr="Steel Authority of India - Wikipedia">
            <a:extLst>
              <a:ext uri="{FF2B5EF4-FFF2-40B4-BE49-F238E27FC236}">
                <a16:creationId xmlns:a16="http://schemas.microsoft.com/office/drawing/2014/main" id="{07A09520-CCA9-4C4B-9C74-7D510FD12A5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34089" y="4334030"/>
            <a:ext cx="936681" cy="98262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2" name="Table 7">
            <a:extLst>
              <a:ext uri="{FF2B5EF4-FFF2-40B4-BE49-F238E27FC236}">
                <a16:creationId xmlns:a16="http://schemas.microsoft.com/office/drawing/2014/main" id="{45165C82-DCF4-4D0B-82DA-0879616659E4}"/>
              </a:ext>
            </a:extLst>
          </p:cNvPr>
          <p:cNvGraphicFramePr>
            <a:graphicFrameLocks noGrp="1"/>
          </p:cNvGraphicFramePr>
          <p:nvPr>
            <p:extLst>
              <p:ext uri="{D42A27DB-BD31-4B8C-83A1-F6EECF244321}">
                <p14:modId xmlns:p14="http://schemas.microsoft.com/office/powerpoint/2010/main" val="3746990866"/>
              </p:ext>
            </p:extLst>
          </p:nvPr>
        </p:nvGraphicFramePr>
        <p:xfrm>
          <a:off x="1742171" y="5467568"/>
          <a:ext cx="9921609" cy="1034499"/>
        </p:xfrm>
        <a:graphic>
          <a:graphicData uri="http://schemas.openxmlformats.org/drawingml/2006/table">
            <a:tbl>
              <a:tblPr firstRow="1" bandRow="1">
                <a:tableStyleId>{7DF18680-E054-41AD-8BC1-D1AEF772440D}</a:tableStyleId>
              </a:tblPr>
              <a:tblGrid>
                <a:gridCol w="1299412">
                  <a:extLst>
                    <a:ext uri="{9D8B030D-6E8A-4147-A177-3AD203B41FA5}">
                      <a16:colId xmlns:a16="http://schemas.microsoft.com/office/drawing/2014/main" val="1587940386"/>
                    </a:ext>
                  </a:extLst>
                </a:gridCol>
                <a:gridCol w="1212783">
                  <a:extLst>
                    <a:ext uri="{9D8B030D-6E8A-4147-A177-3AD203B41FA5}">
                      <a16:colId xmlns:a16="http://schemas.microsoft.com/office/drawing/2014/main" val="1789863509"/>
                    </a:ext>
                  </a:extLst>
                </a:gridCol>
                <a:gridCol w="2223436">
                  <a:extLst>
                    <a:ext uri="{9D8B030D-6E8A-4147-A177-3AD203B41FA5}">
                      <a16:colId xmlns:a16="http://schemas.microsoft.com/office/drawing/2014/main" val="2361443471"/>
                    </a:ext>
                  </a:extLst>
                </a:gridCol>
                <a:gridCol w="1463040">
                  <a:extLst>
                    <a:ext uri="{9D8B030D-6E8A-4147-A177-3AD203B41FA5}">
                      <a16:colId xmlns:a16="http://schemas.microsoft.com/office/drawing/2014/main" val="2960949888"/>
                    </a:ext>
                  </a:extLst>
                </a:gridCol>
                <a:gridCol w="3722938">
                  <a:extLst>
                    <a:ext uri="{9D8B030D-6E8A-4147-A177-3AD203B41FA5}">
                      <a16:colId xmlns:a16="http://schemas.microsoft.com/office/drawing/2014/main" val="490665953"/>
                    </a:ext>
                  </a:extLst>
                </a:gridCol>
              </a:tblGrid>
              <a:tr h="1034499">
                <a:tc>
                  <a:txBody>
                    <a:bodyPr/>
                    <a:lstStyle/>
                    <a:p>
                      <a:pPr defTabSz="857540">
                        <a:lnSpc>
                          <a:spcPct val="106000"/>
                        </a:lnSpc>
                        <a:spcBef>
                          <a:spcPts val="544"/>
                        </a:spcBef>
                        <a:defRPr/>
                      </a:pPr>
                      <a:r>
                        <a:rPr lang="en-US" sz="1200" b="1" dirty="0">
                          <a:solidFill>
                            <a:prstClr val="black"/>
                          </a:solidFill>
                          <a:latin typeface="+mn-lt"/>
                        </a:rPr>
                        <a:t>Harshita Lal</a:t>
                      </a:r>
                    </a:p>
                    <a:p>
                      <a:pPr algn="l"/>
                      <a:r>
                        <a:rPr lang="en-US" sz="1200" b="0" dirty="0">
                          <a:solidFill>
                            <a:schemeClr val="tx1"/>
                          </a:solidFill>
                        </a:rPr>
                        <a:t>Cyber Security Expert</a:t>
                      </a:r>
                    </a:p>
                  </a:txBody>
                  <a:tcPr anchor="ctr">
                    <a:solidFill>
                      <a:srgbClr val="9DD4CF"/>
                    </a:solidFill>
                  </a:tcPr>
                </a:tc>
                <a:tc>
                  <a:txBody>
                    <a:bodyPr/>
                    <a:lstStyle/>
                    <a:p>
                      <a:pPr algn="ctr"/>
                      <a:r>
                        <a:rPr lang="en-US" sz="1200" dirty="0">
                          <a:solidFill>
                            <a:schemeClr val="tx1"/>
                          </a:solidFill>
                        </a:rPr>
                        <a:t>5+</a:t>
                      </a:r>
                    </a:p>
                  </a:txBody>
                  <a:tcPr anchor="ctr">
                    <a:solidFill>
                      <a:srgbClr val="9DD4CF"/>
                    </a:solidFill>
                  </a:tcPr>
                </a:tc>
                <a:tc>
                  <a:txBody>
                    <a:bodyPr/>
                    <a:lstStyle/>
                    <a:p>
                      <a:r>
                        <a:rPr lang="en-US" sz="1050" dirty="0">
                          <a:solidFill>
                            <a:schemeClr val="tx1"/>
                          </a:solidFill>
                        </a:rPr>
                        <a:t>AMI security audit, NIST Cybersecurity Framework, AMI system Integrator, Smart Meter Cyber Security Expert</a:t>
                      </a:r>
                    </a:p>
                  </a:txBody>
                  <a:tcPr anchor="ctr">
                    <a:solidFill>
                      <a:srgbClr val="9DD4CF"/>
                    </a:solidFill>
                  </a:tcPr>
                </a:tc>
                <a:tc>
                  <a:txBody>
                    <a:bodyPr/>
                    <a:lstStyle/>
                    <a:p>
                      <a:pPr algn="ctr"/>
                      <a:r>
                        <a:rPr lang="en-US" sz="1200" dirty="0">
                          <a:solidFill>
                            <a:schemeClr val="tx1"/>
                          </a:solidFill>
                        </a:rPr>
                        <a:t>India (Delhi, Haryana, Uttar Pradesh)</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5148" name="Picture 28" descr="Home | Bosch in India">
            <a:extLst>
              <a:ext uri="{FF2B5EF4-FFF2-40B4-BE49-F238E27FC236}">
                <a16:creationId xmlns:a16="http://schemas.microsoft.com/office/drawing/2014/main" id="{96F5D0C4-0731-4162-B5CF-CFC85ACD992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83268" y="5499247"/>
            <a:ext cx="1355087" cy="9719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9045EF24-3A26-481D-8409-2003F4D636DA}"/>
              </a:ext>
            </a:extLst>
          </p:cNvPr>
          <p:cNvPicPr>
            <a:picLocks noChangeAspect="1"/>
          </p:cNvPicPr>
          <p:nvPr/>
        </p:nvPicPr>
        <p:blipFill>
          <a:blip r:embed="rId16"/>
          <a:stretch>
            <a:fillRect/>
          </a:stretch>
        </p:blipFill>
        <p:spPr>
          <a:xfrm>
            <a:off x="10865917" y="5547599"/>
            <a:ext cx="726503" cy="793566"/>
          </a:xfrm>
          <a:prstGeom prst="rect">
            <a:avLst/>
          </a:prstGeom>
        </p:spPr>
      </p:pic>
      <p:pic>
        <p:nvPicPr>
          <p:cNvPr id="22" name="Picture 21">
            <a:extLst>
              <a:ext uri="{FF2B5EF4-FFF2-40B4-BE49-F238E27FC236}">
                <a16:creationId xmlns:a16="http://schemas.microsoft.com/office/drawing/2014/main" id="{C7897AB6-94F9-42B3-A1D3-DC96B8311F46}"/>
              </a:ext>
            </a:extLst>
          </p:cNvPr>
          <p:cNvPicPr>
            <a:picLocks noChangeAspect="1"/>
          </p:cNvPicPr>
          <p:nvPr/>
        </p:nvPicPr>
        <p:blipFill>
          <a:blip r:embed="rId17"/>
          <a:stretch>
            <a:fillRect/>
          </a:stretch>
        </p:blipFill>
        <p:spPr>
          <a:xfrm>
            <a:off x="9408939" y="5560183"/>
            <a:ext cx="589308" cy="815465"/>
          </a:xfrm>
          <a:prstGeom prst="rect">
            <a:avLst/>
          </a:prstGeom>
        </p:spPr>
      </p:pic>
      <p:pic>
        <p:nvPicPr>
          <p:cNvPr id="5150" name="Picture 30" descr="NDMC">
            <a:extLst>
              <a:ext uri="{FF2B5EF4-FFF2-40B4-BE49-F238E27FC236}">
                <a16:creationId xmlns:a16="http://schemas.microsoft.com/office/drawing/2014/main" id="{7BDBA171-914C-422F-A677-A6FD8D7C1D0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68831" y="5547599"/>
            <a:ext cx="726502" cy="88375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Profile photo of Harshita Lal">
            <a:extLst>
              <a:ext uri="{FF2B5EF4-FFF2-40B4-BE49-F238E27FC236}">
                <a16:creationId xmlns:a16="http://schemas.microsoft.com/office/drawing/2014/main" id="{EC723261-A582-4979-8327-B51428AA746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6607" y="5465076"/>
            <a:ext cx="1134200" cy="1000500"/>
          </a:xfrm>
          <a:prstGeom prst="rect">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2" name="Picture 61">
            <a:extLst>
              <a:ext uri="{FF2B5EF4-FFF2-40B4-BE49-F238E27FC236}">
                <a16:creationId xmlns:a16="http://schemas.microsoft.com/office/drawing/2014/main" id="{101057C0-58D0-49EB-951C-B7D9CC10F426}"/>
              </a:ext>
            </a:extLst>
          </p:cNvPr>
          <p:cNvPicPr>
            <a:picLocks noChangeAspect="1"/>
          </p:cNvPicPr>
          <p:nvPr/>
        </p:nvPicPr>
        <p:blipFill>
          <a:blip r:embed="rId20"/>
          <a:stretch>
            <a:fillRect/>
          </a:stretch>
        </p:blipFill>
        <p:spPr>
          <a:xfrm>
            <a:off x="528217" y="1641640"/>
            <a:ext cx="1142590" cy="1120147"/>
          </a:xfrm>
          <a:prstGeom prst="rect">
            <a:avLst/>
          </a:prstGeom>
        </p:spPr>
      </p:pic>
      <p:pic>
        <p:nvPicPr>
          <p:cNvPr id="63" name="Picture 6">
            <a:extLst>
              <a:ext uri="{FF2B5EF4-FFF2-40B4-BE49-F238E27FC236}">
                <a16:creationId xmlns:a16="http://schemas.microsoft.com/office/drawing/2014/main" id="{293119CD-0A25-4104-9A14-5D6F1A5A90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8217" y="4328020"/>
            <a:ext cx="1142589" cy="984889"/>
          </a:xfrm>
          <a:prstGeom prst="rect">
            <a:avLst/>
          </a:prstGeom>
          <a:noFill/>
          <a:effectLst>
            <a:outerShdw blurRad="50800" dist="38100" dir="16200000"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64" name="Straight Connector 63">
            <a:extLst>
              <a:ext uri="{FF2B5EF4-FFF2-40B4-BE49-F238E27FC236}">
                <a16:creationId xmlns:a16="http://schemas.microsoft.com/office/drawing/2014/main" id="{5E1C892F-10CC-472B-93A5-566286B30472}"/>
              </a:ext>
            </a:extLst>
          </p:cNvPr>
          <p:cNvCxnSpPr/>
          <p:nvPr/>
        </p:nvCxnSpPr>
        <p:spPr>
          <a:xfrm>
            <a:off x="501872" y="2808788"/>
            <a:ext cx="11161911" cy="0"/>
          </a:xfrm>
          <a:prstGeom prst="line">
            <a:avLst/>
          </a:prstGeom>
          <a:ln/>
        </p:spPr>
        <p:style>
          <a:lnRef idx="2">
            <a:schemeClr val="accent6"/>
          </a:lnRef>
          <a:fillRef idx="0">
            <a:schemeClr val="accent6"/>
          </a:fillRef>
          <a:effectRef idx="1">
            <a:schemeClr val="accent6"/>
          </a:effectRef>
          <a:fontRef idx="minor">
            <a:schemeClr val="tx1"/>
          </a:fontRef>
        </p:style>
      </p:cxnSp>
      <p:graphicFrame>
        <p:nvGraphicFramePr>
          <p:cNvPr id="66" name="Table 7">
            <a:extLst>
              <a:ext uri="{FF2B5EF4-FFF2-40B4-BE49-F238E27FC236}">
                <a16:creationId xmlns:a16="http://schemas.microsoft.com/office/drawing/2014/main" id="{429ED90D-CD75-4E83-89A5-50CE66F1F333}"/>
              </a:ext>
            </a:extLst>
          </p:cNvPr>
          <p:cNvGraphicFramePr>
            <a:graphicFrameLocks noGrp="1"/>
          </p:cNvGraphicFramePr>
          <p:nvPr>
            <p:extLst>
              <p:ext uri="{D42A27DB-BD31-4B8C-83A1-F6EECF244321}">
                <p14:modId xmlns:p14="http://schemas.microsoft.com/office/powerpoint/2010/main" val="1376779209"/>
              </p:ext>
            </p:extLst>
          </p:nvPr>
        </p:nvGraphicFramePr>
        <p:xfrm>
          <a:off x="1733783" y="2899270"/>
          <a:ext cx="9921611" cy="1280408"/>
        </p:xfrm>
        <a:graphic>
          <a:graphicData uri="http://schemas.openxmlformats.org/drawingml/2006/table">
            <a:tbl>
              <a:tblPr firstRow="1" bandRow="1">
                <a:tableStyleId>{7DF18680-E054-41AD-8BC1-D1AEF772440D}</a:tableStyleId>
              </a:tblPr>
              <a:tblGrid>
                <a:gridCol w="1280161">
                  <a:extLst>
                    <a:ext uri="{9D8B030D-6E8A-4147-A177-3AD203B41FA5}">
                      <a16:colId xmlns:a16="http://schemas.microsoft.com/office/drawing/2014/main" val="1587940386"/>
                    </a:ext>
                  </a:extLst>
                </a:gridCol>
                <a:gridCol w="1193532">
                  <a:extLst>
                    <a:ext uri="{9D8B030D-6E8A-4147-A177-3AD203B41FA5}">
                      <a16:colId xmlns:a16="http://schemas.microsoft.com/office/drawing/2014/main" val="1789863509"/>
                    </a:ext>
                  </a:extLst>
                </a:gridCol>
                <a:gridCol w="2242687">
                  <a:extLst>
                    <a:ext uri="{9D8B030D-6E8A-4147-A177-3AD203B41FA5}">
                      <a16:colId xmlns:a16="http://schemas.microsoft.com/office/drawing/2014/main" val="2361443471"/>
                    </a:ext>
                  </a:extLst>
                </a:gridCol>
                <a:gridCol w="1472665">
                  <a:extLst>
                    <a:ext uri="{9D8B030D-6E8A-4147-A177-3AD203B41FA5}">
                      <a16:colId xmlns:a16="http://schemas.microsoft.com/office/drawing/2014/main" val="2960949888"/>
                    </a:ext>
                  </a:extLst>
                </a:gridCol>
                <a:gridCol w="3732566">
                  <a:extLst>
                    <a:ext uri="{9D8B030D-6E8A-4147-A177-3AD203B41FA5}">
                      <a16:colId xmlns:a16="http://schemas.microsoft.com/office/drawing/2014/main" val="490665953"/>
                    </a:ext>
                  </a:extLst>
                </a:gridCol>
              </a:tblGrid>
              <a:tr h="1280408">
                <a:tc>
                  <a:txBody>
                    <a:bodyPr/>
                    <a:lstStyle/>
                    <a:p>
                      <a:pPr defTabSz="857540">
                        <a:lnSpc>
                          <a:spcPct val="106000"/>
                        </a:lnSpc>
                        <a:spcBef>
                          <a:spcPts val="544"/>
                        </a:spcBef>
                        <a:defRPr/>
                      </a:pPr>
                      <a:r>
                        <a:rPr lang="en-US" sz="1200" b="1" dirty="0">
                          <a:solidFill>
                            <a:prstClr val="black"/>
                          </a:solidFill>
                          <a:latin typeface="+mn-lt"/>
                        </a:rPr>
                        <a:t>Tarun Kumar Sahu</a:t>
                      </a:r>
                    </a:p>
                    <a:p>
                      <a:pPr algn="l"/>
                      <a:r>
                        <a:rPr lang="en-US" sz="1200" b="0" dirty="0">
                          <a:solidFill>
                            <a:schemeClr val="tx1"/>
                          </a:solidFill>
                        </a:rPr>
                        <a:t>SI Expert</a:t>
                      </a:r>
                    </a:p>
                  </a:txBody>
                  <a:tcPr anchor="ctr">
                    <a:solidFill>
                      <a:srgbClr val="9DD4CF"/>
                    </a:solidFill>
                  </a:tcPr>
                </a:tc>
                <a:tc>
                  <a:txBody>
                    <a:bodyPr/>
                    <a:lstStyle/>
                    <a:p>
                      <a:pPr algn="ctr"/>
                      <a:r>
                        <a:rPr lang="en-US" sz="1200" dirty="0">
                          <a:solidFill>
                            <a:schemeClr val="tx1"/>
                          </a:solidFill>
                        </a:rPr>
                        <a:t>8+</a:t>
                      </a:r>
                    </a:p>
                  </a:txBody>
                  <a:tcPr anchor="ctr">
                    <a:solidFill>
                      <a:srgbClr val="9DD4CF"/>
                    </a:solidFill>
                  </a:tcPr>
                </a:tc>
                <a:tc>
                  <a:txBody>
                    <a:bodyPr/>
                    <a:lstStyle/>
                    <a:p>
                      <a:r>
                        <a:rPr lang="en-US" sz="1050" dirty="0">
                          <a:solidFill>
                            <a:schemeClr val="tx1"/>
                          </a:solidFill>
                        </a:rPr>
                        <a:t>Preparation of Analytics Roadmap, Program Management, Develop Smart online prepaid metering, </a:t>
                      </a:r>
                    </a:p>
                  </a:txBody>
                  <a:tcPr anchor="ctr">
                    <a:solidFill>
                      <a:srgbClr val="9DD4CF"/>
                    </a:solidFill>
                  </a:tcPr>
                </a:tc>
                <a:tc>
                  <a:txBody>
                    <a:bodyPr/>
                    <a:lstStyle/>
                    <a:p>
                      <a:pPr algn="ctr"/>
                      <a:r>
                        <a:rPr lang="en-US" sz="1100" dirty="0">
                          <a:solidFill>
                            <a:schemeClr val="tx1"/>
                          </a:solidFill>
                        </a:rPr>
                        <a:t>India</a:t>
                      </a:r>
                    </a:p>
                    <a:p>
                      <a:pPr algn="ctr"/>
                      <a:r>
                        <a:rPr lang="en-US" sz="1100" dirty="0">
                          <a:solidFill>
                            <a:schemeClr val="tx1"/>
                          </a:solidFill>
                        </a:rPr>
                        <a:t>(Jharkhand, Delhi, Rajasthan, HP, Odisha, MP, Maharashtra) Nepal</a:t>
                      </a:r>
                    </a:p>
                  </a:txBody>
                  <a:tcPr anchor="ctr">
                    <a:solidFill>
                      <a:srgbClr val="9DD4CF"/>
                    </a:solidFill>
                  </a:tcPr>
                </a:tc>
                <a:tc>
                  <a:txBody>
                    <a:bodyPr/>
                    <a:lstStyle/>
                    <a:p>
                      <a:endParaRPr lang="en-US" sz="1200" dirty="0">
                        <a:solidFill>
                          <a:schemeClr val="tx1"/>
                        </a:solidFill>
                      </a:endParaRPr>
                    </a:p>
                  </a:txBody>
                  <a:tcPr anchor="ctr">
                    <a:solidFill>
                      <a:srgbClr val="9DD4CF"/>
                    </a:solidFill>
                  </a:tcPr>
                </a:tc>
                <a:extLst>
                  <a:ext uri="{0D108BD9-81ED-4DB2-BD59-A6C34878D82A}">
                    <a16:rowId xmlns:a16="http://schemas.microsoft.com/office/drawing/2014/main" val="3014553693"/>
                  </a:ext>
                </a:extLst>
              </a:tr>
            </a:tbl>
          </a:graphicData>
        </a:graphic>
      </p:graphicFrame>
      <p:pic>
        <p:nvPicPr>
          <p:cNvPr id="67" name="Picture 20" descr="Jharkhand Bijli Vitran Nigam Limited - JBVNL | Facebook">
            <a:extLst>
              <a:ext uri="{FF2B5EF4-FFF2-40B4-BE49-F238E27FC236}">
                <a16:creationId xmlns:a16="http://schemas.microsoft.com/office/drawing/2014/main" id="{B4295708-EFE9-4A18-BC8C-2155EB33834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64527" y="2940711"/>
            <a:ext cx="782322" cy="662996"/>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67">
            <a:extLst>
              <a:ext uri="{FF2B5EF4-FFF2-40B4-BE49-F238E27FC236}">
                <a16:creationId xmlns:a16="http://schemas.microsoft.com/office/drawing/2014/main" id="{98D4F83C-F974-4114-84C6-635927B3EADB}"/>
              </a:ext>
            </a:extLst>
          </p:cNvPr>
          <p:cNvPicPr>
            <a:picLocks noChangeAspect="1"/>
          </p:cNvPicPr>
          <p:nvPr/>
        </p:nvPicPr>
        <p:blipFill>
          <a:blip r:embed="rId23"/>
          <a:stretch>
            <a:fillRect/>
          </a:stretch>
        </p:blipFill>
        <p:spPr>
          <a:xfrm>
            <a:off x="8867496" y="2957639"/>
            <a:ext cx="832350" cy="624250"/>
          </a:xfrm>
          <a:prstGeom prst="rect">
            <a:avLst/>
          </a:prstGeom>
        </p:spPr>
      </p:pic>
      <p:pic>
        <p:nvPicPr>
          <p:cNvPr id="69" name="Picture 6" descr="Power System Operation Corporation - Wikipedia">
            <a:extLst>
              <a:ext uri="{FF2B5EF4-FFF2-40B4-BE49-F238E27FC236}">
                <a16:creationId xmlns:a16="http://schemas.microsoft.com/office/drawing/2014/main" id="{1A5C3EA4-7FE8-4956-94CA-708A0575B35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16481" y="3048371"/>
            <a:ext cx="936681" cy="992447"/>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10" descr="JVVNL, Sikrai - Home | Facebook">
            <a:extLst>
              <a:ext uri="{FF2B5EF4-FFF2-40B4-BE49-F238E27FC236}">
                <a16:creationId xmlns:a16="http://schemas.microsoft.com/office/drawing/2014/main" id="{63623FB9-36E8-470E-B5AD-26C11A8C6567}"/>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256239" y="3631869"/>
            <a:ext cx="1156209" cy="475649"/>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12" descr="Nepal Electricity Authority ( NEA ) – Apps on Google Play">
            <a:extLst>
              <a:ext uri="{FF2B5EF4-FFF2-40B4-BE49-F238E27FC236}">
                <a16:creationId xmlns:a16="http://schemas.microsoft.com/office/drawing/2014/main" id="{6848EB06-6313-4F55-83D8-56F69B79BA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84093" y="3040194"/>
            <a:ext cx="816716" cy="101849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person in a suit&#10;&#10;Description automatically generated with low confidence">
            <a:extLst>
              <a:ext uri="{FF2B5EF4-FFF2-40B4-BE49-F238E27FC236}">
                <a16:creationId xmlns:a16="http://schemas.microsoft.com/office/drawing/2014/main" id="{2E47C1BD-60F1-4482-81C7-7EF20B1AC5FA}"/>
              </a:ext>
            </a:extLst>
          </p:cNvPr>
          <p:cNvPicPr>
            <a:picLocks noChangeAspect="1"/>
          </p:cNvPicPr>
          <p:nvPr/>
        </p:nvPicPr>
        <p:blipFill>
          <a:blip r:embed="rId25"/>
          <a:stretch>
            <a:fillRect/>
          </a:stretch>
        </p:blipFill>
        <p:spPr>
          <a:xfrm>
            <a:off x="536606" y="2905633"/>
            <a:ext cx="1143000" cy="1241180"/>
          </a:xfrm>
          <a:prstGeom prst="rect">
            <a:avLst/>
          </a:prstGeom>
        </p:spPr>
      </p:pic>
      <p:pic>
        <p:nvPicPr>
          <p:cNvPr id="38" name="Picture 4" descr="Umrangso Electrical Sub-Division,APDCL - Posts | Facebook">
            <a:extLst>
              <a:ext uri="{FF2B5EF4-FFF2-40B4-BE49-F238E27FC236}">
                <a16:creationId xmlns:a16="http://schemas.microsoft.com/office/drawing/2014/main" id="{172E31E9-EF82-4B11-9959-BCE8C5921A5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940723" y="1623384"/>
            <a:ext cx="866702" cy="556735"/>
          </a:xfrm>
          <a:prstGeom prst="rect">
            <a:avLst/>
          </a:prstGeom>
          <a:noFill/>
          <a:extLst>
            <a:ext uri="{909E8E84-426E-40DD-AFC4-6F175D3DCCD1}">
              <a14:hiddenFill xmlns:a14="http://schemas.microsoft.com/office/drawing/2010/main">
                <a:solidFill>
                  <a:srgbClr val="FFFFFF"/>
                </a:solidFill>
              </a14:hiddenFill>
            </a:ext>
          </a:extLst>
        </p:spPr>
      </p:pic>
      <p:pic>
        <p:nvPicPr>
          <p:cNvPr id="125955" name="Picture 3" descr="Meghalaya Power Distribution Corporation Limited">
            <a:extLst>
              <a:ext uri="{FF2B5EF4-FFF2-40B4-BE49-F238E27FC236}">
                <a16:creationId xmlns:a16="http://schemas.microsoft.com/office/drawing/2014/main" id="{2A9B2800-8DC5-47FC-AF1B-ED30C3AEE7DA}"/>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877279" y="2243510"/>
            <a:ext cx="756809" cy="45563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a:extLst>
              <a:ext uri="{FF2B5EF4-FFF2-40B4-BE49-F238E27FC236}">
                <a16:creationId xmlns:a16="http://schemas.microsoft.com/office/drawing/2014/main" id="{C2876EB5-430D-4BF1-A0DB-7EA3EE117C7A}"/>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937609" y="2243510"/>
            <a:ext cx="893620" cy="455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03597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6C1B41-02FD-584A-AC63-60E3A80FD66B}"/>
              </a:ext>
            </a:extLst>
          </p:cNvPr>
          <p:cNvSpPr>
            <a:spLocks noGrp="1"/>
          </p:cNvSpPr>
          <p:nvPr>
            <p:ph type="body" sz="quarter" idx="13"/>
          </p:nvPr>
        </p:nvSpPr>
        <p:spPr/>
        <p:txBody>
          <a:bodyPr/>
          <a:lstStyle/>
          <a:p>
            <a:r>
              <a:rPr lang="en-GB" sz="1050" dirty="0"/>
              <a:t> </a:t>
            </a:r>
          </a:p>
          <a:p>
            <a:r>
              <a:rPr lang="en-GB" sz="1050" dirty="0"/>
              <a:t>Deloitte refers to one or more of Deloitte Touche Tohmatsu Limited (“DTTL”), its global network of member firms, and their related entities (collectively, the “Deloitte organization”). DTTL (also referred to as “Deloitte Global”) and each of its member firms and related entities are legally separate and independent entities, which cannot obligate or bind each other in respect of third parties. DTTL and each DTTL member firm and related entity is liable only for its own acts and omissions, and not those of each other. DTTL does not provide services to clients. Please see </a:t>
            </a:r>
            <a:r>
              <a:rPr lang="en-GB" sz="1050" dirty="0">
                <a:hlinkClick r:id="rId2"/>
              </a:rPr>
              <a:t>www.deloitte.com/about</a:t>
            </a:r>
            <a:r>
              <a:rPr lang="en-GB" sz="1050" dirty="0"/>
              <a:t> to learn more.</a:t>
            </a:r>
          </a:p>
          <a:p>
            <a:endParaRPr lang="en-GB" sz="1050" dirty="0"/>
          </a:p>
          <a:p>
            <a:r>
              <a:rPr lang="en-GB" sz="1050" dirty="0"/>
              <a:t>© 2022. For information, contact Deloitte Touche Tohmatsu Limited.</a:t>
            </a:r>
          </a:p>
        </p:txBody>
      </p:sp>
      <p:sp>
        <p:nvSpPr>
          <p:cNvPr id="3" name="Picture Placeholder 2">
            <a:extLst>
              <a:ext uri="{FF2B5EF4-FFF2-40B4-BE49-F238E27FC236}">
                <a16:creationId xmlns:a16="http://schemas.microsoft.com/office/drawing/2014/main" id="{D802DC0D-1B96-EE45-B05F-41E7E53F007A}"/>
              </a:ext>
            </a:extLst>
          </p:cNvPr>
          <p:cNvSpPr>
            <a:spLocks noGrp="1"/>
          </p:cNvSpPr>
          <p:nvPr>
            <p:ph type="pic" sz="quarter" idx="14"/>
          </p:nvPr>
        </p:nvSpPr>
        <p:spPr/>
      </p:sp>
      <p:sp>
        <p:nvSpPr>
          <p:cNvPr id="4" name="Text Placeholder 3">
            <a:extLst>
              <a:ext uri="{FF2B5EF4-FFF2-40B4-BE49-F238E27FC236}">
                <a16:creationId xmlns:a16="http://schemas.microsoft.com/office/drawing/2014/main" id="{F27D9DDA-126F-3B49-9994-8C0D2F29211B}"/>
              </a:ext>
            </a:extLst>
          </p:cNvPr>
          <p:cNvSpPr>
            <a:spLocks noGrp="1"/>
          </p:cNvSpPr>
          <p:nvPr>
            <p:ph type="body" sz="quarter" idx="15"/>
          </p:nvPr>
        </p:nvSpPr>
        <p:spPr/>
        <p:txBody>
          <a:bodyPr/>
          <a:lstStyle/>
          <a:p>
            <a:endParaRPr lang="en-ES"/>
          </a:p>
        </p:txBody>
      </p:sp>
    </p:spTree>
    <p:extLst>
      <p:ext uri="{BB962C8B-B14F-4D97-AF65-F5344CB8AC3E}">
        <p14:creationId xmlns:p14="http://schemas.microsoft.com/office/powerpoint/2010/main" val="2239265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6003AB-AEA1-4B1C-8C21-D4000341C37D}"/>
              </a:ext>
            </a:extLst>
          </p:cNvPr>
          <p:cNvSpPr>
            <a:spLocks noGrp="1"/>
          </p:cNvSpPr>
          <p:nvPr>
            <p:ph type="body" idx="1"/>
          </p:nvPr>
        </p:nvSpPr>
        <p:spPr/>
        <p:txBody>
          <a:bodyPr/>
          <a:lstStyle/>
          <a:p>
            <a:r>
              <a:rPr lang="en-US" dirty="0"/>
              <a:t>Appendix</a:t>
            </a:r>
          </a:p>
        </p:txBody>
      </p:sp>
    </p:spTree>
    <p:extLst>
      <p:ext uri="{BB962C8B-B14F-4D97-AF65-F5344CB8AC3E}">
        <p14:creationId xmlns:p14="http://schemas.microsoft.com/office/powerpoint/2010/main" val="20131899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296339-19EE-45C4-92D1-711D1572140E}"/>
              </a:ext>
            </a:extLst>
          </p:cNvPr>
          <p:cNvSpPr>
            <a:spLocks noGrp="1"/>
          </p:cNvSpPr>
          <p:nvPr>
            <p:ph type="body" idx="1"/>
          </p:nvPr>
        </p:nvSpPr>
        <p:spPr/>
        <p:txBody>
          <a:bodyPr/>
          <a:lstStyle/>
          <a:p>
            <a:r>
              <a:rPr lang="en-US" dirty="0"/>
              <a:t>Why Smart Meter</a:t>
            </a:r>
          </a:p>
        </p:txBody>
      </p:sp>
    </p:spTree>
    <p:extLst>
      <p:ext uri="{BB962C8B-B14F-4D97-AF65-F5344CB8AC3E}">
        <p14:creationId xmlns:p14="http://schemas.microsoft.com/office/powerpoint/2010/main" val="263305351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Straight Connector 92">
            <a:extLst>
              <a:ext uri="{FF2B5EF4-FFF2-40B4-BE49-F238E27FC236}">
                <a16:creationId xmlns:a16="http://schemas.microsoft.com/office/drawing/2014/main" id="{00616407-01DD-4F7E-A234-DC9E2AC887B3}"/>
              </a:ext>
            </a:extLst>
          </p:cNvPr>
          <p:cNvCxnSpPr>
            <a:cxnSpLocks/>
          </p:cNvCxnSpPr>
          <p:nvPr/>
        </p:nvCxnSpPr>
        <p:spPr>
          <a:xfrm>
            <a:off x="216699" y="972378"/>
            <a:ext cx="35725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F5ED846-31EA-42B1-87CA-5AF9F3EB4F42}"/>
              </a:ext>
            </a:extLst>
          </p:cNvPr>
          <p:cNvSpPr>
            <a:spLocks noGrp="1"/>
          </p:cNvSpPr>
          <p:nvPr>
            <p:ph type="title"/>
          </p:nvPr>
        </p:nvSpPr>
        <p:spPr>
          <a:xfrm>
            <a:off x="342165" y="273953"/>
            <a:ext cx="11252200" cy="334102"/>
          </a:xfrm>
        </p:spPr>
        <p:txBody>
          <a:bodyPr anchor="t">
            <a:normAutofit/>
          </a:bodyPr>
          <a:lstStyle/>
          <a:p>
            <a:r>
              <a:rPr lang="en-US" b="1" dirty="0"/>
              <a:t>Brief Profile of APDCL</a:t>
            </a:r>
          </a:p>
        </p:txBody>
      </p:sp>
      <p:grpSp>
        <p:nvGrpSpPr>
          <p:cNvPr id="67" name="Group 66">
            <a:extLst>
              <a:ext uri="{FF2B5EF4-FFF2-40B4-BE49-F238E27FC236}">
                <a16:creationId xmlns:a16="http://schemas.microsoft.com/office/drawing/2014/main" id="{477E4DE9-FB9C-4138-B7D5-F1610B8EB18F}"/>
              </a:ext>
            </a:extLst>
          </p:cNvPr>
          <p:cNvGrpSpPr/>
          <p:nvPr/>
        </p:nvGrpSpPr>
        <p:grpSpPr>
          <a:xfrm>
            <a:off x="110169" y="964724"/>
            <a:ext cx="7926692" cy="5989161"/>
            <a:chOff x="0" y="891734"/>
            <a:chExt cx="8036861" cy="5989161"/>
          </a:xfrm>
        </p:grpSpPr>
        <p:pic>
          <p:nvPicPr>
            <p:cNvPr id="26" name="Picture 25">
              <a:extLst>
                <a:ext uri="{FF2B5EF4-FFF2-40B4-BE49-F238E27FC236}">
                  <a16:creationId xmlns:a16="http://schemas.microsoft.com/office/drawing/2014/main" id="{37392914-D5AD-4719-A843-CD39EE1A973D}"/>
                </a:ext>
              </a:extLst>
            </p:cNvPr>
            <p:cNvPicPr>
              <a:picLocks noChangeAspect="1"/>
            </p:cNvPicPr>
            <p:nvPr/>
          </p:nvPicPr>
          <p:blipFill>
            <a:blip r:embed="rId3"/>
            <a:stretch>
              <a:fillRect/>
            </a:stretch>
          </p:blipFill>
          <p:spPr>
            <a:xfrm>
              <a:off x="0" y="1048131"/>
              <a:ext cx="8036861" cy="5832764"/>
            </a:xfrm>
            <a:prstGeom prst="rect">
              <a:avLst/>
            </a:prstGeom>
          </p:spPr>
        </p:pic>
        <p:sp>
          <p:nvSpPr>
            <p:cNvPr id="7" name="Rectangle: Rounded Corners 6">
              <a:extLst>
                <a:ext uri="{FF2B5EF4-FFF2-40B4-BE49-F238E27FC236}">
                  <a16:creationId xmlns:a16="http://schemas.microsoft.com/office/drawing/2014/main" id="{D245004E-DD79-402F-AB7B-105DFD1226D7}"/>
                </a:ext>
              </a:extLst>
            </p:cNvPr>
            <p:cNvSpPr/>
            <p:nvPr/>
          </p:nvSpPr>
          <p:spPr bwMode="gray">
            <a:xfrm>
              <a:off x="548556" y="2070128"/>
              <a:ext cx="467147" cy="190676"/>
            </a:xfrm>
            <a:prstGeom prst="roundRect">
              <a:avLst/>
            </a:prstGeom>
            <a:solidFill>
              <a:srgbClr val="FFC0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77%</a:t>
              </a:r>
            </a:p>
          </p:txBody>
        </p:sp>
        <p:sp>
          <p:nvSpPr>
            <p:cNvPr id="13" name="Rectangle: Rounded Corners 12">
              <a:extLst>
                <a:ext uri="{FF2B5EF4-FFF2-40B4-BE49-F238E27FC236}">
                  <a16:creationId xmlns:a16="http://schemas.microsoft.com/office/drawing/2014/main" id="{0E32A6CE-19D1-4B46-B57F-9A411CC7D09E}"/>
                </a:ext>
              </a:extLst>
            </p:cNvPr>
            <p:cNvSpPr/>
            <p:nvPr/>
          </p:nvSpPr>
          <p:spPr bwMode="gray">
            <a:xfrm>
              <a:off x="1417622" y="1968762"/>
              <a:ext cx="467147" cy="190676"/>
            </a:xfrm>
            <a:prstGeom prst="roundRect">
              <a:avLst/>
            </a:prstGeom>
            <a:solidFill>
              <a:srgbClr val="FFC0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78%</a:t>
              </a:r>
            </a:p>
          </p:txBody>
        </p:sp>
        <p:sp>
          <p:nvSpPr>
            <p:cNvPr id="14" name="Rectangle: Rounded Corners 13">
              <a:extLst>
                <a:ext uri="{FF2B5EF4-FFF2-40B4-BE49-F238E27FC236}">
                  <a16:creationId xmlns:a16="http://schemas.microsoft.com/office/drawing/2014/main" id="{A82EC29A-DD88-470B-8C33-3AE7B6C5155E}"/>
                </a:ext>
              </a:extLst>
            </p:cNvPr>
            <p:cNvSpPr/>
            <p:nvPr/>
          </p:nvSpPr>
          <p:spPr bwMode="gray">
            <a:xfrm>
              <a:off x="1993751" y="1778086"/>
              <a:ext cx="467147" cy="190676"/>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82%</a:t>
              </a:r>
            </a:p>
          </p:txBody>
        </p:sp>
        <p:sp>
          <p:nvSpPr>
            <p:cNvPr id="15" name="Rectangle: Rounded Corners 14">
              <a:extLst>
                <a:ext uri="{FF2B5EF4-FFF2-40B4-BE49-F238E27FC236}">
                  <a16:creationId xmlns:a16="http://schemas.microsoft.com/office/drawing/2014/main" id="{EAE291DA-8A68-44D9-8072-D0D6A5488220}"/>
                </a:ext>
              </a:extLst>
            </p:cNvPr>
            <p:cNvSpPr/>
            <p:nvPr/>
          </p:nvSpPr>
          <p:spPr bwMode="gray">
            <a:xfrm>
              <a:off x="2640231" y="1676656"/>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83%</a:t>
              </a:r>
            </a:p>
          </p:txBody>
        </p:sp>
        <p:sp>
          <p:nvSpPr>
            <p:cNvPr id="19" name="Rectangle: Rounded Corners 18">
              <a:extLst>
                <a:ext uri="{FF2B5EF4-FFF2-40B4-BE49-F238E27FC236}">
                  <a16:creationId xmlns:a16="http://schemas.microsoft.com/office/drawing/2014/main" id="{8446AB80-694A-4A12-A576-E42B570CBE8A}"/>
                </a:ext>
              </a:extLst>
            </p:cNvPr>
            <p:cNvSpPr/>
            <p:nvPr/>
          </p:nvSpPr>
          <p:spPr bwMode="gray">
            <a:xfrm>
              <a:off x="3486157" y="1533832"/>
              <a:ext cx="467147" cy="142824"/>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75%</a:t>
              </a:r>
            </a:p>
          </p:txBody>
        </p:sp>
        <p:sp>
          <p:nvSpPr>
            <p:cNvPr id="20" name="Rectangle: Rounded Corners 19">
              <a:extLst>
                <a:ext uri="{FF2B5EF4-FFF2-40B4-BE49-F238E27FC236}">
                  <a16:creationId xmlns:a16="http://schemas.microsoft.com/office/drawing/2014/main" id="{18BD6CD5-2FFF-4EC4-9B29-2C2970943D2F}"/>
                </a:ext>
              </a:extLst>
            </p:cNvPr>
            <p:cNvSpPr/>
            <p:nvPr/>
          </p:nvSpPr>
          <p:spPr bwMode="gray">
            <a:xfrm>
              <a:off x="5412823" y="1176409"/>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1" name="Rectangle: Rounded Corners 20">
              <a:extLst>
                <a:ext uri="{FF2B5EF4-FFF2-40B4-BE49-F238E27FC236}">
                  <a16:creationId xmlns:a16="http://schemas.microsoft.com/office/drawing/2014/main" id="{6640A7AA-AB81-414B-AECC-964B115F1BF8}"/>
                </a:ext>
              </a:extLst>
            </p:cNvPr>
            <p:cNvSpPr/>
            <p:nvPr/>
          </p:nvSpPr>
          <p:spPr bwMode="gray">
            <a:xfrm>
              <a:off x="4122601" y="1396262"/>
              <a:ext cx="467147"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2" name="Rectangle: Rounded Corners 21">
              <a:extLst>
                <a:ext uri="{FF2B5EF4-FFF2-40B4-BE49-F238E27FC236}">
                  <a16:creationId xmlns:a16="http://schemas.microsoft.com/office/drawing/2014/main" id="{FFECAB6B-32D8-4DED-A42F-9299AAAB64E3}"/>
                </a:ext>
              </a:extLst>
            </p:cNvPr>
            <p:cNvSpPr/>
            <p:nvPr/>
          </p:nvSpPr>
          <p:spPr bwMode="gray">
            <a:xfrm>
              <a:off x="7278886" y="2925864"/>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88%</a:t>
              </a:r>
            </a:p>
          </p:txBody>
        </p:sp>
        <p:sp>
          <p:nvSpPr>
            <p:cNvPr id="23" name="Rectangle: Rounded Corners 22">
              <a:extLst>
                <a:ext uri="{FF2B5EF4-FFF2-40B4-BE49-F238E27FC236}">
                  <a16:creationId xmlns:a16="http://schemas.microsoft.com/office/drawing/2014/main" id="{151ABF8A-7E7C-431F-B019-2886854CA7CE}"/>
                </a:ext>
              </a:extLst>
            </p:cNvPr>
            <p:cNvSpPr/>
            <p:nvPr/>
          </p:nvSpPr>
          <p:spPr bwMode="gray">
            <a:xfrm>
              <a:off x="6646240" y="3122632"/>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4" name="Rectangle: Rounded Corners 23">
              <a:extLst>
                <a:ext uri="{FF2B5EF4-FFF2-40B4-BE49-F238E27FC236}">
                  <a16:creationId xmlns:a16="http://schemas.microsoft.com/office/drawing/2014/main" id="{64565CC1-011D-4DC8-A8B9-6BFCE6EB6F1E}"/>
                </a:ext>
              </a:extLst>
            </p:cNvPr>
            <p:cNvSpPr/>
            <p:nvPr/>
          </p:nvSpPr>
          <p:spPr bwMode="gray">
            <a:xfrm>
              <a:off x="6170990" y="3634796"/>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7" name="Rectangle: Rounded Corners 26">
              <a:extLst>
                <a:ext uri="{FF2B5EF4-FFF2-40B4-BE49-F238E27FC236}">
                  <a16:creationId xmlns:a16="http://schemas.microsoft.com/office/drawing/2014/main" id="{1C3D8DFF-632F-4733-B9FC-DC4DE2A52129}"/>
                </a:ext>
              </a:extLst>
            </p:cNvPr>
            <p:cNvSpPr/>
            <p:nvPr/>
          </p:nvSpPr>
          <p:spPr bwMode="gray">
            <a:xfrm>
              <a:off x="5599062" y="3941618"/>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84%</a:t>
              </a:r>
            </a:p>
          </p:txBody>
        </p:sp>
        <p:sp>
          <p:nvSpPr>
            <p:cNvPr id="28" name="Rectangle: Rounded Corners 27">
              <a:extLst>
                <a:ext uri="{FF2B5EF4-FFF2-40B4-BE49-F238E27FC236}">
                  <a16:creationId xmlns:a16="http://schemas.microsoft.com/office/drawing/2014/main" id="{66FEDF1E-6927-4009-8605-0CB2E6432F51}"/>
                </a:ext>
              </a:extLst>
            </p:cNvPr>
            <p:cNvSpPr/>
            <p:nvPr/>
          </p:nvSpPr>
          <p:spPr bwMode="gray">
            <a:xfrm>
              <a:off x="5237755" y="4584781"/>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81%</a:t>
              </a:r>
            </a:p>
          </p:txBody>
        </p:sp>
        <p:sp>
          <p:nvSpPr>
            <p:cNvPr id="29" name="Rectangle: Rounded Corners 28">
              <a:extLst>
                <a:ext uri="{FF2B5EF4-FFF2-40B4-BE49-F238E27FC236}">
                  <a16:creationId xmlns:a16="http://schemas.microsoft.com/office/drawing/2014/main" id="{55A74B21-D423-4DB4-98C7-A02DF1C3CC89}"/>
                </a:ext>
              </a:extLst>
            </p:cNvPr>
            <p:cNvSpPr/>
            <p:nvPr/>
          </p:nvSpPr>
          <p:spPr bwMode="gray">
            <a:xfrm>
              <a:off x="5123243" y="5113804"/>
              <a:ext cx="532436" cy="196768"/>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77%</a:t>
              </a:r>
            </a:p>
          </p:txBody>
        </p:sp>
        <p:sp>
          <p:nvSpPr>
            <p:cNvPr id="30" name="Rectangle: Rounded Corners 29">
              <a:extLst>
                <a:ext uri="{FF2B5EF4-FFF2-40B4-BE49-F238E27FC236}">
                  <a16:creationId xmlns:a16="http://schemas.microsoft.com/office/drawing/2014/main" id="{5526A1F8-D94A-4B34-9C91-53034554E345}"/>
                </a:ext>
              </a:extLst>
            </p:cNvPr>
            <p:cNvSpPr/>
            <p:nvPr/>
          </p:nvSpPr>
          <p:spPr bwMode="gray">
            <a:xfrm>
              <a:off x="5168226" y="5998254"/>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81%</a:t>
              </a:r>
            </a:p>
          </p:txBody>
        </p:sp>
        <p:sp>
          <p:nvSpPr>
            <p:cNvPr id="31" name="Rectangle: Rounded Corners 30">
              <a:extLst>
                <a:ext uri="{FF2B5EF4-FFF2-40B4-BE49-F238E27FC236}">
                  <a16:creationId xmlns:a16="http://schemas.microsoft.com/office/drawing/2014/main" id="{CECDCD23-C4B0-4FA3-9F74-8ED5E3D9C97A}"/>
                </a:ext>
              </a:extLst>
            </p:cNvPr>
            <p:cNvSpPr/>
            <p:nvPr/>
          </p:nvSpPr>
          <p:spPr bwMode="gray">
            <a:xfrm>
              <a:off x="2014748" y="6255296"/>
              <a:ext cx="532436" cy="196768"/>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77%</a:t>
              </a:r>
            </a:p>
          </p:txBody>
        </p:sp>
        <p:sp>
          <p:nvSpPr>
            <p:cNvPr id="32" name="Rectangle: Rounded Corners 31">
              <a:extLst>
                <a:ext uri="{FF2B5EF4-FFF2-40B4-BE49-F238E27FC236}">
                  <a16:creationId xmlns:a16="http://schemas.microsoft.com/office/drawing/2014/main" id="{7A0BF1D5-01A6-4CF5-9B41-66A62D1DC813}"/>
                </a:ext>
              </a:extLst>
            </p:cNvPr>
            <p:cNvSpPr/>
            <p:nvPr/>
          </p:nvSpPr>
          <p:spPr bwMode="gray">
            <a:xfrm>
              <a:off x="3093905" y="5251096"/>
              <a:ext cx="532436" cy="196768"/>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74%</a:t>
              </a:r>
            </a:p>
          </p:txBody>
        </p:sp>
        <p:sp>
          <p:nvSpPr>
            <p:cNvPr id="33" name="Rectangle: Rounded Corners 32">
              <a:extLst>
                <a:ext uri="{FF2B5EF4-FFF2-40B4-BE49-F238E27FC236}">
                  <a16:creationId xmlns:a16="http://schemas.microsoft.com/office/drawing/2014/main" id="{2B3F7BA8-E586-474F-A4D2-638835B84205}"/>
                </a:ext>
              </a:extLst>
            </p:cNvPr>
            <p:cNvSpPr/>
            <p:nvPr/>
          </p:nvSpPr>
          <p:spPr bwMode="gray">
            <a:xfrm>
              <a:off x="2465095" y="5070972"/>
              <a:ext cx="532436" cy="196768"/>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87%</a:t>
              </a:r>
            </a:p>
          </p:txBody>
        </p:sp>
        <p:sp>
          <p:nvSpPr>
            <p:cNvPr id="34" name="Rectangle: Rounded Corners 33">
              <a:extLst>
                <a:ext uri="{FF2B5EF4-FFF2-40B4-BE49-F238E27FC236}">
                  <a16:creationId xmlns:a16="http://schemas.microsoft.com/office/drawing/2014/main" id="{27CD6F27-5136-43B9-BBFA-632433CB5EF5}"/>
                </a:ext>
              </a:extLst>
            </p:cNvPr>
            <p:cNvSpPr/>
            <p:nvPr/>
          </p:nvSpPr>
          <p:spPr bwMode="gray">
            <a:xfrm>
              <a:off x="1603520" y="4922689"/>
              <a:ext cx="657215" cy="190676"/>
            </a:xfrm>
            <a:prstGeom prst="roundRect">
              <a:avLst/>
            </a:prstGeom>
            <a:solidFill>
              <a:srgbClr val="86BC25"/>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ln w="0"/>
                  <a:solidFill>
                    <a:schemeClr val="bg1"/>
                  </a:solidFill>
                  <a:effectLst>
                    <a:outerShdw blurRad="38100" dist="19050" dir="2700000" algn="tl" rotWithShape="0">
                      <a:schemeClr val="dk1">
                        <a:alpha val="40000"/>
                      </a:schemeClr>
                    </a:outerShdw>
                  </a:effectLst>
                </a:rPr>
                <a:t>93%</a:t>
              </a:r>
            </a:p>
          </p:txBody>
        </p:sp>
        <p:sp>
          <p:nvSpPr>
            <p:cNvPr id="35" name="Rectangle: Rounded Corners 34">
              <a:extLst>
                <a:ext uri="{FF2B5EF4-FFF2-40B4-BE49-F238E27FC236}">
                  <a16:creationId xmlns:a16="http://schemas.microsoft.com/office/drawing/2014/main" id="{975A1C8F-AF75-4095-91A9-A0BF8C50DAE3}"/>
                </a:ext>
              </a:extLst>
            </p:cNvPr>
            <p:cNvSpPr/>
            <p:nvPr/>
          </p:nvSpPr>
          <p:spPr bwMode="gray">
            <a:xfrm>
              <a:off x="481475" y="4801155"/>
              <a:ext cx="532436" cy="196768"/>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dirty="0">
                  <a:ln w="0"/>
                  <a:solidFill>
                    <a:schemeClr val="tx1"/>
                  </a:solidFill>
                  <a:effectLst>
                    <a:outerShdw blurRad="38100" dist="19050" dir="2700000" algn="tl" rotWithShape="0">
                      <a:schemeClr val="dk1">
                        <a:alpha val="40000"/>
                      </a:schemeClr>
                    </a:outerShdw>
                  </a:effectLst>
                </a:rPr>
                <a:t>75%</a:t>
              </a:r>
            </a:p>
          </p:txBody>
        </p:sp>
        <p:sp>
          <p:nvSpPr>
            <p:cNvPr id="40" name="Heptagon 39">
              <a:extLst>
                <a:ext uri="{FF2B5EF4-FFF2-40B4-BE49-F238E27FC236}">
                  <a16:creationId xmlns:a16="http://schemas.microsoft.com/office/drawing/2014/main" id="{72D9E3B9-E142-4C32-B17C-8950AA976199}"/>
                </a:ext>
              </a:extLst>
            </p:cNvPr>
            <p:cNvSpPr/>
            <p:nvPr/>
          </p:nvSpPr>
          <p:spPr bwMode="gray">
            <a:xfrm>
              <a:off x="478390" y="1698215"/>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99%</a:t>
              </a:r>
            </a:p>
          </p:txBody>
        </p:sp>
        <p:sp>
          <p:nvSpPr>
            <p:cNvPr id="41" name="Heptagon 40">
              <a:extLst>
                <a:ext uri="{FF2B5EF4-FFF2-40B4-BE49-F238E27FC236}">
                  <a16:creationId xmlns:a16="http://schemas.microsoft.com/office/drawing/2014/main" id="{4D896EFB-974B-4553-B89B-6F88E10E796A}"/>
                </a:ext>
              </a:extLst>
            </p:cNvPr>
            <p:cNvSpPr/>
            <p:nvPr/>
          </p:nvSpPr>
          <p:spPr bwMode="gray">
            <a:xfrm>
              <a:off x="1296709" y="1738542"/>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100%</a:t>
              </a:r>
            </a:p>
          </p:txBody>
        </p:sp>
        <p:sp>
          <p:nvSpPr>
            <p:cNvPr id="42" name="Heptagon 41">
              <a:extLst>
                <a:ext uri="{FF2B5EF4-FFF2-40B4-BE49-F238E27FC236}">
                  <a16:creationId xmlns:a16="http://schemas.microsoft.com/office/drawing/2014/main" id="{D988FD9F-62FA-452F-9FD4-94B61B25555B}"/>
                </a:ext>
              </a:extLst>
            </p:cNvPr>
            <p:cNvSpPr/>
            <p:nvPr/>
          </p:nvSpPr>
          <p:spPr bwMode="gray">
            <a:xfrm>
              <a:off x="1881684" y="1541774"/>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103%</a:t>
              </a:r>
            </a:p>
          </p:txBody>
        </p:sp>
        <p:sp>
          <p:nvSpPr>
            <p:cNvPr id="43" name="Heptagon 42">
              <a:extLst>
                <a:ext uri="{FF2B5EF4-FFF2-40B4-BE49-F238E27FC236}">
                  <a16:creationId xmlns:a16="http://schemas.microsoft.com/office/drawing/2014/main" id="{5B3EB76D-C4C1-4E1A-B95C-0785E56DE8C3}"/>
                </a:ext>
              </a:extLst>
            </p:cNvPr>
            <p:cNvSpPr/>
            <p:nvPr/>
          </p:nvSpPr>
          <p:spPr bwMode="gray">
            <a:xfrm>
              <a:off x="2574756" y="1450796"/>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101%</a:t>
              </a:r>
            </a:p>
          </p:txBody>
        </p:sp>
        <p:sp>
          <p:nvSpPr>
            <p:cNvPr id="44" name="Heptagon 43">
              <a:extLst>
                <a:ext uri="{FF2B5EF4-FFF2-40B4-BE49-F238E27FC236}">
                  <a16:creationId xmlns:a16="http://schemas.microsoft.com/office/drawing/2014/main" id="{7455D9F6-005F-4239-ADA6-89A50E96A578}"/>
                </a:ext>
              </a:extLst>
            </p:cNvPr>
            <p:cNvSpPr/>
            <p:nvPr/>
          </p:nvSpPr>
          <p:spPr bwMode="gray">
            <a:xfrm>
              <a:off x="3422303" y="1274794"/>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t>94%</a:t>
              </a:r>
            </a:p>
          </p:txBody>
        </p:sp>
        <p:sp>
          <p:nvSpPr>
            <p:cNvPr id="45" name="Heptagon 44">
              <a:extLst>
                <a:ext uri="{FF2B5EF4-FFF2-40B4-BE49-F238E27FC236}">
                  <a16:creationId xmlns:a16="http://schemas.microsoft.com/office/drawing/2014/main" id="{DEF0F2E2-294D-42A3-A48D-B777BF56706B}"/>
                </a:ext>
              </a:extLst>
            </p:cNvPr>
            <p:cNvSpPr/>
            <p:nvPr/>
          </p:nvSpPr>
          <p:spPr bwMode="gray">
            <a:xfrm>
              <a:off x="4013188" y="1176409"/>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100%</a:t>
              </a:r>
            </a:p>
          </p:txBody>
        </p:sp>
        <p:sp>
          <p:nvSpPr>
            <p:cNvPr id="47" name="Heptagon 46">
              <a:extLst>
                <a:ext uri="{FF2B5EF4-FFF2-40B4-BE49-F238E27FC236}">
                  <a16:creationId xmlns:a16="http://schemas.microsoft.com/office/drawing/2014/main" id="{FA37EAE3-A2DB-43BB-BB28-AE38258106F4}"/>
                </a:ext>
              </a:extLst>
            </p:cNvPr>
            <p:cNvSpPr/>
            <p:nvPr/>
          </p:nvSpPr>
          <p:spPr bwMode="gray">
            <a:xfrm>
              <a:off x="5389818" y="891734"/>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97%</a:t>
              </a:r>
            </a:p>
          </p:txBody>
        </p:sp>
        <p:sp>
          <p:nvSpPr>
            <p:cNvPr id="48" name="Heptagon 47">
              <a:extLst>
                <a:ext uri="{FF2B5EF4-FFF2-40B4-BE49-F238E27FC236}">
                  <a16:creationId xmlns:a16="http://schemas.microsoft.com/office/drawing/2014/main" id="{DCB42139-C1BB-4C26-9440-57384DBC0D77}"/>
                </a:ext>
              </a:extLst>
            </p:cNvPr>
            <p:cNvSpPr/>
            <p:nvPr/>
          </p:nvSpPr>
          <p:spPr bwMode="gray">
            <a:xfrm>
              <a:off x="7440324" y="3119922"/>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t>91%</a:t>
              </a:r>
            </a:p>
          </p:txBody>
        </p:sp>
        <p:sp>
          <p:nvSpPr>
            <p:cNvPr id="49" name="Heptagon 48">
              <a:extLst>
                <a:ext uri="{FF2B5EF4-FFF2-40B4-BE49-F238E27FC236}">
                  <a16:creationId xmlns:a16="http://schemas.microsoft.com/office/drawing/2014/main" id="{B73594D7-9AD4-412E-A364-4F44A445202A}"/>
                </a:ext>
              </a:extLst>
            </p:cNvPr>
            <p:cNvSpPr/>
            <p:nvPr/>
          </p:nvSpPr>
          <p:spPr bwMode="gray">
            <a:xfrm>
              <a:off x="6787483" y="3357017"/>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98%</a:t>
              </a:r>
            </a:p>
          </p:txBody>
        </p:sp>
        <p:sp>
          <p:nvSpPr>
            <p:cNvPr id="50" name="Heptagon 49">
              <a:extLst>
                <a:ext uri="{FF2B5EF4-FFF2-40B4-BE49-F238E27FC236}">
                  <a16:creationId xmlns:a16="http://schemas.microsoft.com/office/drawing/2014/main" id="{FA599B9D-C0A7-494B-AFA4-26AB22AC74C7}"/>
                </a:ext>
              </a:extLst>
            </p:cNvPr>
            <p:cNvSpPr/>
            <p:nvPr/>
          </p:nvSpPr>
          <p:spPr bwMode="gray">
            <a:xfrm>
              <a:off x="6539574" y="3827350"/>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97%</a:t>
              </a:r>
            </a:p>
          </p:txBody>
        </p:sp>
        <p:sp>
          <p:nvSpPr>
            <p:cNvPr id="52" name="Heptagon 51">
              <a:extLst>
                <a:ext uri="{FF2B5EF4-FFF2-40B4-BE49-F238E27FC236}">
                  <a16:creationId xmlns:a16="http://schemas.microsoft.com/office/drawing/2014/main" id="{97BC954B-6653-4647-96CE-AF33F15E30C0}"/>
                </a:ext>
              </a:extLst>
            </p:cNvPr>
            <p:cNvSpPr/>
            <p:nvPr/>
          </p:nvSpPr>
          <p:spPr bwMode="gray">
            <a:xfrm>
              <a:off x="5894855" y="4132819"/>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100%</a:t>
              </a:r>
            </a:p>
          </p:txBody>
        </p:sp>
        <p:sp>
          <p:nvSpPr>
            <p:cNvPr id="54" name="Heptagon 53">
              <a:extLst>
                <a:ext uri="{FF2B5EF4-FFF2-40B4-BE49-F238E27FC236}">
                  <a16:creationId xmlns:a16="http://schemas.microsoft.com/office/drawing/2014/main" id="{5D352621-A7E4-4422-AFC8-BCC5DB0EC333}"/>
                </a:ext>
              </a:extLst>
            </p:cNvPr>
            <p:cNvSpPr/>
            <p:nvPr/>
          </p:nvSpPr>
          <p:spPr bwMode="gray">
            <a:xfrm>
              <a:off x="5695511" y="4736533"/>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95%</a:t>
              </a:r>
            </a:p>
          </p:txBody>
        </p:sp>
        <p:sp>
          <p:nvSpPr>
            <p:cNvPr id="56" name="Heptagon 55">
              <a:extLst>
                <a:ext uri="{FF2B5EF4-FFF2-40B4-BE49-F238E27FC236}">
                  <a16:creationId xmlns:a16="http://schemas.microsoft.com/office/drawing/2014/main" id="{FFA48CCE-7761-4775-B406-EEDC5B44D9DC}"/>
                </a:ext>
              </a:extLst>
            </p:cNvPr>
            <p:cNvSpPr/>
            <p:nvPr/>
          </p:nvSpPr>
          <p:spPr bwMode="gray">
            <a:xfrm>
              <a:off x="5061210" y="5349480"/>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101%</a:t>
              </a:r>
            </a:p>
          </p:txBody>
        </p:sp>
        <p:sp>
          <p:nvSpPr>
            <p:cNvPr id="57" name="Heptagon 56">
              <a:extLst>
                <a:ext uri="{FF2B5EF4-FFF2-40B4-BE49-F238E27FC236}">
                  <a16:creationId xmlns:a16="http://schemas.microsoft.com/office/drawing/2014/main" id="{8CDB566E-026B-4BE9-944E-261E6EA6276A}"/>
                </a:ext>
              </a:extLst>
            </p:cNvPr>
            <p:cNvSpPr/>
            <p:nvPr/>
          </p:nvSpPr>
          <p:spPr bwMode="gray">
            <a:xfrm>
              <a:off x="5123243" y="6233899"/>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102%</a:t>
              </a:r>
            </a:p>
          </p:txBody>
        </p:sp>
        <p:sp>
          <p:nvSpPr>
            <p:cNvPr id="58" name="Heptagon 57">
              <a:extLst>
                <a:ext uri="{FF2B5EF4-FFF2-40B4-BE49-F238E27FC236}">
                  <a16:creationId xmlns:a16="http://schemas.microsoft.com/office/drawing/2014/main" id="{3A4AE143-69AD-4E50-976F-AD4AF4FD1FA7}"/>
                </a:ext>
              </a:extLst>
            </p:cNvPr>
            <p:cNvSpPr/>
            <p:nvPr/>
          </p:nvSpPr>
          <p:spPr bwMode="gray">
            <a:xfrm>
              <a:off x="1993751" y="6500404"/>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t>94%</a:t>
              </a:r>
            </a:p>
          </p:txBody>
        </p:sp>
        <p:sp>
          <p:nvSpPr>
            <p:cNvPr id="59" name="Heptagon 58">
              <a:extLst>
                <a:ext uri="{FF2B5EF4-FFF2-40B4-BE49-F238E27FC236}">
                  <a16:creationId xmlns:a16="http://schemas.microsoft.com/office/drawing/2014/main" id="{DEDA731A-9E75-4E4C-9903-B13792472F43}"/>
                </a:ext>
              </a:extLst>
            </p:cNvPr>
            <p:cNvSpPr/>
            <p:nvPr/>
          </p:nvSpPr>
          <p:spPr bwMode="gray">
            <a:xfrm>
              <a:off x="2883443" y="5457509"/>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t>93%</a:t>
              </a:r>
            </a:p>
          </p:txBody>
        </p:sp>
        <p:sp>
          <p:nvSpPr>
            <p:cNvPr id="60" name="Heptagon 59">
              <a:extLst>
                <a:ext uri="{FF2B5EF4-FFF2-40B4-BE49-F238E27FC236}">
                  <a16:creationId xmlns:a16="http://schemas.microsoft.com/office/drawing/2014/main" id="{D7E17AC3-73CE-4C67-9670-20F1DD91D357}"/>
                </a:ext>
              </a:extLst>
            </p:cNvPr>
            <p:cNvSpPr/>
            <p:nvPr/>
          </p:nvSpPr>
          <p:spPr bwMode="gray">
            <a:xfrm>
              <a:off x="2388503" y="5277385"/>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103%</a:t>
              </a:r>
            </a:p>
          </p:txBody>
        </p:sp>
        <p:sp>
          <p:nvSpPr>
            <p:cNvPr id="61" name="Heptagon 60">
              <a:extLst>
                <a:ext uri="{FF2B5EF4-FFF2-40B4-BE49-F238E27FC236}">
                  <a16:creationId xmlns:a16="http://schemas.microsoft.com/office/drawing/2014/main" id="{3FCFC963-42B2-453B-A348-5179CFE51E6A}"/>
                </a:ext>
              </a:extLst>
            </p:cNvPr>
            <p:cNvSpPr/>
            <p:nvPr/>
          </p:nvSpPr>
          <p:spPr bwMode="gray">
            <a:xfrm>
              <a:off x="1597003" y="5143647"/>
              <a:ext cx="657215" cy="196768"/>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104%</a:t>
              </a:r>
            </a:p>
          </p:txBody>
        </p:sp>
        <p:sp>
          <p:nvSpPr>
            <p:cNvPr id="62" name="Heptagon 61">
              <a:extLst>
                <a:ext uri="{FF2B5EF4-FFF2-40B4-BE49-F238E27FC236}">
                  <a16:creationId xmlns:a16="http://schemas.microsoft.com/office/drawing/2014/main" id="{2E2AB9D6-7CA7-4B49-BA92-A239EB7EE78F}"/>
                </a:ext>
              </a:extLst>
            </p:cNvPr>
            <p:cNvSpPr/>
            <p:nvPr/>
          </p:nvSpPr>
          <p:spPr bwMode="gray">
            <a:xfrm>
              <a:off x="458469" y="5018027"/>
              <a:ext cx="578447" cy="237095"/>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97%</a:t>
              </a:r>
            </a:p>
          </p:txBody>
        </p:sp>
      </p:grpSp>
      <p:sp>
        <p:nvSpPr>
          <p:cNvPr id="63" name="Heptagon 62">
            <a:extLst>
              <a:ext uri="{FF2B5EF4-FFF2-40B4-BE49-F238E27FC236}">
                <a16:creationId xmlns:a16="http://schemas.microsoft.com/office/drawing/2014/main" id="{80079A57-EFA3-4229-B8C6-F038FC38668F}"/>
              </a:ext>
            </a:extLst>
          </p:cNvPr>
          <p:cNvSpPr/>
          <p:nvPr/>
        </p:nvSpPr>
        <p:spPr bwMode="gray">
          <a:xfrm>
            <a:off x="8979557" y="1991160"/>
            <a:ext cx="578447" cy="237095"/>
          </a:xfrm>
          <a:prstGeom prst="heptagon">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800" b="1" dirty="0">
                <a:solidFill>
                  <a:schemeClr val="bg1"/>
                </a:solidFill>
              </a:rPr>
              <a:t>99%</a:t>
            </a:r>
          </a:p>
        </p:txBody>
      </p:sp>
      <p:sp>
        <p:nvSpPr>
          <p:cNvPr id="64" name="TextBox 63">
            <a:extLst>
              <a:ext uri="{FF2B5EF4-FFF2-40B4-BE49-F238E27FC236}">
                <a16:creationId xmlns:a16="http://schemas.microsoft.com/office/drawing/2014/main" id="{B6B277C8-A38A-4B2B-A878-22236DD17494}"/>
              </a:ext>
            </a:extLst>
          </p:cNvPr>
          <p:cNvSpPr txBox="1"/>
          <p:nvPr/>
        </p:nvSpPr>
        <p:spPr bwMode="gray">
          <a:xfrm>
            <a:off x="9679855" y="1991160"/>
            <a:ext cx="1863524" cy="237095"/>
          </a:xfrm>
          <a:prstGeom prst="rect">
            <a:avLst/>
          </a:prstGeom>
        </p:spPr>
        <p:txBody>
          <a:bodyPr wrap="square" lIns="0" rIns="0" rtlCol="0" anchor="b" anchorCtr="0">
            <a:normAutofit/>
          </a:bodyPr>
          <a:lstStyle/>
          <a:p>
            <a:pPr>
              <a:lnSpc>
                <a:spcPts val="900"/>
              </a:lnSpc>
            </a:pPr>
            <a:r>
              <a:rPr lang="en-US" sz="1050" b="1" dirty="0">
                <a:solidFill>
                  <a:schemeClr val="tx1"/>
                </a:solidFill>
              </a:rPr>
              <a:t>Collection Efficiency</a:t>
            </a:r>
          </a:p>
        </p:txBody>
      </p:sp>
      <p:sp>
        <p:nvSpPr>
          <p:cNvPr id="65" name="Rectangle: Rounded Corners 64">
            <a:extLst>
              <a:ext uri="{FF2B5EF4-FFF2-40B4-BE49-F238E27FC236}">
                <a16:creationId xmlns:a16="http://schemas.microsoft.com/office/drawing/2014/main" id="{6943BBF4-3B98-4042-8EE2-2AABA2DD2FB9}"/>
              </a:ext>
            </a:extLst>
          </p:cNvPr>
          <p:cNvSpPr/>
          <p:nvPr/>
        </p:nvSpPr>
        <p:spPr bwMode="gray">
          <a:xfrm>
            <a:off x="9001280" y="992912"/>
            <a:ext cx="532436" cy="14044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ln w="0"/>
              <a:solidFill>
                <a:schemeClr val="tx1"/>
              </a:solidFill>
              <a:effectLst>
                <a:outerShdw blurRad="38100" dist="19050" dir="2700000" algn="tl" rotWithShape="0">
                  <a:schemeClr val="dk1">
                    <a:alpha val="40000"/>
                  </a:schemeClr>
                </a:outerShdw>
              </a:effectLst>
            </a:endParaRPr>
          </a:p>
        </p:txBody>
      </p:sp>
      <p:sp>
        <p:nvSpPr>
          <p:cNvPr id="66" name="TextBox 65">
            <a:extLst>
              <a:ext uri="{FF2B5EF4-FFF2-40B4-BE49-F238E27FC236}">
                <a16:creationId xmlns:a16="http://schemas.microsoft.com/office/drawing/2014/main" id="{5151C850-9076-4BC2-AC98-D25FAED37963}"/>
              </a:ext>
            </a:extLst>
          </p:cNvPr>
          <p:cNvSpPr txBox="1"/>
          <p:nvPr/>
        </p:nvSpPr>
        <p:spPr bwMode="gray">
          <a:xfrm>
            <a:off x="9679855" y="934000"/>
            <a:ext cx="1863524" cy="237095"/>
          </a:xfrm>
          <a:prstGeom prst="rect">
            <a:avLst/>
          </a:prstGeom>
        </p:spPr>
        <p:txBody>
          <a:bodyPr wrap="square" lIns="0" rIns="0" rtlCol="0" anchor="b" anchorCtr="0">
            <a:normAutofit/>
          </a:bodyPr>
          <a:lstStyle/>
          <a:p>
            <a:pPr>
              <a:lnSpc>
                <a:spcPts val="900"/>
              </a:lnSpc>
            </a:pPr>
            <a:r>
              <a:rPr lang="en-US" sz="1050" b="1" dirty="0">
                <a:solidFill>
                  <a:schemeClr val="tx1"/>
                </a:solidFill>
              </a:rPr>
              <a:t>Billing Efficiency</a:t>
            </a:r>
          </a:p>
        </p:txBody>
      </p:sp>
      <p:grpSp>
        <p:nvGrpSpPr>
          <p:cNvPr id="72" name="Group 71">
            <a:extLst>
              <a:ext uri="{FF2B5EF4-FFF2-40B4-BE49-F238E27FC236}">
                <a16:creationId xmlns:a16="http://schemas.microsoft.com/office/drawing/2014/main" id="{2863131F-764C-4313-A97C-E4AC3A6A20BB}"/>
              </a:ext>
            </a:extLst>
          </p:cNvPr>
          <p:cNvGrpSpPr/>
          <p:nvPr/>
        </p:nvGrpSpPr>
        <p:grpSpPr>
          <a:xfrm>
            <a:off x="7358093" y="3366467"/>
            <a:ext cx="4611376" cy="1479041"/>
            <a:chOff x="6974990" y="3522054"/>
            <a:chExt cx="4611376" cy="1479041"/>
          </a:xfrm>
        </p:grpSpPr>
        <p:cxnSp>
          <p:nvCxnSpPr>
            <p:cNvPr id="71" name="Straight Connector 70">
              <a:extLst>
                <a:ext uri="{FF2B5EF4-FFF2-40B4-BE49-F238E27FC236}">
                  <a16:creationId xmlns:a16="http://schemas.microsoft.com/office/drawing/2014/main" id="{3152D22D-DA03-4633-8004-712258EA2C9F}"/>
                </a:ext>
              </a:extLst>
            </p:cNvPr>
            <p:cNvCxnSpPr>
              <a:cxnSpLocks/>
            </p:cNvCxnSpPr>
            <p:nvPr/>
          </p:nvCxnSpPr>
          <p:spPr>
            <a:xfrm>
              <a:off x="7359594" y="3890383"/>
              <a:ext cx="35725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178F852-FD39-4D29-AB14-F068204CB1A1}"/>
                </a:ext>
              </a:extLst>
            </p:cNvPr>
            <p:cNvSpPr txBox="1"/>
            <p:nvPr/>
          </p:nvSpPr>
          <p:spPr bwMode="gray">
            <a:xfrm>
              <a:off x="6974990" y="3985432"/>
              <a:ext cx="4611376" cy="1015663"/>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
                <a:buFont typeface="Wingdings" panose="05000000000000000000" pitchFamily="2" charset="2"/>
                <a:buChar char="Ø"/>
              </a:pPr>
              <a:r>
                <a:rPr lang="en-US" sz="1200" b="1" i="1" dirty="0">
                  <a:effectLst/>
                  <a:latin typeface="+mj-lt"/>
                </a:rPr>
                <a:t>Total Number of Consumers :</a:t>
              </a:r>
              <a:r>
                <a:rPr lang="en-US" sz="1200" b="0" i="1" dirty="0">
                  <a:effectLst/>
                  <a:latin typeface="+mj-lt"/>
                </a:rPr>
                <a:t> 64 Lakhs</a:t>
              </a:r>
            </a:p>
            <a:p>
              <a:pPr marL="285750" indent="-285750" algn="just">
                <a:buFont typeface="Wingdings" panose="05000000000000000000" pitchFamily="2" charset="2"/>
                <a:buChar char="Ø"/>
              </a:pPr>
              <a:r>
                <a:rPr lang="en-US" sz="1200" b="1" i="1" dirty="0">
                  <a:effectLst/>
                  <a:latin typeface="+mj-lt"/>
                </a:rPr>
                <a:t>Total MU Sold :</a:t>
              </a:r>
              <a:r>
                <a:rPr lang="en-US" sz="1200" b="0" i="1" dirty="0">
                  <a:effectLst/>
                  <a:latin typeface="+mj-lt"/>
                </a:rPr>
                <a:t> 7108 MU (FY 19-20)</a:t>
              </a:r>
            </a:p>
            <a:p>
              <a:pPr marL="285750" indent="-285750" algn="just">
                <a:buFont typeface="Wingdings" panose="05000000000000000000" pitchFamily="2" charset="2"/>
                <a:buChar char="Ø"/>
              </a:pPr>
              <a:r>
                <a:rPr lang="en-US" sz="1200" b="1" i="1" dirty="0">
                  <a:effectLst/>
                  <a:latin typeface="+mj-lt"/>
                </a:rPr>
                <a:t>Total Prepaid Meter :</a:t>
              </a:r>
              <a:r>
                <a:rPr lang="en-US" sz="1200" b="0" i="1" dirty="0">
                  <a:effectLst/>
                  <a:latin typeface="+mj-lt"/>
                </a:rPr>
                <a:t> 5513 Nos.</a:t>
              </a:r>
            </a:p>
            <a:p>
              <a:pPr marL="285750" indent="-285750" algn="just">
                <a:buFont typeface="Wingdings" panose="05000000000000000000" pitchFamily="2" charset="2"/>
                <a:buChar char="Ø"/>
              </a:pPr>
              <a:r>
                <a:rPr lang="en-US" sz="1200" b="1" i="1" dirty="0">
                  <a:effectLst/>
                  <a:latin typeface="+mj-lt"/>
                </a:rPr>
                <a:t>Administrative Structure :</a:t>
              </a:r>
              <a:r>
                <a:rPr lang="en-US" sz="1200" b="0" i="1" dirty="0">
                  <a:effectLst/>
                  <a:latin typeface="+mj-lt"/>
                </a:rPr>
                <a:t> 3 Regions, 8 Zones, 19 Circles, 45 Divisions, 158 Sub-divisions</a:t>
              </a:r>
            </a:p>
          </p:txBody>
        </p:sp>
        <p:sp>
          <p:nvSpPr>
            <p:cNvPr id="69" name="TextBox 68">
              <a:extLst>
                <a:ext uri="{FF2B5EF4-FFF2-40B4-BE49-F238E27FC236}">
                  <a16:creationId xmlns:a16="http://schemas.microsoft.com/office/drawing/2014/main" id="{EB3515E4-416D-4968-8CAE-51A2834666A8}"/>
                </a:ext>
              </a:extLst>
            </p:cNvPr>
            <p:cNvSpPr txBox="1"/>
            <p:nvPr/>
          </p:nvSpPr>
          <p:spPr bwMode="gray">
            <a:xfrm>
              <a:off x="7880494" y="3522054"/>
              <a:ext cx="2455813" cy="499015"/>
            </a:xfrm>
            <a:prstGeom prst="rect">
              <a:avLst/>
            </a:prstGeom>
            <a:solidFill>
              <a:schemeClr val="bg1"/>
            </a:solidFill>
          </p:spPr>
          <p:txBody>
            <a:bodyPr wrap="square" lIns="0" rIns="0" rtlCol="0" anchor="b" anchorCtr="0">
              <a:noAutofit/>
            </a:bodyPr>
            <a:lstStyle/>
            <a:p>
              <a:pPr algn="ctr">
                <a:lnSpc>
                  <a:spcPts val="900"/>
                </a:lnSpc>
              </a:pPr>
              <a:r>
                <a:rPr lang="en-US" sz="1200" b="1" dirty="0">
                  <a:solidFill>
                    <a:schemeClr val="tx1"/>
                  </a:solidFill>
                  <a:latin typeface="+mj-lt"/>
                </a:rPr>
                <a:t>Basic details w.r.t APDCL*</a:t>
              </a:r>
            </a:p>
          </p:txBody>
        </p:sp>
      </p:grpSp>
      <p:sp>
        <p:nvSpPr>
          <p:cNvPr id="73" name="Rectangle: Rounded Corners 72">
            <a:extLst>
              <a:ext uri="{FF2B5EF4-FFF2-40B4-BE49-F238E27FC236}">
                <a16:creationId xmlns:a16="http://schemas.microsoft.com/office/drawing/2014/main" id="{D7D8D293-CE81-49F9-87DE-C65234793A5E}"/>
              </a:ext>
            </a:extLst>
          </p:cNvPr>
          <p:cNvSpPr/>
          <p:nvPr/>
        </p:nvSpPr>
        <p:spPr bwMode="gray">
          <a:xfrm>
            <a:off x="8998723" y="1288523"/>
            <a:ext cx="532436" cy="135629"/>
          </a:xfrm>
          <a:prstGeom prst="roundRect">
            <a:avLst/>
          </a:prstGeom>
          <a:solidFill>
            <a:srgbClr val="FFCD00"/>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ln w="0"/>
              <a:solidFill>
                <a:schemeClr val="tx1"/>
              </a:solidFill>
              <a:effectLst>
                <a:outerShdw blurRad="38100" dist="19050" dir="2700000" algn="tl" rotWithShape="0">
                  <a:schemeClr val="dk1">
                    <a:alpha val="40000"/>
                  </a:schemeClr>
                </a:outerShdw>
              </a:effectLst>
            </a:endParaRPr>
          </a:p>
        </p:txBody>
      </p:sp>
      <p:sp>
        <p:nvSpPr>
          <p:cNvPr id="76" name="TextBox 75">
            <a:extLst>
              <a:ext uri="{FF2B5EF4-FFF2-40B4-BE49-F238E27FC236}">
                <a16:creationId xmlns:a16="http://schemas.microsoft.com/office/drawing/2014/main" id="{12F9A131-18FA-40C3-BCAD-8F42A59A35CD}"/>
              </a:ext>
            </a:extLst>
          </p:cNvPr>
          <p:cNvSpPr txBox="1"/>
          <p:nvPr/>
        </p:nvSpPr>
        <p:spPr bwMode="gray">
          <a:xfrm>
            <a:off x="9679855" y="1239173"/>
            <a:ext cx="1863524" cy="237095"/>
          </a:xfrm>
          <a:prstGeom prst="rect">
            <a:avLst/>
          </a:prstGeom>
        </p:spPr>
        <p:txBody>
          <a:bodyPr wrap="square" lIns="0" rIns="0" rtlCol="0" anchor="b" anchorCtr="0">
            <a:normAutofit/>
          </a:bodyPr>
          <a:lstStyle/>
          <a:p>
            <a:pPr>
              <a:lnSpc>
                <a:spcPts val="900"/>
              </a:lnSpc>
            </a:pPr>
            <a:r>
              <a:rPr lang="en-US" sz="1050" dirty="0">
                <a:solidFill>
                  <a:schemeClr val="tx1"/>
                </a:solidFill>
              </a:rPr>
              <a:t>Below 80%</a:t>
            </a:r>
          </a:p>
        </p:txBody>
      </p:sp>
      <p:sp>
        <p:nvSpPr>
          <p:cNvPr id="77" name="Rectangle: Rounded Corners 76">
            <a:extLst>
              <a:ext uri="{FF2B5EF4-FFF2-40B4-BE49-F238E27FC236}">
                <a16:creationId xmlns:a16="http://schemas.microsoft.com/office/drawing/2014/main" id="{8CF91DA3-383A-47FE-8E3A-1AE00B3D2D43}"/>
              </a:ext>
            </a:extLst>
          </p:cNvPr>
          <p:cNvSpPr/>
          <p:nvPr/>
        </p:nvSpPr>
        <p:spPr bwMode="gray">
          <a:xfrm>
            <a:off x="8998723" y="1510019"/>
            <a:ext cx="532436" cy="130812"/>
          </a:xfrm>
          <a:prstGeom prst="round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ln w="0"/>
              <a:solidFill>
                <a:schemeClr val="tx1"/>
              </a:solidFill>
              <a:effectLst>
                <a:outerShdw blurRad="38100" dist="19050" dir="2700000" algn="tl" rotWithShape="0">
                  <a:schemeClr val="dk1">
                    <a:alpha val="40000"/>
                  </a:schemeClr>
                </a:outerShdw>
              </a:effectLst>
            </a:endParaRPr>
          </a:p>
        </p:txBody>
      </p:sp>
      <p:sp>
        <p:nvSpPr>
          <p:cNvPr id="78" name="TextBox 77">
            <a:extLst>
              <a:ext uri="{FF2B5EF4-FFF2-40B4-BE49-F238E27FC236}">
                <a16:creationId xmlns:a16="http://schemas.microsoft.com/office/drawing/2014/main" id="{13F3297C-E760-4E13-BC7C-C47622837057}"/>
              </a:ext>
            </a:extLst>
          </p:cNvPr>
          <p:cNvSpPr txBox="1"/>
          <p:nvPr/>
        </p:nvSpPr>
        <p:spPr bwMode="gray">
          <a:xfrm>
            <a:off x="9679855" y="1464706"/>
            <a:ext cx="1863524" cy="237095"/>
          </a:xfrm>
          <a:prstGeom prst="rect">
            <a:avLst/>
          </a:prstGeom>
        </p:spPr>
        <p:txBody>
          <a:bodyPr wrap="square" lIns="0" rIns="0" rtlCol="0" anchor="b" anchorCtr="0">
            <a:normAutofit/>
          </a:bodyPr>
          <a:lstStyle/>
          <a:p>
            <a:pPr>
              <a:lnSpc>
                <a:spcPts val="900"/>
              </a:lnSpc>
            </a:pPr>
            <a:r>
              <a:rPr lang="en-US" sz="1050" dirty="0">
                <a:solidFill>
                  <a:schemeClr val="tx1"/>
                </a:solidFill>
              </a:rPr>
              <a:t>80-90%</a:t>
            </a:r>
          </a:p>
        </p:txBody>
      </p:sp>
      <p:sp>
        <p:nvSpPr>
          <p:cNvPr id="80" name="Rectangle: Rounded Corners 79">
            <a:extLst>
              <a:ext uri="{FF2B5EF4-FFF2-40B4-BE49-F238E27FC236}">
                <a16:creationId xmlns:a16="http://schemas.microsoft.com/office/drawing/2014/main" id="{A70DF5E8-0F7A-4E0F-89A2-86DC11E79486}"/>
              </a:ext>
            </a:extLst>
          </p:cNvPr>
          <p:cNvSpPr/>
          <p:nvPr/>
        </p:nvSpPr>
        <p:spPr bwMode="gray">
          <a:xfrm>
            <a:off x="8998723" y="1748707"/>
            <a:ext cx="545503" cy="128386"/>
          </a:xfrm>
          <a:prstGeom prst="roundRect">
            <a:avLst/>
          </a:prstGeom>
          <a:solidFill>
            <a:srgbClr val="86BC25"/>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b="1" dirty="0">
              <a:ln w="0"/>
              <a:solidFill>
                <a:schemeClr val="bg1"/>
              </a:solidFill>
              <a:effectLst>
                <a:outerShdw blurRad="38100" dist="19050" dir="2700000" algn="tl" rotWithShape="0">
                  <a:schemeClr val="dk1">
                    <a:alpha val="40000"/>
                  </a:schemeClr>
                </a:outerShdw>
              </a:effectLst>
            </a:endParaRPr>
          </a:p>
        </p:txBody>
      </p:sp>
      <p:sp>
        <p:nvSpPr>
          <p:cNvPr id="81" name="TextBox 80">
            <a:extLst>
              <a:ext uri="{FF2B5EF4-FFF2-40B4-BE49-F238E27FC236}">
                <a16:creationId xmlns:a16="http://schemas.microsoft.com/office/drawing/2014/main" id="{A07C7363-E934-4EB3-8F50-6EA45C1554DC}"/>
              </a:ext>
            </a:extLst>
          </p:cNvPr>
          <p:cNvSpPr txBox="1"/>
          <p:nvPr/>
        </p:nvSpPr>
        <p:spPr bwMode="gray">
          <a:xfrm>
            <a:off x="9679855" y="1702551"/>
            <a:ext cx="1863524" cy="237095"/>
          </a:xfrm>
          <a:prstGeom prst="rect">
            <a:avLst/>
          </a:prstGeom>
        </p:spPr>
        <p:txBody>
          <a:bodyPr wrap="square" lIns="0" rIns="0" rtlCol="0" anchor="b" anchorCtr="0">
            <a:normAutofit/>
          </a:bodyPr>
          <a:lstStyle/>
          <a:p>
            <a:pPr>
              <a:lnSpc>
                <a:spcPts val="900"/>
              </a:lnSpc>
            </a:pPr>
            <a:r>
              <a:rPr lang="en-US" sz="1050" dirty="0"/>
              <a:t>Above </a:t>
            </a:r>
            <a:r>
              <a:rPr lang="en-US" sz="1050" dirty="0">
                <a:solidFill>
                  <a:schemeClr val="tx1"/>
                </a:solidFill>
              </a:rPr>
              <a:t>90%</a:t>
            </a:r>
          </a:p>
        </p:txBody>
      </p:sp>
      <p:sp>
        <p:nvSpPr>
          <p:cNvPr id="82" name="Heptagon 81">
            <a:extLst>
              <a:ext uri="{FF2B5EF4-FFF2-40B4-BE49-F238E27FC236}">
                <a16:creationId xmlns:a16="http://schemas.microsoft.com/office/drawing/2014/main" id="{DF0AD8F2-53B7-4BB4-9B41-622F772A9712}"/>
              </a:ext>
            </a:extLst>
          </p:cNvPr>
          <p:cNvSpPr/>
          <p:nvPr/>
        </p:nvSpPr>
        <p:spPr bwMode="gray">
          <a:xfrm>
            <a:off x="8998723" y="2362537"/>
            <a:ext cx="578447" cy="237095"/>
          </a:xfrm>
          <a:prstGeom prst="heptagon">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p>
        </p:txBody>
      </p:sp>
      <p:sp>
        <p:nvSpPr>
          <p:cNvPr id="83" name="TextBox 82">
            <a:extLst>
              <a:ext uri="{FF2B5EF4-FFF2-40B4-BE49-F238E27FC236}">
                <a16:creationId xmlns:a16="http://schemas.microsoft.com/office/drawing/2014/main" id="{1488FD9A-41F0-482A-ABAD-231DC8743E73}"/>
              </a:ext>
            </a:extLst>
          </p:cNvPr>
          <p:cNvSpPr txBox="1"/>
          <p:nvPr/>
        </p:nvSpPr>
        <p:spPr bwMode="gray">
          <a:xfrm>
            <a:off x="9679855" y="2367642"/>
            <a:ext cx="1863524" cy="237095"/>
          </a:xfrm>
          <a:prstGeom prst="rect">
            <a:avLst/>
          </a:prstGeom>
        </p:spPr>
        <p:txBody>
          <a:bodyPr wrap="square" lIns="0" rIns="0" rtlCol="0" anchor="b" anchorCtr="0">
            <a:normAutofit/>
          </a:bodyPr>
          <a:lstStyle/>
          <a:p>
            <a:pPr>
              <a:lnSpc>
                <a:spcPts val="900"/>
              </a:lnSpc>
            </a:pPr>
            <a:r>
              <a:rPr lang="en-US" sz="1050" dirty="0"/>
              <a:t>Below </a:t>
            </a:r>
            <a:r>
              <a:rPr lang="en-US" sz="1050" dirty="0">
                <a:solidFill>
                  <a:schemeClr val="tx1"/>
                </a:solidFill>
              </a:rPr>
              <a:t>95%</a:t>
            </a:r>
          </a:p>
        </p:txBody>
      </p:sp>
      <p:sp>
        <p:nvSpPr>
          <p:cNvPr id="85" name="Heptagon 84">
            <a:extLst>
              <a:ext uri="{FF2B5EF4-FFF2-40B4-BE49-F238E27FC236}">
                <a16:creationId xmlns:a16="http://schemas.microsoft.com/office/drawing/2014/main" id="{0ECCE100-B51B-420E-99FD-CECB225987D3}"/>
              </a:ext>
            </a:extLst>
          </p:cNvPr>
          <p:cNvSpPr/>
          <p:nvPr/>
        </p:nvSpPr>
        <p:spPr bwMode="gray">
          <a:xfrm>
            <a:off x="8998722" y="2735733"/>
            <a:ext cx="578447" cy="169514"/>
          </a:xfrm>
          <a:prstGeom prst="heptagon">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6" name="TextBox 85">
            <a:extLst>
              <a:ext uri="{FF2B5EF4-FFF2-40B4-BE49-F238E27FC236}">
                <a16:creationId xmlns:a16="http://schemas.microsoft.com/office/drawing/2014/main" id="{A6472DD0-AD5F-44FC-8B08-443A8A4866A4}"/>
              </a:ext>
            </a:extLst>
          </p:cNvPr>
          <p:cNvSpPr txBox="1"/>
          <p:nvPr/>
        </p:nvSpPr>
        <p:spPr bwMode="gray">
          <a:xfrm>
            <a:off x="9679855" y="2697084"/>
            <a:ext cx="1863524" cy="237095"/>
          </a:xfrm>
          <a:prstGeom prst="rect">
            <a:avLst/>
          </a:prstGeom>
        </p:spPr>
        <p:txBody>
          <a:bodyPr wrap="square" lIns="0" rIns="0" rtlCol="0" anchor="b" anchorCtr="0">
            <a:normAutofit/>
          </a:bodyPr>
          <a:lstStyle/>
          <a:p>
            <a:pPr>
              <a:lnSpc>
                <a:spcPts val="900"/>
              </a:lnSpc>
            </a:pPr>
            <a:r>
              <a:rPr lang="en-US" sz="1050" dirty="0"/>
              <a:t>95-99%</a:t>
            </a:r>
            <a:endParaRPr lang="en-US" sz="1050" dirty="0">
              <a:solidFill>
                <a:schemeClr val="tx1"/>
              </a:solidFill>
            </a:endParaRPr>
          </a:p>
        </p:txBody>
      </p:sp>
      <p:sp>
        <p:nvSpPr>
          <p:cNvPr id="87" name="Heptagon 86">
            <a:extLst>
              <a:ext uri="{FF2B5EF4-FFF2-40B4-BE49-F238E27FC236}">
                <a16:creationId xmlns:a16="http://schemas.microsoft.com/office/drawing/2014/main" id="{21D4F5B0-A21D-495E-A2B4-0D34D24370D8}"/>
              </a:ext>
            </a:extLst>
          </p:cNvPr>
          <p:cNvSpPr/>
          <p:nvPr/>
        </p:nvSpPr>
        <p:spPr bwMode="gray">
          <a:xfrm>
            <a:off x="8998722" y="3010297"/>
            <a:ext cx="578447" cy="191675"/>
          </a:xfrm>
          <a:prstGeom prst="heptagon">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800" b="1" dirty="0">
              <a:solidFill>
                <a:schemeClr val="bg1"/>
              </a:solidFill>
            </a:endParaRPr>
          </a:p>
        </p:txBody>
      </p:sp>
      <p:sp>
        <p:nvSpPr>
          <p:cNvPr id="88" name="TextBox 87">
            <a:extLst>
              <a:ext uri="{FF2B5EF4-FFF2-40B4-BE49-F238E27FC236}">
                <a16:creationId xmlns:a16="http://schemas.microsoft.com/office/drawing/2014/main" id="{F748BDD8-0491-462A-A698-DB8D077C1E24}"/>
              </a:ext>
            </a:extLst>
          </p:cNvPr>
          <p:cNvSpPr txBox="1"/>
          <p:nvPr/>
        </p:nvSpPr>
        <p:spPr bwMode="gray">
          <a:xfrm>
            <a:off x="9679855" y="2984064"/>
            <a:ext cx="1863524" cy="237095"/>
          </a:xfrm>
          <a:prstGeom prst="rect">
            <a:avLst/>
          </a:prstGeom>
        </p:spPr>
        <p:txBody>
          <a:bodyPr wrap="square" lIns="0" rIns="0" rtlCol="0" anchor="b" anchorCtr="0">
            <a:normAutofit/>
          </a:bodyPr>
          <a:lstStyle/>
          <a:p>
            <a:pPr>
              <a:lnSpc>
                <a:spcPts val="900"/>
              </a:lnSpc>
            </a:pPr>
            <a:r>
              <a:rPr lang="en-US" sz="1050" dirty="0"/>
              <a:t>100% and above</a:t>
            </a:r>
            <a:endParaRPr lang="en-US" sz="1050" dirty="0">
              <a:solidFill>
                <a:schemeClr val="tx1"/>
              </a:solidFill>
            </a:endParaRPr>
          </a:p>
        </p:txBody>
      </p:sp>
      <p:sp>
        <p:nvSpPr>
          <p:cNvPr id="89" name="Rectangle 88">
            <a:extLst>
              <a:ext uri="{FF2B5EF4-FFF2-40B4-BE49-F238E27FC236}">
                <a16:creationId xmlns:a16="http://schemas.microsoft.com/office/drawing/2014/main" id="{2041A8B6-EB65-4408-A7D6-05D61C441C77}"/>
              </a:ext>
            </a:extLst>
          </p:cNvPr>
          <p:cNvSpPr/>
          <p:nvPr/>
        </p:nvSpPr>
        <p:spPr bwMode="gray">
          <a:xfrm>
            <a:off x="7720916" y="6551596"/>
            <a:ext cx="5534263" cy="262383"/>
          </a:xfrm>
          <a:prstGeom prst="rect">
            <a:avLst/>
          </a:prstGeom>
          <a:noFill/>
          <a:ln w="19050" algn="ctr">
            <a:noFill/>
            <a:miter lim="800000"/>
            <a:headEnd/>
            <a:tailEnd/>
          </a:ln>
          <a:effectLst/>
        </p:spPr>
        <p:txBody>
          <a:bodyPr wrap="square" lIns="88900" tIns="88900" rIns="88900" bIns="88900" rtlCol="0" anchor="ctr"/>
          <a:lstStyle/>
          <a:p>
            <a:pPr algn="just">
              <a:lnSpc>
                <a:spcPct val="106000"/>
              </a:lnSpc>
              <a:spcAft>
                <a:spcPts val="600"/>
              </a:spcAft>
            </a:pPr>
            <a:r>
              <a:rPr lang="en-US" sz="1100" i="1" dirty="0"/>
              <a:t>*Source: APDCL website; Details as on 01</a:t>
            </a:r>
            <a:r>
              <a:rPr lang="en-US" sz="1100" i="1" baseline="30000" dirty="0"/>
              <a:t>st</a:t>
            </a:r>
            <a:r>
              <a:rPr lang="en-US" sz="1100" i="1" dirty="0"/>
              <a:t> May 2021</a:t>
            </a:r>
            <a:endParaRPr lang="en-IN" sz="1100" i="1" dirty="0"/>
          </a:p>
        </p:txBody>
      </p:sp>
      <p:sp>
        <p:nvSpPr>
          <p:cNvPr id="94" name="TextBox 93">
            <a:extLst>
              <a:ext uri="{FF2B5EF4-FFF2-40B4-BE49-F238E27FC236}">
                <a16:creationId xmlns:a16="http://schemas.microsoft.com/office/drawing/2014/main" id="{D23AF1B2-9830-4710-AE94-0815A8E95639}"/>
              </a:ext>
            </a:extLst>
          </p:cNvPr>
          <p:cNvSpPr txBox="1"/>
          <p:nvPr/>
        </p:nvSpPr>
        <p:spPr bwMode="gray">
          <a:xfrm>
            <a:off x="607023" y="749561"/>
            <a:ext cx="2714198" cy="439508"/>
          </a:xfrm>
          <a:prstGeom prst="rect">
            <a:avLst/>
          </a:prstGeom>
          <a:solidFill>
            <a:schemeClr val="bg1"/>
          </a:solidFill>
        </p:spPr>
        <p:txBody>
          <a:bodyPr wrap="square" lIns="0" rIns="0" rtlCol="0" anchor="b" anchorCtr="0">
            <a:noAutofit/>
          </a:bodyPr>
          <a:lstStyle/>
          <a:p>
            <a:pPr algn="ctr"/>
            <a:r>
              <a:rPr lang="en-US" sz="1200" b="1" dirty="0">
                <a:solidFill>
                  <a:schemeClr val="tx1"/>
                </a:solidFill>
                <a:latin typeface="+mj-lt"/>
              </a:rPr>
              <a:t>Division-wise Billing and Collection Efficiency in Assam</a:t>
            </a:r>
          </a:p>
        </p:txBody>
      </p:sp>
      <p:sp>
        <p:nvSpPr>
          <p:cNvPr id="97" name="Rectangle 96">
            <a:extLst>
              <a:ext uri="{FF2B5EF4-FFF2-40B4-BE49-F238E27FC236}">
                <a16:creationId xmlns:a16="http://schemas.microsoft.com/office/drawing/2014/main" id="{0CB6EC1D-099C-435B-82D1-7ECE329FE0B0}"/>
              </a:ext>
            </a:extLst>
          </p:cNvPr>
          <p:cNvSpPr/>
          <p:nvPr/>
        </p:nvSpPr>
        <p:spPr bwMode="gray">
          <a:xfrm>
            <a:off x="6570584" y="5038218"/>
            <a:ext cx="5398885" cy="124866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200" b="1" i="1" dirty="0"/>
              <a:t>Note: </a:t>
            </a:r>
            <a:r>
              <a:rPr lang="en-US" sz="1200" i="1" dirty="0"/>
              <a:t>Overall performance in terms of Billing Efficiency and Collection Efficiency has been good for Assam, with special emphasis to divisions like Guwahati I and II, however there is still significant scope for improvement where smart metering heavily comes into play</a:t>
            </a:r>
          </a:p>
        </p:txBody>
      </p:sp>
    </p:spTree>
    <p:extLst>
      <p:ext uri="{BB962C8B-B14F-4D97-AF65-F5344CB8AC3E}">
        <p14:creationId xmlns:p14="http://schemas.microsoft.com/office/powerpoint/2010/main" val="362708518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ED846-31EA-42B1-87CA-5AF9F3EB4F42}"/>
              </a:ext>
            </a:extLst>
          </p:cNvPr>
          <p:cNvSpPr>
            <a:spLocks noGrp="1"/>
          </p:cNvSpPr>
          <p:nvPr>
            <p:ph type="title"/>
          </p:nvPr>
        </p:nvSpPr>
        <p:spPr>
          <a:xfrm>
            <a:off x="342165" y="273953"/>
            <a:ext cx="11252200" cy="334102"/>
          </a:xfrm>
        </p:spPr>
        <p:txBody>
          <a:bodyPr anchor="t">
            <a:normAutofit/>
          </a:bodyPr>
          <a:lstStyle/>
          <a:p>
            <a:r>
              <a:rPr lang="en-US" b="1" dirty="0"/>
              <a:t>Smart Meter Implementation for APDCL</a:t>
            </a:r>
          </a:p>
        </p:txBody>
      </p:sp>
      <p:sp>
        <p:nvSpPr>
          <p:cNvPr id="70" name="Rectangle 69">
            <a:extLst>
              <a:ext uri="{FF2B5EF4-FFF2-40B4-BE49-F238E27FC236}">
                <a16:creationId xmlns:a16="http://schemas.microsoft.com/office/drawing/2014/main" id="{1B6D19CB-BA09-40D6-A717-441F2CB7319D}"/>
              </a:ext>
            </a:extLst>
          </p:cNvPr>
          <p:cNvSpPr/>
          <p:nvPr/>
        </p:nvSpPr>
        <p:spPr bwMode="gray">
          <a:xfrm>
            <a:off x="479795" y="867320"/>
            <a:ext cx="11252200" cy="499052"/>
          </a:xfrm>
          <a:prstGeom prst="rect">
            <a:avLst/>
          </a:prstGeom>
          <a:solidFill>
            <a:schemeClr val="accent3">
              <a:lumMod val="20000"/>
              <a:lumOff val="80000"/>
            </a:schemeClr>
          </a:solidFill>
          <a:ln w="3175">
            <a:solidFill>
              <a:schemeClr val="tx1"/>
            </a:solidFill>
            <a:prstDash val="lgDashDot"/>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nchorCtr="0"/>
          <a:lstStyle/>
          <a:p>
            <a:pPr>
              <a:lnSpc>
                <a:spcPct val="106000"/>
              </a:lnSpc>
              <a:buFont typeface="Wingdings 2" pitchFamily="18" charset="2"/>
              <a:buNone/>
            </a:pPr>
            <a:r>
              <a:rPr lang="en-US" sz="1400" b="1" dirty="0">
                <a:solidFill>
                  <a:schemeClr val="tx1"/>
                </a:solidFill>
              </a:rPr>
              <a:t>Assam</a:t>
            </a:r>
            <a:r>
              <a:rPr lang="en-US" sz="1400" dirty="0">
                <a:solidFill>
                  <a:schemeClr val="tx1"/>
                </a:solidFill>
              </a:rPr>
              <a:t> is amongst the </a:t>
            </a:r>
            <a:r>
              <a:rPr lang="en-US" sz="1400" b="1" dirty="0">
                <a:solidFill>
                  <a:schemeClr val="tx1"/>
                </a:solidFill>
              </a:rPr>
              <a:t>front-runners in terms of firming up their proposals under the RDSS Scheme</a:t>
            </a:r>
          </a:p>
        </p:txBody>
      </p:sp>
      <p:grpSp>
        <p:nvGrpSpPr>
          <p:cNvPr id="74" name="Group 73">
            <a:extLst>
              <a:ext uri="{FF2B5EF4-FFF2-40B4-BE49-F238E27FC236}">
                <a16:creationId xmlns:a16="http://schemas.microsoft.com/office/drawing/2014/main" id="{EAD57067-E8C2-40BD-A651-3963BB74E3B2}"/>
              </a:ext>
            </a:extLst>
          </p:cNvPr>
          <p:cNvGrpSpPr/>
          <p:nvPr/>
        </p:nvGrpSpPr>
        <p:grpSpPr>
          <a:xfrm>
            <a:off x="204045" y="2189634"/>
            <a:ext cx="11252200" cy="3789452"/>
            <a:chOff x="144224" y="2385401"/>
            <a:chExt cx="11252200" cy="3789452"/>
          </a:xfrm>
        </p:grpSpPr>
        <p:sp>
          <p:nvSpPr>
            <p:cNvPr id="75" name="Rectangle 74">
              <a:extLst>
                <a:ext uri="{FF2B5EF4-FFF2-40B4-BE49-F238E27FC236}">
                  <a16:creationId xmlns:a16="http://schemas.microsoft.com/office/drawing/2014/main" id="{297E8067-3A29-4248-9D32-AAAB4B72B8B3}"/>
                </a:ext>
              </a:extLst>
            </p:cNvPr>
            <p:cNvSpPr/>
            <p:nvPr/>
          </p:nvSpPr>
          <p:spPr bwMode="gray">
            <a:xfrm>
              <a:off x="1336437" y="4138745"/>
              <a:ext cx="8996362" cy="75454"/>
            </a:xfrm>
            <a:prstGeom prst="rect">
              <a:avLst/>
            </a:prstGeom>
            <a:solidFill>
              <a:schemeClr val="bg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79" name="Content Placeholder 2">
              <a:extLst>
                <a:ext uri="{FF2B5EF4-FFF2-40B4-BE49-F238E27FC236}">
                  <a16:creationId xmlns:a16="http://schemas.microsoft.com/office/drawing/2014/main" id="{7A639C2E-C01A-46AD-B887-CC1CCBACFF43}"/>
                </a:ext>
              </a:extLst>
            </p:cNvPr>
            <p:cNvSpPr txBox="1">
              <a:spLocks/>
            </p:cNvSpPr>
            <p:nvPr/>
          </p:nvSpPr>
          <p:spPr>
            <a:xfrm>
              <a:off x="2249037" y="2510019"/>
              <a:ext cx="1847850" cy="161583"/>
            </a:xfrm>
            <a:prstGeom prst="rect">
              <a:avLst/>
            </a:prstGeom>
          </p:spPr>
          <p:txBody>
            <a:bodyPr vert="horz"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50" b="1" dirty="0"/>
                <a:t>Empowers customer</a:t>
              </a:r>
            </a:p>
          </p:txBody>
        </p:sp>
        <p:sp>
          <p:nvSpPr>
            <p:cNvPr id="84" name="Content Placeholder 2">
              <a:extLst>
                <a:ext uri="{FF2B5EF4-FFF2-40B4-BE49-F238E27FC236}">
                  <a16:creationId xmlns:a16="http://schemas.microsoft.com/office/drawing/2014/main" id="{A208F67F-9CDC-4933-BADD-7D154C098B5E}"/>
                </a:ext>
              </a:extLst>
            </p:cNvPr>
            <p:cNvSpPr txBox="1">
              <a:spLocks/>
            </p:cNvSpPr>
            <p:nvPr/>
          </p:nvSpPr>
          <p:spPr>
            <a:xfrm>
              <a:off x="2576361" y="3019679"/>
              <a:ext cx="2644554" cy="323165"/>
            </a:xfrm>
            <a:prstGeom prst="rect">
              <a:avLst/>
            </a:prstGeom>
          </p:spPr>
          <p:txBody>
            <a:bodyPr vert="horz" wrap="square"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50" dirty="0"/>
                <a:t>More customer control over electricity consumption, costs, and bills </a:t>
              </a:r>
            </a:p>
          </p:txBody>
        </p:sp>
        <p:sp>
          <p:nvSpPr>
            <p:cNvPr id="90" name="Content Placeholder 2">
              <a:extLst>
                <a:ext uri="{FF2B5EF4-FFF2-40B4-BE49-F238E27FC236}">
                  <a16:creationId xmlns:a16="http://schemas.microsoft.com/office/drawing/2014/main" id="{B1DCDA3A-D745-4BBC-86E4-014FC36648EF}"/>
                </a:ext>
              </a:extLst>
            </p:cNvPr>
            <p:cNvSpPr txBox="1">
              <a:spLocks/>
            </p:cNvSpPr>
            <p:nvPr/>
          </p:nvSpPr>
          <p:spPr>
            <a:xfrm>
              <a:off x="3122883" y="3483938"/>
              <a:ext cx="2686336" cy="484748"/>
            </a:xfrm>
            <a:prstGeom prst="rect">
              <a:avLst/>
            </a:prstGeom>
          </p:spPr>
          <p:txBody>
            <a:bodyPr vert="horz" wrap="square"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050" dirty="0"/>
                <a:t>Facilitates greater use of new customer tools (e.g., web portals and smart electrical devices) </a:t>
              </a:r>
            </a:p>
          </p:txBody>
        </p:sp>
        <p:sp>
          <p:nvSpPr>
            <p:cNvPr id="91" name="Content Placeholder 2">
              <a:extLst>
                <a:ext uri="{FF2B5EF4-FFF2-40B4-BE49-F238E27FC236}">
                  <a16:creationId xmlns:a16="http://schemas.microsoft.com/office/drawing/2014/main" id="{D46F5146-45E0-4442-8127-0D6208DCE129}"/>
                </a:ext>
              </a:extLst>
            </p:cNvPr>
            <p:cNvSpPr txBox="1">
              <a:spLocks/>
            </p:cNvSpPr>
            <p:nvPr/>
          </p:nvSpPr>
          <p:spPr>
            <a:xfrm>
              <a:off x="956296" y="4594510"/>
              <a:ext cx="3132533" cy="323165"/>
            </a:xfrm>
            <a:prstGeom prst="rect">
              <a:avLst/>
            </a:prstGeom>
          </p:spPr>
          <p:txBody>
            <a:bodyPr vert="horz" wrap="square"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r"/>
              <a:r>
                <a:rPr lang="en-US" sz="1050" dirty="0"/>
                <a:t>Reduces provisional billing and increases estimation accuracy and precision significantly</a:t>
              </a:r>
            </a:p>
          </p:txBody>
        </p:sp>
        <p:sp>
          <p:nvSpPr>
            <p:cNvPr id="92" name="Content Placeholder 2">
              <a:extLst>
                <a:ext uri="{FF2B5EF4-FFF2-40B4-BE49-F238E27FC236}">
                  <a16:creationId xmlns:a16="http://schemas.microsoft.com/office/drawing/2014/main" id="{0C3CE0C2-6B2C-40DB-B539-2A5BC70FF1CE}"/>
                </a:ext>
              </a:extLst>
            </p:cNvPr>
            <p:cNvSpPr txBox="1">
              <a:spLocks/>
            </p:cNvSpPr>
            <p:nvPr/>
          </p:nvSpPr>
          <p:spPr>
            <a:xfrm>
              <a:off x="701933" y="5221819"/>
              <a:ext cx="2650301" cy="323165"/>
            </a:xfrm>
            <a:prstGeom prst="rect">
              <a:avLst/>
            </a:prstGeom>
          </p:spPr>
          <p:txBody>
            <a:bodyPr vert="horz" wrap="square"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r"/>
              <a:r>
                <a:rPr lang="en-US" sz="1050" dirty="0"/>
                <a:t>Remote meter reading using AMI generates more timely, accurate bills</a:t>
              </a:r>
            </a:p>
          </p:txBody>
        </p:sp>
        <p:sp>
          <p:nvSpPr>
            <p:cNvPr id="95" name="Content Placeholder 2">
              <a:extLst>
                <a:ext uri="{FF2B5EF4-FFF2-40B4-BE49-F238E27FC236}">
                  <a16:creationId xmlns:a16="http://schemas.microsoft.com/office/drawing/2014/main" id="{08BB95CF-CE32-4FFC-9F91-D45E0306BAFC}"/>
                </a:ext>
              </a:extLst>
            </p:cNvPr>
            <p:cNvSpPr txBox="1">
              <a:spLocks/>
            </p:cNvSpPr>
            <p:nvPr/>
          </p:nvSpPr>
          <p:spPr>
            <a:xfrm>
              <a:off x="664714" y="5938190"/>
              <a:ext cx="1846263" cy="161583"/>
            </a:xfrm>
            <a:prstGeom prst="rect">
              <a:avLst/>
            </a:prstGeom>
          </p:spPr>
          <p:txBody>
            <a:bodyPr vert="horz" lIns="0" tIns="0" rIns="0" bIns="0" rtlCol="0">
              <a:spAutoFit/>
            </a:bodyPr>
            <a:lst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r"/>
              <a:r>
                <a:rPr lang="en-US" sz="1050" b="1" dirty="0"/>
                <a:t>Remote Meter reading </a:t>
              </a:r>
            </a:p>
          </p:txBody>
        </p:sp>
        <p:grpSp>
          <p:nvGrpSpPr>
            <p:cNvPr id="96" name="Group 95">
              <a:extLst>
                <a:ext uri="{FF2B5EF4-FFF2-40B4-BE49-F238E27FC236}">
                  <a16:creationId xmlns:a16="http://schemas.microsoft.com/office/drawing/2014/main" id="{CE81E848-EA5C-452E-AEA8-02A905F99090}"/>
                </a:ext>
              </a:extLst>
            </p:cNvPr>
            <p:cNvGrpSpPr/>
            <p:nvPr/>
          </p:nvGrpSpPr>
          <p:grpSpPr>
            <a:xfrm>
              <a:off x="144224" y="2709622"/>
              <a:ext cx="1297781" cy="2933700"/>
              <a:chOff x="469900" y="2119312"/>
              <a:chExt cx="1297781" cy="2933700"/>
            </a:xfrm>
          </p:grpSpPr>
          <p:sp>
            <p:nvSpPr>
              <p:cNvPr id="135" name="Freeform 8">
                <a:extLst>
                  <a:ext uri="{FF2B5EF4-FFF2-40B4-BE49-F238E27FC236}">
                    <a16:creationId xmlns:a16="http://schemas.microsoft.com/office/drawing/2014/main" id="{769FAB09-1586-4A80-B540-40566D0460E5}"/>
                  </a:ext>
                </a:extLst>
              </p:cNvPr>
              <p:cNvSpPr/>
              <p:nvPr/>
            </p:nvSpPr>
            <p:spPr bwMode="gray">
              <a:xfrm>
                <a:off x="469900" y="2119312"/>
                <a:ext cx="1297781" cy="1466850"/>
              </a:xfrm>
              <a:custGeom>
                <a:avLst/>
                <a:gdLst>
                  <a:gd name="connsiteX0" fmla="*/ 0 w 1297781"/>
                  <a:gd name="connsiteY0" fmla="*/ 0 h 1466850"/>
                  <a:gd name="connsiteX1" fmla="*/ 1297781 w 1297781"/>
                  <a:gd name="connsiteY1" fmla="*/ 1466850 h 1466850"/>
                  <a:gd name="connsiteX2" fmla="*/ 428268 w 1297781"/>
                  <a:gd name="connsiteY2" fmla="*/ 1466850 h 1466850"/>
                  <a:gd name="connsiteX3" fmla="*/ 0 w 1297781"/>
                  <a:gd name="connsiteY3" fmla="*/ 0 h 1466850"/>
                </a:gdLst>
                <a:ahLst/>
                <a:cxnLst>
                  <a:cxn ang="0">
                    <a:pos x="connsiteX0" y="connsiteY0"/>
                  </a:cxn>
                  <a:cxn ang="0">
                    <a:pos x="connsiteX1" y="connsiteY1"/>
                  </a:cxn>
                  <a:cxn ang="0">
                    <a:pos x="connsiteX2" y="connsiteY2"/>
                  </a:cxn>
                  <a:cxn ang="0">
                    <a:pos x="connsiteX3" y="connsiteY3"/>
                  </a:cxn>
                </a:cxnLst>
                <a:rect l="l" t="t" r="r" b="b"/>
                <a:pathLst>
                  <a:path w="1297781" h="1466850">
                    <a:moveTo>
                      <a:pt x="0" y="0"/>
                    </a:moveTo>
                    <a:lnTo>
                      <a:pt x="1297781" y="1466850"/>
                    </a:lnTo>
                    <a:lnTo>
                      <a:pt x="428268" y="1466850"/>
                    </a:lnTo>
                    <a:lnTo>
                      <a:pt x="0" y="0"/>
                    </a:lnTo>
                    <a:close/>
                  </a:path>
                </a:pathLst>
              </a:cu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36" name="Freeform 10">
                <a:extLst>
                  <a:ext uri="{FF2B5EF4-FFF2-40B4-BE49-F238E27FC236}">
                    <a16:creationId xmlns:a16="http://schemas.microsoft.com/office/drawing/2014/main" id="{65F5C2E4-78A8-4E7A-8CD5-6A491AC408B6}"/>
                  </a:ext>
                </a:extLst>
              </p:cNvPr>
              <p:cNvSpPr/>
              <p:nvPr/>
            </p:nvSpPr>
            <p:spPr bwMode="gray">
              <a:xfrm flipV="1">
                <a:off x="469900" y="3586162"/>
                <a:ext cx="1297781" cy="1466850"/>
              </a:xfrm>
              <a:custGeom>
                <a:avLst/>
                <a:gdLst>
                  <a:gd name="connsiteX0" fmla="*/ 0 w 1297781"/>
                  <a:gd name="connsiteY0" fmla="*/ 0 h 1466850"/>
                  <a:gd name="connsiteX1" fmla="*/ 1297781 w 1297781"/>
                  <a:gd name="connsiteY1" fmla="*/ 1466850 h 1466850"/>
                  <a:gd name="connsiteX2" fmla="*/ 428268 w 1297781"/>
                  <a:gd name="connsiteY2" fmla="*/ 1466850 h 1466850"/>
                  <a:gd name="connsiteX3" fmla="*/ 0 w 1297781"/>
                  <a:gd name="connsiteY3" fmla="*/ 0 h 1466850"/>
                </a:gdLst>
                <a:ahLst/>
                <a:cxnLst>
                  <a:cxn ang="0">
                    <a:pos x="connsiteX0" y="connsiteY0"/>
                  </a:cxn>
                  <a:cxn ang="0">
                    <a:pos x="connsiteX1" y="connsiteY1"/>
                  </a:cxn>
                  <a:cxn ang="0">
                    <a:pos x="connsiteX2" y="connsiteY2"/>
                  </a:cxn>
                  <a:cxn ang="0">
                    <a:pos x="connsiteX3" y="connsiteY3"/>
                  </a:cxn>
                </a:cxnLst>
                <a:rect l="l" t="t" r="r" b="b"/>
                <a:pathLst>
                  <a:path w="1297781" h="1466850">
                    <a:moveTo>
                      <a:pt x="0" y="0"/>
                    </a:moveTo>
                    <a:lnTo>
                      <a:pt x="1297781" y="1466850"/>
                    </a:lnTo>
                    <a:lnTo>
                      <a:pt x="428268" y="1466850"/>
                    </a:lnTo>
                    <a:lnTo>
                      <a:pt x="0" y="0"/>
                    </a:lnTo>
                    <a:close/>
                  </a:path>
                </a:pathLst>
              </a:cu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nvGrpSpPr>
            <p:cNvPr id="98" name="Group 97">
              <a:extLst>
                <a:ext uri="{FF2B5EF4-FFF2-40B4-BE49-F238E27FC236}">
                  <a16:creationId xmlns:a16="http://schemas.microsoft.com/office/drawing/2014/main" id="{4B804C28-9CE2-4AAC-8E36-8CB9C060622F}"/>
                </a:ext>
              </a:extLst>
            </p:cNvPr>
            <p:cNvGrpSpPr/>
            <p:nvPr/>
          </p:nvGrpSpPr>
          <p:grpSpPr>
            <a:xfrm>
              <a:off x="1671301" y="2451317"/>
              <a:ext cx="1790005" cy="1910892"/>
              <a:chOff x="1681162" y="1509713"/>
              <a:chExt cx="1852614" cy="2262186"/>
            </a:xfrm>
          </p:grpSpPr>
          <p:cxnSp>
            <p:nvCxnSpPr>
              <p:cNvPr id="129" name="Straight Connector 128">
                <a:extLst>
                  <a:ext uri="{FF2B5EF4-FFF2-40B4-BE49-F238E27FC236}">
                    <a16:creationId xmlns:a16="http://schemas.microsoft.com/office/drawing/2014/main" id="{99F99619-90D9-4D9A-86A2-6217417ECA2C}"/>
                  </a:ext>
                </a:extLst>
              </p:cNvPr>
              <p:cNvCxnSpPr/>
              <p:nvPr/>
            </p:nvCxnSpPr>
            <p:spPr>
              <a:xfrm flipH="1" flipV="1">
                <a:off x="1828800" y="1657350"/>
                <a:ext cx="1476375" cy="18859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30" name="Group 129">
                <a:extLst>
                  <a:ext uri="{FF2B5EF4-FFF2-40B4-BE49-F238E27FC236}">
                    <a16:creationId xmlns:a16="http://schemas.microsoft.com/office/drawing/2014/main" id="{863973FC-EC1F-4C47-A280-2C3DFE6ED175}"/>
                  </a:ext>
                </a:extLst>
              </p:cNvPr>
              <p:cNvGrpSpPr/>
              <p:nvPr/>
            </p:nvGrpSpPr>
            <p:grpSpPr>
              <a:xfrm>
                <a:off x="1681162" y="1509713"/>
                <a:ext cx="1852614" cy="2262186"/>
                <a:chOff x="1681162" y="1509713"/>
                <a:chExt cx="1852614" cy="2262186"/>
              </a:xfrm>
              <a:solidFill>
                <a:srgbClr val="6FC2B4"/>
              </a:solidFill>
            </p:grpSpPr>
            <p:sp>
              <p:nvSpPr>
                <p:cNvPr id="131" name="Oval 130">
                  <a:extLst>
                    <a:ext uri="{FF2B5EF4-FFF2-40B4-BE49-F238E27FC236}">
                      <a16:creationId xmlns:a16="http://schemas.microsoft.com/office/drawing/2014/main" id="{90957862-845A-4E79-8277-E1946CAA0C99}"/>
                    </a:ext>
                  </a:extLst>
                </p:cNvPr>
                <p:cNvSpPr/>
                <p:nvPr/>
              </p:nvSpPr>
              <p:spPr bwMode="gray">
                <a:xfrm>
                  <a:off x="3162301" y="3400424"/>
                  <a:ext cx="371475" cy="3714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D</a:t>
                  </a:r>
                </a:p>
              </p:txBody>
            </p:sp>
            <p:sp>
              <p:nvSpPr>
                <p:cNvPr id="132" name="Oval 131">
                  <a:extLst>
                    <a:ext uri="{FF2B5EF4-FFF2-40B4-BE49-F238E27FC236}">
                      <a16:creationId xmlns:a16="http://schemas.microsoft.com/office/drawing/2014/main" id="{3754A505-3241-424D-AB24-C3DBB7154B1D}"/>
                    </a:ext>
                  </a:extLst>
                </p:cNvPr>
                <p:cNvSpPr/>
                <p:nvPr/>
              </p:nvSpPr>
              <p:spPr bwMode="gray">
                <a:xfrm>
                  <a:off x="1681162" y="1509713"/>
                  <a:ext cx="295276" cy="295274"/>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altLang="zh-CN" sz="1050" dirty="0">
                      <a:solidFill>
                        <a:schemeClr val="bg1"/>
                      </a:solidFill>
                    </a:rPr>
                    <a:t>4</a:t>
                  </a:r>
                  <a:endParaRPr lang="en-US" sz="1050" dirty="0">
                    <a:solidFill>
                      <a:schemeClr val="bg1"/>
                    </a:solidFill>
                  </a:endParaRPr>
                </a:p>
              </p:txBody>
            </p:sp>
            <p:sp>
              <p:nvSpPr>
                <p:cNvPr id="133" name="Oval 132">
                  <a:extLst>
                    <a:ext uri="{FF2B5EF4-FFF2-40B4-BE49-F238E27FC236}">
                      <a16:creationId xmlns:a16="http://schemas.microsoft.com/office/drawing/2014/main" id="{F0B80837-7E3B-4113-97F2-62AA07B7C487}"/>
                    </a:ext>
                  </a:extLst>
                </p:cNvPr>
                <p:cNvSpPr/>
                <p:nvPr/>
              </p:nvSpPr>
              <p:spPr bwMode="gray">
                <a:xfrm>
                  <a:off x="2276476" y="2241549"/>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34" name="Oval 133">
                  <a:extLst>
                    <a:ext uri="{FF2B5EF4-FFF2-40B4-BE49-F238E27FC236}">
                      <a16:creationId xmlns:a16="http://schemas.microsoft.com/office/drawing/2014/main" id="{95CEFEE6-CE9C-4B7C-9694-519E1A9B1A52}"/>
                    </a:ext>
                  </a:extLst>
                </p:cNvPr>
                <p:cNvSpPr/>
                <p:nvPr/>
              </p:nvSpPr>
              <p:spPr bwMode="gray">
                <a:xfrm>
                  <a:off x="2719389" y="2820986"/>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grpSp>
          <p:nvGrpSpPr>
            <p:cNvPr id="99" name="Group 98">
              <a:extLst>
                <a:ext uri="{FF2B5EF4-FFF2-40B4-BE49-F238E27FC236}">
                  <a16:creationId xmlns:a16="http://schemas.microsoft.com/office/drawing/2014/main" id="{31D89953-CC5F-466F-92A4-4092AE19CB2D}"/>
                </a:ext>
              </a:extLst>
            </p:cNvPr>
            <p:cNvGrpSpPr/>
            <p:nvPr/>
          </p:nvGrpSpPr>
          <p:grpSpPr>
            <a:xfrm>
              <a:off x="5183744" y="2385401"/>
              <a:ext cx="1882775" cy="1976808"/>
              <a:chOff x="5529262" y="1509713"/>
              <a:chExt cx="1852614" cy="2262186"/>
            </a:xfrm>
          </p:grpSpPr>
          <p:cxnSp>
            <p:nvCxnSpPr>
              <p:cNvPr id="123" name="Straight Connector 122">
                <a:extLst>
                  <a:ext uri="{FF2B5EF4-FFF2-40B4-BE49-F238E27FC236}">
                    <a16:creationId xmlns:a16="http://schemas.microsoft.com/office/drawing/2014/main" id="{EFB74B95-940A-4401-AAF0-584F59C9239F}"/>
                  </a:ext>
                </a:extLst>
              </p:cNvPr>
              <p:cNvCxnSpPr/>
              <p:nvPr/>
            </p:nvCxnSpPr>
            <p:spPr>
              <a:xfrm flipH="1" flipV="1">
                <a:off x="5676900" y="1657350"/>
                <a:ext cx="1476375" cy="18859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24" name="Group 123">
                <a:extLst>
                  <a:ext uri="{FF2B5EF4-FFF2-40B4-BE49-F238E27FC236}">
                    <a16:creationId xmlns:a16="http://schemas.microsoft.com/office/drawing/2014/main" id="{023C770C-F22C-4B30-8F23-A11A97EA9EB9}"/>
                  </a:ext>
                </a:extLst>
              </p:cNvPr>
              <p:cNvGrpSpPr/>
              <p:nvPr/>
            </p:nvGrpSpPr>
            <p:grpSpPr>
              <a:xfrm>
                <a:off x="5529262" y="1509713"/>
                <a:ext cx="1852614" cy="2262186"/>
                <a:chOff x="1681162" y="1509713"/>
                <a:chExt cx="1852614" cy="2262186"/>
              </a:xfrm>
              <a:solidFill>
                <a:schemeClr val="accent1"/>
              </a:solidFill>
            </p:grpSpPr>
            <p:sp>
              <p:nvSpPr>
                <p:cNvPr id="125" name="Oval 124">
                  <a:extLst>
                    <a:ext uri="{FF2B5EF4-FFF2-40B4-BE49-F238E27FC236}">
                      <a16:creationId xmlns:a16="http://schemas.microsoft.com/office/drawing/2014/main" id="{17B398D2-C137-4092-8AA2-DE2FAE07DEDA}"/>
                    </a:ext>
                  </a:extLst>
                </p:cNvPr>
                <p:cNvSpPr/>
                <p:nvPr/>
              </p:nvSpPr>
              <p:spPr bwMode="gray">
                <a:xfrm>
                  <a:off x="3162301" y="3400424"/>
                  <a:ext cx="371475" cy="3714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B</a:t>
                  </a:r>
                </a:p>
              </p:txBody>
            </p:sp>
            <p:sp>
              <p:nvSpPr>
                <p:cNvPr id="126" name="Oval 125">
                  <a:extLst>
                    <a:ext uri="{FF2B5EF4-FFF2-40B4-BE49-F238E27FC236}">
                      <a16:creationId xmlns:a16="http://schemas.microsoft.com/office/drawing/2014/main" id="{0DB34007-76C7-464E-876F-32A8BE58962E}"/>
                    </a:ext>
                  </a:extLst>
                </p:cNvPr>
                <p:cNvSpPr/>
                <p:nvPr/>
              </p:nvSpPr>
              <p:spPr bwMode="gray">
                <a:xfrm>
                  <a:off x="1681162" y="1509713"/>
                  <a:ext cx="295276" cy="295274"/>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altLang="zh-CN" sz="1050" dirty="0">
                      <a:solidFill>
                        <a:schemeClr val="bg1"/>
                      </a:solidFill>
                    </a:rPr>
                    <a:t>2</a:t>
                  </a:r>
                  <a:endParaRPr lang="en-US" sz="1050" dirty="0">
                    <a:solidFill>
                      <a:schemeClr val="bg1"/>
                    </a:solidFill>
                  </a:endParaRPr>
                </a:p>
              </p:txBody>
            </p:sp>
            <p:sp>
              <p:nvSpPr>
                <p:cNvPr id="127" name="Oval 126">
                  <a:extLst>
                    <a:ext uri="{FF2B5EF4-FFF2-40B4-BE49-F238E27FC236}">
                      <a16:creationId xmlns:a16="http://schemas.microsoft.com/office/drawing/2014/main" id="{F0B12752-4195-460F-80D5-981E7E62F93D}"/>
                    </a:ext>
                  </a:extLst>
                </p:cNvPr>
                <p:cNvSpPr/>
                <p:nvPr/>
              </p:nvSpPr>
              <p:spPr bwMode="gray">
                <a:xfrm>
                  <a:off x="2276476" y="2241549"/>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28" name="Oval 127">
                  <a:extLst>
                    <a:ext uri="{FF2B5EF4-FFF2-40B4-BE49-F238E27FC236}">
                      <a16:creationId xmlns:a16="http://schemas.microsoft.com/office/drawing/2014/main" id="{B4BD33FA-3A92-4E51-9DB2-B2CDDCAFFC04}"/>
                    </a:ext>
                  </a:extLst>
                </p:cNvPr>
                <p:cNvSpPr/>
                <p:nvPr/>
              </p:nvSpPr>
              <p:spPr bwMode="gray">
                <a:xfrm>
                  <a:off x="2719389" y="2820986"/>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grpSp>
          <p:nvGrpSpPr>
            <p:cNvPr id="100" name="Group 99">
              <a:extLst>
                <a:ext uri="{FF2B5EF4-FFF2-40B4-BE49-F238E27FC236}">
                  <a16:creationId xmlns:a16="http://schemas.microsoft.com/office/drawing/2014/main" id="{4AA39FB9-BD6F-4EC3-94F9-66D780EB0D32}"/>
                </a:ext>
              </a:extLst>
            </p:cNvPr>
            <p:cNvGrpSpPr/>
            <p:nvPr/>
          </p:nvGrpSpPr>
          <p:grpSpPr>
            <a:xfrm>
              <a:off x="2727744" y="3985224"/>
              <a:ext cx="2536962" cy="2189629"/>
              <a:chOff x="3871937" y="3394914"/>
              <a:chExt cx="1814490" cy="2262186"/>
            </a:xfrm>
          </p:grpSpPr>
          <p:cxnSp>
            <p:nvCxnSpPr>
              <p:cNvPr id="117" name="Straight Connector 116">
                <a:extLst>
                  <a:ext uri="{FF2B5EF4-FFF2-40B4-BE49-F238E27FC236}">
                    <a16:creationId xmlns:a16="http://schemas.microsoft.com/office/drawing/2014/main" id="{0FAD879E-BCD9-41C0-BF23-E1C5B9CC20B2}"/>
                  </a:ext>
                </a:extLst>
              </p:cNvPr>
              <p:cNvCxnSpPr/>
              <p:nvPr/>
            </p:nvCxnSpPr>
            <p:spPr>
              <a:xfrm flipH="1">
                <a:off x="3981451" y="3623514"/>
                <a:ext cx="1476375" cy="18859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12F71386-DBF8-49FE-8F8A-5A244066CF38}"/>
                  </a:ext>
                </a:extLst>
              </p:cNvPr>
              <p:cNvGrpSpPr/>
              <p:nvPr/>
            </p:nvGrpSpPr>
            <p:grpSpPr>
              <a:xfrm>
                <a:off x="3871937" y="3394914"/>
                <a:ext cx="1814490" cy="2262186"/>
                <a:chOff x="3871937" y="3394914"/>
                <a:chExt cx="1814490" cy="2262186"/>
              </a:xfrm>
              <a:solidFill>
                <a:schemeClr val="accent6"/>
              </a:solidFill>
            </p:grpSpPr>
            <p:sp>
              <p:nvSpPr>
                <p:cNvPr id="119" name="Oval 118">
                  <a:extLst>
                    <a:ext uri="{FF2B5EF4-FFF2-40B4-BE49-F238E27FC236}">
                      <a16:creationId xmlns:a16="http://schemas.microsoft.com/office/drawing/2014/main" id="{3BAB2FAC-C6EE-4D74-93EB-92246C5FE4B9}"/>
                    </a:ext>
                  </a:extLst>
                </p:cNvPr>
                <p:cNvSpPr/>
                <p:nvPr/>
              </p:nvSpPr>
              <p:spPr bwMode="gray">
                <a:xfrm rot="10800000" flipV="1">
                  <a:off x="5314952" y="3394914"/>
                  <a:ext cx="371475" cy="3714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C</a:t>
                  </a:r>
                </a:p>
              </p:txBody>
            </p:sp>
            <p:sp>
              <p:nvSpPr>
                <p:cNvPr id="120" name="Oval 119">
                  <a:extLst>
                    <a:ext uri="{FF2B5EF4-FFF2-40B4-BE49-F238E27FC236}">
                      <a16:creationId xmlns:a16="http://schemas.microsoft.com/office/drawing/2014/main" id="{EF5FCDDA-6228-41CF-A0AD-7DD52B31F2BB}"/>
                    </a:ext>
                  </a:extLst>
                </p:cNvPr>
                <p:cNvSpPr/>
                <p:nvPr/>
              </p:nvSpPr>
              <p:spPr bwMode="gray">
                <a:xfrm rot="10800000" flipV="1">
                  <a:off x="3871937" y="5361826"/>
                  <a:ext cx="257152" cy="295274"/>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altLang="zh-CN" sz="1050" dirty="0">
                      <a:solidFill>
                        <a:schemeClr val="bg1"/>
                      </a:solidFill>
                    </a:rPr>
                    <a:t>3</a:t>
                  </a:r>
                  <a:endParaRPr lang="en-US" sz="1050" dirty="0">
                    <a:solidFill>
                      <a:schemeClr val="bg1"/>
                    </a:solidFill>
                  </a:endParaRPr>
                </a:p>
              </p:txBody>
            </p:sp>
            <p:sp>
              <p:nvSpPr>
                <p:cNvPr id="121" name="Oval 120">
                  <a:extLst>
                    <a:ext uri="{FF2B5EF4-FFF2-40B4-BE49-F238E27FC236}">
                      <a16:creationId xmlns:a16="http://schemas.microsoft.com/office/drawing/2014/main" id="{73A87583-55D3-49BB-AECB-7D319B7AD7CA}"/>
                    </a:ext>
                  </a:extLst>
                </p:cNvPr>
                <p:cNvSpPr/>
                <p:nvPr/>
              </p:nvSpPr>
              <p:spPr bwMode="gray">
                <a:xfrm flipV="1">
                  <a:off x="4429127" y="4782389"/>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22" name="Oval 121">
                  <a:extLst>
                    <a:ext uri="{FF2B5EF4-FFF2-40B4-BE49-F238E27FC236}">
                      <a16:creationId xmlns:a16="http://schemas.microsoft.com/office/drawing/2014/main" id="{AC162B16-1750-47F0-9736-550E28C0770D}"/>
                    </a:ext>
                  </a:extLst>
                </p:cNvPr>
                <p:cNvSpPr/>
                <p:nvPr/>
              </p:nvSpPr>
              <p:spPr bwMode="gray">
                <a:xfrm flipV="1">
                  <a:off x="4872040" y="4202952"/>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grpSp>
          <p:nvGrpSpPr>
            <p:cNvPr id="101" name="Group 100">
              <a:extLst>
                <a:ext uri="{FF2B5EF4-FFF2-40B4-BE49-F238E27FC236}">
                  <a16:creationId xmlns:a16="http://schemas.microsoft.com/office/drawing/2014/main" id="{59803D0A-B92B-480B-9243-013C9C16DFEA}"/>
                </a:ext>
              </a:extLst>
            </p:cNvPr>
            <p:cNvGrpSpPr/>
            <p:nvPr/>
          </p:nvGrpSpPr>
          <p:grpSpPr>
            <a:xfrm>
              <a:off x="6804112" y="3985224"/>
              <a:ext cx="2064220" cy="2189629"/>
              <a:chOff x="7086599" y="3394914"/>
              <a:chExt cx="1852614" cy="2262186"/>
            </a:xfrm>
          </p:grpSpPr>
          <p:cxnSp>
            <p:nvCxnSpPr>
              <p:cNvPr id="111" name="Straight Connector 110">
                <a:extLst>
                  <a:ext uri="{FF2B5EF4-FFF2-40B4-BE49-F238E27FC236}">
                    <a16:creationId xmlns:a16="http://schemas.microsoft.com/office/drawing/2014/main" id="{AD1F406F-A0A9-47F5-9DEC-1C61479915B8}"/>
                  </a:ext>
                </a:extLst>
              </p:cNvPr>
              <p:cNvCxnSpPr/>
              <p:nvPr/>
            </p:nvCxnSpPr>
            <p:spPr>
              <a:xfrm flipH="1">
                <a:off x="7234237" y="3623514"/>
                <a:ext cx="1476375" cy="18859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51D46AD4-6C05-4949-8465-1FC04F1D5770}"/>
                  </a:ext>
                </a:extLst>
              </p:cNvPr>
              <p:cNvGrpSpPr/>
              <p:nvPr/>
            </p:nvGrpSpPr>
            <p:grpSpPr>
              <a:xfrm>
                <a:off x="7086599" y="3394914"/>
                <a:ext cx="1852614" cy="2262186"/>
                <a:chOff x="3833813" y="3394914"/>
                <a:chExt cx="1852614" cy="2262186"/>
              </a:xfrm>
              <a:solidFill>
                <a:schemeClr val="accent3"/>
              </a:solidFill>
            </p:grpSpPr>
            <p:sp>
              <p:nvSpPr>
                <p:cNvPr id="113" name="Oval 112">
                  <a:extLst>
                    <a:ext uri="{FF2B5EF4-FFF2-40B4-BE49-F238E27FC236}">
                      <a16:creationId xmlns:a16="http://schemas.microsoft.com/office/drawing/2014/main" id="{04A26B83-903D-4807-89BF-E1E85E3FAA95}"/>
                    </a:ext>
                  </a:extLst>
                </p:cNvPr>
                <p:cNvSpPr/>
                <p:nvPr/>
              </p:nvSpPr>
              <p:spPr bwMode="gray">
                <a:xfrm rot="10800000" flipV="1">
                  <a:off x="5314952" y="3394914"/>
                  <a:ext cx="371475" cy="3714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A</a:t>
                  </a:r>
                </a:p>
              </p:txBody>
            </p:sp>
            <p:sp>
              <p:nvSpPr>
                <p:cNvPr id="114" name="Oval 113">
                  <a:extLst>
                    <a:ext uri="{FF2B5EF4-FFF2-40B4-BE49-F238E27FC236}">
                      <a16:creationId xmlns:a16="http://schemas.microsoft.com/office/drawing/2014/main" id="{37A40EA0-6A78-465E-958B-3D98E1D38153}"/>
                    </a:ext>
                  </a:extLst>
                </p:cNvPr>
                <p:cNvSpPr/>
                <p:nvPr/>
              </p:nvSpPr>
              <p:spPr bwMode="gray">
                <a:xfrm rot="10800000" flipV="1">
                  <a:off x="3833813" y="5361826"/>
                  <a:ext cx="295276" cy="295274"/>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dirty="0">
                      <a:solidFill>
                        <a:schemeClr val="bg1"/>
                      </a:solidFill>
                    </a:rPr>
                    <a:t>1</a:t>
                  </a:r>
                </a:p>
              </p:txBody>
            </p:sp>
            <p:sp>
              <p:nvSpPr>
                <p:cNvPr id="115" name="Oval 114">
                  <a:extLst>
                    <a:ext uri="{FF2B5EF4-FFF2-40B4-BE49-F238E27FC236}">
                      <a16:creationId xmlns:a16="http://schemas.microsoft.com/office/drawing/2014/main" id="{FAABD088-87CB-4678-9043-F81C0B9EB385}"/>
                    </a:ext>
                  </a:extLst>
                </p:cNvPr>
                <p:cNvSpPr/>
                <p:nvPr/>
              </p:nvSpPr>
              <p:spPr bwMode="gray">
                <a:xfrm flipV="1">
                  <a:off x="4429127" y="4782389"/>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sp>
              <p:nvSpPr>
                <p:cNvPr id="116" name="Oval 115">
                  <a:extLst>
                    <a:ext uri="{FF2B5EF4-FFF2-40B4-BE49-F238E27FC236}">
                      <a16:creationId xmlns:a16="http://schemas.microsoft.com/office/drawing/2014/main" id="{C6E1E5AF-C089-4F29-B8EB-DBFE0BDCA3B4}"/>
                    </a:ext>
                  </a:extLst>
                </p:cNvPr>
                <p:cNvSpPr/>
                <p:nvPr/>
              </p:nvSpPr>
              <p:spPr bwMode="gray">
                <a:xfrm flipV="1">
                  <a:off x="4872040" y="4202952"/>
                  <a:ext cx="142875" cy="142875"/>
                </a:xfrm>
                <a:prstGeom prst="ellipse">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50" b="1" dirty="0">
                    <a:solidFill>
                      <a:schemeClr val="bg1"/>
                    </a:solidFill>
                  </a:endParaRPr>
                </a:p>
              </p:txBody>
            </p:sp>
          </p:grpSp>
        </p:grpSp>
        <p:grpSp>
          <p:nvGrpSpPr>
            <p:cNvPr id="102" name="Group 101">
              <a:extLst>
                <a:ext uri="{FF2B5EF4-FFF2-40B4-BE49-F238E27FC236}">
                  <a16:creationId xmlns:a16="http://schemas.microsoft.com/office/drawing/2014/main" id="{37B957FC-AA16-49A0-B3B9-F155C2CFD738}"/>
                </a:ext>
              </a:extLst>
            </p:cNvPr>
            <p:cNvGrpSpPr/>
            <p:nvPr/>
          </p:nvGrpSpPr>
          <p:grpSpPr>
            <a:xfrm>
              <a:off x="9196149" y="2595321"/>
              <a:ext cx="2200275" cy="3162302"/>
              <a:chOff x="8491538" y="2005011"/>
              <a:chExt cx="2200275" cy="3162302"/>
            </a:xfrm>
          </p:grpSpPr>
          <p:sp>
            <p:nvSpPr>
              <p:cNvPr id="109" name="Parallelogram 108">
                <a:extLst>
                  <a:ext uri="{FF2B5EF4-FFF2-40B4-BE49-F238E27FC236}">
                    <a16:creationId xmlns:a16="http://schemas.microsoft.com/office/drawing/2014/main" id="{417D1BF5-819E-4667-97ED-895DF7ED30B3}"/>
                  </a:ext>
                </a:extLst>
              </p:cNvPr>
              <p:cNvSpPr/>
              <p:nvPr/>
            </p:nvSpPr>
            <p:spPr bwMode="gray">
              <a:xfrm>
                <a:off x="8491538" y="3586162"/>
                <a:ext cx="2200275" cy="1581151"/>
              </a:xfrm>
              <a:prstGeom prst="parallelogram">
                <a:avLst>
                  <a:gd name="adj" fmla="val 62952"/>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10" name="Parallelogram 109">
                <a:extLst>
                  <a:ext uri="{FF2B5EF4-FFF2-40B4-BE49-F238E27FC236}">
                    <a16:creationId xmlns:a16="http://schemas.microsoft.com/office/drawing/2014/main" id="{45E3197A-074C-42A4-B6CE-EC7C3D4354C9}"/>
                  </a:ext>
                </a:extLst>
              </p:cNvPr>
              <p:cNvSpPr/>
              <p:nvPr/>
            </p:nvSpPr>
            <p:spPr bwMode="gray">
              <a:xfrm flipV="1">
                <a:off x="8491538" y="2005011"/>
                <a:ext cx="2200275" cy="1581152"/>
              </a:xfrm>
              <a:prstGeom prst="parallelogram">
                <a:avLst>
                  <a:gd name="adj" fmla="val 62952"/>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103" name="Content Placeholder 2">
              <a:extLst>
                <a:ext uri="{FF2B5EF4-FFF2-40B4-BE49-F238E27FC236}">
                  <a16:creationId xmlns:a16="http://schemas.microsoft.com/office/drawing/2014/main" id="{E9E8F4D9-0124-4F2E-89BF-5594B2B5EA7D}"/>
                </a:ext>
              </a:extLst>
            </p:cNvPr>
            <p:cNvSpPr txBox="1">
              <a:spLocks/>
            </p:cNvSpPr>
            <p:nvPr/>
          </p:nvSpPr>
          <p:spPr>
            <a:xfrm>
              <a:off x="4679309" y="4683761"/>
              <a:ext cx="3132533" cy="323165"/>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r"/>
              <a:r>
                <a:rPr lang="en-US" sz="1050" dirty="0"/>
                <a:t>Help vigilance team take informed decision on loss prevention drives</a:t>
              </a:r>
            </a:p>
          </p:txBody>
        </p:sp>
        <p:sp>
          <p:nvSpPr>
            <p:cNvPr id="104" name="Content Placeholder 2">
              <a:extLst>
                <a:ext uri="{FF2B5EF4-FFF2-40B4-BE49-F238E27FC236}">
                  <a16:creationId xmlns:a16="http://schemas.microsoft.com/office/drawing/2014/main" id="{60E5895C-F0F3-4A68-A47E-8CF7274EECDA}"/>
                </a:ext>
              </a:extLst>
            </p:cNvPr>
            <p:cNvSpPr txBox="1">
              <a:spLocks/>
            </p:cNvSpPr>
            <p:nvPr/>
          </p:nvSpPr>
          <p:spPr>
            <a:xfrm>
              <a:off x="4593196" y="5330585"/>
              <a:ext cx="2859086" cy="161583"/>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r"/>
              <a:r>
                <a:rPr lang="en-US" sz="1050" dirty="0"/>
                <a:t>Identify areas/DTR with high losses</a:t>
              </a:r>
            </a:p>
          </p:txBody>
        </p:sp>
        <p:sp>
          <p:nvSpPr>
            <p:cNvPr id="105" name="Content Placeholder 2">
              <a:extLst>
                <a:ext uri="{FF2B5EF4-FFF2-40B4-BE49-F238E27FC236}">
                  <a16:creationId xmlns:a16="http://schemas.microsoft.com/office/drawing/2014/main" id="{347B9ECC-C9ED-4253-A076-C84012892FA9}"/>
                </a:ext>
              </a:extLst>
            </p:cNvPr>
            <p:cNvSpPr txBox="1">
              <a:spLocks/>
            </p:cNvSpPr>
            <p:nvPr/>
          </p:nvSpPr>
          <p:spPr>
            <a:xfrm>
              <a:off x="4479074" y="5938190"/>
              <a:ext cx="2217340" cy="167992"/>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r"/>
              <a:r>
                <a:rPr lang="en-US" sz="1050" b="1" dirty="0"/>
                <a:t>Reduction in theft of Power</a:t>
              </a:r>
            </a:p>
          </p:txBody>
        </p:sp>
        <p:sp>
          <p:nvSpPr>
            <p:cNvPr id="106" name="Content Placeholder 2">
              <a:extLst>
                <a:ext uri="{FF2B5EF4-FFF2-40B4-BE49-F238E27FC236}">
                  <a16:creationId xmlns:a16="http://schemas.microsoft.com/office/drawing/2014/main" id="{85C427D5-75EA-4416-89B1-741E290F5BAF}"/>
                </a:ext>
              </a:extLst>
            </p:cNvPr>
            <p:cNvSpPr txBox="1">
              <a:spLocks/>
            </p:cNvSpPr>
            <p:nvPr/>
          </p:nvSpPr>
          <p:spPr>
            <a:xfrm>
              <a:off x="5633869" y="2451317"/>
              <a:ext cx="2657220" cy="161583"/>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b="1" dirty="0"/>
                <a:t>Disconnection &amp; reconnection </a:t>
              </a:r>
            </a:p>
          </p:txBody>
        </p:sp>
        <p:sp>
          <p:nvSpPr>
            <p:cNvPr id="107" name="Content Placeholder 2">
              <a:extLst>
                <a:ext uri="{FF2B5EF4-FFF2-40B4-BE49-F238E27FC236}">
                  <a16:creationId xmlns:a16="http://schemas.microsoft.com/office/drawing/2014/main" id="{EA271AE2-6974-41D3-A079-7191056F7429}"/>
                </a:ext>
              </a:extLst>
            </p:cNvPr>
            <p:cNvSpPr txBox="1">
              <a:spLocks/>
            </p:cNvSpPr>
            <p:nvPr/>
          </p:nvSpPr>
          <p:spPr>
            <a:xfrm>
              <a:off x="6143387" y="2819160"/>
              <a:ext cx="2950510" cy="323165"/>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dirty="0"/>
                <a:t>Remote disconnection to help in faster recovery of dues</a:t>
              </a:r>
            </a:p>
          </p:txBody>
        </p:sp>
        <p:sp>
          <p:nvSpPr>
            <p:cNvPr id="108" name="Content Placeholder 2">
              <a:extLst>
                <a:ext uri="{FF2B5EF4-FFF2-40B4-BE49-F238E27FC236}">
                  <a16:creationId xmlns:a16="http://schemas.microsoft.com/office/drawing/2014/main" id="{F69A225B-FF4E-4EE7-884E-35BE031EF6BA}"/>
                </a:ext>
              </a:extLst>
            </p:cNvPr>
            <p:cNvSpPr txBox="1">
              <a:spLocks/>
            </p:cNvSpPr>
            <p:nvPr/>
          </p:nvSpPr>
          <p:spPr>
            <a:xfrm>
              <a:off x="6614874" y="3366848"/>
              <a:ext cx="2950510" cy="484748"/>
            </a:xfrm>
            <a:prstGeom prst="rect">
              <a:avLst/>
            </a:prstGeom>
          </p:spPr>
          <p:txBody>
            <a:bodyPr vert="horz" wrap="square" lIns="0" tIns="0" rIns="0" bIns="0" rtlCol="0">
              <a:sp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1050" dirty="0"/>
                <a:t>Remote re-connection will help in short turn around time for reconnection after dues are paid</a:t>
              </a:r>
            </a:p>
          </p:txBody>
        </p:sp>
      </p:grpSp>
      <p:sp>
        <p:nvSpPr>
          <p:cNvPr id="137" name="Rectangle 136">
            <a:extLst>
              <a:ext uri="{FF2B5EF4-FFF2-40B4-BE49-F238E27FC236}">
                <a16:creationId xmlns:a16="http://schemas.microsoft.com/office/drawing/2014/main" id="{9BD5639C-7F65-4FA3-AA07-B9AFCCE112E8}"/>
              </a:ext>
            </a:extLst>
          </p:cNvPr>
          <p:cNvSpPr/>
          <p:nvPr/>
        </p:nvSpPr>
        <p:spPr bwMode="gray">
          <a:xfrm>
            <a:off x="11456245" y="1323118"/>
            <a:ext cx="491554" cy="5152804"/>
          </a:xfrm>
          <a:prstGeom prst="rect">
            <a:avLst/>
          </a:prstGeom>
          <a:ln w="12700">
            <a:noFill/>
            <a:headEnd/>
            <a:tailEnd/>
          </a:ln>
        </p:spPr>
        <p:style>
          <a:lnRef idx="2">
            <a:schemeClr val="accent2"/>
          </a:lnRef>
          <a:fillRef idx="1">
            <a:schemeClr val="lt1"/>
          </a:fillRef>
          <a:effectRef idx="0">
            <a:schemeClr val="accent2"/>
          </a:effectRef>
          <a:fontRef idx="minor">
            <a:schemeClr val="dk1"/>
          </a:fontRef>
        </p:style>
        <p:txBody>
          <a:bodyPr vert="vert270" wrap="square" lIns="88900" tIns="88900" rIns="88900" bIns="88900" rtlCol="0" anchor="ctr"/>
          <a:lstStyle/>
          <a:p>
            <a:pPr algn="ctr">
              <a:lnSpc>
                <a:spcPct val="106000"/>
              </a:lnSpc>
              <a:buFont typeface="Wingdings 2" pitchFamily="18" charset="2"/>
              <a:buNone/>
            </a:pPr>
            <a:r>
              <a:rPr lang="en-US" sz="1400" b="1" dirty="0">
                <a:solidFill>
                  <a:schemeClr val="accent2">
                    <a:lumMod val="75000"/>
                  </a:schemeClr>
                </a:solidFill>
              </a:rPr>
              <a:t>Reduce Losses and improve operational efficiencies</a:t>
            </a:r>
          </a:p>
        </p:txBody>
      </p:sp>
      <p:cxnSp>
        <p:nvCxnSpPr>
          <p:cNvPr id="145" name="Straight Connector 144">
            <a:extLst>
              <a:ext uri="{FF2B5EF4-FFF2-40B4-BE49-F238E27FC236}">
                <a16:creationId xmlns:a16="http://schemas.microsoft.com/office/drawing/2014/main" id="{FA58D644-A3D8-4371-9779-14A6079D9122}"/>
              </a:ext>
            </a:extLst>
          </p:cNvPr>
          <p:cNvCxnSpPr>
            <a:cxnSpLocks/>
          </p:cNvCxnSpPr>
          <p:nvPr/>
        </p:nvCxnSpPr>
        <p:spPr>
          <a:xfrm>
            <a:off x="3878722" y="1941074"/>
            <a:ext cx="36483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0B1E54CB-04F0-4CA0-991A-5BB2116DC7E8}"/>
              </a:ext>
            </a:extLst>
          </p:cNvPr>
          <p:cNvSpPr txBox="1"/>
          <p:nvPr/>
        </p:nvSpPr>
        <p:spPr bwMode="gray">
          <a:xfrm>
            <a:off x="4289841" y="1918306"/>
            <a:ext cx="2749025" cy="163697"/>
          </a:xfrm>
          <a:prstGeom prst="rect">
            <a:avLst/>
          </a:prstGeom>
          <a:solidFill>
            <a:schemeClr val="bg1"/>
          </a:solidFill>
        </p:spPr>
        <p:txBody>
          <a:bodyPr wrap="square" lIns="0" rIns="0" rtlCol="0" anchor="b" anchorCtr="0">
            <a:noAutofit/>
          </a:bodyPr>
          <a:lstStyle/>
          <a:p>
            <a:pPr algn="ctr"/>
            <a:r>
              <a:rPr lang="en-US" sz="1200" b="1" dirty="0">
                <a:solidFill>
                  <a:schemeClr val="tx1"/>
                </a:solidFill>
                <a:latin typeface="+mj-lt"/>
              </a:rPr>
              <a:t>Benefits of Smart Metering</a:t>
            </a:r>
          </a:p>
        </p:txBody>
      </p:sp>
    </p:spTree>
    <p:extLst>
      <p:ext uri="{BB962C8B-B14F-4D97-AF65-F5344CB8AC3E}">
        <p14:creationId xmlns:p14="http://schemas.microsoft.com/office/powerpoint/2010/main" val="85132221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ED846-31EA-42B1-87CA-5AF9F3EB4F42}"/>
              </a:ext>
            </a:extLst>
          </p:cNvPr>
          <p:cNvSpPr>
            <a:spLocks noGrp="1"/>
          </p:cNvSpPr>
          <p:nvPr>
            <p:ph type="title"/>
          </p:nvPr>
        </p:nvSpPr>
        <p:spPr>
          <a:xfrm>
            <a:off x="342165" y="273953"/>
            <a:ext cx="11252200" cy="334102"/>
          </a:xfrm>
        </p:spPr>
        <p:txBody>
          <a:bodyPr anchor="t">
            <a:normAutofit/>
          </a:bodyPr>
          <a:lstStyle/>
          <a:p>
            <a:r>
              <a:rPr lang="en-US" sz="2000" b="1" dirty="0">
                <a:latin typeface="Verdana" panose="020B0604030504040204" pitchFamily="34" charset="0"/>
                <a:ea typeface="Verdana" panose="020B0604030504040204" pitchFamily="34" charset="0"/>
              </a:rPr>
              <a:t>Impact of Smart Metering in Assam</a:t>
            </a:r>
            <a:endParaRPr lang="en-US" b="1" dirty="0"/>
          </a:p>
        </p:txBody>
      </p:sp>
      <p:sp>
        <p:nvSpPr>
          <p:cNvPr id="62" name="TextBox 61">
            <a:extLst>
              <a:ext uri="{FF2B5EF4-FFF2-40B4-BE49-F238E27FC236}">
                <a16:creationId xmlns:a16="http://schemas.microsoft.com/office/drawing/2014/main" id="{CB1335BB-65F7-42E0-ADE7-9D8F2D0DE69B}"/>
              </a:ext>
            </a:extLst>
          </p:cNvPr>
          <p:cNvSpPr txBox="1"/>
          <p:nvPr/>
        </p:nvSpPr>
        <p:spPr>
          <a:xfrm>
            <a:off x="110169" y="652667"/>
            <a:ext cx="3565132" cy="300916"/>
          </a:xfrm>
          <a:prstGeom prst="rect">
            <a:avLst/>
          </a:prstGeom>
          <a:noFill/>
        </p:spPr>
        <p:txBody>
          <a:bodyPr wrap="square">
            <a:spAutoFit/>
          </a:bodyPr>
          <a:lstStyle/>
          <a:p>
            <a:pPr algn="ctr">
              <a:lnSpc>
                <a:spcPct val="106000"/>
              </a:lnSpc>
            </a:pPr>
            <a:r>
              <a:rPr lang="en-US" sz="1400" b="1" dirty="0">
                <a:ln w="0"/>
                <a:effectLst>
                  <a:outerShdw blurRad="38100" dist="19050" dir="2700000" algn="tl" rotWithShape="0">
                    <a:schemeClr val="dk1">
                      <a:alpha val="40000"/>
                    </a:schemeClr>
                  </a:outerShdw>
                </a:effectLst>
              </a:rPr>
              <a:t>Advantages of smart metering</a:t>
            </a:r>
          </a:p>
        </p:txBody>
      </p:sp>
      <p:sp>
        <p:nvSpPr>
          <p:cNvPr id="63" name="TextBox 62">
            <a:extLst>
              <a:ext uri="{FF2B5EF4-FFF2-40B4-BE49-F238E27FC236}">
                <a16:creationId xmlns:a16="http://schemas.microsoft.com/office/drawing/2014/main" id="{1C33154F-E242-4386-B937-BA6C2A78F0BA}"/>
              </a:ext>
            </a:extLst>
          </p:cNvPr>
          <p:cNvSpPr txBox="1"/>
          <p:nvPr/>
        </p:nvSpPr>
        <p:spPr>
          <a:xfrm>
            <a:off x="204670" y="3808673"/>
            <a:ext cx="5246914" cy="271100"/>
          </a:xfrm>
          <a:prstGeom prst="rect">
            <a:avLst/>
          </a:prstGeom>
          <a:noFill/>
        </p:spPr>
        <p:txBody>
          <a:bodyPr wrap="square">
            <a:spAutoFit/>
          </a:bodyPr>
          <a:lstStyle/>
          <a:p>
            <a:pPr>
              <a:lnSpc>
                <a:spcPct val="106000"/>
              </a:lnSpc>
            </a:pPr>
            <a:r>
              <a:rPr lang="en-US" sz="1200" b="1" dirty="0">
                <a:ln w="0"/>
                <a:effectLst>
                  <a:outerShdw blurRad="38100" dist="19050" dir="2700000" algn="tl" rotWithShape="0">
                    <a:schemeClr val="dk1">
                      <a:alpha val="40000"/>
                    </a:schemeClr>
                  </a:outerShdw>
                </a:effectLst>
              </a:rPr>
              <a:t>Reduction in overall power purchase cost for APDCL</a:t>
            </a:r>
          </a:p>
        </p:txBody>
      </p:sp>
      <p:sp>
        <p:nvSpPr>
          <p:cNvPr id="64" name="Rectangle 63">
            <a:extLst>
              <a:ext uri="{FF2B5EF4-FFF2-40B4-BE49-F238E27FC236}">
                <a16:creationId xmlns:a16="http://schemas.microsoft.com/office/drawing/2014/main" id="{F03E8E32-D69D-44C7-BA8D-4F4B0E0DE058}"/>
              </a:ext>
            </a:extLst>
          </p:cNvPr>
          <p:cNvSpPr/>
          <p:nvPr/>
        </p:nvSpPr>
        <p:spPr>
          <a:xfrm>
            <a:off x="261257" y="4160263"/>
            <a:ext cx="4963886" cy="2273193"/>
          </a:xfrm>
          <a:prstGeom prst="rect">
            <a:avLst/>
          </a:prstGeom>
          <a:solidFill>
            <a:schemeClr val="accent3">
              <a:lumMod val="20000"/>
              <a:lumOff val="80000"/>
            </a:schemeClr>
          </a:solidFill>
          <a:ln>
            <a:prstDash val="dash"/>
          </a:ln>
        </p:spPr>
        <p:style>
          <a:lnRef idx="2">
            <a:schemeClr val="accent5">
              <a:shade val="50000"/>
            </a:schemeClr>
          </a:lnRef>
          <a:fillRef idx="1">
            <a:schemeClr val="accent5"/>
          </a:fillRef>
          <a:effectRef idx="0">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200"/>
              </a:spcAft>
            </a:pPr>
            <a:r>
              <a:rPr lang="en-US" sz="1200" b="1" dirty="0">
                <a:solidFill>
                  <a:schemeClr val="tx1"/>
                </a:solidFill>
                <a:effectLst/>
                <a:ea typeface="Calibri Light" panose="020F0302020204030204" pitchFamily="34" charset="0"/>
                <a:cs typeface="Times New Roman" panose="02020603050405020304" pitchFamily="18" charset="0"/>
              </a:rPr>
              <a:t>Rationale for power purchase cost reduction:</a:t>
            </a:r>
          </a:p>
          <a:p>
            <a:pPr marL="171450" marR="0" indent="-171450">
              <a:spcBef>
                <a:spcPts val="0"/>
              </a:spcBef>
              <a:spcAft>
                <a:spcPts val="1200"/>
              </a:spcAft>
              <a:buFont typeface="Courier New" panose="02070309020205020404" pitchFamily="49" charset="0"/>
              <a:buChar char="o"/>
            </a:pPr>
            <a:r>
              <a:rPr lang="en-US" sz="1200" dirty="0">
                <a:solidFill>
                  <a:schemeClr val="tx1"/>
                </a:solidFill>
                <a:ea typeface="Calibri Light" panose="020F0302020204030204" pitchFamily="34" charset="0"/>
                <a:cs typeface="Times New Roman" panose="02020603050405020304" pitchFamily="18" charset="0"/>
              </a:rPr>
              <a:t>Smart Metering would aid in improving billing efficiency</a:t>
            </a:r>
          </a:p>
          <a:p>
            <a:pPr marL="171450" marR="0" indent="-171450">
              <a:spcBef>
                <a:spcPts val="0"/>
              </a:spcBef>
              <a:spcAft>
                <a:spcPts val="1200"/>
              </a:spcAft>
              <a:buFont typeface="Courier New" panose="02070309020205020404" pitchFamily="49" charset="0"/>
              <a:buChar char="o"/>
            </a:pPr>
            <a:r>
              <a:rPr lang="en-US" sz="1200" dirty="0">
                <a:solidFill>
                  <a:schemeClr val="tx1"/>
                </a:solidFill>
                <a:effectLst/>
                <a:ea typeface="Calibri Light" panose="020F0302020204030204" pitchFamily="34" charset="0"/>
                <a:cs typeface="Times New Roman" panose="02020603050405020304" pitchFamily="18" charset="0"/>
              </a:rPr>
              <a:t>Hence, for same quantum of energy sold, net input energy requirement would decrease, and would keep on decreasing with subsequent further improvement of billing efficiency</a:t>
            </a:r>
            <a:endParaRPr lang="en-US" sz="1200" dirty="0">
              <a:solidFill>
                <a:schemeClr val="tx1"/>
              </a:solidFill>
              <a:ea typeface="Calibri Light" panose="020F0302020204030204" pitchFamily="34" charset="0"/>
              <a:cs typeface="Times New Roman" panose="02020603050405020304" pitchFamily="18" charset="0"/>
            </a:endParaRPr>
          </a:p>
          <a:p>
            <a:pPr marL="171450" marR="0" indent="-171450">
              <a:spcBef>
                <a:spcPts val="0"/>
              </a:spcBef>
              <a:spcAft>
                <a:spcPts val="1200"/>
              </a:spcAft>
              <a:buFont typeface="Courier New" panose="02070309020205020404" pitchFamily="49" charset="0"/>
              <a:buChar char="o"/>
            </a:pPr>
            <a:r>
              <a:rPr lang="en-US" sz="1200" dirty="0">
                <a:solidFill>
                  <a:schemeClr val="tx1"/>
                </a:solidFill>
                <a:ea typeface="Calibri Light" panose="020F0302020204030204" pitchFamily="34" charset="0"/>
                <a:cs typeface="Times New Roman" panose="02020603050405020304" pitchFamily="18" charset="0"/>
              </a:rPr>
              <a:t>Thus, the requirement to purchase that additional quantum of power for DISCOM in case of lower billing efficiency would considerably decrease</a:t>
            </a:r>
            <a:endParaRPr lang="en-US" sz="1200" dirty="0">
              <a:solidFill>
                <a:schemeClr val="tx1"/>
              </a:solidFill>
              <a:effectLst/>
              <a:ea typeface="Calibri Light" panose="020F0302020204030204" pitchFamily="34" charset="0"/>
              <a:cs typeface="Times New Roman" panose="02020603050405020304" pitchFamily="18" charset="0"/>
            </a:endParaRPr>
          </a:p>
        </p:txBody>
      </p:sp>
      <p:sp>
        <p:nvSpPr>
          <p:cNvPr id="65" name="TextBox 64">
            <a:extLst>
              <a:ext uri="{FF2B5EF4-FFF2-40B4-BE49-F238E27FC236}">
                <a16:creationId xmlns:a16="http://schemas.microsoft.com/office/drawing/2014/main" id="{C7504B1B-8165-4C22-A61F-A14DBE9F557E}"/>
              </a:ext>
            </a:extLst>
          </p:cNvPr>
          <p:cNvSpPr txBox="1"/>
          <p:nvPr/>
        </p:nvSpPr>
        <p:spPr>
          <a:xfrm>
            <a:off x="5726624" y="3808673"/>
            <a:ext cx="5757620" cy="271100"/>
          </a:xfrm>
          <a:prstGeom prst="rect">
            <a:avLst/>
          </a:prstGeom>
          <a:noFill/>
        </p:spPr>
        <p:txBody>
          <a:bodyPr wrap="square">
            <a:spAutoFit/>
          </a:bodyPr>
          <a:lstStyle/>
          <a:p>
            <a:pPr>
              <a:lnSpc>
                <a:spcPct val="106000"/>
              </a:lnSpc>
            </a:pPr>
            <a:r>
              <a:rPr lang="en-US" sz="1200" b="1" dirty="0">
                <a:ln w="0"/>
                <a:effectLst>
                  <a:outerShdw blurRad="38100" dist="19050" dir="2700000" algn="tl" rotWithShape="0">
                    <a:schemeClr val="dk1">
                      <a:alpha val="40000"/>
                    </a:schemeClr>
                  </a:outerShdw>
                </a:effectLst>
              </a:rPr>
              <a:t>Scenario Analysis to illustrate net probable savings by APDCL</a:t>
            </a:r>
          </a:p>
        </p:txBody>
      </p:sp>
      <p:graphicFrame>
        <p:nvGraphicFramePr>
          <p:cNvPr id="66" name="Table 65">
            <a:extLst>
              <a:ext uri="{FF2B5EF4-FFF2-40B4-BE49-F238E27FC236}">
                <a16:creationId xmlns:a16="http://schemas.microsoft.com/office/drawing/2014/main" id="{DDBBB010-A464-43D2-BBDC-4B93E72DC6F6}"/>
              </a:ext>
            </a:extLst>
          </p:cNvPr>
          <p:cNvGraphicFramePr>
            <a:graphicFrameLocks noGrp="1"/>
          </p:cNvGraphicFramePr>
          <p:nvPr>
            <p:extLst>
              <p:ext uri="{D42A27DB-BD31-4B8C-83A1-F6EECF244321}">
                <p14:modId xmlns:p14="http://schemas.microsoft.com/office/powerpoint/2010/main" val="3846415400"/>
              </p:ext>
            </p:extLst>
          </p:nvPr>
        </p:nvGraphicFramePr>
        <p:xfrm>
          <a:off x="5584924" y="4143612"/>
          <a:ext cx="6186038" cy="2351703"/>
        </p:xfrm>
        <a:graphic>
          <a:graphicData uri="http://schemas.openxmlformats.org/drawingml/2006/table">
            <a:tbl>
              <a:tblPr/>
              <a:tblGrid>
                <a:gridCol w="841219">
                  <a:extLst>
                    <a:ext uri="{9D8B030D-6E8A-4147-A177-3AD203B41FA5}">
                      <a16:colId xmlns:a16="http://schemas.microsoft.com/office/drawing/2014/main" val="3240390811"/>
                    </a:ext>
                  </a:extLst>
                </a:gridCol>
                <a:gridCol w="800184">
                  <a:extLst>
                    <a:ext uri="{9D8B030D-6E8A-4147-A177-3AD203B41FA5}">
                      <a16:colId xmlns:a16="http://schemas.microsoft.com/office/drawing/2014/main" val="306234817"/>
                    </a:ext>
                  </a:extLst>
                </a:gridCol>
                <a:gridCol w="634626">
                  <a:extLst>
                    <a:ext uri="{9D8B030D-6E8A-4147-A177-3AD203B41FA5}">
                      <a16:colId xmlns:a16="http://schemas.microsoft.com/office/drawing/2014/main" val="2498226106"/>
                    </a:ext>
                  </a:extLst>
                </a:gridCol>
                <a:gridCol w="729619">
                  <a:extLst>
                    <a:ext uri="{9D8B030D-6E8A-4147-A177-3AD203B41FA5}">
                      <a16:colId xmlns:a16="http://schemas.microsoft.com/office/drawing/2014/main" val="560718500"/>
                    </a:ext>
                  </a:extLst>
                </a:gridCol>
                <a:gridCol w="666991">
                  <a:extLst>
                    <a:ext uri="{9D8B030D-6E8A-4147-A177-3AD203B41FA5}">
                      <a16:colId xmlns:a16="http://schemas.microsoft.com/office/drawing/2014/main" val="568563091"/>
                    </a:ext>
                  </a:extLst>
                </a:gridCol>
                <a:gridCol w="642581">
                  <a:extLst>
                    <a:ext uri="{9D8B030D-6E8A-4147-A177-3AD203B41FA5}">
                      <a16:colId xmlns:a16="http://schemas.microsoft.com/office/drawing/2014/main" val="2059862655"/>
                    </a:ext>
                  </a:extLst>
                </a:gridCol>
                <a:gridCol w="776388">
                  <a:extLst>
                    <a:ext uri="{9D8B030D-6E8A-4147-A177-3AD203B41FA5}">
                      <a16:colId xmlns:a16="http://schemas.microsoft.com/office/drawing/2014/main" val="69791920"/>
                    </a:ext>
                  </a:extLst>
                </a:gridCol>
                <a:gridCol w="602009">
                  <a:extLst>
                    <a:ext uri="{9D8B030D-6E8A-4147-A177-3AD203B41FA5}">
                      <a16:colId xmlns:a16="http://schemas.microsoft.com/office/drawing/2014/main" val="3960007136"/>
                    </a:ext>
                  </a:extLst>
                </a:gridCol>
                <a:gridCol w="492421">
                  <a:extLst>
                    <a:ext uri="{9D8B030D-6E8A-4147-A177-3AD203B41FA5}">
                      <a16:colId xmlns:a16="http://schemas.microsoft.com/office/drawing/2014/main" val="2083207169"/>
                    </a:ext>
                  </a:extLst>
                </a:gridCol>
              </a:tblGrid>
              <a:tr h="803371">
                <a:tc rowSpan="2">
                  <a:txBody>
                    <a:bodyPr/>
                    <a:lstStyle/>
                    <a:p>
                      <a:pPr algn="ctr" rtl="0" fontAlgn="ctr"/>
                      <a:r>
                        <a:rPr lang="en-US" sz="1050" b="1" i="0" u="none" strike="noStrike" dirty="0">
                          <a:solidFill>
                            <a:srgbClr val="FFFFFF"/>
                          </a:solidFill>
                          <a:effectLst/>
                          <a:latin typeface="+mj-lt"/>
                        </a:rPr>
                        <a:t>Particulars</a:t>
                      </a:r>
                    </a:p>
                  </a:txBody>
                  <a:tcPr marL="6350" marR="6350" marT="635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Billing Efficiency</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Energy Sold (MU)</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Net Input Energy (MU)</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Net Energy Reduction (MU)</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Average Power Purchase Cost of APDCL</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Net Saving</a:t>
                      </a:r>
                    </a:p>
                  </a:txBody>
                  <a:tcPr marL="6350" marR="6350" marT="6350" marB="0" anchor="ctr">
                    <a:lnL>
                      <a:noFill/>
                    </a:lnL>
                    <a:lnR>
                      <a:noFill/>
                    </a:lnR>
                    <a:lnT w="6350" cap="flat" cmpd="sng" algn="ctr">
                      <a:solidFill>
                        <a:srgbClr val="000000"/>
                      </a:solidFill>
                      <a:prstDash val="solid"/>
                      <a:round/>
                      <a:headEnd type="none" w="med" len="med"/>
                      <a:tailEnd type="none" w="med" len="med"/>
                    </a:lnT>
                    <a:lnB>
                      <a:noFill/>
                    </a:lnB>
                    <a:solidFill>
                      <a:srgbClr val="86BC25"/>
                    </a:solidFill>
                  </a:tcPr>
                </a:tc>
                <a:tc>
                  <a:txBody>
                    <a:bodyPr/>
                    <a:lstStyle/>
                    <a:p>
                      <a:pPr algn="ctr" rtl="0" fontAlgn="ctr"/>
                      <a:r>
                        <a:rPr lang="en-US" sz="1050" b="1" i="0" u="none" strike="noStrike" dirty="0">
                          <a:solidFill>
                            <a:srgbClr val="FFFFFF"/>
                          </a:solidFill>
                          <a:effectLst/>
                          <a:latin typeface="+mj-lt"/>
                        </a:rPr>
                        <a:t>Saving in Per Unit </a:t>
                      </a:r>
                    </a:p>
                  </a:txBody>
                  <a:tcPr marL="6350" marR="6350" marT="635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6BC25"/>
                    </a:solidFill>
                  </a:tcPr>
                </a:tc>
                <a:extLst>
                  <a:ext uri="{0D108BD9-81ED-4DB2-BD59-A6C34878D82A}">
                    <a16:rowId xmlns:a16="http://schemas.microsoft.com/office/drawing/2014/main" val="661532526"/>
                  </a:ext>
                </a:extLst>
              </a:tr>
              <a:tr h="325332">
                <a:tc vMerge="1">
                  <a:txBody>
                    <a:bodyPr/>
                    <a:lstStyle/>
                    <a:p>
                      <a:endParaRPr lang="en-US"/>
                    </a:p>
                  </a:txBody>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 Rs /KWh)</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 ( Crore)</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86BC25"/>
                    </a:solidFill>
                  </a:tcPr>
                </a:tc>
                <a:tc>
                  <a:txBody>
                    <a:bodyPr/>
                    <a:lstStyle/>
                    <a:p>
                      <a:pPr algn="ctr" rtl="0" fontAlgn="ctr"/>
                      <a:r>
                        <a:rPr lang="en-US" sz="1050" b="1" i="0" u="none" strike="noStrike" dirty="0">
                          <a:solidFill>
                            <a:srgbClr val="FFFFFF"/>
                          </a:solidFill>
                          <a:effectLst/>
                          <a:latin typeface="+mj-lt"/>
                        </a:rPr>
                        <a:t>(Rs/KWh)</a:t>
                      </a:r>
                    </a:p>
                  </a:txBody>
                  <a:tcPr marL="6350" marR="6350" marT="635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86BC25"/>
                    </a:solidFill>
                  </a:tcPr>
                </a:tc>
                <a:extLst>
                  <a:ext uri="{0D108BD9-81ED-4DB2-BD59-A6C34878D82A}">
                    <a16:rowId xmlns:a16="http://schemas.microsoft.com/office/drawing/2014/main" val="3873953852"/>
                  </a:ext>
                </a:extLst>
              </a:tr>
              <a:tr h="165986">
                <a:tc rowSpan="2" gridSpan="2">
                  <a:txBody>
                    <a:bodyPr/>
                    <a:lstStyle/>
                    <a:p>
                      <a:pPr algn="ctr" rtl="0" fontAlgn="ctr"/>
                      <a:r>
                        <a:rPr lang="en-US" sz="1050" b="0" i="0" u="none" strike="noStrike" dirty="0">
                          <a:solidFill>
                            <a:srgbClr val="000000"/>
                          </a:solidFill>
                          <a:effectLst/>
                          <a:latin typeface="+mj-lt"/>
                        </a:rPr>
                        <a:t>Actual Parameter*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rowSpan="2" hMerge="1">
                  <a:txBody>
                    <a:bodyPr/>
                    <a:lstStyle/>
                    <a:p>
                      <a:endParaRPr lang="en-US"/>
                    </a:p>
                  </a:txBody>
                  <a:tcPr/>
                </a:tc>
                <a:tc rowSpan="2">
                  <a:txBody>
                    <a:bodyPr/>
                    <a:lstStyle/>
                    <a:p>
                      <a:pPr algn="ctr" rtl="0" fontAlgn="ctr"/>
                      <a:r>
                        <a:rPr lang="en-US" sz="1050" b="0" i="0" u="none" strike="noStrike" dirty="0">
                          <a:solidFill>
                            <a:srgbClr val="000000"/>
                          </a:solidFill>
                          <a:effectLst/>
                          <a:latin typeface="+mj-lt"/>
                        </a:rPr>
                        <a:t>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n-US" sz="1050" b="0" i="0" u="none" strike="noStrike" dirty="0">
                          <a:solidFill>
                            <a:srgbClr val="000000"/>
                          </a:solidFill>
                          <a:effectLst/>
                          <a:latin typeface="+mj-lt"/>
                        </a:rPr>
                        <a:t>9156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n-US" sz="1050" b="0" i="0" u="none" strike="noStrike" dirty="0">
                          <a:solidFill>
                            <a:srgbClr val="000000"/>
                          </a:solidFill>
                          <a:effectLst/>
                          <a:latin typeface="+mj-lt"/>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8">
                  <a:txBody>
                    <a:bodyPr/>
                    <a:lstStyle/>
                    <a:p>
                      <a:pPr algn="ctr" rtl="0" fontAlgn="ctr"/>
                      <a:r>
                        <a:rPr lang="en-US" sz="1050" b="1" i="0" u="none" strike="noStrike" dirty="0">
                          <a:solidFill>
                            <a:srgbClr val="000000"/>
                          </a:solidFill>
                          <a:effectLst/>
                          <a:latin typeface="+mj-lt"/>
                        </a:rPr>
                        <a:t>4.28*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b"/>
                      <a:r>
                        <a:rPr lang="en-US" sz="1050" b="0" i="0" u="none" strike="noStrike" dirty="0">
                          <a:solidFill>
                            <a:srgbClr val="000000"/>
                          </a:solidFill>
                          <a:effectLst/>
                          <a:latin typeface="+mj-lt"/>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3827759974"/>
                  </a:ext>
                </a:extLst>
              </a:tr>
              <a:tr h="0">
                <a:tc gridSpan="2" vMerge="1">
                  <a:txBody>
                    <a:bodyPr/>
                    <a:lstStyle/>
                    <a:p>
                      <a:pPr algn="ctr" rtl="0" fontAlgn="ctr"/>
                      <a:r>
                        <a:rPr lang="en-US" sz="1050" b="1" i="0" u="none" strike="noStrike">
                          <a:solidFill>
                            <a:srgbClr val="000000"/>
                          </a:solidFill>
                          <a:effectLst/>
                          <a:latin typeface="+mj-lt"/>
                        </a:rPr>
                        <a:t>Phase Wise Reduction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hMerge="1" vMerge="1">
                  <a:txBody>
                    <a:bodyPr/>
                    <a:lstStyle/>
                    <a:p>
                      <a:endParaRPr lang="en-US"/>
                    </a:p>
                  </a:txBody>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xBody>
                    <a:bodyPr/>
                    <a:lstStyle/>
                    <a:p>
                      <a:endParaRPr lang="en-US"/>
                    </a:p>
                  </a:txBody>
                  <a:tcPr>
                    <a:lnT w="6350" cap="flat" cmpd="sng" algn="ctr">
                      <a:solidFill>
                        <a:srgbClr val="000000"/>
                      </a:solidFill>
                      <a:prstDash val="solid"/>
                      <a:round/>
                      <a:headEnd type="none" w="med" len="med"/>
                      <a:tailEnd type="none" w="med" len="med"/>
                    </a:lnT>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vMerge="1">
                  <a:txBody>
                    <a:bodyPr/>
                    <a:lstStyle/>
                    <a:p>
                      <a:endParaRPr lang="en-US"/>
                    </a:p>
                  </a:txBody>
                  <a:tcPr/>
                </a:tc>
                <a:tc vMerge="1">
                  <a:txBody>
                    <a:bodyPr/>
                    <a:lstStyle/>
                    <a:p>
                      <a:endParaRPr lang="en-US"/>
                    </a:p>
                  </a:txBody>
                  <a:tcPr/>
                </a:tc>
                <a:tc rowSpan="2" gridSpan="2">
                  <a:txBody>
                    <a:bodyPr/>
                    <a:lstStyle/>
                    <a:p>
                      <a:pPr algn="ctr" rtl="0" fontAlgn="ctr"/>
                      <a:r>
                        <a:rPr lang="en-US" sz="1050" b="1" i="0" u="none" strike="noStrike" dirty="0">
                          <a:solidFill>
                            <a:srgbClr val="000000"/>
                          </a:solidFill>
                          <a:effectLst/>
                          <a:latin typeface="+mj-lt"/>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rowSpan="2" hMerge="1">
                  <a:txBody>
                    <a:bodyPr/>
                    <a:lstStyle/>
                    <a:p>
                      <a:endParaRPr lang="en-US"/>
                    </a:p>
                  </a:txBody>
                  <a:tcPr/>
                </a:tc>
                <a:extLst>
                  <a:ext uri="{0D108BD9-81ED-4DB2-BD59-A6C34878D82A}">
                    <a16:rowId xmlns:a16="http://schemas.microsoft.com/office/drawing/2014/main" val="3568562956"/>
                  </a:ext>
                </a:extLst>
              </a:tr>
              <a:tr h="188893">
                <a:tc gridSpan="6">
                  <a:txBody>
                    <a:bodyPr/>
                    <a:lstStyle/>
                    <a:p>
                      <a:pPr algn="ctr" rtl="0" fontAlgn="ctr"/>
                      <a:r>
                        <a:rPr lang="en-US" sz="1050" b="1" i="0" u="none" strike="noStrike" dirty="0">
                          <a:solidFill>
                            <a:srgbClr val="000000"/>
                          </a:solidFill>
                          <a:effectLst/>
                          <a:latin typeface="+mj-lt"/>
                        </a:rPr>
                        <a:t>Phase Wise Reduction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tc gridSpan="2" vMerge="1">
                  <a:txBody>
                    <a:bodyPr/>
                    <a:lstStyle/>
                    <a:p>
                      <a:pPr algn="ctr" rtl="0" fontAlgn="ctr"/>
                      <a:endParaRPr lang="en-US" sz="1050" b="1" i="0" u="none" strike="noStrike">
                        <a:solidFill>
                          <a:srgbClr val="000000"/>
                        </a:solidFill>
                        <a:effectLst/>
                        <a:latin typeface="+mj-lt"/>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hMerge="1" vMerge="1">
                  <a:txBody>
                    <a:bodyPr/>
                    <a:lstStyle/>
                    <a:p>
                      <a:endParaRPr lang="en-US"/>
                    </a:p>
                  </a:txBody>
                  <a:tcPr/>
                </a:tc>
                <a:extLst>
                  <a:ext uri="{0D108BD9-81ED-4DB2-BD59-A6C34878D82A}">
                    <a16:rowId xmlns:a16="http://schemas.microsoft.com/office/drawing/2014/main" val="1261418836"/>
                  </a:ext>
                </a:extLst>
              </a:tr>
              <a:tr h="165986">
                <a:tc rowSpan="5">
                  <a:txBody>
                    <a:bodyPr/>
                    <a:lstStyle/>
                    <a:p>
                      <a:pPr algn="ctr" rtl="0" fontAlgn="ctr"/>
                      <a:r>
                        <a:rPr lang="en-US" sz="1050" b="1" i="0" u="none" strike="noStrike" dirty="0">
                          <a:solidFill>
                            <a:srgbClr val="000000"/>
                          </a:solidFill>
                          <a:effectLst/>
                          <a:latin typeface="+mj-lt"/>
                        </a:rPr>
                        <a:t>Phase Wise Loss Reduction Planning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1" i="0" u="none" strike="noStrike" dirty="0">
                          <a:solidFill>
                            <a:srgbClr val="000000"/>
                          </a:solidFill>
                          <a:effectLst/>
                          <a:latin typeface="+mj-lt"/>
                        </a:rPr>
                        <a:t>Phase 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9095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rtl="0" fontAlgn="ctr"/>
                      <a:r>
                        <a:rPr lang="en-US" sz="1050" b="1" i="0" u="none" strike="noStrike" dirty="0">
                          <a:solidFill>
                            <a:srgbClr val="046A38"/>
                          </a:solidFill>
                          <a:effectLst/>
                          <a:latin typeface="+mj-lt"/>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48647051"/>
                  </a:ext>
                </a:extLst>
              </a:tr>
              <a:tr h="165986">
                <a:tc vMerge="1">
                  <a:txBody>
                    <a:bodyPr/>
                    <a:lstStyle/>
                    <a:p>
                      <a:endParaRPr lang="en-US"/>
                    </a:p>
                  </a:txBody>
                  <a:tcPr/>
                </a:tc>
                <a:tc>
                  <a:txBody>
                    <a:bodyPr/>
                    <a:lstStyle/>
                    <a:p>
                      <a:pPr algn="ctr" rtl="0" fontAlgn="ctr"/>
                      <a:r>
                        <a:rPr lang="en-US" sz="1050" b="1" i="0" u="none" strike="noStrike" dirty="0">
                          <a:solidFill>
                            <a:srgbClr val="000000"/>
                          </a:solidFill>
                          <a:effectLst/>
                          <a:latin typeface="+mj-lt"/>
                        </a:rPr>
                        <a:t>Phase 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8774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321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rtl="0" fontAlgn="ctr"/>
                      <a:r>
                        <a:rPr lang="en-US" sz="1050" b="1" i="0" u="none" strike="noStrike" dirty="0">
                          <a:solidFill>
                            <a:srgbClr val="046A38"/>
                          </a:solidFill>
                          <a:effectLst/>
                          <a:latin typeface="+mj-lt"/>
                        </a:rPr>
                        <a:t>137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8229332"/>
                  </a:ext>
                </a:extLst>
              </a:tr>
              <a:tr h="165986">
                <a:tc vMerge="1">
                  <a:txBody>
                    <a:bodyPr/>
                    <a:lstStyle/>
                    <a:p>
                      <a:endParaRPr lang="en-US"/>
                    </a:p>
                  </a:txBody>
                  <a:tcPr/>
                </a:tc>
                <a:tc>
                  <a:txBody>
                    <a:bodyPr/>
                    <a:lstStyle/>
                    <a:p>
                      <a:pPr algn="ctr" rtl="0" fontAlgn="ctr"/>
                      <a:r>
                        <a:rPr lang="en-US" sz="1050" b="1" i="0" u="none" strike="noStrike" dirty="0">
                          <a:solidFill>
                            <a:srgbClr val="000000"/>
                          </a:solidFill>
                          <a:effectLst/>
                          <a:latin typeface="+mj-lt"/>
                        </a:rPr>
                        <a:t>Phase 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8456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318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rtl="0" fontAlgn="ctr"/>
                      <a:r>
                        <a:rPr lang="en-US" sz="1050" b="1" i="0" u="none" strike="noStrike" dirty="0">
                          <a:solidFill>
                            <a:srgbClr val="046A38"/>
                          </a:solidFill>
                          <a:effectLst/>
                          <a:latin typeface="+mj-lt"/>
                        </a:rPr>
                        <a:t>136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58884130"/>
                  </a:ext>
                </a:extLst>
              </a:tr>
              <a:tr h="165986">
                <a:tc vMerge="1">
                  <a:txBody>
                    <a:bodyPr/>
                    <a:lstStyle/>
                    <a:p>
                      <a:endParaRPr lang="en-US"/>
                    </a:p>
                  </a:txBody>
                  <a:tcPr>
                    <a:lnT w="6350" cap="flat" cmpd="sng" algn="ctr">
                      <a:solidFill>
                        <a:srgbClr val="000000"/>
                      </a:solidFill>
                      <a:prstDash val="solid"/>
                      <a:round/>
                      <a:headEnd type="none" w="med" len="med"/>
                      <a:tailEnd type="none" w="med" len="med"/>
                    </a:lnT>
                  </a:tcPr>
                </a:tc>
                <a:tc>
                  <a:txBody>
                    <a:bodyPr/>
                    <a:lstStyle/>
                    <a:p>
                      <a:pPr algn="ctr" rtl="0" fontAlgn="ctr"/>
                      <a:r>
                        <a:rPr lang="en-US" sz="1050" b="1" i="0" u="none" strike="noStrike" dirty="0">
                          <a:solidFill>
                            <a:srgbClr val="000000"/>
                          </a:solidFill>
                          <a:effectLst/>
                          <a:latin typeface="+mj-lt"/>
                        </a:rPr>
                        <a:t>Phase 4</a:t>
                      </a:r>
                    </a:p>
                  </a:txBody>
                  <a:tcPr marL="6350" marR="6350" marT="6350"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8155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300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ctr" rtl="0" fontAlgn="ctr"/>
                      <a:r>
                        <a:rPr lang="en-US" sz="1050" b="1" i="0" u="none" strike="noStrike" dirty="0">
                          <a:solidFill>
                            <a:srgbClr val="046A38"/>
                          </a:solidFill>
                          <a:effectLst/>
                          <a:latin typeface="+mj-lt"/>
                        </a:rPr>
                        <a:t>129</a:t>
                      </a:r>
                    </a:p>
                  </a:txBody>
                  <a:tcPr marL="6350" marR="6350" marT="6350"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21996711"/>
                  </a:ext>
                </a:extLst>
              </a:tr>
              <a:tr h="165986">
                <a:tc vMerge="1">
                  <a:txBody>
                    <a:bodyPr/>
                    <a:lstStyle/>
                    <a:p>
                      <a:endParaRPr lang="en-US"/>
                    </a:p>
                  </a:txBody>
                  <a:tcPr/>
                </a:tc>
                <a:tc>
                  <a:txBody>
                    <a:bodyPr/>
                    <a:lstStyle/>
                    <a:p>
                      <a:pPr algn="ctr" rtl="0" fontAlgn="ctr"/>
                      <a:r>
                        <a:rPr lang="en-US" sz="1050" b="1" i="0" u="none" strike="noStrike" dirty="0">
                          <a:solidFill>
                            <a:srgbClr val="000000"/>
                          </a:solidFill>
                          <a:effectLst/>
                          <a:latin typeface="+mj-lt"/>
                        </a:rPr>
                        <a:t>Phase 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050" b="0" i="0" u="none" strike="noStrike" dirty="0">
                          <a:solidFill>
                            <a:srgbClr val="000000"/>
                          </a:solidFill>
                          <a:effectLst/>
                          <a:latin typeface="+mj-lt"/>
                        </a:rPr>
                        <a:t>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7457.83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7850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0" i="0" u="none" strike="noStrike" dirty="0">
                          <a:solidFill>
                            <a:srgbClr val="000000"/>
                          </a:solidFill>
                          <a:effectLst/>
                          <a:latin typeface="+mj-lt"/>
                        </a:rPr>
                        <a:t>305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ctr" rtl="0" fontAlgn="ctr"/>
                      <a:r>
                        <a:rPr lang="en-US" sz="1050" b="1" i="0" u="none" strike="noStrike" dirty="0">
                          <a:solidFill>
                            <a:srgbClr val="046A38"/>
                          </a:solidFill>
                          <a:effectLst/>
                          <a:latin typeface="+mj-lt"/>
                        </a:rPr>
                        <a:t>130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1050" b="1" i="0" u="none" strike="noStrike" dirty="0">
                          <a:solidFill>
                            <a:srgbClr val="046A38"/>
                          </a:solidFill>
                          <a:effectLst/>
                          <a:latin typeface="+mj-lt"/>
                        </a:rPr>
                        <a:t>0.17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34016825"/>
                  </a:ext>
                </a:extLst>
              </a:tr>
            </a:tbl>
          </a:graphicData>
        </a:graphic>
      </p:graphicFrame>
      <p:graphicFrame>
        <p:nvGraphicFramePr>
          <p:cNvPr id="67" name="Diagram 66">
            <a:extLst>
              <a:ext uri="{FF2B5EF4-FFF2-40B4-BE49-F238E27FC236}">
                <a16:creationId xmlns:a16="http://schemas.microsoft.com/office/drawing/2014/main" id="{50E9A438-9033-4763-B573-ABA62173F2D4}"/>
              </a:ext>
            </a:extLst>
          </p:cNvPr>
          <p:cNvGraphicFramePr/>
          <p:nvPr>
            <p:extLst>
              <p:ext uri="{D42A27DB-BD31-4B8C-83A1-F6EECF244321}">
                <p14:modId xmlns:p14="http://schemas.microsoft.com/office/powerpoint/2010/main" val="2174272721"/>
              </p:ext>
            </p:extLst>
          </p:nvPr>
        </p:nvGraphicFramePr>
        <p:xfrm>
          <a:off x="-1174920" y="0"/>
          <a:ext cx="13803087" cy="47135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8" name="Rectangle 67">
            <a:extLst>
              <a:ext uri="{FF2B5EF4-FFF2-40B4-BE49-F238E27FC236}">
                <a16:creationId xmlns:a16="http://schemas.microsoft.com/office/drawing/2014/main" id="{19CCA4EE-663E-4F49-A6D7-EF6B91D77D2C}"/>
              </a:ext>
            </a:extLst>
          </p:cNvPr>
          <p:cNvSpPr/>
          <p:nvPr/>
        </p:nvSpPr>
        <p:spPr bwMode="gray">
          <a:xfrm>
            <a:off x="5968265" y="6555926"/>
            <a:ext cx="5534263" cy="262383"/>
          </a:xfrm>
          <a:prstGeom prst="rect">
            <a:avLst/>
          </a:prstGeom>
          <a:noFill/>
          <a:ln w="19050" algn="ctr">
            <a:noFill/>
            <a:miter lim="800000"/>
            <a:headEnd/>
            <a:tailEnd/>
          </a:ln>
          <a:effectLst/>
        </p:spPr>
        <p:txBody>
          <a:bodyPr wrap="square" lIns="88900" tIns="88900" rIns="88900" bIns="88900" rtlCol="0" anchor="ctr"/>
          <a:lstStyle/>
          <a:p>
            <a:pPr algn="r">
              <a:lnSpc>
                <a:spcPct val="106000"/>
              </a:lnSpc>
              <a:spcAft>
                <a:spcPts val="600"/>
              </a:spcAft>
            </a:pPr>
            <a:r>
              <a:rPr lang="en-US" sz="900" b="1" i="1" dirty="0"/>
              <a:t>*Source: AERC Tariff Order (March 2022) for Petition No. 12/2021</a:t>
            </a:r>
            <a:endParaRPr lang="en-IN" sz="900" b="1" i="1" dirty="0"/>
          </a:p>
        </p:txBody>
      </p:sp>
    </p:spTree>
    <p:extLst>
      <p:ext uri="{BB962C8B-B14F-4D97-AF65-F5344CB8AC3E}">
        <p14:creationId xmlns:p14="http://schemas.microsoft.com/office/powerpoint/2010/main" val="407486564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a:extLst>
              <a:ext uri="{FF2B5EF4-FFF2-40B4-BE49-F238E27FC236}">
                <a16:creationId xmlns:a16="http://schemas.microsoft.com/office/drawing/2014/main" id="{FA64C57B-E2B5-4DE3-B58C-FC49A9AC6F07}"/>
              </a:ext>
            </a:extLst>
          </p:cNvPr>
          <p:cNvSpPr/>
          <p:nvPr/>
        </p:nvSpPr>
        <p:spPr bwMode="gray">
          <a:xfrm>
            <a:off x="1623582" y="782101"/>
            <a:ext cx="4046420" cy="5303520"/>
          </a:xfrm>
          <a:prstGeom prst="rect">
            <a:avLst/>
          </a:prstGeom>
          <a:solidFill>
            <a:srgbClr val="43B02A">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3" name="object 57">
            <a:extLst>
              <a:ext uri="{FF2B5EF4-FFF2-40B4-BE49-F238E27FC236}">
                <a16:creationId xmlns:a16="http://schemas.microsoft.com/office/drawing/2014/main" id="{F836A6CA-CED4-45FC-AA3D-1624A4D404AA}"/>
              </a:ext>
            </a:extLst>
          </p:cNvPr>
          <p:cNvSpPr txBox="1"/>
          <p:nvPr/>
        </p:nvSpPr>
        <p:spPr>
          <a:xfrm>
            <a:off x="7638928" y="2342342"/>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API</a:t>
            </a:r>
            <a:endParaRPr sz="800" dirty="0">
              <a:latin typeface="Verdana"/>
              <a:cs typeface="Verdana"/>
            </a:endParaRPr>
          </a:p>
        </p:txBody>
      </p:sp>
      <p:sp>
        <p:nvSpPr>
          <p:cNvPr id="38" name="Rectangle 37">
            <a:extLst>
              <a:ext uri="{FF2B5EF4-FFF2-40B4-BE49-F238E27FC236}">
                <a16:creationId xmlns:a16="http://schemas.microsoft.com/office/drawing/2014/main" id="{315A52BA-C83C-458F-9AE2-46A29025C769}"/>
              </a:ext>
            </a:extLst>
          </p:cNvPr>
          <p:cNvSpPr/>
          <p:nvPr/>
        </p:nvSpPr>
        <p:spPr bwMode="gray">
          <a:xfrm>
            <a:off x="217230" y="806256"/>
            <a:ext cx="2174626" cy="5303520"/>
          </a:xfrm>
          <a:prstGeom prst="rect">
            <a:avLst/>
          </a:prstGeom>
          <a:solidFill>
            <a:schemeClr val="accent2">
              <a:lumMod val="20000"/>
              <a:lumOff val="80000"/>
              <a:alpha val="15000"/>
            </a:scheme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1" name="Rectangle 140">
            <a:extLst>
              <a:ext uri="{FF2B5EF4-FFF2-40B4-BE49-F238E27FC236}">
                <a16:creationId xmlns:a16="http://schemas.microsoft.com/office/drawing/2014/main" id="{2EAF09D8-0EAC-437B-996B-953DE5382767}"/>
              </a:ext>
            </a:extLst>
          </p:cNvPr>
          <p:cNvSpPr/>
          <p:nvPr/>
        </p:nvSpPr>
        <p:spPr bwMode="gray">
          <a:xfrm>
            <a:off x="5627597" y="782101"/>
            <a:ext cx="3012362" cy="5303520"/>
          </a:xfrm>
          <a:prstGeom prst="rect">
            <a:avLst/>
          </a:prstGeom>
          <a:solidFill>
            <a:schemeClr val="accent2">
              <a:lumMod val="40000"/>
              <a:lumOff val="60000"/>
              <a:alpha val="15000"/>
            </a:scheme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4" name="Rectangle 143">
            <a:extLst>
              <a:ext uri="{FF2B5EF4-FFF2-40B4-BE49-F238E27FC236}">
                <a16:creationId xmlns:a16="http://schemas.microsoft.com/office/drawing/2014/main" id="{6817F780-C8DB-4F66-88F7-EC4F5EDF7133}"/>
              </a:ext>
            </a:extLst>
          </p:cNvPr>
          <p:cNvSpPr/>
          <p:nvPr/>
        </p:nvSpPr>
        <p:spPr bwMode="gray">
          <a:xfrm>
            <a:off x="8639959" y="716914"/>
            <a:ext cx="1843369" cy="5303520"/>
          </a:xfrm>
          <a:prstGeom prst="rect">
            <a:avLst/>
          </a:prstGeom>
          <a:solidFill>
            <a:srgbClr val="009A44">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5" name="Rectangle 144">
            <a:extLst>
              <a:ext uri="{FF2B5EF4-FFF2-40B4-BE49-F238E27FC236}">
                <a16:creationId xmlns:a16="http://schemas.microsoft.com/office/drawing/2014/main" id="{00E9348D-B9F6-48F8-8943-3686F2E5C5E8}"/>
              </a:ext>
            </a:extLst>
          </p:cNvPr>
          <p:cNvSpPr/>
          <p:nvPr/>
        </p:nvSpPr>
        <p:spPr bwMode="gray">
          <a:xfrm>
            <a:off x="10482588" y="716914"/>
            <a:ext cx="1423316" cy="5368707"/>
          </a:xfrm>
          <a:prstGeom prst="rect">
            <a:avLst/>
          </a:prstGeom>
          <a:solidFill>
            <a:srgbClr val="2C5234">
              <a:alpha val="15000"/>
            </a:srgbClr>
          </a:solidFill>
          <a:ln w="3175"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object 5"/>
          <p:cNvSpPr txBox="1"/>
          <p:nvPr/>
        </p:nvSpPr>
        <p:spPr>
          <a:xfrm>
            <a:off x="457301" y="259878"/>
            <a:ext cx="10997565" cy="392415"/>
          </a:xfrm>
          <a:prstGeom prst="rect">
            <a:avLst/>
          </a:prstGeom>
        </p:spPr>
        <p:txBody>
          <a:bodyPr vert="horz" wrap="square" lIns="0" tIns="83820" rIns="0" bIns="0" rtlCol="0">
            <a:spAutoFit/>
          </a:bodyPr>
          <a:lstStyle/>
          <a:p>
            <a:pPr marL="12700">
              <a:lnSpc>
                <a:spcPct val="100000"/>
              </a:lnSpc>
              <a:spcBef>
                <a:spcPts val="660"/>
              </a:spcBef>
            </a:pPr>
            <a:endParaRPr sz="2000" dirty="0">
              <a:solidFill>
                <a:schemeClr val="tx1"/>
              </a:solidFill>
              <a:latin typeface="Verdana"/>
              <a:cs typeface="Verdana"/>
            </a:endParaRPr>
          </a:p>
        </p:txBody>
      </p:sp>
      <p:grpSp>
        <p:nvGrpSpPr>
          <p:cNvPr id="101" name="Group 100">
            <a:extLst>
              <a:ext uri="{FF2B5EF4-FFF2-40B4-BE49-F238E27FC236}">
                <a16:creationId xmlns:a16="http://schemas.microsoft.com/office/drawing/2014/main" id="{2E350391-F3D5-45D4-AE87-3C0DEE6C4365}"/>
              </a:ext>
            </a:extLst>
          </p:cNvPr>
          <p:cNvGrpSpPr/>
          <p:nvPr/>
        </p:nvGrpSpPr>
        <p:grpSpPr>
          <a:xfrm>
            <a:off x="301069" y="1880028"/>
            <a:ext cx="11554424" cy="1910508"/>
            <a:chOff x="457301" y="1112363"/>
            <a:chExt cx="13543656" cy="2234152"/>
          </a:xfrm>
        </p:grpSpPr>
        <p:sp>
          <p:nvSpPr>
            <p:cNvPr id="71" name="Oval 70">
              <a:extLst>
                <a:ext uri="{FF2B5EF4-FFF2-40B4-BE49-F238E27FC236}">
                  <a16:creationId xmlns:a16="http://schemas.microsoft.com/office/drawing/2014/main" id="{AC0B2BAD-3227-4811-9795-0424FDD8EFBB}"/>
                </a:ext>
              </a:extLst>
            </p:cNvPr>
            <p:cNvSpPr/>
            <p:nvPr/>
          </p:nvSpPr>
          <p:spPr bwMode="gray">
            <a:xfrm>
              <a:off x="457301" y="1112363"/>
              <a:ext cx="1827937" cy="2234152"/>
            </a:xfrm>
            <a:prstGeom prst="ellipse">
              <a:avLst/>
            </a:prstGeom>
            <a:noFill/>
            <a:ln w="19050" algn="ctr">
              <a:solidFill>
                <a:schemeClr val="bg2">
                  <a:lumMod val="9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Pictures</a:t>
              </a:r>
            </a:p>
          </p:txBody>
        </p:sp>
        <p:pic>
          <p:nvPicPr>
            <p:cNvPr id="73" name="Picture 72">
              <a:extLst>
                <a:ext uri="{FF2B5EF4-FFF2-40B4-BE49-F238E27FC236}">
                  <a16:creationId xmlns:a16="http://schemas.microsoft.com/office/drawing/2014/main" id="{DB0E5328-D2DB-4AF3-95FC-B40931AB35E9}"/>
                </a:ext>
              </a:extLst>
            </p:cNvPr>
            <p:cNvPicPr>
              <a:picLocks noChangeAspect="1"/>
            </p:cNvPicPr>
            <p:nvPr/>
          </p:nvPicPr>
          <p:blipFill>
            <a:blip r:embed="rId3"/>
            <a:stretch>
              <a:fillRect/>
            </a:stretch>
          </p:blipFill>
          <p:spPr>
            <a:xfrm>
              <a:off x="675772" y="1580361"/>
              <a:ext cx="544227" cy="544227"/>
            </a:xfrm>
            <a:prstGeom prst="rect">
              <a:avLst/>
            </a:prstGeom>
          </p:spPr>
        </p:pic>
        <p:pic>
          <p:nvPicPr>
            <p:cNvPr id="74" name="Picture 73">
              <a:extLst>
                <a:ext uri="{FF2B5EF4-FFF2-40B4-BE49-F238E27FC236}">
                  <a16:creationId xmlns:a16="http://schemas.microsoft.com/office/drawing/2014/main" id="{57F7B9DC-10FE-4476-8E61-72353A90CD0D}"/>
                </a:ext>
              </a:extLst>
            </p:cNvPr>
            <p:cNvPicPr>
              <a:picLocks noChangeAspect="1"/>
            </p:cNvPicPr>
            <p:nvPr/>
          </p:nvPicPr>
          <p:blipFill>
            <a:blip r:embed="rId3"/>
            <a:stretch>
              <a:fillRect/>
            </a:stretch>
          </p:blipFill>
          <p:spPr>
            <a:xfrm>
              <a:off x="1267628" y="1442844"/>
              <a:ext cx="484475" cy="484475"/>
            </a:xfrm>
            <a:prstGeom prst="rect">
              <a:avLst/>
            </a:prstGeom>
          </p:spPr>
        </p:pic>
        <p:pic>
          <p:nvPicPr>
            <p:cNvPr id="75" name="Picture 74">
              <a:extLst>
                <a:ext uri="{FF2B5EF4-FFF2-40B4-BE49-F238E27FC236}">
                  <a16:creationId xmlns:a16="http://schemas.microsoft.com/office/drawing/2014/main" id="{B0341001-276E-4A61-BF96-C740C3C23763}"/>
                </a:ext>
              </a:extLst>
            </p:cNvPr>
            <p:cNvPicPr>
              <a:picLocks noChangeAspect="1"/>
            </p:cNvPicPr>
            <p:nvPr/>
          </p:nvPicPr>
          <p:blipFill>
            <a:blip r:embed="rId3"/>
            <a:stretch>
              <a:fillRect/>
            </a:stretch>
          </p:blipFill>
          <p:spPr>
            <a:xfrm>
              <a:off x="761886" y="2169904"/>
              <a:ext cx="544227" cy="544227"/>
            </a:xfrm>
            <a:prstGeom prst="rect">
              <a:avLst/>
            </a:prstGeom>
          </p:spPr>
        </p:pic>
        <p:pic>
          <p:nvPicPr>
            <p:cNvPr id="76" name="Picture 75">
              <a:extLst>
                <a:ext uri="{FF2B5EF4-FFF2-40B4-BE49-F238E27FC236}">
                  <a16:creationId xmlns:a16="http://schemas.microsoft.com/office/drawing/2014/main" id="{72A366E0-EF8E-4B0C-AFDD-B387C1ACDDFD}"/>
                </a:ext>
              </a:extLst>
            </p:cNvPr>
            <p:cNvPicPr>
              <a:picLocks noChangeAspect="1"/>
            </p:cNvPicPr>
            <p:nvPr/>
          </p:nvPicPr>
          <p:blipFill>
            <a:blip r:embed="rId3"/>
            <a:stretch>
              <a:fillRect/>
            </a:stretch>
          </p:blipFill>
          <p:spPr>
            <a:xfrm>
              <a:off x="1450409" y="2048389"/>
              <a:ext cx="484475" cy="484475"/>
            </a:xfrm>
            <a:prstGeom prst="rect">
              <a:avLst/>
            </a:prstGeom>
          </p:spPr>
        </p:pic>
        <p:grpSp>
          <p:nvGrpSpPr>
            <p:cNvPr id="100" name="Group 99">
              <a:extLst>
                <a:ext uri="{FF2B5EF4-FFF2-40B4-BE49-F238E27FC236}">
                  <a16:creationId xmlns:a16="http://schemas.microsoft.com/office/drawing/2014/main" id="{DE048D09-9E0E-441B-B4C0-A40313CE32E0}"/>
                </a:ext>
              </a:extLst>
            </p:cNvPr>
            <p:cNvGrpSpPr/>
            <p:nvPr/>
          </p:nvGrpSpPr>
          <p:grpSpPr>
            <a:xfrm>
              <a:off x="1743859" y="1121266"/>
              <a:ext cx="12257098" cy="1577599"/>
              <a:chOff x="1743859" y="1121266"/>
              <a:chExt cx="12257098" cy="1577599"/>
            </a:xfrm>
          </p:grpSpPr>
          <p:sp>
            <p:nvSpPr>
              <p:cNvPr id="50" name="object 50"/>
              <p:cNvSpPr txBox="1"/>
              <p:nvPr/>
            </p:nvSpPr>
            <p:spPr>
              <a:xfrm>
                <a:off x="1743859" y="1387557"/>
                <a:ext cx="2255452" cy="530873"/>
              </a:xfrm>
              <a:prstGeom prst="rect">
                <a:avLst/>
              </a:prstGeom>
            </p:spPr>
            <p:txBody>
              <a:bodyPr vert="horz" wrap="square" lIns="0" tIns="12700" rIns="0" bIns="0" rtlCol="0">
                <a:spAutoFit/>
              </a:bodyPr>
              <a:lstStyle/>
              <a:p>
                <a:pPr marL="816610" indent="-171450">
                  <a:lnSpc>
                    <a:spcPct val="100000"/>
                  </a:lnSpc>
                  <a:spcBef>
                    <a:spcPts val="100"/>
                  </a:spcBef>
                  <a:buFont typeface="Arial" panose="020B0604020202020204" pitchFamily="34" charset="0"/>
                  <a:buChar char="•"/>
                </a:pPr>
                <a:r>
                  <a:rPr lang="en-US" sz="900" spc="-25" dirty="0">
                    <a:solidFill>
                      <a:schemeClr val="accent2">
                        <a:lumMod val="50000"/>
                      </a:schemeClr>
                    </a:solidFill>
                    <a:latin typeface="Verdana"/>
                    <a:cs typeface="Verdana"/>
                  </a:rPr>
                  <a:t>GPRS Connectivity</a:t>
                </a:r>
              </a:p>
              <a:p>
                <a:pPr marL="816610" indent="-171450">
                  <a:lnSpc>
                    <a:spcPct val="100000"/>
                  </a:lnSpc>
                  <a:spcBef>
                    <a:spcPts val="100"/>
                  </a:spcBef>
                  <a:buFont typeface="Arial" panose="020B0604020202020204" pitchFamily="34" charset="0"/>
                  <a:buChar char="•"/>
                </a:pPr>
                <a:r>
                  <a:rPr lang="en-US" sz="900" spc="-25" dirty="0">
                    <a:solidFill>
                      <a:schemeClr val="accent2">
                        <a:lumMod val="50000"/>
                      </a:schemeClr>
                    </a:solidFill>
                    <a:latin typeface="Verdana"/>
                    <a:cs typeface="Verdana"/>
                  </a:rPr>
                  <a:t>RF Mesh</a:t>
                </a:r>
              </a:p>
              <a:p>
                <a:pPr marL="816610" indent="-171450">
                  <a:lnSpc>
                    <a:spcPct val="100000"/>
                  </a:lnSpc>
                  <a:spcBef>
                    <a:spcPts val="100"/>
                  </a:spcBef>
                  <a:buFont typeface="Arial" panose="020B0604020202020204" pitchFamily="34" charset="0"/>
                  <a:buChar char="•"/>
                </a:pPr>
                <a:r>
                  <a:rPr lang="en-US" sz="900" spc="-25" dirty="0">
                    <a:solidFill>
                      <a:schemeClr val="accent2">
                        <a:lumMod val="50000"/>
                      </a:schemeClr>
                    </a:solidFill>
                    <a:latin typeface="Verdana"/>
                    <a:cs typeface="Verdana"/>
                  </a:rPr>
                  <a:t>PLC</a:t>
                </a:r>
                <a:endParaRPr sz="900" dirty="0">
                  <a:solidFill>
                    <a:schemeClr val="accent2">
                      <a:lumMod val="50000"/>
                    </a:schemeClr>
                  </a:solidFill>
                  <a:latin typeface="Verdana"/>
                  <a:cs typeface="Verdana"/>
                </a:endParaRPr>
              </a:p>
            </p:txBody>
          </p:sp>
          <p:grpSp>
            <p:nvGrpSpPr>
              <p:cNvPr id="99" name="Group 98">
                <a:extLst>
                  <a:ext uri="{FF2B5EF4-FFF2-40B4-BE49-F238E27FC236}">
                    <a16:creationId xmlns:a16="http://schemas.microsoft.com/office/drawing/2014/main" id="{E9F5BF29-9AAC-4932-ACE0-F7286D5E25B7}"/>
                  </a:ext>
                </a:extLst>
              </p:cNvPr>
              <p:cNvGrpSpPr/>
              <p:nvPr/>
            </p:nvGrpSpPr>
            <p:grpSpPr>
              <a:xfrm>
                <a:off x="2335639" y="1121266"/>
                <a:ext cx="11665318" cy="1577599"/>
                <a:chOff x="2278785" y="1003780"/>
                <a:chExt cx="11665318" cy="1577599"/>
              </a:xfrm>
            </p:grpSpPr>
            <p:sp>
              <p:nvSpPr>
                <p:cNvPr id="47" name="object 47"/>
                <p:cNvSpPr/>
                <p:nvPr/>
              </p:nvSpPr>
              <p:spPr>
                <a:xfrm>
                  <a:off x="3468952" y="1723693"/>
                  <a:ext cx="433070" cy="584200"/>
                </a:xfrm>
                <a:custGeom>
                  <a:avLst/>
                  <a:gdLst/>
                  <a:ahLst/>
                  <a:cxnLst/>
                  <a:rect l="l" t="t" r="r" b="b"/>
                  <a:pathLst>
                    <a:path w="433070" h="584200">
                      <a:moveTo>
                        <a:pt x="432816" y="184531"/>
                      </a:moveTo>
                      <a:lnTo>
                        <a:pt x="430276" y="181356"/>
                      </a:lnTo>
                      <a:lnTo>
                        <a:pt x="424307" y="181356"/>
                      </a:lnTo>
                      <a:lnTo>
                        <a:pt x="422148" y="184531"/>
                      </a:lnTo>
                      <a:lnTo>
                        <a:pt x="422148" y="217932"/>
                      </a:lnTo>
                      <a:lnTo>
                        <a:pt x="390779" y="217932"/>
                      </a:lnTo>
                      <a:lnTo>
                        <a:pt x="390779" y="231648"/>
                      </a:lnTo>
                      <a:lnTo>
                        <a:pt x="327444" y="257340"/>
                      </a:lnTo>
                      <a:lnTo>
                        <a:pt x="321081" y="231648"/>
                      </a:lnTo>
                      <a:lnTo>
                        <a:pt x="390779" y="231648"/>
                      </a:lnTo>
                      <a:lnTo>
                        <a:pt x="390779" y="217932"/>
                      </a:lnTo>
                      <a:lnTo>
                        <a:pt x="318617" y="217932"/>
                      </a:lnTo>
                      <a:lnTo>
                        <a:pt x="318617" y="260921"/>
                      </a:lnTo>
                      <a:lnTo>
                        <a:pt x="264248" y="282981"/>
                      </a:lnTo>
                      <a:lnTo>
                        <a:pt x="264248" y="373494"/>
                      </a:lnTo>
                      <a:lnTo>
                        <a:pt x="220980" y="393712"/>
                      </a:lnTo>
                      <a:lnTo>
                        <a:pt x="220980" y="315468"/>
                      </a:lnTo>
                      <a:lnTo>
                        <a:pt x="253377" y="302387"/>
                      </a:lnTo>
                      <a:lnTo>
                        <a:pt x="253669" y="302272"/>
                      </a:lnTo>
                      <a:lnTo>
                        <a:pt x="264248" y="373494"/>
                      </a:lnTo>
                      <a:lnTo>
                        <a:pt x="264248" y="282981"/>
                      </a:lnTo>
                      <a:lnTo>
                        <a:pt x="262572" y="283654"/>
                      </a:lnTo>
                      <a:lnTo>
                        <a:pt x="254838" y="231648"/>
                      </a:lnTo>
                      <a:lnTo>
                        <a:pt x="311683" y="231648"/>
                      </a:lnTo>
                      <a:lnTo>
                        <a:pt x="318617" y="260921"/>
                      </a:lnTo>
                      <a:lnTo>
                        <a:pt x="318617" y="217932"/>
                      </a:lnTo>
                      <a:lnTo>
                        <a:pt x="252793" y="217932"/>
                      </a:lnTo>
                      <a:lnTo>
                        <a:pt x="251574" y="209740"/>
                      </a:lnTo>
                      <a:lnTo>
                        <a:pt x="251574" y="288124"/>
                      </a:lnTo>
                      <a:lnTo>
                        <a:pt x="220980" y="300532"/>
                      </a:lnTo>
                      <a:lnTo>
                        <a:pt x="220980" y="231648"/>
                      </a:lnTo>
                      <a:lnTo>
                        <a:pt x="243179" y="231648"/>
                      </a:lnTo>
                      <a:lnTo>
                        <a:pt x="251574" y="288124"/>
                      </a:lnTo>
                      <a:lnTo>
                        <a:pt x="251574" y="209740"/>
                      </a:lnTo>
                      <a:lnTo>
                        <a:pt x="243713" y="156921"/>
                      </a:lnTo>
                      <a:lnTo>
                        <a:pt x="252450" y="153416"/>
                      </a:lnTo>
                      <a:lnTo>
                        <a:pt x="360362" y="110236"/>
                      </a:lnTo>
                      <a:lnTo>
                        <a:pt x="361315" y="109855"/>
                      </a:lnTo>
                      <a:lnTo>
                        <a:pt x="361569" y="109728"/>
                      </a:lnTo>
                      <a:lnTo>
                        <a:pt x="361696" y="109728"/>
                      </a:lnTo>
                      <a:lnTo>
                        <a:pt x="364109" y="108458"/>
                      </a:lnTo>
                      <a:lnTo>
                        <a:pt x="365760" y="105410"/>
                      </a:lnTo>
                      <a:lnTo>
                        <a:pt x="365379" y="101854"/>
                      </a:lnTo>
                      <a:lnTo>
                        <a:pt x="364490" y="98298"/>
                      </a:lnTo>
                      <a:lnTo>
                        <a:pt x="364236" y="98069"/>
                      </a:lnTo>
                      <a:lnTo>
                        <a:pt x="364236" y="71628"/>
                      </a:lnTo>
                      <a:lnTo>
                        <a:pt x="361696" y="68580"/>
                      </a:lnTo>
                      <a:lnTo>
                        <a:pt x="356108" y="68580"/>
                      </a:lnTo>
                      <a:lnTo>
                        <a:pt x="353568" y="71628"/>
                      </a:lnTo>
                      <a:lnTo>
                        <a:pt x="353568" y="96012"/>
                      </a:lnTo>
                      <a:lnTo>
                        <a:pt x="323469" y="96012"/>
                      </a:lnTo>
                      <a:lnTo>
                        <a:pt x="323469" y="110236"/>
                      </a:lnTo>
                      <a:lnTo>
                        <a:pt x="273316" y="130416"/>
                      </a:lnTo>
                      <a:lnTo>
                        <a:pt x="266750" y="110236"/>
                      </a:lnTo>
                      <a:lnTo>
                        <a:pt x="323469" y="110236"/>
                      </a:lnTo>
                      <a:lnTo>
                        <a:pt x="323469" y="96012"/>
                      </a:lnTo>
                      <a:lnTo>
                        <a:pt x="264998" y="96012"/>
                      </a:lnTo>
                      <a:lnTo>
                        <a:pt x="264998" y="133769"/>
                      </a:lnTo>
                      <a:lnTo>
                        <a:pt x="241655" y="143154"/>
                      </a:lnTo>
                      <a:lnTo>
                        <a:pt x="241134" y="139661"/>
                      </a:lnTo>
                      <a:lnTo>
                        <a:pt x="241134" y="217932"/>
                      </a:lnTo>
                      <a:lnTo>
                        <a:pt x="220980" y="217932"/>
                      </a:lnTo>
                      <a:lnTo>
                        <a:pt x="220980" y="166014"/>
                      </a:lnTo>
                      <a:lnTo>
                        <a:pt x="232727" y="161315"/>
                      </a:lnTo>
                      <a:lnTo>
                        <a:pt x="241134" y="217932"/>
                      </a:lnTo>
                      <a:lnTo>
                        <a:pt x="241134" y="139661"/>
                      </a:lnTo>
                      <a:lnTo>
                        <a:pt x="236753" y="110236"/>
                      </a:lnTo>
                      <a:lnTo>
                        <a:pt x="257340" y="110236"/>
                      </a:lnTo>
                      <a:lnTo>
                        <a:pt x="264998" y="133769"/>
                      </a:lnTo>
                      <a:lnTo>
                        <a:pt x="264998" y="96012"/>
                      </a:lnTo>
                      <a:lnTo>
                        <a:pt x="234645" y="96012"/>
                      </a:lnTo>
                      <a:lnTo>
                        <a:pt x="230682" y="69392"/>
                      </a:lnTo>
                      <a:lnTo>
                        <a:pt x="230682" y="147574"/>
                      </a:lnTo>
                      <a:lnTo>
                        <a:pt x="220980" y="151485"/>
                      </a:lnTo>
                      <a:lnTo>
                        <a:pt x="220980" y="110236"/>
                      </a:lnTo>
                      <a:lnTo>
                        <a:pt x="225132" y="110236"/>
                      </a:lnTo>
                      <a:lnTo>
                        <a:pt x="230682" y="147574"/>
                      </a:lnTo>
                      <a:lnTo>
                        <a:pt x="230682" y="69392"/>
                      </a:lnTo>
                      <a:lnTo>
                        <a:pt x="227253" y="46355"/>
                      </a:lnTo>
                      <a:lnTo>
                        <a:pt x="223024" y="17894"/>
                      </a:lnTo>
                      <a:lnTo>
                        <a:pt x="223024" y="96012"/>
                      </a:lnTo>
                      <a:lnTo>
                        <a:pt x="220980" y="96012"/>
                      </a:lnTo>
                      <a:lnTo>
                        <a:pt x="220980" y="82257"/>
                      </a:lnTo>
                      <a:lnTo>
                        <a:pt x="223024" y="96012"/>
                      </a:lnTo>
                      <a:lnTo>
                        <a:pt x="223024" y="17894"/>
                      </a:lnTo>
                      <a:lnTo>
                        <a:pt x="221234" y="5842"/>
                      </a:lnTo>
                      <a:lnTo>
                        <a:pt x="220853" y="2667"/>
                      </a:lnTo>
                      <a:lnTo>
                        <a:pt x="218440" y="0"/>
                      </a:lnTo>
                      <a:lnTo>
                        <a:pt x="212852" y="0"/>
                      </a:lnTo>
                      <a:lnTo>
                        <a:pt x="211836" y="1130"/>
                      </a:lnTo>
                      <a:lnTo>
                        <a:pt x="211836" y="71958"/>
                      </a:lnTo>
                      <a:lnTo>
                        <a:pt x="211836" y="96012"/>
                      </a:lnTo>
                      <a:lnTo>
                        <a:pt x="211836" y="422021"/>
                      </a:lnTo>
                      <a:lnTo>
                        <a:pt x="210820" y="424053"/>
                      </a:lnTo>
                      <a:lnTo>
                        <a:pt x="141478" y="545338"/>
                      </a:lnTo>
                      <a:lnTo>
                        <a:pt x="165442" y="384073"/>
                      </a:lnTo>
                      <a:lnTo>
                        <a:pt x="211836" y="405422"/>
                      </a:lnTo>
                      <a:lnTo>
                        <a:pt x="211836" y="393890"/>
                      </a:lnTo>
                      <a:lnTo>
                        <a:pt x="167081" y="373037"/>
                      </a:lnTo>
                      <a:lnTo>
                        <a:pt x="177711" y="301548"/>
                      </a:lnTo>
                      <a:lnTo>
                        <a:pt x="211836" y="315315"/>
                      </a:lnTo>
                      <a:lnTo>
                        <a:pt x="211836" y="300545"/>
                      </a:lnTo>
                      <a:lnTo>
                        <a:pt x="179793" y="287540"/>
                      </a:lnTo>
                      <a:lnTo>
                        <a:pt x="188099" y="231648"/>
                      </a:lnTo>
                      <a:lnTo>
                        <a:pt x="211836" y="231648"/>
                      </a:lnTo>
                      <a:lnTo>
                        <a:pt x="211836" y="217932"/>
                      </a:lnTo>
                      <a:lnTo>
                        <a:pt x="190131" y="217932"/>
                      </a:lnTo>
                      <a:lnTo>
                        <a:pt x="198640" y="160756"/>
                      </a:lnTo>
                      <a:lnTo>
                        <a:pt x="211836" y="166027"/>
                      </a:lnTo>
                      <a:lnTo>
                        <a:pt x="211836" y="151676"/>
                      </a:lnTo>
                      <a:lnTo>
                        <a:pt x="200660" y="147154"/>
                      </a:lnTo>
                      <a:lnTo>
                        <a:pt x="206146" y="110236"/>
                      </a:lnTo>
                      <a:lnTo>
                        <a:pt x="211836" y="110236"/>
                      </a:lnTo>
                      <a:lnTo>
                        <a:pt x="211836" y="96012"/>
                      </a:lnTo>
                      <a:lnTo>
                        <a:pt x="208254" y="96012"/>
                      </a:lnTo>
                      <a:lnTo>
                        <a:pt x="211836" y="71958"/>
                      </a:lnTo>
                      <a:lnTo>
                        <a:pt x="211836" y="1130"/>
                      </a:lnTo>
                      <a:lnTo>
                        <a:pt x="210439" y="2667"/>
                      </a:lnTo>
                      <a:lnTo>
                        <a:pt x="210058" y="5842"/>
                      </a:lnTo>
                      <a:lnTo>
                        <a:pt x="196684" y="96012"/>
                      </a:lnTo>
                      <a:lnTo>
                        <a:pt x="194576" y="96012"/>
                      </a:lnTo>
                      <a:lnTo>
                        <a:pt x="194576" y="110236"/>
                      </a:lnTo>
                      <a:lnTo>
                        <a:pt x="189763" y="142760"/>
                      </a:lnTo>
                      <a:lnTo>
                        <a:pt x="161277" y="131254"/>
                      </a:lnTo>
                      <a:lnTo>
                        <a:pt x="168211" y="110236"/>
                      </a:lnTo>
                      <a:lnTo>
                        <a:pt x="194576" y="110236"/>
                      </a:lnTo>
                      <a:lnTo>
                        <a:pt x="194576" y="96012"/>
                      </a:lnTo>
                      <a:lnTo>
                        <a:pt x="158623" y="96012"/>
                      </a:lnTo>
                      <a:lnTo>
                        <a:pt x="158623" y="110236"/>
                      </a:lnTo>
                      <a:lnTo>
                        <a:pt x="152768" y="127800"/>
                      </a:lnTo>
                      <a:lnTo>
                        <a:pt x="109347" y="110236"/>
                      </a:lnTo>
                      <a:lnTo>
                        <a:pt x="158623" y="110236"/>
                      </a:lnTo>
                      <a:lnTo>
                        <a:pt x="158623" y="96012"/>
                      </a:lnTo>
                      <a:lnTo>
                        <a:pt x="77724" y="96012"/>
                      </a:lnTo>
                      <a:lnTo>
                        <a:pt x="77724" y="71628"/>
                      </a:lnTo>
                      <a:lnTo>
                        <a:pt x="75565" y="68580"/>
                      </a:lnTo>
                      <a:lnTo>
                        <a:pt x="69596" y="68580"/>
                      </a:lnTo>
                      <a:lnTo>
                        <a:pt x="67056" y="71628"/>
                      </a:lnTo>
                      <a:lnTo>
                        <a:pt x="67056" y="105410"/>
                      </a:lnTo>
                      <a:lnTo>
                        <a:pt x="67056" y="106299"/>
                      </a:lnTo>
                      <a:lnTo>
                        <a:pt x="69596" y="109728"/>
                      </a:lnTo>
                      <a:lnTo>
                        <a:pt x="70891" y="109728"/>
                      </a:lnTo>
                      <a:lnTo>
                        <a:pt x="71120" y="109855"/>
                      </a:lnTo>
                      <a:lnTo>
                        <a:pt x="187731" y="156413"/>
                      </a:lnTo>
                      <a:lnTo>
                        <a:pt x="178612" y="217932"/>
                      </a:lnTo>
                      <a:lnTo>
                        <a:pt x="176580" y="217932"/>
                      </a:lnTo>
                      <a:lnTo>
                        <a:pt x="176580" y="231648"/>
                      </a:lnTo>
                      <a:lnTo>
                        <a:pt x="168948" y="283146"/>
                      </a:lnTo>
                      <a:lnTo>
                        <a:pt x="117944" y="262458"/>
                      </a:lnTo>
                      <a:lnTo>
                        <a:pt x="126161" y="231648"/>
                      </a:lnTo>
                      <a:lnTo>
                        <a:pt x="176580" y="231648"/>
                      </a:lnTo>
                      <a:lnTo>
                        <a:pt x="176580" y="217932"/>
                      </a:lnTo>
                      <a:lnTo>
                        <a:pt x="116979" y="217932"/>
                      </a:lnTo>
                      <a:lnTo>
                        <a:pt x="116979" y="231648"/>
                      </a:lnTo>
                      <a:lnTo>
                        <a:pt x="109753" y="259130"/>
                      </a:lnTo>
                      <a:lnTo>
                        <a:pt x="42037" y="231648"/>
                      </a:lnTo>
                      <a:lnTo>
                        <a:pt x="116979" y="231648"/>
                      </a:lnTo>
                      <a:lnTo>
                        <a:pt x="116979" y="217932"/>
                      </a:lnTo>
                      <a:lnTo>
                        <a:pt x="10668" y="217932"/>
                      </a:lnTo>
                      <a:lnTo>
                        <a:pt x="10668" y="184531"/>
                      </a:lnTo>
                      <a:lnTo>
                        <a:pt x="8128" y="181356"/>
                      </a:lnTo>
                      <a:lnTo>
                        <a:pt x="2540" y="181356"/>
                      </a:lnTo>
                      <a:lnTo>
                        <a:pt x="0" y="184531"/>
                      </a:lnTo>
                      <a:lnTo>
                        <a:pt x="0" y="227203"/>
                      </a:lnTo>
                      <a:lnTo>
                        <a:pt x="0" y="229997"/>
                      </a:lnTo>
                      <a:lnTo>
                        <a:pt x="2540" y="233172"/>
                      </a:lnTo>
                      <a:lnTo>
                        <a:pt x="5334" y="233172"/>
                      </a:lnTo>
                      <a:lnTo>
                        <a:pt x="8128" y="233172"/>
                      </a:lnTo>
                      <a:lnTo>
                        <a:pt x="166865" y="297180"/>
                      </a:lnTo>
                      <a:lnTo>
                        <a:pt x="125730" y="574802"/>
                      </a:lnTo>
                      <a:lnTo>
                        <a:pt x="124968" y="577850"/>
                      </a:lnTo>
                      <a:lnTo>
                        <a:pt x="126619" y="581406"/>
                      </a:lnTo>
                      <a:lnTo>
                        <a:pt x="129032" y="582295"/>
                      </a:lnTo>
                      <a:lnTo>
                        <a:pt x="131445" y="583692"/>
                      </a:lnTo>
                      <a:lnTo>
                        <a:pt x="134239" y="582803"/>
                      </a:lnTo>
                      <a:lnTo>
                        <a:pt x="135890" y="580136"/>
                      </a:lnTo>
                      <a:lnTo>
                        <a:pt x="155702" y="545338"/>
                      </a:lnTo>
                      <a:lnTo>
                        <a:pt x="215646" y="440055"/>
                      </a:lnTo>
                      <a:lnTo>
                        <a:pt x="295402" y="580136"/>
                      </a:lnTo>
                      <a:lnTo>
                        <a:pt x="296672" y="581914"/>
                      </a:lnTo>
                      <a:lnTo>
                        <a:pt x="298323" y="583184"/>
                      </a:lnTo>
                      <a:lnTo>
                        <a:pt x="301117" y="583184"/>
                      </a:lnTo>
                      <a:lnTo>
                        <a:pt x="301498" y="582803"/>
                      </a:lnTo>
                      <a:lnTo>
                        <a:pt x="302260" y="582295"/>
                      </a:lnTo>
                      <a:lnTo>
                        <a:pt x="304673" y="581406"/>
                      </a:lnTo>
                      <a:lnTo>
                        <a:pt x="306324" y="577850"/>
                      </a:lnTo>
                      <a:lnTo>
                        <a:pt x="305943" y="574802"/>
                      </a:lnTo>
                      <a:lnTo>
                        <a:pt x="301548" y="545338"/>
                      </a:lnTo>
                      <a:lnTo>
                        <a:pt x="289814" y="466534"/>
                      </a:lnTo>
                      <a:lnTo>
                        <a:pt x="289814" y="545338"/>
                      </a:lnTo>
                      <a:lnTo>
                        <a:pt x="229616" y="440055"/>
                      </a:lnTo>
                      <a:lnTo>
                        <a:pt x="220980" y="424942"/>
                      </a:lnTo>
                      <a:lnTo>
                        <a:pt x="220980" y="405244"/>
                      </a:lnTo>
                      <a:lnTo>
                        <a:pt x="265899" y="384581"/>
                      </a:lnTo>
                      <a:lnTo>
                        <a:pt x="289814" y="545338"/>
                      </a:lnTo>
                      <a:lnTo>
                        <a:pt x="289814" y="466534"/>
                      </a:lnTo>
                      <a:lnTo>
                        <a:pt x="264693" y="297827"/>
                      </a:lnTo>
                      <a:lnTo>
                        <a:pt x="424967" y="233172"/>
                      </a:lnTo>
                      <a:lnTo>
                        <a:pt x="427355" y="233172"/>
                      </a:lnTo>
                      <a:lnTo>
                        <a:pt x="430276" y="233172"/>
                      </a:lnTo>
                      <a:lnTo>
                        <a:pt x="432816" y="229997"/>
                      </a:lnTo>
                      <a:lnTo>
                        <a:pt x="432816" y="227203"/>
                      </a:lnTo>
                      <a:lnTo>
                        <a:pt x="432816" y="184531"/>
                      </a:lnTo>
                      <a:close/>
                    </a:path>
                  </a:pathLst>
                </a:custGeom>
                <a:solidFill>
                  <a:srgbClr val="52555A"/>
                </a:solidFill>
              </p:spPr>
              <p:txBody>
                <a:bodyPr wrap="square" lIns="0" tIns="0" rIns="0" bIns="0" rtlCol="0"/>
                <a:lstStyle/>
                <a:p>
                  <a:endParaRPr dirty="0"/>
                </a:p>
              </p:txBody>
            </p:sp>
            <p:sp>
              <p:nvSpPr>
                <p:cNvPr id="48" name="object 48"/>
                <p:cNvSpPr/>
                <p:nvPr/>
              </p:nvSpPr>
              <p:spPr>
                <a:xfrm>
                  <a:off x="12709162" y="1574084"/>
                  <a:ext cx="382431" cy="260232"/>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sp>
              <p:nvSpPr>
                <p:cNvPr id="68" name="object 64">
                  <a:extLst>
                    <a:ext uri="{FF2B5EF4-FFF2-40B4-BE49-F238E27FC236}">
                      <a16:creationId xmlns:a16="http://schemas.microsoft.com/office/drawing/2014/main" id="{1DC763F8-677C-4123-919B-BAB19037195F}"/>
                    </a:ext>
                  </a:extLst>
                </p:cNvPr>
                <p:cNvSpPr/>
                <p:nvPr/>
              </p:nvSpPr>
              <p:spPr>
                <a:xfrm rot="584281">
                  <a:off x="2321726" y="1894926"/>
                  <a:ext cx="1166188" cy="5987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69" name="object 64">
                  <a:extLst>
                    <a:ext uri="{FF2B5EF4-FFF2-40B4-BE49-F238E27FC236}">
                      <a16:creationId xmlns:a16="http://schemas.microsoft.com/office/drawing/2014/main" id="{B98554CD-BEFC-4F10-B993-507556FB0DF6}"/>
                    </a:ext>
                  </a:extLst>
                </p:cNvPr>
                <p:cNvSpPr/>
                <p:nvPr/>
              </p:nvSpPr>
              <p:spPr>
                <a:xfrm>
                  <a:off x="2278785" y="2052416"/>
                  <a:ext cx="1209683" cy="72172"/>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70" name="object 64">
                  <a:extLst>
                    <a:ext uri="{FF2B5EF4-FFF2-40B4-BE49-F238E27FC236}">
                      <a16:creationId xmlns:a16="http://schemas.microsoft.com/office/drawing/2014/main" id="{7FCF341A-C62C-41AA-B5E2-0561A2E0FFBB}"/>
                    </a:ext>
                  </a:extLst>
                </p:cNvPr>
                <p:cNvSpPr/>
                <p:nvPr/>
              </p:nvSpPr>
              <p:spPr>
                <a:xfrm rot="10045611">
                  <a:off x="2295222" y="2284356"/>
                  <a:ext cx="1199583" cy="63596"/>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77" name="Oval 76">
                  <a:extLst>
                    <a:ext uri="{FF2B5EF4-FFF2-40B4-BE49-F238E27FC236}">
                      <a16:creationId xmlns:a16="http://schemas.microsoft.com/office/drawing/2014/main" id="{B562151E-6DE2-42FB-840E-B8157A09CFCC}"/>
                    </a:ext>
                  </a:extLst>
                </p:cNvPr>
                <p:cNvSpPr/>
                <p:nvPr/>
              </p:nvSpPr>
              <p:spPr bwMode="gray">
                <a:xfrm>
                  <a:off x="12348038" y="1003780"/>
                  <a:ext cx="1596065" cy="1577599"/>
                </a:xfrm>
                <a:prstGeom prst="ellipse">
                  <a:avLst/>
                </a:prstGeom>
                <a:noFill/>
                <a:ln w="19050" algn="ctr">
                  <a:solidFill>
                    <a:schemeClr val="tx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8" name="object 48">
                  <a:extLst>
                    <a:ext uri="{FF2B5EF4-FFF2-40B4-BE49-F238E27FC236}">
                      <a16:creationId xmlns:a16="http://schemas.microsoft.com/office/drawing/2014/main" id="{C9AF741A-5744-4008-8CE3-85CDCCD762B2}"/>
                    </a:ext>
                  </a:extLst>
                </p:cNvPr>
                <p:cNvSpPr/>
                <p:nvPr/>
              </p:nvSpPr>
              <p:spPr>
                <a:xfrm>
                  <a:off x="13016361" y="1230534"/>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sp>
              <p:nvSpPr>
                <p:cNvPr id="79" name="object 48">
                  <a:extLst>
                    <a:ext uri="{FF2B5EF4-FFF2-40B4-BE49-F238E27FC236}">
                      <a16:creationId xmlns:a16="http://schemas.microsoft.com/office/drawing/2014/main" id="{00FA3924-AA1F-4F7D-A463-6C5725D38BB8}"/>
                    </a:ext>
                  </a:extLst>
                </p:cNvPr>
                <p:cNvSpPr/>
                <p:nvPr/>
              </p:nvSpPr>
              <p:spPr>
                <a:xfrm>
                  <a:off x="12730187" y="1939325"/>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sp>
              <p:nvSpPr>
                <p:cNvPr id="80" name="object 48">
                  <a:extLst>
                    <a:ext uri="{FF2B5EF4-FFF2-40B4-BE49-F238E27FC236}">
                      <a16:creationId xmlns:a16="http://schemas.microsoft.com/office/drawing/2014/main" id="{AC402AE0-F09C-403D-A457-D51BA9DD87D9}"/>
                    </a:ext>
                  </a:extLst>
                </p:cNvPr>
                <p:cNvSpPr/>
                <p:nvPr/>
              </p:nvSpPr>
              <p:spPr>
                <a:xfrm>
                  <a:off x="13051888" y="1589454"/>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sp>
              <p:nvSpPr>
                <p:cNvPr id="81" name="object 48">
                  <a:extLst>
                    <a:ext uri="{FF2B5EF4-FFF2-40B4-BE49-F238E27FC236}">
                      <a16:creationId xmlns:a16="http://schemas.microsoft.com/office/drawing/2014/main" id="{895EDD79-6AC9-4AB2-A2DA-2190504C92CD}"/>
                    </a:ext>
                  </a:extLst>
                </p:cNvPr>
                <p:cNvSpPr/>
                <p:nvPr/>
              </p:nvSpPr>
              <p:spPr>
                <a:xfrm>
                  <a:off x="12676032" y="1193290"/>
                  <a:ext cx="363589" cy="330481"/>
                </a:xfrm>
                <a:custGeom>
                  <a:avLst/>
                  <a:gdLst/>
                  <a:ahLst/>
                  <a:cxnLst/>
                  <a:rect l="l" t="t" r="r" b="b"/>
                  <a:pathLst>
                    <a:path w="504825" h="455929">
                      <a:moveTo>
                        <a:pt x="443484" y="285877"/>
                      </a:moveTo>
                      <a:lnTo>
                        <a:pt x="65150" y="285877"/>
                      </a:lnTo>
                      <a:lnTo>
                        <a:pt x="65150" y="455676"/>
                      </a:lnTo>
                      <a:lnTo>
                        <a:pt x="272542" y="455676"/>
                      </a:lnTo>
                      <a:lnTo>
                        <a:pt x="272542" y="402082"/>
                      </a:lnTo>
                      <a:lnTo>
                        <a:pt x="134239" y="402082"/>
                      </a:lnTo>
                      <a:lnTo>
                        <a:pt x="134239" y="317246"/>
                      </a:lnTo>
                      <a:lnTo>
                        <a:pt x="443484" y="317246"/>
                      </a:lnTo>
                      <a:lnTo>
                        <a:pt x="443484" y="285877"/>
                      </a:lnTo>
                      <a:close/>
                    </a:path>
                    <a:path w="504825" h="455929">
                      <a:moveTo>
                        <a:pt x="443484" y="317246"/>
                      </a:moveTo>
                      <a:lnTo>
                        <a:pt x="366141" y="317246"/>
                      </a:lnTo>
                      <a:lnTo>
                        <a:pt x="366141" y="455676"/>
                      </a:lnTo>
                      <a:lnTo>
                        <a:pt x="443484" y="455676"/>
                      </a:lnTo>
                      <a:lnTo>
                        <a:pt x="443484" y="317246"/>
                      </a:lnTo>
                      <a:close/>
                    </a:path>
                    <a:path w="504825" h="455929">
                      <a:moveTo>
                        <a:pt x="272542" y="317246"/>
                      </a:moveTo>
                      <a:lnTo>
                        <a:pt x="195325" y="317246"/>
                      </a:lnTo>
                      <a:lnTo>
                        <a:pt x="195325" y="402082"/>
                      </a:lnTo>
                      <a:lnTo>
                        <a:pt x="272542" y="402082"/>
                      </a:lnTo>
                      <a:lnTo>
                        <a:pt x="272542" y="317246"/>
                      </a:lnTo>
                      <a:close/>
                    </a:path>
                    <a:path w="504825" h="455929">
                      <a:moveTo>
                        <a:pt x="252222" y="0"/>
                      </a:moveTo>
                      <a:lnTo>
                        <a:pt x="126111" y="138430"/>
                      </a:lnTo>
                      <a:lnTo>
                        <a:pt x="0" y="285877"/>
                      </a:lnTo>
                      <a:lnTo>
                        <a:pt x="504444" y="285877"/>
                      </a:lnTo>
                      <a:lnTo>
                        <a:pt x="432838" y="201041"/>
                      </a:lnTo>
                      <a:lnTo>
                        <a:pt x="252222" y="201041"/>
                      </a:lnTo>
                      <a:lnTo>
                        <a:pt x="240029" y="196596"/>
                      </a:lnTo>
                      <a:lnTo>
                        <a:pt x="227838" y="187579"/>
                      </a:lnTo>
                      <a:lnTo>
                        <a:pt x="223774" y="178689"/>
                      </a:lnTo>
                      <a:lnTo>
                        <a:pt x="223774" y="151892"/>
                      </a:lnTo>
                      <a:lnTo>
                        <a:pt x="227838" y="147447"/>
                      </a:lnTo>
                      <a:lnTo>
                        <a:pt x="240029" y="138430"/>
                      </a:lnTo>
                      <a:lnTo>
                        <a:pt x="252222" y="133985"/>
                      </a:lnTo>
                      <a:lnTo>
                        <a:pt x="402717" y="133985"/>
                      </a:lnTo>
                      <a:lnTo>
                        <a:pt x="402717" y="111633"/>
                      </a:lnTo>
                      <a:lnTo>
                        <a:pt x="349885" y="111633"/>
                      </a:lnTo>
                      <a:lnTo>
                        <a:pt x="252222" y="0"/>
                      </a:lnTo>
                      <a:close/>
                    </a:path>
                    <a:path w="504825" h="455929">
                      <a:moveTo>
                        <a:pt x="402717" y="133985"/>
                      </a:moveTo>
                      <a:lnTo>
                        <a:pt x="252222" y="133985"/>
                      </a:lnTo>
                      <a:lnTo>
                        <a:pt x="260350" y="138430"/>
                      </a:lnTo>
                      <a:lnTo>
                        <a:pt x="272542" y="147447"/>
                      </a:lnTo>
                      <a:lnTo>
                        <a:pt x="276605" y="151892"/>
                      </a:lnTo>
                      <a:lnTo>
                        <a:pt x="276605" y="178689"/>
                      </a:lnTo>
                      <a:lnTo>
                        <a:pt x="272542" y="187579"/>
                      </a:lnTo>
                      <a:lnTo>
                        <a:pt x="260350" y="196596"/>
                      </a:lnTo>
                      <a:lnTo>
                        <a:pt x="252222" y="201041"/>
                      </a:lnTo>
                      <a:lnTo>
                        <a:pt x="432838" y="201041"/>
                      </a:lnTo>
                      <a:lnTo>
                        <a:pt x="402717" y="165354"/>
                      </a:lnTo>
                      <a:lnTo>
                        <a:pt x="402717" y="133985"/>
                      </a:lnTo>
                      <a:close/>
                    </a:path>
                    <a:path w="504825" h="455929">
                      <a:moveTo>
                        <a:pt x="402717" y="84836"/>
                      </a:moveTo>
                      <a:lnTo>
                        <a:pt x="349885" y="84836"/>
                      </a:lnTo>
                      <a:lnTo>
                        <a:pt x="349885" y="111633"/>
                      </a:lnTo>
                      <a:lnTo>
                        <a:pt x="402717" y="111633"/>
                      </a:lnTo>
                      <a:lnTo>
                        <a:pt x="402717" y="84836"/>
                      </a:lnTo>
                      <a:close/>
                    </a:path>
                    <a:path w="504825" h="455929">
                      <a:moveTo>
                        <a:pt x="410845" y="62484"/>
                      </a:moveTo>
                      <a:lnTo>
                        <a:pt x="341756" y="62484"/>
                      </a:lnTo>
                      <a:lnTo>
                        <a:pt x="341756" y="84836"/>
                      </a:lnTo>
                      <a:lnTo>
                        <a:pt x="410845" y="84836"/>
                      </a:lnTo>
                      <a:lnTo>
                        <a:pt x="410845" y="62484"/>
                      </a:lnTo>
                      <a:close/>
                    </a:path>
                  </a:pathLst>
                </a:custGeom>
                <a:solidFill>
                  <a:srgbClr val="52555A"/>
                </a:solidFill>
              </p:spPr>
              <p:txBody>
                <a:bodyPr wrap="square" lIns="0" tIns="0" rIns="0" bIns="0" rtlCol="0"/>
                <a:lstStyle/>
                <a:p>
                  <a:endParaRPr dirty="0"/>
                </a:p>
              </p:txBody>
            </p:sp>
          </p:grpSp>
        </p:grpSp>
      </p:grpSp>
      <p:sp>
        <p:nvSpPr>
          <p:cNvPr id="89" name="object 50">
            <a:extLst>
              <a:ext uri="{FF2B5EF4-FFF2-40B4-BE49-F238E27FC236}">
                <a16:creationId xmlns:a16="http://schemas.microsoft.com/office/drawing/2014/main" id="{EBA0E097-5FA7-4DD7-806A-FAD04CD71B11}"/>
              </a:ext>
            </a:extLst>
          </p:cNvPr>
          <p:cNvSpPr txBox="1"/>
          <p:nvPr/>
        </p:nvSpPr>
        <p:spPr>
          <a:xfrm>
            <a:off x="2989614" y="2388473"/>
            <a:ext cx="1378794" cy="302647"/>
          </a:xfrm>
          <a:prstGeom prst="rect">
            <a:avLst/>
          </a:prstGeom>
        </p:spPr>
        <p:txBody>
          <a:bodyPr vert="horz" wrap="square" lIns="0" tIns="12700" rIns="0" bIns="0" rtlCol="0">
            <a:spAutoFit/>
          </a:bodyPr>
          <a:lstStyle/>
          <a:p>
            <a:pPr marL="645160">
              <a:lnSpc>
                <a:spcPct val="100000"/>
              </a:lnSpc>
              <a:spcBef>
                <a:spcPts val="100"/>
              </a:spcBef>
            </a:pPr>
            <a:endParaRPr lang="en-US" sz="900" spc="-25" dirty="0">
              <a:solidFill>
                <a:srgbClr val="85BB24"/>
              </a:solidFill>
              <a:latin typeface="Verdana"/>
              <a:cs typeface="Verdana"/>
            </a:endParaRPr>
          </a:p>
          <a:p>
            <a:pPr marL="645160">
              <a:lnSpc>
                <a:spcPct val="100000"/>
              </a:lnSpc>
              <a:spcBef>
                <a:spcPts val="100"/>
              </a:spcBef>
            </a:pPr>
            <a:r>
              <a:rPr lang="en-US" sz="900" spc="-25" dirty="0">
                <a:solidFill>
                  <a:schemeClr val="accent2">
                    <a:lumMod val="50000"/>
                  </a:schemeClr>
                </a:solidFill>
                <a:latin typeface="Verdana"/>
                <a:cs typeface="Verdana"/>
              </a:rPr>
              <a:t>Connectivity</a:t>
            </a:r>
            <a:endParaRPr lang="en-US" sz="900" dirty="0">
              <a:solidFill>
                <a:schemeClr val="accent2">
                  <a:lumMod val="50000"/>
                </a:schemeClr>
              </a:solidFill>
              <a:latin typeface="Verdana"/>
              <a:cs typeface="Verdana"/>
            </a:endParaRPr>
          </a:p>
        </p:txBody>
      </p:sp>
      <p:sp>
        <p:nvSpPr>
          <p:cNvPr id="85" name="object 64">
            <a:extLst>
              <a:ext uri="{FF2B5EF4-FFF2-40B4-BE49-F238E27FC236}">
                <a16:creationId xmlns:a16="http://schemas.microsoft.com/office/drawing/2014/main" id="{F1AA0215-3406-4101-B674-032873502D65}"/>
              </a:ext>
            </a:extLst>
          </p:cNvPr>
          <p:cNvSpPr/>
          <p:nvPr/>
        </p:nvSpPr>
        <p:spPr>
          <a:xfrm flipV="1">
            <a:off x="5642824" y="2786414"/>
            <a:ext cx="418265"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86" name="Rectangle 85">
            <a:extLst>
              <a:ext uri="{FF2B5EF4-FFF2-40B4-BE49-F238E27FC236}">
                <a16:creationId xmlns:a16="http://schemas.microsoft.com/office/drawing/2014/main" id="{4E17EB8B-DE07-46BF-AE5A-32EF68EFB803}"/>
              </a:ext>
            </a:extLst>
          </p:cNvPr>
          <p:cNvSpPr/>
          <p:nvPr/>
        </p:nvSpPr>
        <p:spPr bwMode="gray">
          <a:xfrm>
            <a:off x="5055000" y="1875611"/>
            <a:ext cx="534555" cy="177870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dirty="0"/>
              <a:t>Head end system  </a:t>
            </a:r>
          </a:p>
        </p:txBody>
      </p:sp>
      <p:sp>
        <p:nvSpPr>
          <p:cNvPr id="96" name="object 64">
            <a:extLst>
              <a:ext uri="{FF2B5EF4-FFF2-40B4-BE49-F238E27FC236}">
                <a16:creationId xmlns:a16="http://schemas.microsoft.com/office/drawing/2014/main" id="{80DDB83D-71AC-403B-9602-158A746996C5}"/>
              </a:ext>
            </a:extLst>
          </p:cNvPr>
          <p:cNvSpPr/>
          <p:nvPr/>
        </p:nvSpPr>
        <p:spPr>
          <a:xfrm>
            <a:off x="3376719" y="2762616"/>
            <a:ext cx="1645920" cy="83471"/>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97" name="object 64">
            <a:extLst>
              <a:ext uri="{FF2B5EF4-FFF2-40B4-BE49-F238E27FC236}">
                <a16:creationId xmlns:a16="http://schemas.microsoft.com/office/drawing/2014/main" id="{71D5838A-D488-4211-AADF-650A32DF193F}"/>
              </a:ext>
            </a:extLst>
          </p:cNvPr>
          <p:cNvSpPr/>
          <p:nvPr/>
        </p:nvSpPr>
        <p:spPr>
          <a:xfrm flipV="1">
            <a:off x="7644760" y="2786414"/>
            <a:ext cx="457200"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cxnSp>
        <p:nvCxnSpPr>
          <p:cNvPr id="128" name="Straight Connector 127">
            <a:extLst>
              <a:ext uri="{FF2B5EF4-FFF2-40B4-BE49-F238E27FC236}">
                <a16:creationId xmlns:a16="http://schemas.microsoft.com/office/drawing/2014/main" id="{DB41B344-25B8-448A-82B0-D6F4FBAD94D1}"/>
              </a:ext>
            </a:extLst>
          </p:cNvPr>
          <p:cNvCxnSpPr>
            <a:cxnSpLocks/>
          </p:cNvCxnSpPr>
          <p:nvPr/>
        </p:nvCxnSpPr>
        <p:spPr>
          <a:xfrm flipH="1">
            <a:off x="5625690" y="2981689"/>
            <a:ext cx="377530" cy="2455"/>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F44809DC-5F62-4F28-BC74-A574CB487AA6}"/>
              </a:ext>
            </a:extLst>
          </p:cNvPr>
          <p:cNvCxnSpPr>
            <a:cxnSpLocks/>
          </p:cNvCxnSpPr>
          <p:nvPr/>
        </p:nvCxnSpPr>
        <p:spPr>
          <a:xfrm flipH="1">
            <a:off x="7657311" y="2971975"/>
            <a:ext cx="322956" cy="0"/>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4" name="object 57">
            <a:extLst>
              <a:ext uri="{FF2B5EF4-FFF2-40B4-BE49-F238E27FC236}">
                <a16:creationId xmlns:a16="http://schemas.microsoft.com/office/drawing/2014/main" id="{57A25268-317A-4B9C-B5F5-B776016F8D88}"/>
              </a:ext>
            </a:extLst>
          </p:cNvPr>
          <p:cNvSpPr txBox="1"/>
          <p:nvPr/>
        </p:nvSpPr>
        <p:spPr>
          <a:xfrm>
            <a:off x="5589277" y="3149804"/>
            <a:ext cx="498821"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Web services</a:t>
            </a:r>
            <a:endParaRPr sz="800" dirty="0">
              <a:latin typeface="Verdana"/>
              <a:cs typeface="Verdana"/>
            </a:endParaRPr>
          </a:p>
        </p:txBody>
      </p:sp>
      <p:sp>
        <p:nvSpPr>
          <p:cNvPr id="153" name="object 50">
            <a:extLst>
              <a:ext uri="{FF2B5EF4-FFF2-40B4-BE49-F238E27FC236}">
                <a16:creationId xmlns:a16="http://schemas.microsoft.com/office/drawing/2014/main" id="{9D678472-DB6D-4879-A35A-1418A5D5854A}"/>
              </a:ext>
            </a:extLst>
          </p:cNvPr>
          <p:cNvSpPr txBox="1"/>
          <p:nvPr/>
        </p:nvSpPr>
        <p:spPr>
          <a:xfrm>
            <a:off x="636149" y="1668009"/>
            <a:ext cx="3424176" cy="151323"/>
          </a:xfrm>
          <a:prstGeom prst="rect">
            <a:avLst/>
          </a:prstGeom>
        </p:spPr>
        <p:txBody>
          <a:bodyPr vert="horz" wrap="square" lIns="0" tIns="12700" rIns="0" bIns="0" rtlCol="0">
            <a:spAutoFit/>
          </a:bodyPr>
          <a:lstStyle/>
          <a:p>
            <a:pPr marL="645160">
              <a:lnSpc>
                <a:spcPct val="100000"/>
              </a:lnSpc>
              <a:spcBef>
                <a:spcPts val="100"/>
              </a:spcBef>
            </a:pPr>
            <a:r>
              <a:rPr lang="en-US" sz="900" dirty="0">
                <a:solidFill>
                  <a:srgbClr val="012169"/>
                </a:solidFill>
                <a:latin typeface="Verdana"/>
                <a:cs typeface="Verdana"/>
              </a:rPr>
              <a:t>Smart Meter Network</a:t>
            </a:r>
            <a:endParaRPr sz="900" dirty="0">
              <a:solidFill>
                <a:srgbClr val="012169"/>
              </a:solidFill>
              <a:latin typeface="Verdana"/>
              <a:cs typeface="Verdana"/>
            </a:endParaRPr>
          </a:p>
        </p:txBody>
      </p:sp>
      <p:sp>
        <p:nvSpPr>
          <p:cNvPr id="91" name="object 57">
            <a:extLst>
              <a:ext uri="{FF2B5EF4-FFF2-40B4-BE49-F238E27FC236}">
                <a16:creationId xmlns:a16="http://schemas.microsoft.com/office/drawing/2014/main" id="{CCC080C4-6907-4EAE-8E40-4410B7B70A85}"/>
              </a:ext>
            </a:extLst>
          </p:cNvPr>
          <p:cNvSpPr txBox="1"/>
          <p:nvPr/>
        </p:nvSpPr>
        <p:spPr>
          <a:xfrm>
            <a:off x="5619566" y="2321866"/>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API</a:t>
            </a:r>
            <a:endParaRPr sz="800" dirty="0">
              <a:latin typeface="Verdana"/>
              <a:cs typeface="Verdana"/>
            </a:endParaRPr>
          </a:p>
        </p:txBody>
      </p:sp>
      <p:sp>
        <p:nvSpPr>
          <p:cNvPr id="92" name="object 57">
            <a:extLst>
              <a:ext uri="{FF2B5EF4-FFF2-40B4-BE49-F238E27FC236}">
                <a16:creationId xmlns:a16="http://schemas.microsoft.com/office/drawing/2014/main" id="{E25EA4B8-40E6-4DEB-8549-4B3D9F890842}"/>
              </a:ext>
            </a:extLst>
          </p:cNvPr>
          <p:cNvSpPr txBox="1"/>
          <p:nvPr/>
        </p:nvSpPr>
        <p:spPr>
          <a:xfrm>
            <a:off x="7618863" y="3116617"/>
            <a:ext cx="451324"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Web services</a:t>
            </a:r>
            <a:endParaRPr sz="800" dirty="0">
              <a:latin typeface="Verdana"/>
              <a:cs typeface="Verdana"/>
            </a:endParaRPr>
          </a:p>
        </p:txBody>
      </p:sp>
      <p:grpSp>
        <p:nvGrpSpPr>
          <p:cNvPr id="7" name="Group 6">
            <a:extLst>
              <a:ext uri="{FF2B5EF4-FFF2-40B4-BE49-F238E27FC236}">
                <a16:creationId xmlns:a16="http://schemas.microsoft.com/office/drawing/2014/main" id="{C2A923DD-7767-4CFB-9F1C-A525AFFEC4BA}"/>
              </a:ext>
            </a:extLst>
          </p:cNvPr>
          <p:cNvGrpSpPr/>
          <p:nvPr/>
        </p:nvGrpSpPr>
        <p:grpSpPr>
          <a:xfrm>
            <a:off x="8555326" y="1976479"/>
            <a:ext cx="2056165" cy="1133911"/>
            <a:chOff x="8361591" y="2202592"/>
            <a:chExt cx="2056165" cy="1133911"/>
          </a:xfrm>
        </p:grpSpPr>
        <p:grpSp>
          <p:nvGrpSpPr>
            <p:cNvPr id="15" name="Group 14">
              <a:extLst>
                <a:ext uri="{FF2B5EF4-FFF2-40B4-BE49-F238E27FC236}">
                  <a16:creationId xmlns:a16="http://schemas.microsoft.com/office/drawing/2014/main" id="{99A5DDAF-8E55-40EC-9073-37E2E4DD1B70}"/>
                </a:ext>
              </a:extLst>
            </p:cNvPr>
            <p:cNvGrpSpPr/>
            <p:nvPr/>
          </p:nvGrpSpPr>
          <p:grpSpPr>
            <a:xfrm>
              <a:off x="8361591" y="2202592"/>
              <a:ext cx="2056165" cy="1133911"/>
              <a:chOff x="8460201" y="2202592"/>
              <a:chExt cx="2056165" cy="1133911"/>
            </a:xfrm>
          </p:grpSpPr>
          <p:cxnSp>
            <p:nvCxnSpPr>
              <p:cNvPr id="157" name="Straight Connector 156">
                <a:extLst>
                  <a:ext uri="{FF2B5EF4-FFF2-40B4-BE49-F238E27FC236}">
                    <a16:creationId xmlns:a16="http://schemas.microsoft.com/office/drawing/2014/main" id="{6D6DA952-3018-4AAE-9DD3-EE58B667448F}"/>
                  </a:ext>
                </a:extLst>
              </p:cNvPr>
              <p:cNvCxnSpPr>
                <a:cxnSpLocks/>
              </p:cNvCxnSpPr>
              <p:nvPr/>
            </p:nvCxnSpPr>
            <p:spPr>
              <a:xfrm flipV="1">
                <a:off x="8655956" y="2589493"/>
                <a:ext cx="474500" cy="270561"/>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D31C677B-4737-446A-B83C-E1B7EBF293D2}"/>
                  </a:ext>
                </a:extLst>
              </p:cNvPr>
              <p:cNvGrpSpPr/>
              <p:nvPr/>
            </p:nvGrpSpPr>
            <p:grpSpPr>
              <a:xfrm>
                <a:off x="8460201" y="2202592"/>
                <a:ext cx="2056165" cy="1133911"/>
                <a:chOff x="9487574" y="2253659"/>
                <a:chExt cx="2056165" cy="1133911"/>
              </a:xfrm>
            </p:grpSpPr>
            <p:cxnSp>
              <p:nvCxnSpPr>
                <p:cNvPr id="156" name="Straight Connector 155">
                  <a:extLst>
                    <a:ext uri="{FF2B5EF4-FFF2-40B4-BE49-F238E27FC236}">
                      <a16:creationId xmlns:a16="http://schemas.microsoft.com/office/drawing/2014/main" id="{AD2095F0-64A3-42F4-BF6A-97C3D5A3B109}"/>
                    </a:ext>
                  </a:extLst>
                </p:cNvPr>
                <p:cNvCxnSpPr>
                  <a:cxnSpLocks/>
                </p:cNvCxnSpPr>
                <p:nvPr/>
              </p:nvCxnSpPr>
              <p:spPr>
                <a:xfrm flipV="1">
                  <a:off x="9711872" y="2422188"/>
                  <a:ext cx="324415" cy="251961"/>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09C160E0-2482-42A0-AD95-7B6DD0DF1E1E}"/>
                    </a:ext>
                  </a:extLst>
                </p:cNvPr>
                <p:cNvCxnSpPr>
                  <a:cxnSpLocks/>
                </p:cNvCxnSpPr>
                <p:nvPr/>
              </p:nvCxnSpPr>
              <p:spPr>
                <a:xfrm>
                  <a:off x="9690311" y="3009338"/>
                  <a:ext cx="515051" cy="0"/>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sp>
              <p:nvSpPr>
                <p:cNvPr id="163" name="object 50">
                  <a:extLst>
                    <a:ext uri="{FF2B5EF4-FFF2-40B4-BE49-F238E27FC236}">
                      <a16:creationId xmlns:a16="http://schemas.microsoft.com/office/drawing/2014/main" id="{E82DE63C-9297-4C37-9B7A-38CFEFDF2F57}"/>
                    </a:ext>
                  </a:extLst>
                </p:cNvPr>
                <p:cNvSpPr txBox="1"/>
                <p:nvPr/>
              </p:nvSpPr>
              <p:spPr>
                <a:xfrm>
                  <a:off x="10030781" y="2253659"/>
                  <a:ext cx="1378794" cy="135935"/>
                </a:xfrm>
                <a:prstGeom prst="rect">
                  <a:avLst/>
                </a:prstGeom>
              </p:spPr>
              <p:txBody>
                <a:bodyPr vert="horz" wrap="square" lIns="0" tIns="12700" rIns="0" bIns="0" rtlCol="0">
                  <a:spAutoFit/>
                </a:bodyPr>
                <a:lstStyle/>
                <a:p>
                  <a:pPr marL="61913">
                    <a:lnSpc>
                      <a:spcPct val="100000"/>
                    </a:lnSpc>
                    <a:spcBef>
                      <a:spcPts val="100"/>
                    </a:spcBef>
                  </a:pPr>
                  <a:r>
                    <a:rPr lang="en-US" sz="800" spc="-25" dirty="0">
                      <a:latin typeface="Verdana"/>
                      <a:cs typeface="Verdana"/>
                    </a:rPr>
                    <a:t>Billing systems</a:t>
                  </a:r>
                  <a:endParaRPr sz="800" dirty="0">
                    <a:latin typeface="Verdana"/>
                    <a:cs typeface="Verdana"/>
                  </a:endParaRPr>
                </a:p>
              </p:txBody>
            </p:sp>
            <p:sp>
              <p:nvSpPr>
                <p:cNvPr id="164" name="object 50">
                  <a:extLst>
                    <a:ext uri="{FF2B5EF4-FFF2-40B4-BE49-F238E27FC236}">
                      <a16:creationId xmlns:a16="http://schemas.microsoft.com/office/drawing/2014/main" id="{4D4F6222-F724-45C4-BBC4-CE42C17B2A9F}"/>
                    </a:ext>
                  </a:extLst>
                </p:cNvPr>
                <p:cNvSpPr txBox="1"/>
                <p:nvPr/>
              </p:nvSpPr>
              <p:spPr>
                <a:xfrm>
                  <a:off x="9626319" y="2715332"/>
                  <a:ext cx="1917420" cy="259045"/>
                </a:xfrm>
                <a:prstGeom prst="rect">
                  <a:avLst/>
                </a:prstGeom>
              </p:spPr>
              <p:txBody>
                <a:bodyPr vert="horz" wrap="square" lIns="0" tIns="12700" rIns="0" bIns="0" rtlCol="0">
                  <a:spAutoFit/>
                </a:bodyPr>
                <a:lstStyle/>
                <a:p>
                  <a:pPr marL="645160">
                    <a:lnSpc>
                      <a:spcPct val="100000"/>
                    </a:lnSpc>
                    <a:spcBef>
                      <a:spcPts val="100"/>
                    </a:spcBef>
                  </a:pPr>
                  <a:r>
                    <a:rPr lang="en-US" sz="800" dirty="0">
                      <a:latin typeface="Verdana"/>
                    </a:rPr>
                    <a:t>Web Self service (consumer portal)</a:t>
                  </a:r>
                  <a:endParaRPr sz="800" dirty="0">
                    <a:latin typeface="Verdana"/>
                  </a:endParaRPr>
                </a:p>
              </p:txBody>
            </p:sp>
            <p:sp>
              <p:nvSpPr>
                <p:cNvPr id="165" name="object 50">
                  <a:extLst>
                    <a:ext uri="{FF2B5EF4-FFF2-40B4-BE49-F238E27FC236}">
                      <a16:creationId xmlns:a16="http://schemas.microsoft.com/office/drawing/2014/main" id="{6A3EB5BE-7261-4808-A874-C8F7FD9AD2C9}"/>
                    </a:ext>
                  </a:extLst>
                </p:cNvPr>
                <p:cNvSpPr txBox="1"/>
                <p:nvPr/>
              </p:nvSpPr>
              <p:spPr>
                <a:xfrm>
                  <a:off x="9712067" y="2467239"/>
                  <a:ext cx="1620263" cy="135935"/>
                </a:xfrm>
                <a:prstGeom prst="rect">
                  <a:avLst/>
                </a:prstGeom>
              </p:spPr>
              <p:txBody>
                <a:bodyPr vert="horz" wrap="square" lIns="0" tIns="12700" rIns="0" bIns="0" rtlCol="0">
                  <a:spAutoFit/>
                </a:bodyPr>
                <a:lstStyle/>
                <a:p>
                  <a:pPr marL="461963">
                    <a:lnSpc>
                      <a:spcPct val="100000"/>
                    </a:lnSpc>
                    <a:spcBef>
                      <a:spcPts val="100"/>
                    </a:spcBef>
                  </a:pPr>
                  <a:r>
                    <a:rPr lang="en-US" sz="800" dirty="0">
                      <a:latin typeface="Verdana"/>
                      <a:cs typeface="Verdana"/>
                    </a:rPr>
                    <a:t> Mobile applications</a:t>
                  </a:r>
                  <a:endParaRPr sz="800" dirty="0">
                    <a:latin typeface="Verdana"/>
                    <a:cs typeface="Verdana"/>
                  </a:endParaRPr>
                </a:p>
              </p:txBody>
            </p:sp>
            <p:sp>
              <p:nvSpPr>
                <p:cNvPr id="166" name="object 50">
                  <a:extLst>
                    <a:ext uri="{FF2B5EF4-FFF2-40B4-BE49-F238E27FC236}">
                      <a16:creationId xmlns:a16="http://schemas.microsoft.com/office/drawing/2014/main" id="{2431601A-3885-401E-802A-6E1898365BA7}"/>
                    </a:ext>
                  </a:extLst>
                </p:cNvPr>
                <p:cNvSpPr txBox="1"/>
                <p:nvPr/>
              </p:nvSpPr>
              <p:spPr>
                <a:xfrm>
                  <a:off x="9487574" y="3128525"/>
                  <a:ext cx="1844756" cy="259045"/>
                </a:xfrm>
                <a:prstGeom prst="rect">
                  <a:avLst/>
                </a:prstGeom>
              </p:spPr>
              <p:txBody>
                <a:bodyPr vert="horz" wrap="square" lIns="0" tIns="12700" rIns="0" bIns="0" rtlCol="0">
                  <a:spAutoFit/>
                </a:bodyPr>
                <a:lstStyle/>
                <a:p>
                  <a:pPr marL="645160">
                    <a:lnSpc>
                      <a:spcPct val="100000"/>
                    </a:lnSpc>
                    <a:spcBef>
                      <a:spcPts val="100"/>
                    </a:spcBef>
                  </a:pPr>
                  <a:r>
                    <a:rPr lang="en-US" sz="800" dirty="0">
                      <a:latin typeface="Verdana"/>
                      <a:cs typeface="Verdana"/>
                    </a:rPr>
                    <a:t>CRM and meter data syncs</a:t>
                  </a:r>
                  <a:endParaRPr sz="800" dirty="0">
                    <a:latin typeface="Verdana"/>
                    <a:cs typeface="Verdana"/>
                  </a:endParaRPr>
                </a:p>
              </p:txBody>
            </p:sp>
            <p:cxnSp>
              <p:nvCxnSpPr>
                <p:cNvPr id="56" name="Straight Connector 55">
                  <a:extLst>
                    <a:ext uri="{FF2B5EF4-FFF2-40B4-BE49-F238E27FC236}">
                      <a16:creationId xmlns:a16="http://schemas.microsoft.com/office/drawing/2014/main" id="{91A55A23-64A7-495E-8D95-48A6065334CC}"/>
                    </a:ext>
                  </a:extLst>
                </p:cNvPr>
                <p:cNvCxnSpPr>
                  <a:cxnSpLocks/>
                </p:cNvCxnSpPr>
                <p:nvPr/>
              </p:nvCxnSpPr>
              <p:spPr>
                <a:xfrm>
                  <a:off x="9668553" y="3126242"/>
                  <a:ext cx="441653" cy="119350"/>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grpSp>
        <p:cxnSp>
          <p:nvCxnSpPr>
            <p:cNvPr id="10" name="Straight Arrow Connector 9">
              <a:extLst>
                <a:ext uri="{FF2B5EF4-FFF2-40B4-BE49-F238E27FC236}">
                  <a16:creationId xmlns:a16="http://schemas.microsoft.com/office/drawing/2014/main" id="{EF1FAC74-3416-4360-899B-E511D87BC57F}"/>
                </a:ext>
              </a:extLst>
            </p:cNvPr>
            <p:cNvCxnSpPr>
              <a:cxnSpLocks/>
            </p:cNvCxnSpPr>
            <p:nvPr/>
          </p:nvCxnSpPr>
          <p:spPr>
            <a:xfrm flipV="1">
              <a:off x="9594195" y="3243178"/>
              <a:ext cx="795955" cy="1"/>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62" name="Rectangle: Rounded Corners 161">
            <a:extLst>
              <a:ext uri="{FF2B5EF4-FFF2-40B4-BE49-F238E27FC236}">
                <a16:creationId xmlns:a16="http://schemas.microsoft.com/office/drawing/2014/main" id="{891FEE83-B7E5-4D42-8F6F-E22DF5EA64D5}"/>
              </a:ext>
            </a:extLst>
          </p:cNvPr>
          <p:cNvSpPr/>
          <p:nvPr/>
        </p:nvSpPr>
        <p:spPr bwMode="gray">
          <a:xfrm>
            <a:off x="408032" y="5599413"/>
            <a:ext cx="1836770" cy="388971"/>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Sensors and Actuators</a:t>
            </a:r>
          </a:p>
        </p:txBody>
      </p:sp>
      <p:sp>
        <p:nvSpPr>
          <p:cNvPr id="173" name="Rectangle: Rounded Corners 172">
            <a:extLst>
              <a:ext uri="{FF2B5EF4-FFF2-40B4-BE49-F238E27FC236}">
                <a16:creationId xmlns:a16="http://schemas.microsoft.com/office/drawing/2014/main" id="{F1BF98ED-9B27-470E-846D-E8CD2BB1779F}"/>
              </a:ext>
            </a:extLst>
          </p:cNvPr>
          <p:cNvSpPr/>
          <p:nvPr/>
        </p:nvSpPr>
        <p:spPr bwMode="gray">
          <a:xfrm>
            <a:off x="2437874" y="5611018"/>
            <a:ext cx="2103120" cy="39319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IP Communication</a:t>
            </a:r>
          </a:p>
        </p:txBody>
      </p:sp>
      <p:sp>
        <p:nvSpPr>
          <p:cNvPr id="174" name="Rectangle: Rounded Corners 173">
            <a:extLst>
              <a:ext uri="{FF2B5EF4-FFF2-40B4-BE49-F238E27FC236}">
                <a16:creationId xmlns:a16="http://schemas.microsoft.com/office/drawing/2014/main" id="{008FBF54-0C6C-4799-A6BB-DED9E7B7A516}"/>
              </a:ext>
            </a:extLst>
          </p:cNvPr>
          <p:cNvSpPr/>
          <p:nvPr/>
        </p:nvSpPr>
        <p:spPr bwMode="gray">
          <a:xfrm>
            <a:off x="4760116" y="5607994"/>
            <a:ext cx="3879843" cy="412440"/>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Supervisory and control systems</a:t>
            </a:r>
          </a:p>
        </p:txBody>
      </p:sp>
      <p:sp>
        <p:nvSpPr>
          <p:cNvPr id="175" name="Rectangle: Rounded Corners 174">
            <a:extLst>
              <a:ext uri="{FF2B5EF4-FFF2-40B4-BE49-F238E27FC236}">
                <a16:creationId xmlns:a16="http://schemas.microsoft.com/office/drawing/2014/main" id="{8756B67D-1389-4EF1-B4B1-7AA6A0F8926F}"/>
              </a:ext>
            </a:extLst>
          </p:cNvPr>
          <p:cNvSpPr/>
          <p:nvPr/>
        </p:nvSpPr>
        <p:spPr bwMode="gray">
          <a:xfrm>
            <a:off x="8728544" y="5611017"/>
            <a:ext cx="1747916" cy="39319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Operations Management</a:t>
            </a:r>
          </a:p>
        </p:txBody>
      </p:sp>
      <p:sp>
        <p:nvSpPr>
          <p:cNvPr id="176" name="Rectangle: Rounded Corners 175">
            <a:extLst>
              <a:ext uri="{FF2B5EF4-FFF2-40B4-BE49-F238E27FC236}">
                <a16:creationId xmlns:a16="http://schemas.microsoft.com/office/drawing/2014/main" id="{5E23F964-A701-4B6A-B3FA-B28A6BC1436B}"/>
              </a:ext>
            </a:extLst>
          </p:cNvPr>
          <p:cNvSpPr/>
          <p:nvPr/>
        </p:nvSpPr>
        <p:spPr bwMode="gray">
          <a:xfrm>
            <a:off x="10576193" y="5611018"/>
            <a:ext cx="1250515" cy="390168"/>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CRM</a:t>
            </a:r>
          </a:p>
        </p:txBody>
      </p:sp>
      <p:pic>
        <p:nvPicPr>
          <p:cNvPr id="27" name="Picture 26">
            <a:extLst>
              <a:ext uri="{FF2B5EF4-FFF2-40B4-BE49-F238E27FC236}">
                <a16:creationId xmlns:a16="http://schemas.microsoft.com/office/drawing/2014/main" id="{F174419C-CF89-457D-8A22-30F97B4B4BF7}"/>
              </a:ext>
            </a:extLst>
          </p:cNvPr>
          <p:cNvPicPr>
            <a:picLocks noChangeAspect="1"/>
          </p:cNvPicPr>
          <p:nvPr/>
        </p:nvPicPr>
        <p:blipFill>
          <a:blip r:embed="rId4"/>
          <a:stretch>
            <a:fillRect/>
          </a:stretch>
        </p:blipFill>
        <p:spPr>
          <a:xfrm>
            <a:off x="2313295" y="2568984"/>
            <a:ext cx="426059" cy="556643"/>
          </a:xfrm>
          <a:prstGeom prst="rect">
            <a:avLst/>
          </a:prstGeom>
        </p:spPr>
      </p:pic>
      <p:sp>
        <p:nvSpPr>
          <p:cNvPr id="158" name="Scroll: Horizontal 157">
            <a:extLst>
              <a:ext uri="{FF2B5EF4-FFF2-40B4-BE49-F238E27FC236}">
                <a16:creationId xmlns:a16="http://schemas.microsoft.com/office/drawing/2014/main" id="{AFC99699-835A-458B-9ACB-A5212518E169}"/>
              </a:ext>
            </a:extLst>
          </p:cNvPr>
          <p:cNvSpPr/>
          <p:nvPr/>
        </p:nvSpPr>
        <p:spPr bwMode="gray">
          <a:xfrm>
            <a:off x="5153774" y="3030691"/>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0" name="Scroll: Horizontal 159">
            <a:extLst>
              <a:ext uri="{FF2B5EF4-FFF2-40B4-BE49-F238E27FC236}">
                <a16:creationId xmlns:a16="http://schemas.microsoft.com/office/drawing/2014/main" id="{D1925ED6-ACA6-42F6-B7D0-7B0B4386FD93}"/>
              </a:ext>
            </a:extLst>
          </p:cNvPr>
          <p:cNvSpPr/>
          <p:nvPr/>
        </p:nvSpPr>
        <p:spPr bwMode="gray">
          <a:xfrm>
            <a:off x="5277423" y="3070310"/>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14" name="Group 13">
            <a:extLst>
              <a:ext uri="{FF2B5EF4-FFF2-40B4-BE49-F238E27FC236}">
                <a16:creationId xmlns:a16="http://schemas.microsoft.com/office/drawing/2014/main" id="{9BB9AA3B-85CB-442C-8BE5-3683BA39AB46}"/>
              </a:ext>
            </a:extLst>
          </p:cNvPr>
          <p:cNvGrpSpPr/>
          <p:nvPr/>
        </p:nvGrpSpPr>
        <p:grpSpPr>
          <a:xfrm>
            <a:off x="6924198" y="1875611"/>
            <a:ext cx="795433" cy="1778704"/>
            <a:chOff x="7504284" y="1901678"/>
            <a:chExt cx="1104171" cy="1778704"/>
          </a:xfrm>
        </p:grpSpPr>
        <p:sp>
          <p:nvSpPr>
            <p:cNvPr id="88" name="Rectangle 87">
              <a:extLst>
                <a:ext uri="{FF2B5EF4-FFF2-40B4-BE49-F238E27FC236}">
                  <a16:creationId xmlns:a16="http://schemas.microsoft.com/office/drawing/2014/main" id="{18CEA230-1D97-4699-9F67-6682BE3E92C7}"/>
                </a:ext>
              </a:extLst>
            </p:cNvPr>
            <p:cNvSpPr/>
            <p:nvPr/>
          </p:nvSpPr>
          <p:spPr bwMode="gray">
            <a:xfrm>
              <a:off x="7620280" y="1901678"/>
              <a:ext cx="863262" cy="1778704"/>
            </a:xfrm>
            <a:prstGeom prst="rect">
              <a:avLst/>
            </a:prstGeom>
            <a:noFill/>
            <a:ln w="28575"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5" name="TextBox 94">
              <a:extLst>
                <a:ext uri="{FF2B5EF4-FFF2-40B4-BE49-F238E27FC236}">
                  <a16:creationId xmlns:a16="http://schemas.microsoft.com/office/drawing/2014/main" id="{2F6E2D16-1011-4031-AB37-8DBD88605CD5}"/>
                </a:ext>
              </a:extLst>
            </p:cNvPr>
            <p:cNvSpPr txBox="1"/>
            <p:nvPr/>
          </p:nvSpPr>
          <p:spPr>
            <a:xfrm>
              <a:off x="7504284" y="2503052"/>
              <a:ext cx="1104171" cy="211533"/>
            </a:xfrm>
            <a:prstGeom prst="rect">
              <a:avLst/>
            </a:prstGeom>
            <a:noFill/>
          </p:spPr>
          <p:txBody>
            <a:bodyPr wrap="square">
              <a:spAutoFit/>
            </a:bodyPr>
            <a:lstStyle/>
            <a:p>
              <a:pPr algn="ctr">
                <a:lnSpc>
                  <a:spcPct val="106000"/>
                </a:lnSpc>
                <a:buFont typeface="Wingdings 2" pitchFamily="18" charset="2"/>
                <a:buNone/>
              </a:pPr>
              <a:r>
                <a:rPr lang="en-US" sz="800" dirty="0"/>
                <a:t>MDM</a:t>
              </a:r>
            </a:p>
          </p:txBody>
        </p:sp>
        <p:sp>
          <p:nvSpPr>
            <p:cNvPr id="30" name="Cylinder 29">
              <a:extLst>
                <a:ext uri="{FF2B5EF4-FFF2-40B4-BE49-F238E27FC236}">
                  <a16:creationId xmlns:a16="http://schemas.microsoft.com/office/drawing/2014/main" id="{FEF14E0B-0D88-4BF0-A705-2F4DDACE31DC}"/>
                </a:ext>
              </a:extLst>
            </p:cNvPr>
            <p:cNvSpPr/>
            <p:nvPr/>
          </p:nvSpPr>
          <p:spPr bwMode="gray">
            <a:xfrm>
              <a:off x="7971144" y="3119893"/>
              <a:ext cx="209019" cy="30764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2" name="Scroll: Horizontal 171">
              <a:extLst>
                <a:ext uri="{FF2B5EF4-FFF2-40B4-BE49-F238E27FC236}">
                  <a16:creationId xmlns:a16="http://schemas.microsoft.com/office/drawing/2014/main" id="{FABE3FBC-97FC-4E51-94DE-0416E512992C}"/>
                </a:ext>
              </a:extLst>
            </p:cNvPr>
            <p:cNvSpPr/>
            <p:nvPr/>
          </p:nvSpPr>
          <p:spPr bwMode="gray">
            <a:xfrm>
              <a:off x="8016088" y="1995601"/>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7" name="Scroll: Horizontal 176">
              <a:extLst>
                <a:ext uri="{FF2B5EF4-FFF2-40B4-BE49-F238E27FC236}">
                  <a16:creationId xmlns:a16="http://schemas.microsoft.com/office/drawing/2014/main" id="{443F8476-1950-434D-BF1A-774D0DF4B655}"/>
                </a:ext>
              </a:extLst>
            </p:cNvPr>
            <p:cNvSpPr/>
            <p:nvPr/>
          </p:nvSpPr>
          <p:spPr bwMode="gray">
            <a:xfrm>
              <a:off x="7921277" y="2057415"/>
              <a:ext cx="250253" cy="325180"/>
            </a:xfrm>
            <a:prstGeom prst="horizontalScroll">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pSp>
        <p:nvGrpSpPr>
          <p:cNvPr id="12" name="Group 11">
            <a:extLst>
              <a:ext uri="{FF2B5EF4-FFF2-40B4-BE49-F238E27FC236}">
                <a16:creationId xmlns:a16="http://schemas.microsoft.com/office/drawing/2014/main" id="{3B34D321-8B79-4168-B815-54673ADCFC01}"/>
              </a:ext>
            </a:extLst>
          </p:cNvPr>
          <p:cNvGrpSpPr/>
          <p:nvPr/>
        </p:nvGrpSpPr>
        <p:grpSpPr>
          <a:xfrm>
            <a:off x="7954502" y="1878841"/>
            <a:ext cx="817361" cy="1778704"/>
            <a:chOff x="6271830" y="1880028"/>
            <a:chExt cx="1104171" cy="1778704"/>
          </a:xfrm>
        </p:grpSpPr>
        <p:sp>
          <p:nvSpPr>
            <p:cNvPr id="87" name="Rectangle 86">
              <a:extLst>
                <a:ext uri="{FF2B5EF4-FFF2-40B4-BE49-F238E27FC236}">
                  <a16:creationId xmlns:a16="http://schemas.microsoft.com/office/drawing/2014/main" id="{3E61B018-F99C-448C-8BED-A9E236CB9C3B}"/>
                </a:ext>
              </a:extLst>
            </p:cNvPr>
            <p:cNvSpPr/>
            <p:nvPr/>
          </p:nvSpPr>
          <p:spPr bwMode="gray">
            <a:xfrm>
              <a:off x="6406697" y="1880028"/>
              <a:ext cx="813179" cy="1778704"/>
            </a:xfrm>
            <a:prstGeom prst="rect">
              <a:avLst/>
            </a:prstGeom>
            <a:ln>
              <a:solidFill>
                <a:schemeClr val="tx2"/>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p>
          </p:txBody>
        </p:sp>
        <p:sp>
          <p:nvSpPr>
            <p:cNvPr id="94" name="TextBox 93">
              <a:extLst>
                <a:ext uri="{FF2B5EF4-FFF2-40B4-BE49-F238E27FC236}">
                  <a16:creationId xmlns:a16="http://schemas.microsoft.com/office/drawing/2014/main" id="{B4F66A03-DC96-4938-A6FF-75B01D1E6066}"/>
                </a:ext>
              </a:extLst>
            </p:cNvPr>
            <p:cNvSpPr txBox="1"/>
            <p:nvPr/>
          </p:nvSpPr>
          <p:spPr>
            <a:xfrm>
              <a:off x="6271830" y="2518502"/>
              <a:ext cx="1104171" cy="211533"/>
            </a:xfrm>
            <a:prstGeom prst="rect">
              <a:avLst/>
            </a:prstGeom>
            <a:noFill/>
          </p:spPr>
          <p:txBody>
            <a:bodyPr wrap="square">
              <a:spAutoFit/>
            </a:bodyPr>
            <a:lstStyle/>
            <a:p>
              <a:pPr algn="ctr">
                <a:lnSpc>
                  <a:spcPct val="106000"/>
                </a:lnSpc>
                <a:buFont typeface="Wingdings 2" pitchFamily="18" charset="2"/>
                <a:buNone/>
              </a:pPr>
              <a:r>
                <a:rPr lang="en-US" sz="800" dirty="0"/>
                <a:t>Middleware</a:t>
              </a:r>
            </a:p>
          </p:txBody>
        </p:sp>
        <p:grpSp>
          <p:nvGrpSpPr>
            <p:cNvPr id="42" name="Group 41">
              <a:extLst>
                <a:ext uri="{FF2B5EF4-FFF2-40B4-BE49-F238E27FC236}">
                  <a16:creationId xmlns:a16="http://schemas.microsoft.com/office/drawing/2014/main" id="{B3D455EB-A9F3-4D35-B572-8B6DF2AEB371}"/>
                </a:ext>
              </a:extLst>
            </p:cNvPr>
            <p:cNvGrpSpPr/>
            <p:nvPr/>
          </p:nvGrpSpPr>
          <p:grpSpPr>
            <a:xfrm>
              <a:off x="6585186" y="3135802"/>
              <a:ext cx="389711" cy="169629"/>
              <a:chOff x="6740165" y="3030691"/>
              <a:chExt cx="575001" cy="251154"/>
            </a:xfrm>
          </p:grpSpPr>
          <p:sp>
            <p:nvSpPr>
              <p:cNvPr id="34" name="Flowchart: Process 33">
                <a:extLst>
                  <a:ext uri="{FF2B5EF4-FFF2-40B4-BE49-F238E27FC236}">
                    <a16:creationId xmlns:a16="http://schemas.microsoft.com/office/drawing/2014/main" id="{B875F635-D7C1-4719-9655-921D7B06C508}"/>
                  </a:ext>
                </a:extLst>
              </p:cNvPr>
              <p:cNvSpPr/>
              <p:nvPr/>
            </p:nvSpPr>
            <p:spPr bwMode="gray">
              <a:xfrm>
                <a:off x="6740165" y="3030691"/>
                <a:ext cx="575001" cy="251154"/>
              </a:xfrm>
              <a:prstGeom prst="flowChartProcess">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cxnSp>
            <p:nvCxnSpPr>
              <p:cNvPr id="36" name="Straight Connector 35">
                <a:extLst>
                  <a:ext uri="{FF2B5EF4-FFF2-40B4-BE49-F238E27FC236}">
                    <a16:creationId xmlns:a16="http://schemas.microsoft.com/office/drawing/2014/main" id="{79C3F2E5-3CBC-4D38-A73B-2464CF8F7F78}"/>
                  </a:ext>
                </a:extLst>
              </p:cNvPr>
              <p:cNvCxnSpPr>
                <a:cxnSpLocks/>
                <a:stCxn id="34" idx="2"/>
              </p:cNvCxnSpPr>
              <p:nvPr/>
            </p:nvCxnSpPr>
            <p:spPr>
              <a:xfrm flipH="1" flipV="1">
                <a:off x="6740165" y="3055236"/>
                <a:ext cx="287501" cy="226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E12AFA0-771C-4A4E-9C3C-DA45500F2F7F}"/>
                  </a:ext>
                </a:extLst>
              </p:cNvPr>
              <p:cNvCxnSpPr>
                <a:stCxn id="34" idx="2"/>
              </p:cNvCxnSpPr>
              <p:nvPr/>
            </p:nvCxnSpPr>
            <p:spPr>
              <a:xfrm flipV="1">
                <a:off x="7027666" y="3035662"/>
                <a:ext cx="287500" cy="2461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sp>
        <p:nvSpPr>
          <p:cNvPr id="3" name="Rectangle 2">
            <a:extLst>
              <a:ext uri="{FF2B5EF4-FFF2-40B4-BE49-F238E27FC236}">
                <a16:creationId xmlns:a16="http://schemas.microsoft.com/office/drawing/2014/main" id="{30688C3C-B5CE-40DD-BE6A-3148EAA334DB}"/>
              </a:ext>
            </a:extLst>
          </p:cNvPr>
          <p:cNvSpPr/>
          <p:nvPr/>
        </p:nvSpPr>
        <p:spPr bwMode="gray">
          <a:xfrm>
            <a:off x="4582749" y="1004510"/>
            <a:ext cx="4204690" cy="4238170"/>
          </a:xfrm>
          <a:prstGeom prst="rect">
            <a:avLst/>
          </a:prstGeom>
          <a:noFill/>
          <a:ln w="19050">
            <a:solidFill>
              <a:srgbClr val="43B02A"/>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111" name="Picture 110">
            <a:extLst>
              <a:ext uri="{FF2B5EF4-FFF2-40B4-BE49-F238E27FC236}">
                <a16:creationId xmlns:a16="http://schemas.microsoft.com/office/drawing/2014/main" id="{1074E2CF-81C4-415B-B806-8226EA8DB6F7}"/>
              </a:ext>
            </a:extLst>
          </p:cNvPr>
          <p:cNvPicPr>
            <a:picLocks noChangeAspect="1"/>
          </p:cNvPicPr>
          <p:nvPr/>
        </p:nvPicPr>
        <p:blipFill>
          <a:blip r:embed="rId4"/>
          <a:stretch>
            <a:fillRect/>
          </a:stretch>
        </p:blipFill>
        <p:spPr>
          <a:xfrm>
            <a:off x="4398946" y="2546974"/>
            <a:ext cx="426059" cy="556643"/>
          </a:xfrm>
          <a:prstGeom prst="rect">
            <a:avLst/>
          </a:prstGeom>
        </p:spPr>
      </p:pic>
      <p:pic>
        <p:nvPicPr>
          <p:cNvPr id="6" name="Picture 5">
            <a:extLst>
              <a:ext uri="{FF2B5EF4-FFF2-40B4-BE49-F238E27FC236}">
                <a16:creationId xmlns:a16="http://schemas.microsoft.com/office/drawing/2014/main" id="{039CA7D3-4FE8-4465-AD8B-7EE5F42E3E28}"/>
              </a:ext>
            </a:extLst>
          </p:cNvPr>
          <p:cNvPicPr>
            <a:picLocks noChangeAspect="1"/>
          </p:cNvPicPr>
          <p:nvPr/>
        </p:nvPicPr>
        <p:blipFill>
          <a:blip r:embed="rId5"/>
          <a:stretch>
            <a:fillRect/>
          </a:stretch>
        </p:blipFill>
        <p:spPr>
          <a:xfrm>
            <a:off x="4514818" y="898023"/>
            <a:ext cx="358815" cy="413549"/>
          </a:xfrm>
          <a:prstGeom prst="rect">
            <a:avLst/>
          </a:prstGeom>
        </p:spPr>
      </p:pic>
      <p:sp>
        <p:nvSpPr>
          <p:cNvPr id="22" name="Title 21">
            <a:extLst>
              <a:ext uri="{FF2B5EF4-FFF2-40B4-BE49-F238E27FC236}">
                <a16:creationId xmlns:a16="http://schemas.microsoft.com/office/drawing/2014/main" id="{57726576-B782-4B0D-B009-C52A4AE82A82}"/>
              </a:ext>
            </a:extLst>
          </p:cNvPr>
          <p:cNvSpPr>
            <a:spLocks noGrp="1"/>
          </p:cNvSpPr>
          <p:nvPr>
            <p:ph type="title"/>
          </p:nvPr>
        </p:nvSpPr>
        <p:spPr>
          <a:xfrm>
            <a:off x="346966" y="238941"/>
            <a:ext cx="11252200" cy="698501"/>
          </a:xfrm>
        </p:spPr>
        <p:txBody>
          <a:bodyPr/>
          <a:lstStyle/>
          <a:p>
            <a:r>
              <a:rPr lang="en-US" b="1" dirty="0"/>
              <a:t>Reference Smart Meter Architecture</a:t>
            </a:r>
          </a:p>
        </p:txBody>
      </p:sp>
      <p:sp>
        <p:nvSpPr>
          <p:cNvPr id="130" name="object 50">
            <a:extLst>
              <a:ext uri="{FF2B5EF4-FFF2-40B4-BE49-F238E27FC236}">
                <a16:creationId xmlns:a16="http://schemas.microsoft.com/office/drawing/2014/main" id="{C50B3B66-1DF3-41B0-A6CC-C979042946DE}"/>
              </a:ext>
            </a:extLst>
          </p:cNvPr>
          <p:cNvSpPr txBox="1"/>
          <p:nvPr/>
        </p:nvSpPr>
        <p:spPr>
          <a:xfrm>
            <a:off x="8666815" y="3206858"/>
            <a:ext cx="1488880" cy="135935"/>
          </a:xfrm>
          <a:prstGeom prst="rect">
            <a:avLst/>
          </a:prstGeom>
        </p:spPr>
        <p:txBody>
          <a:bodyPr vert="horz" wrap="square" lIns="0" tIns="12700" rIns="0" bIns="0" rtlCol="0">
            <a:spAutoFit/>
          </a:bodyPr>
          <a:lstStyle/>
          <a:p>
            <a:pPr marL="645160">
              <a:lnSpc>
                <a:spcPct val="100000"/>
              </a:lnSpc>
              <a:spcBef>
                <a:spcPts val="100"/>
              </a:spcBef>
            </a:pPr>
            <a:r>
              <a:rPr lang="en-US" sz="800" dirty="0">
                <a:latin typeface="Verdana"/>
              </a:rPr>
              <a:t>ERP</a:t>
            </a:r>
          </a:p>
        </p:txBody>
      </p:sp>
      <p:cxnSp>
        <p:nvCxnSpPr>
          <p:cNvPr id="132" name="Straight Connector 131">
            <a:extLst>
              <a:ext uri="{FF2B5EF4-FFF2-40B4-BE49-F238E27FC236}">
                <a16:creationId xmlns:a16="http://schemas.microsoft.com/office/drawing/2014/main" id="{904987A2-CE27-4C0A-9FF1-DA2E3DA42ADE}"/>
              </a:ext>
            </a:extLst>
          </p:cNvPr>
          <p:cNvCxnSpPr>
            <a:cxnSpLocks/>
          </p:cNvCxnSpPr>
          <p:nvPr/>
        </p:nvCxnSpPr>
        <p:spPr>
          <a:xfrm>
            <a:off x="8735465" y="2951257"/>
            <a:ext cx="474266" cy="261648"/>
          </a:xfrm>
          <a:prstGeom prst="line">
            <a:avLst/>
          </a:prstGeom>
          <a:ln w="12700">
            <a:headEnd type="arrow"/>
            <a:tailEnd type="arrow"/>
          </a:ln>
        </p:spPr>
        <p:style>
          <a:lnRef idx="2">
            <a:schemeClr val="accent1"/>
          </a:lnRef>
          <a:fillRef idx="0">
            <a:schemeClr val="accent1"/>
          </a:fillRef>
          <a:effectRef idx="1">
            <a:schemeClr val="accent1"/>
          </a:effectRef>
          <a:fontRef idx="minor">
            <a:schemeClr val="tx1"/>
          </a:fontRef>
        </p:style>
      </p:cxnSp>
      <p:grpSp>
        <p:nvGrpSpPr>
          <p:cNvPr id="82" name="Group 81">
            <a:extLst>
              <a:ext uri="{FF2B5EF4-FFF2-40B4-BE49-F238E27FC236}">
                <a16:creationId xmlns:a16="http://schemas.microsoft.com/office/drawing/2014/main" id="{521A38BD-5B14-4772-95BF-4F3AAEDFD8AD}"/>
              </a:ext>
            </a:extLst>
          </p:cNvPr>
          <p:cNvGrpSpPr/>
          <p:nvPr/>
        </p:nvGrpSpPr>
        <p:grpSpPr>
          <a:xfrm>
            <a:off x="5885051" y="1846992"/>
            <a:ext cx="835653" cy="1815191"/>
            <a:chOff x="6271830" y="1843541"/>
            <a:chExt cx="1104171" cy="1815191"/>
          </a:xfrm>
        </p:grpSpPr>
        <p:sp>
          <p:nvSpPr>
            <p:cNvPr id="83" name="Rectangle 82">
              <a:extLst>
                <a:ext uri="{FF2B5EF4-FFF2-40B4-BE49-F238E27FC236}">
                  <a16:creationId xmlns:a16="http://schemas.microsoft.com/office/drawing/2014/main" id="{E4C5D76B-D6FB-45F1-84D0-287ACE05672E}"/>
                </a:ext>
              </a:extLst>
            </p:cNvPr>
            <p:cNvSpPr/>
            <p:nvPr/>
          </p:nvSpPr>
          <p:spPr bwMode="gray">
            <a:xfrm>
              <a:off x="6375815" y="1843541"/>
              <a:ext cx="887940" cy="1815191"/>
            </a:xfrm>
            <a:prstGeom prst="rect">
              <a:avLst/>
            </a:prstGeom>
            <a:ln>
              <a:solidFill>
                <a:schemeClr val="tx2"/>
              </a:solid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800" dirty="0"/>
            </a:p>
          </p:txBody>
        </p:sp>
        <p:sp>
          <p:nvSpPr>
            <p:cNvPr id="90" name="TextBox 89">
              <a:extLst>
                <a:ext uri="{FF2B5EF4-FFF2-40B4-BE49-F238E27FC236}">
                  <a16:creationId xmlns:a16="http://schemas.microsoft.com/office/drawing/2014/main" id="{1F9DED80-EDC6-4F7C-B5DB-93EE063A3506}"/>
                </a:ext>
              </a:extLst>
            </p:cNvPr>
            <p:cNvSpPr txBox="1"/>
            <p:nvPr/>
          </p:nvSpPr>
          <p:spPr>
            <a:xfrm>
              <a:off x="6271830" y="2518502"/>
              <a:ext cx="1104171" cy="211533"/>
            </a:xfrm>
            <a:prstGeom prst="rect">
              <a:avLst/>
            </a:prstGeom>
            <a:noFill/>
          </p:spPr>
          <p:txBody>
            <a:bodyPr wrap="square">
              <a:spAutoFit/>
            </a:bodyPr>
            <a:lstStyle/>
            <a:p>
              <a:pPr algn="ctr">
                <a:lnSpc>
                  <a:spcPct val="106000"/>
                </a:lnSpc>
                <a:buFont typeface="Wingdings 2" pitchFamily="18" charset="2"/>
                <a:buNone/>
              </a:pPr>
              <a:r>
                <a:rPr lang="en-US" sz="800" dirty="0"/>
                <a:t>Middleware</a:t>
              </a:r>
            </a:p>
          </p:txBody>
        </p:sp>
        <p:grpSp>
          <p:nvGrpSpPr>
            <p:cNvPr id="98" name="Group 97">
              <a:extLst>
                <a:ext uri="{FF2B5EF4-FFF2-40B4-BE49-F238E27FC236}">
                  <a16:creationId xmlns:a16="http://schemas.microsoft.com/office/drawing/2014/main" id="{44086B12-63E8-4D84-A74E-6F633403C207}"/>
                </a:ext>
              </a:extLst>
            </p:cNvPr>
            <p:cNvGrpSpPr/>
            <p:nvPr/>
          </p:nvGrpSpPr>
          <p:grpSpPr>
            <a:xfrm>
              <a:off x="6585186" y="3135802"/>
              <a:ext cx="389711" cy="169629"/>
              <a:chOff x="6740165" y="3030691"/>
              <a:chExt cx="575001" cy="251154"/>
            </a:xfrm>
          </p:grpSpPr>
          <p:sp>
            <p:nvSpPr>
              <p:cNvPr id="102" name="Flowchart: Process 101">
                <a:extLst>
                  <a:ext uri="{FF2B5EF4-FFF2-40B4-BE49-F238E27FC236}">
                    <a16:creationId xmlns:a16="http://schemas.microsoft.com/office/drawing/2014/main" id="{54B32395-5290-4B9F-874F-A1D24C2859E4}"/>
                  </a:ext>
                </a:extLst>
              </p:cNvPr>
              <p:cNvSpPr/>
              <p:nvPr/>
            </p:nvSpPr>
            <p:spPr bwMode="gray">
              <a:xfrm>
                <a:off x="6740165" y="3030691"/>
                <a:ext cx="575001" cy="251154"/>
              </a:xfrm>
              <a:prstGeom prst="flowChartProcess">
                <a:avLst/>
              </a:prstGeom>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cxnSp>
            <p:nvCxnSpPr>
              <p:cNvPr id="103" name="Straight Connector 102">
                <a:extLst>
                  <a:ext uri="{FF2B5EF4-FFF2-40B4-BE49-F238E27FC236}">
                    <a16:creationId xmlns:a16="http://schemas.microsoft.com/office/drawing/2014/main" id="{A52D8604-D7A7-40B6-8B97-E227290942FD}"/>
                  </a:ext>
                </a:extLst>
              </p:cNvPr>
              <p:cNvCxnSpPr>
                <a:cxnSpLocks/>
                <a:stCxn id="102" idx="2"/>
              </p:cNvCxnSpPr>
              <p:nvPr/>
            </p:nvCxnSpPr>
            <p:spPr>
              <a:xfrm flipH="1" flipV="1">
                <a:off x="6740165" y="3055236"/>
                <a:ext cx="287501" cy="2266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A183776-D2EB-4151-A161-ABC818BB1A28}"/>
                  </a:ext>
                </a:extLst>
              </p:cNvPr>
              <p:cNvCxnSpPr>
                <a:stCxn id="102" idx="2"/>
              </p:cNvCxnSpPr>
              <p:nvPr/>
            </p:nvCxnSpPr>
            <p:spPr>
              <a:xfrm flipV="1">
                <a:off x="7027666" y="3035662"/>
                <a:ext cx="287500" cy="2461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cxnSp>
        <p:nvCxnSpPr>
          <p:cNvPr id="105" name="Straight Connector 104">
            <a:extLst>
              <a:ext uri="{FF2B5EF4-FFF2-40B4-BE49-F238E27FC236}">
                <a16:creationId xmlns:a16="http://schemas.microsoft.com/office/drawing/2014/main" id="{60064622-E234-41A8-813B-81C00AACB395}"/>
              </a:ext>
            </a:extLst>
          </p:cNvPr>
          <p:cNvCxnSpPr>
            <a:cxnSpLocks/>
          </p:cNvCxnSpPr>
          <p:nvPr/>
        </p:nvCxnSpPr>
        <p:spPr>
          <a:xfrm flipH="1">
            <a:off x="6634857" y="2967185"/>
            <a:ext cx="377530" cy="2455"/>
          </a:xfrm>
          <a:prstGeom prst="line">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6" name="object 57">
            <a:extLst>
              <a:ext uri="{FF2B5EF4-FFF2-40B4-BE49-F238E27FC236}">
                <a16:creationId xmlns:a16="http://schemas.microsoft.com/office/drawing/2014/main" id="{ACAD4660-E815-41A5-8CA5-AA23064C785E}"/>
              </a:ext>
            </a:extLst>
          </p:cNvPr>
          <p:cNvSpPr txBox="1"/>
          <p:nvPr/>
        </p:nvSpPr>
        <p:spPr>
          <a:xfrm>
            <a:off x="6598444" y="3135300"/>
            <a:ext cx="498821" cy="25904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Web services</a:t>
            </a:r>
            <a:endParaRPr sz="800" dirty="0">
              <a:latin typeface="Verdana"/>
              <a:cs typeface="Verdana"/>
            </a:endParaRPr>
          </a:p>
        </p:txBody>
      </p:sp>
      <p:sp>
        <p:nvSpPr>
          <p:cNvPr id="107" name="object 57">
            <a:extLst>
              <a:ext uri="{FF2B5EF4-FFF2-40B4-BE49-F238E27FC236}">
                <a16:creationId xmlns:a16="http://schemas.microsoft.com/office/drawing/2014/main" id="{2AC95DD7-B765-497E-A5EA-F44CC71E0F40}"/>
              </a:ext>
            </a:extLst>
          </p:cNvPr>
          <p:cNvSpPr txBox="1"/>
          <p:nvPr/>
        </p:nvSpPr>
        <p:spPr>
          <a:xfrm>
            <a:off x="6645511" y="2307362"/>
            <a:ext cx="360585" cy="135935"/>
          </a:xfrm>
          <a:prstGeom prst="rect">
            <a:avLst/>
          </a:prstGeom>
        </p:spPr>
        <p:txBody>
          <a:bodyPr vert="horz" wrap="square" lIns="0" tIns="12700" rIns="0" bIns="0" rtlCol="0">
            <a:spAutoFit/>
          </a:bodyPr>
          <a:lstStyle/>
          <a:p>
            <a:pPr marL="12700" marR="5080" indent="73025">
              <a:lnSpc>
                <a:spcPct val="100000"/>
              </a:lnSpc>
              <a:spcBef>
                <a:spcPts val="100"/>
              </a:spcBef>
            </a:pPr>
            <a:r>
              <a:rPr lang="en-US" sz="800" dirty="0">
                <a:latin typeface="Verdana"/>
                <a:cs typeface="Verdana"/>
              </a:rPr>
              <a:t>API</a:t>
            </a:r>
            <a:endParaRPr sz="800" dirty="0">
              <a:latin typeface="Verdana"/>
              <a:cs typeface="Verdana"/>
            </a:endParaRPr>
          </a:p>
        </p:txBody>
      </p:sp>
      <p:sp>
        <p:nvSpPr>
          <p:cNvPr id="108" name="object 64">
            <a:extLst>
              <a:ext uri="{FF2B5EF4-FFF2-40B4-BE49-F238E27FC236}">
                <a16:creationId xmlns:a16="http://schemas.microsoft.com/office/drawing/2014/main" id="{C1F541F5-7804-40FB-8E6B-1FBFB1DFE653}"/>
              </a:ext>
            </a:extLst>
          </p:cNvPr>
          <p:cNvSpPr/>
          <p:nvPr/>
        </p:nvSpPr>
        <p:spPr>
          <a:xfrm flipV="1">
            <a:off x="6678939" y="2786414"/>
            <a:ext cx="365760" cy="45719"/>
          </a:xfrm>
          <a:custGeom>
            <a:avLst/>
            <a:gdLst/>
            <a:ahLst/>
            <a:cxnLst/>
            <a:rect l="l" t="t" r="r" b="b"/>
            <a:pathLst>
              <a:path w="972820"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206" y="48006"/>
                </a:lnTo>
                <a:lnTo>
                  <a:pt x="38100" y="48006"/>
                </a:lnTo>
                <a:lnTo>
                  <a:pt x="38100" y="28193"/>
                </a:lnTo>
                <a:lnTo>
                  <a:pt x="74206" y="28193"/>
                </a:lnTo>
                <a:lnTo>
                  <a:pt x="73211" y="23252"/>
                </a:lnTo>
                <a:lnTo>
                  <a:pt x="65055" y="11144"/>
                </a:lnTo>
                <a:lnTo>
                  <a:pt x="52947" y="2988"/>
                </a:lnTo>
                <a:lnTo>
                  <a:pt x="38100" y="0"/>
                </a:lnTo>
                <a:close/>
              </a:path>
              <a:path w="972820" h="76200">
                <a:moveTo>
                  <a:pt x="934212" y="0"/>
                </a:moveTo>
                <a:lnTo>
                  <a:pt x="919364" y="2988"/>
                </a:lnTo>
                <a:lnTo>
                  <a:pt x="907256" y="11144"/>
                </a:lnTo>
                <a:lnTo>
                  <a:pt x="899100" y="23252"/>
                </a:lnTo>
                <a:lnTo>
                  <a:pt x="896112" y="38100"/>
                </a:lnTo>
                <a:lnTo>
                  <a:pt x="899100" y="52947"/>
                </a:lnTo>
                <a:lnTo>
                  <a:pt x="907256" y="65055"/>
                </a:lnTo>
                <a:lnTo>
                  <a:pt x="919364" y="73211"/>
                </a:lnTo>
                <a:lnTo>
                  <a:pt x="934212" y="76200"/>
                </a:lnTo>
                <a:lnTo>
                  <a:pt x="949059" y="73211"/>
                </a:lnTo>
                <a:lnTo>
                  <a:pt x="961167" y="65055"/>
                </a:lnTo>
                <a:lnTo>
                  <a:pt x="969323" y="52947"/>
                </a:lnTo>
                <a:lnTo>
                  <a:pt x="970318" y="48006"/>
                </a:lnTo>
                <a:lnTo>
                  <a:pt x="934212" y="48006"/>
                </a:lnTo>
                <a:lnTo>
                  <a:pt x="934212" y="28193"/>
                </a:lnTo>
                <a:lnTo>
                  <a:pt x="970318" y="28193"/>
                </a:lnTo>
                <a:lnTo>
                  <a:pt x="969323" y="23252"/>
                </a:lnTo>
                <a:lnTo>
                  <a:pt x="961167" y="11144"/>
                </a:lnTo>
                <a:lnTo>
                  <a:pt x="949059" y="2988"/>
                </a:lnTo>
                <a:lnTo>
                  <a:pt x="934212" y="0"/>
                </a:lnTo>
                <a:close/>
              </a:path>
              <a:path w="972820" h="76200">
                <a:moveTo>
                  <a:pt x="74206" y="28193"/>
                </a:moveTo>
                <a:lnTo>
                  <a:pt x="38100" y="28193"/>
                </a:lnTo>
                <a:lnTo>
                  <a:pt x="38100" y="48006"/>
                </a:lnTo>
                <a:lnTo>
                  <a:pt x="74206" y="48006"/>
                </a:lnTo>
                <a:lnTo>
                  <a:pt x="76200" y="38100"/>
                </a:lnTo>
                <a:lnTo>
                  <a:pt x="74206" y="28193"/>
                </a:lnTo>
                <a:close/>
              </a:path>
              <a:path w="972820" h="76200">
                <a:moveTo>
                  <a:pt x="898105" y="28193"/>
                </a:moveTo>
                <a:lnTo>
                  <a:pt x="74206" y="28193"/>
                </a:lnTo>
                <a:lnTo>
                  <a:pt x="76200" y="38100"/>
                </a:lnTo>
                <a:lnTo>
                  <a:pt x="74206" y="48006"/>
                </a:lnTo>
                <a:lnTo>
                  <a:pt x="898105" y="48006"/>
                </a:lnTo>
                <a:lnTo>
                  <a:pt x="896112" y="38100"/>
                </a:lnTo>
                <a:lnTo>
                  <a:pt x="898105" y="28193"/>
                </a:lnTo>
                <a:close/>
              </a:path>
              <a:path w="972820" h="76200">
                <a:moveTo>
                  <a:pt x="970318" y="28193"/>
                </a:moveTo>
                <a:lnTo>
                  <a:pt x="934212" y="28193"/>
                </a:lnTo>
                <a:lnTo>
                  <a:pt x="934212" y="48006"/>
                </a:lnTo>
                <a:lnTo>
                  <a:pt x="970318" y="48006"/>
                </a:lnTo>
                <a:lnTo>
                  <a:pt x="972312" y="38100"/>
                </a:lnTo>
                <a:lnTo>
                  <a:pt x="970318" y="28193"/>
                </a:lnTo>
                <a:close/>
              </a:path>
            </a:pathLst>
          </a:custGeom>
          <a:solidFill>
            <a:srgbClr val="9D9D99"/>
          </a:solidFill>
        </p:spPr>
        <p:txBody>
          <a:bodyPr wrap="square" lIns="0" tIns="0" rIns="0" bIns="0" rtlCol="0"/>
          <a:lstStyle/>
          <a:p>
            <a:endParaRPr dirty="0"/>
          </a:p>
        </p:txBody>
      </p:sp>
      <p:sp>
        <p:nvSpPr>
          <p:cNvPr id="2" name="Rectangle 1">
            <a:extLst>
              <a:ext uri="{FF2B5EF4-FFF2-40B4-BE49-F238E27FC236}">
                <a16:creationId xmlns:a16="http://schemas.microsoft.com/office/drawing/2014/main" id="{D228B4AA-1B2A-4218-BE9D-B8F9DA8C3DB3}"/>
              </a:ext>
            </a:extLst>
          </p:cNvPr>
          <p:cNvSpPr/>
          <p:nvPr/>
        </p:nvSpPr>
        <p:spPr bwMode="gray">
          <a:xfrm>
            <a:off x="396920" y="4025865"/>
            <a:ext cx="1801494" cy="145215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58738">
              <a:lnSpc>
                <a:spcPct val="106000"/>
              </a:lnSpc>
              <a:buFont typeface="Arial" panose="020B0604020202020204" pitchFamily="34" charset="0"/>
              <a:buChar char="•"/>
            </a:pPr>
            <a:r>
              <a:rPr lang="en-US" sz="800" dirty="0">
                <a:solidFill>
                  <a:srgbClr val="012169"/>
                </a:solidFill>
                <a:latin typeface="Verdana"/>
                <a:cs typeface="Verdana"/>
              </a:rPr>
              <a:t>Unauthorized meter authentications</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Malicious Firmware Update</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Insecure Firmware update transfers</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No integrity checks on firmware files</a:t>
            </a:r>
          </a:p>
          <a:p>
            <a:pPr algn="ctr">
              <a:lnSpc>
                <a:spcPct val="106000"/>
              </a:lnSpc>
              <a:buFont typeface="Wingdings 2" pitchFamily="18" charset="2"/>
              <a:buNone/>
            </a:pPr>
            <a:endParaRPr lang="en-US" sz="700" b="1" dirty="0">
              <a:solidFill>
                <a:schemeClr val="bg1"/>
              </a:solidFill>
            </a:endParaRPr>
          </a:p>
        </p:txBody>
      </p:sp>
      <p:sp>
        <p:nvSpPr>
          <p:cNvPr id="109" name="Rectangle 108">
            <a:extLst>
              <a:ext uri="{FF2B5EF4-FFF2-40B4-BE49-F238E27FC236}">
                <a16:creationId xmlns:a16="http://schemas.microsoft.com/office/drawing/2014/main" id="{C1DDEBA6-7C8C-4142-9CDC-B939147EA49E}"/>
              </a:ext>
            </a:extLst>
          </p:cNvPr>
          <p:cNvSpPr/>
          <p:nvPr/>
        </p:nvSpPr>
        <p:spPr bwMode="gray">
          <a:xfrm>
            <a:off x="2597452" y="4023546"/>
            <a:ext cx="1801494" cy="143858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09220">
              <a:lnSpc>
                <a:spcPct val="106000"/>
              </a:lnSpc>
              <a:buFont typeface="Arial" panose="020B0604020202020204" pitchFamily="34" charset="0"/>
              <a:buChar char="•"/>
            </a:pPr>
            <a:r>
              <a:rPr lang="en-US" sz="800" dirty="0">
                <a:solidFill>
                  <a:srgbClr val="012169"/>
                </a:solidFill>
                <a:ea typeface="Verdana"/>
              </a:rPr>
              <a:t>Meter tampering and cyber physical attacks</a:t>
            </a:r>
          </a:p>
          <a:p>
            <a:pPr marL="171450" indent="-109220">
              <a:lnSpc>
                <a:spcPct val="106000"/>
              </a:lnSpc>
              <a:buFont typeface="Arial" panose="020B0604020202020204" pitchFamily="34" charset="0"/>
              <a:buChar char="•"/>
            </a:pPr>
            <a:r>
              <a:rPr lang="en-US" sz="800" dirty="0">
                <a:solidFill>
                  <a:srgbClr val="012169"/>
                </a:solidFill>
                <a:latin typeface="Verdana"/>
                <a:ea typeface="Verdana"/>
                <a:cs typeface="Verdana"/>
              </a:rPr>
              <a:t>Meter memory DDOS attacks</a:t>
            </a:r>
            <a:endParaRPr lang="en-US" sz="800" dirty="0">
              <a:solidFill>
                <a:srgbClr val="012169"/>
              </a:solidFill>
              <a:latin typeface="Verdana"/>
              <a:cs typeface="Verdana"/>
            </a:endParaRPr>
          </a:p>
          <a:p>
            <a:pPr marL="171450" indent="-109220">
              <a:lnSpc>
                <a:spcPct val="106000"/>
              </a:lnSpc>
              <a:buFont typeface="Arial" panose="020B0604020202020204" pitchFamily="34" charset="0"/>
              <a:buChar char="•"/>
            </a:pPr>
            <a:r>
              <a:rPr lang="en-US" sz="800" dirty="0">
                <a:solidFill>
                  <a:srgbClr val="012169"/>
                </a:solidFill>
                <a:latin typeface="Verdana"/>
                <a:cs typeface="Verdana"/>
              </a:rPr>
              <a:t>Connectivity issues</a:t>
            </a:r>
          </a:p>
          <a:p>
            <a:pPr marL="171450" indent="-109220">
              <a:lnSpc>
                <a:spcPct val="106000"/>
              </a:lnSpc>
              <a:buFont typeface="Arial" panose="020B0604020202020204" pitchFamily="34" charset="0"/>
              <a:buChar char="•"/>
            </a:pPr>
            <a:r>
              <a:rPr lang="en-US" sz="800" dirty="0">
                <a:solidFill>
                  <a:srgbClr val="012169"/>
                </a:solidFill>
                <a:latin typeface="Verdana"/>
                <a:ea typeface="Verdana"/>
                <a:cs typeface="Verdana"/>
              </a:rPr>
              <a:t>Meter Coning</a:t>
            </a:r>
          </a:p>
          <a:p>
            <a:pPr marL="171450" indent="-109220">
              <a:lnSpc>
                <a:spcPct val="106000"/>
              </a:lnSpc>
              <a:buFont typeface="Arial" panose="020B0604020202020204" pitchFamily="34" charset="0"/>
              <a:buChar char="•"/>
            </a:pPr>
            <a:r>
              <a:rPr lang="en-US" sz="800" dirty="0">
                <a:solidFill>
                  <a:srgbClr val="012169"/>
                </a:solidFill>
                <a:latin typeface="Verdana"/>
                <a:ea typeface="Verdana"/>
                <a:cs typeface="Verdana"/>
              </a:rPr>
              <a:t>SIM Cloning</a:t>
            </a:r>
          </a:p>
          <a:p>
            <a:pPr marL="171450" indent="111125">
              <a:lnSpc>
                <a:spcPct val="106000"/>
              </a:lnSpc>
              <a:buFont typeface="Arial" panose="020B0604020202020204" pitchFamily="34" charset="0"/>
              <a:buChar char="•"/>
            </a:pPr>
            <a:endParaRPr lang="en-US" sz="800" dirty="0">
              <a:solidFill>
                <a:srgbClr val="012169"/>
              </a:solidFill>
              <a:latin typeface="Verdana"/>
              <a:cs typeface="Verdana"/>
            </a:endParaRPr>
          </a:p>
          <a:p>
            <a:pPr algn="ctr">
              <a:lnSpc>
                <a:spcPct val="106000"/>
              </a:lnSpc>
              <a:buFont typeface="Wingdings 2" pitchFamily="18" charset="2"/>
              <a:buNone/>
            </a:pPr>
            <a:endParaRPr lang="en-US" sz="700" b="1" dirty="0">
              <a:solidFill>
                <a:schemeClr val="bg1"/>
              </a:solidFill>
            </a:endParaRPr>
          </a:p>
        </p:txBody>
      </p:sp>
      <p:sp>
        <p:nvSpPr>
          <p:cNvPr id="110" name="Rectangle 109">
            <a:extLst>
              <a:ext uri="{FF2B5EF4-FFF2-40B4-BE49-F238E27FC236}">
                <a16:creationId xmlns:a16="http://schemas.microsoft.com/office/drawing/2014/main" id="{5084ABCE-5896-4DDA-92EE-6F55788EA4F7}"/>
              </a:ext>
            </a:extLst>
          </p:cNvPr>
          <p:cNvSpPr/>
          <p:nvPr/>
        </p:nvSpPr>
        <p:spPr bwMode="gray">
          <a:xfrm>
            <a:off x="4734584" y="4040786"/>
            <a:ext cx="1607255" cy="14594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58738">
              <a:lnSpc>
                <a:spcPct val="106000"/>
              </a:lnSpc>
              <a:buFont typeface="Arial" panose="020B0604020202020204" pitchFamily="34" charset="0"/>
              <a:buChar char="•"/>
            </a:pPr>
            <a:r>
              <a:rPr lang="en-US" sz="800" dirty="0">
                <a:solidFill>
                  <a:srgbClr val="012169"/>
                </a:solidFill>
                <a:latin typeface="Verdana"/>
                <a:cs typeface="Verdana"/>
              </a:rPr>
              <a:t>Remote Connectivity</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Unauthorized Bulk Commands, remote connect and disconnect </a:t>
            </a:r>
          </a:p>
          <a:p>
            <a:pPr marL="171450" indent="-58738">
              <a:lnSpc>
                <a:spcPct val="106000"/>
              </a:lnSpc>
              <a:buFont typeface="Arial" panose="020B0604020202020204" pitchFamily="34" charset="0"/>
              <a:buChar char="•"/>
            </a:pPr>
            <a:r>
              <a:rPr lang="en-US" sz="800" dirty="0">
                <a:solidFill>
                  <a:srgbClr val="012169"/>
                </a:solidFill>
                <a:latin typeface="Verdana"/>
                <a:cs typeface="Verdana"/>
              </a:rPr>
              <a:t>No MPLS Firewall</a:t>
            </a:r>
          </a:p>
          <a:p>
            <a:pPr marL="171450" indent="111125">
              <a:lnSpc>
                <a:spcPct val="106000"/>
              </a:lnSpc>
              <a:buFont typeface="Arial" panose="020B0604020202020204" pitchFamily="34" charset="0"/>
              <a:buChar char="•"/>
            </a:pPr>
            <a:endParaRPr lang="en-US" sz="800" dirty="0">
              <a:solidFill>
                <a:srgbClr val="012169"/>
              </a:solidFill>
              <a:latin typeface="Verdana"/>
              <a:cs typeface="Verdana"/>
            </a:endParaRPr>
          </a:p>
          <a:p>
            <a:pPr algn="ctr">
              <a:lnSpc>
                <a:spcPct val="106000"/>
              </a:lnSpc>
              <a:buFont typeface="Wingdings 2" pitchFamily="18" charset="2"/>
              <a:buNone/>
            </a:pPr>
            <a:endParaRPr lang="en-US" sz="700" b="1" dirty="0">
              <a:solidFill>
                <a:schemeClr val="bg1"/>
              </a:solidFill>
            </a:endParaRPr>
          </a:p>
        </p:txBody>
      </p:sp>
      <p:sp>
        <p:nvSpPr>
          <p:cNvPr id="112" name="Rectangle 111">
            <a:extLst>
              <a:ext uri="{FF2B5EF4-FFF2-40B4-BE49-F238E27FC236}">
                <a16:creationId xmlns:a16="http://schemas.microsoft.com/office/drawing/2014/main" id="{2871C0D4-1DAE-4F53-9616-4BAAC046F114}"/>
              </a:ext>
            </a:extLst>
          </p:cNvPr>
          <p:cNvSpPr/>
          <p:nvPr/>
        </p:nvSpPr>
        <p:spPr bwMode="gray">
          <a:xfrm>
            <a:off x="8779313" y="4040785"/>
            <a:ext cx="1592451" cy="141477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09538">
              <a:lnSpc>
                <a:spcPct val="106000"/>
              </a:lnSpc>
              <a:buFont typeface="Arial" panose="020B0604020202020204" pitchFamily="34" charset="0"/>
              <a:buChar char="•"/>
            </a:pPr>
            <a:r>
              <a:rPr lang="en-US" sz="800" dirty="0">
                <a:solidFill>
                  <a:srgbClr val="012169"/>
                </a:solidFill>
                <a:latin typeface="Verdana"/>
                <a:cs typeface="Verdana"/>
              </a:rPr>
              <a:t>Privacy threats for consumer sensitive data</a:t>
            </a:r>
          </a:p>
          <a:p>
            <a:pPr marL="171450" indent="-109538">
              <a:lnSpc>
                <a:spcPct val="106000"/>
              </a:lnSpc>
              <a:buFont typeface="Arial" panose="020B0604020202020204" pitchFamily="34" charset="0"/>
              <a:buChar char="•"/>
            </a:pPr>
            <a:r>
              <a:rPr lang="en-US" sz="800" dirty="0">
                <a:solidFill>
                  <a:srgbClr val="012169"/>
                </a:solidFill>
                <a:latin typeface="Verdana"/>
                <a:cs typeface="Verdana"/>
              </a:rPr>
              <a:t>Unauthorized consumer energy consumption pattern analysis.</a:t>
            </a:r>
          </a:p>
          <a:p>
            <a:pPr marL="171450" indent="-109538">
              <a:lnSpc>
                <a:spcPct val="106000"/>
              </a:lnSpc>
              <a:buFont typeface="Arial" panose="020B0604020202020204" pitchFamily="34" charset="0"/>
              <a:buChar char="•"/>
            </a:pPr>
            <a:r>
              <a:rPr lang="en-US" sz="800" dirty="0">
                <a:solidFill>
                  <a:srgbClr val="012169"/>
                </a:solidFill>
                <a:latin typeface="Verdana"/>
                <a:cs typeface="Verdana"/>
              </a:rPr>
              <a:t>Unencrypted network</a:t>
            </a:r>
          </a:p>
        </p:txBody>
      </p:sp>
      <p:sp>
        <p:nvSpPr>
          <p:cNvPr id="113" name="Rectangle 112">
            <a:extLst>
              <a:ext uri="{FF2B5EF4-FFF2-40B4-BE49-F238E27FC236}">
                <a16:creationId xmlns:a16="http://schemas.microsoft.com/office/drawing/2014/main" id="{655E9A60-F16E-4D0F-BC76-2538743B09C5}"/>
              </a:ext>
            </a:extLst>
          </p:cNvPr>
          <p:cNvSpPr/>
          <p:nvPr/>
        </p:nvSpPr>
        <p:spPr bwMode="gray">
          <a:xfrm>
            <a:off x="10512897" y="4023546"/>
            <a:ext cx="1393007" cy="141304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71450">
              <a:lnSpc>
                <a:spcPct val="106000"/>
              </a:lnSpc>
              <a:buFont typeface="Arial" panose="020B0604020202020204" pitchFamily="34" charset="0"/>
              <a:buChar char="•"/>
            </a:pPr>
            <a:r>
              <a:rPr lang="en-US" sz="800" dirty="0">
                <a:solidFill>
                  <a:srgbClr val="012169"/>
                </a:solidFill>
                <a:latin typeface="Verdana"/>
                <a:cs typeface="Verdana"/>
              </a:rPr>
              <a:t>Dependencies on Discoms for CRM data.</a:t>
            </a:r>
          </a:p>
          <a:p>
            <a:pPr marL="171450" indent="-171450">
              <a:lnSpc>
                <a:spcPct val="106000"/>
              </a:lnSpc>
              <a:buFont typeface="Arial" panose="020B0604020202020204" pitchFamily="34" charset="0"/>
              <a:buChar char="•"/>
            </a:pPr>
            <a:r>
              <a:rPr lang="en-US" sz="800" dirty="0">
                <a:solidFill>
                  <a:srgbClr val="012169"/>
                </a:solidFill>
                <a:latin typeface="Verdana"/>
                <a:cs typeface="Verdana"/>
              </a:rPr>
              <a:t>APT threats from mobile system.</a:t>
            </a:r>
          </a:p>
          <a:p>
            <a:pPr marL="171450" indent="-171450">
              <a:lnSpc>
                <a:spcPct val="106000"/>
              </a:lnSpc>
              <a:buFont typeface="Arial" panose="020B0604020202020204" pitchFamily="34" charset="0"/>
              <a:buChar char="•"/>
            </a:pPr>
            <a:r>
              <a:rPr lang="en-US" sz="800" dirty="0">
                <a:solidFill>
                  <a:srgbClr val="012169"/>
                </a:solidFill>
                <a:latin typeface="Verdana"/>
                <a:cs typeface="Verdana"/>
              </a:rPr>
              <a:t>Modifications in billing process data. </a:t>
            </a:r>
            <a:endParaRPr lang="en-US" sz="700" b="1" dirty="0">
              <a:solidFill>
                <a:schemeClr val="bg1"/>
              </a:solidFill>
            </a:endParaRPr>
          </a:p>
        </p:txBody>
      </p:sp>
      <p:sp>
        <p:nvSpPr>
          <p:cNvPr id="114" name="Rectangle 113">
            <a:extLst>
              <a:ext uri="{FF2B5EF4-FFF2-40B4-BE49-F238E27FC236}">
                <a16:creationId xmlns:a16="http://schemas.microsoft.com/office/drawing/2014/main" id="{41C0E3E3-38A8-4578-B09E-1F8DFEF3B3B3}"/>
              </a:ext>
            </a:extLst>
          </p:cNvPr>
          <p:cNvSpPr/>
          <p:nvPr/>
        </p:nvSpPr>
        <p:spPr bwMode="gray">
          <a:xfrm>
            <a:off x="6726845" y="4030514"/>
            <a:ext cx="1603860" cy="14458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14300">
              <a:lnSpc>
                <a:spcPct val="106000"/>
              </a:lnSpc>
              <a:buFont typeface="Arial" panose="020B0604020202020204" pitchFamily="34" charset="0"/>
              <a:buChar char="•"/>
            </a:pPr>
            <a:r>
              <a:rPr lang="en-US" sz="800" dirty="0">
                <a:solidFill>
                  <a:srgbClr val="012169"/>
                </a:solidFill>
                <a:latin typeface="Verdana"/>
                <a:cs typeface="Verdana"/>
              </a:rPr>
              <a:t>Errors in manual batch processing of smart meter files </a:t>
            </a:r>
          </a:p>
          <a:p>
            <a:pPr marL="171450" indent="-114300">
              <a:lnSpc>
                <a:spcPct val="106000"/>
              </a:lnSpc>
              <a:buFont typeface="Arial" panose="020B0604020202020204" pitchFamily="34" charset="0"/>
              <a:buChar char="•"/>
            </a:pPr>
            <a:r>
              <a:rPr lang="en-US" sz="800" dirty="0">
                <a:solidFill>
                  <a:srgbClr val="012169"/>
                </a:solidFill>
                <a:latin typeface="Verdana"/>
                <a:cs typeface="Verdana"/>
              </a:rPr>
              <a:t>Insecure API’s</a:t>
            </a:r>
          </a:p>
          <a:p>
            <a:pPr marL="171450" indent="-114300">
              <a:lnSpc>
                <a:spcPct val="106000"/>
              </a:lnSpc>
              <a:buFont typeface="Arial" panose="020B0604020202020204" pitchFamily="34" charset="0"/>
              <a:buChar char="•"/>
            </a:pPr>
            <a:r>
              <a:rPr lang="en-US" sz="800" dirty="0">
                <a:solidFill>
                  <a:srgbClr val="012169"/>
                </a:solidFill>
                <a:latin typeface="Verdana"/>
                <a:cs typeface="Verdana"/>
              </a:rPr>
              <a:t>No integrity checks on meter data files </a:t>
            </a:r>
          </a:p>
          <a:p>
            <a:pPr marL="171450" indent="-114300">
              <a:lnSpc>
                <a:spcPct val="106000"/>
              </a:lnSpc>
              <a:buFont typeface="Arial" panose="020B0604020202020204" pitchFamily="34" charset="0"/>
              <a:buChar char="•"/>
            </a:pPr>
            <a:r>
              <a:rPr lang="en-US" sz="800" dirty="0">
                <a:solidFill>
                  <a:srgbClr val="012169"/>
                </a:solidFill>
                <a:latin typeface="Verdana"/>
                <a:cs typeface="Verdana"/>
              </a:rPr>
              <a:t>Insecure smart meter gateways and integrations </a:t>
            </a:r>
            <a:endParaRPr lang="en-US" sz="700" b="1" dirty="0">
              <a:solidFill>
                <a:schemeClr val="bg1"/>
              </a:solidFill>
            </a:endParaRPr>
          </a:p>
        </p:txBody>
      </p:sp>
      <p:sp>
        <p:nvSpPr>
          <p:cNvPr id="115" name="object 50">
            <a:extLst>
              <a:ext uri="{FF2B5EF4-FFF2-40B4-BE49-F238E27FC236}">
                <a16:creationId xmlns:a16="http://schemas.microsoft.com/office/drawing/2014/main" id="{8AB6E4B3-93FA-48B1-BEC6-C2BC76D34950}"/>
              </a:ext>
            </a:extLst>
          </p:cNvPr>
          <p:cNvSpPr txBox="1"/>
          <p:nvPr/>
        </p:nvSpPr>
        <p:spPr>
          <a:xfrm>
            <a:off x="10561915" y="1508811"/>
            <a:ext cx="1488880" cy="259045"/>
          </a:xfrm>
          <a:prstGeom prst="rect">
            <a:avLst/>
          </a:prstGeom>
        </p:spPr>
        <p:txBody>
          <a:bodyPr vert="horz" wrap="square" lIns="0" tIns="12700" rIns="0" bIns="0" rtlCol="0">
            <a:spAutoFit/>
          </a:bodyPr>
          <a:lstStyle/>
          <a:p>
            <a:pPr marL="61913">
              <a:lnSpc>
                <a:spcPct val="100000"/>
              </a:lnSpc>
              <a:spcBef>
                <a:spcPts val="100"/>
              </a:spcBef>
            </a:pPr>
            <a:r>
              <a:rPr lang="en-US" sz="800" dirty="0">
                <a:solidFill>
                  <a:srgbClr val="012169"/>
                </a:solidFill>
                <a:latin typeface="Verdana"/>
              </a:rPr>
              <a:t>Dis-comm and Legacy systems</a:t>
            </a:r>
          </a:p>
        </p:txBody>
      </p:sp>
      <p:cxnSp>
        <p:nvCxnSpPr>
          <p:cNvPr id="116" name="Straight Arrow Connector 115">
            <a:extLst>
              <a:ext uri="{FF2B5EF4-FFF2-40B4-BE49-F238E27FC236}">
                <a16:creationId xmlns:a16="http://schemas.microsoft.com/office/drawing/2014/main" id="{CFE9DED3-4667-4C12-90F2-6AD27F8CB174}"/>
              </a:ext>
            </a:extLst>
          </p:cNvPr>
          <p:cNvCxnSpPr>
            <a:cxnSpLocks/>
          </p:cNvCxnSpPr>
          <p:nvPr/>
        </p:nvCxnSpPr>
        <p:spPr>
          <a:xfrm flipV="1">
            <a:off x="9988703" y="2044446"/>
            <a:ext cx="622788" cy="6585"/>
          </a:xfrm>
          <a:prstGeom prst="straightConnector1">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7" name="Rectangle: Rounded Corners 116">
            <a:extLst>
              <a:ext uri="{FF2B5EF4-FFF2-40B4-BE49-F238E27FC236}">
                <a16:creationId xmlns:a16="http://schemas.microsoft.com/office/drawing/2014/main" id="{ED381ACA-D9F4-497A-B73D-79C24C945B56}"/>
              </a:ext>
            </a:extLst>
          </p:cNvPr>
          <p:cNvSpPr/>
          <p:nvPr/>
        </p:nvSpPr>
        <p:spPr bwMode="gray">
          <a:xfrm>
            <a:off x="346966" y="720282"/>
            <a:ext cx="1759584" cy="180847"/>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1</a:t>
            </a:r>
          </a:p>
        </p:txBody>
      </p:sp>
      <p:sp>
        <p:nvSpPr>
          <p:cNvPr id="118" name="Rectangle: Rounded Corners 117">
            <a:extLst>
              <a:ext uri="{FF2B5EF4-FFF2-40B4-BE49-F238E27FC236}">
                <a16:creationId xmlns:a16="http://schemas.microsoft.com/office/drawing/2014/main" id="{758C4323-DF07-4AD7-9065-518C0A04254F}"/>
              </a:ext>
            </a:extLst>
          </p:cNvPr>
          <p:cNvSpPr/>
          <p:nvPr/>
        </p:nvSpPr>
        <p:spPr bwMode="gray">
          <a:xfrm>
            <a:off x="2448908" y="723789"/>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Zone 2</a:t>
            </a:r>
          </a:p>
        </p:txBody>
      </p:sp>
      <p:sp>
        <p:nvSpPr>
          <p:cNvPr id="121" name="Rectangle: Rounded Corners 120">
            <a:extLst>
              <a:ext uri="{FF2B5EF4-FFF2-40B4-BE49-F238E27FC236}">
                <a16:creationId xmlns:a16="http://schemas.microsoft.com/office/drawing/2014/main" id="{3E66D337-09B9-42DF-AE02-3C6435865C69}"/>
              </a:ext>
            </a:extLst>
          </p:cNvPr>
          <p:cNvSpPr/>
          <p:nvPr/>
        </p:nvSpPr>
        <p:spPr bwMode="gray">
          <a:xfrm>
            <a:off x="8652558" y="677774"/>
            <a:ext cx="1740229" cy="170255"/>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4</a:t>
            </a:r>
          </a:p>
        </p:txBody>
      </p:sp>
      <p:sp>
        <p:nvSpPr>
          <p:cNvPr id="122" name="Rectangle: Rounded Corners 121">
            <a:extLst>
              <a:ext uri="{FF2B5EF4-FFF2-40B4-BE49-F238E27FC236}">
                <a16:creationId xmlns:a16="http://schemas.microsoft.com/office/drawing/2014/main" id="{D25ED00E-1532-4E76-B083-8A113846685B}"/>
              </a:ext>
            </a:extLst>
          </p:cNvPr>
          <p:cNvSpPr/>
          <p:nvPr/>
        </p:nvSpPr>
        <p:spPr bwMode="gray">
          <a:xfrm>
            <a:off x="10567789" y="673707"/>
            <a:ext cx="1244938" cy="178387"/>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5</a:t>
            </a:r>
          </a:p>
        </p:txBody>
      </p:sp>
      <p:sp>
        <p:nvSpPr>
          <p:cNvPr id="123" name="Rectangle: Rounded Corners 122">
            <a:extLst>
              <a:ext uri="{FF2B5EF4-FFF2-40B4-BE49-F238E27FC236}">
                <a16:creationId xmlns:a16="http://schemas.microsoft.com/office/drawing/2014/main" id="{92EB7260-C9B3-4940-A40E-0D3475D67605}"/>
              </a:ext>
            </a:extLst>
          </p:cNvPr>
          <p:cNvSpPr/>
          <p:nvPr/>
        </p:nvSpPr>
        <p:spPr bwMode="gray">
          <a:xfrm>
            <a:off x="5518314" y="723334"/>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900" b="1" dirty="0">
                <a:solidFill>
                  <a:schemeClr val="tx1"/>
                </a:solidFill>
              </a:rPr>
              <a:t>Zone 3</a:t>
            </a:r>
          </a:p>
        </p:txBody>
      </p:sp>
      <p:sp>
        <p:nvSpPr>
          <p:cNvPr id="119" name="Rectangle: Rounded Corners 118">
            <a:extLst>
              <a:ext uri="{FF2B5EF4-FFF2-40B4-BE49-F238E27FC236}">
                <a16:creationId xmlns:a16="http://schemas.microsoft.com/office/drawing/2014/main" id="{E48FEED8-0461-4BB8-8017-296C28D8E09A}"/>
              </a:ext>
            </a:extLst>
          </p:cNvPr>
          <p:cNvSpPr/>
          <p:nvPr/>
        </p:nvSpPr>
        <p:spPr bwMode="gray">
          <a:xfrm>
            <a:off x="2449474" y="724240"/>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2</a:t>
            </a:r>
          </a:p>
        </p:txBody>
      </p:sp>
      <p:sp>
        <p:nvSpPr>
          <p:cNvPr id="120" name="Rectangle: Rounded Corners 119">
            <a:extLst>
              <a:ext uri="{FF2B5EF4-FFF2-40B4-BE49-F238E27FC236}">
                <a16:creationId xmlns:a16="http://schemas.microsoft.com/office/drawing/2014/main" id="{725E381C-D7D2-4017-B073-E077903FC4B9}"/>
              </a:ext>
            </a:extLst>
          </p:cNvPr>
          <p:cNvSpPr/>
          <p:nvPr/>
        </p:nvSpPr>
        <p:spPr bwMode="gray">
          <a:xfrm>
            <a:off x="5518880" y="723785"/>
            <a:ext cx="1811303" cy="165722"/>
          </a:xfrm>
          <a:prstGeom prst="roundRect">
            <a:avLst/>
          </a:prstGeom>
          <a:solidFill>
            <a:schemeClr val="bg1"/>
          </a:solidFill>
          <a:ln>
            <a:solidFill>
              <a:schemeClr val="accent2">
                <a:lumMod val="50000"/>
              </a:schemeClr>
            </a:solidFill>
            <a:headEnd/>
            <a:tailEnd/>
          </a:ln>
        </p:spPr>
        <p:style>
          <a:lnRef idx="1">
            <a:schemeClr val="accent3"/>
          </a:lnRef>
          <a:fillRef idx="2">
            <a:schemeClr val="accent3"/>
          </a:fillRef>
          <a:effectRef idx="1">
            <a:schemeClr val="accent3"/>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000" b="1" dirty="0">
                <a:solidFill>
                  <a:schemeClr val="tx1"/>
                </a:solidFill>
              </a:rPr>
              <a:t>Zone 3</a:t>
            </a:r>
          </a:p>
        </p:txBody>
      </p:sp>
    </p:spTree>
    <p:extLst>
      <p:ext uri="{BB962C8B-B14F-4D97-AF65-F5344CB8AC3E}">
        <p14:creationId xmlns:p14="http://schemas.microsoft.com/office/powerpoint/2010/main" val="5510299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BE4B3F-B2E8-4C5C-A7FE-3D917C413C7C}"/>
              </a:ext>
            </a:extLst>
          </p:cNvPr>
          <p:cNvSpPr>
            <a:spLocks noGrp="1"/>
          </p:cNvSpPr>
          <p:nvPr>
            <p:ph type="body" idx="1"/>
          </p:nvPr>
        </p:nvSpPr>
        <p:spPr/>
        <p:txBody>
          <a:bodyPr/>
          <a:lstStyle/>
          <a:p>
            <a:r>
              <a:rPr lang="en-US" dirty="0"/>
              <a:t>Smart Meter</a:t>
            </a:r>
          </a:p>
        </p:txBody>
      </p:sp>
    </p:spTree>
    <p:extLst>
      <p:ext uri="{BB962C8B-B14F-4D97-AF65-F5344CB8AC3E}">
        <p14:creationId xmlns:p14="http://schemas.microsoft.com/office/powerpoint/2010/main" val="384802452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A8BD-8A64-43E8-ABA4-688AE1E16EA0}"/>
              </a:ext>
            </a:extLst>
          </p:cNvPr>
          <p:cNvSpPr>
            <a:spLocks noGrp="1"/>
          </p:cNvSpPr>
          <p:nvPr>
            <p:ph type="title"/>
          </p:nvPr>
        </p:nvSpPr>
        <p:spPr>
          <a:xfrm>
            <a:off x="469900" y="367863"/>
            <a:ext cx="11252200" cy="334102"/>
          </a:xfrm>
        </p:spPr>
        <p:txBody>
          <a:bodyPr vert="horz" lIns="0" tIns="0" rIns="0" bIns="0" rtlCol="0" anchor="t" anchorCtr="0">
            <a:normAutofit/>
          </a:bodyPr>
          <a:lstStyle/>
          <a:p>
            <a:r>
              <a:rPr lang="en-US" b="1" kern="1200" dirty="0">
                <a:latin typeface="+mj-lt"/>
                <a:ea typeface="+mj-ea"/>
                <a:cs typeface="+mj-cs"/>
              </a:rPr>
              <a:t>Smart Meter – Key Considerations and requirements</a:t>
            </a:r>
          </a:p>
        </p:txBody>
      </p:sp>
      <p:sp>
        <p:nvSpPr>
          <p:cNvPr id="8" name="TextBox 7">
            <a:extLst>
              <a:ext uri="{FF2B5EF4-FFF2-40B4-BE49-F238E27FC236}">
                <a16:creationId xmlns:a16="http://schemas.microsoft.com/office/drawing/2014/main" id="{EF582C00-7D83-45EC-B26F-515E64D5EA94}"/>
              </a:ext>
            </a:extLst>
          </p:cNvPr>
          <p:cNvSpPr txBox="1"/>
          <p:nvPr/>
        </p:nvSpPr>
        <p:spPr bwMode="gray">
          <a:xfrm>
            <a:off x="285750" y="1050422"/>
            <a:ext cx="7152478" cy="2339102"/>
          </a:xfrm>
          <a:prstGeom prst="rect">
            <a:avLst/>
          </a:prstGeom>
          <a:ln w="12700"/>
        </p:spPr>
        <p:style>
          <a:lnRef idx="2">
            <a:schemeClr val="accent2"/>
          </a:lnRef>
          <a:fillRef idx="1">
            <a:schemeClr val="lt1"/>
          </a:fillRef>
          <a:effectRef idx="0">
            <a:schemeClr val="accent2"/>
          </a:effectRef>
          <a:fontRef idx="minor">
            <a:schemeClr val="dk1"/>
          </a:fontRef>
        </p:style>
        <p:txBody>
          <a:bodyPr wrap="square">
            <a:spAutoFit/>
          </a:bodyPr>
          <a:lstStyle/>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Setting </a:t>
            </a:r>
            <a:r>
              <a:rPr lang="en-US" sz="1100" b="1" dirty="0">
                <a:ln w="0"/>
                <a:solidFill>
                  <a:schemeClr val="tx1"/>
                </a:solidFill>
                <a:effectLst>
                  <a:outerShdw blurRad="38100" dist="19050" dir="2700000" algn="tl" rotWithShape="0">
                    <a:schemeClr val="dk1">
                      <a:alpha val="40000"/>
                    </a:schemeClr>
                  </a:outerShdw>
                </a:effectLst>
              </a:rPr>
              <a:t>Meter Rating specifications</a:t>
            </a:r>
            <a:r>
              <a:rPr lang="en-US" sz="1100" dirty="0">
                <a:ln w="0"/>
                <a:solidFill>
                  <a:schemeClr val="tx1"/>
                </a:solidFill>
                <a:effectLst>
                  <a:outerShdw blurRad="38100" dist="19050" dir="2700000" algn="tl" rotWithShape="0">
                    <a:schemeClr val="dk1">
                      <a:alpha val="40000"/>
                    </a:schemeClr>
                  </a:outerShdw>
                </a:effectLst>
              </a:rPr>
              <a:t> </a:t>
            </a:r>
            <a:r>
              <a:rPr lang="en-US" sz="1100" b="1" dirty="0">
                <a:ln w="0"/>
                <a:solidFill>
                  <a:schemeClr val="tx1"/>
                </a:solidFill>
                <a:effectLst>
                  <a:outerShdw blurRad="38100" dist="19050" dir="2700000" algn="tl" rotWithShape="0">
                    <a:schemeClr val="dk1">
                      <a:alpha val="40000"/>
                    </a:schemeClr>
                  </a:outerShdw>
                </a:effectLst>
              </a:rPr>
              <a:t>in line with standards</a:t>
            </a:r>
          </a:p>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Instantaneous parameters of meter should be aligned to HES </a:t>
            </a:r>
            <a:r>
              <a:rPr lang="en-US" sz="1100" b="1" dirty="0">
                <a:ln w="0"/>
                <a:solidFill>
                  <a:schemeClr val="tx1"/>
                </a:solidFill>
                <a:effectLst>
                  <a:outerShdw blurRad="38100" dist="19050" dir="2700000" algn="tl" rotWithShape="0">
                    <a:schemeClr val="dk1">
                      <a:alpha val="40000"/>
                    </a:schemeClr>
                  </a:outerShdw>
                </a:effectLst>
              </a:rPr>
              <a:t>such that data is sent to HES at predefined intervals</a:t>
            </a:r>
          </a:p>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Meter should be able to communicate with Data Centers </a:t>
            </a:r>
            <a:r>
              <a:rPr lang="en-US" sz="1100" b="1" dirty="0">
                <a:ln w="0"/>
                <a:solidFill>
                  <a:schemeClr val="tx1"/>
                </a:solidFill>
                <a:effectLst>
                  <a:outerShdw blurRad="38100" dist="19050" dir="2700000" algn="tl" rotWithShape="0">
                    <a:schemeClr val="dk1">
                      <a:alpha val="40000"/>
                    </a:schemeClr>
                  </a:outerShdw>
                </a:effectLst>
              </a:rPr>
              <a:t>using pluggable and interchangeable NIC* (RF Mesh/4G/PLC)</a:t>
            </a:r>
          </a:p>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Setting requirements </a:t>
            </a:r>
            <a:r>
              <a:rPr lang="en-US" sz="1100" b="1" dirty="0">
                <a:ln w="0"/>
                <a:solidFill>
                  <a:schemeClr val="tx1"/>
                </a:solidFill>
                <a:effectLst>
                  <a:outerShdw blurRad="38100" dist="19050" dir="2700000" algn="tl" rotWithShape="0">
                    <a:schemeClr val="dk1">
                      <a:alpha val="40000"/>
                    </a:schemeClr>
                  </a:outerShdw>
                </a:effectLst>
              </a:rPr>
              <a:t>to ensure interoperability of any upgrade in Hardware and Software without any cost</a:t>
            </a:r>
            <a:r>
              <a:rPr lang="en-US" sz="1100" dirty="0">
                <a:ln w="0"/>
                <a:solidFill>
                  <a:schemeClr val="tx1"/>
                </a:solidFill>
                <a:effectLst>
                  <a:outerShdw blurRad="38100" dist="19050" dir="2700000" algn="tl" rotWithShape="0">
                    <a:schemeClr val="dk1">
                      <a:alpha val="40000"/>
                    </a:schemeClr>
                  </a:outerShdw>
                </a:effectLst>
              </a:rPr>
              <a:t> during warranty and post warranty period</a:t>
            </a:r>
          </a:p>
          <a:p>
            <a:pPr marL="171450" indent="-171450" algn="just">
              <a:spcBef>
                <a:spcPts val="600"/>
              </a:spcBef>
              <a:buFont typeface="Arial" panose="020B0604020202020204" pitchFamily="34" charset="0"/>
              <a:buChar char="•"/>
            </a:pPr>
            <a:r>
              <a:rPr lang="en-US" sz="1100" dirty="0">
                <a:ln w="0"/>
                <a:solidFill>
                  <a:schemeClr val="tx1"/>
                </a:solidFill>
                <a:effectLst>
                  <a:outerShdw blurRad="38100" dist="19050" dir="2700000" algn="tl" rotWithShape="0">
                    <a:schemeClr val="dk1">
                      <a:alpha val="40000"/>
                    </a:schemeClr>
                  </a:outerShdw>
                </a:effectLst>
              </a:rPr>
              <a:t>OTA </a:t>
            </a:r>
            <a:r>
              <a:rPr lang="en-US" sz="1100" b="1" dirty="0">
                <a:ln w="0"/>
                <a:solidFill>
                  <a:schemeClr val="tx1"/>
                </a:solidFill>
                <a:effectLst>
                  <a:outerShdw blurRad="38100" dist="19050" dir="2700000" algn="tl" rotWithShape="0">
                    <a:schemeClr val="dk1">
                      <a:alpha val="40000"/>
                    </a:schemeClr>
                  </a:outerShdw>
                </a:effectLst>
              </a:rPr>
              <a:t>(Wireless) update of meter should be possible</a:t>
            </a:r>
            <a:endParaRPr lang="en-US" sz="1100" dirty="0">
              <a:ln w="0"/>
              <a:solidFill>
                <a:schemeClr val="tx1"/>
              </a:solidFill>
              <a:effectLst>
                <a:outerShdw blurRad="38100" dist="19050" dir="2700000" algn="tl" rotWithShape="0">
                  <a:schemeClr val="dk1">
                    <a:alpha val="40000"/>
                  </a:schemeClr>
                </a:outerShdw>
              </a:effectLst>
            </a:endParaRPr>
          </a:p>
          <a:p>
            <a:pPr marL="171450" indent="-171450" algn="just">
              <a:spcBef>
                <a:spcPts val="600"/>
              </a:spcBef>
              <a:buFont typeface="Arial" panose="020B0604020202020204" pitchFamily="34" charset="0"/>
              <a:buChar char="•"/>
            </a:pPr>
            <a:r>
              <a:rPr lang="en-US" sz="1100" b="1" dirty="0">
                <a:ln w="0"/>
                <a:solidFill>
                  <a:schemeClr val="tx1"/>
                </a:solidFill>
                <a:effectLst>
                  <a:outerShdw blurRad="38100" dist="19050" dir="2700000" algn="tl" rotWithShape="0">
                    <a:schemeClr val="dk1">
                      <a:alpha val="40000"/>
                    </a:schemeClr>
                  </a:outerShdw>
                </a:effectLst>
              </a:rPr>
              <a:t>Meter should be equipped with third party communication module </a:t>
            </a:r>
            <a:r>
              <a:rPr lang="en-US" sz="1100" dirty="0">
                <a:ln w="0"/>
                <a:solidFill>
                  <a:schemeClr val="tx1"/>
                </a:solidFill>
                <a:effectLst>
                  <a:outerShdw blurRad="38100" dist="19050" dir="2700000" algn="tl" rotWithShape="0">
                    <a:schemeClr val="dk1">
                      <a:alpha val="40000"/>
                    </a:schemeClr>
                  </a:outerShdw>
                </a:effectLst>
              </a:rPr>
              <a:t>that should have suitable hand-shaking features to allow a third-party MDMS (procured by APDCL) </a:t>
            </a:r>
            <a:r>
              <a:rPr lang="en-US" sz="1100" b="1" dirty="0">
                <a:ln w="0"/>
                <a:solidFill>
                  <a:schemeClr val="tx1"/>
                </a:solidFill>
                <a:effectLst>
                  <a:outerShdw blurRad="38100" dist="19050" dir="2700000" algn="tl" rotWithShape="0">
                    <a:schemeClr val="dk1">
                      <a:alpha val="40000"/>
                    </a:schemeClr>
                  </a:outerShdw>
                </a:effectLst>
              </a:rPr>
              <a:t>to configure, command, read and control smart meters installed at site</a:t>
            </a:r>
          </a:p>
        </p:txBody>
      </p:sp>
      <p:graphicFrame>
        <p:nvGraphicFramePr>
          <p:cNvPr id="10" name="Table 9">
            <a:extLst>
              <a:ext uri="{FF2B5EF4-FFF2-40B4-BE49-F238E27FC236}">
                <a16:creationId xmlns:a16="http://schemas.microsoft.com/office/drawing/2014/main" id="{93EEF972-4B9B-45AF-9279-0FB15F71F230}"/>
              </a:ext>
            </a:extLst>
          </p:cNvPr>
          <p:cNvGraphicFramePr>
            <a:graphicFrameLocks noGrp="1"/>
          </p:cNvGraphicFramePr>
          <p:nvPr>
            <p:extLst>
              <p:ext uri="{D42A27DB-BD31-4B8C-83A1-F6EECF244321}">
                <p14:modId xmlns:p14="http://schemas.microsoft.com/office/powerpoint/2010/main" val="2842812936"/>
              </p:ext>
            </p:extLst>
          </p:nvPr>
        </p:nvGraphicFramePr>
        <p:xfrm>
          <a:off x="7584037" y="1038875"/>
          <a:ext cx="4443299" cy="5314245"/>
        </p:xfrm>
        <a:graphic>
          <a:graphicData uri="http://schemas.openxmlformats.org/drawingml/2006/table">
            <a:tbl>
              <a:tblPr firstRow="1" firstCol="1" bandRow="1">
                <a:tableStyleId>{21E4AEA4-8DFA-4A89-87EB-49C32662AFE0}</a:tableStyleId>
              </a:tblPr>
              <a:tblGrid>
                <a:gridCol w="356805">
                  <a:extLst>
                    <a:ext uri="{9D8B030D-6E8A-4147-A177-3AD203B41FA5}">
                      <a16:colId xmlns:a16="http://schemas.microsoft.com/office/drawing/2014/main" val="2066490685"/>
                    </a:ext>
                  </a:extLst>
                </a:gridCol>
                <a:gridCol w="1925331">
                  <a:extLst>
                    <a:ext uri="{9D8B030D-6E8A-4147-A177-3AD203B41FA5}">
                      <a16:colId xmlns:a16="http://schemas.microsoft.com/office/drawing/2014/main" val="4164679977"/>
                    </a:ext>
                  </a:extLst>
                </a:gridCol>
                <a:gridCol w="2161163">
                  <a:extLst>
                    <a:ext uri="{9D8B030D-6E8A-4147-A177-3AD203B41FA5}">
                      <a16:colId xmlns:a16="http://schemas.microsoft.com/office/drawing/2014/main" val="3931724480"/>
                    </a:ext>
                  </a:extLst>
                </a:gridCol>
              </a:tblGrid>
              <a:tr h="389293">
                <a:tc>
                  <a:txBody>
                    <a:bodyPr/>
                    <a:lstStyle/>
                    <a:p>
                      <a:pPr marL="0" marR="0" algn="ctr">
                        <a:lnSpc>
                          <a:spcPct val="107000"/>
                        </a:lnSpc>
                        <a:spcBef>
                          <a:spcPts val="0"/>
                        </a:spcBef>
                        <a:spcAft>
                          <a:spcPts val="200"/>
                        </a:spcAft>
                      </a:pPr>
                      <a:r>
                        <a:rPr lang="en-IN" sz="1100" dirty="0">
                          <a:effectLst/>
                        </a:rPr>
                        <a:t>#</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ctr">
                        <a:lnSpc>
                          <a:spcPct val="107000"/>
                        </a:lnSpc>
                        <a:spcBef>
                          <a:spcPts val="0"/>
                        </a:spcBef>
                        <a:spcAft>
                          <a:spcPts val="200"/>
                        </a:spcAft>
                      </a:pPr>
                      <a:r>
                        <a:rPr lang="en-IN" sz="1100" dirty="0">
                          <a:effectLst/>
                        </a:rPr>
                        <a:t>Standards / Aspect to be considered</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ctr">
                        <a:lnSpc>
                          <a:spcPct val="107000"/>
                        </a:lnSpc>
                        <a:spcBef>
                          <a:spcPts val="0"/>
                        </a:spcBef>
                        <a:spcAft>
                          <a:spcPts val="200"/>
                        </a:spcAft>
                      </a:pPr>
                      <a:r>
                        <a:rPr lang="en-IN" sz="1100" dirty="0">
                          <a:effectLst/>
                        </a:rPr>
                        <a:t>Detail</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3139033029"/>
                  </a:ext>
                </a:extLst>
              </a:tr>
              <a:tr h="789275">
                <a:tc>
                  <a:txBody>
                    <a:bodyPr/>
                    <a:lstStyle/>
                    <a:p>
                      <a:pPr marL="0" marR="0" algn="ctr">
                        <a:lnSpc>
                          <a:spcPct val="107000"/>
                        </a:lnSpc>
                        <a:spcBef>
                          <a:spcPts val="0"/>
                        </a:spcBef>
                        <a:spcAft>
                          <a:spcPts val="200"/>
                        </a:spcAft>
                      </a:pPr>
                      <a:r>
                        <a:rPr lang="en-IN" sz="1100" dirty="0">
                          <a:solidFill>
                            <a:schemeClr val="bg1"/>
                          </a:solidFill>
                          <a:effectLst/>
                        </a:rPr>
                        <a:t>1</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Functional Requirements of Advanced Metering Infrastructure (AMI) In India</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Minimum functionalities with performance for AMI system proposed to be developed</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1588264392"/>
                  </a:ext>
                </a:extLst>
              </a:tr>
              <a:tr h="789275">
                <a:tc>
                  <a:txBody>
                    <a:bodyPr/>
                    <a:lstStyle/>
                    <a:p>
                      <a:pPr marL="0" marR="0" algn="ctr">
                        <a:lnSpc>
                          <a:spcPct val="107000"/>
                        </a:lnSpc>
                        <a:spcBef>
                          <a:spcPts val="0"/>
                        </a:spcBef>
                        <a:spcAft>
                          <a:spcPts val="200"/>
                        </a:spcAft>
                      </a:pPr>
                      <a:r>
                        <a:rPr lang="en-IN" sz="1100" dirty="0">
                          <a:solidFill>
                            <a:schemeClr val="bg1"/>
                          </a:solidFill>
                          <a:effectLst/>
                        </a:rPr>
                        <a:t>2</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Technical Specifications of Single &amp; three phase whole current Smart Meter</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Single phase and three phase smart meter specification based on relevant Indian standards.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1409741811"/>
                  </a:ext>
                </a:extLst>
              </a:tr>
              <a:tr h="789275">
                <a:tc>
                  <a:txBody>
                    <a:bodyPr/>
                    <a:lstStyle/>
                    <a:p>
                      <a:pPr marL="0" marR="0" algn="ctr">
                        <a:lnSpc>
                          <a:spcPct val="107000"/>
                        </a:lnSpc>
                        <a:spcBef>
                          <a:spcPts val="0"/>
                        </a:spcBef>
                        <a:spcAft>
                          <a:spcPts val="200"/>
                        </a:spcAft>
                      </a:pPr>
                      <a:r>
                        <a:rPr lang="en-IN" sz="1100" dirty="0">
                          <a:solidFill>
                            <a:schemeClr val="bg1"/>
                          </a:solidFill>
                          <a:effectLst/>
                        </a:rPr>
                        <a:t>3</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Guidelines for communication system of smart meters PLC, RF, cellular network (3G/4G)</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Feasibility and benefits of each technology in Indian standards for Smart metering</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1735213146"/>
                  </a:ext>
                </a:extLst>
              </a:tr>
              <a:tr h="589284">
                <a:tc>
                  <a:txBody>
                    <a:bodyPr/>
                    <a:lstStyle/>
                    <a:p>
                      <a:pPr marL="0" marR="0" algn="ctr">
                        <a:lnSpc>
                          <a:spcPct val="107000"/>
                        </a:lnSpc>
                        <a:spcBef>
                          <a:spcPts val="0"/>
                        </a:spcBef>
                        <a:spcAft>
                          <a:spcPts val="200"/>
                        </a:spcAft>
                      </a:pPr>
                      <a:r>
                        <a:rPr lang="en-IN" sz="1100" dirty="0">
                          <a:solidFill>
                            <a:schemeClr val="bg1"/>
                          </a:solidFill>
                          <a:effectLst/>
                        </a:rPr>
                        <a:t>4</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IS 16444:2015 (Part 1)</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Standard for Static watt-hour direct connected smart meters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1937724787"/>
                  </a:ext>
                </a:extLst>
              </a:tr>
              <a:tr h="589284">
                <a:tc>
                  <a:txBody>
                    <a:bodyPr/>
                    <a:lstStyle/>
                    <a:p>
                      <a:pPr marL="0" marR="0" algn="ctr">
                        <a:lnSpc>
                          <a:spcPct val="107000"/>
                        </a:lnSpc>
                        <a:spcBef>
                          <a:spcPts val="0"/>
                        </a:spcBef>
                        <a:spcAft>
                          <a:spcPts val="200"/>
                        </a:spcAft>
                      </a:pPr>
                      <a:r>
                        <a:rPr lang="en-IN" sz="1100" dirty="0">
                          <a:solidFill>
                            <a:schemeClr val="bg1"/>
                          </a:solidFill>
                          <a:effectLst/>
                        </a:rPr>
                        <a:t>5</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IS 16444:2017 (Part 2)</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Standard for Transformer operated static watt-hour smart meters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645328816"/>
                  </a:ext>
                </a:extLst>
              </a:tr>
              <a:tr h="589284">
                <a:tc>
                  <a:txBody>
                    <a:bodyPr/>
                    <a:lstStyle/>
                    <a:p>
                      <a:pPr marL="0" marR="0" algn="ctr">
                        <a:lnSpc>
                          <a:spcPct val="107000"/>
                        </a:lnSpc>
                        <a:spcBef>
                          <a:spcPts val="0"/>
                        </a:spcBef>
                        <a:spcAft>
                          <a:spcPts val="200"/>
                        </a:spcAft>
                      </a:pPr>
                      <a:r>
                        <a:rPr lang="en-IN" sz="1100" dirty="0">
                          <a:solidFill>
                            <a:schemeClr val="bg1"/>
                          </a:solidFill>
                          <a:effectLst/>
                        </a:rPr>
                        <a:t>6</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IS 15959:2016 (Part 2)</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Standard for Data Exchange for electricity smart meters</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2951385777"/>
                  </a:ext>
                </a:extLst>
              </a:tr>
              <a:tr h="789275">
                <a:tc>
                  <a:txBody>
                    <a:bodyPr/>
                    <a:lstStyle/>
                    <a:p>
                      <a:pPr marL="0" marR="0" algn="ctr">
                        <a:lnSpc>
                          <a:spcPct val="107000"/>
                        </a:lnSpc>
                        <a:spcBef>
                          <a:spcPts val="0"/>
                        </a:spcBef>
                        <a:spcAft>
                          <a:spcPts val="200"/>
                        </a:spcAft>
                      </a:pPr>
                      <a:r>
                        <a:rPr lang="en-IN" sz="1100" dirty="0">
                          <a:solidFill>
                            <a:schemeClr val="bg1"/>
                          </a:solidFill>
                          <a:effectLst/>
                        </a:rPr>
                        <a:t>7</a:t>
                      </a:r>
                      <a:endParaRPr lang="en-US" sz="15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IS 15959:2017 (Part 3)</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tc>
                  <a:txBody>
                    <a:bodyPr/>
                    <a:lstStyle/>
                    <a:p>
                      <a:pPr marL="0" marR="0" algn="just">
                        <a:lnSpc>
                          <a:spcPct val="107000"/>
                        </a:lnSpc>
                        <a:spcBef>
                          <a:spcPts val="0"/>
                        </a:spcBef>
                        <a:spcAft>
                          <a:spcPts val="200"/>
                        </a:spcAft>
                      </a:pPr>
                      <a:r>
                        <a:rPr lang="en-IN" sz="1100" dirty="0">
                          <a:effectLst/>
                        </a:rPr>
                        <a:t>Standard for Data Exchange for electricity smart meters (Transformer Operated)</a:t>
                      </a:r>
                      <a:endParaRPr lang="en-US" sz="1500" dirty="0">
                        <a:effectLst/>
                        <a:latin typeface="Calibri" panose="020F0502020204030204" pitchFamily="34" charset="0"/>
                        <a:ea typeface="Calibri" panose="020F0502020204030204" pitchFamily="34" charset="0"/>
                        <a:cs typeface="Mangal" panose="02040503050203030202" pitchFamily="18" charset="0"/>
                      </a:endParaRPr>
                    </a:p>
                  </a:txBody>
                  <a:tcPr marL="74666" marR="74666" marT="0" marB="0" anchor="ctr"/>
                </a:tc>
                <a:extLst>
                  <a:ext uri="{0D108BD9-81ED-4DB2-BD59-A6C34878D82A}">
                    <a16:rowId xmlns:a16="http://schemas.microsoft.com/office/drawing/2014/main" val="2860162643"/>
                  </a:ext>
                </a:extLst>
              </a:tr>
            </a:tbl>
          </a:graphicData>
        </a:graphic>
      </p:graphicFrame>
      <p:cxnSp>
        <p:nvCxnSpPr>
          <p:cNvPr id="12" name="Straight Connector 11">
            <a:extLst>
              <a:ext uri="{FF2B5EF4-FFF2-40B4-BE49-F238E27FC236}">
                <a16:creationId xmlns:a16="http://schemas.microsoft.com/office/drawing/2014/main" id="{94822BA3-4A09-4B05-99B4-4A50A8654BE4}"/>
              </a:ext>
            </a:extLst>
          </p:cNvPr>
          <p:cNvCxnSpPr>
            <a:cxnSpLocks/>
          </p:cNvCxnSpPr>
          <p:nvPr/>
        </p:nvCxnSpPr>
        <p:spPr>
          <a:xfrm flipV="1">
            <a:off x="1953288" y="852939"/>
            <a:ext cx="3702791" cy="216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B8141C8-E7A9-47F3-843B-CBA039A2E926}"/>
              </a:ext>
            </a:extLst>
          </p:cNvPr>
          <p:cNvSpPr txBox="1"/>
          <p:nvPr/>
        </p:nvSpPr>
        <p:spPr bwMode="gray">
          <a:xfrm>
            <a:off x="2551779" y="802269"/>
            <a:ext cx="2604305" cy="197483"/>
          </a:xfrm>
          <a:prstGeom prst="rect">
            <a:avLst/>
          </a:prstGeom>
          <a:solidFill>
            <a:schemeClr val="bg1"/>
          </a:solidFill>
        </p:spPr>
        <p:txBody>
          <a:bodyPr wrap="square" lIns="0" rIns="0" rtlCol="0" anchor="b" anchorCtr="0">
            <a:noAutofit/>
          </a:bodyPr>
          <a:lstStyle/>
          <a:p>
            <a:pPr algn="ctr"/>
            <a:r>
              <a:rPr lang="en-US" sz="1200" b="1" dirty="0">
                <a:solidFill>
                  <a:schemeClr val="tx1"/>
                </a:solidFill>
                <a:latin typeface="+mj-lt"/>
              </a:rPr>
              <a:t>Key Technical Considerations</a:t>
            </a:r>
          </a:p>
        </p:txBody>
      </p:sp>
      <p:cxnSp>
        <p:nvCxnSpPr>
          <p:cNvPr id="9" name="Straight Connector 8">
            <a:extLst>
              <a:ext uri="{FF2B5EF4-FFF2-40B4-BE49-F238E27FC236}">
                <a16:creationId xmlns:a16="http://schemas.microsoft.com/office/drawing/2014/main" id="{5F1E4F9F-467E-4D3B-AE57-0AE4EA87CCF8}"/>
              </a:ext>
            </a:extLst>
          </p:cNvPr>
          <p:cNvCxnSpPr>
            <a:cxnSpLocks/>
          </p:cNvCxnSpPr>
          <p:nvPr/>
        </p:nvCxnSpPr>
        <p:spPr>
          <a:xfrm flipV="1">
            <a:off x="7848535" y="866301"/>
            <a:ext cx="4024036" cy="823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38103FA-F666-4B95-A567-DCEA843D2FC5}"/>
              </a:ext>
            </a:extLst>
          </p:cNvPr>
          <p:cNvSpPr txBox="1"/>
          <p:nvPr/>
        </p:nvSpPr>
        <p:spPr bwMode="gray">
          <a:xfrm>
            <a:off x="8249559" y="806245"/>
            <a:ext cx="3221988" cy="244178"/>
          </a:xfrm>
          <a:prstGeom prst="rect">
            <a:avLst/>
          </a:prstGeom>
          <a:solidFill>
            <a:schemeClr val="bg1"/>
          </a:solidFill>
        </p:spPr>
        <p:txBody>
          <a:bodyPr wrap="square" lIns="0" rIns="0" rtlCol="0" anchor="b" anchorCtr="0">
            <a:noAutofit/>
          </a:bodyPr>
          <a:lstStyle/>
          <a:p>
            <a:pPr algn="ctr"/>
            <a:r>
              <a:rPr lang="en-US" sz="1200" b="1" dirty="0">
                <a:solidFill>
                  <a:schemeClr val="tx1"/>
                </a:solidFill>
                <a:latin typeface="+mj-lt"/>
              </a:rPr>
              <a:t>Minimum requirements/guidelines for adherence</a:t>
            </a:r>
          </a:p>
        </p:txBody>
      </p:sp>
      <p:cxnSp>
        <p:nvCxnSpPr>
          <p:cNvPr id="11" name="Straight Connector 10">
            <a:extLst>
              <a:ext uri="{FF2B5EF4-FFF2-40B4-BE49-F238E27FC236}">
                <a16:creationId xmlns:a16="http://schemas.microsoft.com/office/drawing/2014/main" id="{10904972-F003-42E5-B222-051313C7BA50}"/>
              </a:ext>
            </a:extLst>
          </p:cNvPr>
          <p:cNvCxnSpPr>
            <a:cxnSpLocks/>
          </p:cNvCxnSpPr>
          <p:nvPr/>
        </p:nvCxnSpPr>
        <p:spPr>
          <a:xfrm flipV="1">
            <a:off x="1908034" y="3599613"/>
            <a:ext cx="3702791" cy="216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506AA5A-D67D-478D-B0F6-726602F5326A}"/>
              </a:ext>
            </a:extLst>
          </p:cNvPr>
          <p:cNvSpPr txBox="1"/>
          <p:nvPr/>
        </p:nvSpPr>
        <p:spPr bwMode="gray">
          <a:xfrm>
            <a:off x="2506525" y="3548943"/>
            <a:ext cx="2604305" cy="197483"/>
          </a:xfrm>
          <a:prstGeom prst="rect">
            <a:avLst/>
          </a:prstGeom>
          <a:solidFill>
            <a:schemeClr val="bg1"/>
          </a:solidFill>
        </p:spPr>
        <p:txBody>
          <a:bodyPr wrap="square" lIns="0" rIns="0" rtlCol="0" anchor="b" anchorCtr="0">
            <a:noAutofit/>
          </a:bodyPr>
          <a:lstStyle/>
          <a:p>
            <a:pPr algn="ctr"/>
            <a:r>
              <a:rPr lang="en-US" sz="1200" b="1" dirty="0">
                <a:latin typeface="+mj-lt"/>
              </a:rPr>
              <a:t>Other </a:t>
            </a:r>
            <a:r>
              <a:rPr lang="en-US" sz="1200" b="1" dirty="0">
                <a:solidFill>
                  <a:schemeClr val="tx1"/>
                </a:solidFill>
                <a:latin typeface="+mj-lt"/>
              </a:rPr>
              <a:t>Key Considerations</a:t>
            </a:r>
          </a:p>
        </p:txBody>
      </p:sp>
      <p:sp>
        <p:nvSpPr>
          <p:cNvPr id="16" name="TextBox 15">
            <a:extLst>
              <a:ext uri="{FF2B5EF4-FFF2-40B4-BE49-F238E27FC236}">
                <a16:creationId xmlns:a16="http://schemas.microsoft.com/office/drawing/2014/main" id="{086DC9E2-3D45-4685-826B-BD5DBDAAFF57}"/>
              </a:ext>
            </a:extLst>
          </p:cNvPr>
          <p:cNvSpPr txBox="1"/>
          <p:nvPr/>
        </p:nvSpPr>
        <p:spPr bwMode="gray">
          <a:xfrm>
            <a:off x="285750" y="3766879"/>
            <a:ext cx="7157817" cy="600164"/>
          </a:xfrm>
          <a:prstGeom prst="rect">
            <a:avLst/>
          </a:prstGeom>
          <a:ln w="6350"/>
        </p:spPr>
        <p:style>
          <a:lnRef idx="2">
            <a:schemeClr val="accent1"/>
          </a:lnRef>
          <a:fillRef idx="1">
            <a:schemeClr val="lt1"/>
          </a:fillRef>
          <a:effectRef idx="0">
            <a:schemeClr val="accent1"/>
          </a:effectRef>
          <a:fontRef idx="minor">
            <a:schemeClr val="dk1"/>
          </a:fontRef>
        </p:style>
        <p:txBody>
          <a:bodyPr wrap="square">
            <a:spAutoFit/>
          </a:bodyPr>
          <a:lstStyle/>
          <a:p>
            <a:pPr lvl="0" algn="just"/>
            <a:r>
              <a:rPr lang="en-US" sz="1100" b="1" i="0" dirty="0">
                <a:solidFill>
                  <a:schemeClr val="accent2">
                    <a:lumMod val="50000"/>
                  </a:schemeClr>
                </a:solidFill>
              </a:rPr>
              <a:t>Proper Sealing w.r.t Terminal block of meter: </a:t>
            </a:r>
            <a:r>
              <a:rPr lang="en-US" sz="1100" dirty="0">
                <a:solidFill>
                  <a:schemeClr val="accent2">
                    <a:lumMod val="50000"/>
                  </a:schemeClr>
                </a:solidFill>
              </a:rPr>
              <a:t>This needs to be done to avoid sparking/formation of carbon/exposure to moisture possibly resulting in short circuits.  This is further necessary at the outset, since periodic visits for meter reading won’t take place</a:t>
            </a:r>
          </a:p>
        </p:txBody>
      </p:sp>
      <p:sp>
        <p:nvSpPr>
          <p:cNvPr id="17" name="TextBox 16">
            <a:extLst>
              <a:ext uri="{FF2B5EF4-FFF2-40B4-BE49-F238E27FC236}">
                <a16:creationId xmlns:a16="http://schemas.microsoft.com/office/drawing/2014/main" id="{2ECCE92C-3DAE-4C86-9897-34936F328AE4}"/>
              </a:ext>
            </a:extLst>
          </p:cNvPr>
          <p:cNvSpPr txBox="1"/>
          <p:nvPr/>
        </p:nvSpPr>
        <p:spPr bwMode="gray">
          <a:xfrm>
            <a:off x="285750" y="4434092"/>
            <a:ext cx="7157817" cy="769441"/>
          </a:xfrm>
          <a:prstGeom prst="rect">
            <a:avLst/>
          </a:prstGeom>
          <a:ln w="6350"/>
        </p:spPr>
        <p:style>
          <a:lnRef idx="2">
            <a:schemeClr val="accent1"/>
          </a:lnRef>
          <a:fillRef idx="1">
            <a:schemeClr val="lt1"/>
          </a:fillRef>
          <a:effectRef idx="0">
            <a:schemeClr val="accent1"/>
          </a:effectRef>
          <a:fontRef idx="minor">
            <a:schemeClr val="dk1"/>
          </a:fontRef>
        </p:style>
        <p:txBody>
          <a:bodyPr wrap="square">
            <a:spAutoFit/>
          </a:bodyPr>
          <a:lstStyle/>
          <a:p>
            <a:pPr lvl="0" algn="just"/>
            <a:r>
              <a:rPr lang="en-US" sz="1100" b="1" i="0" dirty="0">
                <a:solidFill>
                  <a:schemeClr val="accent2">
                    <a:lumMod val="50000"/>
                  </a:schemeClr>
                </a:solidFill>
              </a:rPr>
              <a:t>Smart Push Notification system to restrict possible Energy Theft:  </a:t>
            </a:r>
            <a:r>
              <a:rPr lang="en-US" sz="1100" dirty="0">
                <a:solidFill>
                  <a:schemeClr val="accent2">
                    <a:lumMod val="50000"/>
                  </a:schemeClr>
                </a:solidFill>
              </a:rPr>
              <a:t>Automatic notification to utility if supply is not restored by consumers (through bill payment) within 3 days of disconnection. This is based on the logic that probability of power theft would be highest among consumers who don’t reconnect their connection post disconnection due to non-payment of bill</a:t>
            </a:r>
          </a:p>
        </p:txBody>
      </p:sp>
      <p:sp>
        <p:nvSpPr>
          <p:cNvPr id="18" name="TextBox 17">
            <a:extLst>
              <a:ext uri="{FF2B5EF4-FFF2-40B4-BE49-F238E27FC236}">
                <a16:creationId xmlns:a16="http://schemas.microsoft.com/office/drawing/2014/main" id="{1985AF35-FE35-46A5-A9C2-95E05E622B32}"/>
              </a:ext>
            </a:extLst>
          </p:cNvPr>
          <p:cNvSpPr txBox="1"/>
          <p:nvPr/>
        </p:nvSpPr>
        <p:spPr bwMode="gray">
          <a:xfrm>
            <a:off x="285749" y="5270582"/>
            <a:ext cx="7157817" cy="600164"/>
          </a:xfrm>
          <a:prstGeom prst="rect">
            <a:avLst/>
          </a:prstGeom>
          <a:ln w="6350"/>
        </p:spPr>
        <p:style>
          <a:lnRef idx="2">
            <a:schemeClr val="accent1"/>
          </a:lnRef>
          <a:fillRef idx="1">
            <a:schemeClr val="lt1"/>
          </a:fillRef>
          <a:effectRef idx="0">
            <a:schemeClr val="accent1"/>
          </a:effectRef>
          <a:fontRef idx="minor">
            <a:schemeClr val="dk1"/>
          </a:fontRef>
        </p:style>
        <p:txBody>
          <a:bodyPr wrap="square">
            <a:spAutoFit/>
          </a:bodyPr>
          <a:lstStyle/>
          <a:p>
            <a:pPr lvl="0" algn="just"/>
            <a:r>
              <a:rPr lang="en-US" sz="1100" b="1" i="0" dirty="0">
                <a:solidFill>
                  <a:schemeClr val="accent2">
                    <a:lumMod val="50000"/>
                  </a:schemeClr>
                </a:solidFill>
              </a:rPr>
              <a:t>Consumer Awareness:</a:t>
            </a:r>
            <a:r>
              <a:rPr lang="en-US" sz="1100" b="1" dirty="0">
                <a:solidFill>
                  <a:schemeClr val="accent2">
                    <a:lumMod val="50000"/>
                  </a:schemeClr>
                </a:solidFill>
              </a:rPr>
              <a:t> </a:t>
            </a:r>
            <a:r>
              <a:rPr lang="en-US" sz="1100" dirty="0">
                <a:solidFill>
                  <a:schemeClr val="accent2">
                    <a:lumMod val="50000"/>
                  </a:schemeClr>
                </a:solidFill>
              </a:rPr>
              <a:t>Making consumers aware on how to make payments directly through the portal. Further, post disconnection (if any), important to raise consumer awareness regarding immediate resumption of services post successful payment</a:t>
            </a:r>
          </a:p>
        </p:txBody>
      </p:sp>
      <p:sp>
        <p:nvSpPr>
          <p:cNvPr id="19" name="TextBox 18">
            <a:extLst>
              <a:ext uri="{FF2B5EF4-FFF2-40B4-BE49-F238E27FC236}">
                <a16:creationId xmlns:a16="http://schemas.microsoft.com/office/drawing/2014/main" id="{096CAF3B-27F5-4676-A5EE-8618AEA598A5}"/>
              </a:ext>
            </a:extLst>
          </p:cNvPr>
          <p:cNvSpPr txBox="1"/>
          <p:nvPr/>
        </p:nvSpPr>
        <p:spPr bwMode="gray">
          <a:xfrm>
            <a:off x="280411" y="5937795"/>
            <a:ext cx="7157817" cy="430887"/>
          </a:xfrm>
          <a:prstGeom prst="rect">
            <a:avLst/>
          </a:prstGeom>
          <a:ln w="6350"/>
        </p:spPr>
        <p:style>
          <a:lnRef idx="2">
            <a:schemeClr val="accent1"/>
          </a:lnRef>
          <a:fillRef idx="1">
            <a:schemeClr val="lt1"/>
          </a:fillRef>
          <a:effectRef idx="0">
            <a:schemeClr val="accent1"/>
          </a:effectRef>
          <a:fontRef idx="minor">
            <a:schemeClr val="dk1"/>
          </a:fontRef>
        </p:style>
        <p:txBody>
          <a:bodyPr wrap="square">
            <a:spAutoFit/>
          </a:bodyPr>
          <a:lstStyle/>
          <a:p>
            <a:pPr lvl="0" algn="just"/>
            <a:r>
              <a:rPr lang="en-US" sz="1100" b="1" i="0" dirty="0">
                <a:solidFill>
                  <a:schemeClr val="accent2">
                    <a:lumMod val="50000"/>
                  </a:schemeClr>
                </a:solidFill>
              </a:rPr>
              <a:t>Communication: </a:t>
            </a:r>
            <a:r>
              <a:rPr lang="en-US" sz="1100" i="0" dirty="0">
                <a:solidFill>
                  <a:schemeClr val="accent2">
                    <a:lumMod val="50000"/>
                  </a:schemeClr>
                </a:solidFill>
              </a:rPr>
              <a:t>Appropriate contingency for loss of communication due to failure of RF mesh or GPRS</a:t>
            </a:r>
            <a:endParaRPr lang="en-US" sz="1100" dirty="0">
              <a:solidFill>
                <a:schemeClr val="accent2">
                  <a:lumMod val="50000"/>
                </a:schemeClr>
              </a:solidFill>
            </a:endParaRPr>
          </a:p>
        </p:txBody>
      </p:sp>
      <p:sp>
        <p:nvSpPr>
          <p:cNvPr id="20" name="TextBox 19">
            <a:extLst>
              <a:ext uri="{FF2B5EF4-FFF2-40B4-BE49-F238E27FC236}">
                <a16:creationId xmlns:a16="http://schemas.microsoft.com/office/drawing/2014/main" id="{166C1982-85CE-42F9-A01C-8CE6FBAE48D1}"/>
              </a:ext>
            </a:extLst>
          </p:cNvPr>
          <p:cNvSpPr txBox="1"/>
          <p:nvPr/>
        </p:nvSpPr>
        <p:spPr bwMode="gray">
          <a:xfrm>
            <a:off x="7584037" y="6374721"/>
            <a:ext cx="6093618" cy="230832"/>
          </a:xfrm>
          <a:prstGeom prst="rect">
            <a:avLst/>
          </a:prstGeom>
          <a:noFill/>
        </p:spPr>
        <p:txBody>
          <a:bodyPr wrap="square">
            <a:spAutoFit/>
          </a:bodyPr>
          <a:lstStyle/>
          <a:p>
            <a:r>
              <a:rPr lang="en-US" sz="900" i="1" dirty="0"/>
              <a:t>*Network Interface Card – device to connect to network</a:t>
            </a:r>
          </a:p>
        </p:txBody>
      </p:sp>
    </p:spTree>
    <p:extLst>
      <p:ext uri="{BB962C8B-B14F-4D97-AF65-F5344CB8AC3E}">
        <p14:creationId xmlns:p14="http://schemas.microsoft.com/office/powerpoint/2010/main" val="159763896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F276B-62DE-4204-96B7-DF626CAFCBE8}"/>
              </a:ext>
            </a:extLst>
          </p:cNvPr>
          <p:cNvSpPr>
            <a:spLocks noGrp="1"/>
          </p:cNvSpPr>
          <p:nvPr>
            <p:ph type="title"/>
          </p:nvPr>
        </p:nvSpPr>
        <p:spPr>
          <a:xfrm>
            <a:off x="501652" y="317502"/>
            <a:ext cx="11188700" cy="698500"/>
          </a:xfrm>
        </p:spPr>
        <p:txBody>
          <a:bodyPr vert="horz" lIns="0" tIns="0" rIns="0" bIns="0" rtlCol="0" anchor="t" anchorCtr="0">
            <a:normAutofit/>
          </a:bodyPr>
          <a:lstStyle/>
          <a:p>
            <a:r>
              <a:rPr lang="en-US" b="1" kern="1200" dirty="0">
                <a:latin typeface="+mj-lt"/>
                <a:ea typeface="+mj-ea"/>
                <a:cs typeface="+mj-cs"/>
              </a:rPr>
              <a:t>Interoperability of the Smart Meter system </a:t>
            </a:r>
          </a:p>
        </p:txBody>
      </p:sp>
      <p:sp>
        <p:nvSpPr>
          <p:cNvPr id="4" name="TextBox 3">
            <a:extLst>
              <a:ext uri="{FF2B5EF4-FFF2-40B4-BE49-F238E27FC236}">
                <a16:creationId xmlns:a16="http://schemas.microsoft.com/office/drawing/2014/main" id="{FF9A8B35-B3B7-4DE9-AF1C-394413BC6F4D}"/>
              </a:ext>
            </a:extLst>
          </p:cNvPr>
          <p:cNvSpPr txBox="1"/>
          <p:nvPr/>
        </p:nvSpPr>
        <p:spPr>
          <a:xfrm>
            <a:off x="501649" y="1070769"/>
            <a:ext cx="3841176" cy="4107160"/>
          </a:xfrm>
          <a:prstGeom prst="rect">
            <a:avLst/>
          </a:prstGeom>
          <a:noFill/>
          <a:ln w="12700">
            <a:noFill/>
          </a:ln>
        </p:spPr>
        <p:txBody>
          <a:bodyPr vert="horz" lIns="91440" tIns="182880" rIns="91440" bIns="91440" rtlCol="0">
            <a:normAutofit/>
          </a:bodyPr>
          <a:lstStyle/>
          <a:p>
            <a:pPr marL="0" marR="0" fontAlgn="base">
              <a:lnSpc>
                <a:spcPct val="90000"/>
              </a:lnSpc>
              <a:spcAft>
                <a:spcPts val="1333"/>
              </a:spcAft>
              <a:buSzPct val="100000"/>
              <a:tabLst>
                <a:tab pos="5029320" algn="r"/>
              </a:tabLst>
            </a:pPr>
            <a:r>
              <a:rPr lang="en-US" sz="1400" dirty="0">
                <a:effectLst/>
              </a:rPr>
              <a:t>We will </a:t>
            </a:r>
            <a:r>
              <a:rPr lang="en-US" sz="1400" b="1" dirty="0">
                <a:effectLst/>
              </a:rPr>
              <a:t>consider the interoperability of the smart meters of different makes and models with IT system so that in future when APDCL shall scale up the AMI system the interoperability can be achieved.</a:t>
            </a:r>
            <a:endParaRPr lang="en-US" sz="1400" dirty="0">
              <a:effectLst/>
            </a:endParaRPr>
          </a:p>
          <a:p>
            <a:pPr marL="0" marR="0" fontAlgn="base">
              <a:lnSpc>
                <a:spcPct val="90000"/>
              </a:lnSpc>
              <a:spcAft>
                <a:spcPts val="1333"/>
              </a:spcAft>
              <a:buSzPct val="100000"/>
              <a:tabLst>
                <a:tab pos="5029320" algn="r"/>
              </a:tabLst>
            </a:pPr>
            <a:r>
              <a:rPr lang="en-US" sz="1400" dirty="0">
                <a:effectLst/>
              </a:rPr>
              <a:t>There are two ways to make the system interoperable i.e.</a:t>
            </a:r>
          </a:p>
          <a:p>
            <a:pPr marL="285750" marR="0" indent="-285750" fontAlgn="base">
              <a:lnSpc>
                <a:spcPct val="90000"/>
              </a:lnSpc>
              <a:spcAft>
                <a:spcPts val="1333"/>
              </a:spcAft>
              <a:buSzPct val="100000"/>
              <a:buFont typeface="Arial" panose="020B0604020202020204" pitchFamily="34" charset="0"/>
              <a:buChar char="•"/>
              <a:tabLst>
                <a:tab pos="5029320" algn="r"/>
              </a:tabLst>
            </a:pPr>
            <a:r>
              <a:rPr lang="en-US" sz="1400" dirty="0"/>
              <a:t>T</a:t>
            </a:r>
            <a:r>
              <a:rPr lang="en-US" sz="1400" dirty="0">
                <a:effectLst/>
              </a:rPr>
              <a:t>he data coming from meter end are in a common format or </a:t>
            </a:r>
          </a:p>
          <a:p>
            <a:pPr marL="285750" marR="0" indent="-285750" fontAlgn="base">
              <a:lnSpc>
                <a:spcPct val="90000"/>
              </a:lnSpc>
              <a:spcAft>
                <a:spcPts val="1333"/>
              </a:spcAft>
              <a:buSzPct val="100000"/>
              <a:buFont typeface="Arial" panose="020B0604020202020204" pitchFamily="34" charset="0"/>
              <a:buChar char="•"/>
              <a:tabLst>
                <a:tab pos="5029320" algn="r"/>
              </a:tabLst>
            </a:pPr>
            <a:r>
              <a:rPr lang="en-US" sz="1400" dirty="0"/>
              <a:t>T</a:t>
            </a:r>
            <a:r>
              <a:rPr lang="en-US" sz="1400" dirty="0">
                <a:effectLst/>
              </a:rPr>
              <a:t>o deploy a mechanism at server end so that the data from different meters can be stored in a common database system.  </a:t>
            </a:r>
          </a:p>
        </p:txBody>
      </p:sp>
      <p:grpSp>
        <p:nvGrpSpPr>
          <p:cNvPr id="36" name="Group 35">
            <a:extLst>
              <a:ext uri="{FF2B5EF4-FFF2-40B4-BE49-F238E27FC236}">
                <a16:creationId xmlns:a16="http://schemas.microsoft.com/office/drawing/2014/main" id="{AE05B20E-3528-4D2C-B1C2-7F9D7E4DC12F}"/>
              </a:ext>
            </a:extLst>
          </p:cNvPr>
          <p:cNvGrpSpPr/>
          <p:nvPr/>
        </p:nvGrpSpPr>
        <p:grpSpPr>
          <a:xfrm>
            <a:off x="501649" y="5899028"/>
            <a:ext cx="11341484" cy="617220"/>
            <a:chOff x="0" y="0"/>
            <a:chExt cx="5694044" cy="1067633"/>
          </a:xfrm>
        </p:grpSpPr>
        <p:sp>
          <p:nvSpPr>
            <p:cNvPr id="37" name="Freeform: Shape 36">
              <a:extLst>
                <a:ext uri="{FF2B5EF4-FFF2-40B4-BE49-F238E27FC236}">
                  <a16:creationId xmlns:a16="http://schemas.microsoft.com/office/drawing/2014/main" id="{1E5994BF-B5AB-4405-9125-70CFE76BE127}"/>
                </a:ext>
              </a:extLst>
            </p:cNvPr>
            <p:cNvSpPr/>
            <p:nvPr/>
          </p:nvSpPr>
          <p:spPr>
            <a:xfrm>
              <a:off x="0" y="0"/>
              <a:ext cx="1779389" cy="1067633"/>
            </a:xfrm>
            <a:custGeom>
              <a:avLst/>
              <a:gdLst>
                <a:gd name="connsiteX0" fmla="*/ 0 w 1779389"/>
                <a:gd name="connsiteY0" fmla="*/ 0 h 1067633"/>
                <a:gd name="connsiteX1" fmla="*/ 1779389 w 1779389"/>
                <a:gd name="connsiteY1" fmla="*/ 0 h 1067633"/>
                <a:gd name="connsiteX2" fmla="*/ 1779389 w 1779389"/>
                <a:gd name="connsiteY2" fmla="*/ 1067633 h 1067633"/>
                <a:gd name="connsiteX3" fmla="*/ 0 w 1779389"/>
                <a:gd name="connsiteY3" fmla="*/ 1067633 h 1067633"/>
                <a:gd name="connsiteX4" fmla="*/ 0 w 1779389"/>
                <a:gd name="connsiteY4" fmla="*/ 0 h 1067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389" h="1067633">
                  <a:moveTo>
                    <a:pt x="0" y="0"/>
                  </a:moveTo>
                  <a:lnTo>
                    <a:pt x="1779389" y="0"/>
                  </a:lnTo>
                  <a:lnTo>
                    <a:pt x="1779389" y="1067633"/>
                  </a:lnTo>
                  <a:lnTo>
                    <a:pt x="0" y="1067633"/>
                  </a:lnTo>
                  <a:lnTo>
                    <a:pt x="0" y="0"/>
                  </a:lnTo>
                  <a:close/>
                </a:path>
              </a:pathLst>
            </a:custGeom>
            <a:ln>
              <a:solidFill>
                <a:schemeClr val="lt1">
                  <a:hueOff val="0"/>
                  <a:satOff val="0"/>
                  <a:lumOff val="0"/>
                </a:schemeClr>
              </a:solid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marR="0" algn="ctr">
                <a:lnSpc>
                  <a:spcPct val="90000"/>
                </a:lnSpc>
                <a:spcBef>
                  <a:spcPts val="0"/>
                </a:spcBef>
                <a:spcAft>
                  <a:spcPts val="670"/>
                </a:spcAft>
              </a:pPr>
              <a:r>
                <a:rPr lang="en-IN" sz="1100" b="1" kern="1200" dirty="0">
                  <a:solidFill>
                    <a:srgbClr val="FFFFFF"/>
                  </a:solidFill>
                  <a:effectLst/>
                  <a:ea typeface="Calibri" panose="020F0502020204030204" pitchFamily="34" charset="0"/>
                  <a:cs typeface="Mangal" panose="02040503050203030202" pitchFamily="18" charset="0"/>
                </a:rPr>
                <a:t>Indian Standards (BIS and any other agency defining standards)</a:t>
              </a:r>
              <a:endParaRPr lang="en-US" sz="1100" dirty="0">
                <a:effectLst/>
                <a:ea typeface="Calibri" panose="020F0502020204030204" pitchFamily="34" charset="0"/>
                <a:cs typeface="Mangal" panose="02040503050203030202" pitchFamily="18" charset="0"/>
              </a:endParaRPr>
            </a:p>
          </p:txBody>
        </p:sp>
        <p:sp>
          <p:nvSpPr>
            <p:cNvPr id="38" name="Freeform: Shape 37">
              <a:extLst>
                <a:ext uri="{FF2B5EF4-FFF2-40B4-BE49-F238E27FC236}">
                  <a16:creationId xmlns:a16="http://schemas.microsoft.com/office/drawing/2014/main" id="{02793093-258D-4A43-B466-0A4FA1749C40}"/>
                </a:ext>
              </a:extLst>
            </p:cNvPr>
            <p:cNvSpPr/>
            <p:nvPr/>
          </p:nvSpPr>
          <p:spPr>
            <a:xfrm>
              <a:off x="1957328" y="0"/>
              <a:ext cx="1779389" cy="1067633"/>
            </a:xfrm>
            <a:custGeom>
              <a:avLst/>
              <a:gdLst>
                <a:gd name="connsiteX0" fmla="*/ 0 w 1779389"/>
                <a:gd name="connsiteY0" fmla="*/ 0 h 1067633"/>
                <a:gd name="connsiteX1" fmla="*/ 1779389 w 1779389"/>
                <a:gd name="connsiteY1" fmla="*/ 0 h 1067633"/>
                <a:gd name="connsiteX2" fmla="*/ 1779389 w 1779389"/>
                <a:gd name="connsiteY2" fmla="*/ 1067633 h 1067633"/>
                <a:gd name="connsiteX3" fmla="*/ 0 w 1779389"/>
                <a:gd name="connsiteY3" fmla="*/ 1067633 h 1067633"/>
                <a:gd name="connsiteX4" fmla="*/ 0 w 1779389"/>
                <a:gd name="connsiteY4" fmla="*/ 0 h 1067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389" h="1067633">
                  <a:moveTo>
                    <a:pt x="0" y="0"/>
                  </a:moveTo>
                  <a:lnTo>
                    <a:pt x="1779389" y="0"/>
                  </a:lnTo>
                  <a:lnTo>
                    <a:pt x="1779389" y="1067633"/>
                  </a:lnTo>
                  <a:lnTo>
                    <a:pt x="0" y="1067633"/>
                  </a:lnTo>
                  <a:lnTo>
                    <a:pt x="0" y="0"/>
                  </a:lnTo>
                  <a:close/>
                </a:path>
              </a:pathLst>
            </a:custGeom>
            <a:ln>
              <a:solidFill>
                <a:schemeClr val="lt1">
                  <a:hueOff val="0"/>
                  <a:satOff val="0"/>
                  <a:lumOff val="0"/>
                </a:schemeClr>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marR="0" algn="ctr">
                <a:lnSpc>
                  <a:spcPct val="90000"/>
                </a:lnSpc>
                <a:spcBef>
                  <a:spcPts val="0"/>
                </a:spcBef>
                <a:spcAft>
                  <a:spcPts val="670"/>
                </a:spcAft>
              </a:pPr>
              <a:r>
                <a:rPr lang="en-IN" sz="1100" b="1" kern="1200" dirty="0">
                  <a:solidFill>
                    <a:srgbClr val="FFFFFF"/>
                  </a:solidFill>
                  <a:effectLst/>
                  <a:ea typeface="Calibri" panose="020F0502020204030204" pitchFamily="34" charset="0"/>
                  <a:cs typeface="Mangal" panose="02040503050203030202" pitchFamily="18" charset="0"/>
                </a:rPr>
                <a:t>CEA functional Guidelines</a:t>
              </a:r>
              <a:endParaRPr lang="en-US" sz="1100" dirty="0">
                <a:effectLst/>
                <a:ea typeface="Calibri" panose="020F0502020204030204" pitchFamily="34" charset="0"/>
                <a:cs typeface="Mangal" panose="02040503050203030202" pitchFamily="18" charset="0"/>
              </a:endParaRPr>
            </a:p>
          </p:txBody>
        </p:sp>
        <p:sp>
          <p:nvSpPr>
            <p:cNvPr id="39" name="Freeform: Shape 38">
              <a:extLst>
                <a:ext uri="{FF2B5EF4-FFF2-40B4-BE49-F238E27FC236}">
                  <a16:creationId xmlns:a16="http://schemas.microsoft.com/office/drawing/2014/main" id="{C5DDA12C-B796-4F40-B99F-528917428298}"/>
                </a:ext>
              </a:extLst>
            </p:cNvPr>
            <p:cNvSpPr/>
            <p:nvPr/>
          </p:nvSpPr>
          <p:spPr>
            <a:xfrm>
              <a:off x="3914655" y="0"/>
              <a:ext cx="1779389" cy="1067633"/>
            </a:xfrm>
            <a:custGeom>
              <a:avLst/>
              <a:gdLst>
                <a:gd name="connsiteX0" fmla="*/ 0 w 1779389"/>
                <a:gd name="connsiteY0" fmla="*/ 0 h 1067633"/>
                <a:gd name="connsiteX1" fmla="*/ 1779389 w 1779389"/>
                <a:gd name="connsiteY1" fmla="*/ 0 h 1067633"/>
                <a:gd name="connsiteX2" fmla="*/ 1779389 w 1779389"/>
                <a:gd name="connsiteY2" fmla="*/ 1067633 h 1067633"/>
                <a:gd name="connsiteX3" fmla="*/ 0 w 1779389"/>
                <a:gd name="connsiteY3" fmla="*/ 1067633 h 1067633"/>
                <a:gd name="connsiteX4" fmla="*/ 0 w 1779389"/>
                <a:gd name="connsiteY4" fmla="*/ 0 h 1067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389" h="1067633">
                  <a:moveTo>
                    <a:pt x="0" y="0"/>
                  </a:moveTo>
                  <a:lnTo>
                    <a:pt x="1779389" y="0"/>
                  </a:lnTo>
                  <a:lnTo>
                    <a:pt x="1779389" y="1067633"/>
                  </a:lnTo>
                  <a:lnTo>
                    <a:pt x="0" y="1067633"/>
                  </a:lnTo>
                  <a:lnTo>
                    <a:pt x="0" y="0"/>
                  </a:lnTo>
                  <a:close/>
                </a:path>
              </a:pathLst>
            </a:custGeom>
            <a:ln>
              <a:solidFill>
                <a:schemeClr val="lt1">
                  <a:hueOff val="0"/>
                  <a:satOff val="0"/>
                  <a:lumOff val="0"/>
                </a:schemeClr>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60960" tIns="60960" rIns="60960" bIns="60960" numCol="1" spcCol="1270" anchor="ctr" anchorCtr="0">
              <a:noAutofit/>
            </a:bodyPr>
            <a:lstStyle/>
            <a:p>
              <a:pPr marL="0" marR="0" algn="ctr">
                <a:lnSpc>
                  <a:spcPct val="90000"/>
                </a:lnSpc>
                <a:spcBef>
                  <a:spcPts val="0"/>
                </a:spcBef>
                <a:spcAft>
                  <a:spcPts val="670"/>
                </a:spcAft>
              </a:pPr>
              <a:r>
                <a:rPr lang="en-IN" sz="1100" b="1" kern="1200" dirty="0">
                  <a:solidFill>
                    <a:srgbClr val="FFFFFF"/>
                  </a:solidFill>
                  <a:effectLst/>
                  <a:ea typeface="Calibri" panose="020F0502020204030204" pitchFamily="34" charset="0"/>
                  <a:cs typeface="Mangal" panose="02040503050203030202" pitchFamily="18" charset="0"/>
                </a:rPr>
                <a:t>APDCL Specific Requirement</a:t>
              </a:r>
              <a:endParaRPr lang="en-US" sz="1100" dirty="0">
                <a:effectLst/>
                <a:ea typeface="Calibri" panose="020F0502020204030204" pitchFamily="34" charset="0"/>
                <a:cs typeface="Mangal" panose="02040503050203030202" pitchFamily="18" charset="0"/>
              </a:endParaRPr>
            </a:p>
          </p:txBody>
        </p:sp>
      </p:grpSp>
      <p:cxnSp>
        <p:nvCxnSpPr>
          <p:cNvPr id="6" name="Straight Connector 5">
            <a:extLst>
              <a:ext uri="{FF2B5EF4-FFF2-40B4-BE49-F238E27FC236}">
                <a16:creationId xmlns:a16="http://schemas.microsoft.com/office/drawing/2014/main" id="{CC107DB8-3BBC-47B6-8D2A-F0A8CE8B65A9}"/>
              </a:ext>
            </a:extLst>
          </p:cNvPr>
          <p:cNvCxnSpPr/>
          <p:nvPr/>
        </p:nvCxnSpPr>
        <p:spPr>
          <a:xfrm>
            <a:off x="4424252" y="983255"/>
            <a:ext cx="0" cy="44260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EF233F9-C6A2-4720-90A1-2AEC3D1028F2}"/>
              </a:ext>
            </a:extLst>
          </p:cNvPr>
          <p:cNvSpPr/>
          <p:nvPr/>
        </p:nvSpPr>
        <p:spPr bwMode="gray">
          <a:xfrm>
            <a:off x="501649" y="780585"/>
            <a:ext cx="11341484" cy="4985841"/>
          </a:xfrm>
          <a:prstGeom prst="rect">
            <a:avLst/>
          </a:prstGeom>
          <a:noFill/>
          <a:ln w="12700">
            <a:solidFill>
              <a:schemeClr val="accent2">
                <a:lumMod val="50000"/>
              </a:schemeClr>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3" name="Group 2">
            <a:extLst>
              <a:ext uri="{FF2B5EF4-FFF2-40B4-BE49-F238E27FC236}">
                <a16:creationId xmlns:a16="http://schemas.microsoft.com/office/drawing/2014/main" id="{EB35475C-B3C9-48ED-B4FD-C8B7F5A2D40F}"/>
              </a:ext>
            </a:extLst>
          </p:cNvPr>
          <p:cNvGrpSpPr/>
          <p:nvPr/>
        </p:nvGrpSpPr>
        <p:grpSpPr>
          <a:xfrm>
            <a:off x="4560985" y="1043651"/>
            <a:ext cx="7282149" cy="4624293"/>
            <a:chOff x="1842755" y="997449"/>
            <a:chExt cx="9052927" cy="5337847"/>
          </a:xfrm>
        </p:grpSpPr>
        <p:sp>
          <p:nvSpPr>
            <p:cNvPr id="11" name="Freeform 42">
              <a:extLst>
                <a:ext uri="{FF2B5EF4-FFF2-40B4-BE49-F238E27FC236}">
                  <a16:creationId xmlns:a16="http://schemas.microsoft.com/office/drawing/2014/main" id="{732CCEFE-DB9B-4E78-BC75-C986B223B94D}"/>
                </a:ext>
              </a:extLst>
            </p:cNvPr>
            <p:cNvSpPr/>
            <p:nvPr/>
          </p:nvSpPr>
          <p:spPr bwMode="gray">
            <a:xfrm flipH="1">
              <a:off x="7277386" y="4546600"/>
              <a:ext cx="2692400" cy="73152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9525" algn="ctr">
              <a:solidFill>
                <a:srgbClr val="BBBCBC"/>
              </a:solidFill>
              <a:miter lim="800000"/>
              <a:headEnd/>
              <a:tailEnd/>
            </a:ln>
          </p:spPr>
          <p:txBody>
            <a:bodyPr rtlCol="0" anchor="ctr"/>
            <a:lstStyle/>
            <a:p>
              <a:pPr algn="ctr"/>
              <a:endParaRPr lang="en-US" sz="800" dirty="0"/>
            </a:p>
          </p:txBody>
        </p:sp>
        <p:sp>
          <p:nvSpPr>
            <p:cNvPr id="12" name="Freeform 43">
              <a:extLst>
                <a:ext uri="{FF2B5EF4-FFF2-40B4-BE49-F238E27FC236}">
                  <a16:creationId xmlns:a16="http://schemas.microsoft.com/office/drawing/2014/main" id="{A488C8B9-414B-483A-964C-61A9D42DD369}"/>
                </a:ext>
              </a:extLst>
            </p:cNvPr>
            <p:cNvSpPr/>
            <p:nvPr/>
          </p:nvSpPr>
          <p:spPr bwMode="gray">
            <a:xfrm>
              <a:off x="2235200" y="4546600"/>
              <a:ext cx="2692400" cy="73152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9525" algn="ctr">
              <a:solidFill>
                <a:srgbClr val="BBBCBC"/>
              </a:solidFill>
              <a:miter lim="800000"/>
              <a:headEnd/>
              <a:tailEnd/>
            </a:ln>
          </p:spPr>
          <p:txBody>
            <a:bodyPr rtlCol="0" anchor="ctr"/>
            <a:lstStyle/>
            <a:p>
              <a:pPr algn="ctr"/>
              <a:endParaRPr lang="en-US" sz="800" dirty="0"/>
            </a:p>
          </p:txBody>
        </p:sp>
        <p:sp>
          <p:nvSpPr>
            <p:cNvPr id="13" name="Freeform 48">
              <a:extLst>
                <a:ext uri="{FF2B5EF4-FFF2-40B4-BE49-F238E27FC236}">
                  <a16:creationId xmlns:a16="http://schemas.microsoft.com/office/drawing/2014/main" id="{555AE5A4-6584-41B4-921F-1F05C856D7A5}"/>
                </a:ext>
              </a:extLst>
            </p:cNvPr>
            <p:cNvSpPr/>
            <p:nvPr/>
          </p:nvSpPr>
          <p:spPr bwMode="gray">
            <a:xfrm>
              <a:off x="5784850" y="5054600"/>
              <a:ext cx="2011680" cy="819150"/>
            </a:xfrm>
            <a:custGeom>
              <a:avLst/>
              <a:gdLst>
                <a:gd name="connsiteX0" fmla="*/ 0 w 2241550"/>
                <a:gd name="connsiteY0" fmla="*/ 0 h 819150"/>
                <a:gd name="connsiteX1" fmla="*/ 165100 w 2241550"/>
                <a:gd name="connsiteY1" fmla="*/ 819150 h 819150"/>
                <a:gd name="connsiteX2" fmla="*/ 2241550 w 2241550"/>
                <a:gd name="connsiteY2" fmla="*/ 819150 h 819150"/>
              </a:gdLst>
              <a:ahLst/>
              <a:cxnLst>
                <a:cxn ang="0">
                  <a:pos x="connsiteX0" y="connsiteY0"/>
                </a:cxn>
                <a:cxn ang="0">
                  <a:pos x="connsiteX1" y="connsiteY1"/>
                </a:cxn>
                <a:cxn ang="0">
                  <a:pos x="connsiteX2" y="connsiteY2"/>
                </a:cxn>
              </a:cxnLst>
              <a:rect l="l" t="t" r="r" b="b"/>
              <a:pathLst>
                <a:path w="2241550" h="819150">
                  <a:moveTo>
                    <a:pt x="0" y="0"/>
                  </a:moveTo>
                  <a:lnTo>
                    <a:pt x="165100" y="819150"/>
                  </a:lnTo>
                  <a:lnTo>
                    <a:pt x="2241550" y="819150"/>
                  </a:lnTo>
                </a:path>
              </a:pathLst>
            </a:custGeom>
            <a:noFill/>
            <a:ln w="9525" algn="ctr">
              <a:solidFill>
                <a:srgbClr val="BBBCBC"/>
              </a:solidFill>
              <a:miter lim="800000"/>
              <a:headEnd/>
              <a:tailEnd/>
            </a:ln>
          </p:spPr>
          <p:txBody>
            <a:bodyPr rtlCol="0" anchor="ctr"/>
            <a:lstStyle/>
            <a:p>
              <a:pPr algn="ctr"/>
              <a:endParaRPr lang="en-US" sz="800" dirty="0"/>
            </a:p>
          </p:txBody>
        </p:sp>
        <p:sp>
          <p:nvSpPr>
            <p:cNvPr id="14" name="Freeform 51">
              <a:extLst>
                <a:ext uri="{FF2B5EF4-FFF2-40B4-BE49-F238E27FC236}">
                  <a16:creationId xmlns:a16="http://schemas.microsoft.com/office/drawing/2014/main" id="{4DE5EA84-D53D-4272-BA0E-2DB11CAEBDEF}"/>
                </a:ext>
              </a:extLst>
            </p:cNvPr>
            <p:cNvSpPr/>
            <p:nvPr/>
          </p:nvSpPr>
          <p:spPr bwMode="gray">
            <a:xfrm flipV="1">
              <a:off x="2235200" y="1974850"/>
              <a:ext cx="2692400" cy="73152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9525" algn="ctr">
              <a:solidFill>
                <a:srgbClr val="BBBCBC"/>
              </a:solidFill>
              <a:miter lim="800000"/>
              <a:headEnd/>
              <a:tailEnd/>
            </a:ln>
          </p:spPr>
          <p:txBody>
            <a:bodyPr rtlCol="0" anchor="ctr"/>
            <a:lstStyle/>
            <a:p>
              <a:pPr algn="ctr"/>
              <a:endParaRPr lang="en-US" sz="800" dirty="0">
                <a:solidFill>
                  <a:schemeClr val="accent6"/>
                </a:solidFill>
              </a:endParaRPr>
            </a:p>
          </p:txBody>
        </p:sp>
        <p:sp>
          <p:nvSpPr>
            <p:cNvPr id="15" name="Freeform 54">
              <a:extLst>
                <a:ext uri="{FF2B5EF4-FFF2-40B4-BE49-F238E27FC236}">
                  <a16:creationId xmlns:a16="http://schemas.microsoft.com/office/drawing/2014/main" id="{FDC9AF86-0DC3-457F-8DF0-86CA75368899}"/>
                </a:ext>
              </a:extLst>
            </p:cNvPr>
            <p:cNvSpPr/>
            <p:nvPr/>
          </p:nvSpPr>
          <p:spPr bwMode="gray">
            <a:xfrm flipH="1" flipV="1">
              <a:off x="7277386" y="1974850"/>
              <a:ext cx="2692400" cy="731520"/>
            </a:xfrm>
            <a:custGeom>
              <a:avLst/>
              <a:gdLst>
                <a:gd name="connsiteX0" fmla="*/ 2692400 w 2692400"/>
                <a:gd name="connsiteY0" fmla="*/ 0 h 1276350"/>
                <a:gd name="connsiteX1" fmla="*/ 2044700 w 2692400"/>
                <a:gd name="connsiteY1" fmla="*/ 1276350 h 1276350"/>
                <a:gd name="connsiteX2" fmla="*/ 0 w 2692400"/>
                <a:gd name="connsiteY2" fmla="*/ 1276350 h 1276350"/>
              </a:gdLst>
              <a:ahLst/>
              <a:cxnLst>
                <a:cxn ang="0">
                  <a:pos x="connsiteX0" y="connsiteY0"/>
                </a:cxn>
                <a:cxn ang="0">
                  <a:pos x="connsiteX1" y="connsiteY1"/>
                </a:cxn>
                <a:cxn ang="0">
                  <a:pos x="connsiteX2" y="connsiteY2"/>
                </a:cxn>
              </a:cxnLst>
              <a:rect l="l" t="t" r="r" b="b"/>
              <a:pathLst>
                <a:path w="2692400" h="1276350">
                  <a:moveTo>
                    <a:pt x="2692400" y="0"/>
                  </a:moveTo>
                  <a:lnTo>
                    <a:pt x="2044700" y="1276350"/>
                  </a:lnTo>
                  <a:lnTo>
                    <a:pt x="0" y="1276350"/>
                  </a:lnTo>
                </a:path>
              </a:pathLst>
            </a:custGeom>
            <a:noFill/>
            <a:ln w="9525" algn="ctr">
              <a:solidFill>
                <a:srgbClr val="BBBCBC"/>
              </a:solidFill>
              <a:miter lim="800000"/>
              <a:headEnd/>
              <a:tailEnd/>
            </a:ln>
          </p:spPr>
          <p:txBody>
            <a:bodyPr rtlCol="0" anchor="ctr"/>
            <a:lstStyle/>
            <a:p>
              <a:pPr algn="ctr"/>
              <a:endParaRPr lang="en-US" sz="800" dirty="0">
                <a:solidFill>
                  <a:schemeClr val="accent6"/>
                </a:solidFill>
              </a:endParaRPr>
            </a:p>
          </p:txBody>
        </p:sp>
        <p:sp>
          <p:nvSpPr>
            <p:cNvPr id="16" name="Freeform 57">
              <a:extLst>
                <a:ext uri="{FF2B5EF4-FFF2-40B4-BE49-F238E27FC236}">
                  <a16:creationId xmlns:a16="http://schemas.microsoft.com/office/drawing/2014/main" id="{1F926E5F-2E79-43CB-A514-9EC7A1420F1A}"/>
                </a:ext>
              </a:extLst>
            </p:cNvPr>
            <p:cNvSpPr/>
            <p:nvPr/>
          </p:nvSpPr>
          <p:spPr bwMode="gray">
            <a:xfrm flipV="1">
              <a:off x="5829045" y="1168122"/>
              <a:ext cx="1981341" cy="1030044"/>
            </a:xfrm>
            <a:custGeom>
              <a:avLst/>
              <a:gdLst>
                <a:gd name="connsiteX0" fmla="*/ 0 w 2241550"/>
                <a:gd name="connsiteY0" fmla="*/ 0 h 819150"/>
                <a:gd name="connsiteX1" fmla="*/ 165100 w 2241550"/>
                <a:gd name="connsiteY1" fmla="*/ 819150 h 819150"/>
                <a:gd name="connsiteX2" fmla="*/ 2241550 w 2241550"/>
                <a:gd name="connsiteY2" fmla="*/ 819150 h 819150"/>
              </a:gdLst>
              <a:ahLst/>
              <a:cxnLst>
                <a:cxn ang="0">
                  <a:pos x="connsiteX0" y="connsiteY0"/>
                </a:cxn>
                <a:cxn ang="0">
                  <a:pos x="connsiteX1" y="connsiteY1"/>
                </a:cxn>
                <a:cxn ang="0">
                  <a:pos x="connsiteX2" y="connsiteY2"/>
                </a:cxn>
              </a:cxnLst>
              <a:rect l="l" t="t" r="r" b="b"/>
              <a:pathLst>
                <a:path w="2241550" h="819150">
                  <a:moveTo>
                    <a:pt x="0" y="0"/>
                  </a:moveTo>
                  <a:lnTo>
                    <a:pt x="165100" y="819150"/>
                  </a:lnTo>
                  <a:lnTo>
                    <a:pt x="2241550" y="819150"/>
                  </a:lnTo>
                </a:path>
              </a:pathLst>
            </a:custGeom>
            <a:noFill/>
            <a:ln w="9525" algn="ctr">
              <a:solidFill>
                <a:srgbClr val="BBBCBC"/>
              </a:solidFill>
              <a:miter lim="800000"/>
              <a:headEnd/>
              <a:tailEnd/>
            </a:ln>
          </p:spPr>
          <p:txBody>
            <a:bodyPr rtlCol="0" anchor="ctr"/>
            <a:lstStyle/>
            <a:p>
              <a:pPr algn="ctr"/>
              <a:endParaRPr lang="en-US" sz="800" dirty="0">
                <a:solidFill>
                  <a:schemeClr val="accent6"/>
                </a:solidFill>
              </a:endParaRPr>
            </a:p>
          </p:txBody>
        </p:sp>
        <p:sp>
          <p:nvSpPr>
            <p:cNvPr id="17" name="Hexagon 16">
              <a:extLst>
                <a:ext uri="{FF2B5EF4-FFF2-40B4-BE49-F238E27FC236}">
                  <a16:creationId xmlns:a16="http://schemas.microsoft.com/office/drawing/2014/main" id="{B29D5428-49BB-4503-87AC-4E6BD7EEB41C}"/>
                </a:ext>
              </a:extLst>
            </p:cNvPr>
            <p:cNvSpPr/>
            <p:nvPr/>
          </p:nvSpPr>
          <p:spPr bwMode="gray">
            <a:xfrm>
              <a:off x="5555611" y="3157632"/>
              <a:ext cx="1087502" cy="937501"/>
            </a:xfrm>
            <a:prstGeom prst="hexagon">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18" name="Hexagon 17">
              <a:extLst>
                <a:ext uri="{FF2B5EF4-FFF2-40B4-BE49-F238E27FC236}">
                  <a16:creationId xmlns:a16="http://schemas.microsoft.com/office/drawing/2014/main" id="{79ABDE99-62E4-4C36-9EEC-F36A3C7B0420}"/>
                </a:ext>
              </a:extLst>
            </p:cNvPr>
            <p:cNvSpPr/>
            <p:nvPr/>
          </p:nvSpPr>
          <p:spPr bwMode="gray">
            <a:xfrm>
              <a:off x="5555611" y="2173772"/>
              <a:ext cx="1087502" cy="937501"/>
            </a:xfrm>
            <a:prstGeom prst="hexagon">
              <a:avLst/>
            </a:prstGeom>
            <a:solidFill>
              <a:schemeClr val="accent6"/>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endParaRPr>
            </a:p>
          </p:txBody>
        </p:sp>
        <p:sp>
          <p:nvSpPr>
            <p:cNvPr id="19" name="Hexagon 18">
              <a:extLst>
                <a:ext uri="{FF2B5EF4-FFF2-40B4-BE49-F238E27FC236}">
                  <a16:creationId xmlns:a16="http://schemas.microsoft.com/office/drawing/2014/main" id="{D096FE2B-1C45-4F55-BD04-82EA0BA8852C}"/>
                </a:ext>
              </a:extLst>
            </p:cNvPr>
            <p:cNvSpPr/>
            <p:nvPr/>
          </p:nvSpPr>
          <p:spPr bwMode="gray">
            <a:xfrm>
              <a:off x="5555611" y="4141493"/>
              <a:ext cx="1087502" cy="937501"/>
            </a:xfrm>
            <a:prstGeom prst="hexagon">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0" name="Hexagon 19">
              <a:extLst>
                <a:ext uri="{FF2B5EF4-FFF2-40B4-BE49-F238E27FC236}">
                  <a16:creationId xmlns:a16="http://schemas.microsoft.com/office/drawing/2014/main" id="{E5C9277A-B439-4EFC-9D94-5C20A15D3E63}"/>
                </a:ext>
              </a:extLst>
            </p:cNvPr>
            <p:cNvSpPr/>
            <p:nvPr/>
          </p:nvSpPr>
          <p:spPr bwMode="gray">
            <a:xfrm>
              <a:off x="6457054" y="3646987"/>
              <a:ext cx="1087502" cy="937501"/>
            </a:xfrm>
            <a:prstGeom prst="hexagon">
              <a:avLst/>
            </a:prstGeom>
            <a:solidFill>
              <a:schemeClr val="accent3"/>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1" name="Hexagon 20">
              <a:extLst>
                <a:ext uri="{FF2B5EF4-FFF2-40B4-BE49-F238E27FC236}">
                  <a16:creationId xmlns:a16="http://schemas.microsoft.com/office/drawing/2014/main" id="{5ED4EBDD-BEC5-40AD-8114-8463252AEC33}"/>
                </a:ext>
              </a:extLst>
            </p:cNvPr>
            <p:cNvSpPr/>
            <p:nvPr/>
          </p:nvSpPr>
          <p:spPr bwMode="gray">
            <a:xfrm>
              <a:off x="6457054" y="2668278"/>
              <a:ext cx="1087502" cy="937501"/>
            </a:xfrm>
            <a:prstGeom prst="hexagon">
              <a:avLst/>
            </a:prstGeom>
            <a:solidFill>
              <a:schemeClr val="accent5"/>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2" name="Hexagon 21">
              <a:extLst>
                <a:ext uri="{FF2B5EF4-FFF2-40B4-BE49-F238E27FC236}">
                  <a16:creationId xmlns:a16="http://schemas.microsoft.com/office/drawing/2014/main" id="{D02E30FE-EC83-481D-9D32-2A13446AA5D8}"/>
                </a:ext>
              </a:extLst>
            </p:cNvPr>
            <p:cNvSpPr/>
            <p:nvPr/>
          </p:nvSpPr>
          <p:spPr bwMode="gray">
            <a:xfrm>
              <a:off x="4654168" y="3646987"/>
              <a:ext cx="1087502" cy="937501"/>
            </a:xfrm>
            <a:prstGeom prst="hexagon">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3" name="Hexagon 22">
              <a:extLst>
                <a:ext uri="{FF2B5EF4-FFF2-40B4-BE49-F238E27FC236}">
                  <a16:creationId xmlns:a16="http://schemas.microsoft.com/office/drawing/2014/main" id="{898AB3C9-CBA6-457F-BDEE-D94DB1DE210C}"/>
                </a:ext>
              </a:extLst>
            </p:cNvPr>
            <p:cNvSpPr/>
            <p:nvPr/>
          </p:nvSpPr>
          <p:spPr bwMode="gray">
            <a:xfrm>
              <a:off x="4654168" y="2668278"/>
              <a:ext cx="1087502" cy="937501"/>
            </a:xfrm>
            <a:prstGeom prst="hexagon">
              <a:avLst/>
            </a:prstGeom>
            <a:solidFill>
              <a:schemeClr val="accent4"/>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pPr algn="ctr"/>
              <a:endParaRPr lang="en-US" sz="800" b="1" dirty="0">
                <a:solidFill>
                  <a:schemeClr val="bg1"/>
                </a:solidFill>
                <a:cs typeface="Arial" pitchFamily="34" charset="0"/>
              </a:endParaRPr>
            </a:p>
          </p:txBody>
        </p:sp>
        <p:sp>
          <p:nvSpPr>
            <p:cNvPr id="24" name="Rectangle 23">
              <a:extLst>
                <a:ext uri="{FF2B5EF4-FFF2-40B4-BE49-F238E27FC236}">
                  <a16:creationId xmlns:a16="http://schemas.microsoft.com/office/drawing/2014/main" id="{766751A2-A155-46EB-92CB-5BE53B8418D9}"/>
                </a:ext>
              </a:extLst>
            </p:cNvPr>
            <p:cNvSpPr/>
            <p:nvPr/>
          </p:nvSpPr>
          <p:spPr>
            <a:xfrm>
              <a:off x="7947195" y="5100119"/>
              <a:ext cx="2011681" cy="142108"/>
            </a:xfrm>
            <a:prstGeom prst="rect">
              <a:avLst/>
            </a:prstGeom>
          </p:spPr>
          <p:txBody>
            <a:bodyPr wrap="square" lIns="0" tIns="0" rIns="0" bIns="0">
              <a:spAutoFit/>
            </a:bodyPr>
            <a:lstStyle/>
            <a:p>
              <a:r>
                <a:rPr lang="en-US" sz="800" b="1" dirty="0">
                  <a:solidFill>
                    <a:schemeClr val="accent3"/>
                  </a:solidFill>
                </a:rPr>
                <a:t>Communication Protocol</a:t>
              </a:r>
              <a:endParaRPr lang="en-US" sz="800" dirty="0">
                <a:solidFill>
                  <a:schemeClr val="accent3"/>
                </a:solidFill>
              </a:endParaRPr>
            </a:p>
          </p:txBody>
        </p:sp>
        <p:sp>
          <p:nvSpPr>
            <p:cNvPr id="25" name="Rectangle 24">
              <a:extLst>
                <a:ext uri="{FF2B5EF4-FFF2-40B4-BE49-F238E27FC236}">
                  <a16:creationId xmlns:a16="http://schemas.microsoft.com/office/drawing/2014/main" id="{590A75DF-0F37-4EF3-A83D-DE8661E32237}"/>
                </a:ext>
              </a:extLst>
            </p:cNvPr>
            <p:cNvSpPr/>
            <p:nvPr/>
          </p:nvSpPr>
          <p:spPr>
            <a:xfrm>
              <a:off x="7947195" y="5313661"/>
              <a:ext cx="2948487" cy="426322"/>
            </a:xfrm>
            <a:prstGeom prst="rect">
              <a:avLst/>
            </a:prstGeom>
          </p:spPr>
          <p:txBody>
            <a:bodyPr wrap="square" lIns="0" tIns="0" rIns="0" bIns="0">
              <a:spAutoFit/>
            </a:bodyPr>
            <a:lstStyle/>
            <a:p>
              <a:r>
                <a:rPr lang="en-US" sz="800" dirty="0"/>
                <a:t>Keeping rapid changes in meter protocol as per the requirement, the solution should be independent of communication protocol </a:t>
              </a:r>
            </a:p>
          </p:txBody>
        </p:sp>
        <p:sp>
          <p:nvSpPr>
            <p:cNvPr id="26" name="Rectangle 25">
              <a:extLst>
                <a:ext uri="{FF2B5EF4-FFF2-40B4-BE49-F238E27FC236}">
                  <a16:creationId xmlns:a16="http://schemas.microsoft.com/office/drawing/2014/main" id="{E2589D67-75B1-4776-9298-846DBB4FFD86}"/>
                </a:ext>
              </a:extLst>
            </p:cNvPr>
            <p:cNvSpPr/>
            <p:nvPr/>
          </p:nvSpPr>
          <p:spPr>
            <a:xfrm>
              <a:off x="2235200" y="5100119"/>
              <a:ext cx="2011681" cy="142108"/>
            </a:xfrm>
            <a:prstGeom prst="rect">
              <a:avLst/>
            </a:prstGeom>
          </p:spPr>
          <p:txBody>
            <a:bodyPr wrap="square" lIns="0" tIns="0" rIns="0" bIns="0">
              <a:spAutoFit/>
            </a:bodyPr>
            <a:lstStyle/>
            <a:p>
              <a:r>
                <a:rPr lang="en-US" sz="800" b="1" dirty="0">
                  <a:solidFill>
                    <a:schemeClr val="accent1"/>
                  </a:solidFill>
                </a:rPr>
                <a:t>Hardware limitation</a:t>
              </a:r>
              <a:endParaRPr lang="en-US" sz="800" dirty="0">
                <a:solidFill>
                  <a:schemeClr val="accent1"/>
                </a:solidFill>
              </a:endParaRPr>
            </a:p>
          </p:txBody>
        </p:sp>
        <p:sp>
          <p:nvSpPr>
            <p:cNvPr id="27" name="Rectangle 26">
              <a:extLst>
                <a:ext uri="{FF2B5EF4-FFF2-40B4-BE49-F238E27FC236}">
                  <a16:creationId xmlns:a16="http://schemas.microsoft.com/office/drawing/2014/main" id="{24FC8A7E-F1C1-42D4-9A8C-D44EEFE5C64C}"/>
                </a:ext>
              </a:extLst>
            </p:cNvPr>
            <p:cNvSpPr/>
            <p:nvPr/>
          </p:nvSpPr>
          <p:spPr>
            <a:xfrm>
              <a:off x="1886988" y="5313661"/>
              <a:ext cx="2359892" cy="426322"/>
            </a:xfrm>
            <a:prstGeom prst="rect">
              <a:avLst/>
            </a:prstGeom>
          </p:spPr>
          <p:txBody>
            <a:bodyPr wrap="square" lIns="0" tIns="0" rIns="0" bIns="0">
              <a:spAutoFit/>
            </a:bodyPr>
            <a:lstStyle/>
            <a:p>
              <a:r>
                <a:rPr lang="en-US" sz="800" dirty="0"/>
                <a:t>The solution should be hardware independent so that it could provide backward and forward compatibility</a:t>
              </a:r>
            </a:p>
          </p:txBody>
        </p:sp>
        <p:sp>
          <p:nvSpPr>
            <p:cNvPr id="28" name="Rectangle 27">
              <a:extLst>
                <a:ext uri="{FF2B5EF4-FFF2-40B4-BE49-F238E27FC236}">
                  <a16:creationId xmlns:a16="http://schemas.microsoft.com/office/drawing/2014/main" id="{50E30614-5055-40DE-882B-A1F675CA36C7}"/>
                </a:ext>
              </a:extLst>
            </p:cNvPr>
            <p:cNvSpPr/>
            <p:nvPr/>
          </p:nvSpPr>
          <p:spPr>
            <a:xfrm>
              <a:off x="5967729" y="5714980"/>
              <a:ext cx="2603393" cy="142108"/>
            </a:xfrm>
            <a:prstGeom prst="rect">
              <a:avLst/>
            </a:prstGeom>
          </p:spPr>
          <p:txBody>
            <a:bodyPr wrap="square" lIns="0" tIns="0" rIns="0" bIns="0">
              <a:spAutoFit/>
            </a:bodyPr>
            <a:lstStyle/>
            <a:p>
              <a:r>
                <a:rPr lang="en-US" sz="800" b="1" dirty="0">
                  <a:solidFill>
                    <a:schemeClr val="accent2"/>
                  </a:solidFill>
                </a:rPr>
                <a:t>Efficiency and Comprehensiveness</a:t>
              </a:r>
              <a:endParaRPr lang="en-US" sz="800" dirty="0">
                <a:solidFill>
                  <a:schemeClr val="accent2"/>
                </a:solidFill>
              </a:endParaRPr>
            </a:p>
          </p:txBody>
        </p:sp>
        <p:sp>
          <p:nvSpPr>
            <p:cNvPr id="29" name="Rectangle 28">
              <a:extLst>
                <a:ext uri="{FF2B5EF4-FFF2-40B4-BE49-F238E27FC236}">
                  <a16:creationId xmlns:a16="http://schemas.microsoft.com/office/drawing/2014/main" id="{4D4C9F22-EC90-41E9-AA4F-5E79782BE5C5}"/>
                </a:ext>
              </a:extLst>
            </p:cNvPr>
            <p:cNvSpPr/>
            <p:nvPr/>
          </p:nvSpPr>
          <p:spPr>
            <a:xfrm>
              <a:off x="5967731" y="5908974"/>
              <a:ext cx="2750317" cy="426322"/>
            </a:xfrm>
            <a:prstGeom prst="rect">
              <a:avLst/>
            </a:prstGeom>
          </p:spPr>
          <p:txBody>
            <a:bodyPr wrap="square" lIns="0" tIns="0" rIns="0" bIns="0">
              <a:spAutoFit/>
            </a:bodyPr>
            <a:lstStyle/>
            <a:p>
              <a:r>
                <a:rPr lang="en-US" sz="800" dirty="0"/>
                <a:t>Speed and accuracy are outmost important in communication standard to make interoperable these factors ignored</a:t>
              </a:r>
            </a:p>
          </p:txBody>
        </p:sp>
        <p:sp>
          <p:nvSpPr>
            <p:cNvPr id="30" name="Rectangle 29">
              <a:extLst>
                <a:ext uri="{FF2B5EF4-FFF2-40B4-BE49-F238E27FC236}">
                  <a16:creationId xmlns:a16="http://schemas.microsoft.com/office/drawing/2014/main" id="{A8C7D905-EC26-41D0-A3E2-B621C3C1E795}"/>
                </a:ext>
              </a:extLst>
            </p:cNvPr>
            <p:cNvSpPr/>
            <p:nvPr/>
          </p:nvSpPr>
          <p:spPr>
            <a:xfrm>
              <a:off x="1886988" y="1793059"/>
              <a:ext cx="2359892" cy="142108"/>
            </a:xfrm>
            <a:prstGeom prst="rect">
              <a:avLst/>
            </a:prstGeom>
          </p:spPr>
          <p:txBody>
            <a:bodyPr wrap="square" lIns="0" tIns="0" rIns="0" bIns="0">
              <a:spAutoFit/>
            </a:bodyPr>
            <a:lstStyle/>
            <a:p>
              <a:r>
                <a:rPr lang="en-US" sz="800" b="1" dirty="0">
                  <a:solidFill>
                    <a:schemeClr val="accent4"/>
                  </a:solidFill>
                </a:rPr>
                <a:t>Existing Installed Base of Meters</a:t>
              </a:r>
              <a:endParaRPr lang="en-US" sz="800" dirty="0">
                <a:solidFill>
                  <a:schemeClr val="accent4"/>
                </a:solidFill>
              </a:endParaRPr>
            </a:p>
          </p:txBody>
        </p:sp>
        <p:sp>
          <p:nvSpPr>
            <p:cNvPr id="31" name="Rectangle 30">
              <a:extLst>
                <a:ext uri="{FF2B5EF4-FFF2-40B4-BE49-F238E27FC236}">
                  <a16:creationId xmlns:a16="http://schemas.microsoft.com/office/drawing/2014/main" id="{D269D7EA-8625-4EBE-9387-506D973B862C}"/>
                </a:ext>
              </a:extLst>
            </p:cNvPr>
            <p:cNvSpPr/>
            <p:nvPr/>
          </p:nvSpPr>
          <p:spPr>
            <a:xfrm>
              <a:off x="1842755" y="2006601"/>
              <a:ext cx="2404125" cy="710535"/>
            </a:xfrm>
            <a:prstGeom prst="rect">
              <a:avLst/>
            </a:prstGeom>
          </p:spPr>
          <p:txBody>
            <a:bodyPr wrap="square" lIns="0" tIns="0" rIns="0" bIns="0">
              <a:spAutoFit/>
            </a:bodyPr>
            <a:lstStyle/>
            <a:p>
              <a:r>
                <a:rPr lang="en-US" sz="800" dirty="0"/>
                <a:t>The interoperability standard should be designed such that existing installed base electronic meters can be read and integrated into the application</a:t>
              </a:r>
            </a:p>
          </p:txBody>
        </p:sp>
        <p:sp>
          <p:nvSpPr>
            <p:cNvPr id="32" name="Rectangle 31">
              <a:extLst>
                <a:ext uri="{FF2B5EF4-FFF2-40B4-BE49-F238E27FC236}">
                  <a16:creationId xmlns:a16="http://schemas.microsoft.com/office/drawing/2014/main" id="{2FE6C749-A9E1-4D96-AE32-D286D656B6DD}"/>
                </a:ext>
              </a:extLst>
            </p:cNvPr>
            <p:cNvSpPr/>
            <p:nvPr/>
          </p:nvSpPr>
          <p:spPr>
            <a:xfrm>
              <a:off x="8134483" y="1793059"/>
              <a:ext cx="2485777" cy="142108"/>
            </a:xfrm>
            <a:prstGeom prst="rect">
              <a:avLst/>
            </a:prstGeom>
          </p:spPr>
          <p:txBody>
            <a:bodyPr wrap="square" lIns="0" tIns="0" rIns="0" bIns="0">
              <a:spAutoFit/>
            </a:bodyPr>
            <a:lstStyle/>
            <a:p>
              <a:r>
                <a:rPr lang="en-US" sz="800" b="1" dirty="0">
                  <a:solidFill>
                    <a:schemeClr val="accent5"/>
                  </a:solidFill>
                </a:rPr>
                <a:t>Portability to application software</a:t>
              </a:r>
              <a:endParaRPr lang="en-US" sz="800" dirty="0">
                <a:solidFill>
                  <a:schemeClr val="accent5"/>
                </a:solidFill>
              </a:endParaRPr>
            </a:p>
          </p:txBody>
        </p:sp>
        <p:sp>
          <p:nvSpPr>
            <p:cNvPr id="33" name="Rectangle 32">
              <a:extLst>
                <a:ext uri="{FF2B5EF4-FFF2-40B4-BE49-F238E27FC236}">
                  <a16:creationId xmlns:a16="http://schemas.microsoft.com/office/drawing/2014/main" id="{C4D0D30B-1457-495F-ABA1-F057C63F063C}"/>
                </a:ext>
              </a:extLst>
            </p:cNvPr>
            <p:cNvSpPr/>
            <p:nvPr/>
          </p:nvSpPr>
          <p:spPr>
            <a:xfrm>
              <a:off x="8134483" y="2006601"/>
              <a:ext cx="2402048" cy="852643"/>
            </a:xfrm>
            <a:prstGeom prst="rect">
              <a:avLst/>
            </a:prstGeom>
          </p:spPr>
          <p:txBody>
            <a:bodyPr wrap="square" lIns="0" tIns="0" rIns="0" bIns="0">
              <a:spAutoFit/>
            </a:bodyPr>
            <a:lstStyle/>
            <a:p>
              <a:r>
                <a:rPr lang="en-US" sz="800" dirty="0"/>
                <a:t>The standard should be that it cab be easily ported into the existing (and yet to be developed) application software for billing, revenue protection, load and engineering analysis</a:t>
              </a:r>
            </a:p>
          </p:txBody>
        </p:sp>
        <p:sp>
          <p:nvSpPr>
            <p:cNvPr id="34" name="Rectangle 33">
              <a:extLst>
                <a:ext uri="{FF2B5EF4-FFF2-40B4-BE49-F238E27FC236}">
                  <a16:creationId xmlns:a16="http://schemas.microsoft.com/office/drawing/2014/main" id="{8D5C74E6-3A37-4630-A96C-6470BFF217F5}"/>
                </a:ext>
              </a:extLst>
            </p:cNvPr>
            <p:cNvSpPr/>
            <p:nvPr/>
          </p:nvSpPr>
          <p:spPr>
            <a:xfrm>
              <a:off x="5967731" y="997449"/>
              <a:ext cx="2085749" cy="142108"/>
            </a:xfrm>
            <a:prstGeom prst="rect">
              <a:avLst/>
            </a:prstGeom>
          </p:spPr>
          <p:txBody>
            <a:bodyPr wrap="square" lIns="0" tIns="0" rIns="0" bIns="0">
              <a:spAutoFit/>
            </a:bodyPr>
            <a:lstStyle/>
            <a:p>
              <a:r>
                <a:rPr lang="en-US" sz="800" b="1" dirty="0">
                  <a:solidFill>
                    <a:schemeClr val="accent6"/>
                  </a:solidFill>
                </a:rPr>
                <a:t>Flexibility to adept</a:t>
              </a:r>
              <a:endParaRPr lang="en-US" sz="800" dirty="0">
                <a:solidFill>
                  <a:schemeClr val="accent6"/>
                </a:solidFill>
              </a:endParaRPr>
            </a:p>
          </p:txBody>
        </p:sp>
        <p:sp>
          <p:nvSpPr>
            <p:cNvPr id="35" name="Rectangle 34">
              <a:extLst>
                <a:ext uri="{FF2B5EF4-FFF2-40B4-BE49-F238E27FC236}">
                  <a16:creationId xmlns:a16="http://schemas.microsoft.com/office/drawing/2014/main" id="{7785A0E2-AA55-433D-8939-60CD9BD718C9}"/>
                </a:ext>
              </a:extLst>
            </p:cNvPr>
            <p:cNvSpPr/>
            <p:nvPr/>
          </p:nvSpPr>
          <p:spPr>
            <a:xfrm>
              <a:off x="5997053" y="1210048"/>
              <a:ext cx="2245293" cy="852643"/>
            </a:xfrm>
            <a:prstGeom prst="rect">
              <a:avLst/>
            </a:prstGeom>
          </p:spPr>
          <p:txBody>
            <a:bodyPr wrap="square" lIns="0" tIns="0" rIns="0" bIns="0">
              <a:spAutoFit/>
            </a:bodyPr>
            <a:lstStyle/>
            <a:p>
              <a:r>
                <a:rPr lang="en-US" sz="800" dirty="0"/>
                <a:t>The standard must be designed to adopt to the continuously evolving requirement specification of the meters regardless of the requirements specific to the customer, utility or country </a:t>
              </a:r>
            </a:p>
          </p:txBody>
        </p:sp>
        <p:grpSp>
          <p:nvGrpSpPr>
            <p:cNvPr id="40" name="Group 510">
              <a:extLst>
                <a:ext uri="{FF2B5EF4-FFF2-40B4-BE49-F238E27FC236}">
                  <a16:creationId xmlns:a16="http://schemas.microsoft.com/office/drawing/2014/main" id="{EE609D44-18EC-4B07-9AEB-C02F7BDBC2A6}"/>
                </a:ext>
              </a:extLst>
            </p:cNvPr>
            <p:cNvGrpSpPr>
              <a:grpSpLocks noChangeAspect="1"/>
            </p:cNvGrpSpPr>
            <p:nvPr/>
          </p:nvGrpSpPr>
          <p:grpSpPr bwMode="auto">
            <a:xfrm>
              <a:off x="4835194" y="2765008"/>
              <a:ext cx="738306" cy="736140"/>
              <a:chOff x="4155" y="3088"/>
              <a:chExt cx="341" cy="340"/>
            </a:xfrm>
            <a:solidFill>
              <a:schemeClr val="bg1"/>
            </a:solidFill>
          </p:grpSpPr>
          <p:sp>
            <p:nvSpPr>
              <p:cNvPr id="41" name="Freeform 511">
                <a:extLst>
                  <a:ext uri="{FF2B5EF4-FFF2-40B4-BE49-F238E27FC236}">
                    <a16:creationId xmlns:a16="http://schemas.microsoft.com/office/drawing/2014/main" id="{B4BA26C4-7679-4B7E-B274-077BA14D01D9}"/>
                  </a:ext>
                </a:extLst>
              </p:cNvPr>
              <p:cNvSpPr>
                <a:spLocks noEditPoints="1"/>
              </p:cNvSpPr>
              <p:nvPr/>
            </p:nvSpPr>
            <p:spPr bwMode="auto">
              <a:xfrm>
                <a:off x="4254" y="3152"/>
                <a:ext cx="142" cy="212"/>
              </a:xfrm>
              <a:custGeom>
                <a:avLst/>
                <a:gdLst>
                  <a:gd name="T0" fmla="*/ 11 w 213"/>
                  <a:gd name="T1" fmla="*/ 64 h 320"/>
                  <a:gd name="T2" fmla="*/ 203 w 213"/>
                  <a:gd name="T3" fmla="*/ 64 h 320"/>
                  <a:gd name="T4" fmla="*/ 213 w 213"/>
                  <a:gd name="T5" fmla="*/ 53 h 320"/>
                  <a:gd name="T6" fmla="*/ 203 w 213"/>
                  <a:gd name="T7" fmla="*/ 42 h 320"/>
                  <a:gd name="T8" fmla="*/ 167 w 213"/>
                  <a:gd name="T9" fmla="*/ 42 h 320"/>
                  <a:gd name="T10" fmla="*/ 107 w 213"/>
                  <a:gd name="T11" fmla="*/ 0 h 320"/>
                  <a:gd name="T12" fmla="*/ 48 w 213"/>
                  <a:gd name="T13" fmla="*/ 38 h 320"/>
                  <a:gd name="T14" fmla="*/ 48 w 213"/>
                  <a:gd name="T15" fmla="*/ 38 h 320"/>
                  <a:gd name="T16" fmla="*/ 46 w 213"/>
                  <a:gd name="T17" fmla="*/ 42 h 320"/>
                  <a:gd name="T18" fmla="*/ 11 w 213"/>
                  <a:gd name="T19" fmla="*/ 42 h 320"/>
                  <a:gd name="T20" fmla="*/ 0 w 213"/>
                  <a:gd name="T21" fmla="*/ 53 h 320"/>
                  <a:gd name="T22" fmla="*/ 11 w 213"/>
                  <a:gd name="T23" fmla="*/ 64 h 320"/>
                  <a:gd name="T24" fmla="*/ 107 w 213"/>
                  <a:gd name="T25" fmla="*/ 21 h 320"/>
                  <a:gd name="T26" fmla="*/ 144 w 213"/>
                  <a:gd name="T27" fmla="*/ 42 h 320"/>
                  <a:gd name="T28" fmla="*/ 70 w 213"/>
                  <a:gd name="T29" fmla="*/ 42 h 320"/>
                  <a:gd name="T30" fmla="*/ 107 w 213"/>
                  <a:gd name="T31" fmla="*/ 21 h 320"/>
                  <a:gd name="T32" fmla="*/ 203 w 213"/>
                  <a:gd name="T33" fmla="*/ 85 h 320"/>
                  <a:gd name="T34" fmla="*/ 192 w 213"/>
                  <a:gd name="T35" fmla="*/ 85 h 320"/>
                  <a:gd name="T36" fmla="*/ 21 w 213"/>
                  <a:gd name="T37" fmla="*/ 85 h 320"/>
                  <a:gd name="T38" fmla="*/ 11 w 213"/>
                  <a:gd name="T39" fmla="*/ 85 h 320"/>
                  <a:gd name="T40" fmla="*/ 0 w 213"/>
                  <a:gd name="T41" fmla="*/ 96 h 320"/>
                  <a:gd name="T42" fmla="*/ 11 w 213"/>
                  <a:gd name="T43" fmla="*/ 106 h 320"/>
                  <a:gd name="T44" fmla="*/ 11 w 213"/>
                  <a:gd name="T45" fmla="*/ 309 h 320"/>
                  <a:gd name="T46" fmla="*/ 21 w 213"/>
                  <a:gd name="T47" fmla="*/ 320 h 320"/>
                  <a:gd name="T48" fmla="*/ 192 w 213"/>
                  <a:gd name="T49" fmla="*/ 320 h 320"/>
                  <a:gd name="T50" fmla="*/ 203 w 213"/>
                  <a:gd name="T51" fmla="*/ 309 h 320"/>
                  <a:gd name="T52" fmla="*/ 203 w 213"/>
                  <a:gd name="T53" fmla="*/ 106 h 320"/>
                  <a:gd name="T54" fmla="*/ 213 w 213"/>
                  <a:gd name="T55" fmla="*/ 96 h 320"/>
                  <a:gd name="T56" fmla="*/ 203 w 213"/>
                  <a:gd name="T57" fmla="*/ 85 h 320"/>
                  <a:gd name="T58" fmla="*/ 181 w 213"/>
                  <a:gd name="T59" fmla="*/ 298 h 320"/>
                  <a:gd name="T60" fmla="*/ 32 w 213"/>
                  <a:gd name="T61" fmla="*/ 298 h 320"/>
                  <a:gd name="T62" fmla="*/ 32 w 213"/>
                  <a:gd name="T63" fmla="*/ 106 h 320"/>
                  <a:gd name="T64" fmla="*/ 181 w 213"/>
                  <a:gd name="T65" fmla="*/ 106 h 320"/>
                  <a:gd name="T66" fmla="*/ 181 w 213"/>
                  <a:gd name="T67" fmla="*/ 298 h 320"/>
                  <a:gd name="T68" fmla="*/ 53 w 213"/>
                  <a:gd name="T69" fmla="*/ 266 h 320"/>
                  <a:gd name="T70" fmla="*/ 53 w 213"/>
                  <a:gd name="T71" fmla="*/ 138 h 320"/>
                  <a:gd name="T72" fmla="*/ 64 w 213"/>
                  <a:gd name="T73" fmla="*/ 128 h 320"/>
                  <a:gd name="T74" fmla="*/ 75 w 213"/>
                  <a:gd name="T75" fmla="*/ 138 h 320"/>
                  <a:gd name="T76" fmla="*/ 75 w 213"/>
                  <a:gd name="T77" fmla="*/ 266 h 320"/>
                  <a:gd name="T78" fmla="*/ 64 w 213"/>
                  <a:gd name="T79" fmla="*/ 277 h 320"/>
                  <a:gd name="T80" fmla="*/ 53 w 213"/>
                  <a:gd name="T81" fmla="*/ 266 h 320"/>
                  <a:gd name="T82" fmla="*/ 96 w 213"/>
                  <a:gd name="T83" fmla="*/ 266 h 320"/>
                  <a:gd name="T84" fmla="*/ 96 w 213"/>
                  <a:gd name="T85" fmla="*/ 138 h 320"/>
                  <a:gd name="T86" fmla="*/ 107 w 213"/>
                  <a:gd name="T87" fmla="*/ 128 h 320"/>
                  <a:gd name="T88" fmla="*/ 117 w 213"/>
                  <a:gd name="T89" fmla="*/ 138 h 320"/>
                  <a:gd name="T90" fmla="*/ 117 w 213"/>
                  <a:gd name="T91" fmla="*/ 266 h 320"/>
                  <a:gd name="T92" fmla="*/ 107 w 213"/>
                  <a:gd name="T93" fmla="*/ 277 h 320"/>
                  <a:gd name="T94" fmla="*/ 96 w 213"/>
                  <a:gd name="T95" fmla="*/ 266 h 320"/>
                  <a:gd name="T96" fmla="*/ 139 w 213"/>
                  <a:gd name="T97" fmla="*/ 266 h 320"/>
                  <a:gd name="T98" fmla="*/ 139 w 213"/>
                  <a:gd name="T99" fmla="*/ 138 h 320"/>
                  <a:gd name="T100" fmla="*/ 149 w 213"/>
                  <a:gd name="T101" fmla="*/ 128 h 320"/>
                  <a:gd name="T102" fmla="*/ 160 w 213"/>
                  <a:gd name="T103" fmla="*/ 138 h 320"/>
                  <a:gd name="T104" fmla="*/ 160 w 213"/>
                  <a:gd name="T105" fmla="*/ 266 h 320"/>
                  <a:gd name="T106" fmla="*/ 149 w 213"/>
                  <a:gd name="T107" fmla="*/ 277 h 320"/>
                  <a:gd name="T108" fmla="*/ 139 w 213"/>
                  <a:gd name="T109"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3" h="320">
                    <a:moveTo>
                      <a:pt x="11" y="64"/>
                    </a:moveTo>
                    <a:cubicBezTo>
                      <a:pt x="203" y="64"/>
                      <a:pt x="203" y="64"/>
                      <a:pt x="203" y="64"/>
                    </a:cubicBezTo>
                    <a:cubicBezTo>
                      <a:pt x="209" y="64"/>
                      <a:pt x="213" y="59"/>
                      <a:pt x="213" y="53"/>
                    </a:cubicBezTo>
                    <a:cubicBezTo>
                      <a:pt x="213" y="47"/>
                      <a:pt x="209" y="42"/>
                      <a:pt x="203" y="42"/>
                    </a:cubicBezTo>
                    <a:cubicBezTo>
                      <a:pt x="167" y="42"/>
                      <a:pt x="167" y="42"/>
                      <a:pt x="167" y="42"/>
                    </a:cubicBezTo>
                    <a:cubicBezTo>
                      <a:pt x="158" y="17"/>
                      <a:pt x="134" y="0"/>
                      <a:pt x="107" y="0"/>
                    </a:cubicBezTo>
                    <a:cubicBezTo>
                      <a:pt x="81" y="0"/>
                      <a:pt x="58" y="15"/>
                      <a:pt x="48" y="38"/>
                    </a:cubicBezTo>
                    <a:cubicBezTo>
                      <a:pt x="48" y="38"/>
                      <a:pt x="48" y="38"/>
                      <a:pt x="48" y="38"/>
                    </a:cubicBezTo>
                    <a:cubicBezTo>
                      <a:pt x="47" y="39"/>
                      <a:pt x="47" y="41"/>
                      <a:pt x="46" y="42"/>
                    </a:cubicBezTo>
                    <a:cubicBezTo>
                      <a:pt x="11" y="42"/>
                      <a:pt x="11" y="42"/>
                      <a:pt x="11" y="42"/>
                    </a:cubicBezTo>
                    <a:cubicBezTo>
                      <a:pt x="5" y="42"/>
                      <a:pt x="0" y="47"/>
                      <a:pt x="0" y="53"/>
                    </a:cubicBezTo>
                    <a:cubicBezTo>
                      <a:pt x="0" y="59"/>
                      <a:pt x="5" y="64"/>
                      <a:pt x="11" y="64"/>
                    </a:cubicBezTo>
                    <a:close/>
                    <a:moveTo>
                      <a:pt x="107" y="21"/>
                    </a:moveTo>
                    <a:cubicBezTo>
                      <a:pt x="122" y="21"/>
                      <a:pt x="136" y="29"/>
                      <a:pt x="144" y="42"/>
                    </a:cubicBezTo>
                    <a:cubicBezTo>
                      <a:pt x="70" y="42"/>
                      <a:pt x="70" y="42"/>
                      <a:pt x="70" y="42"/>
                    </a:cubicBezTo>
                    <a:cubicBezTo>
                      <a:pt x="77" y="29"/>
                      <a:pt x="91" y="21"/>
                      <a:pt x="107" y="21"/>
                    </a:cubicBezTo>
                    <a:close/>
                    <a:moveTo>
                      <a:pt x="203" y="85"/>
                    </a:moveTo>
                    <a:cubicBezTo>
                      <a:pt x="192" y="85"/>
                      <a:pt x="192" y="85"/>
                      <a:pt x="192" y="85"/>
                    </a:cubicBezTo>
                    <a:cubicBezTo>
                      <a:pt x="21" y="85"/>
                      <a:pt x="21" y="85"/>
                      <a:pt x="21" y="85"/>
                    </a:cubicBezTo>
                    <a:cubicBezTo>
                      <a:pt x="11" y="85"/>
                      <a:pt x="11" y="85"/>
                      <a:pt x="11" y="85"/>
                    </a:cubicBezTo>
                    <a:cubicBezTo>
                      <a:pt x="5" y="85"/>
                      <a:pt x="0" y="90"/>
                      <a:pt x="0" y="96"/>
                    </a:cubicBezTo>
                    <a:cubicBezTo>
                      <a:pt x="0" y="102"/>
                      <a:pt x="5" y="106"/>
                      <a:pt x="11" y="106"/>
                    </a:cubicBezTo>
                    <a:cubicBezTo>
                      <a:pt x="11" y="309"/>
                      <a:pt x="11" y="309"/>
                      <a:pt x="11" y="309"/>
                    </a:cubicBezTo>
                    <a:cubicBezTo>
                      <a:pt x="11" y="315"/>
                      <a:pt x="15" y="320"/>
                      <a:pt x="21" y="320"/>
                    </a:cubicBezTo>
                    <a:cubicBezTo>
                      <a:pt x="192" y="320"/>
                      <a:pt x="192" y="320"/>
                      <a:pt x="192" y="320"/>
                    </a:cubicBezTo>
                    <a:cubicBezTo>
                      <a:pt x="198" y="320"/>
                      <a:pt x="203" y="315"/>
                      <a:pt x="203" y="309"/>
                    </a:cubicBezTo>
                    <a:cubicBezTo>
                      <a:pt x="203" y="106"/>
                      <a:pt x="203" y="106"/>
                      <a:pt x="203" y="106"/>
                    </a:cubicBezTo>
                    <a:cubicBezTo>
                      <a:pt x="209" y="106"/>
                      <a:pt x="213" y="102"/>
                      <a:pt x="213" y="96"/>
                    </a:cubicBezTo>
                    <a:cubicBezTo>
                      <a:pt x="213" y="90"/>
                      <a:pt x="209" y="85"/>
                      <a:pt x="203" y="85"/>
                    </a:cubicBezTo>
                    <a:close/>
                    <a:moveTo>
                      <a:pt x="181" y="298"/>
                    </a:moveTo>
                    <a:cubicBezTo>
                      <a:pt x="32" y="298"/>
                      <a:pt x="32" y="298"/>
                      <a:pt x="32" y="298"/>
                    </a:cubicBezTo>
                    <a:cubicBezTo>
                      <a:pt x="32" y="106"/>
                      <a:pt x="32" y="106"/>
                      <a:pt x="32" y="106"/>
                    </a:cubicBezTo>
                    <a:cubicBezTo>
                      <a:pt x="181" y="106"/>
                      <a:pt x="181" y="106"/>
                      <a:pt x="181" y="106"/>
                    </a:cubicBezTo>
                    <a:lnTo>
                      <a:pt x="181" y="298"/>
                    </a:lnTo>
                    <a:close/>
                    <a:moveTo>
                      <a:pt x="53" y="266"/>
                    </a:moveTo>
                    <a:cubicBezTo>
                      <a:pt x="53" y="138"/>
                      <a:pt x="53" y="138"/>
                      <a:pt x="53" y="138"/>
                    </a:cubicBezTo>
                    <a:cubicBezTo>
                      <a:pt x="53" y="132"/>
                      <a:pt x="58" y="128"/>
                      <a:pt x="64" y="128"/>
                    </a:cubicBezTo>
                    <a:cubicBezTo>
                      <a:pt x="70" y="128"/>
                      <a:pt x="75" y="132"/>
                      <a:pt x="75" y="138"/>
                    </a:cubicBezTo>
                    <a:cubicBezTo>
                      <a:pt x="75" y="266"/>
                      <a:pt x="75" y="266"/>
                      <a:pt x="75" y="266"/>
                    </a:cubicBezTo>
                    <a:cubicBezTo>
                      <a:pt x="75" y="272"/>
                      <a:pt x="70" y="277"/>
                      <a:pt x="64" y="277"/>
                    </a:cubicBezTo>
                    <a:cubicBezTo>
                      <a:pt x="58" y="277"/>
                      <a:pt x="53" y="272"/>
                      <a:pt x="53" y="266"/>
                    </a:cubicBezTo>
                    <a:close/>
                    <a:moveTo>
                      <a:pt x="96" y="266"/>
                    </a:moveTo>
                    <a:cubicBezTo>
                      <a:pt x="96" y="138"/>
                      <a:pt x="96" y="138"/>
                      <a:pt x="96" y="138"/>
                    </a:cubicBezTo>
                    <a:cubicBezTo>
                      <a:pt x="96" y="132"/>
                      <a:pt x="101" y="128"/>
                      <a:pt x="107" y="128"/>
                    </a:cubicBezTo>
                    <a:cubicBezTo>
                      <a:pt x="113" y="128"/>
                      <a:pt x="117" y="132"/>
                      <a:pt x="117" y="138"/>
                    </a:cubicBezTo>
                    <a:cubicBezTo>
                      <a:pt x="117" y="266"/>
                      <a:pt x="117" y="266"/>
                      <a:pt x="117" y="266"/>
                    </a:cubicBezTo>
                    <a:cubicBezTo>
                      <a:pt x="117" y="272"/>
                      <a:pt x="113" y="277"/>
                      <a:pt x="107" y="277"/>
                    </a:cubicBezTo>
                    <a:cubicBezTo>
                      <a:pt x="101" y="277"/>
                      <a:pt x="96" y="272"/>
                      <a:pt x="96" y="266"/>
                    </a:cubicBezTo>
                    <a:close/>
                    <a:moveTo>
                      <a:pt x="139" y="266"/>
                    </a:moveTo>
                    <a:cubicBezTo>
                      <a:pt x="139" y="138"/>
                      <a:pt x="139" y="138"/>
                      <a:pt x="139" y="138"/>
                    </a:cubicBezTo>
                    <a:cubicBezTo>
                      <a:pt x="139" y="132"/>
                      <a:pt x="143" y="128"/>
                      <a:pt x="149" y="128"/>
                    </a:cubicBezTo>
                    <a:cubicBezTo>
                      <a:pt x="155" y="128"/>
                      <a:pt x="160" y="132"/>
                      <a:pt x="160" y="138"/>
                    </a:cubicBezTo>
                    <a:cubicBezTo>
                      <a:pt x="160" y="266"/>
                      <a:pt x="160" y="266"/>
                      <a:pt x="160" y="266"/>
                    </a:cubicBezTo>
                    <a:cubicBezTo>
                      <a:pt x="160" y="272"/>
                      <a:pt x="155" y="277"/>
                      <a:pt x="149" y="277"/>
                    </a:cubicBezTo>
                    <a:cubicBezTo>
                      <a:pt x="143" y="277"/>
                      <a:pt x="139" y="272"/>
                      <a:pt x="139"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42" name="Freeform 512">
                <a:extLst>
                  <a:ext uri="{FF2B5EF4-FFF2-40B4-BE49-F238E27FC236}">
                    <a16:creationId xmlns:a16="http://schemas.microsoft.com/office/drawing/2014/main" id="{51DD4555-15E0-44F4-8D5A-32AF513067FD}"/>
                  </a:ext>
                </a:extLst>
              </p:cNvPr>
              <p:cNvSpPr>
                <a:spLocks noEditPoints="1"/>
              </p:cNvSpPr>
              <p:nvPr/>
            </p:nvSpPr>
            <p:spPr bwMode="auto">
              <a:xfrm>
                <a:off x="4155" y="308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43" name="Group 325">
              <a:extLst>
                <a:ext uri="{FF2B5EF4-FFF2-40B4-BE49-F238E27FC236}">
                  <a16:creationId xmlns:a16="http://schemas.microsoft.com/office/drawing/2014/main" id="{6495909F-46CA-4642-8DA4-4EF7C1E646A4}"/>
                </a:ext>
              </a:extLst>
            </p:cNvPr>
            <p:cNvGrpSpPr>
              <a:grpSpLocks noChangeAspect="1"/>
            </p:cNvGrpSpPr>
            <p:nvPr/>
          </p:nvGrpSpPr>
          <p:grpSpPr bwMode="auto">
            <a:xfrm>
              <a:off x="6645441" y="3746819"/>
              <a:ext cx="684623" cy="686636"/>
              <a:chOff x="5044" y="1157"/>
              <a:chExt cx="340" cy="341"/>
            </a:xfrm>
            <a:solidFill>
              <a:schemeClr val="bg1"/>
            </a:solidFill>
          </p:grpSpPr>
          <p:sp>
            <p:nvSpPr>
              <p:cNvPr id="44" name="Freeform 326">
                <a:extLst>
                  <a:ext uri="{FF2B5EF4-FFF2-40B4-BE49-F238E27FC236}">
                    <a16:creationId xmlns:a16="http://schemas.microsoft.com/office/drawing/2014/main" id="{21FF990C-ED87-42BE-BF1C-39EE6B974076}"/>
                  </a:ext>
                </a:extLst>
              </p:cNvPr>
              <p:cNvSpPr>
                <a:spLocks noEditPoints="1"/>
              </p:cNvSpPr>
              <p:nvPr/>
            </p:nvSpPr>
            <p:spPr bwMode="auto">
              <a:xfrm>
                <a:off x="5044" y="1157"/>
                <a:ext cx="340" cy="3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45" name="Freeform 327">
                <a:extLst>
                  <a:ext uri="{FF2B5EF4-FFF2-40B4-BE49-F238E27FC236}">
                    <a16:creationId xmlns:a16="http://schemas.microsoft.com/office/drawing/2014/main" id="{A71038A2-23D7-419A-9F88-FC4D7DFC5D5B}"/>
                  </a:ext>
                </a:extLst>
              </p:cNvPr>
              <p:cNvSpPr>
                <a:spLocks noEditPoints="1"/>
              </p:cNvSpPr>
              <p:nvPr/>
            </p:nvSpPr>
            <p:spPr bwMode="auto">
              <a:xfrm>
                <a:off x="5122" y="1221"/>
                <a:ext cx="188" cy="213"/>
              </a:xfrm>
              <a:custGeom>
                <a:avLst/>
                <a:gdLst>
                  <a:gd name="T0" fmla="*/ 149 w 284"/>
                  <a:gd name="T1" fmla="*/ 106 h 320"/>
                  <a:gd name="T2" fmla="*/ 149 w 284"/>
                  <a:gd name="T3" fmla="*/ 181 h 320"/>
                  <a:gd name="T4" fmla="*/ 139 w 284"/>
                  <a:gd name="T5" fmla="*/ 192 h 320"/>
                  <a:gd name="T6" fmla="*/ 128 w 284"/>
                  <a:gd name="T7" fmla="*/ 181 h 320"/>
                  <a:gd name="T8" fmla="*/ 128 w 284"/>
                  <a:gd name="T9" fmla="*/ 106 h 320"/>
                  <a:gd name="T10" fmla="*/ 139 w 284"/>
                  <a:gd name="T11" fmla="*/ 96 h 320"/>
                  <a:gd name="T12" fmla="*/ 149 w 284"/>
                  <a:gd name="T13" fmla="*/ 106 h 320"/>
                  <a:gd name="T14" fmla="*/ 280 w 284"/>
                  <a:gd name="T15" fmla="*/ 64 h 320"/>
                  <a:gd name="T16" fmla="*/ 280 w 284"/>
                  <a:gd name="T17" fmla="*/ 79 h 320"/>
                  <a:gd name="T18" fmla="*/ 272 w 284"/>
                  <a:gd name="T19" fmla="*/ 82 h 320"/>
                  <a:gd name="T20" fmla="*/ 265 w 284"/>
                  <a:gd name="T21" fmla="*/ 79 h 320"/>
                  <a:gd name="T22" fmla="*/ 250 w 284"/>
                  <a:gd name="T23" fmla="*/ 64 h 320"/>
                  <a:gd name="T24" fmla="*/ 233 w 284"/>
                  <a:gd name="T25" fmla="*/ 80 h 320"/>
                  <a:gd name="T26" fmla="*/ 277 w 284"/>
                  <a:gd name="T27" fmla="*/ 181 h 320"/>
                  <a:gd name="T28" fmla="*/ 139 w 284"/>
                  <a:gd name="T29" fmla="*/ 320 h 320"/>
                  <a:gd name="T30" fmla="*/ 0 w 284"/>
                  <a:gd name="T31" fmla="*/ 181 h 320"/>
                  <a:gd name="T32" fmla="*/ 128 w 284"/>
                  <a:gd name="T33" fmla="*/ 43 h 320"/>
                  <a:gd name="T34" fmla="*/ 128 w 284"/>
                  <a:gd name="T35" fmla="*/ 21 h 320"/>
                  <a:gd name="T36" fmla="*/ 107 w 284"/>
                  <a:gd name="T37" fmla="*/ 21 h 320"/>
                  <a:gd name="T38" fmla="*/ 96 w 284"/>
                  <a:gd name="T39" fmla="*/ 10 h 320"/>
                  <a:gd name="T40" fmla="*/ 107 w 284"/>
                  <a:gd name="T41" fmla="*/ 0 h 320"/>
                  <a:gd name="T42" fmla="*/ 171 w 284"/>
                  <a:gd name="T43" fmla="*/ 0 h 320"/>
                  <a:gd name="T44" fmla="*/ 181 w 284"/>
                  <a:gd name="T45" fmla="*/ 10 h 320"/>
                  <a:gd name="T46" fmla="*/ 171 w 284"/>
                  <a:gd name="T47" fmla="*/ 21 h 320"/>
                  <a:gd name="T48" fmla="*/ 149 w 284"/>
                  <a:gd name="T49" fmla="*/ 21 h 320"/>
                  <a:gd name="T50" fmla="*/ 149 w 284"/>
                  <a:gd name="T51" fmla="*/ 43 h 320"/>
                  <a:gd name="T52" fmla="*/ 217 w 284"/>
                  <a:gd name="T53" fmla="*/ 67 h 320"/>
                  <a:gd name="T54" fmla="*/ 235 w 284"/>
                  <a:gd name="T55" fmla="*/ 49 h 320"/>
                  <a:gd name="T56" fmla="*/ 220 w 284"/>
                  <a:gd name="T57" fmla="*/ 33 h 320"/>
                  <a:gd name="T58" fmla="*/ 220 w 284"/>
                  <a:gd name="T59" fmla="*/ 18 h 320"/>
                  <a:gd name="T60" fmla="*/ 235 w 284"/>
                  <a:gd name="T61" fmla="*/ 18 h 320"/>
                  <a:gd name="T62" fmla="*/ 280 w 284"/>
                  <a:gd name="T63" fmla="*/ 64 h 320"/>
                  <a:gd name="T64" fmla="*/ 139 w 284"/>
                  <a:gd name="T65" fmla="*/ 64 h 320"/>
                  <a:gd name="T66" fmla="*/ 21 w 284"/>
                  <a:gd name="T67" fmla="*/ 181 h 320"/>
                  <a:gd name="T68" fmla="*/ 139 w 284"/>
                  <a:gd name="T69" fmla="*/ 298 h 320"/>
                  <a:gd name="T70" fmla="*/ 256 w 284"/>
                  <a:gd name="T71" fmla="*/ 181 h 320"/>
                  <a:gd name="T72" fmla="*/ 139 w 284"/>
                  <a:gd name="T73" fmla="*/ 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4" h="320">
                    <a:moveTo>
                      <a:pt x="149" y="106"/>
                    </a:moveTo>
                    <a:cubicBezTo>
                      <a:pt x="149" y="181"/>
                      <a:pt x="149" y="181"/>
                      <a:pt x="149" y="181"/>
                    </a:cubicBezTo>
                    <a:cubicBezTo>
                      <a:pt x="149" y="187"/>
                      <a:pt x="145" y="192"/>
                      <a:pt x="139" y="192"/>
                    </a:cubicBezTo>
                    <a:cubicBezTo>
                      <a:pt x="133" y="192"/>
                      <a:pt x="128" y="187"/>
                      <a:pt x="128" y="181"/>
                    </a:cubicBezTo>
                    <a:cubicBezTo>
                      <a:pt x="128" y="106"/>
                      <a:pt x="128" y="106"/>
                      <a:pt x="128" y="106"/>
                    </a:cubicBezTo>
                    <a:cubicBezTo>
                      <a:pt x="128" y="100"/>
                      <a:pt x="133" y="96"/>
                      <a:pt x="139" y="96"/>
                    </a:cubicBezTo>
                    <a:cubicBezTo>
                      <a:pt x="145" y="96"/>
                      <a:pt x="149" y="100"/>
                      <a:pt x="149" y="106"/>
                    </a:cubicBezTo>
                    <a:close/>
                    <a:moveTo>
                      <a:pt x="280" y="64"/>
                    </a:moveTo>
                    <a:cubicBezTo>
                      <a:pt x="284" y="68"/>
                      <a:pt x="284" y="75"/>
                      <a:pt x="280" y="79"/>
                    </a:cubicBezTo>
                    <a:cubicBezTo>
                      <a:pt x="278" y="81"/>
                      <a:pt x="275" y="82"/>
                      <a:pt x="272" y="82"/>
                    </a:cubicBezTo>
                    <a:cubicBezTo>
                      <a:pt x="270" y="82"/>
                      <a:pt x="267" y="81"/>
                      <a:pt x="265" y="79"/>
                    </a:cubicBezTo>
                    <a:cubicBezTo>
                      <a:pt x="250" y="64"/>
                      <a:pt x="250" y="64"/>
                      <a:pt x="250" y="64"/>
                    </a:cubicBezTo>
                    <a:cubicBezTo>
                      <a:pt x="233" y="80"/>
                      <a:pt x="233" y="80"/>
                      <a:pt x="233" y="80"/>
                    </a:cubicBezTo>
                    <a:cubicBezTo>
                      <a:pt x="260" y="105"/>
                      <a:pt x="277" y="141"/>
                      <a:pt x="277" y="181"/>
                    </a:cubicBezTo>
                    <a:cubicBezTo>
                      <a:pt x="277" y="257"/>
                      <a:pt x="215" y="320"/>
                      <a:pt x="139" y="320"/>
                    </a:cubicBezTo>
                    <a:cubicBezTo>
                      <a:pt x="62" y="320"/>
                      <a:pt x="0" y="257"/>
                      <a:pt x="0" y="181"/>
                    </a:cubicBezTo>
                    <a:cubicBezTo>
                      <a:pt x="0" y="108"/>
                      <a:pt x="57" y="48"/>
                      <a:pt x="128" y="43"/>
                    </a:cubicBezTo>
                    <a:cubicBezTo>
                      <a:pt x="128" y="21"/>
                      <a:pt x="128" y="21"/>
                      <a:pt x="128" y="21"/>
                    </a:cubicBezTo>
                    <a:cubicBezTo>
                      <a:pt x="107" y="21"/>
                      <a:pt x="107" y="21"/>
                      <a:pt x="107" y="21"/>
                    </a:cubicBezTo>
                    <a:cubicBezTo>
                      <a:pt x="101" y="21"/>
                      <a:pt x="96" y="16"/>
                      <a:pt x="96" y="10"/>
                    </a:cubicBezTo>
                    <a:cubicBezTo>
                      <a:pt x="96" y="4"/>
                      <a:pt x="101" y="0"/>
                      <a:pt x="107" y="0"/>
                    </a:cubicBezTo>
                    <a:cubicBezTo>
                      <a:pt x="171" y="0"/>
                      <a:pt x="171" y="0"/>
                      <a:pt x="171" y="0"/>
                    </a:cubicBezTo>
                    <a:cubicBezTo>
                      <a:pt x="177" y="0"/>
                      <a:pt x="181" y="4"/>
                      <a:pt x="181" y="10"/>
                    </a:cubicBezTo>
                    <a:cubicBezTo>
                      <a:pt x="181" y="16"/>
                      <a:pt x="177" y="21"/>
                      <a:pt x="171" y="21"/>
                    </a:cubicBezTo>
                    <a:cubicBezTo>
                      <a:pt x="149" y="21"/>
                      <a:pt x="149" y="21"/>
                      <a:pt x="149" y="21"/>
                    </a:cubicBezTo>
                    <a:cubicBezTo>
                      <a:pt x="149" y="43"/>
                      <a:pt x="149" y="43"/>
                      <a:pt x="149" y="43"/>
                    </a:cubicBezTo>
                    <a:cubicBezTo>
                      <a:pt x="174" y="45"/>
                      <a:pt x="197" y="53"/>
                      <a:pt x="217" y="67"/>
                    </a:cubicBezTo>
                    <a:cubicBezTo>
                      <a:pt x="235" y="49"/>
                      <a:pt x="235" y="49"/>
                      <a:pt x="235" y="49"/>
                    </a:cubicBezTo>
                    <a:cubicBezTo>
                      <a:pt x="220" y="33"/>
                      <a:pt x="220" y="33"/>
                      <a:pt x="220" y="33"/>
                    </a:cubicBezTo>
                    <a:cubicBezTo>
                      <a:pt x="215" y="29"/>
                      <a:pt x="215" y="23"/>
                      <a:pt x="220" y="18"/>
                    </a:cubicBezTo>
                    <a:cubicBezTo>
                      <a:pt x="224" y="14"/>
                      <a:pt x="231" y="14"/>
                      <a:pt x="235" y="18"/>
                    </a:cubicBezTo>
                    <a:lnTo>
                      <a:pt x="280" y="64"/>
                    </a:lnTo>
                    <a:close/>
                    <a:moveTo>
                      <a:pt x="139" y="64"/>
                    </a:moveTo>
                    <a:cubicBezTo>
                      <a:pt x="74" y="64"/>
                      <a:pt x="21" y="116"/>
                      <a:pt x="21" y="181"/>
                    </a:cubicBezTo>
                    <a:cubicBezTo>
                      <a:pt x="21" y="246"/>
                      <a:pt x="74" y="298"/>
                      <a:pt x="139" y="298"/>
                    </a:cubicBezTo>
                    <a:cubicBezTo>
                      <a:pt x="203" y="298"/>
                      <a:pt x="256" y="246"/>
                      <a:pt x="256" y="181"/>
                    </a:cubicBezTo>
                    <a:cubicBezTo>
                      <a:pt x="256" y="116"/>
                      <a:pt x="203" y="64"/>
                      <a:pt x="139" y="6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46" name="Group 932">
              <a:extLst>
                <a:ext uri="{FF2B5EF4-FFF2-40B4-BE49-F238E27FC236}">
                  <a16:creationId xmlns:a16="http://schemas.microsoft.com/office/drawing/2014/main" id="{6F686584-1E37-4511-8D45-3D5B266EA5C0}"/>
                </a:ext>
              </a:extLst>
            </p:cNvPr>
            <p:cNvGrpSpPr>
              <a:grpSpLocks noChangeAspect="1"/>
            </p:cNvGrpSpPr>
            <p:nvPr/>
          </p:nvGrpSpPr>
          <p:grpSpPr bwMode="auto">
            <a:xfrm>
              <a:off x="6654844" y="2777694"/>
              <a:ext cx="715774" cy="715774"/>
              <a:chOff x="5795" y="3560"/>
              <a:chExt cx="340" cy="340"/>
            </a:xfrm>
            <a:solidFill>
              <a:schemeClr val="bg1"/>
            </a:solidFill>
          </p:grpSpPr>
          <p:sp>
            <p:nvSpPr>
              <p:cNvPr id="47" name="Freeform 933">
                <a:extLst>
                  <a:ext uri="{FF2B5EF4-FFF2-40B4-BE49-F238E27FC236}">
                    <a16:creationId xmlns:a16="http://schemas.microsoft.com/office/drawing/2014/main" id="{51A2F936-8621-4F0E-BC99-E83C18E1FF09}"/>
                  </a:ext>
                </a:extLst>
              </p:cNvPr>
              <p:cNvSpPr>
                <a:spLocks noEditPoints="1"/>
              </p:cNvSpPr>
              <p:nvPr/>
            </p:nvSpPr>
            <p:spPr bwMode="auto">
              <a:xfrm>
                <a:off x="5859" y="3652"/>
                <a:ext cx="212" cy="148"/>
              </a:xfrm>
              <a:custGeom>
                <a:avLst/>
                <a:gdLst>
                  <a:gd name="T0" fmla="*/ 313 w 320"/>
                  <a:gd name="T1" fmla="*/ 54 h 224"/>
                  <a:gd name="T2" fmla="*/ 163 w 320"/>
                  <a:gd name="T3" fmla="*/ 1 h 224"/>
                  <a:gd name="T4" fmla="*/ 156 w 320"/>
                  <a:gd name="T5" fmla="*/ 1 h 224"/>
                  <a:gd name="T6" fmla="*/ 7 w 320"/>
                  <a:gd name="T7" fmla="*/ 54 h 224"/>
                  <a:gd name="T8" fmla="*/ 0 w 320"/>
                  <a:gd name="T9" fmla="*/ 64 h 224"/>
                  <a:gd name="T10" fmla="*/ 6 w 320"/>
                  <a:gd name="T11" fmla="*/ 74 h 224"/>
                  <a:gd name="T12" fmla="*/ 63 w 320"/>
                  <a:gd name="T13" fmla="*/ 98 h 224"/>
                  <a:gd name="T14" fmla="*/ 53 w 320"/>
                  <a:gd name="T15" fmla="*/ 170 h 224"/>
                  <a:gd name="T16" fmla="*/ 54 w 320"/>
                  <a:gd name="T17" fmla="*/ 176 h 224"/>
                  <a:gd name="T18" fmla="*/ 160 w 320"/>
                  <a:gd name="T19" fmla="*/ 224 h 224"/>
                  <a:gd name="T20" fmla="*/ 264 w 320"/>
                  <a:gd name="T21" fmla="*/ 178 h 224"/>
                  <a:gd name="T22" fmla="*/ 266 w 320"/>
                  <a:gd name="T23" fmla="*/ 170 h 224"/>
                  <a:gd name="T24" fmla="*/ 257 w 320"/>
                  <a:gd name="T25" fmla="*/ 98 h 224"/>
                  <a:gd name="T26" fmla="*/ 288 w 320"/>
                  <a:gd name="T27" fmla="*/ 85 h 224"/>
                  <a:gd name="T28" fmla="*/ 288 w 320"/>
                  <a:gd name="T29" fmla="*/ 214 h 224"/>
                  <a:gd name="T30" fmla="*/ 298 w 320"/>
                  <a:gd name="T31" fmla="*/ 224 h 224"/>
                  <a:gd name="T32" fmla="*/ 309 w 320"/>
                  <a:gd name="T33" fmla="*/ 214 h 224"/>
                  <a:gd name="T34" fmla="*/ 309 w 320"/>
                  <a:gd name="T35" fmla="*/ 76 h 224"/>
                  <a:gd name="T36" fmla="*/ 313 w 320"/>
                  <a:gd name="T37" fmla="*/ 74 h 224"/>
                  <a:gd name="T38" fmla="*/ 320 w 320"/>
                  <a:gd name="T39" fmla="*/ 64 h 224"/>
                  <a:gd name="T40" fmla="*/ 313 w 320"/>
                  <a:gd name="T41" fmla="*/ 54 h 224"/>
                  <a:gd name="T42" fmla="*/ 244 w 320"/>
                  <a:gd name="T43" fmla="*/ 167 h 224"/>
                  <a:gd name="T44" fmla="*/ 160 w 320"/>
                  <a:gd name="T45" fmla="*/ 203 h 224"/>
                  <a:gd name="T46" fmla="*/ 75 w 320"/>
                  <a:gd name="T47" fmla="*/ 168 h 224"/>
                  <a:gd name="T48" fmla="*/ 83 w 320"/>
                  <a:gd name="T49" fmla="*/ 107 h 224"/>
                  <a:gd name="T50" fmla="*/ 155 w 320"/>
                  <a:gd name="T51" fmla="*/ 138 h 224"/>
                  <a:gd name="T52" fmla="*/ 160 w 320"/>
                  <a:gd name="T53" fmla="*/ 139 h 224"/>
                  <a:gd name="T54" fmla="*/ 164 w 320"/>
                  <a:gd name="T55" fmla="*/ 138 h 224"/>
                  <a:gd name="T56" fmla="*/ 236 w 320"/>
                  <a:gd name="T57" fmla="*/ 107 h 224"/>
                  <a:gd name="T58" fmla="*/ 244 w 320"/>
                  <a:gd name="T59" fmla="*/ 167 h 224"/>
                  <a:gd name="T60" fmla="*/ 160 w 320"/>
                  <a:gd name="T61" fmla="*/ 117 h 224"/>
                  <a:gd name="T62" fmla="*/ 40 w 320"/>
                  <a:gd name="T63" fmla="*/ 65 h 224"/>
                  <a:gd name="T64" fmla="*/ 160 w 320"/>
                  <a:gd name="T65" fmla="*/ 22 h 224"/>
                  <a:gd name="T66" fmla="*/ 280 w 320"/>
                  <a:gd name="T67" fmla="*/ 65 h 224"/>
                  <a:gd name="T68" fmla="*/ 160 w 320"/>
                  <a:gd name="T69" fmla="*/ 11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0" h="224">
                    <a:moveTo>
                      <a:pt x="313" y="54"/>
                    </a:moveTo>
                    <a:cubicBezTo>
                      <a:pt x="163" y="1"/>
                      <a:pt x="163" y="1"/>
                      <a:pt x="163" y="1"/>
                    </a:cubicBezTo>
                    <a:cubicBezTo>
                      <a:pt x="161" y="0"/>
                      <a:pt x="158" y="0"/>
                      <a:pt x="156" y="1"/>
                    </a:cubicBezTo>
                    <a:cubicBezTo>
                      <a:pt x="7" y="54"/>
                      <a:pt x="7" y="54"/>
                      <a:pt x="7" y="54"/>
                    </a:cubicBezTo>
                    <a:cubicBezTo>
                      <a:pt x="3" y="56"/>
                      <a:pt x="0" y="60"/>
                      <a:pt x="0" y="64"/>
                    </a:cubicBezTo>
                    <a:cubicBezTo>
                      <a:pt x="0" y="68"/>
                      <a:pt x="2" y="72"/>
                      <a:pt x="6" y="74"/>
                    </a:cubicBezTo>
                    <a:cubicBezTo>
                      <a:pt x="63" y="98"/>
                      <a:pt x="63" y="98"/>
                      <a:pt x="63" y="98"/>
                    </a:cubicBezTo>
                    <a:cubicBezTo>
                      <a:pt x="53" y="170"/>
                      <a:pt x="53" y="170"/>
                      <a:pt x="53" y="170"/>
                    </a:cubicBezTo>
                    <a:cubicBezTo>
                      <a:pt x="53" y="172"/>
                      <a:pt x="53" y="174"/>
                      <a:pt x="54" y="176"/>
                    </a:cubicBezTo>
                    <a:cubicBezTo>
                      <a:pt x="56" y="178"/>
                      <a:pt x="83" y="224"/>
                      <a:pt x="160" y="224"/>
                    </a:cubicBezTo>
                    <a:cubicBezTo>
                      <a:pt x="223" y="224"/>
                      <a:pt x="262" y="180"/>
                      <a:pt x="264" y="178"/>
                    </a:cubicBezTo>
                    <a:cubicBezTo>
                      <a:pt x="266" y="176"/>
                      <a:pt x="267" y="173"/>
                      <a:pt x="266" y="170"/>
                    </a:cubicBezTo>
                    <a:cubicBezTo>
                      <a:pt x="257" y="98"/>
                      <a:pt x="257" y="98"/>
                      <a:pt x="257" y="98"/>
                    </a:cubicBezTo>
                    <a:cubicBezTo>
                      <a:pt x="288" y="85"/>
                      <a:pt x="288" y="85"/>
                      <a:pt x="288" y="85"/>
                    </a:cubicBezTo>
                    <a:cubicBezTo>
                      <a:pt x="288" y="214"/>
                      <a:pt x="288" y="214"/>
                      <a:pt x="288" y="214"/>
                    </a:cubicBezTo>
                    <a:cubicBezTo>
                      <a:pt x="288" y="220"/>
                      <a:pt x="292" y="224"/>
                      <a:pt x="298" y="224"/>
                    </a:cubicBezTo>
                    <a:cubicBezTo>
                      <a:pt x="304" y="224"/>
                      <a:pt x="309" y="220"/>
                      <a:pt x="309" y="214"/>
                    </a:cubicBezTo>
                    <a:cubicBezTo>
                      <a:pt x="309" y="76"/>
                      <a:pt x="309" y="76"/>
                      <a:pt x="309" y="76"/>
                    </a:cubicBezTo>
                    <a:cubicBezTo>
                      <a:pt x="313" y="74"/>
                      <a:pt x="313" y="74"/>
                      <a:pt x="313" y="74"/>
                    </a:cubicBezTo>
                    <a:cubicBezTo>
                      <a:pt x="317" y="72"/>
                      <a:pt x="320" y="68"/>
                      <a:pt x="320" y="64"/>
                    </a:cubicBezTo>
                    <a:cubicBezTo>
                      <a:pt x="320" y="60"/>
                      <a:pt x="317" y="56"/>
                      <a:pt x="313" y="54"/>
                    </a:cubicBezTo>
                    <a:close/>
                    <a:moveTo>
                      <a:pt x="244" y="167"/>
                    </a:moveTo>
                    <a:cubicBezTo>
                      <a:pt x="235" y="177"/>
                      <a:pt x="203" y="203"/>
                      <a:pt x="160" y="203"/>
                    </a:cubicBezTo>
                    <a:cubicBezTo>
                      <a:pt x="105" y="203"/>
                      <a:pt x="81" y="177"/>
                      <a:pt x="75" y="168"/>
                    </a:cubicBezTo>
                    <a:cubicBezTo>
                      <a:pt x="83" y="107"/>
                      <a:pt x="83" y="107"/>
                      <a:pt x="83" y="107"/>
                    </a:cubicBezTo>
                    <a:cubicBezTo>
                      <a:pt x="155" y="138"/>
                      <a:pt x="155" y="138"/>
                      <a:pt x="155" y="138"/>
                    </a:cubicBezTo>
                    <a:cubicBezTo>
                      <a:pt x="157" y="139"/>
                      <a:pt x="158" y="139"/>
                      <a:pt x="160" y="139"/>
                    </a:cubicBezTo>
                    <a:cubicBezTo>
                      <a:pt x="161" y="139"/>
                      <a:pt x="163" y="139"/>
                      <a:pt x="164" y="138"/>
                    </a:cubicBezTo>
                    <a:cubicBezTo>
                      <a:pt x="236" y="107"/>
                      <a:pt x="236" y="107"/>
                      <a:pt x="236" y="107"/>
                    </a:cubicBezTo>
                    <a:lnTo>
                      <a:pt x="244" y="167"/>
                    </a:lnTo>
                    <a:close/>
                    <a:moveTo>
                      <a:pt x="160" y="117"/>
                    </a:moveTo>
                    <a:cubicBezTo>
                      <a:pt x="40" y="65"/>
                      <a:pt x="40" y="65"/>
                      <a:pt x="40" y="65"/>
                    </a:cubicBezTo>
                    <a:cubicBezTo>
                      <a:pt x="160" y="22"/>
                      <a:pt x="160" y="22"/>
                      <a:pt x="160" y="22"/>
                    </a:cubicBezTo>
                    <a:cubicBezTo>
                      <a:pt x="280" y="65"/>
                      <a:pt x="280" y="65"/>
                      <a:pt x="280" y="65"/>
                    </a:cubicBezTo>
                    <a:lnTo>
                      <a:pt x="160" y="1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48" name="Freeform 934">
                <a:extLst>
                  <a:ext uri="{FF2B5EF4-FFF2-40B4-BE49-F238E27FC236}">
                    <a16:creationId xmlns:a16="http://schemas.microsoft.com/office/drawing/2014/main" id="{AC494044-F2D6-4618-91A6-FC89CCBA575A}"/>
                  </a:ext>
                </a:extLst>
              </p:cNvPr>
              <p:cNvSpPr>
                <a:spLocks noEditPoints="1"/>
              </p:cNvSpPr>
              <p:nvPr/>
            </p:nvSpPr>
            <p:spPr bwMode="auto">
              <a:xfrm>
                <a:off x="5795" y="356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49" name="Group 669">
              <a:extLst>
                <a:ext uri="{FF2B5EF4-FFF2-40B4-BE49-F238E27FC236}">
                  <a16:creationId xmlns:a16="http://schemas.microsoft.com/office/drawing/2014/main" id="{8AA578A5-5491-48AF-B97C-A73F3469FC33}"/>
                </a:ext>
              </a:extLst>
            </p:cNvPr>
            <p:cNvGrpSpPr>
              <a:grpSpLocks noChangeAspect="1"/>
            </p:cNvGrpSpPr>
            <p:nvPr/>
          </p:nvGrpSpPr>
          <p:grpSpPr bwMode="auto">
            <a:xfrm>
              <a:off x="5703617" y="4225667"/>
              <a:ext cx="780311" cy="780311"/>
              <a:chOff x="1910" y="2326"/>
              <a:chExt cx="340" cy="340"/>
            </a:xfrm>
            <a:solidFill>
              <a:schemeClr val="bg1"/>
            </a:solidFill>
          </p:grpSpPr>
          <p:sp>
            <p:nvSpPr>
              <p:cNvPr id="50" name="Freeform 670">
                <a:extLst>
                  <a:ext uri="{FF2B5EF4-FFF2-40B4-BE49-F238E27FC236}">
                    <a16:creationId xmlns:a16="http://schemas.microsoft.com/office/drawing/2014/main" id="{1901B5BA-FD47-4D29-BFCA-0B181C262241}"/>
                  </a:ext>
                </a:extLst>
              </p:cNvPr>
              <p:cNvSpPr>
                <a:spLocks noEditPoints="1"/>
              </p:cNvSpPr>
              <p:nvPr/>
            </p:nvSpPr>
            <p:spPr bwMode="auto">
              <a:xfrm>
                <a:off x="1910" y="232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51" name="Freeform 671">
                <a:extLst>
                  <a:ext uri="{FF2B5EF4-FFF2-40B4-BE49-F238E27FC236}">
                    <a16:creationId xmlns:a16="http://schemas.microsoft.com/office/drawing/2014/main" id="{42B55B89-8D5B-4E26-99D5-EC316E43AE01}"/>
                  </a:ext>
                </a:extLst>
              </p:cNvPr>
              <p:cNvSpPr>
                <a:spLocks noEditPoints="1"/>
              </p:cNvSpPr>
              <p:nvPr/>
            </p:nvSpPr>
            <p:spPr bwMode="auto">
              <a:xfrm>
                <a:off x="1973" y="2390"/>
                <a:ext cx="214" cy="212"/>
              </a:xfrm>
              <a:custGeom>
                <a:avLst/>
                <a:gdLst>
                  <a:gd name="T0" fmla="*/ 298 w 322"/>
                  <a:gd name="T1" fmla="*/ 67 h 320"/>
                  <a:gd name="T2" fmla="*/ 246 w 322"/>
                  <a:gd name="T3" fmla="*/ 55 h 320"/>
                  <a:gd name="T4" fmla="*/ 246 w 322"/>
                  <a:gd name="T5" fmla="*/ 10 h 320"/>
                  <a:gd name="T6" fmla="*/ 235 w 322"/>
                  <a:gd name="T7" fmla="*/ 0 h 320"/>
                  <a:gd name="T8" fmla="*/ 86 w 322"/>
                  <a:gd name="T9" fmla="*/ 0 h 320"/>
                  <a:gd name="T10" fmla="*/ 75 w 322"/>
                  <a:gd name="T11" fmla="*/ 10 h 320"/>
                  <a:gd name="T12" fmla="*/ 76 w 322"/>
                  <a:gd name="T13" fmla="*/ 55 h 320"/>
                  <a:gd name="T14" fmla="*/ 23 w 322"/>
                  <a:gd name="T15" fmla="*/ 67 h 320"/>
                  <a:gd name="T16" fmla="*/ 52 w 322"/>
                  <a:gd name="T17" fmla="*/ 177 h 320"/>
                  <a:gd name="T18" fmla="*/ 104 w 322"/>
                  <a:gd name="T19" fmla="*/ 213 h 320"/>
                  <a:gd name="T20" fmla="*/ 107 w 322"/>
                  <a:gd name="T21" fmla="*/ 213 h 320"/>
                  <a:gd name="T22" fmla="*/ 109 w 322"/>
                  <a:gd name="T23" fmla="*/ 213 h 320"/>
                  <a:gd name="T24" fmla="*/ 121 w 322"/>
                  <a:gd name="T25" fmla="*/ 227 h 320"/>
                  <a:gd name="T26" fmla="*/ 146 w 322"/>
                  <a:gd name="T27" fmla="*/ 243 h 320"/>
                  <a:gd name="T28" fmla="*/ 119 w 322"/>
                  <a:gd name="T29" fmla="*/ 305 h 320"/>
                  <a:gd name="T30" fmla="*/ 120 w 322"/>
                  <a:gd name="T31" fmla="*/ 315 h 320"/>
                  <a:gd name="T32" fmla="*/ 129 w 322"/>
                  <a:gd name="T33" fmla="*/ 320 h 320"/>
                  <a:gd name="T34" fmla="*/ 193 w 322"/>
                  <a:gd name="T35" fmla="*/ 320 h 320"/>
                  <a:gd name="T36" fmla="*/ 202 w 322"/>
                  <a:gd name="T37" fmla="*/ 315 h 320"/>
                  <a:gd name="T38" fmla="*/ 202 w 322"/>
                  <a:gd name="T39" fmla="*/ 305 h 320"/>
                  <a:gd name="T40" fmla="*/ 176 w 322"/>
                  <a:gd name="T41" fmla="*/ 243 h 320"/>
                  <a:gd name="T42" fmla="*/ 201 w 322"/>
                  <a:gd name="T43" fmla="*/ 227 h 320"/>
                  <a:gd name="T44" fmla="*/ 212 w 322"/>
                  <a:gd name="T45" fmla="*/ 213 h 320"/>
                  <a:gd name="T46" fmla="*/ 214 w 322"/>
                  <a:gd name="T47" fmla="*/ 213 h 320"/>
                  <a:gd name="T48" fmla="*/ 217 w 322"/>
                  <a:gd name="T49" fmla="*/ 213 h 320"/>
                  <a:gd name="T50" fmla="*/ 270 w 322"/>
                  <a:gd name="T51" fmla="*/ 177 h 320"/>
                  <a:gd name="T52" fmla="*/ 298 w 322"/>
                  <a:gd name="T53" fmla="*/ 67 h 320"/>
                  <a:gd name="T54" fmla="*/ 66 w 322"/>
                  <a:gd name="T55" fmla="*/ 161 h 320"/>
                  <a:gd name="T56" fmla="*/ 39 w 322"/>
                  <a:gd name="T57" fmla="*/ 81 h 320"/>
                  <a:gd name="T58" fmla="*/ 77 w 322"/>
                  <a:gd name="T59" fmla="*/ 77 h 320"/>
                  <a:gd name="T60" fmla="*/ 97 w 322"/>
                  <a:gd name="T61" fmla="*/ 186 h 320"/>
                  <a:gd name="T62" fmla="*/ 66 w 322"/>
                  <a:gd name="T63" fmla="*/ 161 h 320"/>
                  <a:gd name="T64" fmla="*/ 145 w 322"/>
                  <a:gd name="T65" fmla="*/ 298 h 320"/>
                  <a:gd name="T66" fmla="*/ 161 w 322"/>
                  <a:gd name="T67" fmla="*/ 262 h 320"/>
                  <a:gd name="T68" fmla="*/ 176 w 322"/>
                  <a:gd name="T69" fmla="*/ 298 h 320"/>
                  <a:gd name="T70" fmla="*/ 145 w 322"/>
                  <a:gd name="T71" fmla="*/ 298 h 320"/>
                  <a:gd name="T72" fmla="*/ 185 w 322"/>
                  <a:gd name="T73" fmla="*/ 213 h 320"/>
                  <a:gd name="T74" fmla="*/ 161 w 322"/>
                  <a:gd name="T75" fmla="*/ 224 h 320"/>
                  <a:gd name="T76" fmla="*/ 136 w 322"/>
                  <a:gd name="T77" fmla="*/ 213 h 320"/>
                  <a:gd name="T78" fmla="*/ 96 w 322"/>
                  <a:gd name="T79" fmla="*/ 21 h 320"/>
                  <a:gd name="T80" fmla="*/ 225 w 322"/>
                  <a:gd name="T81" fmla="*/ 21 h 320"/>
                  <a:gd name="T82" fmla="*/ 185 w 322"/>
                  <a:gd name="T83" fmla="*/ 213 h 320"/>
                  <a:gd name="T84" fmla="*/ 255 w 322"/>
                  <a:gd name="T85" fmla="*/ 161 h 320"/>
                  <a:gd name="T86" fmla="*/ 225 w 322"/>
                  <a:gd name="T87" fmla="*/ 186 h 320"/>
                  <a:gd name="T88" fmla="*/ 245 w 322"/>
                  <a:gd name="T89" fmla="*/ 77 h 320"/>
                  <a:gd name="T90" fmla="*/ 283 w 322"/>
                  <a:gd name="T91" fmla="*/ 81 h 320"/>
                  <a:gd name="T92" fmla="*/ 255 w 322"/>
                  <a:gd name="T93"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20">
                    <a:moveTo>
                      <a:pt x="298" y="67"/>
                    </a:moveTo>
                    <a:cubicBezTo>
                      <a:pt x="286" y="54"/>
                      <a:pt x="268" y="50"/>
                      <a:pt x="246" y="55"/>
                    </a:cubicBezTo>
                    <a:cubicBezTo>
                      <a:pt x="247" y="30"/>
                      <a:pt x="246" y="12"/>
                      <a:pt x="246" y="10"/>
                    </a:cubicBezTo>
                    <a:cubicBezTo>
                      <a:pt x="246" y="4"/>
                      <a:pt x="241" y="0"/>
                      <a:pt x="235" y="0"/>
                    </a:cubicBezTo>
                    <a:cubicBezTo>
                      <a:pt x="86" y="0"/>
                      <a:pt x="86" y="0"/>
                      <a:pt x="86" y="0"/>
                    </a:cubicBezTo>
                    <a:cubicBezTo>
                      <a:pt x="80" y="0"/>
                      <a:pt x="76" y="4"/>
                      <a:pt x="75" y="10"/>
                    </a:cubicBezTo>
                    <a:cubicBezTo>
                      <a:pt x="75" y="12"/>
                      <a:pt x="75" y="30"/>
                      <a:pt x="76" y="55"/>
                    </a:cubicBezTo>
                    <a:cubicBezTo>
                      <a:pt x="54" y="50"/>
                      <a:pt x="35" y="54"/>
                      <a:pt x="23" y="67"/>
                    </a:cubicBezTo>
                    <a:cubicBezTo>
                      <a:pt x="0" y="92"/>
                      <a:pt x="12" y="140"/>
                      <a:pt x="52" y="177"/>
                    </a:cubicBezTo>
                    <a:cubicBezTo>
                      <a:pt x="67" y="191"/>
                      <a:pt x="85" y="207"/>
                      <a:pt x="104" y="213"/>
                    </a:cubicBezTo>
                    <a:cubicBezTo>
                      <a:pt x="105" y="213"/>
                      <a:pt x="106" y="213"/>
                      <a:pt x="107" y="213"/>
                    </a:cubicBezTo>
                    <a:cubicBezTo>
                      <a:pt x="108" y="213"/>
                      <a:pt x="109" y="213"/>
                      <a:pt x="109" y="213"/>
                    </a:cubicBezTo>
                    <a:cubicBezTo>
                      <a:pt x="113" y="218"/>
                      <a:pt x="117" y="223"/>
                      <a:pt x="121" y="227"/>
                    </a:cubicBezTo>
                    <a:cubicBezTo>
                      <a:pt x="128" y="235"/>
                      <a:pt x="136" y="240"/>
                      <a:pt x="146" y="243"/>
                    </a:cubicBezTo>
                    <a:cubicBezTo>
                      <a:pt x="119" y="305"/>
                      <a:pt x="119" y="305"/>
                      <a:pt x="119" y="305"/>
                    </a:cubicBezTo>
                    <a:cubicBezTo>
                      <a:pt x="117" y="308"/>
                      <a:pt x="118" y="312"/>
                      <a:pt x="120" y="315"/>
                    </a:cubicBezTo>
                    <a:cubicBezTo>
                      <a:pt x="122" y="318"/>
                      <a:pt x="125" y="320"/>
                      <a:pt x="129" y="320"/>
                    </a:cubicBezTo>
                    <a:cubicBezTo>
                      <a:pt x="193" y="320"/>
                      <a:pt x="193" y="320"/>
                      <a:pt x="193" y="320"/>
                    </a:cubicBezTo>
                    <a:cubicBezTo>
                      <a:pt x="196" y="320"/>
                      <a:pt x="200" y="318"/>
                      <a:pt x="202" y="315"/>
                    </a:cubicBezTo>
                    <a:cubicBezTo>
                      <a:pt x="204" y="312"/>
                      <a:pt x="204" y="308"/>
                      <a:pt x="202" y="305"/>
                    </a:cubicBezTo>
                    <a:cubicBezTo>
                      <a:pt x="176" y="243"/>
                      <a:pt x="176" y="243"/>
                      <a:pt x="176" y="243"/>
                    </a:cubicBezTo>
                    <a:cubicBezTo>
                      <a:pt x="185" y="240"/>
                      <a:pt x="193" y="235"/>
                      <a:pt x="201" y="227"/>
                    </a:cubicBezTo>
                    <a:cubicBezTo>
                      <a:pt x="205" y="223"/>
                      <a:pt x="209" y="218"/>
                      <a:pt x="212" y="213"/>
                    </a:cubicBezTo>
                    <a:cubicBezTo>
                      <a:pt x="213" y="213"/>
                      <a:pt x="213" y="213"/>
                      <a:pt x="214" y="213"/>
                    </a:cubicBezTo>
                    <a:cubicBezTo>
                      <a:pt x="215" y="213"/>
                      <a:pt x="216" y="213"/>
                      <a:pt x="217" y="213"/>
                    </a:cubicBezTo>
                    <a:cubicBezTo>
                      <a:pt x="236" y="207"/>
                      <a:pt x="254" y="191"/>
                      <a:pt x="270" y="177"/>
                    </a:cubicBezTo>
                    <a:cubicBezTo>
                      <a:pt x="309" y="140"/>
                      <a:pt x="322" y="92"/>
                      <a:pt x="298" y="67"/>
                    </a:cubicBezTo>
                    <a:close/>
                    <a:moveTo>
                      <a:pt x="66" y="161"/>
                    </a:moveTo>
                    <a:cubicBezTo>
                      <a:pt x="37" y="134"/>
                      <a:pt x="24" y="97"/>
                      <a:pt x="39" y="81"/>
                    </a:cubicBezTo>
                    <a:cubicBezTo>
                      <a:pt x="46" y="74"/>
                      <a:pt x="60" y="72"/>
                      <a:pt x="77" y="77"/>
                    </a:cubicBezTo>
                    <a:cubicBezTo>
                      <a:pt x="79" y="112"/>
                      <a:pt x="85" y="153"/>
                      <a:pt x="97" y="186"/>
                    </a:cubicBezTo>
                    <a:cubicBezTo>
                      <a:pt x="86" y="179"/>
                      <a:pt x="76" y="170"/>
                      <a:pt x="66" y="161"/>
                    </a:cubicBezTo>
                    <a:close/>
                    <a:moveTo>
                      <a:pt x="145" y="298"/>
                    </a:moveTo>
                    <a:cubicBezTo>
                      <a:pt x="161" y="262"/>
                      <a:pt x="161" y="262"/>
                      <a:pt x="161" y="262"/>
                    </a:cubicBezTo>
                    <a:cubicBezTo>
                      <a:pt x="176" y="298"/>
                      <a:pt x="176" y="298"/>
                      <a:pt x="176" y="298"/>
                    </a:cubicBezTo>
                    <a:lnTo>
                      <a:pt x="145" y="298"/>
                    </a:lnTo>
                    <a:close/>
                    <a:moveTo>
                      <a:pt x="185" y="213"/>
                    </a:moveTo>
                    <a:cubicBezTo>
                      <a:pt x="178" y="220"/>
                      <a:pt x="170" y="224"/>
                      <a:pt x="161" y="224"/>
                    </a:cubicBezTo>
                    <a:cubicBezTo>
                      <a:pt x="151" y="224"/>
                      <a:pt x="143" y="220"/>
                      <a:pt x="136" y="213"/>
                    </a:cubicBezTo>
                    <a:cubicBezTo>
                      <a:pt x="102" y="177"/>
                      <a:pt x="96" y="70"/>
                      <a:pt x="96" y="21"/>
                    </a:cubicBezTo>
                    <a:cubicBezTo>
                      <a:pt x="225" y="21"/>
                      <a:pt x="225" y="21"/>
                      <a:pt x="225" y="21"/>
                    </a:cubicBezTo>
                    <a:cubicBezTo>
                      <a:pt x="225" y="70"/>
                      <a:pt x="220" y="177"/>
                      <a:pt x="185" y="213"/>
                    </a:cubicBezTo>
                    <a:close/>
                    <a:moveTo>
                      <a:pt x="255" y="161"/>
                    </a:moveTo>
                    <a:cubicBezTo>
                      <a:pt x="246" y="170"/>
                      <a:pt x="235" y="179"/>
                      <a:pt x="225" y="186"/>
                    </a:cubicBezTo>
                    <a:cubicBezTo>
                      <a:pt x="237" y="153"/>
                      <a:pt x="242" y="112"/>
                      <a:pt x="245" y="77"/>
                    </a:cubicBezTo>
                    <a:cubicBezTo>
                      <a:pt x="261" y="72"/>
                      <a:pt x="275" y="74"/>
                      <a:pt x="283" y="81"/>
                    </a:cubicBezTo>
                    <a:cubicBezTo>
                      <a:pt x="297" y="97"/>
                      <a:pt x="284" y="134"/>
                      <a:pt x="255" y="16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52" name="Group 986">
              <a:extLst>
                <a:ext uri="{FF2B5EF4-FFF2-40B4-BE49-F238E27FC236}">
                  <a16:creationId xmlns:a16="http://schemas.microsoft.com/office/drawing/2014/main" id="{59955B01-7933-4147-9C3E-5A3D691CE2FC}"/>
                </a:ext>
              </a:extLst>
            </p:cNvPr>
            <p:cNvGrpSpPr>
              <a:grpSpLocks noChangeAspect="1"/>
            </p:cNvGrpSpPr>
            <p:nvPr/>
          </p:nvGrpSpPr>
          <p:grpSpPr bwMode="auto">
            <a:xfrm>
              <a:off x="4869876" y="3762058"/>
              <a:ext cx="685798" cy="685798"/>
              <a:chOff x="4274" y="3998"/>
              <a:chExt cx="340" cy="340"/>
            </a:xfrm>
            <a:solidFill>
              <a:schemeClr val="bg1"/>
            </a:solidFill>
          </p:grpSpPr>
          <p:sp>
            <p:nvSpPr>
              <p:cNvPr id="53" name="Freeform 987">
                <a:extLst>
                  <a:ext uri="{FF2B5EF4-FFF2-40B4-BE49-F238E27FC236}">
                    <a16:creationId xmlns:a16="http://schemas.microsoft.com/office/drawing/2014/main" id="{5C4E4ACA-7D91-4687-AA8B-B7D018B880DB}"/>
                  </a:ext>
                </a:extLst>
              </p:cNvPr>
              <p:cNvSpPr>
                <a:spLocks noEditPoints="1"/>
              </p:cNvSpPr>
              <p:nvPr/>
            </p:nvSpPr>
            <p:spPr bwMode="auto">
              <a:xfrm>
                <a:off x="4338" y="4068"/>
                <a:ext cx="212" cy="192"/>
              </a:xfrm>
              <a:custGeom>
                <a:avLst/>
                <a:gdLst>
                  <a:gd name="T0" fmla="*/ 85 w 320"/>
                  <a:gd name="T1" fmla="*/ 236 h 289"/>
                  <a:gd name="T2" fmla="*/ 85 w 320"/>
                  <a:gd name="T3" fmla="*/ 151 h 289"/>
                  <a:gd name="T4" fmla="*/ 96 w 320"/>
                  <a:gd name="T5" fmla="*/ 140 h 289"/>
                  <a:gd name="T6" fmla="*/ 106 w 320"/>
                  <a:gd name="T7" fmla="*/ 151 h 289"/>
                  <a:gd name="T8" fmla="*/ 106 w 320"/>
                  <a:gd name="T9" fmla="*/ 236 h 289"/>
                  <a:gd name="T10" fmla="*/ 96 w 320"/>
                  <a:gd name="T11" fmla="*/ 247 h 289"/>
                  <a:gd name="T12" fmla="*/ 85 w 320"/>
                  <a:gd name="T13" fmla="*/ 236 h 289"/>
                  <a:gd name="T14" fmla="*/ 138 w 320"/>
                  <a:gd name="T15" fmla="*/ 247 h 289"/>
                  <a:gd name="T16" fmla="*/ 149 w 320"/>
                  <a:gd name="T17" fmla="*/ 236 h 289"/>
                  <a:gd name="T18" fmla="*/ 149 w 320"/>
                  <a:gd name="T19" fmla="*/ 151 h 289"/>
                  <a:gd name="T20" fmla="*/ 138 w 320"/>
                  <a:gd name="T21" fmla="*/ 140 h 289"/>
                  <a:gd name="T22" fmla="*/ 128 w 320"/>
                  <a:gd name="T23" fmla="*/ 151 h 289"/>
                  <a:gd name="T24" fmla="*/ 128 w 320"/>
                  <a:gd name="T25" fmla="*/ 236 h 289"/>
                  <a:gd name="T26" fmla="*/ 138 w 320"/>
                  <a:gd name="T27" fmla="*/ 247 h 289"/>
                  <a:gd name="T28" fmla="*/ 181 w 320"/>
                  <a:gd name="T29" fmla="*/ 247 h 289"/>
                  <a:gd name="T30" fmla="*/ 192 w 320"/>
                  <a:gd name="T31" fmla="*/ 236 h 289"/>
                  <a:gd name="T32" fmla="*/ 192 w 320"/>
                  <a:gd name="T33" fmla="*/ 151 h 289"/>
                  <a:gd name="T34" fmla="*/ 181 w 320"/>
                  <a:gd name="T35" fmla="*/ 140 h 289"/>
                  <a:gd name="T36" fmla="*/ 170 w 320"/>
                  <a:gd name="T37" fmla="*/ 151 h 289"/>
                  <a:gd name="T38" fmla="*/ 170 w 320"/>
                  <a:gd name="T39" fmla="*/ 236 h 289"/>
                  <a:gd name="T40" fmla="*/ 181 w 320"/>
                  <a:gd name="T41" fmla="*/ 247 h 289"/>
                  <a:gd name="T42" fmla="*/ 224 w 320"/>
                  <a:gd name="T43" fmla="*/ 247 h 289"/>
                  <a:gd name="T44" fmla="*/ 234 w 320"/>
                  <a:gd name="T45" fmla="*/ 236 h 289"/>
                  <a:gd name="T46" fmla="*/ 234 w 320"/>
                  <a:gd name="T47" fmla="*/ 151 h 289"/>
                  <a:gd name="T48" fmla="*/ 224 w 320"/>
                  <a:gd name="T49" fmla="*/ 140 h 289"/>
                  <a:gd name="T50" fmla="*/ 213 w 320"/>
                  <a:gd name="T51" fmla="*/ 151 h 289"/>
                  <a:gd name="T52" fmla="*/ 213 w 320"/>
                  <a:gd name="T53" fmla="*/ 236 h 289"/>
                  <a:gd name="T54" fmla="*/ 224 w 320"/>
                  <a:gd name="T55" fmla="*/ 247 h 289"/>
                  <a:gd name="T56" fmla="*/ 320 w 320"/>
                  <a:gd name="T57" fmla="*/ 108 h 289"/>
                  <a:gd name="T58" fmla="*/ 309 w 320"/>
                  <a:gd name="T59" fmla="*/ 119 h 289"/>
                  <a:gd name="T60" fmla="*/ 307 w 320"/>
                  <a:gd name="T61" fmla="*/ 119 h 289"/>
                  <a:gd name="T62" fmla="*/ 277 w 320"/>
                  <a:gd name="T63" fmla="*/ 281 h 289"/>
                  <a:gd name="T64" fmla="*/ 266 w 320"/>
                  <a:gd name="T65" fmla="*/ 289 h 289"/>
                  <a:gd name="T66" fmla="*/ 53 w 320"/>
                  <a:gd name="T67" fmla="*/ 289 h 289"/>
                  <a:gd name="T68" fmla="*/ 43 w 320"/>
                  <a:gd name="T69" fmla="*/ 281 h 289"/>
                  <a:gd name="T70" fmla="*/ 12 w 320"/>
                  <a:gd name="T71" fmla="*/ 119 h 289"/>
                  <a:gd name="T72" fmla="*/ 10 w 320"/>
                  <a:gd name="T73" fmla="*/ 119 h 289"/>
                  <a:gd name="T74" fmla="*/ 0 w 320"/>
                  <a:gd name="T75" fmla="*/ 108 h 289"/>
                  <a:gd name="T76" fmla="*/ 10 w 320"/>
                  <a:gd name="T77" fmla="*/ 97 h 289"/>
                  <a:gd name="T78" fmla="*/ 47 w 320"/>
                  <a:gd name="T79" fmla="*/ 97 h 289"/>
                  <a:gd name="T80" fmla="*/ 108 w 320"/>
                  <a:gd name="T81" fmla="*/ 6 h 289"/>
                  <a:gd name="T82" fmla="*/ 123 w 320"/>
                  <a:gd name="T83" fmla="*/ 3 h 289"/>
                  <a:gd name="T84" fmla="*/ 126 w 320"/>
                  <a:gd name="T85" fmla="*/ 18 h 289"/>
                  <a:gd name="T86" fmla="*/ 73 w 320"/>
                  <a:gd name="T87" fmla="*/ 97 h 289"/>
                  <a:gd name="T88" fmla="*/ 246 w 320"/>
                  <a:gd name="T89" fmla="*/ 97 h 289"/>
                  <a:gd name="T90" fmla="*/ 193 w 320"/>
                  <a:gd name="T91" fmla="*/ 18 h 289"/>
                  <a:gd name="T92" fmla="*/ 196 w 320"/>
                  <a:gd name="T93" fmla="*/ 3 h 289"/>
                  <a:gd name="T94" fmla="*/ 211 w 320"/>
                  <a:gd name="T95" fmla="*/ 6 h 289"/>
                  <a:gd name="T96" fmla="*/ 272 w 320"/>
                  <a:gd name="T97" fmla="*/ 97 h 289"/>
                  <a:gd name="T98" fmla="*/ 309 w 320"/>
                  <a:gd name="T99" fmla="*/ 97 h 289"/>
                  <a:gd name="T100" fmla="*/ 320 w 320"/>
                  <a:gd name="T101" fmla="*/ 108 h 289"/>
                  <a:gd name="T102" fmla="*/ 285 w 320"/>
                  <a:gd name="T103" fmla="*/ 119 h 289"/>
                  <a:gd name="T104" fmla="*/ 34 w 320"/>
                  <a:gd name="T105" fmla="*/ 119 h 289"/>
                  <a:gd name="T106" fmla="*/ 62 w 320"/>
                  <a:gd name="T107" fmla="*/ 268 h 289"/>
                  <a:gd name="T108" fmla="*/ 257 w 320"/>
                  <a:gd name="T109" fmla="*/ 268 h 289"/>
                  <a:gd name="T110" fmla="*/ 285 w 320"/>
                  <a:gd name="T111" fmla="*/ 11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89">
                    <a:moveTo>
                      <a:pt x="85" y="236"/>
                    </a:moveTo>
                    <a:cubicBezTo>
                      <a:pt x="85" y="151"/>
                      <a:pt x="85" y="151"/>
                      <a:pt x="85" y="151"/>
                    </a:cubicBezTo>
                    <a:cubicBezTo>
                      <a:pt x="85" y="145"/>
                      <a:pt x="90" y="140"/>
                      <a:pt x="96" y="140"/>
                    </a:cubicBezTo>
                    <a:cubicBezTo>
                      <a:pt x="102" y="140"/>
                      <a:pt x="106" y="145"/>
                      <a:pt x="106" y="151"/>
                    </a:cubicBezTo>
                    <a:cubicBezTo>
                      <a:pt x="106" y="236"/>
                      <a:pt x="106" y="236"/>
                      <a:pt x="106" y="236"/>
                    </a:cubicBezTo>
                    <a:cubicBezTo>
                      <a:pt x="106" y="242"/>
                      <a:pt x="102" y="247"/>
                      <a:pt x="96" y="247"/>
                    </a:cubicBezTo>
                    <a:cubicBezTo>
                      <a:pt x="90" y="247"/>
                      <a:pt x="85" y="242"/>
                      <a:pt x="85" y="236"/>
                    </a:cubicBezTo>
                    <a:close/>
                    <a:moveTo>
                      <a:pt x="138" y="247"/>
                    </a:moveTo>
                    <a:cubicBezTo>
                      <a:pt x="144" y="247"/>
                      <a:pt x="149" y="242"/>
                      <a:pt x="149" y="236"/>
                    </a:cubicBezTo>
                    <a:cubicBezTo>
                      <a:pt x="149" y="151"/>
                      <a:pt x="149" y="151"/>
                      <a:pt x="149" y="151"/>
                    </a:cubicBezTo>
                    <a:cubicBezTo>
                      <a:pt x="149" y="145"/>
                      <a:pt x="144" y="140"/>
                      <a:pt x="138" y="140"/>
                    </a:cubicBezTo>
                    <a:cubicBezTo>
                      <a:pt x="132" y="140"/>
                      <a:pt x="128" y="145"/>
                      <a:pt x="128" y="151"/>
                    </a:cubicBezTo>
                    <a:cubicBezTo>
                      <a:pt x="128" y="236"/>
                      <a:pt x="128" y="236"/>
                      <a:pt x="128" y="236"/>
                    </a:cubicBezTo>
                    <a:cubicBezTo>
                      <a:pt x="128" y="242"/>
                      <a:pt x="132" y="247"/>
                      <a:pt x="138" y="247"/>
                    </a:cubicBezTo>
                    <a:close/>
                    <a:moveTo>
                      <a:pt x="181" y="247"/>
                    </a:moveTo>
                    <a:cubicBezTo>
                      <a:pt x="187" y="247"/>
                      <a:pt x="192" y="242"/>
                      <a:pt x="192" y="236"/>
                    </a:cubicBezTo>
                    <a:cubicBezTo>
                      <a:pt x="192" y="151"/>
                      <a:pt x="192" y="151"/>
                      <a:pt x="192" y="151"/>
                    </a:cubicBezTo>
                    <a:cubicBezTo>
                      <a:pt x="192" y="145"/>
                      <a:pt x="187" y="140"/>
                      <a:pt x="181" y="140"/>
                    </a:cubicBezTo>
                    <a:cubicBezTo>
                      <a:pt x="175" y="140"/>
                      <a:pt x="170" y="145"/>
                      <a:pt x="170" y="151"/>
                    </a:cubicBezTo>
                    <a:cubicBezTo>
                      <a:pt x="170" y="236"/>
                      <a:pt x="170" y="236"/>
                      <a:pt x="170" y="236"/>
                    </a:cubicBezTo>
                    <a:cubicBezTo>
                      <a:pt x="170" y="242"/>
                      <a:pt x="175" y="247"/>
                      <a:pt x="181" y="247"/>
                    </a:cubicBezTo>
                    <a:close/>
                    <a:moveTo>
                      <a:pt x="224" y="247"/>
                    </a:moveTo>
                    <a:cubicBezTo>
                      <a:pt x="230" y="247"/>
                      <a:pt x="234" y="242"/>
                      <a:pt x="234" y="236"/>
                    </a:cubicBezTo>
                    <a:cubicBezTo>
                      <a:pt x="234" y="151"/>
                      <a:pt x="234" y="151"/>
                      <a:pt x="234" y="151"/>
                    </a:cubicBezTo>
                    <a:cubicBezTo>
                      <a:pt x="234" y="145"/>
                      <a:pt x="230" y="140"/>
                      <a:pt x="224" y="140"/>
                    </a:cubicBezTo>
                    <a:cubicBezTo>
                      <a:pt x="218" y="140"/>
                      <a:pt x="213" y="145"/>
                      <a:pt x="213" y="151"/>
                    </a:cubicBezTo>
                    <a:cubicBezTo>
                      <a:pt x="213" y="236"/>
                      <a:pt x="213" y="236"/>
                      <a:pt x="213" y="236"/>
                    </a:cubicBezTo>
                    <a:cubicBezTo>
                      <a:pt x="213" y="242"/>
                      <a:pt x="218" y="247"/>
                      <a:pt x="224" y="247"/>
                    </a:cubicBezTo>
                    <a:close/>
                    <a:moveTo>
                      <a:pt x="320" y="108"/>
                    </a:moveTo>
                    <a:cubicBezTo>
                      <a:pt x="320" y="114"/>
                      <a:pt x="315" y="119"/>
                      <a:pt x="309" y="119"/>
                    </a:cubicBezTo>
                    <a:cubicBezTo>
                      <a:pt x="307" y="119"/>
                      <a:pt x="307" y="119"/>
                      <a:pt x="307" y="119"/>
                    </a:cubicBezTo>
                    <a:cubicBezTo>
                      <a:pt x="277" y="281"/>
                      <a:pt x="277" y="281"/>
                      <a:pt x="277" y="281"/>
                    </a:cubicBezTo>
                    <a:cubicBezTo>
                      <a:pt x="276" y="286"/>
                      <a:pt x="271" y="289"/>
                      <a:pt x="266" y="289"/>
                    </a:cubicBezTo>
                    <a:cubicBezTo>
                      <a:pt x="53" y="289"/>
                      <a:pt x="53" y="289"/>
                      <a:pt x="53" y="289"/>
                    </a:cubicBezTo>
                    <a:cubicBezTo>
                      <a:pt x="48" y="289"/>
                      <a:pt x="43" y="286"/>
                      <a:pt x="43" y="281"/>
                    </a:cubicBezTo>
                    <a:cubicBezTo>
                      <a:pt x="12" y="119"/>
                      <a:pt x="12" y="119"/>
                      <a:pt x="12" y="119"/>
                    </a:cubicBezTo>
                    <a:cubicBezTo>
                      <a:pt x="10" y="119"/>
                      <a:pt x="10" y="119"/>
                      <a:pt x="10" y="119"/>
                    </a:cubicBezTo>
                    <a:cubicBezTo>
                      <a:pt x="4" y="119"/>
                      <a:pt x="0" y="114"/>
                      <a:pt x="0" y="108"/>
                    </a:cubicBezTo>
                    <a:cubicBezTo>
                      <a:pt x="0" y="102"/>
                      <a:pt x="4" y="97"/>
                      <a:pt x="10" y="97"/>
                    </a:cubicBezTo>
                    <a:cubicBezTo>
                      <a:pt x="47" y="97"/>
                      <a:pt x="47" y="97"/>
                      <a:pt x="47" y="97"/>
                    </a:cubicBezTo>
                    <a:cubicBezTo>
                      <a:pt x="108" y="6"/>
                      <a:pt x="108" y="6"/>
                      <a:pt x="108" y="6"/>
                    </a:cubicBezTo>
                    <a:cubicBezTo>
                      <a:pt x="111" y="1"/>
                      <a:pt x="118" y="0"/>
                      <a:pt x="123" y="3"/>
                    </a:cubicBezTo>
                    <a:cubicBezTo>
                      <a:pt x="128" y="6"/>
                      <a:pt x="129" y="13"/>
                      <a:pt x="126" y="18"/>
                    </a:cubicBezTo>
                    <a:cubicBezTo>
                      <a:pt x="73" y="97"/>
                      <a:pt x="73" y="97"/>
                      <a:pt x="73" y="97"/>
                    </a:cubicBezTo>
                    <a:cubicBezTo>
                      <a:pt x="246" y="97"/>
                      <a:pt x="246" y="97"/>
                      <a:pt x="246" y="97"/>
                    </a:cubicBezTo>
                    <a:cubicBezTo>
                      <a:pt x="193" y="18"/>
                      <a:pt x="193" y="18"/>
                      <a:pt x="193" y="18"/>
                    </a:cubicBezTo>
                    <a:cubicBezTo>
                      <a:pt x="190" y="13"/>
                      <a:pt x="192" y="6"/>
                      <a:pt x="196" y="3"/>
                    </a:cubicBezTo>
                    <a:cubicBezTo>
                      <a:pt x="201" y="0"/>
                      <a:pt x="208" y="1"/>
                      <a:pt x="211" y="6"/>
                    </a:cubicBezTo>
                    <a:cubicBezTo>
                      <a:pt x="272" y="97"/>
                      <a:pt x="272" y="97"/>
                      <a:pt x="272" y="97"/>
                    </a:cubicBezTo>
                    <a:cubicBezTo>
                      <a:pt x="309" y="97"/>
                      <a:pt x="309" y="97"/>
                      <a:pt x="309" y="97"/>
                    </a:cubicBezTo>
                    <a:cubicBezTo>
                      <a:pt x="315" y="97"/>
                      <a:pt x="320" y="102"/>
                      <a:pt x="320" y="108"/>
                    </a:cubicBezTo>
                    <a:close/>
                    <a:moveTo>
                      <a:pt x="285" y="119"/>
                    </a:moveTo>
                    <a:cubicBezTo>
                      <a:pt x="34" y="119"/>
                      <a:pt x="34" y="119"/>
                      <a:pt x="34" y="119"/>
                    </a:cubicBezTo>
                    <a:cubicBezTo>
                      <a:pt x="62" y="268"/>
                      <a:pt x="62" y="268"/>
                      <a:pt x="62" y="268"/>
                    </a:cubicBezTo>
                    <a:cubicBezTo>
                      <a:pt x="257" y="268"/>
                      <a:pt x="257" y="268"/>
                      <a:pt x="257" y="268"/>
                    </a:cubicBezTo>
                    <a:lnTo>
                      <a:pt x="285" y="1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54" name="Freeform 988">
                <a:extLst>
                  <a:ext uri="{FF2B5EF4-FFF2-40B4-BE49-F238E27FC236}">
                    <a16:creationId xmlns:a16="http://schemas.microsoft.com/office/drawing/2014/main" id="{C0FFFCCA-B090-48BF-AF46-B59EEFEA0FC0}"/>
                  </a:ext>
                </a:extLst>
              </p:cNvPr>
              <p:cNvSpPr>
                <a:spLocks noEditPoints="1"/>
              </p:cNvSpPr>
              <p:nvPr/>
            </p:nvSpPr>
            <p:spPr bwMode="auto">
              <a:xfrm>
                <a:off x="4274" y="3998"/>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grpSp>
          <p:nvGrpSpPr>
            <p:cNvPr id="55" name="Group 519">
              <a:extLst>
                <a:ext uri="{FF2B5EF4-FFF2-40B4-BE49-F238E27FC236}">
                  <a16:creationId xmlns:a16="http://schemas.microsoft.com/office/drawing/2014/main" id="{244E9912-D6BE-4D6B-9A31-955AB518F5AC}"/>
                </a:ext>
              </a:extLst>
            </p:cNvPr>
            <p:cNvGrpSpPr>
              <a:grpSpLocks noChangeAspect="1"/>
            </p:cNvGrpSpPr>
            <p:nvPr/>
          </p:nvGrpSpPr>
          <p:grpSpPr bwMode="auto">
            <a:xfrm>
              <a:off x="5754460" y="2317372"/>
              <a:ext cx="689054" cy="689054"/>
              <a:chOff x="4190" y="2983"/>
              <a:chExt cx="340" cy="340"/>
            </a:xfrm>
            <a:solidFill>
              <a:schemeClr val="bg1"/>
            </a:solidFill>
          </p:grpSpPr>
          <p:sp>
            <p:nvSpPr>
              <p:cNvPr id="56" name="Freeform 520">
                <a:extLst>
                  <a:ext uri="{FF2B5EF4-FFF2-40B4-BE49-F238E27FC236}">
                    <a16:creationId xmlns:a16="http://schemas.microsoft.com/office/drawing/2014/main" id="{77316211-BED5-4872-B28A-E617C515AD81}"/>
                  </a:ext>
                </a:extLst>
              </p:cNvPr>
              <p:cNvSpPr>
                <a:spLocks noEditPoints="1"/>
              </p:cNvSpPr>
              <p:nvPr/>
            </p:nvSpPr>
            <p:spPr bwMode="auto">
              <a:xfrm>
                <a:off x="4268" y="3061"/>
                <a:ext cx="184" cy="184"/>
              </a:xfrm>
              <a:custGeom>
                <a:avLst/>
                <a:gdLst>
                  <a:gd name="T0" fmla="*/ 267 w 278"/>
                  <a:gd name="T1" fmla="*/ 96 h 277"/>
                  <a:gd name="T2" fmla="*/ 277 w 278"/>
                  <a:gd name="T3" fmla="*/ 13 h 277"/>
                  <a:gd name="T4" fmla="*/ 267 w 278"/>
                  <a:gd name="T5" fmla="*/ 0 h 277"/>
                  <a:gd name="T6" fmla="*/ 163 w 278"/>
                  <a:gd name="T7" fmla="*/ 4 h 277"/>
                  <a:gd name="T8" fmla="*/ 169 w 278"/>
                  <a:gd name="T9" fmla="*/ 96 h 277"/>
                  <a:gd name="T10" fmla="*/ 149 w 278"/>
                  <a:gd name="T11" fmla="*/ 107 h 277"/>
                  <a:gd name="T12" fmla="*/ 128 w 278"/>
                  <a:gd name="T13" fmla="*/ 128 h 277"/>
                  <a:gd name="T14" fmla="*/ 117 w 278"/>
                  <a:gd name="T15" fmla="*/ 96 h 277"/>
                  <a:gd name="T16" fmla="*/ 117 w 278"/>
                  <a:gd name="T17" fmla="*/ 12 h 277"/>
                  <a:gd name="T18" fmla="*/ 107 w 278"/>
                  <a:gd name="T19" fmla="*/ 0 h 277"/>
                  <a:gd name="T20" fmla="*/ 2 w 278"/>
                  <a:gd name="T21" fmla="*/ 4 h 277"/>
                  <a:gd name="T22" fmla="*/ 19 w 278"/>
                  <a:gd name="T23" fmla="*/ 96 h 277"/>
                  <a:gd name="T24" fmla="*/ 3 w 278"/>
                  <a:gd name="T25" fmla="*/ 100 h 277"/>
                  <a:gd name="T26" fmla="*/ 12 w 278"/>
                  <a:gd name="T27" fmla="*/ 225 h 277"/>
                  <a:gd name="T28" fmla="*/ 32 w 278"/>
                  <a:gd name="T29" fmla="*/ 235 h 277"/>
                  <a:gd name="T30" fmla="*/ 43 w 278"/>
                  <a:gd name="T31" fmla="*/ 277 h 277"/>
                  <a:gd name="T32" fmla="*/ 117 w 278"/>
                  <a:gd name="T33" fmla="*/ 267 h 277"/>
                  <a:gd name="T34" fmla="*/ 128 w 278"/>
                  <a:gd name="T35" fmla="*/ 224 h 277"/>
                  <a:gd name="T36" fmla="*/ 149 w 278"/>
                  <a:gd name="T37" fmla="*/ 213 h 277"/>
                  <a:gd name="T38" fmla="*/ 160 w 278"/>
                  <a:gd name="T39" fmla="*/ 235 h 277"/>
                  <a:gd name="T40" fmla="*/ 171 w 278"/>
                  <a:gd name="T41" fmla="*/ 277 h 277"/>
                  <a:gd name="T42" fmla="*/ 245 w 278"/>
                  <a:gd name="T43" fmla="*/ 267 h 277"/>
                  <a:gd name="T44" fmla="*/ 255 w 278"/>
                  <a:gd name="T45" fmla="*/ 235 h 277"/>
                  <a:gd name="T46" fmla="*/ 277 w 278"/>
                  <a:gd name="T47" fmla="*/ 108 h 277"/>
                  <a:gd name="T48" fmla="*/ 183 w 278"/>
                  <a:gd name="T49" fmla="*/ 21 h 277"/>
                  <a:gd name="T50" fmla="*/ 237 w 278"/>
                  <a:gd name="T51" fmla="*/ 96 h 277"/>
                  <a:gd name="T52" fmla="*/ 183 w 278"/>
                  <a:gd name="T53" fmla="*/ 21 h 277"/>
                  <a:gd name="T54" fmla="*/ 95 w 278"/>
                  <a:gd name="T55" fmla="*/ 21 h 277"/>
                  <a:gd name="T56" fmla="*/ 41 w 278"/>
                  <a:gd name="T57" fmla="*/ 96 h 277"/>
                  <a:gd name="T58" fmla="*/ 107 w 278"/>
                  <a:gd name="T59" fmla="*/ 117 h 277"/>
                  <a:gd name="T60" fmla="*/ 32 w 278"/>
                  <a:gd name="T61" fmla="*/ 213 h 277"/>
                  <a:gd name="T62" fmla="*/ 107 w 278"/>
                  <a:gd name="T63" fmla="*/ 117 h 277"/>
                  <a:gd name="T64" fmla="*/ 53 w 278"/>
                  <a:gd name="T65" fmla="*/ 256 h 277"/>
                  <a:gd name="T66" fmla="*/ 96 w 278"/>
                  <a:gd name="T67" fmla="*/ 235 h 277"/>
                  <a:gd name="T68" fmla="*/ 128 w 278"/>
                  <a:gd name="T69" fmla="*/ 192 h 277"/>
                  <a:gd name="T70" fmla="*/ 149 w 278"/>
                  <a:gd name="T71" fmla="*/ 149 h 277"/>
                  <a:gd name="T72" fmla="*/ 128 w 278"/>
                  <a:gd name="T73" fmla="*/ 192 h 277"/>
                  <a:gd name="T74" fmla="*/ 181 w 278"/>
                  <a:gd name="T75" fmla="*/ 256 h 277"/>
                  <a:gd name="T76" fmla="*/ 224 w 278"/>
                  <a:gd name="T77" fmla="*/ 235 h 277"/>
                  <a:gd name="T78" fmla="*/ 245 w 278"/>
                  <a:gd name="T79" fmla="*/ 213 h 277"/>
                  <a:gd name="T80" fmla="*/ 171 w 278"/>
                  <a:gd name="T81" fmla="*/ 117 h 277"/>
                  <a:gd name="T82" fmla="*/ 245 w 278"/>
                  <a:gd name="T83" fmla="*/ 21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8" h="277">
                    <a:moveTo>
                      <a:pt x="275" y="100"/>
                    </a:moveTo>
                    <a:cubicBezTo>
                      <a:pt x="273" y="97"/>
                      <a:pt x="270" y="96"/>
                      <a:pt x="267" y="96"/>
                    </a:cubicBezTo>
                    <a:cubicBezTo>
                      <a:pt x="259" y="96"/>
                      <a:pt x="259" y="96"/>
                      <a:pt x="259" y="96"/>
                    </a:cubicBezTo>
                    <a:cubicBezTo>
                      <a:pt x="277" y="13"/>
                      <a:pt x="277" y="13"/>
                      <a:pt x="277" y="13"/>
                    </a:cubicBezTo>
                    <a:cubicBezTo>
                      <a:pt x="278" y="10"/>
                      <a:pt x="277" y="7"/>
                      <a:pt x="275" y="4"/>
                    </a:cubicBezTo>
                    <a:cubicBezTo>
                      <a:pt x="273" y="1"/>
                      <a:pt x="270" y="0"/>
                      <a:pt x="267" y="0"/>
                    </a:cubicBezTo>
                    <a:cubicBezTo>
                      <a:pt x="171" y="0"/>
                      <a:pt x="171" y="0"/>
                      <a:pt x="171" y="0"/>
                    </a:cubicBezTo>
                    <a:cubicBezTo>
                      <a:pt x="168" y="0"/>
                      <a:pt x="165" y="1"/>
                      <a:pt x="163" y="4"/>
                    </a:cubicBezTo>
                    <a:cubicBezTo>
                      <a:pt x="161" y="6"/>
                      <a:pt x="160" y="9"/>
                      <a:pt x="160" y="12"/>
                    </a:cubicBezTo>
                    <a:cubicBezTo>
                      <a:pt x="169" y="96"/>
                      <a:pt x="169" y="96"/>
                      <a:pt x="169" y="96"/>
                    </a:cubicBezTo>
                    <a:cubicBezTo>
                      <a:pt x="160" y="96"/>
                      <a:pt x="160" y="96"/>
                      <a:pt x="160" y="96"/>
                    </a:cubicBezTo>
                    <a:cubicBezTo>
                      <a:pt x="154" y="96"/>
                      <a:pt x="149" y="101"/>
                      <a:pt x="149" y="107"/>
                    </a:cubicBezTo>
                    <a:cubicBezTo>
                      <a:pt x="149" y="128"/>
                      <a:pt x="149" y="128"/>
                      <a:pt x="149" y="128"/>
                    </a:cubicBezTo>
                    <a:cubicBezTo>
                      <a:pt x="128" y="128"/>
                      <a:pt x="128" y="128"/>
                      <a:pt x="128" y="128"/>
                    </a:cubicBezTo>
                    <a:cubicBezTo>
                      <a:pt x="128" y="107"/>
                      <a:pt x="128" y="107"/>
                      <a:pt x="128" y="107"/>
                    </a:cubicBezTo>
                    <a:cubicBezTo>
                      <a:pt x="128" y="101"/>
                      <a:pt x="123" y="96"/>
                      <a:pt x="117" y="96"/>
                    </a:cubicBezTo>
                    <a:cubicBezTo>
                      <a:pt x="108" y="96"/>
                      <a:pt x="108" y="96"/>
                      <a:pt x="108" y="96"/>
                    </a:cubicBezTo>
                    <a:cubicBezTo>
                      <a:pt x="117" y="12"/>
                      <a:pt x="117" y="12"/>
                      <a:pt x="117" y="12"/>
                    </a:cubicBezTo>
                    <a:cubicBezTo>
                      <a:pt x="118" y="9"/>
                      <a:pt x="117" y="6"/>
                      <a:pt x="115" y="4"/>
                    </a:cubicBezTo>
                    <a:cubicBezTo>
                      <a:pt x="113" y="1"/>
                      <a:pt x="110" y="0"/>
                      <a:pt x="107" y="0"/>
                    </a:cubicBezTo>
                    <a:cubicBezTo>
                      <a:pt x="11" y="0"/>
                      <a:pt x="11" y="0"/>
                      <a:pt x="11" y="0"/>
                    </a:cubicBezTo>
                    <a:cubicBezTo>
                      <a:pt x="7" y="0"/>
                      <a:pt x="4" y="1"/>
                      <a:pt x="2" y="4"/>
                    </a:cubicBezTo>
                    <a:cubicBezTo>
                      <a:pt x="0" y="7"/>
                      <a:pt x="0" y="10"/>
                      <a:pt x="0" y="13"/>
                    </a:cubicBezTo>
                    <a:cubicBezTo>
                      <a:pt x="19" y="96"/>
                      <a:pt x="19" y="96"/>
                      <a:pt x="19" y="96"/>
                    </a:cubicBezTo>
                    <a:cubicBezTo>
                      <a:pt x="11" y="96"/>
                      <a:pt x="11" y="96"/>
                      <a:pt x="11" y="96"/>
                    </a:cubicBezTo>
                    <a:cubicBezTo>
                      <a:pt x="8" y="96"/>
                      <a:pt x="5" y="97"/>
                      <a:pt x="3" y="100"/>
                    </a:cubicBezTo>
                    <a:cubicBezTo>
                      <a:pt x="1" y="102"/>
                      <a:pt x="0" y="105"/>
                      <a:pt x="0" y="108"/>
                    </a:cubicBezTo>
                    <a:cubicBezTo>
                      <a:pt x="12" y="225"/>
                      <a:pt x="12" y="225"/>
                      <a:pt x="12" y="225"/>
                    </a:cubicBezTo>
                    <a:cubicBezTo>
                      <a:pt x="12" y="231"/>
                      <a:pt x="17" y="235"/>
                      <a:pt x="22" y="235"/>
                    </a:cubicBezTo>
                    <a:cubicBezTo>
                      <a:pt x="32" y="235"/>
                      <a:pt x="32" y="235"/>
                      <a:pt x="32" y="235"/>
                    </a:cubicBezTo>
                    <a:cubicBezTo>
                      <a:pt x="32" y="267"/>
                      <a:pt x="32" y="267"/>
                      <a:pt x="32" y="267"/>
                    </a:cubicBezTo>
                    <a:cubicBezTo>
                      <a:pt x="32" y="273"/>
                      <a:pt x="37" y="277"/>
                      <a:pt x="43" y="277"/>
                    </a:cubicBezTo>
                    <a:cubicBezTo>
                      <a:pt x="107" y="277"/>
                      <a:pt x="107" y="277"/>
                      <a:pt x="107" y="277"/>
                    </a:cubicBezTo>
                    <a:cubicBezTo>
                      <a:pt x="113" y="277"/>
                      <a:pt x="117" y="273"/>
                      <a:pt x="117" y="267"/>
                    </a:cubicBezTo>
                    <a:cubicBezTo>
                      <a:pt x="117" y="235"/>
                      <a:pt x="117" y="235"/>
                      <a:pt x="117" y="235"/>
                    </a:cubicBezTo>
                    <a:cubicBezTo>
                      <a:pt x="123" y="235"/>
                      <a:pt x="128" y="230"/>
                      <a:pt x="128" y="224"/>
                    </a:cubicBezTo>
                    <a:cubicBezTo>
                      <a:pt x="128" y="213"/>
                      <a:pt x="128" y="213"/>
                      <a:pt x="128" y="213"/>
                    </a:cubicBezTo>
                    <a:cubicBezTo>
                      <a:pt x="149" y="213"/>
                      <a:pt x="149" y="213"/>
                      <a:pt x="149" y="213"/>
                    </a:cubicBezTo>
                    <a:cubicBezTo>
                      <a:pt x="149" y="224"/>
                      <a:pt x="149" y="224"/>
                      <a:pt x="149" y="224"/>
                    </a:cubicBezTo>
                    <a:cubicBezTo>
                      <a:pt x="149" y="230"/>
                      <a:pt x="154" y="235"/>
                      <a:pt x="160" y="235"/>
                    </a:cubicBezTo>
                    <a:cubicBezTo>
                      <a:pt x="160" y="267"/>
                      <a:pt x="160" y="267"/>
                      <a:pt x="160" y="267"/>
                    </a:cubicBezTo>
                    <a:cubicBezTo>
                      <a:pt x="160" y="273"/>
                      <a:pt x="165" y="277"/>
                      <a:pt x="171" y="277"/>
                    </a:cubicBezTo>
                    <a:cubicBezTo>
                      <a:pt x="235" y="277"/>
                      <a:pt x="235" y="277"/>
                      <a:pt x="235" y="277"/>
                    </a:cubicBezTo>
                    <a:cubicBezTo>
                      <a:pt x="241" y="277"/>
                      <a:pt x="245" y="273"/>
                      <a:pt x="245" y="267"/>
                    </a:cubicBezTo>
                    <a:cubicBezTo>
                      <a:pt x="245" y="235"/>
                      <a:pt x="245" y="235"/>
                      <a:pt x="245" y="235"/>
                    </a:cubicBezTo>
                    <a:cubicBezTo>
                      <a:pt x="255" y="235"/>
                      <a:pt x="255" y="235"/>
                      <a:pt x="255" y="235"/>
                    </a:cubicBezTo>
                    <a:cubicBezTo>
                      <a:pt x="260" y="235"/>
                      <a:pt x="265" y="231"/>
                      <a:pt x="266" y="225"/>
                    </a:cubicBezTo>
                    <a:cubicBezTo>
                      <a:pt x="277" y="108"/>
                      <a:pt x="277" y="108"/>
                      <a:pt x="277" y="108"/>
                    </a:cubicBezTo>
                    <a:cubicBezTo>
                      <a:pt x="278" y="105"/>
                      <a:pt x="277" y="102"/>
                      <a:pt x="275" y="100"/>
                    </a:cubicBezTo>
                    <a:close/>
                    <a:moveTo>
                      <a:pt x="183" y="21"/>
                    </a:moveTo>
                    <a:cubicBezTo>
                      <a:pt x="253" y="21"/>
                      <a:pt x="253" y="21"/>
                      <a:pt x="253" y="21"/>
                    </a:cubicBezTo>
                    <a:cubicBezTo>
                      <a:pt x="237" y="96"/>
                      <a:pt x="237" y="96"/>
                      <a:pt x="237" y="96"/>
                    </a:cubicBezTo>
                    <a:cubicBezTo>
                      <a:pt x="191" y="96"/>
                      <a:pt x="191" y="96"/>
                      <a:pt x="191" y="96"/>
                    </a:cubicBezTo>
                    <a:lnTo>
                      <a:pt x="183" y="21"/>
                    </a:lnTo>
                    <a:close/>
                    <a:moveTo>
                      <a:pt x="24" y="21"/>
                    </a:moveTo>
                    <a:cubicBezTo>
                      <a:pt x="95" y="21"/>
                      <a:pt x="95" y="21"/>
                      <a:pt x="95" y="21"/>
                    </a:cubicBezTo>
                    <a:cubicBezTo>
                      <a:pt x="86" y="96"/>
                      <a:pt x="86" y="96"/>
                      <a:pt x="86" y="96"/>
                    </a:cubicBezTo>
                    <a:cubicBezTo>
                      <a:pt x="41" y="96"/>
                      <a:pt x="41" y="96"/>
                      <a:pt x="41" y="96"/>
                    </a:cubicBezTo>
                    <a:lnTo>
                      <a:pt x="24" y="21"/>
                    </a:lnTo>
                    <a:close/>
                    <a:moveTo>
                      <a:pt x="107" y="117"/>
                    </a:moveTo>
                    <a:cubicBezTo>
                      <a:pt x="107" y="213"/>
                      <a:pt x="107" y="213"/>
                      <a:pt x="107" y="213"/>
                    </a:cubicBezTo>
                    <a:cubicBezTo>
                      <a:pt x="32" y="213"/>
                      <a:pt x="32" y="213"/>
                      <a:pt x="32" y="213"/>
                    </a:cubicBezTo>
                    <a:cubicBezTo>
                      <a:pt x="22" y="117"/>
                      <a:pt x="22" y="117"/>
                      <a:pt x="22" y="117"/>
                    </a:cubicBezTo>
                    <a:lnTo>
                      <a:pt x="107" y="117"/>
                    </a:lnTo>
                    <a:close/>
                    <a:moveTo>
                      <a:pt x="96" y="256"/>
                    </a:moveTo>
                    <a:cubicBezTo>
                      <a:pt x="53" y="256"/>
                      <a:pt x="53" y="256"/>
                      <a:pt x="53" y="256"/>
                    </a:cubicBezTo>
                    <a:cubicBezTo>
                      <a:pt x="53" y="235"/>
                      <a:pt x="53" y="235"/>
                      <a:pt x="53" y="235"/>
                    </a:cubicBezTo>
                    <a:cubicBezTo>
                      <a:pt x="96" y="235"/>
                      <a:pt x="96" y="235"/>
                      <a:pt x="96" y="235"/>
                    </a:cubicBezTo>
                    <a:lnTo>
                      <a:pt x="96" y="256"/>
                    </a:lnTo>
                    <a:close/>
                    <a:moveTo>
                      <a:pt x="128" y="192"/>
                    </a:moveTo>
                    <a:cubicBezTo>
                      <a:pt x="128" y="149"/>
                      <a:pt x="128" y="149"/>
                      <a:pt x="128" y="149"/>
                    </a:cubicBezTo>
                    <a:cubicBezTo>
                      <a:pt x="149" y="149"/>
                      <a:pt x="149" y="149"/>
                      <a:pt x="149" y="149"/>
                    </a:cubicBezTo>
                    <a:cubicBezTo>
                      <a:pt x="149" y="192"/>
                      <a:pt x="149" y="192"/>
                      <a:pt x="149" y="192"/>
                    </a:cubicBezTo>
                    <a:lnTo>
                      <a:pt x="128" y="192"/>
                    </a:lnTo>
                    <a:close/>
                    <a:moveTo>
                      <a:pt x="224" y="256"/>
                    </a:moveTo>
                    <a:cubicBezTo>
                      <a:pt x="181" y="256"/>
                      <a:pt x="181" y="256"/>
                      <a:pt x="181" y="256"/>
                    </a:cubicBezTo>
                    <a:cubicBezTo>
                      <a:pt x="181" y="235"/>
                      <a:pt x="181" y="235"/>
                      <a:pt x="181" y="235"/>
                    </a:cubicBezTo>
                    <a:cubicBezTo>
                      <a:pt x="224" y="235"/>
                      <a:pt x="224" y="235"/>
                      <a:pt x="224" y="235"/>
                    </a:cubicBezTo>
                    <a:lnTo>
                      <a:pt x="224" y="256"/>
                    </a:lnTo>
                    <a:close/>
                    <a:moveTo>
                      <a:pt x="245" y="213"/>
                    </a:moveTo>
                    <a:cubicBezTo>
                      <a:pt x="171" y="213"/>
                      <a:pt x="171" y="213"/>
                      <a:pt x="171" y="213"/>
                    </a:cubicBezTo>
                    <a:cubicBezTo>
                      <a:pt x="171" y="117"/>
                      <a:pt x="171" y="117"/>
                      <a:pt x="171" y="117"/>
                    </a:cubicBezTo>
                    <a:cubicBezTo>
                      <a:pt x="255" y="117"/>
                      <a:pt x="255" y="117"/>
                      <a:pt x="255" y="117"/>
                    </a:cubicBezTo>
                    <a:lnTo>
                      <a:pt x="245" y="21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sp>
            <p:nvSpPr>
              <p:cNvPr id="57" name="Freeform 521">
                <a:extLst>
                  <a:ext uri="{FF2B5EF4-FFF2-40B4-BE49-F238E27FC236}">
                    <a16:creationId xmlns:a16="http://schemas.microsoft.com/office/drawing/2014/main" id="{B72CEB38-B946-4B98-8E43-8D756F2039D0}"/>
                  </a:ext>
                </a:extLst>
              </p:cNvPr>
              <p:cNvSpPr>
                <a:spLocks noEditPoints="1"/>
              </p:cNvSpPr>
              <p:nvPr/>
            </p:nvSpPr>
            <p:spPr bwMode="auto">
              <a:xfrm>
                <a:off x="4190" y="298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800" dirty="0"/>
              </a:p>
            </p:txBody>
          </p:sp>
        </p:grpSp>
        <p:sp>
          <p:nvSpPr>
            <p:cNvPr id="58" name="TextBox 57">
              <a:extLst>
                <a:ext uri="{FF2B5EF4-FFF2-40B4-BE49-F238E27FC236}">
                  <a16:creationId xmlns:a16="http://schemas.microsoft.com/office/drawing/2014/main" id="{A0634313-68EB-4707-AE29-35CCF0BDF3EB}"/>
                </a:ext>
              </a:extLst>
            </p:cNvPr>
            <p:cNvSpPr txBox="1"/>
            <p:nvPr/>
          </p:nvSpPr>
          <p:spPr>
            <a:xfrm>
              <a:off x="5530769" y="3490446"/>
              <a:ext cx="1183196" cy="284214"/>
            </a:xfrm>
            <a:prstGeom prst="rect">
              <a:avLst/>
            </a:prstGeom>
            <a:noFill/>
          </p:spPr>
          <p:txBody>
            <a:bodyPr wrap="square" lIns="0" tIns="0" rIns="0" bIns="0" rtlCol="0">
              <a:spAutoFit/>
            </a:bodyPr>
            <a:lstStyle/>
            <a:p>
              <a:pPr algn="ctr">
                <a:spcBef>
                  <a:spcPts val="600"/>
                </a:spcBef>
                <a:buSzPct val="100000"/>
              </a:pPr>
              <a:r>
                <a:rPr lang="en-US" sz="800" b="1" dirty="0">
                  <a:solidFill>
                    <a:srgbClr val="313131"/>
                  </a:solidFill>
                </a:rPr>
                <a:t>Interoperability of Meters</a:t>
              </a:r>
            </a:p>
          </p:txBody>
        </p:sp>
      </p:grpSp>
    </p:spTree>
    <p:extLst>
      <p:ext uri="{BB962C8B-B14F-4D97-AF65-F5344CB8AC3E}">
        <p14:creationId xmlns:p14="http://schemas.microsoft.com/office/powerpoint/2010/main" val="385004177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46663D-EAC9-4800-A713-2911D77EADCC}"/>
              </a:ext>
            </a:extLst>
          </p:cNvPr>
          <p:cNvSpPr>
            <a:spLocks noGrp="1"/>
          </p:cNvSpPr>
          <p:nvPr>
            <p:ph type="body" idx="1"/>
          </p:nvPr>
        </p:nvSpPr>
        <p:spPr/>
        <p:txBody>
          <a:bodyPr/>
          <a:lstStyle/>
          <a:p>
            <a:r>
              <a:rPr lang="en-US" dirty="0"/>
              <a:t>HES</a:t>
            </a:r>
          </a:p>
        </p:txBody>
      </p:sp>
    </p:spTree>
    <p:extLst>
      <p:ext uri="{BB962C8B-B14F-4D97-AF65-F5344CB8AC3E}">
        <p14:creationId xmlns:p14="http://schemas.microsoft.com/office/powerpoint/2010/main" val="31949949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lowchart: Manual Input 4">
            <a:extLst>
              <a:ext uri="{FF2B5EF4-FFF2-40B4-BE49-F238E27FC236}">
                <a16:creationId xmlns:a16="http://schemas.microsoft.com/office/drawing/2014/main" id="{D7BF1DD0-C20B-42BC-A99F-0D00ED4A7517}"/>
              </a:ext>
            </a:extLst>
          </p:cNvPr>
          <p:cNvSpPr/>
          <p:nvPr/>
        </p:nvSpPr>
        <p:spPr bwMode="gray">
          <a:xfrm rot="16200000">
            <a:off x="5859977" y="2191680"/>
            <a:ext cx="3143270" cy="460805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75"/>
              <a:gd name="connsiteY0" fmla="*/ 0 h 14277"/>
              <a:gd name="connsiteX1" fmla="*/ 10075 w 10075"/>
              <a:gd name="connsiteY1" fmla="*/ 4277 h 14277"/>
              <a:gd name="connsiteX2" fmla="*/ 10075 w 10075"/>
              <a:gd name="connsiteY2" fmla="*/ 14277 h 14277"/>
              <a:gd name="connsiteX3" fmla="*/ 75 w 10075"/>
              <a:gd name="connsiteY3" fmla="*/ 14277 h 14277"/>
              <a:gd name="connsiteX4" fmla="*/ 0 w 10075"/>
              <a:gd name="connsiteY4" fmla="*/ 0 h 14277"/>
              <a:gd name="connsiteX0" fmla="*/ 0 w 10056"/>
              <a:gd name="connsiteY0" fmla="*/ 0 h 14383"/>
              <a:gd name="connsiteX1" fmla="*/ 10056 w 10056"/>
              <a:gd name="connsiteY1" fmla="*/ 4383 h 14383"/>
              <a:gd name="connsiteX2" fmla="*/ 10056 w 10056"/>
              <a:gd name="connsiteY2" fmla="*/ 14383 h 14383"/>
              <a:gd name="connsiteX3" fmla="*/ 56 w 10056"/>
              <a:gd name="connsiteY3" fmla="*/ 14383 h 14383"/>
              <a:gd name="connsiteX4" fmla="*/ 0 w 10056"/>
              <a:gd name="connsiteY4" fmla="*/ 0 h 14383"/>
              <a:gd name="connsiteX0" fmla="*/ 23 w 10004"/>
              <a:gd name="connsiteY0" fmla="*/ 0 h 14489"/>
              <a:gd name="connsiteX1" fmla="*/ 10004 w 10004"/>
              <a:gd name="connsiteY1" fmla="*/ 4489 h 14489"/>
              <a:gd name="connsiteX2" fmla="*/ 10004 w 10004"/>
              <a:gd name="connsiteY2" fmla="*/ 14489 h 14489"/>
              <a:gd name="connsiteX3" fmla="*/ 4 w 10004"/>
              <a:gd name="connsiteY3" fmla="*/ 14489 h 14489"/>
              <a:gd name="connsiteX4" fmla="*/ 23 w 10004"/>
              <a:gd name="connsiteY4" fmla="*/ 0 h 14489"/>
              <a:gd name="connsiteX0" fmla="*/ 23 w 10025"/>
              <a:gd name="connsiteY0" fmla="*/ 0 h 14489"/>
              <a:gd name="connsiteX1" fmla="*/ 10025 w 10025"/>
              <a:gd name="connsiteY1" fmla="*/ 3518 h 14489"/>
              <a:gd name="connsiteX2" fmla="*/ 10004 w 10025"/>
              <a:gd name="connsiteY2" fmla="*/ 14489 h 14489"/>
              <a:gd name="connsiteX3" fmla="*/ 4 w 10025"/>
              <a:gd name="connsiteY3" fmla="*/ 14489 h 14489"/>
              <a:gd name="connsiteX4" fmla="*/ 23 w 10025"/>
              <a:gd name="connsiteY4" fmla="*/ 0 h 1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5" h="14489">
                <a:moveTo>
                  <a:pt x="23" y="0"/>
                </a:moveTo>
                <a:lnTo>
                  <a:pt x="10025" y="3518"/>
                </a:lnTo>
                <a:lnTo>
                  <a:pt x="10004" y="14489"/>
                </a:lnTo>
                <a:lnTo>
                  <a:pt x="4" y="14489"/>
                </a:lnTo>
                <a:cubicBezTo>
                  <a:pt x="-15" y="9695"/>
                  <a:pt x="42" y="4794"/>
                  <a:pt x="23" y="0"/>
                </a:cubicBezTo>
                <a:close/>
              </a:path>
            </a:pathLst>
          </a:custGeom>
          <a:solidFill>
            <a:schemeClr val="accent1">
              <a:lumMod val="20000"/>
              <a:lumOff val="80000"/>
            </a:schemeClr>
          </a:solidFill>
          <a:ln w="19050" algn="ctr">
            <a:no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4" name="TextBox 13"/>
          <p:cNvSpPr txBox="1"/>
          <p:nvPr/>
        </p:nvSpPr>
        <p:spPr>
          <a:xfrm>
            <a:off x="6351653" y="2722939"/>
            <a:ext cx="3395129" cy="3132652"/>
          </a:xfrm>
          <a:prstGeom prst="rect">
            <a:avLst/>
          </a:prstGeom>
          <a:noFill/>
        </p:spPr>
        <p:txBody>
          <a:bodyPr wrap="square" lIns="0" tIns="0" rIns="0" bIns="0" rtlCol="0">
            <a:spAutoFit/>
          </a:bodyPr>
          <a:lstStyle/>
          <a:p>
            <a:pPr algn="ctr" defTabSz="945677">
              <a:lnSpc>
                <a:spcPct val="106000"/>
              </a:lnSpc>
            </a:pPr>
            <a:r>
              <a:rPr lang="en-US" sz="1451" b="1" dirty="0">
                <a:solidFill>
                  <a:prstClr val="black"/>
                </a:solidFill>
                <a:latin typeface="Verdana"/>
              </a:rPr>
              <a:t>MDMS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Automatic polling / On Demand reads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Meter asset management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Meter installation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Meter data management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Data Validation, Estimation, and Editing (VEE)</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Billing determinants calculations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Exception management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Service order management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Customer service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Data analysis &amp; reporting</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Revenue protection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Demand control / Demand Response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Prepayment functionality</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Net metering integration</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Other business system integrations</a:t>
            </a:r>
          </a:p>
        </p:txBody>
      </p:sp>
      <p:sp>
        <p:nvSpPr>
          <p:cNvPr id="26" name="Flowchart: Manual Input 4">
            <a:extLst>
              <a:ext uri="{FF2B5EF4-FFF2-40B4-BE49-F238E27FC236}">
                <a16:creationId xmlns:a16="http://schemas.microsoft.com/office/drawing/2014/main" id="{EDEBD49A-F9C1-48E4-9268-FE9D570E49A8}"/>
              </a:ext>
            </a:extLst>
          </p:cNvPr>
          <p:cNvSpPr/>
          <p:nvPr/>
        </p:nvSpPr>
        <p:spPr bwMode="gray">
          <a:xfrm rot="5400000">
            <a:off x="2883037" y="2723836"/>
            <a:ext cx="3132652" cy="3533151"/>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75"/>
              <a:gd name="connsiteY0" fmla="*/ 0 h 14277"/>
              <a:gd name="connsiteX1" fmla="*/ 10075 w 10075"/>
              <a:gd name="connsiteY1" fmla="*/ 4277 h 14277"/>
              <a:gd name="connsiteX2" fmla="*/ 10075 w 10075"/>
              <a:gd name="connsiteY2" fmla="*/ 14277 h 14277"/>
              <a:gd name="connsiteX3" fmla="*/ 75 w 10075"/>
              <a:gd name="connsiteY3" fmla="*/ 14277 h 14277"/>
              <a:gd name="connsiteX4" fmla="*/ 0 w 10075"/>
              <a:gd name="connsiteY4" fmla="*/ 0 h 14277"/>
              <a:gd name="connsiteX0" fmla="*/ 0 w 10056"/>
              <a:gd name="connsiteY0" fmla="*/ 0 h 14383"/>
              <a:gd name="connsiteX1" fmla="*/ 10056 w 10056"/>
              <a:gd name="connsiteY1" fmla="*/ 4383 h 14383"/>
              <a:gd name="connsiteX2" fmla="*/ 10056 w 10056"/>
              <a:gd name="connsiteY2" fmla="*/ 14383 h 14383"/>
              <a:gd name="connsiteX3" fmla="*/ 56 w 10056"/>
              <a:gd name="connsiteY3" fmla="*/ 14383 h 14383"/>
              <a:gd name="connsiteX4" fmla="*/ 0 w 10056"/>
              <a:gd name="connsiteY4" fmla="*/ 0 h 14383"/>
              <a:gd name="connsiteX0" fmla="*/ 23 w 10004"/>
              <a:gd name="connsiteY0" fmla="*/ 0 h 14489"/>
              <a:gd name="connsiteX1" fmla="*/ 10004 w 10004"/>
              <a:gd name="connsiteY1" fmla="*/ 4489 h 14489"/>
              <a:gd name="connsiteX2" fmla="*/ 10004 w 10004"/>
              <a:gd name="connsiteY2" fmla="*/ 14489 h 14489"/>
              <a:gd name="connsiteX3" fmla="*/ 4 w 10004"/>
              <a:gd name="connsiteY3" fmla="*/ 14489 h 14489"/>
              <a:gd name="connsiteX4" fmla="*/ 23 w 10004"/>
              <a:gd name="connsiteY4" fmla="*/ 0 h 14489"/>
              <a:gd name="connsiteX0" fmla="*/ 23 w 10025"/>
              <a:gd name="connsiteY0" fmla="*/ 0 h 14489"/>
              <a:gd name="connsiteX1" fmla="*/ 10025 w 10025"/>
              <a:gd name="connsiteY1" fmla="*/ 3518 h 14489"/>
              <a:gd name="connsiteX2" fmla="*/ 10004 w 10025"/>
              <a:gd name="connsiteY2" fmla="*/ 14489 h 14489"/>
              <a:gd name="connsiteX3" fmla="*/ 4 w 10025"/>
              <a:gd name="connsiteY3" fmla="*/ 14489 h 14489"/>
              <a:gd name="connsiteX4" fmla="*/ 23 w 10025"/>
              <a:gd name="connsiteY4" fmla="*/ 0 h 14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5" h="14489">
                <a:moveTo>
                  <a:pt x="23" y="0"/>
                </a:moveTo>
                <a:lnTo>
                  <a:pt x="10025" y="3518"/>
                </a:lnTo>
                <a:lnTo>
                  <a:pt x="10004" y="14489"/>
                </a:lnTo>
                <a:lnTo>
                  <a:pt x="4" y="14489"/>
                </a:lnTo>
                <a:cubicBezTo>
                  <a:pt x="-15" y="9695"/>
                  <a:pt x="42" y="4794"/>
                  <a:pt x="23" y="0"/>
                </a:cubicBezTo>
                <a:close/>
              </a:path>
            </a:pathLst>
          </a:custGeom>
          <a:solidFill>
            <a:schemeClr val="accent6">
              <a:lumMod val="20000"/>
              <a:lumOff val="80000"/>
            </a:schemeClr>
          </a:solidFill>
          <a:ln w="6350" algn="ctr">
            <a:solidFill>
              <a:schemeClr val="accent6">
                <a:lumMod val="20000"/>
                <a:lumOff val="80000"/>
              </a:schemeClr>
            </a:solid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3" name="Title 2"/>
          <p:cNvSpPr>
            <a:spLocks noGrp="1"/>
          </p:cNvSpPr>
          <p:nvPr>
            <p:ph type="title"/>
          </p:nvPr>
        </p:nvSpPr>
        <p:spPr/>
        <p:txBody>
          <a:bodyPr/>
          <a:lstStyle/>
          <a:p>
            <a:r>
              <a:rPr lang="en-US" b="1" dirty="0"/>
              <a:t>HES and AMI Technology: Software Solutions; Vendor Landscape and Integration Issues</a:t>
            </a:r>
            <a:br>
              <a:rPr lang="en-US" dirty="0"/>
            </a:br>
            <a:endParaRPr lang="en-IN" dirty="0"/>
          </a:p>
        </p:txBody>
      </p:sp>
      <p:sp>
        <p:nvSpPr>
          <p:cNvPr id="8" name="TextBox 7"/>
          <p:cNvSpPr txBox="1"/>
          <p:nvPr/>
        </p:nvSpPr>
        <p:spPr>
          <a:xfrm>
            <a:off x="2824590" y="2685598"/>
            <a:ext cx="2749252" cy="3030060"/>
          </a:xfrm>
          <a:prstGeom prst="rect">
            <a:avLst/>
          </a:prstGeom>
          <a:noFill/>
        </p:spPr>
        <p:txBody>
          <a:bodyPr wrap="square" lIns="0" tIns="0" rIns="0" bIns="0" rtlCol="0">
            <a:spAutoFit/>
          </a:bodyPr>
          <a:lstStyle/>
          <a:p>
            <a:pPr algn="ctr" defTabSz="945677">
              <a:lnSpc>
                <a:spcPct val="106000"/>
              </a:lnSpc>
            </a:pPr>
            <a:r>
              <a:rPr lang="en-US" sz="1451" b="1" dirty="0">
                <a:solidFill>
                  <a:prstClr val="black"/>
                </a:solidFill>
                <a:latin typeface="Verdana"/>
              </a:rPr>
              <a:t>HES / MDAS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Automatic polling / On Demand reads</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Two-way communication establishment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Remote Disconnect / Reconnect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Data encryption for communication</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RTC time synchronization</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Data retention</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Control signals / Event messages handling &amp; logging</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Smart meter configuration support</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Communication device status and history logging</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Network information logging </a:t>
            </a:r>
          </a:p>
          <a:p>
            <a:pPr marL="151273" indent="-151273" defTabSz="945677">
              <a:spcBef>
                <a:spcPts val="177"/>
              </a:spcBef>
              <a:buSzPct val="100000"/>
              <a:buFont typeface="Arial" panose="020B0604020202020204" pitchFamily="34" charset="0"/>
              <a:buChar char="•"/>
            </a:pPr>
            <a:r>
              <a:rPr lang="en-US" sz="1088" dirty="0">
                <a:solidFill>
                  <a:prstClr val="black"/>
                </a:solidFill>
                <a:latin typeface="Verdana"/>
              </a:rPr>
              <a:t>Critical and non-critical reporting</a:t>
            </a:r>
          </a:p>
        </p:txBody>
      </p:sp>
      <p:sp>
        <p:nvSpPr>
          <p:cNvPr id="11" name="Right Arrow 10"/>
          <p:cNvSpPr/>
          <p:nvPr/>
        </p:nvSpPr>
        <p:spPr bwMode="gray">
          <a:xfrm>
            <a:off x="9770361" y="2913105"/>
            <a:ext cx="820475" cy="1614298"/>
          </a:xfrm>
          <a:prstGeom prst="rightArrow">
            <a:avLst/>
          </a:prstGeom>
          <a:solidFill>
            <a:schemeClr val="accent1">
              <a:lumMod val="20000"/>
              <a:lumOff val="80000"/>
            </a:schemeClr>
          </a:solidFill>
          <a:ln w="19050" algn="ctr">
            <a:no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2" name="Right Arrow 11"/>
          <p:cNvSpPr/>
          <p:nvPr/>
        </p:nvSpPr>
        <p:spPr bwMode="gray">
          <a:xfrm rot="10800000">
            <a:off x="9735639" y="4486804"/>
            <a:ext cx="820473" cy="1614298"/>
          </a:xfrm>
          <a:prstGeom prst="rightArrow">
            <a:avLst/>
          </a:prstGeom>
          <a:solidFill>
            <a:schemeClr val="accent1">
              <a:lumMod val="20000"/>
              <a:lumOff val="80000"/>
            </a:schemeClr>
          </a:solidFill>
          <a:ln w="19050" algn="ctr">
            <a:no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3" name="TextBox 12"/>
          <p:cNvSpPr txBox="1"/>
          <p:nvPr/>
        </p:nvSpPr>
        <p:spPr>
          <a:xfrm>
            <a:off x="10696385" y="3162605"/>
            <a:ext cx="1238279" cy="2701509"/>
          </a:xfrm>
          <a:prstGeom prst="rect">
            <a:avLst/>
          </a:prstGeom>
          <a:solidFill>
            <a:schemeClr val="tx2">
              <a:lumMod val="20000"/>
              <a:lumOff val="80000"/>
            </a:schemeClr>
          </a:solidFill>
        </p:spPr>
        <p:txBody>
          <a:bodyPr vert="horz" wrap="square" lIns="91440" tIns="0" rIns="0" bIns="0" rtlCol="0">
            <a:spAutoFit/>
          </a:bodyPr>
          <a:lstStyle/>
          <a:p>
            <a:pPr algn="ctr" defTabSz="945677">
              <a:spcBef>
                <a:spcPts val="177"/>
              </a:spcBef>
              <a:buSzPct val="100000"/>
            </a:pPr>
            <a:r>
              <a:rPr lang="en-US" sz="1235" b="1" dirty="0">
                <a:solidFill>
                  <a:prstClr val="black"/>
                </a:solidFill>
                <a:latin typeface="Verdana"/>
              </a:rPr>
              <a:t>Enterprise Applications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Billing / CIS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CRM</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GIS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ERP</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OMS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DMS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WMS</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Customer Portal</a:t>
            </a:r>
          </a:p>
          <a:p>
            <a:pPr marL="252122" indent="-252122" defTabSz="945677">
              <a:spcBef>
                <a:spcPts val="177"/>
              </a:spcBef>
              <a:buSzPct val="100000"/>
              <a:buFont typeface="Arial" panose="020B0604020202020204" pitchFamily="34" charset="0"/>
              <a:buChar char="•"/>
            </a:pPr>
            <a:r>
              <a:rPr lang="en-US" sz="1235" dirty="0">
                <a:solidFill>
                  <a:prstClr val="black"/>
                </a:solidFill>
                <a:latin typeface="Verdana"/>
              </a:rPr>
              <a:t>Etc.</a:t>
            </a:r>
            <a:endParaRPr lang="en-IN" sz="1235" dirty="0">
              <a:solidFill>
                <a:prstClr val="black"/>
              </a:solidFill>
              <a:latin typeface="Verdana"/>
            </a:endParaRPr>
          </a:p>
        </p:txBody>
      </p:sp>
      <p:sp>
        <p:nvSpPr>
          <p:cNvPr id="15" name="Right Arrow 14"/>
          <p:cNvSpPr/>
          <p:nvPr/>
        </p:nvSpPr>
        <p:spPr bwMode="gray">
          <a:xfrm>
            <a:off x="1709549" y="2913105"/>
            <a:ext cx="852370" cy="1614298"/>
          </a:xfrm>
          <a:prstGeom prst="rightArrow">
            <a:avLst/>
          </a:prstGeom>
          <a:solidFill>
            <a:schemeClr val="accent6">
              <a:lumMod val="20000"/>
              <a:lumOff val="80000"/>
            </a:schemeClr>
          </a:solidFill>
          <a:ln w="6350" algn="ctr">
            <a:solidFill>
              <a:schemeClr val="accent6">
                <a:lumMod val="20000"/>
                <a:lumOff val="80000"/>
              </a:schemeClr>
            </a:solid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6" name="Right Arrow 15"/>
          <p:cNvSpPr/>
          <p:nvPr/>
        </p:nvSpPr>
        <p:spPr bwMode="gray">
          <a:xfrm rot="10800000">
            <a:off x="1719078" y="4486804"/>
            <a:ext cx="852370" cy="1614298"/>
          </a:xfrm>
          <a:prstGeom prst="rightArrow">
            <a:avLst/>
          </a:prstGeom>
          <a:solidFill>
            <a:schemeClr val="accent6">
              <a:lumMod val="20000"/>
              <a:lumOff val="80000"/>
            </a:schemeClr>
          </a:solidFill>
          <a:ln w="6350" algn="ctr">
            <a:solidFill>
              <a:schemeClr val="accent6">
                <a:lumMod val="20000"/>
                <a:lumOff val="80000"/>
              </a:schemeClr>
            </a:solid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17" name="TextBox 16"/>
          <p:cNvSpPr txBox="1"/>
          <p:nvPr/>
        </p:nvSpPr>
        <p:spPr>
          <a:xfrm>
            <a:off x="273035" y="5230974"/>
            <a:ext cx="1230981" cy="190052"/>
          </a:xfrm>
          <a:prstGeom prst="rect">
            <a:avLst/>
          </a:prstGeom>
          <a:noFill/>
        </p:spPr>
        <p:txBody>
          <a:bodyPr vert="horz" wrap="square" lIns="0" tIns="0" rIns="0" bIns="0" rtlCol="0">
            <a:spAutoFit/>
          </a:bodyPr>
          <a:lstStyle/>
          <a:p>
            <a:pPr algn="ctr" defTabSz="945677">
              <a:spcBef>
                <a:spcPts val="177"/>
              </a:spcBef>
              <a:buSzPct val="100000"/>
            </a:pPr>
            <a:r>
              <a:rPr lang="en-US" sz="1235" b="1" dirty="0">
                <a:solidFill>
                  <a:prstClr val="black"/>
                </a:solidFill>
                <a:latin typeface="Verdana"/>
              </a:rPr>
              <a:t>Smart Meters</a:t>
            </a:r>
            <a:endParaRPr lang="en-IN" sz="1235" b="1" dirty="0">
              <a:solidFill>
                <a:prstClr val="black"/>
              </a:solidFill>
              <a:latin typeface="Verdana"/>
            </a:endParaRPr>
          </a:p>
        </p:txBody>
      </p:sp>
      <p:pic>
        <p:nvPicPr>
          <p:cNvPr id="18" name="Picture Placeholder 8">
            <a:extLst>
              <a:ext uri="{FF2B5EF4-FFF2-40B4-BE49-F238E27FC236}">
                <a16:creationId xmlns:a16="http://schemas.microsoft.com/office/drawing/2014/main" id="{8C437E68-5EA6-4799-95C2-007FC5146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012" y="3746363"/>
            <a:ext cx="1476713" cy="1476713"/>
          </a:xfrm>
          <a:prstGeom prst="rect">
            <a:avLst/>
          </a:prstGeom>
        </p:spPr>
      </p:pic>
      <p:sp>
        <p:nvSpPr>
          <p:cNvPr id="21" name="Rectangle 20"/>
          <p:cNvSpPr/>
          <p:nvPr/>
        </p:nvSpPr>
        <p:spPr bwMode="gray">
          <a:xfrm>
            <a:off x="273034" y="6187945"/>
            <a:ext cx="11661629" cy="334102"/>
          </a:xfrm>
          <a:prstGeom prst="rect">
            <a:avLst/>
          </a:prstGeom>
          <a:solidFill>
            <a:srgbClr val="004F59"/>
          </a:solidFill>
          <a:ln w="19050" algn="ctr">
            <a:noFill/>
            <a:miter lim="800000"/>
            <a:headEnd/>
            <a:tailEnd/>
          </a:ln>
        </p:spPr>
        <p:txBody>
          <a:bodyPr wrap="square" lIns="78438" tIns="78438" rIns="78438" bIns="78438" rtlCol="0" anchor="ctr"/>
          <a:lstStyle/>
          <a:p>
            <a:pPr algn="ctr" defTabSz="945677">
              <a:lnSpc>
                <a:spcPct val="106000"/>
              </a:lnSpc>
              <a:spcAft>
                <a:spcPts val="1059"/>
              </a:spcAft>
            </a:pPr>
            <a:r>
              <a:rPr lang="en-US" sz="1451" b="1" dirty="0">
                <a:solidFill>
                  <a:prstClr val="white"/>
                </a:solidFill>
                <a:latin typeface="Verdana"/>
              </a:rPr>
              <a:t>End to End and secure integration of HES/MDAS &amp; MDMS is critical for successful AMI implementation</a:t>
            </a:r>
            <a:endParaRPr lang="en-IN" sz="1451" b="1" dirty="0">
              <a:solidFill>
                <a:prstClr val="white"/>
              </a:solidFill>
              <a:latin typeface="Verdana"/>
            </a:endParaRPr>
          </a:p>
        </p:txBody>
      </p:sp>
      <p:sp>
        <p:nvSpPr>
          <p:cNvPr id="23" name="Right Arrow 22"/>
          <p:cNvSpPr/>
          <p:nvPr/>
        </p:nvSpPr>
        <p:spPr bwMode="gray">
          <a:xfrm>
            <a:off x="5292028" y="2936227"/>
            <a:ext cx="851278" cy="1614298"/>
          </a:xfrm>
          <a:prstGeom prst="rightArrow">
            <a:avLst/>
          </a:prstGeom>
          <a:solidFill>
            <a:schemeClr val="accent6">
              <a:lumMod val="20000"/>
              <a:lumOff val="80000"/>
            </a:schemeClr>
          </a:solidFill>
          <a:ln w="6350" algn="ctr">
            <a:solidFill>
              <a:schemeClr val="accent6">
                <a:lumMod val="20000"/>
                <a:lumOff val="80000"/>
              </a:schemeClr>
            </a:solid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24" name="Right Arrow 23"/>
          <p:cNvSpPr/>
          <p:nvPr/>
        </p:nvSpPr>
        <p:spPr bwMode="gray">
          <a:xfrm rot="10800000">
            <a:off x="5390257" y="4476847"/>
            <a:ext cx="747965" cy="1590495"/>
          </a:xfrm>
          <a:prstGeom prst="rightArrow">
            <a:avLst/>
          </a:prstGeom>
          <a:solidFill>
            <a:schemeClr val="accent1">
              <a:lumMod val="20000"/>
              <a:lumOff val="80000"/>
            </a:schemeClr>
          </a:solidFill>
          <a:ln w="19050" algn="ctr">
            <a:noFill/>
            <a:miter lim="800000"/>
            <a:headEnd/>
            <a:tailEnd/>
          </a:ln>
        </p:spPr>
        <p:txBody>
          <a:bodyPr wrap="square" lIns="80615" tIns="80615" rIns="80615" bIns="80615" rtlCol="0" anchor="ctr"/>
          <a:lstStyle/>
          <a:p>
            <a:pPr algn="ctr" defTabSz="945677">
              <a:lnSpc>
                <a:spcPct val="106000"/>
              </a:lnSpc>
            </a:pPr>
            <a:endParaRPr lang="en-IN" sz="1451" b="1" dirty="0">
              <a:solidFill>
                <a:prstClr val="white"/>
              </a:solidFill>
              <a:latin typeface="Verdana"/>
            </a:endParaRPr>
          </a:p>
        </p:txBody>
      </p:sp>
      <p:sp>
        <p:nvSpPr>
          <p:cNvPr id="20" name="TextBox 19">
            <a:extLst>
              <a:ext uri="{FF2B5EF4-FFF2-40B4-BE49-F238E27FC236}">
                <a16:creationId xmlns:a16="http://schemas.microsoft.com/office/drawing/2014/main" id="{BEF43F2D-16E4-4F26-979F-8108A9D68349}"/>
              </a:ext>
            </a:extLst>
          </p:cNvPr>
          <p:cNvSpPr txBox="1"/>
          <p:nvPr/>
        </p:nvSpPr>
        <p:spPr>
          <a:xfrm>
            <a:off x="273033" y="1178567"/>
            <a:ext cx="11661630" cy="1446550"/>
          </a:xfrm>
          <a:prstGeom prst="rect">
            <a:avLst/>
          </a:prstGeom>
          <a:solidFill>
            <a:schemeClr val="accent3">
              <a:lumMod val="20000"/>
              <a:lumOff val="80000"/>
            </a:schemeClr>
          </a:solidFill>
          <a:ln>
            <a:solidFill>
              <a:schemeClr val="tx1"/>
            </a:solidFill>
            <a:prstDash val="dashDot"/>
          </a:ln>
        </p:spPr>
        <p:txBody>
          <a:bodyPr wrap="square">
            <a:spAutoFit/>
          </a:bodyPr>
          <a:lstStyle/>
          <a:p>
            <a:pPr marL="285750" indent="-285750">
              <a:buFont typeface="Arial" panose="020B0604020202020204" pitchFamily="34" charset="0"/>
              <a:buChar char="•"/>
            </a:pPr>
            <a:r>
              <a:rPr lang="en-US" sz="1100" dirty="0">
                <a:solidFill>
                  <a:srgbClr val="000000"/>
                </a:solidFill>
                <a:effectLst/>
                <a:latin typeface="+mj-lt"/>
                <a:ea typeface="Times" panose="02020603050405020304" pitchFamily="18" charset="0"/>
                <a:cs typeface="Calibri" panose="020F0502020204030204" pitchFamily="34" charset="0"/>
              </a:rPr>
              <a:t>HES is responsible for,</a:t>
            </a:r>
          </a:p>
          <a:p>
            <a:pPr marL="742921" lvl="1" indent="-285750">
              <a:buFont typeface="Courier New" panose="02070309020205020404" pitchFamily="49" charset="0"/>
              <a:buChar char="o"/>
            </a:pPr>
            <a:r>
              <a:rPr lang="en-US" sz="1100" dirty="0">
                <a:solidFill>
                  <a:srgbClr val="000000"/>
                </a:solidFill>
                <a:effectLst/>
                <a:latin typeface="+mj-lt"/>
                <a:ea typeface="Times" panose="02020603050405020304" pitchFamily="18" charset="0"/>
                <a:cs typeface="Calibri" panose="020F0502020204030204" pitchFamily="34" charset="0"/>
              </a:rPr>
              <a:t>Meter data acquisition and converting data into output file for MDM system in required formats </a:t>
            </a:r>
          </a:p>
          <a:p>
            <a:pPr marL="742921" lvl="1" indent="-285750">
              <a:buFont typeface="Courier New" panose="02070309020205020404" pitchFamily="49" charset="0"/>
              <a:buChar char="o"/>
            </a:pPr>
            <a:r>
              <a:rPr lang="en-US" sz="1100" dirty="0">
                <a:solidFill>
                  <a:srgbClr val="000000"/>
                </a:solidFill>
                <a:effectLst/>
                <a:latin typeface="+mj-lt"/>
                <a:ea typeface="Times" panose="02020603050405020304" pitchFamily="18" charset="0"/>
                <a:cs typeface="Calibri" panose="020F0502020204030204" pitchFamily="34" charset="0"/>
              </a:rPr>
              <a:t>Communication between utility command center and end devices. </a:t>
            </a:r>
          </a:p>
          <a:p>
            <a:pPr marL="285750" indent="-285750">
              <a:buFont typeface="Arial" panose="020B0604020202020204" pitchFamily="34" charset="0"/>
              <a:buChar char="•"/>
            </a:pPr>
            <a:r>
              <a:rPr lang="en-US" sz="1100" dirty="0">
                <a:solidFill>
                  <a:srgbClr val="000000"/>
                </a:solidFill>
                <a:latin typeface="+mj-lt"/>
                <a:cs typeface="Calibri" panose="020F0502020204030204" pitchFamily="34" charset="0"/>
              </a:rPr>
              <a:t>Multiple communication techniques are permissible for two-way communication between control center and end device like RF, GPRS, PLC etc . Based on that following variants of HES are deployed</a:t>
            </a:r>
          </a:p>
          <a:p>
            <a:pPr marL="742921" lvl="1" indent="-285750">
              <a:buFont typeface="Courier New" panose="02070309020205020404" pitchFamily="49" charset="0"/>
              <a:buChar char="o"/>
            </a:pPr>
            <a:r>
              <a:rPr lang="en-US" sz="1100" dirty="0">
                <a:solidFill>
                  <a:srgbClr val="000000"/>
                </a:solidFill>
                <a:effectLst/>
                <a:latin typeface="+mj-lt"/>
                <a:ea typeface="Times" panose="02020603050405020304" pitchFamily="18" charset="0"/>
                <a:cs typeface="Calibri" panose="020F0502020204030204" pitchFamily="34" charset="0"/>
              </a:rPr>
              <a:t>Unified HES – compatible with all communication techniques</a:t>
            </a:r>
          </a:p>
          <a:p>
            <a:pPr marL="742921" lvl="1" indent="-285750">
              <a:buFont typeface="Courier New" panose="02070309020205020404" pitchFamily="49" charset="0"/>
              <a:buChar char="o"/>
            </a:pPr>
            <a:r>
              <a:rPr lang="en-US" sz="1100" dirty="0">
                <a:solidFill>
                  <a:srgbClr val="000000"/>
                </a:solidFill>
                <a:effectLst/>
                <a:latin typeface="+mj-lt"/>
                <a:ea typeface="Times" panose="02020603050405020304" pitchFamily="18" charset="0"/>
                <a:cs typeface="Calibri" panose="020F0502020204030204" pitchFamily="34" charset="0"/>
              </a:rPr>
              <a:t>Standalone HES – compatible for a particular communication techniques</a:t>
            </a:r>
          </a:p>
          <a:p>
            <a:pPr marL="285750" indent="-285750">
              <a:buFont typeface="Arial" panose="020B0604020202020204" pitchFamily="34" charset="0"/>
              <a:buChar char="•"/>
            </a:pPr>
            <a:r>
              <a:rPr lang="en-US" sz="1100" dirty="0">
                <a:solidFill>
                  <a:srgbClr val="000000"/>
                </a:solidFill>
                <a:latin typeface="+mj-lt"/>
                <a:cs typeface="Calibri" panose="020F0502020204030204" pitchFamily="34" charset="0"/>
              </a:rPr>
              <a:t>Proprietary or vendor specific protocols widely used for data transmission over the air. This is enabler of using multiple HESs. </a:t>
            </a:r>
          </a:p>
        </p:txBody>
      </p:sp>
      <p:sp>
        <p:nvSpPr>
          <p:cNvPr id="22" name="TextBox 21">
            <a:extLst>
              <a:ext uri="{FF2B5EF4-FFF2-40B4-BE49-F238E27FC236}">
                <a16:creationId xmlns:a16="http://schemas.microsoft.com/office/drawing/2014/main" id="{C6C5D570-7929-4A00-B815-66D588CF45E2}"/>
              </a:ext>
            </a:extLst>
          </p:cNvPr>
          <p:cNvSpPr txBox="1"/>
          <p:nvPr/>
        </p:nvSpPr>
        <p:spPr>
          <a:xfrm>
            <a:off x="199226" y="861979"/>
            <a:ext cx="6094070" cy="307777"/>
          </a:xfrm>
          <a:prstGeom prst="rect">
            <a:avLst/>
          </a:prstGeom>
          <a:noFill/>
        </p:spPr>
        <p:txBody>
          <a:bodyPr wrap="square">
            <a:spAutoFit/>
          </a:bodyPr>
          <a:lstStyle/>
          <a:p>
            <a:r>
              <a:rPr lang="en-US" sz="1400" b="1" dirty="0">
                <a:solidFill>
                  <a:schemeClr val="tx2">
                    <a:lumMod val="75000"/>
                  </a:schemeClr>
                </a:solidFill>
              </a:rPr>
              <a:t>Head End System:</a:t>
            </a:r>
          </a:p>
        </p:txBody>
      </p:sp>
    </p:spTree>
    <p:extLst>
      <p:ext uri="{BB962C8B-B14F-4D97-AF65-F5344CB8AC3E}">
        <p14:creationId xmlns:p14="http://schemas.microsoft.com/office/powerpoint/2010/main" val="104866878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ABD41D-4A61-4F6C-B72A-14E2F1FDC4C2}"/>
              </a:ext>
            </a:extLst>
          </p:cNvPr>
          <p:cNvSpPr>
            <a:spLocks noGrp="1"/>
          </p:cNvSpPr>
          <p:nvPr>
            <p:ph type="title"/>
          </p:nvPr>
        </p:nvSpPr>
        <p:spPr/>
        <p:txBody>
          <a:bodyPr/>
          <a:lstStyle/>
          <a:p>
            <a:r>
              <a:rPr lang="en-US" b="1" dirty="0"/>
              <a:t>Indicative MDMS and HES selection approach</a:t>
            </a:r>
          </a:p>
        </p:txBody>
      </p:sp>
      <p:sp>
        <p:nvSpPr>
          <p:cNvPr id="4" name="Content Placeholder 3">
            <a:extLst>
              <a:ext uri="{FF2B5EF4-FFF2-40B4-BE49-F238E27FC236}">
                <a16:creationId xmlns:a16="http://schemas.microsoft.com/office/drawing/2014/main" id="{D4B1FDBF-8128-418A-A1A5-C44353DBE379}"/>
              </a:ext>
            </a:extLst>
          </p:cNvPr>
          <p:cNvSpPr>
            <a:spLocks noGrp="1"/>
          </p:cNvSpPr>
          <p:nvPr>
            <p:ph idx="1"/>
          </p:nvPr>
        </p:nvSpPr>
        <p:spPr>
          <a:xfrm>
            <a:off x="469897" y="888237"/>
            <a:ext cx="11252199" cy="3301798"/>
          </a:xfrm>
          <a:solidFill>
            <a:schemeClr val="accent3">
              <a:lumMod val="20000"/>
              <a:lumOff val="80000"/>
            </a:schemeClr>
          </a:solidFill>
          <a:ln>
            <a:solidFill>
              <a:srgbClr val="86BC25"/>
            </a:solidFill>
            <a:prstDash val="dashDot"/>
          </a:ln>
        </p:spPr>
        <p:txBody>
          <a:bodyPr lIns="91440" anchor="ctr"/>
          <a:lstStyle/>
          <a:p>
            <a:r>
              <a:rPr lang="en-US" sz="1400" b="1" dirty="0"/>
              <a:t>Key parameters to be considered before selection of HES and MDMS</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Integration capability</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Implementation time</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Fare competition / Vendor availability   </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Cost</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System performance</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Data security</a:t>
            </a:r>
          </a:p>
          <a:p>
            <a:pPr marL="699290" lvl="3" indent="-342900" algn="just">
              <a:lnSpc>
                <a:spcPts val="1200"/>
              </a:lnSpc>
              <a:spcAft>
                <a:spcPts val="1200"/>
              </a:spcAft>
              <a:buFont typeface="Courier New" panose="02070309020205020404" pitchFamily="49" charset="0"/>
              <a:buChar char="o"/>
              <a:tabLst>
                <a:tab pos="630555" algn="l"/>
              </a:tabLst>
            </a:pPr>
            <a:r>
              <a:rPr lang="en-US" sz="1400" dirty="0">
                <a:effectLst/>
                <a:ea typeface="Calibri" panose="020F0502020204030204" pitchFamily="34" charset="0"/>
                <a:cs typeface="Times New Roman" panose="02020603050405020304" pitchFamily="18" charset="0"/>
              </a:rPr>
              <a:t>Future scalability</a:t>
            </a:r>
          </a:p>
          <a:p>
            <a:pPr marL="699290" lvl="3" indent="-342900" algn="just">
              <a:lnSpc>
                <a:spcPts val="1200"/>
              </a:lnSpc>
              <a:spcAft>
                <a:spcPts val="1200"/>
              </a:spcAft>
              <a:buFont typeface="Courier New" panose="02070309020205020404" pitchFamily="49" charset="0"/>
              <a:buChar char="o"/>
              <a:tabLst>
                <a:tab pos="630555" algn="l"/>
              </a:tabLst>
            </a:pPr>
            <a:endParaRPr lang="en-US" sz="1400" dirty="0">
              <a:ea typeface="Calibri" panose="020F0502020204030204" pitchFamily="34" charset="0"/>
              <a:cs typeface="Times New Roman" panose="02020603050405020304" pitchFamily="18" charset="0"/>
            </a:endParaRPr>
          </a:p>
          <a:p>
            <a:pPr marL="699290" lvl="3" indent="-342900" algn="just">
              <a:lnSpc>
                <a:spcPts val="1200"/>
              </a:lnSpc>
              <a:spcAft>
                <a:spcPts val="1200"/>
              </a:spcAft>
              <a:buFont typeface="Courier New" panose="02070309020205020404" pitchFamily="49" charset="0"/>
              <a:buChar char="o"/>
              <a:tabLst>
                <a:tab pos="630555" algn="l"/>
              </a:tabLst>
            </a:pPr>
            <a:endParaRPr lang="en-US" sz="1400" dirty="0">
              <a:effectLst/>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479A05EA-D033-4B78-A48A-AAB6B2315622}"/>
              </a:ext>
            </a:extLst>
          </p:cNvPr>
          <p:cNvGraphicFramePr>
            <a:graphicFrameLocks noGrp="1"/>
          </p:cNvGraphicFramePr>
          <p:nvPr>
            <p:extLst>
              <p:ext uri="{D42A27DB-BD31-4B8C-83A1-F6EECF244321}">
                <p14:modId xmlns:p14="http://schemas.microsoft.com/office/powerpoint/2010/main" val="674340669"/>
              </p:ext>
            </p:extLst>
          </p:nvPr>
        </p:nvGraphicFramePr>
        <p:xfrm>
          <a:off x="533401" y="4311589"/>
          <a:ext cx="11188695" cy="2143823"/>
        </p:xfrm>
        <a:graphic>
          <a:graphicData uri="http://schemas.openxmlformats.org/drawingml/2006/table">
            <a:tbl>
              <a:tblPr firstRow="1" firstCol="1" bandRow="1">
                <a:tableStyleId>{F5AB1C69-6EDB-4FF4-983F-18BD219EF322}</a:tableStyleId>
              </a:tblPr>
              <a:tblGrid>
                <a:gridCol w="1898104">
                  <a:extLst>
                    <a:ext uri="{9D8B030D-6E8A-4147-A177-3AD203B41FA5}">
                      <a16:colId xmlns:a16="http://schemas.microsoft.com/office/drawing/2014/main" val="1070679298"/>
                    </a:ext>
                  </a:extLst>
                </a:gridCol>
                <a:gridCol w="1461219">
                  <a:extLst>
                    <a:ext uri="{9D8B030D-6E8A-4147-A177-3AD203B41FA5}">
                      <a16:colId xmlns:a16="http://schemas.microsoft.com/office/drawing/2014/main" val="2259157584"/>
                    </a:ext>
                  </a:extLst>
                </a:gridCol>
                <a:gridCol w="1945002">
                  <a:extLst>
                    <a:ext uri="{9D8B030D-6E8A-4147-A177-3AD203B41FA5}">
                      <a16:colId xmlns:a16="http://schemas.microsoft.com/office/drawing/2014/main" val="2147922203"/>
                    </a:ext>
                  </a:extLst>
                </a:gridCol>
                <a:gridCol w="1574760">
                  <a:extLst>
                    <a:ext uri="{9D8B030D-6E8A-4147-A177-3AD203B41FA5}">
                      <a16:colId xmlns:a16="http://schemas.microsoft.com/office/drawing/2014/main" val="2153773699"/>
                    </a:ext>
                  </a:extLst>
                </a:gridCol>
                <a:gridCol w="1656213">
                  <a:extLst>
                    <a:ext uri="{9D8B030D-6E8A-4147-A177-3AD203B41FA5}">
                      <a16:colId xmlns:a16="http://schemas.microsoft.com/office/drawing/2014/main" val="733786088"/>
                    </a:ext>
                  </a:extLst>
                </a:gridCol>
                <a:gridCol w="1313123">
                  <a:extLst>
                    <a:ext uri="{9D8B030D-6E8A-4147-A177-3AD203B41FA5}">
                      <a16:colId xmlns:a16="http://schemas.microsoft.com/office/drawing/2014/main" val="1972878025"/>
                    </a:ext>
                  </a:extLst>
                </a:gridCol>
                <a:gridCol w="1340274">
                  <a:extLst>
                    <a:ext uri="{9D8B030D-6E8A-4147-A177-3AD203B41FA5}">
                      <a16:colId xmlns:a16="http://schemas.microsoft.com/office/drawing/2014/main" val="206832721"/>
                    </a:ext>
                  </a:extLst>
                </a:gridCol>
              </a:tblGrid>
              <a:tr h="389786">
                <a:tc>
                  <a:txBody>
                    <a:bodyPr/>
                    <a:lstStyle/>
                    <a:p>
                      <a:pPr algn="ctr">
                        <a:spcBef>
                          <a:spcPts val="300"/>
                        </a:spcBef>
                        <a:tabLst>
                          <a:tab pos="630555" algn="l"/>
                        </a:tabLst>
                      </a:pPr>
                      <a:r>
                        <a:rPr lang="en-IN" sz="1200" dirty="0">
                          <a:effectLst/>
                        </a:rPr>
                        <a:t>Possible Model</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Integration capability</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Implementation time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Vendor availability   </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System performance </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Data security </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tc>
                  <a:txBody>
                    <a:bodyPr/>
                    <a:lstStyle/>
                    <a:p>
                      <a:pPr algn="ctr">
                        <a:spcBef>
                          <a:spcPts val="300"/>
                        </a:spcBef>
                        <a:tabLst>
                          <a:tab pos="630555" algn="l"/>
                        </a:tabLst>
                      </a:pPr>
                      <a:r>
                        <a:rPr lang="en-IN" sz="1200" dirty="0">
                          <a:effectLst/>
                        </a:rPr>
                        <a:t>Future scalability </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004F59"/>
                    </a:solidFill>
                  </a:tcPr>
                </a:tc>
                <a:extLst>
                  <a:ext uri="{0D108BD9-81ED-4DB2-BD59-A6C34878D82A}">
                    <a16:rowId xmlns:a16="http://schemas.microsoft.com/office/drawing/2014/main" val="2454520218"/>
                  </a:ext>
                </a:extLst>
              </a:tr>
              <a:tr h="389786">
                <a:tc>
                  <a:txBody>
                    <a:bodyPr/>
                    <a:lstStyle/>
                    <a:p>
                      <a:pPr>
                        <a:spcBef>
                          <a:spcPts val="300"/>
                        </a:spcBef>
                        <a:tabLst>
                          <a:tab pos="630555" algn="l"/>
                        </a:tabLst>
                      </a:pPr>
                      <a:r>
                        <a:rPr lang="en-IN" sz="1200" dirty="0">
                          <a:solidFill>
                            <a:schemeClr val="tx1"/>
                          </a:solidFill>
                          <a:effectLst/>
                        </a:rPr>
                        <a:t>Unified HES &amp; single MDMS</a:t>
                      </a:r>
                      <a:endParaRPr lang="en-US" sz="1200" dirty="0">
                        <a:solidFill>
                          <a:schemeClr val="tx1"/>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DDEFE8"/>
                    </a:solidFill>
                  </a:tcPr>
                </a:tc>
                <a:tc>
                  <a:txBody>
                    <a:bodyPr/>
                    <a:lstStyle/>
                    <a:p>
                      <a:pPr algn="ctr">
                        <a:spcBef>
                          <a:spcPts val="300"/>
                        </a:spcBef>
                        <a:tabLst>
                          <a:tab pos="630555" algn="l"/>
                        </a:tabLst>
                      </a:pPr>
                      <a:r>
                        <a:rPr lang="en-IN" sz="1200" dirty="0">
                          <a:effectLst/>
                        </a:rPr>
                        <a:t>Poor</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Moderate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Limited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Moderate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High</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757953439"/>
                  </a:ext>
                </a:extLst>
              </a:tr>
              <a:tr h="389786">
                <a:tc>
                  <a:txBody>
                    <a:bodyPr/>
                    <a:lstStyle/>
                    <a:p>
                      <a:pPr>
                        <a:spcBef>
                          <a:spcPts val="300"/>
                        </a:spcBef>
                        <a:tabLst>
                          <a:tab pos="630555" algn="l"/>
                        </a:tabLst>
                      </a:pPr>
                      <a:r>
                        <a:rPr lang="en-IN" sz="1200" dirty="0">
                          <a:solidFill>
                            <a:schemeClr val="tx1"/>
                          </a:solidFill>
                          <a:effectLst/>
                        </a:rPr>
                        <a:t>Unified HES &amp; multiple MDMS</a:t>
                      </a:r>
                      <a:endParaRPr lang="en-US" sz="1200" dirty="0">
                        <a:solidFill>
                          <a:schemeClr val="tx1"/>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DDEFE8"/>
                    </a:solidFill>
                  </a:tcPr>
                </a:tc>
                <a:tc>
                  <a:txBody>
                    <a:bodyPr/>
                    <a:lstStyle/>
                    <a:p>
                      <a:pPr algn="ctr">
                        <a:spcBef>
                          <a:spcPts val="300"/>
                        </a:spcBef>
                        <a:tabLst>
                          <a:tab pos="630555" algn="l"/>
                        </a:tabLst>
                      </a:pPr>
                      <a:r>
                        <a:rPr lang="en-IN" sz="1200" dirty="0">
                          <a:effectLst/>
                        </a:rPr>
                        <a:t>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 (Good)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More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High</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Moderate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Fair</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853438793"/>
                  </a:ext>
                </a:extLst>
              </a:tr>
              <a:tr h="389786">
                <a:tc>
                  <a:txBody>
                    <a:bodyPr/>
                    <a:lstStyle/>
                    <a:p>
                      <a:pPr>
                        <a:spcBef>
                          <a:spcPts val="300"/>
                        </a:spcBef>
                        <a:tabLst>
                          <a:tab pos="630555" algn="l"/>
                        </a:tabLst>
                      </a:pPr>
                      <a:r>
                        <a:rPr lang="en-IN" sz="1200" dirty="0">
                          <a:solidFill>
                            <a:schemeClr val="tx1"/>
                          </a:solidFill>
                          <a:effectLst/>
                        </a:rPr>
                        <a:t>Multiple HES &amp; multiple MDMS</a:t>
                      </a:r>
                      <a:endParaRPr lang="en-US" sz="1200" dirty="0">
                        <a:solidFill>
                          <a:schemeClr val="tx1"/>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DDEFE8"/>
                    </a:solidFill>
                  </a:tcPr>
                </a:tc>
                <a:tc>
                  <a:txBody>
                    <a:bodyPr/>
                    <a:lstStyle/>
                    <a:p>
                      <a:pPr algn="ctr">
                        <a:spcBef>
                          <a:spcPts val="300"/>
                        </a:spcBef>
                        <a:tabLst>
                          <a:tab pos="630555" algn="l"/>
                        </a:tabLst>
                      </a:pPr>
                      <a:r>
                        <a:rPr lang="en-IN" sz="1200" dirty="0">
                          <a:effectLst/>
                        </a:rPr>
                        <a:t>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 (Good)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More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High</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070943833"/>
                  </a:ext>
                </a:extLst>
              </a:tr>
              <a:tr h="584679">
                <a:tc>
                  <a:txBody>
                    <a:bodyPr/>
                    <a:lstStyle/>
                    <a:p>
                      <a:pPr>
                        <a:spcBef>
                          <a:spcPts val="300"/>
                        </a:spcBef>
                        <a:tabLst>
                          <a:tab pos="630555" algn="l"/>
                        </a:tabLst>
                      </a:pPr>
                      <a:r>
                        <a:rPr lang="en-IN" sz="1200" dirty="0">
                          <a:solidFill>
                            <a:schemeClr val="tx1"/>
                          </a:solidFill>
                          <a:effectLst/>
                        </a:rPr>
                        <a:t>Multiple HES &amp; single MDMS with middle ware</a:t>
                      </a:r>
                      <a:endParaRPr lang="en-US" sz="1200" dirty="0">
                        <a:solidFill>
                          <a:schemeClr val="tx1"/>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solidFill>
                      <a:srgbClr val="DDEFE8"/>
                    </a:solidFill>
                  </a:tcPr>
                </a:tc>
                <a:tc>
                  <a:txBody>
                    <a:bodyPr/>
                    <a:lstStyle/>
                    <a:p>
                      <a:pPr algn="ctr">
                        <a:spcBef>
                          <a:spcPts val="300"/>
                        </a:spcBef>
                        <a:tabLst>
                          <a:tab pos="630555" algn="l"/>
                        </a:tabLst>
                      </a:pPr>
                      <a:r>
                        <a:rPr lang="en-IN" sz="1200" dirty="0">
                          <a:effectLst/>
                        </a:rPr>
                        <a:t>Best</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Least (Best)</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Limited</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Moderate</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Less</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tc>
                  <a:txBody>
                    <a:bodyPr/>
                    <a:lstStyle/>
                    <a:p>
                      <a:pPr algn="ctr">
                        <a:spcBef>
                          <a:spcPts val="300"/>
                        </a:spcBef>
                        <a:tabLst>
                          <a:tab pos="630555" algn="l"/>
                        </a:tabLst>
                      </a:pPr>
                      <a:r>
                        <a:rPr lang="en-IN" sz="1200" dirty="0">
                          <a:effectLst/>
                        </a:rPr>
                        <a:t>Fair</a:t>
                      </a:r>
                      <a:endParaRPr lang="en-US" sz="1200" dirty="0">
                        <a:solidFill>
                          <a:srgbClr val="000000"/>
                        </a:solidFill>
                        <a:effectLst/>
                        <a:latin typeface="Arial" panose="020B0604020202020204" pitchFamily="34" charset="0"/>
                        <a:ea typeface="Times"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174188165"/>
                  </a:ext>
                </a:extLst>
              </a:tr>
            </a:tbl>
          </a:graphicData>
        </a:graphic>
      </p:graphicFrame>
      <p:pic>
        <p:nvPicPr>
          <p:cNvPr id="6" name="Picture 5">
            <a:extLst>
              <a:ext uri="{FF2B5EF4-FFF2-40B4-BE49-F238E27FC236}">
                <a16:creationId xmlns:a16="http://schemas.microsoft.com/office/drawing/2014/main" id="{FE9F350D-645B-47D5-8A31-14097B34B21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9138" y="1269162"/>
            <a:ext cx="6489246" cy="2939969"/>
          </a:xfrm>
          <a:prstGeom prst="rect">
            <a:avLst/>
          </a:prstGeom>
          <a:noFill/>
        </p:spPr>
      </p:pic>
    </p:spTree>
    <p:extLst>
      <p:ext uri="{BB962C8B-B14F-4D97-AF65-F5344CB8AC3E}">
        <p14:creationId xmlns:p14="http://schemas.microsoft.com/office/powerpoint/2010/main" val="317638544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7AEDD9-3E2D-4554-AD3A-881A754E49AD}"/>
              </a:ext>
            </a:extLst>
          </p:cNvPr>
          <p:cNvSpPr>
            <a:spLocks noGrp="1"/>
          </p:cNvSpPr>
          <p:nvPr>
            <p:ph type="body" idx="1"/>
          </p:nvPr>
        </p:nvSpPr>
        <p:spPr/>
        <p:txBody>
          <a:bodyPr/>
          <a:lstStyle/>
          <a:p>
            <a:r>
              <a:rPr lang="en-US" dirty="0"/>
              <a:t>System Integration</a:t>
            </a:r>
          </a:p>
        </p:txBody>
      </p:sp>
    </p:spTree>
    <p:extLst>
      <p:ext uri="{BB962C8B-B14F-4D97-AF65-F5344CB8AC3E}">
        <p14:creationId xmlns:p14="http://schemas.microsoft.com/office/powerpoint/2010/main" val="326563786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2171521-BF8F-4AFC-9FBC-309A2C423109}"/>
              </a:ext>
            </a:extLst>
          </p:cNvPr>
          <p:cNvGraphicFramePr/>
          <p:nvPr>
            <p:extLst>
              <p:ext uri="{D42A27DB-BD31-4B8C-83A1-F6EECF244321}">
                <p14:modId xmlns:p14="http://schemas.microsoft.com/office/powerpoint/2010/main" val="1499183423"/>
              </p:ext>
            </p:extLst>
          </p:nvPr>
        </p:nvGraphicFramePr>
        <p:xfrm>
          <a:off x="413743" y="586766"/>
          <a:ext cx="11475450" cy="26138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D70532A7-457F-440A-A4AD-532CA10696A3}"/>
              </a:ext>
            </a:extLst>
          </p:cNvPr>
          <p:cNvSpPr>
            <a:spLocks noGrp="1"/>
          </p:cNvSpPr>
          <p:nvPr>
            <p:ph type="title"/>
          </p:nvPr>
        </p:nvSpPr>
        <p:spPr/>
        <p:txBody>
          <a:bodyPr/>
          <a:lstStyle/>
          <a:p>
            <a:r>
              <a:rPr lang="en-US" b="1" dirty="0"/>
              <a:t>System integration Approach</a:t>
            </a:r>
          </a:p>
        </p:txBody>
      </p:sp>
      <p:graphicFrame>
        <p:nvGraphicFramePr>
          <p:cNvPr id="4" name="Diagram 3">
            <a:extLst>
              <a:ext uri="{FF2B5EF4-FFF2-40B4-BE49-F238E27FC236}">
                <a16:creationId xmlns:a16="http://schemas.microsoft.com/office/drawing/2014/main" id="{2CD9BD51-F711-4EE1-B557-4F848BED9E5B}"/>
              </a:ext>
            </a:extLst>
          </p:cNvPr>
          <p:cNvGraphicFramePr/>
          <p:nvPr>
            <p:extLst>
              <p:ext uri="{D42A27DB-BD31-4B8C-83A1-F6EECF244321}">
                <p14:modId xmlns:p14="http://schemas.microsoft.com/office/powerpoint/2010/main" val="3257412258"/>
              </p:ext>
            </p:extLst>
          </p:nvPr>
        </p:nvGraphicFramePr>
        <p:xfrm>
          <a:off x="338978" y="3161234"/>
          <a:ext cx="5552536" cy="2998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8" name="Straight Connector 7">
            <a:extLst>
              <a:ext uri="{FF2B5EF4-FFF2-40B4-BE49-F238E27FC236}">
                <a16:creationId xmlns:a16="http://schemas.microsoft.com/office/drawing/2014/main" id="{AE7A5D0D-5E40-41BC-8FF2-4BA41DC9EE1B}"/>
              </a:ext>
            </a:extLst>
          </p:cNvPr>
          <p:cNvCxnSpPr>
            <a:cxnSpLocks/>
          </p:cNvCxnSpPr>
          <p:nvPr/>
        </p:nvCxnSpPr>
        <p:spPr>
          <a:xfrm>
            <a:off x="4507172" y="1035722"/>
            <a:ext cx="36483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4536977-63B0-439E-B7B2-9E081413B982}"/>
              </a:ext>
            </a:extLst>
          </p:cNvPr>
          <p:cNvSpPr txBox="1"/>
          <p:nvPr/>
        </p:nvSpPr>
        <p:spPr bwMode="gray">
          <a:xfrm>
            <a:off x="5142046" y="1001252"/>
            <a:ext cx="2361766" cy="153942"/>
          </a:xfrm>
          <a:prstGeom prst="rect">
            <a:avLst/>
          </a:prstGeom>
          <a:solidFill>
            <a:schemeClr val="bg1"/>
          </a:solidFill>
        </p:spPr>
        <p:txBody>
          <a:bodyPr wrap="square" lIns="0" rIns="0" rtlCol="0" anchor="b" anchorCtr="0">
            <a:noAutofit/>
          </a:bodyPr>
          <a:lstStyle/>
          <a:p>
            <a:pPr marL="171450" indent="-171450">
              <a:buFont typeface="Arial" panose="020B0604020202020204" pitchFamily="34" charset="0"/>
              <a:buChar char="•"/>
            </a:pPr>
            <a:r>
              <a:rPr lang="en-US" sz="1200" b="1" dirty="0"/>
              <a:t>Approach for Integration</a:t>
            </a:r>
          </a:p>
        </p:txBody>
      </p:sp>
      <p:cxnSp>
        <p:nvCxnSpPr>
          <p:cNvPr id="9" name="Straight Connector 8">
            <a:extLst>
              <a:ext uri="{FF2B5EF4-FFF2-40B4-BE49-F238E27FC236}">
                <a16:creationId xmlns:a16="http://schemas.microsoft.com/office/drawing/2014/main" id="{0E77DFAB-BA35-4A05-9E12-B193FA6E597F}"/>
              </a:ext>
            </a:extLst>
          </p:cNvPr>
          <p:cNvCxnSpPr>
            <a:cxnSpLocks/>
          </p:cNvCxnSpPr>
          <p:nvPr/>
        </p:nvCxnSpPr>
        <p:spPr>
          <a:xfrm>
            <a:off x="503248" y="2935043"/>
            <a:ext cx="530352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F8F9A01-76BE-4400-9E75-84418B5B0746}"/>
              </a:ext>
            </a:extLst>
          </p:cNvPr>
          <p:cNvSpPr txBox="1"/>
          <p:nvPr/>
        </p:nvSpPr>
        <p:spPr bwMode="gray">
          <a:xfrm>
            <a:off x="2099834" y="2852283"/>
            <a:ext cx="1858708" cy="188669"/>
          </a:xfrm>
          <a:prstGeom prst="rect">
            <a:avLst/>
          </a:prstGeom>
          <a:solidFill>
            <a:schemeClr val="bg1"/>
          </a:solidFill>
        </p:spPr>
        <p:txBody>
          <a:bodyPr wrap="square" lIns="0" rIns="0" rtlCol="0" anchor="b" anchorCtr="0">
            <a:noAutofit/>
          </a:bodyPr>
          <a:lstStyle/>
          <a:p>
            <a:pPr marL="171450" indent="-171450">
              <a:buFont typeface="Arial" panose="020B0604020202020204" pitchFamily="34" charset="0"/>
              <a:buChar char="•"/>
            </a:pPr>
            <a:r>
              <a:rPr lang="en-US" sz="1200" b="1" dirty="0"/>
              <a:t>Key Considerations</a:t>
            </a:r>
          </a:p>
        </p:txBody>
      </p:sp>
      <p:cxnSp>
        <p:nvCxnSpPr>
          <p:cNvPr id="12" name="Straight Connector 11">
            <a:extLst>
              <a:ext uri="{FF2B5EF4-FFF2-40B4-BE49-F238E27FC236}">
                <a16:creationId xmlns:a16="http://schemas.microsoft.com/office/drawing/2014/main" id="{6C9EAC4C-21EB-4BE1-BE77-27FF4EEBA753}"/>
              </a:ext>
            </a:extLst>
          </p:cNvPr>
          <p:cNvCxnSpPr>
            <a:cxnSpLocks/>
          </p:cNvCxnSpPr>
          <p:nvPr/>
        </p:nvCxnSpPr>
        <p:spPr>
          <a:xfrm>
            <a:off x="6537488" y="2935043"/>
            <a:ext cx="530352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DCC5F45-E2FD-4E56-90E4-DEFCE534B6AB}"/>
              </a:ext>
            </a:extLst>
          </p:cNvPr>
          <p:cNvSpPr txBox="1"/>
          <p:nvPr/>
        </p:nvSpPr>
        <p:spPr bwMode="gray">
          <a:xfrm>
            <a:off x="7911925" y="2852283"/>
            <a:ext cx="2271108" cy="188669"/>
          </a:xfrm>
          <a:prstGeom prst="rect">
            <a:avLst/>
          </a:prstGeom>
          <a:solidFill>
            <a:schemeClr val="bg1"/>
          </a:solidFill>
        </p:spPr>
        <p:txBody>
          <a:bodyPr wrap="square" lIns="0" rIns="0" rtlCol="0" anchor="b" anchorCtr="0">
            <a:noAutofit/>
          </a:bodyPr>
          <a:lstStyle/>
          <a:p>
            <a:pPr marL="171450" indent="-171450">
              <a:buFont typeface="Arial" panose="020B0604020202020204" pitchFamily="34" charset="0"/>
              <a:buChar char="•"/>
            </a:pPr>
            <a:r>
              <a:rPr lang="en-US" sz="1200" b="1" dirty="0"/>
              <a:t>Integration Challenges</a:t>
            </a:r>
          </a:p>
        </p:txBody>
      </p:sp>
      <p:graphicFrame>
        <p:nvGraphicFramePr>
          <p:cNvPr id="14" name="Diagram 13">
            <a:extLst>
              <a:ext uri="{FF2B5EF4-FFF2-40B4-BE49-F238E27FC236}">
                <a16:creationId xmlns:a16="http://schemas.microsoft.com/office/drawing/2014/main" id="{5D83B691-96DB-498D-BB79-3DCBEC37E9CF}"/>
              </a:ext>
            </a:extLst>
          </p:cNvPr>
          <p:cNvGraphicFramePr/>
          <p:nvPr>
            <p:extLst>
              <p:ext uri="{D42A27DB-BD31-4B8C-83A1-F6EECF244321}">
                <p14:modId xmlns:p14="http://schemas.microsoft.com/office/powerpoint/2010/main" val="3638153420"/>
              </p:ext>
            </p:extLst>
          </p:nvPr>
        </p:nvGraphicFramePr>
        <p:xfrm>
          <a:off x="6386922" y="3161234"/>
          <a:ext cx="5521659" cy="29986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402283005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92EFBE-B496-44A6-A122-0C95C05E453E}"/>
              </a:ext>
            </a:extLst>
          </p:cNvPr>
          <p:cNvSpPr>
            <a:spLocks noGrp="1"/>
          </p:cNvSpPr>
          <p:nvPr>
            <p:ph type="body" idx="1"/>
          </p:nvPr>
        </p:nvSpPr>
        <p:spPr/>
        <p:txBody>
          <a:bodyPr/>
          <a:lstStyle/>
          <a:p>
            <a:r>
              <a:rPr lang="en-US" dirty="0"/>
              <a:t>Meter Data Management System</a:t>
            </a:r>
          </a:p>
        </p:txBody>
      </p:sp>
    </p:spTree>
    <p:extLst>
      <p:ext uri="{BB962C8B-B14F-4D97-AF65-F5344CB8AC3E}">
        <p14:creationId xmlns:p14="http://schemas.microsoft.com/office/powerpoint/2010/main" val="260972907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108327-C6A8-43CF-80C3-E5BA9F2C269A}"/>
              </a:ext>
            </a:extLst>
          </p:cNvPr>
          <p:cNvSpPr txBox="1"/>
          <p:nvPr/>
        </p:nvSpPr>
        <p:spPr bwMode="gray">
          <a:xfrm>
            <a:off x="321310" y="715681"/>
            <a:ext cx="11564620" cy="5629149"/>
          </a:xfrm>
          <a:prstGeom prst="rect">
            <a:avLst/>
          </a:prstGeom>
          <a:solidFill>
            <a:schemeClr val="bg1"/>
          </a:solidFill>
        </p:spPr>
        <p:txBody>
          <a:bodyPr vert="horz" lIns="91440" tIns="91440" rIns="91440" bIns="91440" rtlCol="0" anchor="t">
            <a:normAutofit/>
          </a:bodyPr>
          <a:lstStyle/>
          <a:p>
            <a:pPr marL="55245" lvl="0" algn="just">
              <a:spcBef>
                <a:spcPts val="600"/>
              </a:spcBef>
            </a:pPr>
            <a:r>
              <a:rPr lang="en-US" sz="1600" b="1" dirty="0">
                <a:latin typeface="+mj-lt"/>
                <a:cs typeface="Calibri"/>
              </a:rPr>
              <a:t>MDM in RDSS</a:t>
            </a:r>
            <a:endParaRPr lang="en-US" dirty="0">
              <a:cs typeface="Calibri"/>
            </a:endParaRPr>
          </a:p>
          <a:p>
            <a:pPr marL="55245" algn="just">
              <a:lnSpc>
                <a:spcPct val="150000"/>
              </a:lnSpc>
              <a:spcBef>
                <a:spcPts val="600"/>
              </a:spcBef>
            </a:pPr>
            <a:r>
              <a:rPr lang="en-US" sz="1400" dirty="0">
                <a:latin typeface="+mj-lt"/>
                <a:cs typeface="Calibri"/>
              </a:rPr>
              <a:t>100% Consumer metering (including agricultural) through prepaid or smart prepaid mode </a:t>
            </a:r>
            <a:endParaRPr lang="en-US" sz="1400" dirty="0">
              <a:latin typeface="+mj-lt"/>
              <a:ea typeface="Verdana"/>
              <a:cs typeface="Calibri" panose="020F0502020204030204" pitchFamily="34" charset="0"/>
            </a:endParaRPr>
          </a:p>
          <a:p>
            <a:pPr marL="55245" lvl="0" algn="just">
              <a:lnSpc>
                <a:spcPct val="150000"/>
              </a:lnSpc>
              <a:spcBef>
                <a:spcPts val="600"/>
              </a:spcBef>
            </a:pPr>
            <a:r>
              <a:rPr lang="en-US" sz="1400" dirty="0">
                <a:latin typeface="+mj-lt"/>
                <a:cs typeface="Calibri" panose="020F0502020204030204" pitchFamily="34" charset="0"/>
              </a:rPr>
              <a:t>Prepaid smart meter tenders initiated after 1</a:t>
            </a:r>
            <a:r>
              <a:rPr lang="en-US" sz="1400" baseline="30000" dirty="0">
                <a:latin typeface="+mj-lt"/>
                <a:cs typeface="Calibri" panose="020F0502020204030204" pitchFamily="34" charset="0"/>
              </a:rPr>
              <a:t>st</a:t>
            </a:r>
            <a:r>
              <a:rPr lang="en-US" sz="1400" dirty="0">
                <a:latin typeface="+mj-lt"/>
                <a:cs typeface="Calibri" panose="020F0502020204030204" pitchFamily="34" charset="0"/>
              </a:rPr>
              <a:t> January 2020 in TOTEX mode eligible for funding</a:t>
            </a:r>
            <a:endParaRPr lang="en-US" sz="1400" dirty="0">
              <a:latin typeface="+mj-lt"/>
              <a:ea typeface="Verdana"/>
              <a:cs typeface="Calibri" panose="020F0502020204030204" pitchFamily="34" charset="0"/>
            </a:endParaRPr>
          </a:p>
          <a:p>
            <a:pPr marL="55245" lvl="0" algn="just">
              <a:lnSpc>
                <a:spcPct val="150000"/>
              </a:lnSpc>
              <a:spcBef>
                <a:spcPts val="600"/>
              </a:spcBef>
            </a:pPr>
            <a:r>
              <a:rPr lang="en-US" sz="1400" dirty="0">
                <a:latin typeface="+mj-lt"/>
                <a:cs typeface="Calibri" panose="020F0502020204030204" pitchFamily="34" charset="0"/>
              </a:rPr>
              <a:t>100% communicable DT &amp; Feeder Metering with AMI to enable energy accounting</a:t>
            </a:r>
            <a:endParaRPr lang="en-US" sz="1400" dirty="0">
              <a:latin typeface="+mj-lt"/>
              <a:ea typeface="Verdana"/>
              <a:cs typeface="Calibri" panose="020F0502020204030204" pitchFamily="34" charset="0"/>
            </a:endParaRPr>
          </a:p>
          <a:p>
            <a:pPr marL="55245" lvl="0" algn="just">
              <a:lnSpc>
                <a:spcPct val="150000"/>
              </a:lnSpc>
              <a:spcBef>
                <a:spcPts val="600"/>
              </a:spcBef>
            </a:pPr>
            <a:r>
              <a:rPr lang="en-US" sz="1400" dirty="0">
                <a:latin typeface="+mj-lt"/>
                <a:cs typeface="Calibri" panose="020F0502020204030204" pitchFamily="34" charset="0"/>
              </a:rPr>
              <a:t>Metering of unmetered feeders and making all feeder meters (new and old) online</a:t>
            </a:r>
            <a:endParaRPr lang="en-US" sz="1400" dirty="0">
              <a:latin typeface="+mj-lt"/>
              <a:ea typeface="Verdana"/>
              <a:cs typeface="Calibri" panose="020F0502020204030204" pitchFamily="34" charset="0"/>
            </a:endParaRPr>
          </a:p>
          <a:p>
            <a:pPr marL="55245" lvl="0" algn="just">
              <a:lnSpc>
                <a:spcPct val="150000"/>
              </a:lnSpc>
              <a:spcBef>
                <a:spcPts val="600"/>
              </a:spcBef>
            </a:pPr>
            <a:r>
              <a:rPr lang="en-US" sz="1400" dirty="0">
                <a:latin typeface="+mj-lt"/>
                <a:cs typeface="Calibri"/>
              </a:rPr>
              <a:t>Replacing current </a:t>
            </a:r>
            <a:r>
              <a:rPr lang="fr-FR" sz="1400" dirty="0">
                <a:latin typeface="+mj-lt"/>
                <a:cs typeface="Calibri"/>
              </a:rPr>
              <a:t>non-communicable DT meters with </a:t>
            </a:r>
            <a:r>
              <a:rPr lang="en-US" sz="1400" dirty="0">
                <a:latin typeface="+mj-lt"/>
                <a:cs typeface="Calibri"/>
              </a:rPr>
              <a:t>communicable AMI integrated meters</a:t>
            </a:r>
            <a:endParaRPr lang="en-US" sz="1400" dirty="0">
              <a:latin typeface="+mj-lt"/>
              <a:ea typeface="Verdana"/>
              <a:cs typeface="Calibri"/>
            </a:endParaRPr>
          </a:p>
          <a:p>
            <a:pPr marL="55245" algn="just">
              <a:lnSpc>
                <a:spcPct val="150000"/>
              </a:lnSpc>
              <a:spcBef>
                <a:spcPts val="600"/>
              </a:spcBef>
            </a:pPr>
            <a:r>
              <a:rPr lang="en-US" sz="1400" dirty="0">
                <a:latin typeface="+mj-lt"/>
                <a:cs typeface="Calibri"/>
              </a:rPr>
              <a:t>Replacement or fresh DT meter installation in TOTEX mode</a:t>
            </a:r>
            <a:r>
              <a:rPr lang="fr-FR" sz="1400" dirty="0">
                <a:latin typeface="+mj-lt"/>
                <a:cs typeface="Calibri"/>
              </a:rPr>
              <a:t> </a:t>
            </a:r>
            <a:endParaRPr lang="en-US" sz="1400" dirty="0">
              <a:latin typeface="+mj-lt"/>
              <a:ea typeface="Verdana"/>
              <a:cs typeface="Calibri" panose="020F0502020204030204" pitchFamily="34" charset="0"/>
            </a:endParaRPr>
          </a:p>
        </p:txBody>
      </p:sp>
      <p:sp>
        <p:nvSpPr>
          <p:cNvPr id="2" name="Title 1">
            <a:extLst>
              <a:ext uri="{FF2B5EF4-FFF2-40B4-BE49-F238E27FC236}">
                <a16:creationId xmlns:a16="http://schemas.microsoft.com/office/drawing/2014/main" id="{40DEA8BD-8A64-43E8-ABA4-688AE1E16EA0}"/>
              </a:ext>
            </a:extLst>
          </p:cNvPr>
          <p:cNvSpPr>
            <a:spLocks noGrp="1"/>
          </p:cNvSpPr>
          <p:nvPr>
            <p:ph type="title"/>
          </p:nvPr>
        </p:nvSpPr>
        <p:spPr/>
        <p:txBody>
          <a:bodyPr vert="horz" lIns="0" tIns="0" rIns="0" bIns="0" rtlCol="0" anchor="t" anchorCtr="0">
            <a:normAutofit/>
          </a:bodyPr>
          <a:lstStyle/>
          <a:p>
            <a:r>
              <a:rPr lang="en-US" b="1" dirty="0"/>
              <a:t>Meter data Management System</a:t>
            </a:r>
            <a:endParaRPr lang="en-US" b="1" kern="1200" dirty="0">
              <a:latin typeface="+mj-lt"/>
              <a:ea typeface="+mj-ea"/>
              <a:cs typeface="+mj-cs"/>
            </a:endParaRPr>
          </a:p>
        </p:txBody>
      </p:sp>
      <p:sp>
        <p:nvSpPr>
          <p:cNvPr id="7" name="TextBox 6">
            <a:extLst>
              <a:ext uri="{FF2B5EF4-FFF2-40B4-BE49-F238E27FC236}">
                <a16:creationId xmlns:a16="http://schemas.microsoft.com/office/drawing/2014/main" id="{38ACDDE2-4569-4354-9FF9-A62F3AE8A518}"/>
              </a:ext>
            </a:extLst>
          </p:cNvPr>
          <p:cNvSpPr txBox="1"/>
          <p:nvPr/>
        </p:nvSpPr>
        <p:spPr bwMode="gray">
          <a:xfrm>
            <a:off x="393700" y="3674500"/>
            <a:ext cx="11564620" cy="2762578"/>
          </a:xfrm>
          <a:prstGeom prst="rect">
            <a:avLst/>
          </a:prstGeom>
          <a:solidFill>
            <a:schemeClr val="bg1"/>
          </a:solidFill>
        </p:spPr>
        <p:txBody>
          <a:bodyPr vert="horz" lIns="91440" tIns="91440" rIns="91440" bIns="91440" rtlCol="0" anchor="t">
            <a:normAutofit/>
          </a:bodyPr>
          <a:lstStyle/>
          <a:p>
            <a:pPr marL="55245" lvl="0" algn="just">
              <a:spcBef>
                <a:spcPts val="600"/>
              </a:spcBef>
            </a:pPr>
            <a:r>
              <a:rPr lang="en-US" sz="1600" b="1" dirty="0">
                <a:latin typeface="+mj-lt"/>
                <a:cs typeface="Calibri"/>
              </a:rPr>
              <a:t>Key Functions of MDM in AMI</a:t>
            </a:r>
            <a:endParaRPr lang="en-US" dirty="0">
              <a:cs typeface="Calibri"/>
            </a:endParaRPr>
          </a:p>
          <a:p>
            <a:pPr marL="340995" indent="-285750" algn="just">
              <a:lnSpc>
                <a:spcPct val="150000"/>
              </a:lnSpc>
              <a:spcBef>
                <a:spcPts val="600"/>
              </a:spcBef>
              <a:buFont typeface="Arial" panose="020B0604020202020204" pitchFamily="34" charset="0"/>
              <a:buChar char="•"/>
            </a:pPr>
            <a:r>
              <a:rPr lang="en-US" sz="1400" dirty="0">
                <a:latin typeface="+mj-lt"/>
                <a:cs typeface="Calibri"/>
              </a:rPr>
              <a:t>Enable all the Smart grid initiatives by managing voluminous data of Usage and Events. </a:t>
            </a:r>
            <a:endParaRPr lang="en-US" sz="1400" dirty="0">
              <a:latin typeface="+mj-lt"/>
              <a:ea typeface="Verdana"/>
              <a:cs typeface="Calibri" panose="020F0502020204030204" pitchFamily="34" charset="0"/>
            </a:endParaRPr>
          </a:p>
          <a:p>
            <a:pPr marL="340995" indent="-285750" algn="just">
              <a:lnSpc>
                <a:spcPct val="150000"/>
              </a:lnSpc>
              <a:spcBef>
                <a:spcPts val="600"/>
              </a:spcBef>
              <a:buFont typeface="Arial" panose="020B0604020202020204" pitchFamily="34" charset="0"/>
              <a:buChar char="•"/>
            </a:pPr>
            <a:r>
              <a:rPr lang="en-US" sz="1400" dirty="0">
                <a:latin typeface="+mj-lt"/>
                <a:cs typeface="Calibri"/>
              </a:rPr>
              <a:t>Validate Meter reads and events data to provide accuracy.  Improve Validation and Estimation using various techniques and algorithms. </a:t>
            </a:r>
            <a:endParaRPr lang="en-US" sz="1400" dirty="0">
              <a:latin typeface="+mj-lt"/>
              <a:ea typeface="Verdana"/>
              <a:cs typeface="Calibri" panose="020F0502020204030204" pitchFamily="34" charset="0"/>
            </a:endParaRPr>
          </a:p>
          <a:p>
            <a:pPr marL="340995" indent="-285750" algn="just">
              <a:lnSpc>
                <a:spcPct val="150000"/>
              </a:lnSpc>
              <a:spcBef>
                <a:spcPts val="600"/>
              </a:spcBef>
              <a:buFont typeface="Arial" panose="020B0604020202020204" pitchFamily="34" charset="0"/>
              <a:buChar char="•"/>
            </a:pPr>
            <a:r>
              <a:rPr lang="en-US" sz="1400" dirty="0">
                <a:latin typeface="+mj-lt"/>
                <a:cs typeface="Calibri"/>
              </a:rPr>
              <a:t>Synchronize the Master data and the reading data between the source and Downstream applications and majorly the billing system. </a:t>
            </a:r>
            <a:endParaRPr lang="en-US" sz="1400" dirty="0">
              <a:latin typeface="+mj-lt"/>
              <a:ea typeface="Verdana"/>
              <a:cs typeface="Calibri" panose="020F0502020204030204" pitchFamily="34" charset="0"/>
            </a:endParaRPr>
          </a:p>
          <a:p>
            <a:pPr marL="340995" indent="-285750" algn="just">
              <a:lnSpc>
                <a:spcPct val="150000"/>
              </a:lnSpc>
              <a:spcBef>
                <a:spcPts val="600"/>
              </a:spcBef>
              <a:buFont typeface="Arial" panose="020B0604020202020204" pitchFamily="34" charset="0"/>
              <a:buChar char="•"/>
            </a:pPr>
            <a:r>
              <a:rPr lang="en-US" sz="1400" dirty="0">
                <a:latin typeface="+mj-lt"/>
                <a:cs typeface="Calibri" panose="020F0502020204030204" pitchFamily="34" charset="0"/>
              </a:rPr>
              <a:t>Be the base to implement various applications such as Demand R</a:t>
            </a:r>
            <a:r>
              <a:rPr lang="en-US" sz="1400" dirty="0">
                <a:latin typeface="+mj-lt"/>
                <a:cs typeface="Calibri"/>
              </a:rPr>
              <a:t>esponse, Energy Audit and pre-paid system.</a:t>
            </a:r>
            <a:endParaRPr lang="en-US" sz="1400" dirty="0">
              <a:latin typeface="+mj-lt"/>
              <a:ea typeface="Verdana"/>
              <a:cs typeface="Calibri"/>
            </a:endParaRPr>
          </a:p>
        </p:txBody>
      </p:sp>
    </p:spTree>
    <p:extLst>
      <p:ext uri="{BB962C8B-B14F-4D97-AF65-F5344CB8AC3E}">
        <p14:creationId xmlns:p14="http://schemas.microsoft.com/office/powerpoint/2010/main" val="16613890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A8BD-8A64-43E8-ABA4-688AE1E16EA0}"/>
              </a:ext>
            </a:extLst>
          </p:cNvPr>
          <p:cNvSpPr>
            <a:spLocks noGrp="1"/>
          </p:cNvSpPr>
          <p:nvPr>
            <p:ph type="title"/>
          </p:nvPr>
        </p:nvSpPr>
        <p:spPr/>
        <p:txBody>
          <a:bodyPr vert="horz" lIns="0" tIns="0" rIns="0" bIns="0" rtlCol="0" anchor="t" anchorCtr="0">
            <a:normAutofit/>
          </a:bodyPr>
          <a:lstStyle/>
          <a:p>
            <a:r>
              <a:rPr lang="en-US" b="1" dirty="0"/>
              <a:t>MDM Implementation and Operational Challenges</a:t>
            </a:r>
            <a:endParaRPr lang="en-US" b="1" kern="1200" dirty="0">
              <a:latin typeface="+mj-lt"/>
              <a:ea typeface="+mj-ea"/>
              <a:cs typeface="+mj-cs"/>
            </a:endParaRPr>
          </a:p>
        </p:txBody>
      </p:sp>
      <p:sp>
        <p:nvSpPr>
          <p:cNvPr id="38" name="Arc 37">
            <a:extLst>
              <a:ext uri="{FF2B5EF4-FFF2-40B4-BE49-F238E27FC236}">
                <a16:creationId xmlns:a16="http://schemas.microsoft.com/office/drawing/2014/main" id="{B79C7C9E-CDC8-40BA-AF8C-4A6C8C7C58FC}"/>
              </a:ext>
            </a:extLst>
          </p:cNvPr>
          <p:cNvSpPr/>
          <p:nvPr/>
        </p:nvSpPr>
        <p:spPr>
          <a:xfrm flipH="1">
            <a:off x="4335506" y="2695644"/>
            <a:ext cx="3447510" cy="3447510"/>
          </a:xfrm>
          <a:prstGeom prst="arc">
            <a:avLst>
              <a:gd name="adj1" fmla="val 16812435"/>
              <a:gd name="adj2" fmla="val 12607217"/>
            </a:avLst>
          </a:prstGeom>
          <a:ln w="25400" cap="rnd">
            <a:solidFill>
              <a:schemeClr val="bg1"/>
            </a:solidFill>
            <a:prstDash val="sysDot"/>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DAE34119-A702-4A2F-B62B-C0F92F21F646}"/>
              </a:ext>
            </a:extLst>
          </p:cNvPr>
          <p:cNvGrpSpPr/>
          <p:nvPr/>
        </p:nvGrpSpPr>
        <p:grpSpPr>
          <a:xfrm>
            <a:off x="4389660" y="2757616"/>
            <a:ext cx="3340395" cy="3340395"/>
            <a:chOff x="-2633284" y="955170"/>
            <a:chExt cx="3674434" cy="3674434"/>
          </a:xfrm>
        </p:grpSpPr>
        <p:sp>
          <p:nvSpPr>
            <p:cNvPr id="40" name="Oval 39">
              <a:extLst>
                <a:ext uri="{FF2B5EF4-FFF2-40B4-BE49-F238E27FC236}">
                  <a16:creationId xmlns:a16="http://schemas.microsoft.com/office/drawing/2014/main" id="{AB47AB00-3874-4371-BB82-1CD1CC9C1CFD}"/>
                </a:ext>
              </a:extLst>
            </p:cNvPr>
            <p:cNvSpPr/>
            <p:nvPr/>
          </p:nvSpPr>
          <p:spPr bwMode="gray">
            <a:xfrm>
              <a:off x="-2633284" y="955170"/>
              <a:ext cx="3674434" cy="3674434"/>
            </a:xfrm>
            <a:prstGeom prst="ellipse">
              <a:avLst/>
            </a:prstGeom>
            <a:solidFill>
              <a:schemeClr val="accent3">
                <a:lumMod val="75000"/>
                <a:alpha val="3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41" name="Oval 40">
              <a:extLst>
                <a:ext uri="{FF2B5EF4-FFF2-40B4-BE49-F238E27FC236}">
                  <a16:creationId xmlns:a16="http://schemas.microsoft.com/office/drawing/2014/main" id="{EE607B2A-7A0C-4ED9-B7BA-D1BDEA987E4C}"/>
                </a:ext>
              </a:extLst>
            </p:cNvPr>
            <p:cNvSpPr/>
            <p:nvPr/>
          </p:nvSpPr>
          <p:spPr bwMode="gray">
            <a:xfrm>
              <a:off x="-2471749" y="1112934"/>
              <a:ext cx="3340395" cy="3340395"/>
            </a:xfrm>
            <a:prstGeom prst="ellipse">
              <a:avLst/>
            </a:prstGeom>
            <a:solidFill>
              <a:schemeClr val="accent3">
                <a:lumMod val="75000"/>
                <a:alpha val="3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42" name="Oval 41">
              <a:extLst>
                <a:ext uri="{FF2B5EF4-FFF2-40B4-BE49-F238E27FC236}">
                  <a16:creationId xmlns:a16="http://schemas.microsoft.com/office/drawing/2014/main" id="{4E280D23-CE88-4F68-A9AE-EBE1E43A3529}"/>
                </a:ext>
              </a:extLst>
            </p:cNvPr>
            <p:cNvSpPr/>
            <p:nvPr/>
          </p:nvSpPr>
          <p:spPr bwMode="gray">
            <a:xfrm>
              <a:off x="-2314428" y="1244202"/>
              <a:ext cx="3036722" cy="3036722"/>
            </a:xfrm>
            <a:prstGeom prst="ellipse">
              <a:avLst/>
            </a:prstGeom>
            <a:solidFill>
              <a:schemeClr val="accent3">
                <a:lumMod val="75000"/>
                <a:alpha val="3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43" name="Oval 42">
              <a:extLst>
                <a:ext uri="{FF2B5EF4-FFF2-40B4-BE49-F238E27FC236}">
                  <a16:creationId xmlns:a16="http://schemas.microsoft.com/office/drawing/2014/main" id="{C0F22FC4-5C29-4461-9A80-6262E7E9B6BD}"/>
                </a:ext>
              </a:extLst>
            </p:cNvPr>
            <p:cNvSpPr/>
            <p:nvPr/>
          </p:nvSpPr>
          <p:spPr bwMode="gray">
            <a:xfrm>
              <a:off x="-2176395" y="1412059"/>
              <a:ext cx="2760657" cy="2760657"/>
            </a:xfrm>
            <a:prstGeom prst="ellipse">
              <a:avLst/>
            </a:prstGeom>
            <a:solidFill>
              <a:schemeClr val="tx1">
                <a:alpha val="2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grpSp>
      <p:sp>
        <p:nvSpPr>
          <p:cNvPr id="44" name="Oval 43">
            <a:extLst>
              <a:ext uri="{FF2B5EF4-FFF2-40B4-BE49-F238E27FC236}">
                <a16:creationId xmlns:a16="http://schemas.microsoft.com/office/drawing/2014/main" id="{10738C7F-0D21-44D0-9CA7-0DC97F4E8CA4}"/>
              </a:ext>
            </a:extLst>
          </p:cNvPr>
          <p:cNvSpPr/>
          <p:nvPr/>
        </p:nvSpPr>
        <p:spPr>
          <a:xfrm>
            <a:off x="4920263" y="3263520"/>
            <a:ext cx="2289000" cy="22892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45711" tIns="22855" rIns="45711" bIns="22855" rtlCol="0" anchor="ctr"/>
          <a:lstStyle/>
          <a:p>
            <a:pPr algn="ctr"/>
            <a:endParaRPr lang="en-US" dirty="0">
              <a:solidFill>
                <a:schemeClr val="tx1"/>
              </a:solidFill>
            </a:endParaRPr>
          </a:p>
        </p:txBody>
      </p:sp>
      <p:sp>
        <p:nvSpPr>
          <p:cNvPr id="45" name="Partial Circle 44">
            <a:extLst>
              <a:ext uri="{FF2B5EF4-FFF2-40B4-BE49-F238E27FC236}">
                <a16:creationId xmlns:a16="http://schemas.microsoft.com/office/drawing/2014/main" id="{20670ECC-E86A-4D0B-9E07-3959F333A6A3}"/>
              </a:ext>
            </a:extLst>
          </p:cNvPr>
          <p:cNvSpPr>
            <a:spLocks noChangeAspect="1"/>
          </p:cNvSpPr>
          <p:nvPr/>
        </p:nvSpPr>
        <p:spPr>
          <a:xfrm>
            <a:off x="4036452" y="2379594"/>
            <a:ext cx="4056623" cy="4057152"/>
          </a:xfrm>
          <a:prstGeom prst="pie">
            <a:avLst>
              <a:gd name="adj1" fmla="val 1779985"/>
              <a:gd name="adj2" fmla="val 5352857"/>
            </a:avLst>
          </a:prstGeom>
          <a:solidFill>
            <a:srgbClr val="62B5E5">
              <a:alpha val="30000"/>
            </a:srgbClr>
          </a:solidFill>
          <a:ln w="12700">
            <a:solidFill>
              <a:srgbClr val="00A3E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Partial Circle 46">
            <a:extLst>
              <a:ext uri="{FF2B5EF4-FFF2-40B4-BE49-F238E27FC236}">
                <a16:creationId xmlns:a16="http://schemas.microsoft.com/office/drawing/2014/main" id="{3EE1EEF3-C3EC-4DFD-88DD-FB2786D1E763}"/>
              </a:ext>
            </a:extLst>
          </p:cNvPr>
          <p:cNvSpPr>
            <a:spLocks noChangeAspect="1"/>
          </p:cNvSpPr>
          <p:nvPr/>
        </p:nvSpPr>
        <p:spPr>
          <a:xfrm>
            <a:off x="3833621" y="2176737"/>
            <a:ext cx="4462285" cy="4462867"/>
          </a:xfrm>
          <a:prstGeom prst="pie">
            <a:avLst>
              <a:gd name="adj1" fmla="val 5348895"/>
              <a:gd name="adj2" fmla="val 8995523"/>
            </a:avLst>
          </a:prstGeom>
          <a:solidFill>
            <a:srgbClr val="00A3E0">
              <a:alpha val="30000"/>
            </a:srgbClr>
          </a:solidFill>
          <a:ln w="12700">
            <a:solidFill>
              <a:srgbClr val="00A3E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8" name="Partial Circle 47">
            <a:extLst>
              <a:ext uri="{FF2B5EF4-FFF2-40B4-BE49-F238E27FC236}">
                <a16:creationId xmlns:a16="http://schemas.microsoft.com/office/drawing/2014/main" id="{5BE198A2-79F8-4CB9-B5D6-7311632A6E11}"/>
              </a:ext>
            </a:extLst>
          </p:cNvPr>
          <p:cNvSpPr>
            <a:spLocks noChangeAspect="1"/>
          </p:cNvSpPr>
          <p:nvPr/>
        </p:nvSpPr>
        <p:spPr>
          <a:xfrm>
            <a:off x="3620174" y="1953593"/>
            <a:ext cx="4908514" cy="4909154"/>
          </a:xfrm>
          <a:prstGeom prst="pie">
            <a:avLst>
              <a:gd name="adj1" fmla="val 9010219"/>
              <a:gd name="adj2" fmla="val 12565274"/>
            </a:avLst>
          </a:prstGeom>
          <a:solidFill>
            <a:srgbClr val="0076A8">
              <a:alpha val="30000"/>
            </a:srgbClr>
          </a:solidFill>
          <a:ln w="1270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9" name="Partial Circle 48">
            <a:extLst>
              <a:ext uri="{FF2B5EF4-FFF2-40B4-BE49-F238E27FC236}">
                <a16:creationId xmlns:a16="http://schemas.microsoft.com/office/drawing/2014/main" id="{A5D26F93-D003-4D79-8A4E-A6FA474CBD95}"/>
              </a:ext>
            </a:extLst>
          </p:cNvPr>
          <p:cNvSpPr>
            <a:spLocks noChangeAspect="1"/>
          </p:cNvSpPr>
          <p:nvPr/>
        </p:nvSpPr>
        <p:spPr>
          <a:xfrm>
            <a:off x="3433178" y="1825204"/>
            <a:ext cx="5282506" cy="5283196"/>
          </a:xfrm>
          <a:prstGeom prst="pie">
            <a:avLst>
              <a:gd name="adj1" fmla="val 12576914"/>
              <a:gd name="adj2" fmla="val 16200000"/>
            </a:avLst>
          </a:prstGeom>
          <a:solidFill>
            <a:srgbClr val="005587">
              <a:alpha val="30000"/>
            </a:srgbClr>
          </a:solidFill>
          <a:ln w="12700">
            <a:solidFill>
              <a:srgbClr val="0076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0" name="Partial Circle 49">
            <a:extLst>
              <a:ext uri="{FF2B5EF4-FFF2-40B4-BE49-F238E27FC236}">
                <a16:creationId xmlns:a16="http://schemas.microsoft.com/office/drawing/2014/main" id="{F350C10C-A4BE-4349-A628-47A8EA6D5016}"/>
              </a:ext>
            </a:extLst>
          </p:cNvPr>
          <p:cNvSpPr>
            <a:spLocks noChangeAspect="1"/>
          </p:cNvSpPr>
          <p:nvPr/>
        </p:nvSpPr>
        <p:spPr>
          <a:xfrm>
            <a:off x="4388473" y="2731661"/>
            <a:ext cx="3352581" cy="3353018"/>
          </a:xfrm>
          <a:prstGeom prst="pie">
            <a:avLst>
              <a:gd name="adj1" fmla="val 16194588"/>
              <a:gd name="adj2" fmla="val 19760967"/>
            </a:avLst>
          </a:prstGeom>
          <a:solidFill>
            <a:srgbClr val="A0DCFF">
              <a:alpha val="30000"/>
            </a:srgbClr>
          </a:solidFill>
          <a:ln w="12700">
            <a:solidFill>
              <a:srgbClr val="A0D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7" name="Freeform 5">
            <a:extLst>
              <a:ext uri="{FF2B5EF4-FFF2-40B4-BE49-F238E27FC236}">
                <a16:creationId xmlns:a16="http://schemas.microsoft.com/office/drawing/2014/main" id="{DFC0008C-89D0-42A1-BFF4-CA9F0BE20937}"/>
              </a:ext>
            </a:extLst>
          </p:cNvPr>
          <p:cNvSpPr>
            <a:spLocks noEditPoints="1"/>
          </p:cNvSpPr>
          <p:nvPr/>
        </p:nvSpPr>
        <p:spPr bwMode="auto">
          <a:xfrm>
            <a:off x="4723501" y="3066010"/>
            <a:ext cx="2682525" cy="2684318"/>
          </a:xfrm>
          <a:custGeom>
            <a:avLst/>
            <a:gdLst>
              <a:gd name="T0" fmla="*/ 293 w 585"/>
              <a:gd name="T1" fmla="*/ 0 h 585"/>
              <a:gd name="T2" fmla="*/ 0 w 585"/>
              <a:gd name="T3" fmla="*/ 292 h 585"/>
              <a:gd name="T4" fmla="*/ 293 w 585"/>
              <a:gd name="T5" fmla="*/ 585 h 585"/>
              <a:gd name="T6" fmla="*/ 585 w 585"/>
              <a:gd name="T7" fmla="*/ 292 h 585"/>
              <a:gd name="T8" fmla="*/ 293 w 585"/>
              <a:gd name="T9" fmla="*/ 0 h 585"/>
              <a:gd name="T10" fmla="*/ 429 w 585"/>
              <a:gd name="T11" fmla="*/ 519 h 585"/>
              <a:gd name="T12" fmla="*/ 411 w 585"/>
              <a:gd name="T13" fmla="*/ 498 h 585"/>
              <a:gd name="T14" fmla="*/ 421 w 585"/>
              <a:gd name="T15" fmla="*/ 524 h 585"/>
              <a:gd name="T16" fmla="*/ 297 w 585"/>
              <a:gd name="T17" fmla="*/ 557 h 585"/>
              <a:gd name="T18" fmla="*/ 293 w 585"/>
              <a:gd name="T19" fmla="*/ 529 h 585"/>
              <a:gd name="T20" fmla="*/ 288 w 585"/>
              <a:gd name="T21" fmla="*/ 557 h 585"/>
              <a:gd name="T22" fmla="*/ 164 w 585"/>
              <a:gd name="T23" fmla="*/ 524 h 585"/>
              <a:gd name="T24" fmla="*/ 174 w 585"/>
              <a:gd name="T25" fmla="*/ 498 h 585"/>
              <a:gd name="T26" fmla="*/ 156 w 585"/>
              <a:gd name="T27" fmla="*/ 519 h 585"/>
              <a:gd name="T28" fmla="*/ 66 w 585"/>
              <a:gd name="T29" fmla="*/ 429 h 585"/>
              <a:gd name="T30" fmla="*/ 88 w 585"/>
              <a:gd name="T31" fmla="*/ 411 h 585"/>
              <a:gd name="T32" fmla="*/ 61 w 585"/>
              <a:gd name="T33" fmla="*/ 421 h 585"/>
              <a:gd name="T34" fmla="*/ 28 w 585"/>
              <a:gd name="T35" fmla="*/ 297 h 585"/>
              <a:gd name="T36" fmla="*/ 56 w 585"/>
              <a:gd name="T37" fmla="*/ 292 h 585"/>
              <a:gd name="T38" fmla="*/ 28 w 585"/>
              <a:gd name="T39" fmla="*/ 288 h 585"/>
              <a:gd name="T40" fmla="*/ 61 w 585"/>
              <a:gd name="T41" fmla="*/ 164 h 585"/>
              <a:gd name="T42" fmla="*/ 88 w 585"/>
              <a:gd name="T43" fmla="*/ 174 h 585"/>
              <a:gd name="T44" fmla="*/ 66 w 585"/>
              <a:gd name="T45" fmla="*/ 156 h 585"/>
              <a:gd name="T46" fmla="*/ 156 w 585"/>
              <a:gd name="T47" fmla="*/ 66 h 585"/>
              <a:gd name="T48" fmla="*/ 174 w 585"/>
              <a:gd name="T49" fmla="*/ 87 h 585"/>
              <a:gd name="T50" fmla="*/ 164 w 585"/>
              <a:gd name="T51" fmla="*/ 61 h 585"/>
              <a:gd name="T52" fmla="*/ 288 w 585"/>
              <a:gd name="T53" fmla="*/ 28 h 585"/>
              <a:gd name="T54" fmla="*/ 293 w 585"/>
              <a:gd name="T55" fmla="*/ 56 h 585"/>
              <a:gd name="T56" fmla="*/ 297 w 585"/>
              <a:gd name="T57" fmla="*/ 28 h 585"/>
              <a:gd name="T58" fmla="*/ 421 w 585"/>
              <a:gd name="T59" fmla="*/ 61 h 585"/>
              <a:gd name="T60" fmla="*/ 411 w 585"/>
              <a:gd name="T61" fmla="*/ 87 h 585"/>
              <a:gd name="T62" fmla="*/ 429 w 585"/>
              <a:gd name="T63" fmla="*/ 66 h 585"/>
              <a:gd name="T64" fmla="*/ 520 w 585"/>
              <a:gd name="T65" fmla="*/ 156 h 585"/>
              <a:gd name="T66" fmla="*/ 498 w 585"/>
              <a:gd name="T67" fmla="*/ 174 h 585"/>
              <a:gd name="T68" fmla="*/ 524 w 585"/>
              <a:gd name="T69" fmla="*/ 164 h 585"/>
              <a:gd name="T70" fmla="*/ 557 w 585"/>
              <a:gd name="T71" fmla="*/ 288 h 585"/>
              <a:gd name="T72" fmla="*/ 530 w 585"/>
              <a:gd name="T73" fmla="*/ 292 h 585"/>
              <a:gd name="T74" fmla="*/ 557 w 585"/>
              <a:gd name="T75" fmla="*/ 297 h 585"/>
              <a:gd name="T76" fmla="*/ 524 w 585"/>
              <a:gd name="T77" fmla="*/ 421 h 585"/>
              <a:gd name="T78" fmla="*/ 498 w 585"/>
              <a:gd name="T79" fmla="*/ 411 h 585"/>
              <a:gd name="T80" fmla="*/ 520 w 585"/>
              <a:gd name="T81" fmla="*/ 429 h 585"/>
              <a:gd name="T82" fmla="*/ 429 w 585"/>
              <a:gd name="T83" fmla="*/ 519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5" h="585">
                <a:moveTo>
                  <a:pt x="293" y="0"/>
                </a:moveTo>
                <a:cubicBezTo>
                  <a:pt x="131" y="0"/>
                  <a:pt x="0" y="131"/>
                  <a:pt x="0" y="292"/>
                </a:cubicBezTo>
                <a:cubicBezTo>
                  <a:pt x="0" y="454"/>
                  <a:pt x="131" y="585"/>
                  <a:pt x="293" y="585"/>
                </a:cubicBezTo>
                <a:cubicBezTo>
                  <a:pt x="454" y="585"/>
                  <a:pt x="585" y="454"/>
                  <a:pt x="585" y="292"/>
                </a:cubicBezTo>
                <a:cubicBezTo>
                  <a:pt x="585" y="131"/>
                  <a:pt x="454" y="0"/>
                  <a:pt x="293" y="0"/>
                </a:cubicBezTo>
                <a:close/>
                <a:moveTo>
                  <a:pt x="429" y="519"/>
                </a:moveTo>
                <a:cubicBezTo>
                  <a:pt x="411" y="498"/>
                  <a:pt x="411" y="498"/>
                  <a:pt x="411" y="498"/>
                </a:cubicBezTo>
                <a:cubicBezTo>
                  <a:pt x="421" y="524"/>
                  <a:pt x="421" y="524"/>
                  <a:pt x="421" y="524"/>
                </a:cubicBezTo>
                <a:cubicBezTo>
                  <a:pt x="384" y="544"/>
                  <a:pt x="342" y="556"/>
                  <a:pt x="297" y="557"/>
                </a:cubicBezTo>
                <a:cubicBezTo>
                  <a:pt x="293" y="529"/>
                  <a:pt x="293" y="529"/>
                  <a:pt x="293" y="529"/>
                </a:cubicBezTo>
                <a:cubicBezTo>
                  <a:pt x="288" y="557"/>
                  <a:pt x="288" y="557"/>
                  <a:pt x="288" y="557"/>
                </a:cubicBezTo>
                <a:cubicBezTo>
                  <a:pt x="243" y="556"/>
                  <a:pt x="201" y="544"/>
                  <a:pt x="164" y="524"/>
                </a:cubicBezTo>
                <a:cubicBezTo>
                  <a:pt x="174" y="498"/>
                  <a:pt x="174" y="498"/>
                  <a:pt x="174" y="498"/>
                </a:cubicBezTo>
                <a:cubicBezTo>
                  <a:pt x="156" y="519"/>
                  <a:pt x="156" y="519"/>
                  <a:pt x="156" y="519"/>
                </a:cubicBezTo>
                <a:cubicBezTo>
                  <a:pt x="119" y="497"/>
                  <a:pt x="88" y="466"/>
                  <a:pt x="66" y="429"/>
                </a:cubicBezTo>
                <a:cubicBezTo>
                  <a:pt x="88" y="411"/>
                  <a:pt x="88" y="411"/>
                  <a:pt x="88" y="411"/>
                </a:cubicBezTo>
                <a:cubicBezTo>
                  <a:pt x="61" y="421"/>
                  <a:pt x="61" y="421"/>
                  <a:pt x="61" y="421"/>
                </a:cubicBezTo>
                <a:cubicBezTo>
                  <a:pt x="41" y="384"/>
                  <a:pt x="29" y="342"/>
                  <a:pt x="28" y="297"/>
                </a:cubicBezTo>
                <a:cubicBezTo>
                  <a:pt x="56" y="292"/>
                  <a:pt x="56" y="292"/>
                  <a:pt x="56" y="292"/>
                </a:cubicBezTo>
                <a:cubicBezTo>
                  <a:pt x="28" y="288"/>
                  <a:pt x="28" y="288"/>
                  <a:pt x="28" y="288"/>
                </a:cubicBezTo>
                <a:cubicBezTo>
                  <a:pt x="29" y="243"/>
                  <a:pt x="41" y="201"/>
                  <a:pt x="61" y="164"/>
                </a:cubicBezTo>
                <a:cubicBezTo>
                  <a:pt x="88" y="174"/>
                  <a:pt x="88" y="174"/>
                  <a:pt x="88" y="174"/>
                </a:cubicBezTo>
                <a:cubicBezTo>
                  <a:pt x="66" y="156"/>
                  <a:pt x="66" y="156"/>
                  <a:pt x="66" y="156"/>
                </a:cubicBezTo>
                <a:cubicBezTo>
                  <a:pt x="88" y="119"/>
                  <a:pt x="119" y="88"/>
                  <a:pt x="156" y="66"/>
                </a:cubicBezTo>
                <a:cubicBezTo>
                  <a:pt x="174" y="87"/>
                  <a:pt x="174" y="87"/>
                  <a:pt x="174" y="87"/>
                </a:cubicBezTo>
                <a:cubicBezTo>
                  <a:pt x="164" y="61"/>
                  <a:pt x="164" y="61"/>
                  <a:pt x="164" y="61"/>
                </a:cubicBezTo>
                <a:cubicBezTo>
                  <a:pt x="201" y="40"/>
                  <a:pt x="243" y="29"/>
                  <a:pt x="288" y="28"/>
                </a:cubicBezTo>
                <a:cubicBezTo>
                  <a:pt x="293" y="56"/>
                  <a:pt x="293" y="56"/>
                  <a:pt x="293" y="56"/>
                </a:cubicBezTo>
                <a:cubicBezTo>
                  <a:pt x="297" y="28"/>
                  <a:pt x="297" y="28"/>
                  <a:pt x="297" y="28"/>
                </a:cubicBezTo>
                <a:cubicBezTo>
                  <a:pt x="342" y="29"/>
                  <a:pt x="384" y="40"/>
                  <a:pt x="421" y="61"/>
                </a:cubicBezTo>
                <a:cubicBezTo>
                  <a:pt x="411" y="87"/>
                  <a:pt x="411" y="87"/>
                  <a:pt x="411" y="87"/>
                </a:cubicBezTo>
                <a:cubicBezTo>
                  <a:pt x="429" y="66"/>
                  <a:pt x="429" y="66"/>
                  <a:pt x="429" y="66"/>
                </a:cubicBezTo>
                <a:cubicBezTo>
                  <a:pt x="466" y="88"/>
                  <a:pt x="497" y="119"/>
                  <a:pt x="520" y="156"/>
                </a:cubicBezTo>
                <a:cubicBezTo>
                  <a:pt x="498" y="174"/>
                  <a:pt x="498" y="174"/>
                  <a:pt x="498" y="174"/>
                </a:cubicBezTo>
                <a:cubicBezTo>
                  <a:pt x="524" y="164"/>
                  <a:pt x="524" y="164"/>
                  <a:pt x="524" y="164"/>
                </a:cubicBezTo>
                <a:cubicBezTo>
                  <a:pt x="545" y="201"/>
                  <a:pt x="557" y="243"/>
                  <a:pt x="557" y="288"/>
                </a:cubicBezTo>
                <a:cubicBezTo>
                  <a:pt x="530" y="292"/>
                  <a:pt x="530" y="292"/>
                  <a:pt x="530" y="292"/>
                </a:cubicBezTo>
                <a:cubicBezTo>
                  <a:pt x="557" y="297"/>
                  <a:pt x="557" y="297"/>
                  <a:pt x="557" y="297"/>
                </a:cubicBezTo>
                <a:cubicBezTo>
                  <a:pt x="557" y="342"/>
                  <a:pt x="545" y="384"/>
                  <a:pt x="524" y="421"/>
                </a:cubicBezTo>
                <a:cubicBezTo>
                  <a:pt x="498" y="411"/>
                  <a:pt x="498" y="411"/>
                  <a:pt x="498" y="411"/>
                </a:cubicBezTo>
                <a:cubicBezTo>
                  <a:pt x="520" y="429"/>
                  <a:pt x="520" y="429"/>
                  <a:pt x="520" y="429"/>
                </a:cubicBezTo>
                <a:cubicBezTo>
                  <a:pt x="497" y="466"/>
                  <a:pt x="466" y="497"/>
                  <a:pt x="429" y="519"/>
                </a:cubicBezTo>
                <a:close/>
              </a:path>
            </a:pathLst>
          </a:custGeom>
          <a:solidFill>
            <a:schemeClr val="accent1"/>
          </a:solidFill>
          <a:ln>
            <a:noFill/>
          </a:ln>
          <a:effectLst>
            <a:outerShdw blurRad="1092200" sx="102000" sy="102000" algn="ctr" rotWithShape="0">
              <a:prstClr val="black">
                <a:alpha val="40000"/>
              </a:prstClr>
            </a:outerShdw>
          </a:effectLst>
        </p:spPr>
        <p:txBody>
          <a:bodyPr vert="horz" wrap="square" lIns="45711" tIns="22855" rIns="45711" bIns="22855" numCol="1" anchor="t" anchorCtr="0" compatLnSpc="1">
            <a:prstTxWarp prst="textNoShape">
              <a:avLst/>
            </a:prstTxWarp>
          </a:bodyPr>
          <a:lstStyle/>
          <a:p>
            <a:endParaRPr lang="en-US" dirty="0"/>
          </a:p>
        </p:txBody>
      </p:sp>
      <p:cxnSp>
        <p:nvCxnSpPr>
          <p:cNvPr id="59" name="Straight Connector 54">
            <a:extLst>
              <a:ext uri="{FF2B5EF4-FFF2-40B4-BE49-F238E27FC236}">
                <a16:creationId xmlns:a16="http://schemas.microsoft.com/office/drawing/2014/main" id="{735C804B-D779-4AFB-BCDC-D9127CF47053}"/>
              </a:ext>
            </a:extLst>
          </p:cNvPr>
          <p:cNvCxnSpPr>
            <a:cxnSpLocks/>
            <a:endCxn id="60" idx="1"/>
          </p:cNvCxnSpPr>
          <p:nvPr/>
        </p:nvCxnSpPr>
        <p:spPr>
          <a:xfrm flipV="1">
            <a:off x="6813085" y="1833898"/>
            <a:ext cx="2055281" cy="1088440"/>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8107AA60-7778-48AD-9263-150D70268F50}"/>
              </a:ext>
            </a:extLst>
          </p:cNvPr>
          <p:cNvSpPr txBox="1"/>
          <p:nvPr/>
        </p:nvSpPr>
        <p:spPr>
          <a:xfrm>
            <a:off x="8868366" y="1129864"/>
            <a:ext cx="2834640" cy="1408068"/>
          </a:xfrm>
          <a:prstGeom prst="rect">
            <a:avLst/>
          </a:prstGeom>
          <a:noFill/>
        </p:spPr>
        <p:txBody>
          <a:bodyPr wrap="square" lIns="182880" tIns="22855" rIns="45711" bIns="22855" rtlCol="0">
            <a:spAutoFit/>
          </a:bodyPr>
          <a:lstStyle/>
          <a:p>
            <a:pPr algn="ctr">
              <a:spcAft>
                <a:spcPts val="300"/>
              </a:spcAft>
            </a:pPr>
            <a:r>
              <a:rPr lang="en-US" sz="1200" b="1" dirty="0">
                <a:solidFill>
                  <a:schemeClr val="accent4">
                    <a:lumMod val="75000"/>
                  </a:schemeClr>
                </a:solidFill>
              </a:rPr>
              <a:t>Multiple MDM systems</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Multiple MDM systems will make integration and Implementation and Synchronizing data between Meters/HES and Billing System complex</a:t>
            </a:r>
          </a:p>
        </p:txBody>
      </p:sp>
      <p:sp>
        <p:nvSpPr>
          <p:cNvPr id="61" name="TextBox 60">
            <a:extLst>
              <a:ext uri="{FF2B5EF4-FFF2-40B4-BE49-F238E27FC236}">
                <a16:creationId xmlns:a16="http://schemas.microsoft.com/office/drawing/2014/main" id="{B2E38F89-806C-46A9-8C2C-B94CC457519F}"/>
              </a:ext>
            </a:extLst>
          </p:cNvPr>
          <p:cNvSpPr txBox="1"/>
          <p:nvPr/>
        </p:nvSpPr>
        <p:spPr>
          <a:xfrm>
            <a:off x="8868366" y="2891006"/>
            <a:ext cx="2834640" cy="1269568"/>
          </a:xfrm>
          <a:prstGeom prst="rect">
            <a:avLst/>
          </a:prstGeom>
          <a:noFill/>
        </p:spPr>
        <p:txBody>
          <a:bodyPr wrap="square" lIns="182880" tIns="22855" rIns="45711" bIns="22855" rtlCol="0">
            <a:spAutoFit/>
          </a:bodyPr>
          <a:lstStyle/>
          <a:p>
            <a:pPr lvl="0" algn="ctr">
              <a:spcAft>
                <a:spcPts val="300"/>
              </a:spcAft>
            </a:pPr>
            <a:r>
              <a:rPr lang="en-US" sz="1200" b="1" dirty="0">
                <a:solidFill>
                  <a:schemeClr val="accent4">
                    <a:lumMod val="75000"/>
                  </a:schemeClr>
                </a:solidFill>
              </a:rPr>
              <a:t>High degree of Customization</a:t>
            </a:r>
          </a:p>
          <a:p>
            <a:pPr marL="171450" indent="-171450">
              <a:spcBef>
                <a:spcPts val="562"/>
              </a:spcBef>
              <a:spcAft>
                <a:spcPts val="300"/>
              </a:spcAft>
              <a:buSzPct val="100000"/>
              <a:buFont typeface="Arial" panose="020B0604020202020204" pitchFamily="34" charset="0"/>
              <a:buChar char="•"/>
              <a:defRPr/>
            </a:pPr>
            <a:r>
              <a:rPr lang="en-US" sz="1200" kern="0" dirty="0">
                <a:ea typeface="ヒラギノ角ゴ ProN W3" charset="0"/>
                <a:sym typeface="Gotham Book" charset="0"/>
              </a:rPr>
              <a:t>Higher degree of customization in COTS MDM product hinder patch and version upgrade release by OEM in future dates post implementation</a:t>
            </a:r>
          </a:p>
        </p:txBody>
      </p:sp>
      <p:sp>
        <p:nvSpPr>
          <p:cNvPr id="62" name="TextBox 61">
            <a:extLst>
              <a:ext uri="{FF2B5EF4-FFF2-40B4-BE49-F238E27FC236}">
                <a16:creationId xmlns:a16="http://schemas.microsoft.com/office/drawing/2014/main" id="{EC81B2AA-DAC9-4A27-A098-60311B7637AA}"/>
              </a:ext>
            </a:extLst>
          </p:cNvPr>
          <p:cNvSpPr txBox="1"/>
          <p:nvPr/>
        </p:nvSpPr>
        <p:spPr>
          <a:xfrm>
            <a:off x="8763349" y="5476826"/>
            <a:ext cx="2834640" cy="1038736"/>
          </a:xfrm>
          <a:prstGeom prst="rect">
            <a:avLst/>
          </a:prstGeom>
          <a:noFill/>
        </p:spPr>
        <p:txBody>
          <a:bodyPr wrap="square" lIns="182880" tIns="22855" rIns="45711" bIns="22855" rtlCol="0">
            <a:spAutoFit/>
          </a:bodyPr>
          <a:lstStyle/>
          <a:p>
            <a:pPr algn="ctr">
              <a:spcAft>
                <a:spcPts val="300"/>
              </a:spcAft>
            </a:pPr>
            <a:r>
              <a:rPr lang="en-US" sz="1200" b="1" dirty="0">
                <a:solidFill>
                  <a:schemeClr val="accent4">
                    <a:lumMod val="75000"/>
                  </a:schemeClr>
                </a:solidFill>
              </a:rPr>
              <a:t>Communication issues </a:t>
            </a:r>
          </a:p>
          <a:p>
            <a:pPr marL="171450" indent="-171450">
              <a:spcAft>
                <a:spcPts val="300"/>
              </a:spcAft>
              <a:buFont typeface="Arial" panose="020B0604020202020204" pitchFamily="34" charset="0"/>
              <a:buChar char="•"/>
            </a:pPr>
            <a:r>
              <a:rPr lang="en-US" sz="1200" kern="0" dirty="0">
                <a:ea typeface="ヒラギノ角ゴ ProN W3" charset="0"/>
                <a:sym typeface="Gotham Book" charset="0"/>
              </a:rPr>
              <a:t>HESs and Billing System may often communication issues due to Deadlocks and stuck queues in middleware (SOA/MDB etc.) </a:t>
            </a:r>
          </a:p>
        </p:txBody>
      </p:sp>
      <p:sp>
        <p:nvSpPr>
          <p:cNvPr id="63" name="TextBox 62">
            <a:extLst>
              <a:ext uri="{FF2B5EF4-FFF2-40B4-BE49-F238E27FC236}">
                <a16:creationId xmlns:a16="http://schemas.microsoft.com/office/drawing/2014/main" id="{75C9F0B4-32EF-4E65-8F52-3217E231DC9A}"/>
              </a:ext>
            </a:extLst>
          </p:cNvPr>
          <p:cNvSpPr txBox="1"/>
          <p:nvPr/>
        </p:nvSpPr>
        <p:spPr>
          <a:xfrm>
            <a:off x="268092" y="5122496"/>
            <a:ext cx="2834640" cy="1415762"/>
          </a:xfrm>
          <a:prstGeom prst="rect">
            <a:avLst/>
          </a:prstGeom>
          <a:noFill/>
        </p:spPr>
        <p:txBody>
          <a:bodyPr wrap="square" lIns="45720" tIns="22855" rIns="182880" bIns="22855" rtlCol="0">
            <a:spAutoFit/>
          </a:bodyPr>
          <a:lstStyle/>
          <a:p>
            <a:pPr algn="ctr">
              <a:spcAft>
                <a:spcPts val="300"/>
              </a:spcAft>
            </a:pPr>
            <a:r>
              <a:rPr lang="en-US" sz="1200" b="1" dirty="0">
                <a:solidFill>
                  <a:schemeClr val="accent4">
                    <a:lumMod val="75000"/>
                  </a:schemeClr>
                </a:solidFill>
              </a:rPr>
              <a:t>Prepaid module in MDMS </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Prepaid engine in MDMS need  continuous integration with meters</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Pre-paid module should always be in sync with the financial information and billing system</a:t>
            </a:r>
          </a:p>
        </p:txBody>
      </p:sp>
      <p:sp>
        <p:nvSpPr>
          <p:cNvPr id="64" name="TextBox 63">
            <a:extLst>
              <a:ext uri="{FF2B5EF4-FFF2-40B4-BE49-F238E27FC236}">
                <a16:creationId xmlns:a16="http://schemas.microsoft.com/office/drawing/2014/main" id="{39D85ECF-7423-4252-A9B0-F87D5D80EB68}"/>
              </a:ext>
            </a:extLst>
          </p:cNvPr>
          <p:cNvSpPr txBox="1"/>
          <p:nvPr/>
        </p:nvSpPr>
        <p:spPr>
          <a:xfrm>
            <a:off x="268092" y="3229556"/>
            <a:ext cx="2833436" cy="1415762"/>
          </a:xfrm>
          <a:prstGeom prst="rect">
            <a:avLst/>
          </a:prstGeom>
          <a:noFill/>
        </p:spPr>
        <p:txBody>
          <a:bodyPr wrap="square" lIns="45720" tIns="22855" rIns="182880" bIns="22855" rtlCol="0">
            <a:spAutoFit/>
          </a:bodyPr>
          <a:lstStyle/>
          <a:p>
            <a:pPr lvl="0" algn="ctr">
              <a:spcAft>
                <a:spcPts val="300"/>
              </a:spcAft>
            </a:pPr>
            <a:r>
              <a:rPr lang="en-US" sz="1200" b="1" dirty="0">
                <a:solidFill>
                  <a:schemeClr val="accent4">
                    <a:lumMod val="75000"/>
                  </a:schemeClr>
                </a:solidFill>
              </a:rPr>
              <a:t>Infrastructure sizing </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Volume of data and  Infrastructure size need to be accurately assessed</a:t>
            </a:r>
          </a:p>
          <a:p>
            <a:pPr marL="171450" lvl="0" indent="-171450">
              <a:spcAft>
                <a:spcPts val="300"/>
              </a:spcAft>
              <a:buFont typeface="Arial" panose="020B0604020202020204" pitchFamily="34" charset="0"/>
              <a:buChar char="•"/>
            </a:pPr>
            <a:r>
              <a:rPr lang="en-US" sz="1200" kern="0" dirty="0">
                <a:ea typeface="ヒラギノ角ゴ ProN W3" charset="0"/>
                <a:sym typeface="Gotham Book" charset="0"/>
              </a:rPr>
              <a:t>Assessment one  based on number of registers being maintained by HES, and MDM. </a:t>
            </a:r>
          </a:p>
        </p:txBody>
      </p:sp>
      <p:sp>
        <p:nvSpPr>
          <p:cNvPr id="65" name="TextBox 64">
            <a:extLst>
              <a:ext uri="{FF2B5EF4-FFF2-40B4-BE49-F238E27FC236}">
                <a16:creationId xmlns:a16="http://schemas.microsoft.com/office/drawing/2014/main" id="{92889DBA-0D3B-4F0B-A27F-312A3B02DC6C}"/>
              </a:ext>
            </a:extLst>
          </p:cNvPr>
          <p:cNvSpPr txBox="1"/>
          <p:nvPr/>
        </p:nvSpPr>
        <p:spPr>
          <a:xfrm>
            <a:off x="268092" y="1167671"/>
            <a:ext cx="2833436" cy="1231096"/>
          </a:xfrm>
          <a:prstGeom prst="rect">
            <a:avLst/>
          </a:prstGeom>
          <a:noFill/>
        </p:spPr>
        <p:txBody>
          <a:bodyPr wrap="square" lIns="45720" tIns="22855" rIns="182880" bIns="22855" rtlCol="0">
            <a:spAutoFit/>
          </a:bodyPr>
          <a:lstStyle/>
          <a:p>
            <a:pPr algn="ctr">
              <a:spcAft>
                <a:spcPts val="300"/>
              </a:spcAft>
            </a:pPr>
            <a:r>
              <a:rPr lang="en-US" sz="1200" b="1" dirty="0">
                <a:solidFill>
                  <a:schemeClr val="accent4">
                    <a:lumMod val="75000"/>
                  </a:schemeClr>
                </a:solidFill>
              </a:rPr>
              <a:t>Multiple Formats of input data </a:t>
            </a:r>
          </a:p>
          <a:p>
            <a:pPr marL="171450" indent="-171450">
              <a:spcAft>
                <a:spcPts val="300"/>
              </a:spcAft>
              <a:buFont typeface="Arial" panose="020B0604020202020204" pitchFamily="34" charset="0"/>
              <a:buChar char="•"/>
            </a:pPr>
            <a:r>
              <a:rPr lang="en-US" sz="1200" kern="0" dirty="0">
                <a:ea typeface="ヒラギノ角ゴ ProN W3" charset="0"/>
                <a:sym typeface="Gotham Book" charset="0"/>
              </a:rPr>
              <a:t>Multiple Formats of input data from  meters and HES makes system complex</a:t>
            </a:r>
          </a:p>
          <a:p>
            <a:pPr marL="171450" indent="-171450">
              <a:spcAft>
                <a:spcPts val="300"/>
              </a:spcAft>
              <a:buFont typeface="Arial" panose="020B0604020202020204" pitchFamily="34" charset="0"/>
              <a:buChar char="•"/>
            </a:pPr>
            <a:r>
              <a:rPr lang="en-US" sz="1200" kern="0" dirty="0">
                <a:ea typeface="ヒラギノ角ゴ ProN W3" charset="0"/>
                <a:sym typeface="Gotham Book" charset="0"/>
              </a:rPr>
              <a:t>Standardization of input data is critical to implementation.</a:t>
            </a:r>
          </a:p>
        </p:txBody>
      </p:sp>
      <p:cxnSp>
        <p:nvCxnSpPr>
          <p:cNvPr id="66" name="Straight Connector 54">
            <a:extLst>
              <a:ext uri="{FF2B5EF4-FFF2-40B4-BE49-F238E27FC236}">
                <a16:creationId xmlns:a16="http://schemas.microsoft.com/office/drawing/2014/main" id="{5207D4AF-CDF8-4933-9314-66B81D648061}"/>
              </a:ext>
            </a:extLst>
          </p:cNvPr>
          <p:cNvCxnSpPr>
            <a:cxnSpLocks/>
            <a:endCxn id="61" idx="1"/>
          </p:cNvCxnSpPr>
          <p:nvPr/>
        </p:nvCxnSpPr>
        <p:spPr>
          <a:xfrm flipV="1">
            <a:off x="7555435" y="3525790"/>
            <a:ext cx="1312931" cy="557562"/>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cxnSp>
        <p:nvCxnSpPr>
          <p:cNvPr id="67" name="Straight Connector 54">
            <a:extLst>
              <a:ext uri="{FF2B5EF4-FFF2-40B4-BE49-F238E27FC236}">
                <a16:creationId xmlns:a16="http://schemas.microsoft.com/office/drawing/2014/main" id="{9C7B9CE7-CF23-4950-8405-751BEDC4CD09}"/>
              </a:ext>
            </a:extLst>
          </p:cNvPr>
          <p:cNvCxnSpPr>
            <a:cxnSpLocks/>
            <a:endCxn id="62" idx="1"/>
          </p:cNvCxnSpPr>
          <p:nvPr/>
        </p:nvCxnSpPr>
        <p:spPr>
          <a:xfrm>
            <a:off x="7230157" y="5759854"/>
            <a:ext cx="1533192" cy="236340"/>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cxnSp>
        <p:nvCxnSpPr>
          <p:cNvPr id="68" name="Straight Connector 54">
            <a:extLst>
              <a:ext uri="{FF2B5EF4-FFF2-40B4-BE49-F238E27FC236}">
                <a16:creationId xmlns:a16="http://schemas.microsoft.com/office/drawing/2014/main" id="{844C1134-B8CE-410A-BEC5-12242C677390}"/>
              </a:ext>
            </a:extLst>
          </p:cNvPr>
          <p:cNvCxnSpPr>
            <a:cxnSpLocks/>
            <a:endCxn id="63" idx="3"/>
          </p:cNvCxnSpPr>
          <p:nvPr/>
        </p:nvCxnSpPr>
        <p:spPr>
          <a:xfrm rot="10800000" flipV="1">
            <a:off x="3102732" y="5641861"/>
            <a:ext cx="1996318" cy="188516"/>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cxnSp>
        <p:nvCxnSpPr>
          <p:cNvPr id="69" name="Straight Connector 54">
            <a:extLst>
              <a:ext uri="{FF2B5EF4-FFF2-40B4-BE49-F238E27FC236}">
                <a16:creationId xmlns:a16="http://schemas.microsoft.com/office/drawing/2014/main" id="{4C595FBD-71AC-487B-A2FD-5540A3C6A438}"/>
              </a:ext>
            </a:extLst>
          </p:cNvPr>
          <p:cNvCxnSpPr>
            <a:cxnSpLocks/>
            <a:endCxn id="64" idx="3"/>
          </p:cNvCxnSpPr>
          <p:nvPr/>
        </p:nvCxnSpPr>
        <p:spPr>
          <a:xfrm rot="10800000">
            <a:off x="3101529" y="3937438"/>
            <a:ext cx="851401" cy="470759"/>
          </a:xfrm>
          <a:prstGeom prst="bentConnector3">
            <a:avLst>
              <a:gd name="adj1" fmla="val 5000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cxnSp>
        <p:nvCxnSpPr>
          <p:cNvPr id="70" name="Straight Connector 54">
            <a:extLst>
              <a:ext uri="{FF2B5EF4-FFF2-40B4-BE49-F238E27FC236}">
                <a16:creationId xmlns:a16="http://schemas.microsoft.com/office/drawing/2014/main" id="{2572FC02-E959-442E-8D47-BB34863CE5BE}"/>
              </a:ext>
            </a:extLst>
          </p:cNvPr>
          <p:cNvCxnSpPr>
            <a:cxnSpLocks/>
          </p:cNvCxnSpPr>
          <p:nvPr/>
        </p:nvCxnSpPr>
        <p:spPr>
          <a:xfrm rot="10800000">
            <a:off x="3149766" y="1422278"/>
            <a:ext cx="1655249" cy="913091"/>
          </a:xfrm>
          <a:prstGeom prst="bentConnector3">
            <a:avLst>
              <a:gd name="adj1" fmla="val -420"/>
            </a:avLst>
          </a:prstGeom>
          <a:ln>
            <a:solidFill>
              <a:srgbClr val="A0DCFF"/>
            </a:solidFill>
            <a:tailEnd type="ova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451F7BD0-725F-4FB8-843E-65C5D0FEC47F}"/>
              </a:ext>
            </a:extLst>
          </p:cNvPr>
          <p:cNvSpPr/>
          <p:nvPr/>
        </p:nvSpPr>
        <p:spPr bwMode="gray">
          <a:xfrm>
            <a:off x="268092" y="624832"/>
            <a:ext cx="5760720" cy="375444"/>
          </a:xfrm>
          <a:prstGeom prst="rect">
            <a:avLst/>
          </a:prstGeom>
          <a:solidFill>
            <a:schemeClr val="accent1">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b="1" dirty="0">
                <a:solidFill>
                  <a:schemeClr val="accent4">
                    <a:lumMod val="75000"/>
                  </a:schemeClr>
                </a:solidFill>
              </a:rPr>
              <a:t>Implementation</a:t>
            </a:r>
          </a:p>
        </p:txBody>
      </p:sp>
      <p:sp>
        <p:nvSpPr>
          <p:cNvPr id="72" name="Rectangle 71">
            <a:extLst>
              <a:ext uri="{FF2B5EF4-FFF2-40B4-BE49-F238E27FC236}">
                <a16:creationId xmlns:a16="http://schemas.microsoft.com/office/drawing/2014/main" id="{E28F4334-CBC5-42D2-A7BA-A82DC1F079DA}"/>
              </a:ext>
            </a:extLst>
          </p:cNvPr>
          <p:cNvSpPr/>
          <p:nvPr/>
        </p:nvSpPr>
        <p:spPr bwMode="gray">
          <a:xfrm>
            <a:off x="6054870" y="624832"/>
            <a:ext cx="5760720" cy="375444"/>
          </a:xfrm>
          <a:prstGeom prst="rect">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b="1" dirty="0">
                <a:solidFill>
                  <a:schemeClr val="accent4">
                    <a:lumMod val="75000"/>
                  </a:schemeClr>
                </a:solidFill>
              </a:rPr>
              <a:t>Operation</a:t>
            </a:r>
          </a:p>
        </p:txBody>
      </p:sp>
    </p:spTree>
    <p:extLst>
      <p:ext uri="{BB962C8B-B14F-4D97-AF65-F5344CB8AC3E}">
        <p14:creationId xmlns:p14="http://schemas.microsoft.com/office/powerpoint/2010/main" val="48435182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962032-2F88-448B-BC4A-4E41B39C82BF}"/>
              </a:ext>
            </a:extLst>
          </p:cNvPr>
          <p:cNvSpPr>
            <a:spLocks noGrp="1"/>
          </p:cNvSpPr>
          <p:nvPr>
            <p:ph type="body" idx="1"/>
          </p:nvPr>
        </p:nvSpPr>
        <p:spPr/>
        <p:txBody>
          <a:bodyPr/>
          <a:lstStyle/>
          <a:p>
            <a:r>
              <a:rPr lang="en-US" dirty="0"/>
              <a:t>Cloud</a:t>
            </a:r>
          </a:p>
        </p:txBody>
      </p:sp>
    </p:spTree>
    <p:extLst>
      <p:ext uri="{BB962C8B-B14F-4D97-AF65-F5344CB8AC3E}">
        <p14:creationId xmlns:p14="http://schemas.microsoft.com/office/powerpoint/2010/main" val="224214605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B5FD8-DE7F-4FEB-9F3A-5D07FE22260C}"/>
              </a:ext>
            </a:extLst>
          </p:cNvPr>
          <p:cNvSpPr>
            <a:spLocks noGrp="1"/>
          </p:cNvSpPr>
          <p:nvPr>
            <p:ph type="title"/>
          </p:nvPr>
        </p:nvSpPr>
        <p:spPr/>
        <p:txBody>
          <a:bodyPr/>
          <a:lstStyle/>
          <a:p>
            <a:r>
              <a:rPr lang="en-US" b="1" dirty="0"/>
              <a:t>Key Success factors for adopting Cloud</a:t>
            </a:r>
          </a:p>
        </p:txBody>
      </p:sp>
      <p:sp>
        <p:nvSpPr>
          <p:cNvPr id="4" name="Rectangle 3">
            <a:extLst>
              <a:ext uri="{FF2B5EF4-FFF2-40B4-BE49-F238E27FC236}">
                <a16:creationId xmlns:a16="http://schemas.microsoft.com/office/drawing/2014/main" id="{A13616ED-FC41-4C2E-A55B-FBD96CAE55B8}"/>
              </a:ext>
            </a:extLst>
          </p:cNvPr>
          <p:cNvSpPr/>
          <p:nvPr/>
        </p:nvSpPr>
        <p:spPr bwMode="gray">
          <a:xfrm>
            <a:off x="8525360" y="2144594"/>
            <a:ext cx="3160427" cy="4360977"/>
          </a:xfrm>
          <a:prstGeom prst="rect">
            <a:avLst/>
          </a:prstGeom>
          <a:solidFill>
            <a:srgbClr val="046A38">
              <a:alpha val="15000"/>
            </a:srgbClr>
          </a:solidFill>
          <a:ln w="19050" algn="ctr">
            <a:noFill/>
            <a:miter lim="800000"/>
            <a:headEnd/>
            <a:tailEnd/>
          </a:ln>
        </p:spPr>
        <p:txBody>
          <a:bodyPr wrap="square" lIns="108000" tIns="88900" rIns="108000" bIns="8890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dirty="0">
              <a:ln>
                <a:noFill/>
              </a:ln>
              <a:solidFill>
                <a:prstClr val="white"/>
              </a:solidFill>
              <a:effectLst/>
              <a:uLnTx/>
              <a:uFillTx/>
              <a:latin typeface="+mj-lt"/>
              <a:ea typeface="Verdana" panose="020B0604030504040204" pitchFamily="34" charset="0"/>
            </a:endParaRPr>
          </a:p>
        </p:txBody>
      </p:sp>
      <p:sp>
        <p:nvSpPr>
          <p:cNvPr id="5" name="Text Placeholder 1">
            <a:extLst>
              <a:ext uri="{FF2B5EF4-FFF2-40B4-BE49-F238E27FC236}">
                <a16:creationId xmlns:a16="http://schemas.microsoft.com/office/drawing/2014/main" id="{B3DD489F-2434-4A39-987D-07F35915EEFB}"/>
              </a:ext>
            </a:extLst>
          </p:cNvPr>
          <p:cNvSpPr txBox="1">
            <a:spLocks/>
          </p:cNvSpPr>
          <p:nvPr/>
        </p:nvSpPr>
        <p:spPr>
          <a:xfrm>
            <a:off x="438347" y="1052539"/>
            <a:ext cx="1124108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kumimoji="0" lang="en-US" sz="1800" b="0" i="0" u="none" strike="noStrike" kern="1200" cap="none" spc="0" normalizeH="0" baseline="0" noProof="0" dirty="0">
                <a:ln>
                  <a:noFill/>
                </a:ln>
                <a:solidFill>
                  <a:srgbClr val="575757"/>
                </a:solidFill>
                <a:effectLst/>
                <a:uLnTx/>
                <a:uFillTx/>
                <a:latin typeface="Calibri" panose="020F0502020204030204"/>
                <a:ea typeface="+mn-ea"/>
                <a:cs typeface="Calibri Light" panose="020F0302020204030204" pitchFamily="34" charset="0"/>
              </a:rPr>
              <a:t>Successful implementation and adoption of the Cloud for APDCL will requires some fundamental risks which need to be addressed for its smooth adoption</a:t>
            </a:r>
          </a:p>
        </p:txBody>
      </p:sp>
      <p:sp>
        <p:nvSpPr>
          <p:cNvPr id="7" name="Rectangle 6">
            <a:extLst>
              <a:ext uri="{FF2B5EF4-FFF2-40B4-BE49-F238E27FC236}">
                <a16:creationId xmlns:a16="http://schemas.microsoft.com/office/drawing/2014/main" id="{B711F3EC-44A9-490D-B7AB-CACE026EC05D}"/>
              </a:ext>
            </a:extLst>
          </p:cNvPr>
          <p:cNvSpPr/>
          <p:nvPr/>
        </p:nvSpPr>
        <p:spPr bwMode="gray">
          <a:xfrm>
            <a:off x="432000" y="1681625"/>
            <a:ext cx="2214561" cy="432000"/>
          </a:xfrm>
          <a:prstGeom prst="rect">
            <a:avLst/>
          </a:prstGeom>
          <a:solidFill>
            <a:srgbClr val="00ABAB"/>
          </a:solidFill>
          <a:ln w="19050" algn="ctr">
            <a:noFill/>
            <a:miter lim="800000"/>
            <a:headEnd/>
            <a:tailEnd/>
          </a:ln>
        </p:spPr>
        <p:txBody>
          <a:bodyPr wrap="square" lIns="108000" tIns="88900" rIns="108000" bIns="88900" rtlCol="0" anchor="ctr"/>
          <a:lstStyle/>
          <a:p>
            <a:pPr defTabSz="1219170">
              <a:defRPr/>
            </a:pPr>
            <a:r>
              <a:rPr lang="en-US" sz="1600" b="1" dirty="0">
                <a:solidFill>
                  <a:prstClr val="white"/>
                </a:solidFill>
                <a:latin typeface="Calibri" panose="020F0502020204030204"/>
                <a:ea typeface="Verdana" panose="020B0604030504040204" pitchFamily="34" charset="0"/>
              </a:rPr>
              <a:t>Risk Dimension</a:t>
            </a:r>
          </a:p>
        </p:txBody>
      </p:sp>
      <p:sp>
        <p:nvSpPr>
          <p:cNvPr id="8" name="Rectangle 7">
            <a:extLst>
              <a:ext uri="{FF2B5EF4-FFF2-40B4-BE49-F238E27FC236}">
                <a16:creationId xmlns:a16="http://schemas.microsoft.com/office/drawing/2014/main" id="{C610613D-9679-4CA4-8D22-DE0A01026EA5}"/>
              </a:ext>
            </a:extLst>
          </p:cNvPr>
          <p:cNvSpPr/>
          <p:nvPr/>
        </p:nvSpPr>
        <p:spPr bwMode="gray">
          <a:xfrm>
            <a:off x="2822605" y="1681630"/>
            <a:ext cx="5526711" cy="432000"/>
          </a:xfrm>
          <a:prstGeom prst="rect">
            <a:avLst/>
          </a:prstGeom>
          <a:solidFill>
            <a:srgbClr val="86BC25"/>
          </a:solidFill>
          <a:ln w="19050" algn="ctr">
            <a:noFill/>
            <a:miter lim="800000"/>
            <a:headEnd/>
            <a:tailEnd/>
          </a:ln>
        </p:spPr>
        <p:txBody>
          <a:bodyPr wrap="square" lIns="108000" tIns="88900" rIns="108000" bIns="88900" rtlCol="0" anchor="ct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Calibri" panose="020F0502020204030204"/>
                <a:ea typeface="Verdana" panose="020B0604030504040204" pitchFamily="34" charset="0"/>
              </a:rPr>
              <a:t>Mitigation Steps</a:t>
            </a:r>
          </a:p>
        </p:txBody>
      </p:sp>
      <p:sp>
        <p:nvSpPr>
          <p:cNvPr id="9" name="Rectangle 8">
            <a:extLst>
              <a:ext uri="{FF2B5EF4-FFF2-40B4-BE49-F238E27FC236}">
                <a16:creationId xmlns:a16="http://schemas.microsoft.com/office/drawing/2014/main" id="{D2F0BF08-CBED-4A31-B3AB-C716B4112FF3}"/>
              </a:ext>
            </a:extLst>
          </p:cNvPr>
          <p:cNvSpPr/>
          <p:nvPr/>
        </p:nvSpPr>
        <p:spPr bwMode="gray">
          <a:xfrm>
            <a:off x="8525360" y="1681631"/>
            <a:ext cx="3160427" cy="432000"/>
          </a:xfrm>
          <a:prstGeom prst="rect">
            <a:avLst/>
          </a:prstGeom>
          <a:solidFill>
            <a:srgbClr val="046A38"/>
          </a:solidFill>
          <a:ln w="19050" algn="ctr">
            <a:noFill/>
            <a:miter lim="800000"/>
            <a:headEnd/>
            <a:tailEnd/>
          </a:ln>
        </p:spPr>
        <p:txBody>
          <a:bodyPr wrap="square" lIns="108000" tIns="88900" rIns="108000" bIns="8890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Calibri" panose="020F0502020204030204"/>
                <a:ea typeface="Verdana" panose="020B0604030504040204" pitchFamily="34" charset="0"/>
              </a:rPr>
              <a:t>Success Factors</a:t>
            </a:r>
          </a:p>
        </p:txBody>
      </p:sp>
      <p:sp>
        <p:nvSpPr>
          <p:cNvPr id="10" name="Rectangle 9">
            <a:extLst>
              <a:ext uri="{FF2B5EF4-FFF2-40B4-BE49-F238E27FC236}">
                <a16:creationId xmlns:a16="http://schemas.microsoft.com/office/drawing/2014/main" id="{F8668B0F-3DB7-42F1-841E-CBE2FB5C2FFE}"/>
              </a:ext>
            </a:extLst>
          </p:cNvPr>
          <p:cNvSpPr/>
          <p:nvPr/>
        </p:nvSpPr>
        <p:spPr bwMode="gray">
          <a:xfrm>
            <a:off x="432000" y="3744814"/>
            <a:ext cx="2214561" cy="1173384"/>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Security Controls</a:t>
            </a:r>
            <a:endParaRPr lang="en-US" altLang="ja-JP" sz="1000" b="1" dirty="0">
              <a:solidFill>
                <a:srgbClr val="000000"/>
              </a:solidFill>
              <a:latin typeface="+mj-lt"/>
              <a:ea typeface="Verdana" panose="020B0604030504040204" pitchFamily="34" charset="0"/>
              <a:cs typeface="Arial" charset="0"/>
            </a:endParaRPr>
          </a:p>
        </p:txBody>
      </p:sp>
      <p:grpSp>
        <p:nvGrpSpPr>
          <p:cNvPr id="11" name="Group 10">
            <a:extLst>
              <a:ext uri="{FF2B5EF4-FFF2-40B4-BE49-F238E27FC236}">
                <a16:creationId xmlns:a16="http://schemas.microsoft.com/office/drawing/2014/main" id="{AFBB4060-92AA-4108-801C-0E1B1C33FF67}"/>
              </a:ext>
            </a:extLst>
          </p:cNvPr>
          <p:cNvGrpSpPr/>
          <p:nvPr/>
        </p:nvGrpSpPr>
        <p:grpSpPr>
          <a:xfrm>
            <a:off x="432000" y="2171678"/>
            <a:ext cx="2214561" cy="1453097"/>
            <a:chOff x="442913" y="2404522"/>
            <a:chExt cx="2214561" cy="1339550"/>
          </a:xfrm>
        </p:grpSpPr>
        <p:sp>
          <p:nvSpPr>
            <p:cNvPr id="12" name="Rectangle 11">
              <a:extLst>
                <a:ext uri="{FF2B5EF4-FFF2-40B4-BE49-F238E27FC236}">
                  <a16:creationId xmlns:a16="http://schemas.microsoft.com/office/drawing/2014/main" id="{5A63B810-B781-4986-82BB-A35739CA2DE9}"/>
                </a:ext>
              </a:extLst>
            </p:cNvPr>
            <p:cNvSpPr/>
            <p:nvPr/>
          </p:nvSpPr>
          <p:spPr bwMode="gray">
            <a:xfrm>
              <a:off x="442913" y="2404522"/>
              <a:ext cx="2214561" cy="620220"/>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Inappropriate Infrastructure Selection</a:t>
              </a:r>
              <a:endParaRPr lang="en-US" altLang="ja-JP" sz="1000" b="1" dirty="0">
                <a:solidFill>
                  <a:srgbClr val="000000"/>
                </a:solidFill>
                <a:latin typeface="+mj-lt"/>
                <a:ea typeface="Verdana" panose="020B0604030504040204" pitchFamily="34" charset="0"/>
                <a:cs typeface="Arial" charset="0"/>
              </a:endParaRPr>
            </a:p>
          </p:txBody>
        </p:sp>
        <p:sp>
          <p:nvSpPr>
            <p:cNvPr id="13" name="Rectangle 12">
              <a:extLst>
                <a:ext uri="{FF2B5EF4-FFF2-40B4-BE49-F238E27FC236}">
                  <a16:creationId xmlns:a16="http://schemas.microsoft.com/office/drawing/2014/main" id="{45E7FB2F-AAA2-45E9-9BA3-5C260F75F381}"/>
                </a:ext>
              </a:extLst>
            </p:cNvPr>
            <p:cNvSpPr/>
            <p:nvPr/>
          </p:nvSpPr>
          <p:spPr bwMode="gray">
            <a:xfrm>
              <a:off x="442913" y="3123852"/>
              <a:ext cx="2214561" cy="620220"/>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Fully equipped</a:t>
              </a:r>
            </a:p>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Infrastructure resiliency</a:t>
              </a:r>
              <a:endParaRPr lang="en-US" altLang="ja-JP" sz="1000" b="1" dirty="0">
                <a:solidFill>
                  <a:srgbClr val="000000"/>
                </a:solidFill>
                <a:latin typeface="+mj-lt"/>
                <a:ea typeface="Verdana" panose="020B0604030504040204" pitchFamily="34" charset="0"/>
                <a:cs typeface="Arial" charset="0"/>
              </a:endParaRPr>
            </a:p>
          </p:txBody>
        </p:sp>
      </p:grpSp>
      <p:sp>
        <p:nvSpPr>
          <p:cNvPr id="14" name="Rectangle 13">
            <a:extLst>
              <a:ext uri="{FF2B5EF4-FFF2-40B4-BE49-F238E27FC236}">
                <a16:creationId xmlns:a16="http://schemas.microsoft.com/office/drawing/2014/main" id="{EA7E0214-282B-41AA-A53F-192F0A58BC17}"/>
              </a:ext>
            </a:extLst>
          </p:cNvPr>
          <p:cNvSpPr/>
          <p:nvPr/>
        </p:nvSpPr>
        <p:spPr bwMode="gray">
          <a:xfrm>
            <a:off x="2822604" y="2219324"/>
            <a:ext cx="5526711" cy="62022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Choosing right </a:t>
            </a:r>
            <a:r>
              <a:rPr lang="en-US" sz="1000" b="1" dirty="0">
                <a:solidFill>
                  <a:prstClr val="black"/>
                </a:solidFill>
                <a:latin typeface="+mj-lt"/>
                <a:ea typeface="Verdana" panose="020B0604030504040204" pitchFamily="34" charset="0"/>
              </a:rPr>
              <a:t>Location</a:t>
            </a:r>
            <a:r>
              <a:rPr lang="en-US" sz="1000" dirty="0">
                <a:solidFill>
                  <a:prstClr val="black"/>
                </a:solidFill>
                <a:latin typeface="+mj-lt"/>
                <a:ea typeface="Verdana" panose="020B0604030504040204" pitchFamily="34" charset="0"/>
              </a:rPr>
              <a:t>, </a:t>
            </a:r>
            <a:r>
              <a:rPr lang="en-US" sz="1000" b="1" dirty="0">
                <a:solidFill>
                  <a:prstClr val="black"/>
                </a:solidFill>
                <a:latin typeface="+mj-lt"/>
                <a:ea typeface="Verdana" panose="020B0604030504040204" pitchFamily="34" charset="0"/>
              </a:rPr>
              <a:t>Region </a:t>
            </a:r>
            <a:r>
              <a:rPr lang="en-US" sz="1000" dirty="0">
                <a:solidFill>
                  <a:prstClr val="black"/>
                </a:solidFill>
                <a:latin typeface="+mj-lt"/>
                <a:ea typeface="Verdana" panose="020B0604030504040204" pitchFamily="34" charset="0"/>
              </a:rPr>
              <a:t>and </a:t>
            </a:r>
            <a:r>
              <a:rPr lang="en-US" sz="1000" b="1" dirty="0">
                <a:solidFill>
                  <a:prstClr val="black"/>
                </a:solidFill>
                <a:latin typeface="+mj-lt"/>
                <a:ea typeface="Verdana" panose="020B0604030504040204" pitchFamily="34" charset="0"/>
              </a:rPr>
              <a:t>Availability Zone </a:t>
            </a:r>
            <a:r>
              <a:rPr lang="en-US" sz="1000" dirty="0">
                <a:solidFill>
                  <a:prstClr val="black"/>
                </a:solidFill>
                <a:latin typeface="+mj-lt"/>
                <a:ea typeface="Verdana" panose="020B0604030504040204" pitchFamily="34" charset="0"/>
              </a:rPr>
              <a:t>to minimize network latency</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Choosing the correct </a:t>
            </a:r>
            <a:r>
              <a:rPr lang="en-US" sz="1000" b="1" dirty="0">
                <a:solidFill>
                  <a:prstClr val="black"/>
                </a:solidFill>
                <a:latin typeface="+mj-lt"/>
                <a:ea typeface="Verdana" panose="020B0604030504040204" pitchFamily="34" charset="0"/>
              </a:rPr>
              <a:t>Size workload </a:t>
            </a:r>
            <a:r>
              <a:rPr lang="en-US" sz="1000" dirty="0">
                <a:solidFill>
                  <a:prstClr val="black"/>
                </a:solidFill>
                <a:latin typeface="+mj-lt"/>
                <a:ea typeface="Verdana" panose="020B0604030504040204" pitchFamily="34" charset="0"/>
              </a:rPr>
              <a:t>(type &amp; size) and associated storage type from the available options</a:t>
            </a:r>
            <a:endParaRPr lang="en-GB" sz="1000" dirty="0">
              <a:solidFill>
                <a:prstClr val="black"/>
              </a:solidFill>
              <a:latin typeface="+mj-lt"/>
              <a:ea typeface="Verdana" panose="020B0604030504040204" pitchFamily="34" charset="0"/>
            </a:endParaRPr>
          </a:p>
        </p:txBody>
      </p:sp>
      <p:sp>
        <p:nvSpPr>
          <p:cNvPr id="15" name="Rectangle 14">
            <a:extLst>
              <a:ext uri="{FF2B5EF4-FFF2-40B4-BE49-F238E27FC236}">
                <a16:creationId xmlns:a16="http://schemas.microsoft.com/office/drawing/2014/main" id="{9AEF9482-40F1-4A10-AF34-F7F87660BEA5}"/>
              </a:ext>
            </a:extLst>
          </p:cNvPr>
          <p:cNvSpPr/>
          <p:nvPr/>
        </p:nvSpPr>
        <p:spPr bwMode="gray">
          <a:xfrm>
            <a:off x="2822604" y="3014924"/>
            <a:ext cx="5526711" cy="62022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For </a:t>
            </a:r>
            <a:r>
              <a:rPr lang="en-US" sz="1000" b="1" dirty="0">
                <a:solidFill>
                  <a:prstClr val="black"/>
                </a:solidFill>
                <a:latin typeface="+mj-lt"/>
                <a:ea typeface="Verdana" panose="020B0604030504040204" pitchFamily="34" charset="0"/>
              </a:rPr>
              <a:t>Local redundancy</a:t>
            </a:r>
            <a:r>
              <a:rPr lang="en-US" sz="1000" dirty="0">
                <a:solidFill>
                  <a:prstClr val="black"/>
                </a:solidFill>
                <a:latin typeface="+mj-lt"/>
                <a:ea typeface="Verdana" panose="020B0604030504040204" pitchFamily="34" charset="0"/>
              </a:rPr>
              <a:t>, all application components and their associated storages and databases should be deployed in High Availability </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For </a:t>
            </a:r>
            <a:r>
              <a:rPr lang="en-US" sz="1000" b="1" dirty="0">
                <a:solidFill>
                  <a:prstClr val="black"/>
                </a:solidFill>
                <a:latin typeface="+mj-lt"/>
                <a:ea typeface="Verdana" panose="020B0604030504040204" pitchFamily="34" charset="0"/>
              </a:rPr>
              <a:t>Site redundancy</a:t>
            </a:r>
            <a:r>
              <a:rPr lang="en-US" sz="1000" dirty="0">
                <a:solidFill>
                  <a:prstClr val="black"/>
                </a:solidFill>
                <a:latin typeface="+mj-lt"/>
                <a:ea typeface="Verdana" panose="020B0604030504040204" pitchFamily="34" charset="0"/>
              </a:rPr>
              <a:t>, multiple Availability Zones (Public Cloud) and Disaster Recovery (Private Cloud) should be configured</a:t>
            </a:r>
          </a:p>
        </p:txBody>
      </p:sp>
      <p:sp>
        <p:nvSpPr>
          <p:cNvPr id="16" name="Rectangle 15">
            <a:extLst>
              <a:ext uri="{FF2B5EF4-FFF2-40B4-BE49-F238E27FC236}">
                <a16:creationId xmlns:a16="http://schemas.microsoft.com/office/drawing/2014/main" id="{C22992E2-383E-4161-8E8D-74C52F5C03EE}"/>
              </a:ext>
            </a:extLst>
          </p:cNvPr>
          <p:cNvSpPr/>
          <p:nvPr/>
        </p:nvSpPr>
        <p:spPr bwMode="gray">
          <a:xfrm>
            <a:off x="2822603" y="3800726"/>
            <a:ext cx="5526711" cy="119294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Setting up </a:t>
            </a:r>
            <a:r>
              <a:rPr lang="en-US" sz="1000" b="1" dirty="0">
                <a:solidFill>
                  <a:prstClr val="black"/>
                </a:solidFill>
                <a:latin typeface="+mj-lt"/>
                <a:ea typeface="Verdana" panose="020B0604030504040204" pitchFamily="34" charset="0"/>
              </a:rPr>
              <a:t>Network Access Control Lists &amp; Web Application Firewall (WAF)</a:t>
            </a:r>
            <a:r>
              <a:rPr lang="en-US" sz="1000" dirty="0">
                <a:solidFill>
                  <a:prstClr val="black"/>
                </a:solidFill>
                <a:latin typeface="+mj-lt"/>
                <a:ea typeface="Verdana" panose="020B0604030504040204" pitchFamily="34" charset="0"/>
              </a:rPr>
              <a:t> to secure the deployed Application server and  Database Datastore in cloud </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Creation of </a:t>
            </a:r>
            <a:r>
              <a:rPr lang="en-US" sz="1000" b="1" dirty="0">
                <a:solidFill>
                  <a:prstClr val="black"/>
                </a:solidFill>
                <a:latin typeface="+mj-lt"/>
                <a:ea typeface="Verdana" panose="020B0604030504040204" pitchFamily="34" charset="0"/>
              </a:rPr>
              <a:t>segments/designated zones </a:t>
            </a:r>
            <a:r>
              <a:rPr lang="en-US" sz="1000" dirty="0">
                <a:solidFill>
                  <a:prstClr val="black"/>
                </a:solidFill>
                <a:latin typeface="+mj-lt"/>
                <a:ea typeface="Verdana" panose="020B0604030504040204" pitchFamily="34" charset="0"/>
              </a:rPr>
              <a:t>within the Public Cloud or Private Cloud to restrict the traffic within the zone and outside of zones</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Use of </a:t>
            </a:r>
            <a:r>
              <a:rPr lang="en-US" sz="1000" b="1" dirty="0">
                <a:solidFill>
                  <a:prstClr val="black"/>
                </a:solidFill>
                <a:latin typeface="+mj-lt"/>
                <a:ea typeface="Verdana" panose="020B0604030504040204" pitchFamily="34" charset="0"/>
              </a:rPr>
              <a:t>IAM policies </a:t>
            </a:r>
            <a:r>
              <a:rPr lang="en-US" sz="1000" dirty="0">
                <a:solidFill>
                  <a:prstClr val="black"/>
                </a:solidFill>
                <a:latin typeface="+mj-lt"/>
                <a:ea typeface="Verdana" panose="020B0604030504040204" pitchFamily="34" charset="0"/>
              </a:rPr>
              <a:t>to restrict and govern the Authentication, Authorization and Accounting of access rights</a:t>
            </a:r>
            <a:endParaRPr lang="en-GB" sz="1000" dirty="0">
              <a:solidFill>
                <a:prstClr val="black"/>
              </a:solidFill>
              <a:latin typeface="+mj-lt"/>
              <a:ea typeface="Verdana" panose="020B0604030504040204" pitchFamily="34" charset="0"/>
            </a:endParaRPr>
          </a:p>
        </p:txBody>
      </p:sp>
      <p:sp>
        <p:nvSpPr>
          <p:cNvPr id="17" name="Rectangle 16">
            <a:extLst>
              <a:ext uri="{FF2B5EF4-FFF2-40B4-BE49-F238E27FC236}">
                <a16:creationId xmlns:a16="http://schemas.microsoft.com/office/drawing/2014/main" id="{53B6FC14-35F3-449F-95D2-A132F275A455}"/>
              </a:ext>
            </a:extLst>
          </p:cNvPr>
          <p:cNvSpPr/>
          <p:nvPr/>
        </p:nvSpPr>
        <p:spPr bwMode="gray">
          <a:xfrm>
            <a:off x="432000" y="5038237"/>
            <a:ext cx="2214561" cy="671109"/>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Data Storage and Security Breaches</a:t>
            </a:r>
            <a:endParaRPr lang="en-US" altLang="ja-JP" sz="1000" b="1" dirty="0">
              <a:solidFill>
                <a:srgbClr val="000000"/>
              </a:solidFill>
              <a:latin typeface="+mj-lt"/>
              <a:ea typeface="Verdana" panose="020B0604030504040204" pitchFamily="34" charset="0"/>
              <a:cs typeface="Arial" charset="0"/>
            </a:endParaRPr>
          </a:p>
        </p:txBody>
      </p:sp>
      <p:sp>
        <p:nvSpPr>
          <p:cNvPr id="18" name="Rectangle 17">
            <a:extLst>
              <a:ext uri="{FF2B5EF4-FFF2-40B4-BE49-F238E27FC236}">
                <a16:creationId xmlns:a16="http://schemas.microsoft.com/office/drawing/2014/main" id="{377BC6E4-B222-4A19-BAC4-D67DFDAFEF01}"/>
              </a:ext>
            </a:extLst>
          </p:cNvPr>
          <p:cNvSpPr/>
          <p:nvPr/>
        </p:nvSpPr>
        <p:spPr bwMode="gray">
          <a:xfrm>
            <a:off x="432000" y="5874927"/>
            <a:ext cx="2214561" cy="630643"/>
          </a:xfrm>
          <a:prstGeom prst="rect">
            <a:avLst/>
          </a:prstGeom>
          <a:solidFill>
            <a:srgbClr val="00ABAB">
              <a:alpha val="20000"/>
            </a:srgbClr>
          </a:solidFill>
          <a:ln w="19050" algn="ctr">
            <a:noFill/>
            <a:miter lim="800000"/>
            <a:headEnd/>
            <a:tailEnd/>
          </a:ln>
        </p:spPr>
        <p:txBody>
          <a:bodyPr wrap="square" lIns="144000" tIns="88900" rIns="88900" bIns="88900" rtlCol="0" anchor="ctr"/>
          <a:lstStyle/>
          <a:p>
            <a:pPr defTabSz="914377" fontAlgn="base">
              <a:spcBef>
                <a:spcPct val="0"/>
              </a:spcBef>
              <a:spcAft>
                <a:spcPct val="0"/>
              </a:spcAft>
              <a:defRPr/>
            </a:pPr>
            <a:r>
              <a:rPr lang="en-US" sz="1000" b="1" dirty="0">
                <a:solidFill>
                  <a:srgbClr val="000000"/>
                </a:solidFill>
                <a:latin typeface="+mj-lt"/>
                <a:ea typeface="Verdana" panose="020B0604030504040204" pitchFamily="34" charset="0"/>
                <a:cs typeface="Arial" charset="0"/>
              </a:rPr>
              <a:t>Service SLA</a:t>
            </a:r>
            <a:endParaRPr lang="en-US" altLang="ja-JP" sz="1000" b="1" dirty="0">
              <a:solidFill>
                <a:srgbClr val="000000"/>
              </a:solidFill>
              <a:latin typeface="+mj-lt"/>
              <a:ea typeface="Verdana" panose="020B0604030504040204" pitchFamily="34" charset="0"/>
              <a:cs typeface="Arial" charset="0"/>
            </a:endParaRPr>
          </a:p>
        </p:txBody>
      </p:sp>
      <p:sp>
        <p:nvSpPr>
          <p:cNvPr id="19" name="Rectangle 18">
            <a:extLst>
              <a:ext uri="{FF2B5EF4-FFF2-40B4-BE49-F238E27FC236}">
                <a16:creationId xmlns:a16="http://schemas.microsoft.com/office/drawing/2014/main" id="{28B8F145-32A4-460B-A475-26D77CA2EC0E}"/>
              </a:ext>
            </a:extLst>
          </p:cNvPr>
          <p:cNvSpPr/>
          <p:nvPr/>
        </p:nvSpPr>
        <p:spPr bwMode="gray">
          <a:xfrm>
            <a:off x="2822602" y="5146473"/>
            <a:ext cx="5526711" cy="62022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b="1" dirty="0">
                <a:solidFill>
                  <a:prstClr val="black"/>
                </a:solidFill>
                <a:latin typeface="+mj-lt"/>
                <a:ea typeface="Verdana" panose="020B0604030504040204" pitchFamily="34" charset="0"/>
              </a:rPr>
              <a:t>Reducing the cloud storage cost </a:t>
            </a:r>
            <a:r>
              <a:rPr lang="en-US" sz="1000" dirty="0">
                <a:solidFill>
                  <a:prstClr val="black"/>
                </a:solidFill>
                <a:latin typeface="+mj-lt"/>
                <a:ea typeface="Verdana" panose="020B0604030504040204" pitchFamily="34" charset="0"/>
              </a:rPr>
              <a:t>by building in data archiving e.g., using low performance, high-capacity media in public Cloud</a:t>
            </a:r>
          </a:p>
          <a:p>
            <a:pPr marL="171446" indent="-171446" defTabSz="1219170">
              <a:spcAft>
                <a:spcPts val="300"/>
              </a:spcAft>
              <a:buFont typeface="Wingdings" panose="05000000000000000000" pitchFamily="2" charset="2"/>
              <a:buChar char="§"/>
              <a:defRPr/>
            </a:pPr>
            <a:r>
              <a:rPr lang="en-US" sz="1000" b="1" dirty="0">
                <a:solidFill>
                  <a:prstClr val="black"/>
                </a:solidFill>
                <a:latin typeface="+mj-lt"/>
                <a:ea typeface="Verdana" panose="020B0604030504040204" pitchFamily="34" charset="0"/>
              </a:rPr>
              <a:t>Encryption </a:t>
            </a:r>
            <a:r>
              <a:rPr lang="en-US" sz="1000" dirty="0">
                <a:solidFill>
                  <a:prstClr val="black"/>
                </a:solidFill>
                <a:latin typeface="+mj-lt"/>
                <a:ea typeface="Verdana" panose="020B0604030504040204" pitchFamily="34" charset="0"/>
              </a:rPr>
              <a:t>should be activated to mitigate risk in case of data loss, and to meet specific regulatory requirements with i.e., Encryption at Rest and Encryption in Transit</a:t>
            </a:r>
          </a:p>
        </p:txBody>
      </p:sp>
      <p:sp>
        <p:nvSpPr>
          <p:cNvPr id="20" name="Rectangle 19">
            <a:extLst>
              <a:ext uri="{FF2B5EF4-FFF2-40B4-BE49-F238E27FC236}">
                <a16:creationId xmlns:a16="http://schemas.microsoft.com/office/drawing/2014/main" id="{F5D52973-AF4C-4806-B6B7-C8DA0A1418AA}"/>
              </a:ext>
            </a:extLst>
          </p:cNvPr>
          <p:cNvSpPr/>
          <p:nvPr/>
        </p:nvSpPr>
        <p:spPr bwMode="gray">
          <a:xfrm>
            <a:off x="2822603" y="5919499"/>
            <a:ext cx="5526711" cy="620220"/>
          </a:xfrm>
          <a:prstGeom prst="rect">
            <a:avLst/>
          </a:prstGeom>
          <a:noFill/>
          <a:ln w="19050" algn="ctr">
            <a:noFill/>
            <a:miter lim="800000"/>
            <a:headEnd/>
            <a:tailEnd/>
          </a:ln>
        </p:spPr>
        <p:txBody>
          <a:bodyPr wrap="square" lIns="108000" tIns="88900" rIns="72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Appropriate </a:t>
            </a:r>
            <a:r>
              <a:rPr lang="en-US" sz="1000" b="1" dirty="0">
                <a:solidFill>
                  <a:prstClr val="black"/>
                </a:solidFill>
                <a:latin typeface="+mj-lt"/>
                <a:ea typeface="Verdana" panose="020B0604030504040204" pitchFamily="34" charset="0"/>
              </a:rPr>
              <a:t>metrics</a:t>
            </a:r>
            <a:r>
              <a:rPr lang="en-US" sz="1000" dirty="0">
                <a:solidFill>
                  <a:prstClr val="black"/>
                </a:solidFill>
                <a:latin typeface="+mj-lt"/>
                <a:ea typeface="Verdana" panose="020B0604030504040204" pitchFamily="34" charset="0"/>
              </a:rPr>
              <a:t> and </a:t>
            </a:r>
            <a:r>
              <a:rPr lang="en-US" sz="1000" b="1" dirty="0">
                <a:solidFill>
                  <a:prstClr val="black"/>
                </a:solidFill>
                <a:latin typeface="+mj-lt"/>
                <a:ea typeface="Verdana" panose="020B0604030504040204" pitchFamily="34" charset="0"/>
              </a:rPr>
              <a:t>parameters</a:t>
            </a:r>
            <a:r>
              <a:rPr lang="en-US" sz="1000" dirty="0">
                <a:solidFill>
                  <a:prstClr val="black"/>
                </a:solidFill>
                <a:latin typeface="+mj-lt"/>
                <a:ea typeface="Verdana" panose="020B0604030504040204" pitchFamily="34" charset="0"/>
              </a:rPr>
              <a:t> must be enforced on the cloud providers e.g., Uptime Guarantees, SLA penalties, SLA penalty exclusion, Data Protection, Disaster recovery, Security and privacy, and most important ‘</a:t>
            </a:r>
            <a:r>
              <a:rPr lang="en-US" sz="1000" b="1" dirty="0">
                <a:solidFill>
                  <a:prstClr val="black"/>
                </a:solidFill>
                <a:latin typeface="+mj-lt"/>
                <a:ea typeface="Verdana" panose="020B0604030504040204" pitchFamily="34" charset="0"/>
              </a:rPr>
              <a:t>Exit Strategy’ </a:t>
            </a:r>
            <a:r>
              <a:rPr lang="en-US" sz="1000" dirty="0">
                <a:solidFill>
                  <a:prstClr val="black"/>
                </a:solidFill>
                <a:latin typeface="+mj-lt"/>
                <a:ea typeface="Verdana" panose="020B0604030504040204" pitchFamily="34" charset="0"/>
              </a:rPr>
              <a:t>with expectations on the provider to </a:t>
            </a:r>
            <a:r>
              <a:rPr lang="en-US" sz="1000" b="1" dirty="0">
                <a:solidFill>
                  <a:prstClr val="black"/>
                </a:solidFill>
                <a:latin typeface="+mj-lt"/>
                <a:ea typeface="Verdana" panose="020B0604030504040204" pitchFamily="34" charset="0"/>
              </a:rPr>
              <a:t>ensure a smooth transition</a:t>
            </a:r>
            <a:endParaRPr lang="en-GB" sz="1000" b="1" dirty="0">
              <a:solidFill>
                <a:prstClr val="black"/>
              </a:solidFill>
              <a:latin typeface="+mj-lt"/>
              <a:ea typeface="Verdana" panose="020B0604030504040204" pitchFamily="34" charset="0"/>
            </a:endParaRPr>
          </a:p>
        </p:txBody>
      </p:sp>
      <p:sp>
        <p:nvSpPr>
          <p:cNvPr id="21" name="Rectangle 20">
            <a:extLst>
              <a:ext uri="{FF2B5EF4-FFF2-40B4-BE49-F238E27FC236}">
                <a16:creationId xmlns:a16="http://schemas.microsoft.com/office/drawing/2014/main" id="{3A35F1F5-1E30-4919-8B1B-92FE6D7F4BB3}"/>
              </a:ext>
            </a:extLst>
          </p:cNvPr>
          <p:cNvSpPr/>
          <p:nvPr/>
        </p:nvSpPr>
        <p:spPr bwMode="gray">
          <a:xfrm>
            <a:off x="8594754" y="2219324"/>
            <a:ext cx="3091033" cy="620220"/>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Selection of the correct Location</a:t>
            </a:r>
            <a:r>
              <a:rPr lang="en-US" sz="1000" b="1" dirty="0">
                <a:solidFill>
                  <a:prstClr val="black"/>
                </a:solidFill>
                <a:latin typeface="+mj-lt"/>
                <a:ea typeface="Verdana" panose="020B0604030504040204" pitchFamily="34" charset="0"/>
              </a:rPr>
              <a:t>,</a:t>
            </a:r>
            <a:r>
              <a:rPr lang="en-US" sz="1000" dirty="0">
                <a:solidFill>
                  <a:prstClr val="black"/>
                </a:solidFill>
                <a:latin typeface="+mj-lt"/>
                <a:ea typeface="Verdana" panose="020B0604030504040204" pitchFamily="34" charset="0"/>
              </a:rPr>
              <a:t> Region and Availability zone</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Correct sizing of the underlying infrastructure components</a:t>
            </a:r>
          </a:p>
        </p:txBody>
      </p:sp>
      <p:sp>
        <p:nvSpPr>
          <p:cNvPr id="22" name="Rectangle 21">
            <a:extLst>
              <a:ext uri="{FF2B5EF4-FFF2-40B4-BE49-F238E27FC236}">
                <a16:creationId xmlns:a16="http://schemas.microsoft.com/office/drawing/2014/main" id="{C5751C07-F96C-4C52-AF0D-B408031DF4D9}"/>
              </a:ext>
            </a:extLst>
          </p:cNvPr>
          <p:cNvSpPr/>
          <p:nvPr/>
        </p:nvSpPr>
        <p:spPr bwMode="gray">
          <a:xfrm>
            <a:off x="8594754" y="3004558"/>
            <a:ext cx="3091033" cy="620220"/>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Building of High Availability and Resiliency at Cloud region (Public), DR (Private) physical hardware and at service </a:t>
            </a:r>
          </a:p>
        </p:txBody>
      </p:sp>
      <p:sp>
        <p:nvSpPr>
          <p:cNvPr id="23" name="Rectangle 22">
            <a:extLst>
              <a:ext uri="{FF2B5EF4-FFF2-40B4-BE49-F238E27FC236}">
                <a16:creationId xmlns:a16="http://schemas.microsoft.com/office/drawing/2014/main" id="{E7D473A5-8E2C-4BA6-89E4-7E285CF6A06B}"/>
              </a:ext>
            </a:extLst>
          </p:cNvPr>
          <p:cNvSpPr/>
          <p:nvPr/>
        </p:nvSpPr>
        <p:spPr bwMode="gray">
          <a:xfrm>
            <a:off x="8594754" y="3841600"/>
            <a:ext cx="3091033" cy="993273"/>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Use of Public Cloud built-in security services and other 3rd party services in accordance with security best practices from Industry</a:t>
            </a:r>
          </a:p>
        </p:txBody>
      </p:sp>
      <p:sp>
        <p:nvSpPr>
          <p:cNvPr id="24" name="Rectangle 23">
            <a:extLst>
              <a:ext uri="{FF2B5EF4-FFF2-40B4-BE49-F238E27FC236}">
                <a16:creationId xmlns:a16="http://schemas.microsoft.com/office/drawing/2014/main" id="{948C207F-14F2-4630-BEED-F91375B30DB6}"/>
              </a:ext>
            </a:extLst>
          </p:cNvPr>
          <p:cNvSpPr/>
          <p:nvPr/>
        </p:nvSpPr>
        <p:spPr bwMode="gray">
          <a:xfrm>
            <a:off x="8594754" y="5043518"/>
            <a:ext cx="3091033" cy="815927"/>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Secure by Design engrained and security controls</a:t>
            </a:r>
          </a:p>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State of continuous compliance achieved through customer owned &amp; managed private key</a:t>
            </a:r>
          </a:p>
        </p:txBody>
      </p:sp>
      <p:sp>
        <p:nvSpPr>
          <p:cNvPr id="25" name="Rectangle 24">
            <a:extLst>
              <a:ext uri="{FF2B5EF4-FFF2-40B4-BE49-F238E27FC236}">
                <a16:creationId xmlns:a16="http://schemas.microsoft.com/office/drawing/2014/main" id="{440AA286-F444-4460-BCB2-2C95357B18A3}"/>
              </a:ext>
            </a:extLst>
          </p:cNvPr>
          <p:cNvSpPr/>
          <p:nvPr/>
        </p:nvSpPr>
        <p:spPr bwMode="gray">
          <a:xfrm>
            <a:off x="8594754" y="5877563"/>
            <a:ext cx="3091033" cy="620220"/>
          </a:xfrm>
          <a:prstGeom prst="rect">
            <a:avLst/>
          </a:prstGeom>
          <a:noFill/>
          <a:ln w="19050" algn="ctr">
            <a:noFill/>
            <a:miter lim="800000"/>
            <a:headEnd/>
            <a:tailEnd/>
          </a:ln>
        </p:spPr>
        <p:txBody>
          <a:bodyPr wrap="square" lIns="36000" tIns="88900" rIns="36000" bIns="88900" rtlCol="0" anchor="ctr"/>
          <a:lstStyle/>
          <a:p>
            <a:pPr marL="171446" indent="-171446" defTabSz="1219170">
              <a:spcAft>
                <a:spcPts val="300"/>
              </a:spcAft>
              <a:buFont typeface="Wingdings" panose="05000000000000000000" pitchFamily="2" charset="2"/>
              <a:buChar char="§"/>
              <a:defRPr/>
            </a:pPr>
            <a:r>
              <a:rPr lang="en-US" sz="1000" dirty="0">
                <a:solidFill>
                  <a:prstClr val="black"/>
                </a:solidFill>
                <a:latin typeface="+mj-lt"/>
                <a:ea typeface="Verdana" panose="020B0604030504040204" pitchFamily="34" charset="0"/>
              </a:rPr>
              <a:t>Tightly coupled SLAs with associated services been offered and availed through CSP</a:t>
            </a:r>
          </a:p>
        </p:txBody>
      </p:sp>
      <p:cxnSp>
        <p:nvCxnSpPr>
          <p:cNvPr id="26" name="Straight Connector 25">
            <a:extLst>
              <a:ext uri="{FF2B5EF4-FFF2-40B4-BE49-F238E27FC236}">
                <a16:creationId xmlns:a16="http://schemas.microsoft.com/office/drawing/2014/main" id="{C9390523-8034-4053-8029-146F082B103D}"/>
              </a:ext>
            </a:extLst>
          </p:cNvPr>
          <p:cNvCxnSpPr/>
          <p:nvPr/>
        </p:nvCxnSpPr>
        <p:spPr>
          <a:xfrm>
            <a:off x="2646561" y="2951982"/>
            <a:ext cx="9039226" cy="0"/>
          </a:xfrm>
          <a:prstGeom prst="line">
            <a:avLst/>
          </a:prstGeom>
          <a:noFill/>
          <a:ln w="6350" cap="flat" cmpd="sng" algn="ctr">
            <a:solidFill>
              <a:srgbClr val="53565A">
                <a:lumMod val="60000"/>
                <a:lumOff val="40000"/>
              </a:srgbClr>
            </a:solidFill>
            <a:prstDash val="solid"/>
          </a:ln>
          <a:effectLst/>
        </p:spPr>
      </p:cxnSp>
      <p:cxnSp>
        <p:nvCxnSpPr>
          <p:cNvPr id="27" name="Straight Connector 26">
            <a:extLst>
              <a:ext uri="{FF2B5EF4-FFF2-40B4-BE49-F238E27FC236}">
                <a16:creationId xmlns:a16="http://schemas.microsoft.com/office/drawing/2014/main" id="{BE5B00B7-21C6-43D0-B17F-802903C73712}"/>
              </a:ext>
            </a:extLst>
          </p:cNvPr>
          <p:cNvCxnSpPr/>
          <p:nvPr/>
        </p:nvCxnSpPr>
        <p:spPr>
          <a:xfrm>
            <a:off x="2646561" y="3744814"/>
            <a:ext cx="9039226" cy="0"/>
          </a:xfrm>
          <a:prstGeom prst="line">
            <a:avLst/>
          </a:prstGeom>
          <a:noFill/>
          <a:ln w="6350" cap="flat" cmpd="sng" algn="ctr">
            <a:solidFill>
              <a:srgbClr val="53565A">
                <a:lumMod val="60000"/>
                <a:lumOff val="40000"/>
              </a:srgbClr>
            </a:solidFill>
            <a:prstDash val="solid"/>
          </a:ln>
          <a:effectLst/>
        </p:spPr>
      </p:cxnSp>
      <p:cxnSp>
        <p:nvCxnSpPr>
          <p:cNvPr id="28" name="Straight Connector 27">
            <a:extLst>
              <a:ext uri="{FF2B5EF4-FFF2-40B4-BE49-F238E27FC236}">
                <a16:creationId xmlns:a16="http://schemas.microsoft.com/office/drawing/2014/main" id="{955CE494-E71B-44A8-98A4-E3FA37190321}"/>
              </a:ext>
            </a:extLst>
          </p:cNvPr>
          <p:cNvCxnSpPr/>
          <p:nvPr/>
        </p:nvCxnSpPr>
        <p:spPr>
          <a:xfrm>
            <a:off x="2646561" y="5038238"/>
            <a:ext cx="9039226" cy="0"/>
          </a:xfrm>
          <a:prstGeom prst="line">
            <a:avLst/>
          </a:prstGeom>
          <a:noFill/>
          <a:ln w="6350" cap="flat" cmpd="sng" algn="ctr">
            <a:solidFill>
              <a:srgbClr val="53565A">
                <a:lumMod val="60000"/>
                <a:lumOff val="40000"/>
              </a:srgbClr>
            </a:solidFill>
            <a:prstDash val="solid"/>
          </a:ln>
          <a:effectLst/>
        </p:spPr>
      </p:cxnSp>
      <p:cxnSp>
        <p:nvCxnSpPr>
          <p:cNvPr id="29" name="Straight Connector 28">
            <a:extLst>
              <a:ext uri="{FF2B5EF4-FFF2-40B4-BE49-F238E27FC236}">
                <a16:creationId xmlns:a16="http://schemas.microsoft.com/office/drawing/2014/main" id="{C9E262C4-5CF2-429F-8702-BC536962738A}"/>
              </a:ext>
            </a:extLst>
          </p:cNvPr>
          <p:cNvCxnSpPr/>
          <p:nvPr/>
        </p:nvCxnSpPr>
        <p:spPr>
          <a:xfrm>
            <a:off x="2646561" y="5874927"/>
            <a:ext cx="9039226" cy="0"/>
          </a:xfrm>
          <a:prstGeom prst="line">
            <a:avLst/>
          </a:prstGeom>
          <a:noFill/>
          <a:ln w="6350" cap="flat" cmpd="sng" algn="ctr">
            <a:solidFill>
              <a:srgbClr val="53565A">
                <a:lumMod val="60000"/>
                <a:lumOff val="40000"/>
              </a:srgbClr>
            </a:solidFill>
            <a:prstDash val="solid"/>
          </a:ln>
          <a:effectLst/>
        </p:spPr>
      </p:cxnSp>
    </p:spTree>
    <p:extLst>
      <p:ext uri="{BB962C8B-B14F-4D97-AF65-F5344CB8AC3E}">
        <p14:creationId xmlns:p14="http://schemas.microsoft.com/office/powerpoint/2010/main" val="271609333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B5FD8-DE7F-4FEB-9F3A-5D07FE22260C}"/>
              </a:ext>
            </a:extLst>
          </p:cNvPr>
          <p:cNvSpPr>
            <a:spLocks noGrp="1"/>
          </p:cNvSpPr>
          <p:nvPr>
            <p:ph type="title"/>
          </p:nvPr>
        </p:nvSpPr>
        <p:spPr/>
        <p:txBody>
          <a:bodyPr/>
          <a:lstStyle/>
          <a:p>
            <a:r>
              <a:rPr lang="en-US" b="1" dirty="0"/>
              <a:t>Cloud Data Centers</a:t>
            </a:r>
          </a:p>
        </p:txBody>
      </p:sp>
      <p:grpSp>
        <p:nvGrpSpPr>
          <p:cNvPr id="30" name="Group 29">
            <a:extLst>
              <a:ext uri="{FF2B5EF4-FFF2-40B4-BE49-F238E27FC236}">
                <a16:creationId xmlns:a16="http://schemas.microsoft.com/office/drawing/2014/main" id="{889BF5C8-5FD1-4E82-8074-5DE59624458E}"/>
              </a:ext>
            </a:extLst>
          </p:cNvPr>
          <p:cNvGrpSpPr/>
          <p:nvPr/>
        </p:nvGrpSpPr>
        <p:grpSpPr>
          <a:xfrm>
            <a:off x="551233" y="916468"/>
            <a:ext cx="4997359" cy="5319948"/>
            <a:chOff x="477204" y="754602"/>
            <a:chExt cx="4997359" cy="5319948"/>
          </a:xfrm>
        </p:grpSpPr>
        <p:sp>
          <p:nvSpPr>
            <p:cNvPr id="31" name="Freeform 227">
              <a:extLst>
                <a:ext uri="{FF2B5EF4-FFF2-40B4-BE49-F238E27FC236}">
                  <a16:creationId xmlns:a16="http://schemas.microsoft.com/office/drawing/2014/main" id="{35F79BDB-BFC5-43F5-91C3-A37EDDC2ED91}"/>
                </a:ext>
              </a:extLst>
            </p:cNvPr>
            <p:cNvSpPr>
              <a:spLocks noEditPoints="1"/>
            </p:cNvSpPr>
            <p:nvPr/>
          </p:nvSpPr>
          <p:spPr bwMode="auto">
            <a:xfrm>
              <a:off x="582302" y="754602"/>
              <a:ext cx="4892261" cy="5193436"/>
            </a:xfrm>
            <a:custGeom>
              <a:avLst/>
              <a:gdLst>
                <a:gd name="T0" fmla="*/ 34 w 414"/>
                <a:gd name="T1" fmla="*/ 226 h 534"/>
                <a:gd name="T2" fmla="*/ 26 w 414"/>
                <a:gd name="T3" fmla="*/ 198 h 534"/>
                <a:gd name="T4" fmla="*/ 30 w 414"/>
                <a:gd name="T5" fmla="*/ 162 h 534"/>
                <a:gd name="T6" fmla="*/ 60 w 414"/>
                <a:gd name="T7" fmla="*/ 146 h 534"/>
                <a:gd name="T8" fmla="*/ 90 w 414"/>
                <a:gd name="T9" fmla="*/ 106 h 534"/>
                <a:gd name="T10" fmla="*/ 92 w 414"/>
                <a:gd name="T11" fmla="*/ 80 h 534"/>
                <a:gd name="T12" fmla="*/ 76 w 414"/>
                <a:gd name="T13" fmla="*/ 42 h 534"/>
                <a:gd name="T14" fmla="*/ 122 w 414"/>
                <a:gd name="T15" fmla="*/ 20 h 534"/>
                <a:gd name="T16" fmla="*/ 140 w 414"/>
                <a:gd name="T17" fmla="*/ 28 h 534"/>
                <a:gd name="T18" fmla="*/ 156 w 414"/>
                <a:gd name="T19" fmla="*/ 68 h 534"/>
                <a:gd name="T20" fmla="*/ 148 w 414"/>
                <a:gd name="T21" fmla="*/ 94 h 534"/>
                <a:gd name="T22" fmla="*/ 178 w 414"/>
                <a:gd name="T23" fmla="*/ 116 h 534"/>
                <a:gd name="T24" fmla="*/ 170 w 414"/>
                <a:gd name="T25" fmla="*/ 150 h 534"/>
                <a:gd name="T26" fmla="*/ 212 w 414"/>
                <a:gd name="T27" fmla="*/ 170 h 534"/>
                <a:gd name="T28" fmla="*/ 242 w 414"/>
                <a:gd name="T29" fmla="*/ 184 h 534"/>
                <a:gd name="T30" fmla="*/ 278 w 414"/>
                <a:gd name="T31" fmla="*/ 188 h 534"/>
                <a:gd name="T32" fmla="*/ 290 w 414"/>
                <a:gd name="T33" fmla="*/ 162 h 534"/>
                <a:gd name="T34" fmla="*/ 316 w 414"/>
                <a:gd name="T35" fmla="*/ 184 h 534"/>
                <a:gd name="T36" fmla="*/ 334 w 414"/>
                <a:gd name="T37" fmla="*/ 166 h 534"/>
                <a:gd name="T38" fmla="*/ 372 w 414"/>
                <a:gd name="T39" fmla="*/ 140 h 534"/>
                <a:gd name="T40" fmla="*/ 394 w 414"/>
                <a:gd name="T41" fmla="*/ 140 h 534"/>
                <a:gd name="T42" fmla="*/ 410 w 414"/>
                <a:gd name="T43" fmla="*/ 166 h 534"/>
                <a:gd name="T44" fmla="*/ 380 w 414"/>
                <a:gd name="T45" fmla="*/ 188 h 534"/>
                <a:gd name="T46" fmla="*/ 364 w 414"/>
                <a:gd name="T47" fmla="*/ 236 h 534"/>
                <a:gd name="T48" fmla="*/ 350 w 414"/>
                <a:gd name="T49" fmla="*/ 256 h 534"/>
                <a:gd name="T50" fmla="*/ 338 w 414"/>
                <a:gd name="T51" fmla="*/ 248 h 534"/>
                <a:gd name="T52" fmla="*/ 328 w 414"/>
                <a:gd name="T53" fmla="*/ 244 h 534"/>
                <a:gd name="T54" fmla="*/ 342 w 414"/>
                <a:gd name="T55" fmla="*/ 218 h 534"/>
                <a:gd name="T56" fmla="*/ 304 w 414"/>
                <a:gd name="T57" fmla="*/ 198 h 534"/>
                <a:gd name="T58" fmla="*/ 286 w 414"/>
                <a:gd name="T59" fmla="*/ 184 h 534"/>
                <a:gd name="T60" fmla="*/ 286 w 414"/>
                <a:gd name="T61" fmla="*/ 214 h 534"/>
                <a:gd name="T62" fmla="*/ 286 w 414"/>
                <a:gd name="T63" fmla="*/ 236 h 534"/>
                <a:gd name="T64" fmla="*/ 290 w 414"/>
                <a:gd name="T65" fmla="*/ 270 h 534"/>
                <a:gd name="T66" fmla="*/ 282 w 414"/>
                <a:gd name="T67" fmla="*/ 274 h 534"/>
                <a:gd name="T68" fmla="*/ 268 w 414"/>
                <a:gd name="T69" fmla="*/ 278 h 534"/>
                <a:gd name="T70" fmla="*/ 248 w 414"/>
                <a:gd name="T71" fmla="*/ 306 h 534"/>
                <a:gd name="T72" fmla="*/ 230 w 414"/>
                <a:gd name="T73" fmla="*/ 318 h 534"/>
                <a:gd name="T74" fmla="*/ 200 w 414"/>
                <a:gd name="T75" fmla="*/ 352 h 534"/>
                <a:gd name="T76" fmla="*/ 178 w 414"/>
                <a:gd name="T77" fmla="*/ 378 h 534"/>
                <a:gd name="T78" fmla="*/ 170 w 414"/>
                <a:gd name="T79" fmla="*/ 412 h 534"/>
                <a:gd name="T80" fmla="*/ 162 w 414"/>
                <a:gd name="T81" fmla="*/ 442 h 534"/>
                <a:gd name="T82" fmla="*/ 152 w 414"/>
                <a:gd name="T83" fmla="*/ 478 h 534"/>
                <a:gd name="T84" fmla="*/ 126 w 414"/>
                <a:gd name="T85" fmla="*/ 508 h 534"/>
                <a:gd name="T86" fmla="*/ 114 w 414"/>
                <a:gd name="T87" fmla="*/ 486 h 534"/>
                <a:gd name="T88" fmla="*/ 96 w 414"/>
                <a:gd name="T89" fmla="*/ 442 h 534"/>
                <a:gd name="T90" fmla="*/ 86 w 414"/>
                <a:gd name="T91" fmla="*/ 396 h 534"/>
                <a:gd name="T92" fmla="*/ 70 w 414"/>
                <a:gd name="T93" fmla="*/ 358 h 534"/>
                <a:gd name="T94" fmla="*/ 62 w 414"/>
                <a:gd name="T95" fmla="*/ 322 h 534"/>
                <a:gd name="T96" fmla="*/ 62 w 414"/>
                <a:gd name="T97" fmla="*/ 286 h 534"/>
                <a:gd name="T98" fmla="*/ 60 w 414"/>
                <a:gd name="T99" fmla="*/ 270 h 534"/>
                <a:gd name="T100" fmla="*/ 56 w 414"/>
                <a:gd name="T101" fmla="*/ 270 h 534"/>
                <a:gd name="T102" fmla="*/ 22 w 414"/>
                <a:gd name="T103" fmla="*/ 282 h 534"/>
                <a:gd name="T104" fmla="*/ 30 w 414"/>
                <a:gd name="T105" fmla="*/ 256 h 534"/>
                <a:gd name="T106" fmla="*/ 4 w 414"/>
                <a:gd name="T107" fmla="*/ 240 h 534"/>
                <a:gd name="T108" fmla="*/ 346 w 414"/>
                <a:gd name="T109" fmla="*/ 442 h 534"/>
                <a:gd name="T110" fmla="*/ 346 w 414"/>
                <a:gd name="T111" fmla="*/ 490 h 534"/>
                <a:gd name="T112" fmla="*/ 354 w 414"/>
                <a:gd name="T113" fmla="*/ 512 h 534"/>
                <a:gd name="T114" fmla="*/ 350 w 414"/>
                <a:gd name="T115" fmla="*/ 426 h 534"/>
                <a:gd name="T116" fmla="*/ 346 w 414"/>
                <a:gd name="T117" fmla="*/ 438 h 534"/>
                <a:gd name="T118" fmla="*/ 346 w 414"/>
                <a:gd name="T119" fmla="*/ 442 h 534"/>
                <a:gd name="T120" fmla="*/ 360 w 414"/>
                <a:gd name="T121" fmla="*/ 528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4" h="534">
                  <a:moveTo>
                    <a:pt x="0" y="236"/>
                  </a:moveTo>
                  <a:lnTo>
                    <a:pt x="0" y="232"/>
                  </a:lnTo>
                  <a:lnTo>
                    <a:pt x="4" y="232"/>
                  </a:lnTo>
                  <a:lnTo>
                    <a:pt x="6" y="232"/>
                  </a:lnTo>
                  <a:lnTo>
                    <a:pt x="6" y="228"/>
                  </a:lnTo>
                  <a:lnTo>
                    <a:pt x="6" y="226"/>
                  </a:lnTo>
                  <a:lnTo>
                    <a:pt x="10" y="226"/>
                  </a:lnTo>
                  <a:lnTo>
                    <a:pt x="10" y="228"/>
                  </a:lnTo>
                  <a:lnTo>
                    <a:pt x="14" y="228"/>
                  </a:lnTo>
                  <a:lnTo>
                    <a:pt x="18" y="228"/>
                  </a:lnTo>
                  <a:lnTo>
                    <a:pt x="22" y="228"/>
                  </a:lnTo>
                  <a:lnTo>
                    <a:pt x="26" y="228"/>
                  </a:lnTo>
                  <a:lnTo>
                    <a:pt x="26" y="226"/>
                  </a:lnTo>
                  <a:lnTo>
                    <a:pt x="30" y="226"/>
                  </a:lnTo>
                  <a:lnTo>
                    <a:pt x="34" y="226"/>
                  </a:lnTo>
                  <a:lnTo>
                    <a:pt x="34" y="228"/>
                  </a:lnTo>
                  <a:lnTo>
                    <a:pt x="36" y="228"/>
                  </a:lnTo>
                  <a:lnTo>
                    <a:pt x="36" y="226"/>
                  </a:lnTo>
                  <a:lnTo>
                    <a:pt x="40" y="226"/>
                  </a:lnTo>
                  <a:lnTo>
                    <a:pt x="36" y="226"/>
                  </a:lnTo>
                  <a:lnTo>
                    <a:pt x="36" y="222"/>
                  </a:lnTo>
                  <a:lnTo>
                    <a:pt x="40" y="222"/>
                  </a:lnTo>
                  <a:lnTo>
                    <a:pt x="36" y="218"/>
                  </a:lnTo>
                  <a:lnTo>
                    <a:pt x="36" y="214"/>
                  </a:lnTo>
                  <a:lnTo>
                    <a:pt x="36" y="210"/>
                  </a:lnTo>
                  <a:lnTo>
                    <a:pt x="34" y="210"/>
                  </a:lnTo>
                  <a:lnTo>
                    <a:pt x="34" y="206"/>
                  </a:lnTo>
                  <a:lnTo>
                    <a:pt x="34" y="202"/>
                  </a:lnTo>
                  <a:lnTo>
                    <a:pt x="30" y="202"/>
                  </a:lnTo>
                  <a:lnTo>
                    <a:pt x="26" y="198"/>
                  </a:lnTo>
                  <a:lnTo>
                    <a:pt x="26" y="196"/>
                  </a:lnTo>
                  <a:lnTo>
                    <a:pt x="26" y="192"/>
                  </a:lnTo>
                  <a:lnTo>
                    <a:pt x="26" y="188"/>
                  </a:lnTo>
                  <a:lnTo>
                    <a:pt x="26" y="184"/>
                  </a:lnTo>
                  <a:lnTo>
                    <a:pt x="22" y="184"/>
                  </a:lnTo>
                  <a:lnTo>
                    <a:pt x="18" y="184"/>
                  </a:lnTo>
                  <a:lnTo>
                    <a:pt x="18" y="180"/>
                  </a:lnTo>
                  <a:lnTo>
                    <a:pt x="18" y="176"/>
                  </a:lnTo>
                  <a:lnTo>
                    <a:pt x="18" y="172"/>
                  </a:lnTo>
                  <a:lnTo>
                    <a:pt x="22" y="172"/>
                  </a:lnTo>
                  <a:lnTo>
                    <a:pt x="22" y="170"/>
                  </a:lnTo>
                  <a:lnTo>
                    <a:pt x="26" y="170"/>
                  </a:lnTo>
                  <a:lnTo>
                    <a:pt x="26" y="166"/>
                  </a:lnTo>
                  <a:lnTo>
                    <a:pt x="26" y="162"/>
                  </a:lnTo>
                  <a:lnTo>
                    <a:pt x="30" y="162"/>
                  </a:lnTo>
                  <a:lnTo>
                    <a:pt x="30" y="158"/>
                  </a:lnTo>
                  <a:lnTo>
                    <a:pt x="34" y="158"/>
                  </a:lnTo>
                  <a:lnTo>
                    <a:pt x="34" y="162"/>
                  </a:lnTo>
                  <a:lnTo>
                    <a:pt x="34" y="166"/>
                  </a:lnTo>
                  <a:lnTo>
                    <a:pt x="36" y="166"/>
                  </a:lnTo>
                  <a:lnTo>
                    <a:pt x="40" y="166"/>
                  </a:lnTo>
                  <a:lnTo>
                    <a:pt x="40" y="162"/>
                  </a:lnTo>
                  <a:lnTo>
                    <a:pt x="44" y="162"/>
                  </a:lnTo>
                  <a:lnTo>
                    <a:pt x="48" y="162"/>
                  </a:lnTo>
                  <a:lnTo>
                    <a:pt x="52" y="162"/>
                  </a:lnTo>
                  <a:lnTo>
                    <a:pt x="52" y="158"/>
                  </a:lnTo>
                  <a:lnTo>
                    <a:pt x="56" y="154"/>
                  </a:lnTo>
                  <a:lnTo>
                    <a:pt x="56" y="150"/>
                  </a:lnTo>
                  <a:lnTo>
                    <a:pt x="56" y="146"/>
                  </a:lnTo>
                  <a:lnTo>
                    <a:pt x="60" y="146"/>
                  </a:lnTo>
                  <a:lnTo>
                    <a:pt x="60" y="142"/>
                  </a:lnTo>
                  <a:lnTo>
                    <a:pt x="62" y="142"/>
                  </a:lnTo>
                  <a:lnTo>
                    <a:pt x="66" y="142"/>
                  </a:lnTo>
                  <a:lnTo>
                    <a:pt x="66" y="140"/>
                  </a:lnTo>
                  <a:lnTo>
                    <a:pt x="70" y="132"/>
                  </a:lnTo>
                  <a:lnTo>
                    <a:pt x="70" y="128"/>
                  </a:lnTo>
                  <a:lnTo>
                    <a:pt x="74" y="124"/>
                  </a:lnTo>
                  <a:lnTo>
                    <a:pt x="78" y="124"/>
                  </a:lnTo>
                  <a:lnTo>
                    <a:pt x="82" y="120"/>
                  </a:lnTo>
                  <a:lnTo>
                    <a:pt x="82" y="116"/>
                  </a:lnTo>
                  <a:lnTo>
                    <a:pt x="78" y="116"/>
                  </a:lnTo>
                  <a:lnTo>
                    <a:pt x="82" y="112"/>
                  </a:lnTo>
                  <a:lnTo>
                    <a:pt x="86" y="110"/>
                  </a:lnTo>
                  <a:lnTo>
                    <a:pt x="86" y="106"/>
                  </a:lnTo>
                  <a:lnTo>
                    <a:pt x="90" y="106"/>
                  </a:lnTo>
                  <a:lnTo>
                    <a:pt x="92" y="102"/>
                  </a:lnTo>
                  <a:lnTo>
                    <a:pt x="90" y="102"/>
                  </a:lnTo>
                  <a:lnTo>
                    <a:pt x="90" y="106"/>
                  </a:lnTo>
                  <a:lnTo>
                    <a:pt x="90" y="102"/>
                  </a:lnTo>
                  <a:lnTo>
                    <a:pt x="90" y="98"/>
                  </a:lnTo>
                  <a:lnTo>
                    <a:pt x="90" y="94"/>
                  </a:lnTo>
                  <a:lnTo>
                    <a:pt x="90" y="90"/>
                  </a:lnTo>
                  <a:lnTo>
                    <a:pt x="90" y="86"/>
                  </a:lnTo>
                  <a:lnTo>
                    <a:pt x="92" y="86"/>
                  </a:lnTo>
                  <a:lnTo>
                    <a:pt x="96" y="86"/>
                  </a:lnTo>
                  <a:lnTo>
                    <a:pt x="100" y="86"/>
                  </a:lnTo>
                  <a:lnTo>
                    <a:pt x="100" y="82"/>
                  </a:lnTo>
                  <a:lnTo>
                    <a:pt x="100" y="80"/>
                  </a:lnTo>
                  <a:lnTo>
                    <a:pt x="96" y="80"/>
                  </a:lnTo>
                  <a:lnTo>
                    <a:pt x="92" y="80"/>
                  </a:lnTo>
                  <a:lnTo>
                    <a:pt x="92" y="80"/>
                  </a:lnTo>
                  <a:lnTo>
                    <a:pt x="90" y="80"/>
                  </a:lnTo>
                  <a:lnTo>
                    <a:pt x="88" y="78"/>
                  </a:lnTo>
                  <a:lnTo>
                    <a:pt x="86" y="78"/>
                  </a:lnTo>
                  <a:lnTo>
                    <a:pt x="84" y="76"/>
                  </a:lnTo>
                  <a:lnTo>
                    <a:pt x="82" y="76"/>
                  </a:lnTo>
                  <a:lnTo>
                    <a:pt x="80" y="72"/>
                  </a:lnTo>
                  <a:lnTo>
                    <a:pt x="78" y="72"/>
                  </a:lnTo>
                  <a:lnTo>
                    <a:pt x="76" y="70"/>
                  </a:lnTo>
                  <a:lnTo>
                    <a:pt x="76" y="66"/>
                  </a:lnTo>
                  <a:lnTo>
                    <a:pt x="76" y="62"/>
                  </a:lnTo>
                  <a:lnTo>
                    <a:pt x="76" y="58"/>
                  </a:lnTo>
                  <a:lnTo>
                    <a:pt x="74" y="54"/>
                  </a:lnTo>
                  <a:lnTo>
                    <a:pt x="74" y="48"/>
                  </a:lnTo>
                  <a:lnTo>
                    <a:pt x="76" y="42"/>
                  </a:lnTo>
                  <a:lnTo>
                    <a:pt x="84" y="36"/>
                  </a:lnTo>
                  <a:lnTo>
                    <a:pt x="66" y="22"/>
                  </a:lnTo>
                  <a:lnTo>
                    <a:pt x="62" y="18"/>
                  </a:lnTo>
                  <a:lnTo>
                    <a:pt x="66" y="10"/>
                  </a:lnTo>
                  <a:lnTo>
                    <a:pt x="78" y="4"/>
                  </a:lnTo>
                  <a:lnTo>
                    <a:pt x="88" y="2"/>
                  </a:lnTo>
                  <a:lnTo>
                    <a:pt x="92" y="0"/>
                  </a:lnTo>
                  <a:lnTo>
                    <a:pt x="100" y="0"/>
                  </a:lnTo>
                  <a:lnTo>
                    <a:pt x="104" y="4"/>
                  </a:lnTo>
                  <a:lnTo>
                    <a:pt x="114" y="12"/>
                  </a:lnTo>
                  <a:lnTo>
                    <a:pt x="118" y="18"/>
                  </a:lnTo>
                  <a:lnTo>
                    <a:pt x="118" y="18"/>
                  </a:lnTo>
                  <a:lnTo>
                    <a:pt x="120" y="18"/>
                  </a:lnTo>
                  <a:lnTo>
                    <a:pt x="120" y="18"/>
                  </a:lnTo>
                  <a:lnTo>
                    <a:pt x="122" y="20"/>
                  </a:lnTo>
                  <a:lnTo>
                    <a:pt x="124" y="20"/>
                  </a:lnTo>
                  <a:lnTo>
                    <a:pt x="124" y="20"/>
                  </a:lnTo>
                  <a:lnTo>
                    <a:pt x="128" y="22"/>
                  </a:lnTo>
                  <a:lnTo>
                    <a:pt x="126" y="26"/>
                  </a:lnTo>
                  <a:lnTo>
                    <a:pt x="126" y="26"/>
                  </a:lnTo>
                  <a:lnTo>
                    <a:pt x="130" y="26"/>
                  </a:lnTo>
                  <a:lnTo>
                    <a:pt x="132" y="28"/>
                  </a:lnTo>
                  <a:lnTo>
                    <a:pt x="132" y="28"/>
                  </a:lnTo>
                  <a:lnTo>
                    <a:pt x="132" y="28"/>
                  </a:lnTo>
                  <a:lnTo>
                    <a:pt x="130" y="28"/>
                  </a:lnTo>
                  <a:lnTo>
                    <a:pt x="130" y="28"/>
                  </a:lnTo>
                  <a:lnTo>
                    <a:pt x="132" y="30"/>
                  </a:lnTo>
                  <a:lnTo>
                    <a:pt x="132" y="30"/>
                  </a:lnTo>
                  <a:lnTo>
                    <a:pt x="132" y="30"/>
                  </a:lnTo>
                  <a:lnTo>
                    <a:pt x="140" y="28"/>
                  </a:lnTo>
                  <a:lnTo>
                    <a:pt x="142" y="26"/>
                  </a:lnTo>
                  <a:lnTo>
                    <a:pt x="148" y="24"/>
                  </a:lnTo>
                  <a:lnTo>
                    <a:pt x="152" y="24"/>
                  </a:lnTo>
                  <a:lnTo>
                    <a:pt x="158" y="22"/>
                  </a:lnTo>
                  <a:lnTo>
                    <a:pt x="168" y="30"/>
                  </a:lnTo>
                  <a:lnTo>
                    <a:pt x="168" y="36"/>
                  </a:lnTo>
                  <a:lnTo>
                    <a:pt x="166" y="44"/>
                  </a:lnTo>
                  <a:lnTo>
                    <a:pt x="158" y="52"/>
                  </a:lnTo>
                  <a:lnTo>
                    <a:pt x="156" y="54"/>
                  </a:lnTo>
                  <a:lnTo>
                    <a:pt x="148" y="54"/>
                  </a:lnTo>
                  <a:lnTo>
                    <a:pt x="148" y="60"/>
                  </a:lnTo>
                  <a:lnTo>
                    <a:pt x="152" y="60"/>
                  </a:lnTo>
                  <a:lnTo>
                    <a:pt x="152" y="64"/>
                  </a:lnTo>
                  <a:lnTo>
                    <a:pt x="156" y="64"/>
                  </a:lnTo>
                  <a:lnTo>
                    <a:pt x="156" y="68"/>
                  </a:lnTo>
                  <a:lnTo>
                    <a:pt x="156" y="72"/>
                  </a:lnTo>
                  <a:lnTo>
                    <a:pt x="160" y="72"/>
                  </a:lnTo>
                  <a:lnTo>
                    <a:pt x="160" y="76"/>
                  </a:lnTo>
                  <a:lnTo>
                    <a:pt x="156" y="80"/>
                  </a:lnTo>
                  <a:lnTo>
                    <a:pt x="156" y="76"/>
                  </a:lnTo>
                  <a:lnTo>
                    <a:pt x="152" y="80"/>
                  </a:lnTo>
                  <a:lnTo>
                    <a:pt x="148" y="80"/>
                  </a:lnTo>
                  <a:lnTo>
                    <a:pt x="148" y="76"/>
                  </a:lnTo>
                  <a:lnTo>
                    <a:pt x="144" y="76"/>
                  </a:lnTo>
                  <a:lnTo>
                    <a:pt x="144" y="80"/>
                  </a:lnTo>
                  <a:lnTo>
                    <a:pt x="144" y="82"/>
                  </a:lnTo>
                  <a:lnTo>
                    <a:pt x="144" y="86"/>
                  </a:lnTo>
                  <a:lnTo>
                    <a:pt x="148" y="86"/>
                  </a:lnTo>
                  <a:lnTo>
                    <a:pt x="148" y="90"/>
                  </a:lnTo>
                  <a:lnTo>
                    <a:pt x="148" y="94"/>
                  </a:lnTo>
                  <a:lnTo>
                    <a:pt x="148" y="98"/>
                  </a:lnTo>
                  <a:lnTo>
                    <a:pt x="148" y="102"/>
                  </a:lnTo>
                  <a:lnTo>
                    <a:pt x="148" y="98"/>
                  </a:lnTo>
                  <a:lnTo>
                    <a:pt x="152" y="98"/>
                  </a:lnTo>
                  <a:lnTo>
                    <a:pt x="156" y="98"/>
                  </a:lnTo>
                  <a:lnTo>
                    <a:pt x="156" y="102"/>
                  </a:lnTo>
                  <a:lnTo>
                    <a:pt x="156" y="106"/>
                  </a:lnTo>
                  <a:lnTo>
                    <a:pt x="160" y="106"/>
                  </a:lnTo>
                  <a:lnTo>
                    <a:pt x="162" y="106"/>
                  </a:lnTo>
                  <a:lnTo>
                    <a:pt x="166" y="110"/>
                  </a:lnTo>
                  <a:lnTo>
                    <a:pt x="170" y="110"/>
                  </a:lnTo>
                  <a:lnTo>
                    <a:pt x="166" y="112"/>
                  </a:lnTo>
                  <a:lnTo>
                    <a:pt x="170" y="112"/>
                  </a:lnTo>
                  <a:lnTo>
                    <a:pt x="174" y="116"/>
                  </a:lnTo>
                  <a:lnTo>
                    <a:pt x="178" y="116"/>
                  </a:lnTo>
                  <a:lnTo>
                    <a:pt x="178" y="120"/>
                  </a:lnTo>
                  <a:lnTo>
                    <a:pt x="182" y="120"/>
                  </a:lnTo>
                  <a:lnTo>
                    <a:pt x="178" y="120"/>
                  </a:lnTo>
                  <a:lnTo>
                    <a:pt x="174" y="124"/>
                  </a:lnTo>
                  <a:lnTo>
                    <a:pt x="174" y="128"/>
                  </a:lnTo>
                  <a:lnTo>
                    <a:pt x="170" y="128"/>
                  </a:lnTo>
                  <a:lnTo>
                    <a:pt x="170" y="132"/>
                  </a:lnTo>
                  <a:lnTo>
                    <a:pt x="166" y="136"/>
                  </a:lnTo>
                  <a:lnTo>
                    <a:pt x="170" y="136"/>
                  </a:lnTo>
                  <a:lnTo>
                    <a:pt x="170" y="140"/>
                  </a:lnTo>
                  <a:lnTo>
                    <a:pt x="166" y="140"/>
                  </a:lnTo>
                  <a:lnTo>
                    <a:pt x="166" y="142"/>
                  </a:lnTo>
                  <a:lnTo>
                    <a:pt x="166" y="146"/>
                  </a:lnTo>
                  <a:lnTo>
                    <a:pt x="170" y="146"/>
                  </a:lnTo>
                  <a:lnTo>
                    <a:pt x="170" y="150"/>
                  </a:lnTo>
                  <a:lnTo>
                    <a:pt x="174" y="150"/>
                  </a:lnTo>
                  <a:lnTo>
                    <a:pt x="174" y="146"/>
                  </a:lnTo>
                  <a:lnTo>
                    <a:pt x="174" y="150"/>
                  </a:lnTo>
                  <a:lnTo>
                    <a:pt x="178" y="150"/>
                  </a:lnTo>
                  <a:lnTo>
                    <a:pt x="182" y="154"/>
                  </a:lnTo>
                  <a:lnTo>
                    <a:pt x="186" y="158"/>
                  </a:lnTo>
                  <a:lnTo>
                    <a:pt x="190" y="162"/>
                  </a:lnTo>
                  <a:lnTo>
                    <a:pt x="192" y="162"/>
                  </a:lnTo>
                  <a:lnTo>
                    <a:pt x="196" y="162"/>
                  </a:lnTo>
                  <a:lnTo>
                    <a:pt x="196" y="166"/>
                  </a:lnTo>
                  <a:lnTo>
                    <a:pt x="200" y="166"/>
                  </a:lnTo>
                  <a:lnTo>
                    <a:pt x="204" y="166"/>
                  </a:lnTo>
                  <a:lnTo>
                    <a:pt x="204" y="170"/>
                  </a:lnTo>
                  <a:lnTo>
                    <a:pt x="208" y="170"/>
                  </a:lnTo>
                  <a:lnTo>
                    <a:pt x="212" y="170"/>
                  </a:lnTo>
                  <a:lnTo>
                    <a:pt x="212" y="172"/>
                  </a:lnTo>
                  <a:lnTo>
                    <a:pt x="212" y="170"/>
                  </a:lnTo>
                  <a:lnTo>
                    <a:pt x="216" y="170"/>
                  </a:lnTo>
                  <a:lnTo>
                    <a:pt x="218" y="170"/>
                  </a:lnTo>
                  <a:lnTo>
                    <a:pt x="218" y="172"/>
                  </a:lnTo>
                  <a:lnTo>
                    <a:pt x="218" y="170"/>
                  </a:lnTo>
                  <a:lnTo>
                    <a:pt x="222" y="170"/>
                  </a:lnTo>
                  <a:lnTo>
                    <a:pt x="226" y="172"/>
                  </a:lnTo>
                  <a:lnTo>
                    <a:pt x="230" y="172"/>
                  </a:lnTo>
                  <a:lnTo>
                    <a:pt x="230" y="176"/>
                  </a:lnTo>
                  <a:lnTo>
                    <a:pt x="234" y="176"/>
                  </a:lnTo>
                  <a:lnTo>
                    <a:pt x="234" y="180"/>
                  </a:lnTo>
                  <a:lnTo>
                    <a:pt x="238" y="180"/>
                  </a:lnTo>
                  <a:lnTo>
                    <a:pt x="238" y="184"/>
                  </a:lnTo>
                  <a:lnTo>
                    <a:pt x="242" y="184"/>
                  </a:lnTo>
                  <a:lnTo>
                    <a:pt x="242" y="180"/>
                  </a:lnTo>
                  <a:lnTo>
                    <a:pt x="246" y="180"/>
                  </a:lnTo>
                  <a:lnTo>
                    <a:pt x="246" y="184"/>
                  </a:lnTo>
                  <a:lnTo>
                    <a:pt x="248" y="188"/>
                  </a:lnTo>
                  <a:lnTo>
                    <a:pt x="248" y="184"/>
                  </a:lnTo>
                  <a:lnTo>
                    <a:pt x="252" y="184"/>
                  </a:lnTo>
                  <a:lnTo>
                    <a:pt x="256" y="184"/>
                  </a:lnTo>
                  <a:lnTo>
                    <a:pt x="256" y="188"/>
                  </a:lnTo>
                  <a:lnTo>
                    <a:pt x="260" y="188"/>
                  </a:lnTo>
                  <a:lnTo>
                    <a:pt x="264" y="188"/>
                  </a:lnTo>
                  <a:lnTo>
                    <a:pt x="268" y="188"/>
                  </a:lnTo>
                  <a:lnTo>
                    <a:pt x="268" y="192"/>
                  </a:lnTo>
                  <a:lnTo>
                    <a:pt x="272" y="188"/>
                  </a:lnTo>
                  <a:lnTo>
                    <a:pt x="274" y="188"/>
                  </a:lnTo>
                  <a:lnTo>
                    <a:pt x="278" y="188"/>
                  </a:lnTo>
                  <a:lnTo>
                    <a:pt x="278" y="192"/>
                  </a:lnTo>
                  <a:lnTo>
                    <a:pt x="278" y="188"/>
                  </a:lnTo>
                  <a:lnTo>
                    <a:pt x="282" y="184"/>
                  </a:lnTo>
                  <a:lnTo>
                    <a:pt x="282" y="180"/>
                  </a:lnTo>
                  <a:lnTo>
                    <a:pt x="278" y="180"/>
                  </a:lnTo>
                  <a:lnTo>
                    <a:pt x="278" y="176"/>
                  </a:lnTo>
                  <a:lnTo>
                    <a:pt x="278" y="172"/>
                  </a:lnTo>
                  <a:lnTo>
                    <a:pt x="278" y="170"/>
                  </a:lnTo>
                  <a:lnTo>
                    <a:pt x="282" y="166"/>
                  </a:lnTo>
                  <a:lnTo>
                    <a:pt x="282" y="162"/>
                  </a:lnTo>
                  <a:lnTo>
                    <a:pt x="278" y="162"/>
                  </a:lnTo>
                  <a:lnTo>
                    <a:pt x="282" y="162"/>
                  </a:lnTo>
                  <a:lnTo>
                    <a:pt x="286" y="158"/>
                  </a:lnTo>
                  <a:lnTo>
                    <a:pt x="290" y="158"/>
                  </a:lnTo>
                  <a:lnTo>
                    <a:pt x="290" y="162"/>
                  </a:lnTo>
                  <a:lnTo>
                    <a:pt x="290" y="166"/>
                  </a:lnTo>
                  <a:lnTo>
                    <a:pt x="290" y="170"/>
                  </a:lnTo>
                  <a:lnTo>
                    <a:pt x="290" y="172"/>
                  </a:lnTo>
                  <a:lnTo>
                    <a:pt x="290" y="176"/>
                  </a:lnTo>
                  <a:lnTo>
                    <a:pt x="290" y="180"/>
                  </a:lnTo>
                  <a:lnTo>
                    <a:pt x="294" y="180"/>
                  </a:lnTo>
                  <a:lnTo>
                    <a:pt x="298" y="180"/>
                  </a:lnTo>
                  <a:lnTo>
                    <a:pt x="302" y="180"/>
                  </a:lnTo>
                  <a:lnTo>
                    <a:pt x="302" y="184"/>
                  </a:lnTo>
                  <a:lnTo>
                    <a:pt x="304" y="184"/>
                  </a:lnTo>
                  <a:lnTo>
                    <a:pt x="308" y="184"/>
                  </a:lnTo>
                  <a:lnTo>
                    <a:pt x="308" y="180"/>
                  </a:lnTo>
                  <a:lnTo>
                    <a:pt x="312" y="180"/>
                  </a:lnTo>
                  <a:lnTo>
                    <a:pt x="316" y="180"/>
                  </a:lnTo>
                  <a:lnTo>
                    <a:pt x="316" y="184"/>
                  </a:lnTo>
                  <a:lnTo>
                    <a:pt x="320" y="184"/>
                  </a:lnTo>
                  <a:lnTo>
                    <a:pt x="324" y="180"/>
                  </a:lnTo>
                  <a:lnTo>
                    <a:pt x="324" y="184"/>
                  </a:lnTo>
                  <a:lnTo>
                    <a:pt x="328" y="184"/>
                  </a:lnTo>
                  <a:lnTo>
                    <a:pt x="328" y="180"/>
                  </a:lnTo>
                  <a:lnTo>
                    <a:pt x="332" y="180"/>
                  </a:lnTo>
                  <a:lnTo>
                    <a:pt x="334" y="180"/>
                  </a:lnTo>
                  <a:lnTo>
                    <a:pt x="338" y="180"/>
                  </a:lnTo>
                  <a:lnTo>
                    <a:pt x="334" y="176"/>
                  </a:lnTo>
                  <a:lnTo>
                    <a:pt x="338" y="172"/>
                  </a:lnTo>
                  <a:lnTo>
                    <a:pt x="334" y="172"/>
                  </a:lnTo>
                  <a:lnTo>
                    <a:pt x="334" y="170"/>
                  </a:lnTo>
                  <a:lnTo>
                    <a:pt x="332" y="170"/>
                  </a:lnTo>
                  <a:lnTo>
                    <a:pt x="332" y="166"/>
                  </a:lnTo>
                  <a:lnTo>
                    <a:pt x="334" y="166"/>
                  </a:lnTo>
                  <a:lnTo>
                    <a:pt x="338" y="166"/>
                  </a:lnTo>
                  <a:lnTo>
                    <a:pt x="338" y="162"/>
                  </a:lnTo>
                  <a:lnTo>
                    <a:pt x="338" y="166"/>
                  </a:lnTo>
                  <a:lnTo>
                    <a:pt x="342" y="162"/>
                  </a:lnTo>
                  <a:lnTo>
                    <a:pt x="346" y="162"/>
                  </a:lnTo>
                  <a:lnTo>
                    <a:pt x="346" y="158"/>
                  </a:lnTo>
                  <a:lnTo>
                    <a:pt x="350" y="154"/>
                  </a:lnTo>
                  <a:lnTo>
                    <a:pt x="354" y="154"/>
                  </a:lnTo>
                  <a:lnTo>
                    <a:pt x="354" y="150"/>
                  </a:lnTo>
                  <a:lnTo>
                    <a:pt x="358" y="146"/>
                  </a:lnTo>
                  <a:lnTo>
                    <a:pt x="360" y="146"/>
                  </a:lnTo>
                  <a:lnTo>
                    <a:pt x="364" y="146"/>
                  </a:lnTo>
                  <a:lnTo>
                    <a:pt x="364" y="142"/>
                  </a:lnTo>
                  <a:lnTo>
                    <a:pt x="368" y="140"/>
                  </a:lnTo>
                  <a:lnTo>
                    <a:pt x="372" y="140"/>
                  </a:lnTo>
                  <a:lnTo>
                    <a:pt x="372" y="136"/>
                  </a:lnTo>
                  <a:lnTo>
                    <a:pt x="376" y="136"/>
                  </a:lnTo>
                  <a:lnTo>
                    <a:pt x="376" y="140"/>
                  </a:lnTo>
                  <a:lnTo>
                    <a:pt x="380" y="140"/>
                  </a:lnTo>
                  <a:lnTo>
                    <a:pt x="384" y="142"/>
                  </a:lnTo>
                  <a:lnTo>
                    <a:pt x="384" y="140"/>
                  </a:lnTo>
                  <a:lnTo>
                    <a:pt x="388" y="140"/>
                  </a:lnTo>
                  <a:lnTo>
                    <a:pt x="388" y="136"/>
                  </a:lnTo>
                  <a:lnTo>
                    <a:pt x="390" y="136"/>
                  </a:lnTo>
                  <a:lnTo>
                    <a:pt x="394" y="132"/>
                  </a:lnTo>
                  <a:lnTo>
                    <a:pt x="394" y="136"/>
                  </a:lnTo>
                  <a:lnTo>
                    <a:pt x="394" y="140"/>
                  </a:lnTo>
                  <a:lnTo>
                    <a:pt x="398" y="136"/>
                  </a:lnTo>
                  <a:lnTo>
                    <a:pt x="398" y="140"/>
                  </a:lnTo>
                  <a:lnTo>
                    <a:pt x="394" y="140"/>
                  </a:lnTo>
                  <a:lnTo>
                    <a:pt x="394" y="142"/>
                  </a:lnTo>
                  <a:lnTo>
                    <a:pt x="398" y="142"/>
                  </a:lnTo>
                  <a:lnTo>
                    <a:pt x="398" y="140"/>
                  </a:lnTo>
                  <a:lnTo>
                    <a:pt x="398" y="142"/>
                  </a:lnTo>
                  <a:lnTo>
                    <a:pt x="402" y="146"/>
                  </a:lnTo>
                  <a:lnTo>
                    <a:pt x="398" y="150"/>
                  </a:lnTo>
                  <a:lnTo>
                    <a:pt x="398" y="154"/>
                  </a:lnTo>
                  <a:lnTo>
                    <a:pt x="402" y="150"/>
                  </a:lnTo>
                  <a:lnTo>
                    <a:pt x="402" y="154"/>
                  </a:lnTo>
                  <a:lnTo>
                    <a:pt x="406" y="154"/>
                  </a:lnTo>
                  <a:lnTo>
                    <a:pt x="410" y="154"/>
                  </a:lnTo>
                  <a:lnTo>
                    <a:pt x="410" y="158"/>
                  </a:lnTo>
                  <a:lnTo>
                    <a:pt x="414" y="162"/>
                  </a:lnTo>
                  <a:lnTo>
                    <a:pt x="410" y="162"/>
                  </a:lnTo>
                  <a:lnTo>
                    <a:pt x="410" y="166"/>
                  </a:lnTo>
                  <a:lnTo>
                    <a:pt x="406" y="166"/>
                  </a:lnTo>
                  <a:lnTo>
                    <a:pt x="406" y="170"/>
                  </a:lnTo>
                  <a:lnTo>
                    <a:pt x="406" y="172"/>
                  </a:lnTo>
                  <a:lnTo>
                    <a:pt x="410" y="176"/>
                  </a:lnTo>
                  <a:lnTo>
                    <a:pt x="406" y="176"/>
                  </a:lnTo>
                  <a:lnTo>
                    <a:pt x="406" y="172"/>
                  </a:lnTo>
                  <a:lnTo>
                    <a:pt x="402" y="172"/>
                  </a:lnTo>
                  <a:lnTo>
                    <a:pt x="398" y="172"/>
                  </a:lnTo>
                  <a:lnTo>
                    <a:pt x="394" y="172"/>
                  </a:lnTo>
                  <a:lnTo>
                    <a:pt x="390" y="176"/>
                  </a:lnTo>
                  <a:lnTo>
                    <a:pt x="388" y="180"/>
                  </a:lnTo>
                  <a:lnTo>
                    <a:pt x="384" y="180"/>
                  </a:lnTo>
                  <a:lnTo>
                    <a:pt x="384" y="184"/>
                  </a:lnTo>
                  <a:lnTo>
                    <a:pt x="380" y="184"/>
                  </a:lnTo>
                  <a:lnTo>
                    <a:pt x="380" y="188"/>
                  </a:lnTo>
                  <a:lnTo>
                    <a:pt x="380" y="192"/>
                  </a:lnTo>
                  <a:lnTo>
                    <a:pt x="380" y="196"/>
                  </a:lnTo>
                  <a:lnTo>
                    <a:pt x="380" y="198"/>
                  </a:lnTo>
                  <a:lnTo>
                    <a:pt x="380" y="202"/>
                  </a:lnTo>
                  <a:lnTo>
                    <a:pt x="376" y="202"/>
                  </a:lnTo>
                  <a:lnTo>
                    <a:pt x="376" y="206"/>
                  </a:lnTo>
                  <a:lnTo>
                    <a:pt x="372" y="206"/>
                  </a:lnTo>
                  <a:lnTo>
                    <a:pt x="372" y="210"/>
                  </a:lnTo>
                  <a:lnTo>
                    <a:pt x="376" y="214"/>
                  </a:lnTo>
                  <a:lnTo>
                    <a:pt x="372" y="218"/>
                  </a:lnTo>
                  <a:lnTo>
                    <a:pt x="372" y="222"/>
                  </a:lnTo>
                  <a:lnTo>
                    <a:pt x="368" y="226"/>
                  </a:lnTo>
                  <a:lnTo>
                    <a:pt x="368" y="228"/>
                  </a:lnTo>
                  <a:lnTo>
                    <a:pt x="368" y="232"/>
                  </a:lnTo>
                  <a:lnTo>
                    <a:pt x="364" y="236"/>
                  </a:lnTo>
                  <a:lnTo>
                    <a:pt x="364" y="232"/>
                  </a:lnTo>
                  <a:lnTo>
                    <a:pt x="360" y="232"/>
                  </a:lnTo>
                  <a:lnTo>
                    <a:pt x="358" y="232"/>
                  </a:lnTo>
                  <a:lnTo>
                    <a:pt x="354" y="232"/>
                  </a:lnTo>
                  <a:lnTo>
                    <a:pt x="354" y="228"/>
                  </a:lnTo>
                  <a:lnTo>
                    <a:pt x="354" y="232"/>
                  </a:lnTo>
                  <a:lnTo>
                    <a:pt x="354" y="236"/>
                  </a:lnTo>
                  <a:lnTo>
                    <a:pt x="358" y="240"/>
                  </a:lnTo>
                  <a:lnTo>
                    <a:pt x="354" y="244"/>
                  </a:lnTo>
                  <a:lnTo>
                    <a:pt x="354" y="248"/>
                  </a:lnTo>
                  <a:lnTo>
                    <a:pt x="354" y="252"/>
                  </a:lnTo>
                  <a:lnTo>
                    <a:pt x="354" y="248"/>
                  </a:lnTo>
                  <a:lnTo>
                    <a:pt x="350" y="248"/>
                  </a:lnTo>
                  <a:lnTo>
                    <a:pt x="350" y="252"/>
                  </a:lnTo>
                  <a:lnTo>
                    <a:pt x="350" y="256"/>
                  </a:lnTo>
                  <a:lnTo>
                    <a:pt x="350" y="258"/>
                  </a:lnTo>
                  <a:lnTo>
                    <a:pt x="354" y="258"/>
                  </a:lnTo>
                  <a:lnTo>
                    <a:pt x="354" y="262"/>
                  </a:lnTo>
                  <a:lnTo>
                    <a:pt x="354" y="266"/>
                  </a:lnTo>
                  <a:lnTo>
                    <a:pt x="350" y="266"/>
                  </a:lnTo>
                  <a:lnTo>
                    <a:pt x="350" y="262"/>
                  </a:lnTo>
                  <a:lnTo>
                    <a:pt x="350" y="266"/>
                  </a:lnTo>
                  <a:lnTo>
                    <a:pt x="346" y="266"/>
                  </a:lnTo>
                  <a:lnTo>
                    <a:pt x="342" y="270"/>
                  </a:lnTo>
                  <a:lnTo>
                    <a:pt x="342" y="266"/>
                  </a:lnTo>
                  <a:lnTo>
                    <a:pt x="342" y="262"/>
                  </a:lnTo>
                  <a:lnTo>
                    <a:pt x="342" y="258"/>
                  </a:lnTo>
                  <a:lnTo>
                    <a:pt x="342" y="256"/>
                  </a:lnTo>
                  <a:lnTo>
                    <a:pt x="342" y="252"/>
                  </a:lnTo>
                  <a:lnTo>
                    <a:pt x="338" y="248"/>
                  </a:lnTo>
                  <a:lnTo>
                    <a:pt x="342" y="248"/>
                  </a:lnTo>
                  <a:lnTo>
                    <a:pt x="342" y="244"/>
                  </a:lnTo>
                  <a:lnTo>
                    <a:pt x="338" y="244"/>
                  </a:lnTo>
                  <a:lnTo>
                    <a:pt x="338" y="240"/>
                  </a:lnTo>
                  <a:lnTo>
                    <a:pt x="338" y="236"/>
                  </a:lnTo>
                  <a:lnTo>
                    <a:pt x="334" y="240"/>
                  </a:lnTo>
                  <a:lnTo>
                    <a:pt x="334" y="236"/>
                  </a:lnTo>
                  <a:lnTo>
                    <a:pt x="334" y="240"/>
                  </a:lnTo>
                  <a:lnTo>
                    <a:pt x="334" y="244"/>
                  </a:lnTo>
                  <a:lnTo>
                    <a:pt x="332" y="244"/>
                  </a:lnTo>
                  <a:lnTo>
                    <a:pt x="332" y="248"/>
                  </a:lnTo>
                  <a:lnTo>
                    <a:pt x="332" y="252"/>
                  </a:lnTo>
                  <a:lnTo>
                    <a:pt x="328" y="252"/>
                  </a:lnTo>
                  <a:lnTo>
                    <a:pt x="328" y="248"/>
                  </a:lnTo>
                  <a:lnTo>
                    <a:pt x="328" y="244"/>
                  </a:lnTo>
                  <a:lnTo>
                    <a:pt x="328" y="248"/>
                  </a:lnTo>
                  <a:lnTo>
                    <a:pt x="324" y="244"/>
                  </a:lnTo>
                  <a:lnTo>
                    <a:pt x="324" y="240"/>
                  </a:lnTo>
                  <a:lnTo>
                    <a:pt x="324" y="236"/>
                  </a:lnTo>
                  <a:lnTo>
                    <a:pt x="324" y="232"/>
                  </a:lnTo>
                  <a:lnTo>
                    <a:pt x="328" y="228"/>
                  </a:lnTo>
                  <a:lnTo>
                    <a:pt x="328" y="232"/>
                  </a:lnTo>
                  <a:lnTo>
                    <a:pt x="328" y="228"/>
                  </a:lnTo>
                  <a:lnTo>
                    <a:pt x="332" y="228"/>
                  </a:lnTo>
                  <a:lnTo>
                    <a:pt x="334" y="228"/>
                  </a:lnTo>
                  <a:lnTo>
                    <a:pt x="334" y="226"/>
                  </a:lnTo>
                  <a:lnTo>
                    <a:pt x="338" y="226"/>
                  </a:lnTo>
                  <a:lnTo>
                    <a:pt x="338" y="222"/>
                  </a:lnTo>
                  <a:lnTo>
                    <a:pt x="338" y="218"/>
                  </a:lnTo>
                  <a:lnTo>
                    <a:pt x="342" y="218"/>
                  </a:lnTo>
                  <a:lnTo>
                    <a:pt x="342" y="214"/>
                  </a:lnTo>
                  <a:lnTo>
                    <a:pt x="338" y="214"/>
                  </a:lnTo>
                  <a:lnTo>
                    <a:pt x="338" y="210"/>
                  </a:lnTo>
                  <a:lnTo>
                    <a:pt x="334" y="210"/>
                  </a:lnTo>
                  <a:lnTo>
                    <a:pt x="332" y="210"/>
                  </a:lnTo>
                  <a:lnTo>
                    <a:pt x="328" y="210"/>
                  </a:lnTo>
                  <a:lnTo>
                    <a:pt x="324" y="210"/>
                  </a:lnTo>
                  <a:lnTo>
                    <a:pt x="320" y="210"/>
                  </a:lnTo>
                  <a:lnTo>
                    <a:pt x="316" y="210"/>
                  </a:lnTo>
                  <a:lnTo>
                    <a:pt x="312" y="210"/>
                  </a:lnTo>
                  <a:lnTo>
                    <a:pt x="308" y="210"/>
                  </a:lnTo>
                  <a:lnTo>
                    <a:pt x="304" y="210"/>
                  </a:lnTo>
                  <a:lnTo>
                    <a:pt x="304" y="206"/>
                  </a:lnTo>
                  <a:lnTo>
                    <a:pt x="304" y="202"/>
                  </a:lnTo>
                  <a:lnTo>
                    <a:pt x="304" y="198"/>
                  </a:lnTo>
                  <a:lnTo>
                    <a:pt x="304" y="196"/>
                  </a:lnTo>
                  <a:lnTo>
                    <a:pt x="302" y="196"/>
                  </a:lnTo>
                  <a:lnTo>
                    <a:pt x="302" y="192"/>
                  </a:lnTo>
                  <a:lnTo>
                    <a:pt x="302" y="196"/>
                  </a:lnTo>
                  <a:lnTo>
                    <a:pt x="298" y="196"/>
                  </a:lnTo>
                  <a:lnTo>
                    <a:pt x="294" y="196"/>
                  </a:lnTo>
                  <a:lnTo>
                    <a:pt x="294" y="192"/>
                  </a:lnTo>
                  <a:lnTo>
                    <a:pt x="294" y="188"/>
                  </a:lnTo>
                  <a:lnTo>
                    <a:pt x="290" y="188"/>
                  </a:lnTo>
                  <a:lnTo>
                    <a:pt x="290" y="192"/>
                  </a:lnTo>
                  <a:lnTo>
                    <a:pt x="294" y="192"/>
                  </a:lnTo>
                  <a:lnTo>
                    <a:pt x="290" y="192"/>
                  </a:lnTo>
                  <a:lnTo>
                    <a:pt x="290" y="188"/>
                  </a:lnTo>
                  <a:lnTo>
                    <a:pt x="286" y="188"/>
                  </a:lnTo>
                  <a:lnTo>
                    <a:pt x="286" y="184"/>
                  </a:lnTo>
                  <a:lnTo>
                    <a:pt x="282" y="188"/>
                  </a:lnTo>
                  <a:lnTo>
                    <a:pt x="286" y="188"/>
                  </a:lnTo>
                  <a:lnTo>
                    <a:pt x="286" y="192"/>
                  </a:lnTo>
                  <a:lnTo>
                    <a:pt x="282" y="192"/>
                  </a:lnTo>
                  <a:lnTo>
                    <a:pt x="282" y="196"/>
                  </a:lnTo>
                  <a:lnTo>
                    <a:pt x="278" y="198"/>
                  </a:lnTo>
                  <a:lnTo>
                    <a:pt x="282" y="198"/>
                  </a:lnTo>
                  <a:lnTo>
                    <a:pt x="286" y="202"/>
                  </a:lnTo>
                  <a:lnTo>
                    <a:pt x="286" y="206"/>
                  </a:lnTo>
                  <a:lnTo>
                    <a:pt x="290" y="206"/>
                  </a:lnTo>
                  <a:lnTo>
                    <a:pt x="290" y="210"/>
                  </a:lnTo>
                  <a:lnTo>
                    <a:pt x="294" y="210"/>
                  </a:lnTo>
                  <a:lnTo>
                    <a:pt x="290" y="210"/>
                  </a:lnTo>
                  <a:lnTo>
                    <a:pt x="286" y="210"/>
                  </a:lnTo>
                  <a:lnTo>
                    <a:pt x="286" y="214"/>
                  </a:lnTo>
                  <a:lnTo>
                    <a:pt x="282" y="214"/>
                  </a:lnTo>
                  <a:lnTo>
                    <a:pt x="282" y="218"/>
                  </a:lnTo>
                  <a:lnTo>
                    <a:pt x="282" y="214"/>
                  </a:lnTo>
                  <a:lnTo>
                    <a:pt x="278" y="218"/>
                  </a:lnTo>
                  <a:lnTo>
                    <a:pt x="282" y="218"/>
                  </a:lnTo>
                  <a:lnTo>
                    <a:pt x="278" y="218"/>
                  </a:lnTo>
                  <a:lnTo>
                    <a:pt x="278" y="222"/>
                  </a:lnTo>
                  <a:lnTo>
                    <a:pt x="282" y="226"/>
                  </a:lnTo>
                  <a:lnTo>
                    <a:pt x="286" y="226"/>
                  </a:lnTo>
                  <a:lnTo>
                    <a:pt x="286" y="228"/>
                  </a:lnTo>
                  <a:lnTo>
                    <a:pt x="286" y="226"/>
                  </a:lnTo>
                  <a:lnTo>
                    <a:pt x="290" y="226"/>
                  </a:lnTo>
                  <a:lnTo>
                    <a:pt x="290" y="228"/>
                  </a:lnTo>
                  <a:lnTo>
                    <a:pt x="290" y="232"/>
                  </a:lnTo>
                  <a:lnTo>
                    <a:pt x="286" y="236"/>
                  </a:lnTo>
                  <a:lnTo>
                    <a:pt x="286" y="240"/>
                  </a:lnTo>
                  <a:lnTo>
                    <a:pt x="290" y="240"/>
                  </a:lnTo>
                  <a:lnTo>
                    <a:pt x="290" y="244"/>
                  </a:lnTo>
                  <a:lnTo>
                    <a:pt x="290" y="248"/>
                  </a:lnTo>
                  <a:lnTo>
                    <a:pt x="294" y="248"/>
                  </a:lnTo>
                  <a:lnTo>
                    <a:pt x="290" y="248"/>
                  </a:lnTo>
                  <a:lnTo>
                    <a:pt x="290" y="252"/>
                  </a:lnTo>
                  <a:lnTo>
                    <a:pt x="294" y="262"/>
                  </a:lnTo>
                  <a:lnTo>
                    <a:pt x="294" y="266"/>
                  </a:lnTo>
                  <a:lnTo>
                    <a:pt x="294" y="270"/>
                  </a:lnTo>
                  <a:lnTo>
                    <a:pt x="294" y="274"/>
                  </a:lnTo>
                  <a:lnTo>
                    <a:pt x="290" y="274"/>
                  </a:lnTo>
                  <a:lnTo>
                    <a:pt x="290" y="278"/>
                  </a:lnTo>
                  <a:lnTo>
                    <a:pt x="290" y="274"/>
                  </a:lnTo>
                  <a:lnTo>
                    <a:pt x="290" y="270"/>
                  </a:lnTo>
                  <a:lnTo>
                    <a:pt x="290" y="266"/>
                  </a:lnTo>
                  <a:lnTo>
                    <a:pt x="290" y="270"/>
                  </a:lnTo>
                  <a:lnTo>
                    <a:pt x="286" y="270"/>
                  </a:lnTo>
                  <a:lnTo>
                    <a:pt x="286" y="266"/>
                  </a:lnTo>
                  <a:lnTo>
                    <a:pt x="290" y="266"/>
                  </a:lnTo>
                  <a:lnTo>
                    <a:pt x="286" y="266"/>
                  </a:lnTo>
                  <a:lnTo>
                    <a:pt x="286" y="270"/>
                  </a:lnTo>
                  <a:lnTo>
                    <a:pt x="286" y="274"/>
                  </a:lnTo>
                  <a:lnTo>
                    <a:pt x="286" y="278"/>
                  </a:lnTo>
                  <a:lnTo>
                    <a:pt x="286" y="274"/>
                  </a:lnTo>
                  <a:lnTo>
                    <a:pt x="286" y="270"/>
                  </a:lnTo>
                  <a:lnTo>
                    <a:pt x="286" y="274"/>
                  </a:lnTo>
                  <a:lnTo>
                    <a:pt x="282" y="274"/>
                  </a:lnTo>
                  <a:lnTo>
                    <a:pt x="282" y="270"/>
                  </a:lnTo>
                  <a:lnTo>
                    <a:pt x="282" y="274"/>
                  </a:lnTo>
                  <a:lnTo>
                    <a:pt x="282" y="278"/>
                  </a:lnTo>
                  <a:lnTo>
                    <a:pt x="282" y="274"/>
                  </a:lnTo>
                  <a:lnTo>
                    <a:pt x="282" y="270"/>
                  </a:lnTo>
                  <a:lnTo>
                    <a:pt x="278" y="270"/>
                  </a:lnTo>
                  <a:lnTo>
                    <a:pt x="282" y="266"/>
                  </a:lnTo>
                  <a:lnTo>
                    <a:pt x="278" y="262"/>
                  </a:lnTo>
                  <a:lnTo>
                    <a:pt x="278" y="258"/>
                  </a:lnTo>
                  <a:lnTo>
                    <a:pt x="278" y="262"/>
                  </a:lnTo>
                  <a:lnTo>
                    <a:pt x="278" y="266"/>
                  </a:lnTo>
                  <a:lnTo>
                    <a:pt x="282" y="266"/>
                  </a:lnTo>
                  <a:lnTo>
                    <a:pt x="278" y="266"/>
                  </a:lnTo>
                  <a:lnTo>
                    <a:pt x="278" y="270"/>
                  </a:lnTo>
                  <a:lnTo>
                    <a:pt x="274" y="274"/>
                  </a:lnTo>
                  <a:lnTo>
                    <a:pt x="272" y="274"/>
                  </a:lnTo>
                  <a:lnTo>
                    <a:pt x="268" y="278"/>
                  </a:lnTo>
                  <a:lnTo>
                    <a:pt x="264" y="278"/>
                  </a:lnTo>
                  <a:lnTo>
                    <a:pt x="264" y="282"/>
                  </a:lnTo>
                  <a:lnTo>
                    <a:pt x="264" y="286"/>
                  </a:lnTo>
                  <a:lnTo>
                    <a:pt x="264" y="288"/>
                  </a:lnTo>
                  <a:lnTo>
                    <a:pt x="264" y="292"/>
                  </a:lnTo>
                  <a:lnTo>
                    <a:pt x="260" y="292"/>
                  </a:lnTo>
                  <a:lnTo>
                    <a:pt x="260" y="296"/>
                  </a:lnTo>
                  <a:lnTo>
                    <a:pt x="260" y="300"/>
                  </a:lnTo>
                  <a:lnTo>
                    <a:pt x="256" y="300"/>
                  </a:lnTo>
                  <a:lnTo>
                    <a:pt x="256" y="302"/>
                  </a:lnTo>
                  <a:lnTo>
                    <a:pt x="252" y="302"/>
                  </a:lnTo>
                  <a:lnTo>
                    <a:pt x="256" y="302"/>
                  </a:lnTo>
                  <a:lnTo>
                    <a:pt x="252" y="302"/>
                  </a:lnTo>
                  <a:lnTo>
                    <a:pt x="252" y="306"/>
                  </a:lnTo>
                  <a:lnTo>
                    <a:pt x="248" y="306"/>
                  </a:lnTo>
                  <a:lnTo>
                    <a:pt x="246" y="306"/>
                  </a:lnTo>
                  <a:lnTo>
                    <a:pt x="242" y="310"/>
                  </a:lnTo>
                  <a:lnTo>
                    <a:pt x="242" y="306"/>
                  </a:lnTo>
                  <a:lnTo>
                    <a:pt x="246" y="306"/>
                  </a:lnTo>
                  <a:lnTo>
                    <a:pt x="242" y="302"/>
                  </a:lnTo>
                  <a:lnTo>
                    <a:pt x="242" y="306"/>
                  </a:lnTo>
                  <a:lnTo>
                    <a:pt x="238" y="306"/>
                  </a:lnTo>
                  <a:lnTo>
                    <a:pt x="238" y="310"/>
                  </a:lnTo>
                  <a:lnTo>
                    <a:pt x="242" y="310"/>
                  </a:lnTo>
                  <a:lnTo>
                    <a:pt x="242" y="306"/>
                  </a:lnTo>
                  <a:lnTo>
                    <a:pt x="242" y="310"/>
                  </a:lnTo>
                  <a:lnTo>
                    <a:pt x="238" y="310"/>
                  </a:lnTo>
                  <a:lnTo>
                    <a:pt x="238" y="314"/>
                  </a:lnTo>
                  <a:lnTo>
                    <a:pt x="234" y="318"/>
                  </a:lnTo>
                  <a:lnTo>
                    <a:pt x="230" y="318"/>
                  </a:lnTo>
                  <a:lnTo>
                    <a:pt x="234" y="318"/>
                  </a:lnTo>
                  <a:lnTo>
                    <a:pt x="230" y="322"/>
                  </a:lnTo>
                  <a:lnTo>
                    <a:pt x="230" y="326"/>
                  </a:lnTo>
                  <a:lnTo>
                    <a:pt x="226" y="330"/>
                  </a:lnTo>
                  <a:lnTo>
                    <a:pt x="222" y="332"/>
                  </a:lnTo>
                  <a:lnTo>
                    <a:pt x="218" y="332"/>
                  </a:lnTo>
                  <a:lnTo>
                    <a:pt x="218" y="336"/>
                  </a:lnTo>
                  <a:lnTo>
                    <a:pt x="216" y="336"/>
                  </a:lnTo>
                  <a:lnTo>
                    <a:pt x="216" y="340"/>
                  </a:lnTo>
                  <a:lnTo>
                    <a:pt x="212" y="340"/>
                  </a:lnTo>
                  <a:lnTo>
                    <a:pt x="212" y="344"/>
                  </a:lnTo>
                  <a:lnTo>
                    <a:pt x="208" y="348"/>
                  </a:lnTo>
                  <a:lnTo>
                    <a:pt x="204" y="348"/>
                  </a:lnTo>
                  <a:lnTo>
                    <a:pt x="204" y="352"/>
                  </a:lnTo>
                  <a:lnTo>
                    <a:pt x="200" y="352"/>
                  </a:lnTo>
                  <a:lnTo>
                    <a:pt x="200" y="356"/>
                  </a:lnTo>
                  <a:lnTo>
                    <a:pt x="196" y="356"/>
                  </a:lnTo>
                  <a:lnTo>
                    <a:pt x="196" y="358"/>
                  </a:lnTo>
                  <a:lnTo>
                    <a:pt x="200" y="358"/>
                  </a:lnTo>
                  <a:lnTo>
                    <a:pt x="196" y="358"/>
                  </a:lnTo>
                  <a:lnTo>
                    <a:pt x="196" y="362"/>
                  </a:lnTo>
                  <a:lnTo>
                    <a:pt x="196" y="366"/>
                  </a:lnTo>
                  <a:lnTo>
                    <a:pt x="192" y="366"/>
                  </a:lnTo>
                  <a:lnTo>
                    <a:pt x="190" y="366"/>
                  </a:lnTo>
                  <a:lnTo>
                    <a:pt x="186" y="366"/>
                  </a:lnTo>
                  <a:lnTo>
                    <a:pt x="182" y="366"/>
                  </a:lnTo>
                  <a:lnTo>
                    <a:pt x="182" y="370"/>
                  </a:lnTo>
                  <a:lnTo>
                    <a:pt x="182" y="374"/>
                  </a:lnTo>
                  <a:lnTo>
                    <a:pt x="178" y="374"/>
                  </a:lnTo>
                  <a:lnTo>
                    <a:pt x="178" y="378"/>
                  </a:lnTo>
                  <a:lnTo>
                    <a:pt x="178" y="374"/>
                  </a:lnTo>
                  <a:lnTo>
                    <a:pt x="178" y="378"/>
                  </a:lnTo>
                  <a:lnTo>
                    <a:pt x="178" y="374"/>
                  </a:lnTo>
                  <a:lnTo>
                    <a:pt x="174" y="374"/>
                  </a:lnTo>
                  <a:lnTo>
                    <a:pt x="170" y="378"/>
                  </a:lnTo>
                  <a:lnTo>
                    <a:pt x="166" y="382"/>
                  </a:lnTo>
                  <a:lnTo>
                    <a:pt x="166" y="386"/>
                  </a:lnTo>
                  <a:lnTo>
                    <a:pt x="166" y="388"/>
                  </a:lnTo>
                  <a:lnTo>
                    <a:pt x="166" y="392"/>
                  </a:lnTo>
                  <a:lnTo>
                    <a:pt x="166" y="396"/>
                  </a:lnTo>
                  <a:lnTo>
                    <a:pt x="166" y="400"/>
                  </a:lnTo>
                  <a:lnTo>
                    <a:pt x="166" y="404"/>
                  </a:lnTo>
                  <a:lnTo>
                    <a:pt x="166" y="408"/>
                  </a:lnTo>
                  <a:lnTo>
                    <a:pt x="166" y="412"/>
                  </a:lnTo>
                  <a:lnTo>
                    <a:pt x="170" y="412"/>
                  </a:lnTo>
                  <a:lnTo>
                    <a:pt x="166" y="412"/>
                  </a:lnTo>
                  <a:lnTo>
                    <a:pt x="166" y="416"/>
                  </a:lnTo>
                  <a:lnTo>
                    <a:pt x="170" y="416"/>
                  </a:lnTo>
                  <a:lnTo>
                    <a:pt x="170" y="418"/>
                  </a:lnTo>
                  <a:lnTo>
                    <a:pt x="170" y="416"/>
                  </a:lnTo>
                  <a:lnTo>
                    <a:pt x="166" y="412"/>
                  </a:lnTo>
                  <a:lnTo>
                    <a:pt x="166" y="416"/>
                  </a:lnTo>
                  <a:lnTo>
                    <a:pt x="170" y="418"/>
                  </a:lnTo>
                  <a:lnTo>
                    <a:pt x="170" y="422"/>
                  </a:lnTo>
                  <a:lnTo>
                    <a:pt x="170" y="426"/>
                  </a:lnTo>
                  <a:lnTo>
                    <a:pt x="170" y="430"/>
                  </a:lnTo>
                  <a:lnTo>
                    <a:pt x="166" y="430"/>
                  </a:lnTo>
                  <a:lnTo>
                    <a:pt x="166" y="434"/>
                  </a:lnTo>
                  <a:lnTo>
                    <a:pt x="166" y="438"/>
                  </a:lnTo>
                  <a:lnTo>
                    <a:pt x="162" y="442"/>
                  </a:lnTo>
                  <a:lnTo>
                    <a:pt x="162" y="446"/>
                  </a:lnTo>
                  <a:lnTo>
                    <a:pt x="162" y="448"/>
                  </a:lnTo>
                  <a:lnTo>
                    <a:pt x="162" y="452"/>
                  </a:lnTo>
                  <a:lnTo>
                    <a:pt x="162" y="456"/>
                  </a:lnTo>
                  <a:lnTo>
                    <a:pt x="162" y="460"/>
                  </a:lnTo>
                  <a:lnTo>
                    <a:pt x="162" y="464"/>
                  </a:lnTo>
                  <a:lnTo>
                    <a:pt x="162" y="468"/>
                  </a:lnTo>
                  <a:lnTo>
                    <a:pt x="162" y="472"/>
                  </a:lnTo>
                  <a:lnTo>
                    <a:pt x="160" y="472"/>
                  </a:lnTo>
                  <a:lnTo>
                    <a:pt x="162" y="472"/>
                  </a:lnTo>
                  <a:lnTo>
                    <a:pt x="160" y="472"/>
                  </a:lnTo>
                  <a:lnTo>
                    <a:pt x="156" y="472"/>
                  </a:lnTo>
                  <a:lnTo>
                    <a:pt x="156" y="474"/>
                  </a:lnTo>
                  <a:lnTo>
                    <a:pt x="156" y="478"/>
                  </a:lnTo>
                  <a:lnTo>
                    <a:pt x="152" y="478"/>
                  </a:lnTo>
                  <a:lnTo>
                    <a:pt x="152" y="482"/>
                  </a:lnTo>
                  <a:lnTo>
                    <a:pt x="148" y="486"/>
                  </a:lnTo>
                  <a:lnTo>
                    <a:pt x="152" y="486"/>
                  </a:lnTo>
                  <a:lnTo>
                    <a:pt x="152" y="490"/>
                  </a:lnTo>
                  <a:lnTo>
                    <a:pt x="156" y="490"/>
                  </a:lnTo>
                  <a:lnTo>
                    <a:pt x="152" y="490"/>
                  </a:lnTo>
                  <a:lnTo>
                    <a:pt x="148" y="490"/>
                  </a:lnTo>
                  <a:lnTo>
                    <a:pt x="144" y="494"/>
                  </a:lnTo>
                  <a:lnTo>
                    <a:pt x="140" y="494"/>
                  </a:lnTo>
                  <a:lnTo>
                    <a:pt x="140" y="498"/>
                  </a:lnTo>
                  <a:lnTo>
                    <a:pt x="140" y="502"/>
                  </a:lnTo>
                  <a:lnTo>
                    <a:pt x="136" y="504"/>
                  </a:lnTo>
                  <a:lnTo>
                    <a:pt x="134" y="508"/>
                  </a:lnTo>
                  <a:lnTo>
                    <a:pt x="130" y="508"/>
                  </a:lnTo>
                  <a:lnTo>
                    <a:pt x="126" y="508"/>
                  </a:lnTo>
                  <a:lnTo>
                    <a:pt x="126" y="504"/>
                  </a:lnTo>
                  <a:lnTo>
                    <a:pt x="122" y="504"/>
                  </a:lnTo>
                  <a:lnTo>
                    <a:pt x="122" y="502"/>
                  </a:lnTo>
                  <a:lnTo>
                    <a:pt x="118" y="502"/>
                  </a:lnTo>
                  <a:lnTo>
                    <a:pt x="118" y="498"/>
                  </a:lnTo>
                  <a:lnTo>
                    <a:pt x="118" y="494"/>
                  </a:lnTo>
                  <a:lnTo>
                    <a:pt x="114" y="494"/>
                  </a:lnTo>
                  <a:lnTo>
                    <a:pt x="114" y="490"/>
                  </a:lnTo>
                  <a:lnTo>
                    <a:pt x="114" y="486"/>
                  </a:lnTo>
                  <a:lnTo>
                    <a:pt x="114" y="482"/>
                  </a:lnTo>
                  <a:lnTo>
                    <a:pt x="110" y="478"/>
                  </a:lnTo>
                  <a:lnTo>
                    <a:pt x="114" y="478"/>
                  </a:lnTo>
                  <a:lnTo>
                    <a:pt x="110" y="478"/>
                  </a:lnTo>
                  <a:lnTo>
                    <a:pt x="114" y="482"/>
                  </a:lnTo>
                  <a:lnTo>
                    <a:pt x="114" y="486"/>
                  </a:lnTo>
                  <a:lnTo>
                    <a:pt x="114" y="482"/>
                  </a:lnTo>
                  <a:lnTo>
                    <a:pt x="114" y="478"/>
                  </a:lnTo>
                  <a:lnTo>
                    <a:pt x="110" y="478"/>
                  </a:lnTo>
                  <a:lnTo>
                    <a:pt x="110" y="474"/>
                  </a:lnTo>
                  <a:lnTo>
                    <a:pt x="110" y="478"/>
                  </a:lnTo>
                  <a:lnTo>
                    <a:pt x="110" y="474"/>
                  </a:lnTo>
                  <a:lnTo>
                    <a:pt x="110" y="472"/>
                  </a:lnTo>
                  <a:lnTo>
                    <a:pt x="110" y="468"/>
                  </a:lnTo>
                  <a:lnTo>
                    <a:pt x="106" y="464"/>
                  </a:lnTo>
                  <a:lnTo>
                    <a:pt x="106" y="460"/>
                  </a:lnTo>
                  <a:lnTo>
                    <a:pt x="104" y="452"/>
                  </a:lnTo>
                  <a:lnTo>
                    <a:pt x="104" y="448"/>
                  </a:lnTo>
                  <a:lnTo>
                    <a:pt x="100" y="446"/>
                  </a:lnTo>
                  <a:lnTo>
                    <a:pt x="100" y="442"/>
                  </a:lnTo>
                  <a:lnTo>
                    <a:pt x="96" y="442"/>
                  </a:lnTo>
                  <a:lnTo>
                    <a:pt x="96" y="438"/>
                  </a:lnTo>
                  <a:lnTo>
                    <a:pt x="96" y="434"/>
                  </a:lnTo>
                  <a:lnTo>
                    <a:pt x="92" y="430"/>
                  </a:lnTo>
                  <a:lnTo>
                    <a:pt x="92" y="426"/>
                  </a:lnTo>
                  <a:lnTo>
                    <a:pt x="92" y="422"/>
                  </a:lnTo>
                  <a:lnTo>
                    <a:pt x="92" y="418"/>
                  </a:lnTo>
                  <a:lnTo>
                    <a:pt x="90" y="416"/>
                  </a:lnTo>
                  <a:lnTo>
                    <a:pt x="90" y="412"/>
                  </a:lnTo>
                  <a:lnTo>
                    <a:pt x="90" y="408"/>
                  </a:lnTo>
                  <a:lnTo>
                    <a:pt x="90" y="404"/>
                  </a:lnTo>
                  <a:lnTo>
                    <a:pt x="86" y="404"/>
                  </a:lnTo>
                  <a:lnTo>
                    <a:pt x="86" y="400"/>
                  </a:lnTo>
                  <a:lnTo>
                    <a:pt x="86" y="396"/>
                  </a:lnTo>
                  <a:lnTo>
                    <a:pt x="86" y="400"/>
                  </a:lnTo>
                  <a:lnTo>
                    <a:pt x="86" y="396"/>
                  </a:lnTo>
                  <a:lnTo>
                    <a:pt x="82" y="396"/>
                  </a:lnTo>
                  <a:lnTo>
                    <a:pt x="82" y="392"/>
                  </a:lnTo>
                  <a:lnTo>
                    <a:pt x="82" y="388"/>
                  </a:lnTo>
                  <a:lnTo>
                    <a:pt x="78" y="386"/>
                  </a:lnTo>
                  <a:lnTo>
                    <a:pt x="78" y="382"/>
                  </a:lnTo>
                  <a:lnTo>
                    <a:pt x="82" y="386"/>
                  </a:lnTo>
                  <a:lnTo>
                    <a:pt x="82" y="382"/>
                  </a:lnTo>
                  <a:lnTo>
                    <a:pt x="78" y="382"/>
                  </a:lnTo>
                  <a:lnTo>
                    <a:pt x="78" y="378"/>
                  </a:lnTo>
                  <a:lnTo>
                    <a:pt x="74" y="378"/>
                  </a:lnTo>
                  <a:lnTo>
                    <a:pt x="74" y="374"/>
                  </a:lnTo>
                  <a:lnTo>
                    <a:pt x="74" y="370"/>
                  </a:lnTo>
                  <a:lnTo>
                    <a:pt x="70" y="366"/>
                  </a:lnTo>
                  <a:lnTo>
                    <a:pt x="70" y="362"/>
                  </a:lnTo>
                  <a:lnTo>
                    <a:pt x="70" y="358"/>
                  </a:lnTo>
                  <a:lnTo>
                    <a:pt x="70" y="356"/>
                  </a:lnTo>
                  <a:lnTo>
                    <a:pt x="70" y="352"/>
                  </a:lnTo>
                  <a:lnTo>
                    <a:pt x="70" y="348"/>
                  </a:lnTo>
                  <a:lnTo>
                    <a:pt x="70" y="344"/>
                  </a:lnTo>
                  <a:lnTo>
                    <a:pt x="66" y="344"/>
                  </a:lnTo>
                  <a:lnTo>
                    <a:pt x="66" y="340"/>
                  </a:lnTo>
                  <a:lnTo>
                    <a:pt x="66" y="336"/>
                  </a:lnTo>
                  <a:lnTo>
                    <a:pt x="66" y="332"/>
                  </a:lnTo>
                  <a:lnTo>
                    <a:pt x="66" y="330"/>
                  </a:lnTo>
                  <a:lnTo>
                    <a:pt x="62" y="326"/>
                  </a:lnTo>
                  <a:lnTo>
                    <a:pt x="66" y="326"/>
                  </a:lnTo>
                  <a:lnTo>
                    <a:pt x="66" y="322"/>
                  </a:lnTo>
                  <a:lnTo>
                    <a:pt x="66" y="318"/>
                  </a:lnTo>
                  <a:lnTo>
                    <a:pt x="66" y="322"/>
                  </a:lnTo>
                  <a:lnTo>
                    <a:pt x="62" y="322"/>
                  </a:lnTo>
                  <a:lnTo>
                    <a:pt x="62" y="318"/>
                  </a:lnTo>
                  <a:lnTo>
                    <a:pt x="62" y="314"/>
                  </a:lnTo>
                  <a:lnTo>
                    <a:pt x="66" y="314"/>
                  </a:lnTo>
                  <a:lnTo>
                    <a:pt x="66" y="318"/>
                  </a:lnTo>
                  <a:lnTo>
                    <a:pt x="66" y="314"/>
                  </a:lnTo>
                  <a:lnTo>
                    <a:pt x="62" y="314"/>
                  </a:lnTo>
                  <a:lnTo>
                    <a:pt x="62" y="310"/>
                  </a:lnTo>
                  <a:lnTo>
                    <a:pt x="62" y="306"/>
                  </a:lnTo>
                  <a:lnTo>
                    <a:pt x="62" y="302"/>
                  </a:lnTo>
                  <a:lnTo>
                    <a:pt x="62" y="300"/>
                  </a:lnTo>
                  <a:lnTo>
                    <a:pt x="62" y="296"/>
                  </a:lnTo>
                  <a:lnTo>
                    <a:pt x="66" y="296"/>
                  </a:lnTo>
                  <a:lnTo>
                    <a:pt x="66" y="288"/>
                  </a:lnTo>
                  <a:lnTo>
                    <a:pt x="62" y="288"/>
                  </a:lnTo>
                  <a:lnTo>
                    <a:pt x="62" y="286"/>
                  </a:lnTo>
                  <a:lnTo>
                    <a:pt x="62" y="282"/>
                  </a:lnTo>
                  <a:lnTo>
                    <a:pt x="60" y="282"/>
                  </a:lnTo>
                  <a:lnTo>
                    <a:pt x="60" y="278"/>
                  </a:lnTo>
                  <a:lnTo>
                    <a:pt x="62" y="278"/>
                  </a:lnTo>
                  <a:lnTo>
                    <a:pt x="60" y="278"/>
                  </a:lnTo>
                  <a:lnTo>
                    <a:pt x="62" y="278"/>
                  </a:lnTo>
                  <a:lnTo>
                    <a:pt x="62" y="274"/>
                  </a:lnTo>
                  <a:lnTo>
                    <a:pt x="66" y="274"/>
                  </a:lnTo>
                  <a:lnTo>
                    <a:pt x="70" y="274"/>
                  </a:lnTo>
                  <a:lnTo>
                    <a:pt x="66" y="274"/>
                  </a:lnTo>
                  <a:lnTo>
                    <a:pt x="62" y="274"/>
                  </a:lnTo>
                  <a:lnTo>
                    <a:pt x="60" y="274"/>
                  </a:lnTo>
                  <a:lnTo>
                    <a:pt x="60" y="270"/>
                  </a:lnTo>
                  <a:lnTo>
                    <a:pt x="62" y="270"/>
                  </a:lnTo>
                  <a:lnTo>
                    <a:pt x="60" y="270"/>
                  </a:lnTo>
                  <a:lnTo>
                    <a:pt x="60" y="266"/>
                  </a:lnTo>
                  <a:lnTo>
                    <a:pt x="62" y="262"/>
                  </a:lnTo>
                  <a:lnTo>
                    <a:pt x="62" y="266"/>
                  </a:lnTo>
                  <a:lnTo>
                    <a:pt x="62" y="262"/>
                  </a:lnTo>
                  <a:lnTo>
                    <a:pt x="66" y="262"/>
                  </a:lnTo>
                  <a:lnTo>
                    <a:pt x="62" y="262"/>
                  </a:lnTo>
                  <a:lnTo>
                    <a:pt x="60" y="262"/>
                  </a:lnTo>
                  <a:lnTo>
                    <a:pt x="56" y="262"/>
                  </a:lnTo>
                  <a:lnTo>
                    <a:pt x="56" y="266"/>
                  </a:lnTo>
                  <a:lnTo>
                    <a:pt x="56" y="270"/>
                  </a:lnTo>
                  <a:lnTo>
                    <a:pt x="52" y="270"/>
                  </a:lnTo>
                  <a:lnTo>
                    <a:pt x="56" y="270"/>
                  </a:lnTo>
                  <a:lnTo>
                    <a:pt x="52" y="270"/>
                  </a:lnTo>
                  <a:lnTo>
                    <a:pt x="52" y="274"/>
                  </a:lnTo>
                  <a:lnTo>
                    <a:pt x="56" y="270"/>
                  </a:lnTo>
                  <a:lnTo>
                    <a:pt x="56" y="274"/>
                  </a:lnTo>
                  <a:lnTo>
                    <a:pt x="56" y="278"/>
                  </a:lnTo>
                  <a:lnTo>
                    <a:pt x="56" y="282"/>
                  </a:lnTo>
                  <a:lnTo>
                    <a:pt x="52" y="282"/>
                  </a:lnTo>
                  <a:lnTo>
                    <a:pt x="52" y="286"/>
                  </a:lnTo>
                  <a:lnTo>
                    <a:pt x="48" y="286"/>
                  </a:lnTo>
                  <a:lnTo>
                    <a:pt x="44" y="288"/>
                  </a:lnTo>
                  <a:lnTo>
                    <a:pt x="40" y="288"/>
                  </a:lnTo>
                  <a:lnTo>
                    <a:pt x="36" y="292"/>
                  </a:lnTo>
                  <a:lnTo>
                    <a:pt x="34" y="288"/>
                  </a:lnTo>
                  <a:lnTo>
                    <a:pt x="30" y="288"/>
                  </a:lnTo>
                  <a:lnTo>
                    <a:pt x="30" y="286"/>
                  </a:lnTo>
                  <a:lnTo>
                    <a:pt x="26" y="286"/>
                  </a:lnTo>
                  <a:lnTo>
                    <a:pt x="26" y="282"/>
                  </a:lnTo>
                  <a:lnTo>
                    <a:pt x="22" y="282"/>
                  </a:lnTo>
                  <a:lnTo>
                    <a:pt x="22" y="278"/>
                  </a:lnTo>
                  <a:lnTo>
                    <a:pt x="18" y="274"/>
                  </a:lnTo>
                  <a:lnTo>
                    <a:pt x="14" y="270"/>
                  </a:lnTo>
                  <a:lnTo>
                    <a:pt x="10" y="266"/>
                  </a:lnTo>
                  <a:lnTo>
                    <a:pt x="10" y="262"/>
                  </a:lnTo>
                  <a:lnTo>
                    <a:pt x="10" y="258"/>
                  </a:lnTo>
                  <a:lnTo>
                    <a:pt x="10" y="262"/>
                  </a:lnTo>
                  <a:lnTo>
                    <a:pt x="14" y="262"/>
                  </a:lnTo>
                  <a:lnTo>
                    <a:pt x="10" y="262"/>
                  </a:lnTo>
                  <a:lnTo>
                    <a:pt x="14" y="262"/>
                  </a:lnTo>
                  <a:lnTo>
                    <a:pt x="18" y="262"/>
                  </a:lnTo>
                  <a:lnTo>
                    <a:pt x="22" y="262"/>
                  </a:lnTo>
                  <a:lnTo>
                    <a:pt x="22" y="258"/>
                  </a:lnTo>
                  <a:lnTo>
                    <a:pt x="26" y="258"/>
                  </a:lnTo>
                  <a:lnTo>
                    <a:pt x="30" y="256"/>
                  </a:lnTo>
                  <a:lnTo>
                    <a:pt x="30" y="252"/>
                  </a:lnTo>
                  <a:lnTo>
                    <a:pt x="34" y="252"/>
                  </a:lnTo>
                  <a:lnTo>
                    <a:pt x="34" y="248"/>
                  </a:lnTo>
                  <a:lnTo>
                    <a:pt x="30" y="248"/>
                  </a:lnTo>
                  <a:lnTo>
                    <a:pt x="30" y="252"/>
                  </a:lnTo>
                  <a:lnTo>
                    <a:pt x="22" y="252"/>
                  </a:lnTo>
                  <a:lnTo>
                    <a:pt x="22" y="256"/>
                  </a:lnTo>
                  <a:lnTo>
                    <a:pt x="18" y="256"/>
                  </a:lnTo>
                  <a:lnTo>
                    <a:pt x="14" y="256"/>
                  </a:lnTo>
                  <a:lnTo>
                    <a:pt x="14" y="252"/>
                  </a:lnTo>
                  <a:lnTo>
                    <a:pt x="10" y="252"/>
                  </a:lnTo>
                  <a:lnTo>
                    <a:pt x="6" y="252"/>
                  </a:lnTo>
                  <a:lnTo>
                    <a:pt x="6" y="248"/>
                  </a:lnTo>
                  <a:lnTo>
                    <a:pt x="4" y="244"/>
                  </a:lnTo>
                  <a:lnTo>
                    <a:pt x="4" y="240"/>
                  </a:lnTo>
                  <a:lnTo>
                    <a:pt x="4" y="236"/>
                  </a:lnTo>
                  <a:lnTo>
                    <a:pt x="6" y="236"/>
                  </a:lnTo>
                  <a:lnTo>
                    <a:pt x="4" y="236"/>
                  </a:lnTo>
                  <a:lnTo>
                    <a:pt x="0" y="240"/>
                  </a:lnTo>
                  <a:lnTo>
                    <a:pt x="0" y="236"/>
                  </a:lnTo>
                  <a:lnTo>
                    <a:pt x="0" y="236"/>
                  </a:lnTo>
                  <a:lnTo>
                    <a:pt x="0" y="236"/>
                  </a:lnTo>
                  <a:close/>
                  <a:moveTo>
                    <a:pt x="282" y="270"/>
                  </a:moveTo>
                  <a:lnTo>
                    <a:pt x="282" y="274"/>
                  </a:lnTo>
                  <a:lnTo>
                    <a:pt x="278" y="274"/>
                  </a:lnTo>
                  <a:lnTo>
                    <a:pt x="278" y="270"/>
                  </a:lnTo>
                  <a:lnTo>
                    <a:pt x="282" y="270"/>
                  </a:lnTo>
                  <a:lnTo>
                    <a:pt x="282" y="270"/>
                  </a:lnTo>
                  <a:lnTo>
                    <a:pt x="282" y="270"/>
                  </a:lnTo>
                  <a:close/>
                  <a:moveTo>
                    <a:pt x="346" y="442"/>
                  </a:moveTo>
                  <a:lnTo>
                    <a:pt x="346" y="438"/>
                  </a:lnTo>
                  <a:lnTo>
                    <a:pt x="350" y="438"/>
                  </a:lnTo>
                  <a:lnTo>
                    <a:pt x="346" y="442"/>
                  </a:lnTo>
                  <a:lnTo>
                    <a:pt x="346" y="442"/>
                  </a:lnTo>
                  <a:lnTo>
                    <a:pt x="346" y="442"/>
                  </a:lnTo>
                  <a:close/>
                  <a:moveTo>
                    <a:pt x="346" y="452"/>
                  </a:moveTo>
                  <a:lnTo>
                    <a:pt x="342" y="452"/>
                  </a:lnTo>
                  <a:lnTo>
                    <a:pt x="346" y="452"/>
                  </a:lnTo>
                  <a:lnTo>
                    <a:pt x="346" y="452"/>
                  </a:lnTo>
                  <a:lnTo>
                    <a:pt x="346" y="452"/>
                  </a:lnTo>
                  <a:close/>
                  <a:moveTo>
                    <a:pt x="346" y="490"/>
                  </a:moveTo>
                  <a:lnTo>
                    <a:pt x="346" y="494"/>
                  </a:lnTo>
                  <a:lnTo>
                    <a:pt x="346" y="490"/>
                  </a:lnTo>
                  <a:lnTo>
                    <a:pt x="346" y="490"/>
                  </a:lnTo>
                  <a:lnTo>
                    <a:pt x="346" y="490"/>
                  </a:lnTo>
                  <a:close/>
                  <a:moveTo>
                    <a:pt x="66" y="504"/>
                  </a:moveTo>
                  <a:lnTo>
                    <a:pt x="66" y="508"/>
                  </a:lnTo>
                  <a:lnTo>
                    <a:pt x="66" y="504"/>
                  </a:lnTo>
                  <a:lnTo>
                    <a:pt x="66" y="504"/>
                  </a:lnTo>
                  <a:lnTo>
                    <a:pt x="66" y="504"/>
                  </a:lnTo>
                  <a:close/>
                  <a:moveTo>
                    <a:pt x="358" y="508"/>
                  </a:moveTo>
                  <a:lnTo>
                    <a:pt x="358" y="512"/>
                  </a:lnTo>
                  <a:lnTo>
                    <a:pt x="358" y="508"/>
                  </a:lnTo>
                  <a:lnTo>
                    <a:pt x="358" y="508"/>
                  </a:lnTo>
                  <a:lnTo>
                    <a:pt x="358" y="508"/>
                  </a:lnTo>
                  <a:close/>
                  <a:moveTo>
                    <a:pt x="354" y="512"/>
                  </a:moveTo>
                  <a:lnTo>
                    <a:pt x="358" y="512"/>
                  </a:lnTo>
                  <a:lnTo>
                    <a:pt x="354" y="512"/>
                  </a:lnTo>
                  <a:lnTo>
                    <a:pt x="354" y="512"/>
                  </a:lnTo>
                  <a:lnTo>
                    <a:pt x="354" y="512"/>
                  </a:lnTo>
                  <a:close/>
                  <a:moveTo>
                    <a:pt x="360" y="524"/>
                  </a:moveTo>
                  <a:lnTo>
                    <a:pt x="358" y="524"/>
                  </a:lnTo>
                  <a:lnTo>
                    <a:pt x="360" y="524"/>
                  </a:lnTo>
                  <a:lnTo>
                    <a:pt x="360" y="520"/>
                  </a:lnTo>
                  <a:lnTo>
                    <a:pt x="360" y="524"/>
                  </a:lnTo>
                  <a:lnTo>
                    <a:pt x="360" y="524"/>
                  </a:lnTo>
                  <a:lnTo>
                    <a:pt x="360" y="524"/>
                  </a:lnTo>
                  <a:close/>
                  <a:moveTo>
                    <a:pt x="346" y="426"/>
                  </a:moveTo>
                  <a:lnTo>
                    <a:pt x="346" y="422"/>
                  </a:lnTo>
                  <a:lnTo>
                    <a:pt x="346" y="418"/>
                  </a:lnTo>
                  <a:lnTo>
                    <a:pt x="350" y="418"/>
                  </a:lnTo>
                  <a:lnTo>
                    <a:pt x="350" y="416"/>
                  </a:lnTo>
                  <a:lnTo>
                    <a:pt x="350" y="418"/>
                  </a:lnTo>
                  <a:lnTo>
                    <a:pt x="350" y="422"/>
                  </a:lnTo>
                  <a:lnTo>
                    <a:pt x="350" y="426"/>
                  </a:lnTo>
                  <a:lnTo>
                    <a:pt x="350" y="422"/>
                  </a:lnTo>
                  <a:lnTo>
                    <a:pt x="346" y="426"/>
                  </a:lnTo>
                  <a:lnTo>
                    <a:pt x="346" y="426"/>
                  </a:lnTo>
                  <a:lnTo>
                    <a:pt x="346" y="426"/>
                  </a:lnTo>
                  <a:close/>
                  <a:moveTo>
                    <a:pt x="346" y="438"/>
                  </a:moveTo>
                  <a:lnTo>
                    <a:pt x="346" y="434"/>
                  </a:lnTo>
                  <a:lnTo>
                    <a:pt x="346" y="430"/>
                  </a:lnTo>
                  <a:lnTo>
                    <a:pt x="346" y="426"/>
                  </a:lnTo>
                  <a:lnTo>
                    <a:pt x="350" y="426"/>
                  </a:lnTo>
                  <a:lnTo>
                    <a:pt x="350" y="430"/>
                  </a:lnTo>
                  <a:lnTo>
                    <a:pt x="350" y="434"/>
                  </a:lnTo>
                  <a:lnTo>
                    <a:pt x="346" y="434"/>
                  </a:lnTo>
                  <a:lnTo>
                    <a:pt x="346" y="438"/>
                  </a:lnTo>
                  <a:lnTo>
                    <a:pt x="350" y="438"/>
                  </a:lnTo>
                  <a:lnTo>
                    <a:pt x="346" y="438"/>
                  </a:lnTo>
                  <a:lnTo>
                    <a:pt x="346" y="438"/>
                  </a:lnTo>
                  <a:lnTo>
                    <a:pt x="346" y="438"/>
                  </a:lnTo>
                  <a:close/>
                  <a:moveTo>
                    <a:pt x="346" y="442"/>
                  </a:moveTo>
                  <a:lnTo>
                    <a:pt x="346" y="446"/>
                  </a:lnTo>
                  <a:lnTo>
                    <a:pt x="346" y="448"/>
                  </a:lnTo>
                  <a:lnTo>
                    <a:pt x="346" y="452"/>
                  </a:lnTo>
                  <a:lnTo>
                    <a:pt x="342" y="448"/>
                  </a:lnTo>
                  <a:lnTo>
                    <a:pt x="342" y="446"/>
                  </a:lnTo>
                  <a:lnTo>
                    <a:pt x="346" y="446"/>
                  </a:lnTo>
                  <a:lnTo>
                    <a:pt x="346" y="442"/>
                  </a:lnTo>
                  <a:lnTo>
                    <a:pt x="346" y="438"/>
                  </a:lnTo>
                  <a:lnTo>
                    <a:pt x="346" y="442"/>
                  </a:lnTo>
                  <a:lnTo>
                    <a:pt x="346" y="438"/>
                  </a:lnTo>
                  <a:lnTo>
                    <a:pt x="346" y="442"/>
                  </a:lnTo>
                  <a:lnTo>
                    <a:pt x="346" y="442"/>
                  </a:lnTo>
                  <a:lnTo>
                    <a:pt x="346" y="442"/>
                  </a:lnTo>
                  <a:close/>
                  <a:moveTo>
                    <a:pt x="342" y="464"/>
                  </a:moveTo>
                  <a:lnTo>
                    <a:pt x="342" y="468"/>
                  </a:lnTo>
                  <a:lnTo>
                    <a:pt x="338" y="468"/>
                  </a:lnTo>
                  <a:lnTo>
                    <a:pt x="338" y="464"/>
                  </a:lnTo>
                  <a:lnTo>
                    <a:pt x="342" y="464"/>
                  </a:lnTo>
                  <a:lnTo>
                    <a:pt x="342" y="460"/>
                  </a:lnTo>
                  <a:lnTo>
                    <a:pt x="342" y="464"/>
                  </a:lnTo>
                  <a:lnTo>
                    <a:pt x="342" y="464"/>
                  </a:lnTo>
                  <a:lnTo>
                    <a:pt x="342" y="464"/>
                  </a:lnTo>
                  <a:close/>
                  <a:moveTo>
                    <a:pt x="360" y="528"/>
                  </a:moveTo>
                  <a:lnTo>
                    <a:pt x="360" y="532"/>
                  </a:lnTo>
                  <a:lnTo>
                    <a:pt x="360" y="534"/>
                  </a:lnTo>
                  <a:lnTo>
                    <a:pt x="360" y="532"/>
                  </a:lnTo>
                  <a:lnTo>
                    <a:pt x="360" y="528"/>
                  </a:lnTo>
                  <a:lnTo>
                    <a:pt x="358" y="528"/>
                  </a:lnTo>
                  <a:lnTo>
                    <a:pt x="360" y="524"/>
                  </a:lnTo>
                  <a:lnTo>
                    <a:pt x="360" y="528"/>
                  </a:lnTo>
                  <a:lnTo>
                    <a:pt x="360" y="528"/>
                  </a:lnTo>
                  <a:lnTo>
                    <a:pt x="360" y="528"/>
                  </a:lnTo>
                  <a:close/>
                </a:path>
              </a:pathLst>
            </a:custGeom>
            <a:solidFill>
              <a:schemeClr val="bg1">
                <a:lumMod val="85000"/>
              </a:schemeClr>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2" name="Oval 31">
              <a:extLst>
                <a:ext uri="{FF2B5EF4-FFF2-40B4-BE49-F238E27FC236}">
                  <a16:creationId xmlns:a16="http://schemas.microsoft.com/office/drawing/2014/main" id="{AF636782-9F9C-4893-A736-8F61E4CFB5CD}"/>
                </a:ext>
              </a:extLst>
            </p:cNvPr>
            <p:cNvSpPr>
              <a:spLocks noChangeAspect="1"/>
            </p:cNvSpPr>
            <p:nvPr/>
          </p:nvSpPr>
          <p:spPr bwMode="gray">
            <a:xfrm>
              <a:off x="1297387" y="3482419"/>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3" name="Oval 32">
              <a:extLst>
                <a:ext uri="{FF2B5EF4-FFF2-40B4-BE49-F238E27FC236}">
                  <a16:creationId xmlns:a16="http://schemas.microsoft.com/office/drawing/2014/main" id="{C9584F96-4B21-4207-8014-7E3FF7BC9093}"/>
                </a:ext>
              </a:extLst>
            </p:cNvPr>
            <p:cNvSpPr>
              <a:spLocks noChangeAspect="1"/>
            </p:cNvSpPr>
            <p:nvPr/>
          </p:nvSpPr>
          <p:spPr bwMode="gray">
            <a:xfrm>
              <a:off x="818597" y="5948038"/>
              <a:ext cx="91440" cy="91440"/>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pPr>
              <a:endParaRPr lang="en-US" sz="1600" b="1" dirty="0">
                <a:solidFill>
                  <a:schemeClr val="accent1"/>
                </a:solidFill>
              </a:endParaRPr>
            </a:p>
          </p:txBody>
        </p:sp>
        <p:sp>
          <p:nvSpPr>
            <p:cNvPr id="34" name="TextBox 33">
              <a:extLst>
                <a:ext uri="{FF2B5EF4-FFF2-40B4-BE49-F238E27FC236}">
                  <a16:creationId xmlns:a16="http://schemas.microsoft.com/office/drawing/2014/main" id="{5612DE2B-E122-4CA1-BBAF-9CBC3C8A8500}"/>
                </a:ext>
              </a:extLst>
            </p:cNvPr>
            <p:cNvSpPr txBox="1"/>
            <p:nvPr/>
          </p:nvSpPr>
          <p:spPr>
            <a:xfrm>
              <a:off x="956405" y="5912967"/>
              <a:ext cx="2129764" cy="161583"/>
            </a:xfrm>
            <a:prstGeom prst="rect">
              <a:avLst/>
            </a:prstGeom>
            <a:noFill/>
          </p:spPr>
          <p:txBody>
            <a:bodyPr wrap="square" lIns="0" tIns="0" rIns="0" bIns="0" rtlCol="0">
              <a:spAutoFit/>
            </a:bodyPr>
            <a:lstStyle/>
            <a:p>
              <a:pPr>
                <a:spcBef>
                  <a:spcPts val="1200"/>
                </a:spcBef>
                <a:buSzPct val="25000"/>
              </a:pPr>
              <a:r>
                <a:rPr lang="en-US" sz="1050" dirty="0">
                  <a:solidFill>
                    <a:schemeClr val="accent1"/>
                  </a:solidFill>
                </a:rPr>
                <a:t>Meity Empaneled DC Location</a:t>
              </a:r>
            </a:p>
          </p:txBody>
        </p:sp>
        <p:sp>
          <p:nvSpPr>
            <p:cNvPr id="35" name="Oval 34">
              <a:extLst>
                <a:ext uri="{FF2B5EF4-FFF2-40B4-BE49-F238E27FC236}">
                  <a16:creationId xmlns:a16="http://schemas.microsoft.com/office/drawing/2014/main" id="{CFEB67BB-C877-45DE-9097-201E53FD58A0}"/>
                </a:ext>
              </a:extLst>
            </p:cNvPr>
            <p:cNvSpPr>
              <a:spLocks noChangeAspect="1"/>
            </p:cNvSpPr>
            <p:nvPr/>
          </p:nvSpPr>
          <p:spPr bwMode="gray">
            <a:xfrm>
              <a:off x="910037" y="3369984"/>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6" name="Oval 35">
              <a:extLst>
                <a:ext uri="{FF2B5EF4-FFF2-40B4-BE49-F238E27FC236}">
                  <a16:creationId xmlns:a16="http://schemas.microsoft.com/office/drawing/2014/main" id="{C935E43F-0E7F-47A2-9AD2-245C0B1B33B9}"/>
                </a:ext>
              </a:extLst>
            </p:cNvPr>
            <p:cNvSpPr>
              <a:spLocks noChangeAspect="1"/>
            </p:cNvSpPr>
            <p:nvPr/>
          </p:nvSpPr>
          <p:spPr bwMode="gray">
            <a:xfrm>
              <a:off x="2021287" y="2018744"/>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7" name="Oval 36">
              <a:extLst>
                <a:ext uri="{FF2B5EF4-FFF2-40B4-BE49-F238E27FC236}">
                  <a16:creationId xmlns:a16="http://schemas.microsoft.com/office/drawing/2014/main" id="{F42B0883-D5AC-4505-AF94-89D7A70A186D}"/>
                </a:ext>
              </a:extLst>
            </p:cNvPr>
            <p:cNvSpPr>
              <a:spLocks noChangeAspect="1"/>
            </p:cNvSpPr>
            <p:nvPr/>
          </p:nvSpPr>
          <p:spPr bwMode="gray">
            <a:xfrm>
              <a:off x="2175883" y="2064288"/>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8" name="Oval 37">
              <a:extLst>
                <a:ext uri="{FF2B5EF4-FFF2-40B4-BE49-F238E27FC236}">
                  <a16:creationId xmlns:a16="http://schemas.microsoft.com/office/drawing/2014/main" id="{4720DB06-0863-45E8-88B1-88EFA8BFD1EB}"/>
                </a:ext>
              </a:extLst>
            </p:cNvPr>
            <p:cNvSpPr>
              <a:spLocks noChangeAspect="1"/>
            </p:cNvSpPr>
            <p:nvPr/>
          </p:nvSpPr>
          <p:spPr bwMode="gray">
            <a:xfrm>
              <a:off x="2065572" y="2147609"/>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39" name="Oval 38">
              <a:extLst>
                <a:ext uri="{FF2B5EF4-FFF2-40B4-BE49-F238E27FC236}">
                  <a16:creationId xmlns:a16="http://schemas.microsoft.com/office/drawing/2014/main" id="{2ECEF6B8-8EEF-412C-B764-603F51A99BCD}"/>
                </a:ext>
              </a:extLst>
            </p:cNvPr>
            <p:cNvSpPr>
              <a:spLocks noChangeAspect="1"/>
            </p:cNvSpPr>
            <p:nvPr/>
          </p:nvSpPr>
          <p:spPr bwMode="gray">
            <a:xfrm>
              <a:off x="1679349" y="2344810"/>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0" name="Oval 39">
              <a:extLst>
                <a:ext uri="{FF2B5EF4-FFF2-40B4-BE49-F238E27FC236}">
                  <a16:creationId xmlns:a16="http://schemas.microsoft.com/office/drawing/2014/main" id="{7ADE1B18-FC5E-438D-A54D-8705EB923972}"/>
                </a:ext>
              </a:extLst>
            </p:cNvPr>
            <p:cNvSpPr>
              <a:spLocks noChangeAspect="1"/>
            </p:cNvSpPr>
            <p:nvPr/>
          </p:nvSpPr>
          <p:spPr bwMode="gray">
            <a:xfrm>
              <a:off x="1514318" y="3351320"/>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1" name="Oval 40">
              <a:extLst>
                <a:ext uri="{FF2B5EF4-FFF2-40B4-BE49-F238E27FC236}">
                  <a16:creationId xmlns:a16="http://schemas.microsoft.com/office/drawing/2014/main" id="{DC3FCF8B-3F20-4710-8173-ACD046EBB802}"/>
                </a:ext>
              </a:extLst>
            </p:cNvPr>
            <p:cNvSpPr>
              <a:spLocks noChangeAspect="1"/>
            </p:cNvSpPr>
            <p:nvPr/>
          </p:nvSpPr>
          <p:spPr bwMode="gray">
            <a:xfrm>
              <a:off x="2041014" y="4865966"/>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2" name="Oval 41">
              <a:extLst>
                <a:ext uri="{FF2B5EF4-FFF2-40B4-BE49-F238E27FC236}">
                  <a16:creationId xmlns:a16="http://schemas.microsoft.com/office/drawing/2014/main" id="{F530E4E5-291E-4255-925F-FCB701BB0B4E}"/>
                </a:ext>
              </a:extLst>
            </p:cNvPr>
            <p:cNvSpPr>
              <a:spLocks noChangeAspect="1"/>
            </p:cNvSpPr>
            <p:nvPr/>
          </p:nvSpPr>
          <p:spPr bwMode="gray">
            <a:xfrm>
              <a:off x="2443562" y="4877356"/>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3" name="Oval 42">
              <a:extLst>
                <a:ext uri="{FF2B5EF4-FFF2-40B4-BE49-F238E27FC236}">
                  <a16:creationId xmlns:a16="http://schemas.microsoft.com/office/drawing/2014/main" id="{D341EB05-E27A-4A36-A5DB-0A3EBCDC209E}"/>
                </a:ext>
              </a:extLst>
            </p:cNvPr>
            <p:cNvSpPr>
              <a:spLocks noChangeAspect="1"/>
            </p:cNvSpPr>
            <p:nvPr/>
          </p:nvSpPr>
          <p:spPr bwMode="gray">
            <a:xfrm>
              <a:off x="2121945" y="4430566"/>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44" name="TextBox 43">
              <a:extLst>
                <a:ext uri="{FF2B5EF4-FFF2-40B4-BE49-F238E27FC236}">
                  <a16:creationId xmlns:a16="http://schemas.microsoft.com/office/drawing/2014/main" id="{A6EA2C71-4663-4A20-8CB2-A3E5174C280F}"/>
                </a:ext>
              </a:extLst>
            </p:cNvPr>
            <p:cNvSpPr txBox="1"/>
            <p:nvPr/>
          </p:nvSpPr>
          <p:spPr>
            <a:xfrm>
              <a:off x="2502577" y="4844038"/>
              <a:ext cx="445956" cy="184666"/>
            </a:xfrm>
            <a:prstGeom prst="rect">
              <a:avLst/>
            </a:prstGeom>
            <a:noFill/>
          </p:spPr>
          <p:txBody>
            <a:bodyPr wrap="none" rtlCol="0">
              <a:spAutoFit/>
            </a:bodyPr>
            <a:lstStyle/>
            <a:p>
              <a:r>
                <a:rPr lang="en-US" sz="600" b="1" dirty="0"/>
                <a:t>Chennai</a:t>
              </a:r>
            </a:p>
          </p:txBody>
        </p:sp>
        <p:sp>
          <p:nvSpPr>
            <p:cNvPr id="45" name="TextBox 44">
              <a:extLst>
                <a:ext uri="{FF2B5EF4-FFF2-40B4-BE49-F238E27FC236}">
                  <a16:creationId xmlns:a16="http://schemas.microsoft.com/office/drawing/2014/main" id="{BF34A27A-1186-4FFE-8077-17EB899EBFAD}"/>
                </a:ext>
              </a:extLst>
            </p:cNvPr>
            <p:cNvSpPr txBox="1"/>
            <p:nvPr/>
          </p:nvSpPr>
          <p:spPr>
            <a:xfrm>
              <a:off x="1743353" y="4737101"/>
              <a:ext cx="628698" cy="184666"/>
            </a:xfrm>
            <a:prstGeom prst="rect">
              <a:avLst/>
            </a:prstGeom>
            <a:noFill/>
          </p:spPr>
          <p:txBody>
            <a:bodyPr wrap="none" rtlCol="0">
              <a:spAutoFit/>
            </a:bodyPr>
            <a:lstStyle/>
            <a:p>
              <a:r>
                <a:rPr lang="en-US" sz="600" b="1" dirty="0"/>
                <a:t>Bangaluru</a:t>
              </a:r>
            </a:p>
          </p:txBody>
        </p:sp>
        <p:sp>
          <p:nvSpPr>
            <p:cNvPr id="46" name="TextBox 45">
              <a:extLst>
                <a:ext uri="{FF2B5EF4-FFF2-40B4-BE49-F238E27FC236}">
                  <a16:creationId xmlns:a16="http://schemas.microsoft.com/office/drawing/2014/main" id="{5BC9F54D-496B-4499-8BB5-D003EC51574E}"/>
                </a:ext>
              </a:extLst>
            </p:cNvPr>
            <p:cNvSpPr txBox="1"/>
            <p:nvPr/>
          </p:nvSpPr>
          <p:spPr>
            <a:xfrm>
              <a:off x="1802822" y="4498851"/>
              <a:ext cx="554960" cy="184666"/>
            </a:xfrm>
            <a:prstGeom prst="rect">
              <a:avLst/>
            </a:prstGeom>
            <a:noFill/>
          </p:spPr>
          <p:txBody>
            <a:bodyPr wrap="none" rtlCol="0">
              <a:spAutoFit/>
            </a:bodyPr>
            <a:lstStyle/>
            <a:p>
              <a:r>
                <a:rPr lang="en-US" sz="600" b="1" dirty="0"/>
                <a:t>Hyderabad</a:t>
              </a:r>
            </a:p>
          </p:txBody>
        </p:sp>
        <p:sp>
          <p:nvSpPr>
            <p:cNvPr id="47" name="TextBox 46">
              <a:extLst>
                <a:ext uri="{FF2B5EF4-FFF2-40B4-BE49-F238E27FC236}">
                  <a16:creationId xmlns:a16="http://schemas.microsoft.com/office/drawing/2014/main" id="{9189FD90-4E3E-4F10-9444-6046E2838EC2}"/>
                </a:ext>
              </a:extLst>
            </p:cNvPr>
            <p:cNvSpPr txBox="1"/>
            <p:nvPr/>
          </p:nvSpPr>
          <p:spPr>
            <a:xfrm>
              <a:off x="1339955" y="3461000"/>
              <a:ext cx="619080" cy="184666"/>
            </a:xfrm>
            <a:prstGeom prst="rect">
              <a:avLst/>
            </a:prstGeom>
            <a:noFill/>
          </p:spPr>
          <p:txBody>
            <a:bodyPr wrap="none" rtlCol="0">
              <a:spAutoFit/>
            </a:bodyPr>
            <a:lstStyle/>
            <a:p>
              <a:r>
                <a:rPr lang="en-US" sz="600" b="1" dirty="0"/>
                <a:t>Navi Mumbai</a:t>
              </a:r>
            </a:p>
          </p:txBody>
        </p:sp>
        <p:sp>
          <p:nvSpPr>
            <p:cNvPr id="48" name="TextBox 47">
              <a:extLst>
                <a:ext uri="{FF2B5EF4-FFF2-40B4-BE49-F238E27FC236}">
                  <a16:creationId xmlns:a16="http://schemas.microsoft.com/office/drawing/2014/main" id="{43F1910B-0AE7-46DA-95DF-7065284A6787}"/>
                </a:ext>
              </a:extLst>
            </p:cNvPr>
            <p:cNvSpPr txBox="1"/>
            <p:nvPr/>
          </p:nvSpPr>
          <p:spPr>
            <a:xfrm>
              <a:off x="1436326" y="3207155"/>
              <a:ext cx="402674" cy="184666"/>
            </a:xfrm>
            <a:prstGeom prst="rect">
              <a:avLst/>
            </a:prstGeom>
            <a:noFill/>
          </p:spPr>
          <p:txBody>
            <a:bodyPr wrap="none" rtlCol="0">
              <a:spAutoFit/>
            </a:bodyPr>
            <a:lstStyle/>
            <a:p>
              <a:r>
                <a:rPr lang="en-US" sz="600" b="1" dirty="0"/>
                <a:t>Nashik</a:t>
              </a:r>
            </a:p>
          </p:txBody>
        </p:sp>
        <p:sp>
          <p:nvSpPr>
            <p:cNvPr id="49" name="TextBox 48">
              <a:extLst>
                <a:ext uri="{FF2B5EF4-FFF2-40B4-BE49-F238E27FC236}">
                  <a16:creationId xmlns:a16="http://schemas.microsoft.com/office/drawing/2014/main" id="{88878BD7-55F2-4D65-9A8B-8FD5C7E77F5B}"/>
                </a:ext>
              </a:extLst>
            </p:cNvPr>
            <p:cNvSpPr txBox="1"/>
            <p:nvPr/>
          </p:nvSpPr>
          <p:spPr>
            <a:xfrm>
              <a:off x="477204" y="3457615"/>
              <a:ext cx="593432" cy="184666"/>
            </a:xfrm>
            <a:prstGeom prst="rect">
              <a:avLst/>
            </a:prstGeom>
            <a:noFill/>
          </p:spPr>
          <p:txBody>
            <a:bodyPr wrap="none" rtlCol="0">
              <a:spAutoFit/>
            </a:bodyPr>
            <a:lstStyle/>
            <a:p>
              <a:r>
                <a:rPr lang="en-US" sz="600" b="1" dirty="0"/>
                <a:t>Ahmedabad</a:t>
              </a:r>
            </a:p>
          </p:txBody>
        </p:sp>
        <p:sp>
          <p:nvSpPr>
            <p:cNvPr id="50" name="TextBox 49">
              <a:extLst>
                <a:ext uri="{FF2B5EF4-FFF2-40B4-BE49-F238E27FC236}">
                  <a16:creationId xmlns:a16="http://schemas.microsoft.com/office/drawing/2014/main" id="{91673E18-7EAE-49D8-850B-8A4D3EA7898A}"/>
                </a:ext>
              </a:extLst>
            </p:cNvPr>
            <p:cNvSpPr txBox="1"/>
            <p:nvPr/>
          </p:nvSpPr>
          <p:spPr>
            <a:xfrm>
              <a:off x="1536138" y="2424094"/>
              <a:ext cx="378630" cy="184666"/>
            </a:xfrm>
            <a:prstGeom prst="rect">
              <a:avLst/>
            </a:prstGeom>
            <a:noFill/>
          </p:spPr>
          <p:txBody>
            <a:bodyPr wrap="none" rtlCol="0">
              <a:spAutoFit/>
            </a:bodyPr>
            <a:lstStyle/>
            <a:p>
              <a:r>
                <a:rPr lang="en-US" sz="600" b="1" dirty="0"/>
                <a:t>Jaipur</a:t>
              </a:r>
            </a:p>
          </p:txBody>
        </p:sp>
        <p:sp>
          <p:nvSpPr>
            <p:cNvPr id="51" name="TextBox 50">
              <a:extLst>
                <a:ext uri="{FF2B5EF4-FFF2-40B4-BE49-F238E27FC236}">
                  <a16:creationId xmlns:a16="http://schemas.microsoft.com/office/drawing/2014/main" id="{25E3982C-E2FF-4FCD-98C4-7C719DC60C76}"/>
                </a:ext>
              </a:extLst>
            </p:cNvPr>
            <p:cNvSpPr txBox="1"/>
            <p:nvPr/>
          </p:nvSpPr>
          <p:spPr>
            <a:xfrm>
              <a:off x="1838698" y="1870682"/>
              <a:ext cx="516488" cy="184666"/>
            </a:xfrm>
            <a:prstGeom prst="rect">
              <a:avLst/>
            </a:prstGeom>
            <a:noFill/>
          </p:spPr>
          <p:txBody>
            <a:bodyPr wrap="none" rtlCol="0">
              <a:spAutoFit/>
            </a:bodyPr>
            <a:lstStyle/>
            <a:p>
              <a:r>
                <a:rPr lang="en-US" sz="600" b="1" dirty="0"/>
                <a:t>New Delhi</a:t>
              </a:r>
            </a:p>
          </p:txBody>
        </p:sp>
        <p:sp>
          <p:nvSpPr>
            <p:cNvPr id="52" name="TextBox 51">
              <a:extLst>
                <a:ext uri="{FF2B5EF4-FFF2-40B4-BE49-F238E27FC236}">
                  <a16:creationId xmlns:a16="http://schemas.microsoft.com/office/drawing/2014/main" id="{BC5C7442-3CFC-4FDF-9F8F-3DCCD9F59A8E}"/>
                </a:ext>
              </a:extLst>
            </p:cNvPr>
            <p:cNvSpPr txBox="1"/>
            <p:nvPr/>
          </p:nvSpPr>
          <p:spPr>
            <a:xfrm>
              <a:off x="2215712" y="2044024"/>
              <a:ext cx="377026" cy="184666"/>
            </a:xfrm>
            <a:prstGeom prst="rect">
              <a:avLst/>
            </a:prstGeom>
            <a:noFill/>
          </p:spPr>
          <p:txBody>
            <a:bodyPr wrap="none" rtlCol="0">
              <a:spAutoFit/>
            </a:bodyPr>
            <a:lstStyle/>
            <a:p>
              <a:r>
                <a:rPr lang="en-US" sz="600" b="1" dirty="0"/>
                <a:t>Noida</a:t>
              </a:r>
            </a:p>
          </p:txBody>
        </p:sp>
        <p:sp>
          <p:nvSpPr>
            <p:cNvPr id="53" name="TextBox 52">
              <a:extLst>
                <a:ext uri="{FF2B5EF4-FFF2-40B4-BE49-F238E27FC236}">
                  <a16:creationId xmlns:a16="http://schemas.microsoft.com/office/drawing/2014/main" id="{A81A3DAA-9B95-4718-9E8D-D0E70F797EE5}"/>
                </a:ext>
              </a:extLst>
            </p:cNvPr>
            <p:cNvSpPr txBox="1"/>
            <p:nvPr/>
          </p:nvSpPr>
          <p:spPr>
            <a:xfrm>
              <a:off x="1938000" y="2215415"/>
              <a:ext cx="506870" cy="184666"/>
            </a:xfrm>
            <a:prstGeom prst="rect">
              <a:avLst/>
            </a:prstGeom>
            <a:noFill/>
          </p:spPr>
          <p:txBody>
            <a:bodyPr wrap="none" rtlCol="0">
              <a:spAutoFit/>
            </a:bodyPr>
            <a:lstStyle/>
            <a:p>
              <a:r>
                <a:rPr lang="en-US" sz="600" b="1" dirty="0"/>
                <a:t>Faridabad</a:t>
              </a:r>
            </a:p>
          </p:txBody>
        </p:sp>
        <p:sp>
          <p:nvSpPr>
            <p:cNvPr id="54" name="Oval 53">
              <a:extLst>
                <a:ext uri="{FF2B5EF4-FFF2-40B4-BE49-F238E27FC236}">
                  <a16:creationId xmlns:a16="http://schemas.microsoft.com/office/drawing/2014/main" id="{8B22C51B-7CE9-4618-A856-B13C2A223091}"/>
                </a:ext>
              </a:extLst>
            </p:cNvPr>
            <p:cNvSpPr>
              <a:spLocks noChangeAspect="1"/>
            </p:cNvSpPr>
            <p:nvPr/>
          </p:nvSpPr>
          <p:spPr bwMode="gray">
            <a:xfrm>
              <a:off x="1938000" y="2122408"/>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55" name="TextBox 54">
              <a:extLst>
                <a:ext uri="{FF2B5EF4-FFF2-40B4-BE49-F238E27FC236}">
                  <a16:creationId xmlns:a16="http://schemas.microsoft.com/office/drawing/2014/main" id="{ADA99544-D7C9-4115-85CB-080E8737E243}"/>
                </a:ext>
              </a:extLst>
            </p:cNvPr>
            <p:cNvSpPr txBox="1"/>
            <p:nvPr/>
          </p:nvSpPr>
          <p:spPr>
            <a:xfrm>
              <a:off x="1408010" y="2071770"/>
              <a:ext cx="510076" cy="184666"/>
            </a:xfrm>
            <a:prstGeom prst="rect">
              <a:avLst/>
            </a:prstGeom>
            <a:noFill/>
          </p:spPr>
          <p:txBody>
            <a:bodyPr wrap="none" rtlCol="0">
              <a:spAutoFit/>
            </a:bodyPr>
            <a:lstStyle/>
            <a:p>
              <a:r>
                <a:rPr lang="en-US" sz="600" b="1" dirty="0"/>
                <a:t>Gurugram</a:t>
              </a:r>
            </a:p>
          </p:txBody>
        </p:sp>
        <p:sp>
          <p:nvSpPr>
            <p:cNvPr id="56" name="Oval 55">
              <a:extLst>
                <a:ext uri="{FF2B5EF4-FFF2-40B4-BE49-F238E27FC236}">
                  <a16:creationId xmlns:a16="http://schemas.microsoft.com/office/drawing/2014/main" id="{32F31A56-BFD8-4EC6-AF10-01F92547B3C5}"/>
                </a:ext>
              </a:extLst>
            </p:cNvPr>
            <p:cNvSpPr>
              <a:spLocks noChangeAspect="1"/>
            </p:cNvSpPr>
            <p:nvPr/>
          </p:nvSpPr>
          <p:spPr bwMode="gray">
            <a:xfrm>
              <a:off x="2180960" y="4407902"/>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57" name="TextBox 56">
              <a:extLst>
                <a:ext uri="{FF2B5EF4-FFF2-40B4-BE49-F238E27FC236}">
                  <a16:creationId xmlns:a16="http://schemas.microsoft.com/office/drawing/2014/main" id="{3D5AE766-45BB-404C-A29D-B0658A939BD8}"/>
                </a:ext>
              </a:extLst>
            </p:cNvPr>
            <p:cNvSpPr txBox="1"/>
            <p:nvPr/>
          </p:nvSpPr>
          <p:spPr>
            <a:xfrm>
              <a:off x="1893910" y="4268475"/>
              <a:ext cx="660758" cy="184666"/>
            </a:xfrm>
            <a:prstGeom prst="rect">
              <a:avLst/>
            </a:prstGeom>
            <a:noFill/>
          </p:spPr>
          <p:txBody>
            <a:bodyPr wrap="none" rtlCol="0">
              <a:spAutoFit/>
            </a:bodyPr>
            <a:lstStyle/>
            <a:p>
              <a:r>
                <a:rPr lang="en-US" sz="600" b="1" dirty="0"/>
                <a:t>Secunderabad </a:t>
              </a:r>
            </a:p>
          </p:txBody>
        </p:sp>
        <p:sp>
          <p:nvSpPr>
            <p:cNvPr id="58" name="Oval 57">
              <a:extLst>
                <a:ext uri="{FF2B5EF4-FFF2-40B4-BE49-F238E27FC236}">
                  <a16:creationId xmlns:a16="http://schemas.microsoft.com/office/drawing/2014/main" id="{6B942BA1-B190-4BB2-A19E-92FAD59971C2}"/>
                </a:ext>
              </a:extLst>
            </p:cNvPr>
            <p:cNvSpPr>
              <a:spLocks noChangeAspect="1"/>
            </p:cNvSpPr>
            <p:nvPr/>
          </p:nvSpPr>
          <p:spPr bwMode="gray">
            <a:xfrm>
              <a:off x="1607422" y="3624793"/>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59" name="TextBox 58">
              <a:extLst>
                <a:ext uri="{FF2B5EF4-FFF2-40B4-BE49-F238E27FC236}">
                  <a16:creationId xmlns:a16="http://schemas.microsoft.com/office/drawing/2014/main" id="{36BD376B-64FC-452B-8C2B-FE5BCF9DF745}"/>
                </a:ext>
              </a:extLst>
            </p:cNvPr>
            <p:cNvSpPr txBox="1"/>
            <p:nvPr/>
          </p:nvSpPr>
          <p:spPr>
            <a:xfrm>
              <a:off x="1529158" y="3710830"/>
              <a:ext cx="348172" cy="184666"/>
            </a:xfrm>
            <a:prstGeom prst="rect">
              <a:avLst/>
            </a:prstGeom>
            <a:noFill/>
          </p:spPr>
          <p:txBody>
            <a:bodyPr wrap="none" rtlCol="0">
              <a:spAutoFit/>
            </a:bodyPr>
            <a:lstStyle/>
            <a:p>
              <a:r>
                <a:rPr lang="en-US" sz="600" b="1" dirty="0"/>
                <a:t>Pune</a:t>
              </a:r>
            </a:p>
          </p:txBody>
        </p:sp>
        <p:sp>
          <p:nvSpPr>
            <p:cNvPr id="60" name="Oval 59">
              <a:extLst>
                <a:ext uri="{FF2B5EF4-FFF2-40B4-BE49-F238E27FC236}">
                  <a16:creationId xmlns:a16="http://schemas.microsoft.com/office/drawing/2014/main" id="{E288EC2C-C123-4F0E-8E5B-B8FD1C6DFB49}"/>
                </a:ext>
              </a:extLst>
            </p:cNvPr>
            <p:cNvSpPr>
              <a:spLocks noChangeAspect="1"/>
            </p:cNvSpPr>
            <p:nvPr/>
          </p:nvSpPr>
          <p:spPr bwMode="gray">
            <a:xfrm>
              <a:off x="2324323" y="4514499"/>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61" name="TextBox 60">
              <a:extLst>
                <a:ext uri="{FF2B5EF4-FFF2-40B4-BE49-F238E27FC236}">
                  <a16:creationId xmlns:a16="http://schemas.microsoft.com/office/drawing/2014/main" id="{76695B51-6CBE-47F3-A0BE-AF83252E848D}"/>
                </a:ext>
              </a:extLst>
            </p:cNvPr>
            <p:cNvSpPr txBox="1"/>
            <p:nvPr/>
          </p:nvSpPr>
          <p:spPr>
            <a:xfrm>
              <a:off x="2367352" y="4489163"/>
              <a:ext cx="413896" cy="184666"/>
            </a:xfrm>
            <a:prstGeom prst="rect">
              <a:avLst/>
            </a:prstGeom>
            <a:noFill/>
          </p:spPr>
          <p:txBody>
            <a:bodyPr wrap="none" rtlCol="0">
              <a:spAutoFit/>
            </a:bodyPr>
            <a:lstStyle/>
            <a:p>
              <a:r>
                <a:rPr lang="en-US" sz="600" b="1" dirty="0"/>
                <a:t>Guntur</a:t>
              </a:r>
            </a:p>
          </p:txBody>
        </p:sp>
        <p:sp>
          <p:nvSpPr>
            <p:cNvPr id="62" name="Oval 61">
              <a:extLst>
                <a:ext uri="{FF2B5EF4-FFF2-40B4-BE49-F238E27FC236}">
                  <a16:creationId xmlns:a16="http://schemas.microsoft.com/office/drawing/2014/main" id="{9564C4BD-8B45-4FCB-982B-EB51C277B1C1}"/>
                </a:ext>
              </a:extLst>
            </p:cNvPr>
            <p:cNvSpPr>
              <a:spLocks noChangeAspect="1"/>
            </p:cNvSpPr>
            <p:nvPr/>
          </p:nvSpPr>
          <p:spPr bwMode="gray">
            <a:xfrm>
              <a:off x="1238371" y="3535892"/>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63" name="TextBox 62">
              <a:extLst>
                <a:ext uri="{FF2B5EF4-FFF2-40B4-BE49-F238E27FC236}">
                  <a16:creationId xmlns:a16="http://schemas.microsoft.com/office/drawing/2014/main" id="{79D8F8A6-5E20-4B52-A18F-EA0C0CD41F16}"/>
                </a:ext>
              </a:extLst>
            </p:cNvPr>
            <p:cNvSpPr txBox="1"/>
            <p:nvPr/>
          </p:nvSpPr>
          <p:spPr>
            <a:xfrm>
              <a:off x="900828" y="3574752"/>
              <a:ext cx="455574" cy="184666"/>
            </a:xfrm>
            <a:prstGeom prst="rect">
              <a:avLst/>
            </a:prstGeom>
            <a:noFill/>
          </p:spPr>
          <p:txBody>
            <a:bodyPr wrap="none" rtlCol="0">
              <a:spAutoFit/>
            </a:bodyPr>
            <a:lstStyle/>
            <a:p>
              <a:r>
                <a:rPr lang="en-US" sz="600" b="1" dirty="0"/>
                <a:t>Mumbai</a:t>
              </a:r>
            </a:p>
          </p:txBody>
        </p:sp>
        <p:sp>
          <p:nvSpPr>
            <p:cNvPr id="64" name="Oval 63">
              <a:extLst>
                <a:ext uri="{FF2B5EF4-FFF2-40B4-BE49-F238E27FC236}">
                  <a16:creationId xmlns:a16="http://schemas.microsoft.com/office/drawing/2014/main" id="{5ED4B00D-AC9C-4E22-8DB0-48D560AAA540}"/>
                </a:ext>
              </a:extLst>
            </p:cNvPr>
            <p:cNvSpPr>
              <a:spLocks noChangeAspect="1"/>
            </p:cNvSpPr>
            <p:nvPr/>
          </p:nvSpPr>
          <p:spPr bwMode="gray">
            <a:xfrm>
              <a:off x="910037" y="3168689"/>
              <a:ext cx="118031" cy="118031"/>
            </a:xfrm>
            <a:prstGeom prst="ellipse">
              <a:avLst/>
            </a:prstGeom>
            <a:ln>
              <a:headEnd/>
              <a:tailEnd/>
            </a:ln>
          </p:spPr>
          <p:style>
            <a:lnRef idx="0">
              <a:schemeClr val="accent1"/>
            </a:lnRef>
            <a:fillRef idx="3">
              <a:schemeClr val="accent1"/>
            </a:fillRef>
            <a:effectRef idx="3">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accent1"/>
                </a:solidFill>
              </a:endParaRPr>
            </a:p>
          </p:txBody>
        </p:sp>
        <p:sp>
          <p:nvSpPr>
            <p:cNvPr id="65" name="TextBox 64">
              <a:extLst>
                <a:ext uri="{FF2B5EF4-FFF2-40B4-BE49-F238E27FC236}">
                  <a16:creationId xmlns:a16="http://schemas.microsoft.com/office/drawing/2014/main" id="{856311C9-DFDE-4290-96F7-4ACA018B9FE9}"/>
                </a:ext>
              </a:extLst>
            </p:cNvPr>
            <p:cNvSpPr txBox="1"/>
            <p:nvPr/>
          </p:nvSpPr>
          <p:spPr>
            <a:xfrm>
              <a:off x="515268" y="3060437"/>
              <a:ext cx="494046" cy="184666"/>
            </a:xfrm>
            <a:prstGeom prst="rect">
              <a:avLst/>
            </a:prstGeom>
            <a:noFill/>
          </p:spPr>
          <p:txBody>
            <a:bodyPr wrap="none" rtlCol="0">
              <a:spAutoFit/>
            </a:bodyPr>
            <a:lstStyle/>
            <a:p>
              <a:r>
                <a:rPr lang="en-US" sz="600" b="1" dirty="0"/>
                <a:t>Jamnagar</a:t>
              </a:r>
            </a:p>
          </p:txBody>
        </p:sp>
      </p:grpSp>
      <p:graphicFrame>
        <p:nvGraphicFramePr>
          <p:cNvPr id="66" name="Table 40">
            <a:extLst>
              <a:ext uri="{FF2B5EF4-FFF2-40B4-BE49-F238E27FC236}">
                <a16:creationId xmlns:a16="http://schemas.microsoft.com/office/drawing/2014/main" id="{A9999040-CC9A-46F3-9922-C711082158C1}"/>
              </a:ext>
            </a:extLst>
          </p:cNvPr>
          <p:cNvGraphicFramePr>
            <a:graphicFrameLocks noGrp="1"/>
          </p:cNvGraphicFramePr>
          <p:nvPr>
            <p:extLst>
              <p:ext uri="{D42A27DB-BD31-4B8C-83A1-F6EECF244321}">
                <p14:modId xmlns:p14="http://schemas.microsoft.com/office/powerpoint/2010/main" val="4136414383"/>
              </p:ext>
            </p:extLst>
          </p:nvPr>
        </p:nvGraphicFramePr>
        <p:xfrm>
          <a:off x="5878697" y="393194"/>
          <a:ext cx="6232064" cy="6078892"/>
        </p:xfrm>
        <a:graphic>
          <a:graphicData uri="http://schemas.openxmlformats.org/drawingml/2006/table">
            <a:tbl>
              <a:tblPr firstRow="1" bandRow="1">
                <a:tableStyleId>{21E4AEA4-8DFA-4A89-87EB-49C32662AFE0}</a:tableStyleId>
              </a:tblPr>
              <a:tblGrid>
                <a:gridCol w="3343362">
                  <a:extLst>
                    <a:ext uri="{9D8B030D-6E8A-4147-A177-3AD203B41FA5}">
                      <a16:colId xmlns:a16="http://schemas.microsoft.com/office/drawing/2014/main" val="3214877280"/>
                    </a:ext>
                  </a:extLst>
                </a:gridCol>
                <a:gridCol w="2888702">
                  <a:extLst>
                    <a:ext uri="{9D8B030D-6E8A-4147-A177-3AD203B41FA5}">
                      <a16:colId xmlns:a16="http://schemas.microsoft.com/office/drawing/2014/main" val="2565218755"/>
                    </a:ext>
                  </a:extLst>
                </a:gridCol>
              </a:tblGrid>
              <a:tr h="354374">
                <a:tc>
                  <a:txBody>
                    <a:bodyPr/>
                    <a:lstStyle/>
                    <a:p>
                      <a:pPr marL="635" marR="0" lvl="0" indent="0" algn="ctr" defTabSz="914400" rtl="0" eaLnBrk="1" fontAlgn="auto" latinLnBrk="0" hangingPunct="1">
                        <a:lnSpc>
                          <a:spcPct val="107000"/>
                        </a:lnSpc>
                        <a:spcBef>
                          <a:spcPts val="0"/>
                        </a:spcBef>
                        <a:spcAft>
                          <a:spcPts val="0"/>
                        </a:spcAft>
                        <a:buClrTx/>
                        <a:buSzTx/>
                        <a:buFontTx/>
                        <a:buNone/>
                        <a:tabLst/>
                        <a:defRPr/>
                      </a:pPr>
                      <a:r>
                        <a:rPr lang="en-US" sz="1200" b="1" kern="1200" dirty="0">
                          <a:solidFill>
                            <a:schemeClr val="bg1"/>
                          </a:solidFill>
                          <a:effectLst/>
                        </a:rPr>
                        <a:t>Cloud Service Provider </a:t>
                      </a:r>
                      <a:endParaRPr lang="en-US" sz="1200" b="1" kern="1200" dirty="0">
                        <a:solidFill>
                          <a:schemeClr val="bg1"/>
                        </a:solidFill>
                        <a:effectLst/>
                        <a:latin typeface="+mj-lt"/>
                        <a:ea typeface="Calibri" panose="020F0502020204030204" pitchFamily="34" charset="0"/>
                        <a:cs typeface="Times New Roman" panose="02020603050405020304" pitchFamily="18" charset="0"/>
                      </a:endParaRPr>
                    </a:p>
                  </a:txBody>
                  <a:tcPr marL="21590" marR="17145" marT="20320" marB="0" anchor="ctr"/>
                </a:tc>
                <a:tc>
                  <a:txBody>
                    <a:bodyPr/>
                    <a:lstStyle/>
                    <a:p>
                      <a:pPr marL="0" marR="0" algn="ctr">
                        <a:lnSpc>
                          <a:spcPct val="107000"/>
                        </a:lnSpc>
                        <a:spcBef>
                          <a:spcPts val="0"/>
                        </a:spcBef>
                        <a:spcAft>
                          <a:spcPts val="0"/>
                        </a:spcAft>
                      </a:pPr>
                      <a:r>
                        <a:rPr lang="en-US" sz="1200" b="1" kern="1200" dirty="0">
                          <a:solidFill>
                            <a:schemeClr val="bg1"/>
                          </a:solidFill>
                          <a:effectLst/>
                        </a:rPr>
                        <a:t>Data Center Location </a:t>
                      </a:r>
                    </a:p>
                    <a:p>
                      <a:pPr marL="0" marR="0" algn="ctr">
                        <a:lnSpc>
                          <a:spcPct val="107000"/>
                        </a:lnSpc>
                        <a:spcBef>
                          <a:spcPts val="0"/>
                        </a:spcBef>
                        <a:spcAft>
                          <a:spcPts val="0"/>
                        </a:spcAft>
                      </a:pPr>
                      <a:r>
                        <a:rPr lang="en-US" sz="1200" b="1" kern="1200" dirty="0">
                          <a:solidFill>
                            <a:schemeClr val="bg1"/>
                          </a:solidFill>
                          <a:effectLst/>
                        </a:rPr>
                        <a:t>for Public Cloud and VPC</a:t>
                      </a:r>
                      <a:endParaRPr lang="en-US" sz="1200" b="1" kern="1200" dirty="0">
                        <a:solidFill>
                          <a:schemeClr val="bg1"/>
                        </a:solidFill>
                        <a:effectLst/>
                        <a:latin typeface="+mj-lt"/>
                        <a:ea typeface="Calibri" panose="020F0502020204030204" pitchFamily="34" charset="0"/>
                        <a:cs typeface="Times New Roman" panose="02020603050405020304" pitchFamily="18" charset="0"/>
                      </a:endParaRPr>
                    </a:p>
                  </a:txBody>
                  <a:tcPr marL="21590" marR="17145" marT="20320" marB="0" anchor="ctr"/>
                </a:tc>
                <a:extLst>
                  <a:ext uri="{0D108BD9-81ED-4DB2-BD59-A6C34878D82A}">
                    <a16:rowId xmlns:a16="http://schemas.microsoft.com/office/drawing/2014/main" val="1209635422"/>
                  </a:ext>
                </a:extLst>
              </a:tr>
              <a:tr h="175736">
                <a:tc>
                  <a:txBody>
                    <a:bodyPr/>
                    <a:lstStyle/>
                    <a:p>
                      <a:pPr marL="0" marR="0">
                        <a:lnSpc>
                          <a:spcPct val="107000"/>
                        </a:lnSpc>
                        <a:spcBef>
                          <a:spcPts val="0"/>
                        </a:spcBef>
                        <a:spcAft>
                          <a:spcPts val="0"/>
                        </a:spcAft>
                      </a:pPr>
                      <a:r>
                        <a:rPr lang="en-US" sz="1000" dirty="0">
                          <a:solidFill>
                            <a:srgbClr val="000000"/>
                          </a:solidFill>
                          <a:effectLst/>
                        </a:rPr>
                        <a:t>Amazon Internet Services Pvt.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Mumbai -03</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953308774"/>
                  </a:ext>
                </a:extLst>
              </a:tr>
              <a:tr h="298297">
                <a:tc>
                  <a:txBody>
                    <a:bodyPr/>
                    <a:lstStyle/>
                    <a:p>
                      <a:pPr marL="0" marR="0">
                        <a:lnSpc>
                          <a:spcPct val="107000"/>
                        </a:lnSpc>
                        <a:spcBef>
                          <a:spcPts val="0"/>
                        </a:spcBef>
                        <a:spcAft>
                          <a:spcPts val="0"/>
                        </a:spcAft>
                      </a:pPr>
                      <a:r>
                        <a:rPr lang="en-US" sz="1000" dirty="0">
                          <a:solidFill>
                            <a:srgbClr val="000000"/>
                          </a:solidFill>
                          <a:effectLst/>
                        </a:rPr>
                        <a:t>Bharat Sanchar Nigam Limited (BSNL)</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Ahmedabad -01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Faridabad-01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2191760886"/>
                  </a:ext>
                </a:extLst>
              </a:tr>
              <a:tr h="298297">
                <a:tc>
                  <a:txBody>
                    <a:bodyPr/>
                    <a:lstStyle/>
                    <a:p>
                      <a:pPr marL="0" marR="0">
                        <a:lnSpc>
                          <a:spcPct val="107000"/>
                        </a:lnSpc>
                        <a:spcBef>
                          <a:spcPts val="0"/>
                        </a:spcBef>
                        <a:spcAft>
                          <a:spcPts val="0"/>
                        </a:spcAft>
                      </a:pPr>
                      <a:r>
                        <a:rPr lang="en-US" sz="1000" dirty="0">
                          <a:solidFill>
                            <a:srgbClr val="000000"/>
                          </a:solidFill>
                          <a:effectLst/>
                        </a:rPr>
                        <a:t>CtrlS Data Centers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kern="1200" dirty="0">
                          <a:solidFill>
                            <a:srgbClr val="000000"/>
                          </a:solidFill>
                          <a:effectLst/>
                          <a:uFill>
                            <a:solidFill>
                              <a:srgbClr val="000000"/>
                            </a:solidFill>
                          </a:uFill>
                        </a:rPr>
                        <a:t>Hyderabad-01</a:t>
                      </a:r>
                    </a:p>
                    <a:p>
                      <a:pPr marL="0" marR="0" lvl="0" indent="0" algn="l" fontAlgn="base">
                        <a:lnSpc>
                          <a:spcPct val="107000"/>
                        </a:lnSpc>
                        <a:spcBef>
                          <a:spcPts val="0"/>
                        </a:spcBef>
                        <a:spcAft>
                          <a:spcPts val="0"/>
                        </a:spcAft>
                        <a:buClr>
                          <a:srgbClr val="000000"/>
                        </a:buClr>
                        <a:buSzPts val="750"/>
                        <a:buFontTx/>
                        <a:buNone/>
                      </a:pPr>
                      <a:r>
                        <a:rPr lang="en-US" sz="1000" u="none" strike="noStrike" kern="1200" dirty="0">
                          <a:solidFill>
                            <a:srgbClr val="000000"/>
                          </a:solidFill>
                          <a:effectLst/>
                          <a:uFill>
                            <a:solidFill>
                              <a:srgbClr val="000000"/>
                            </a:solidFill>
                          </a:uFill>
                        </a:rPr>
                        <a:t>Navi Mumbai -01</a:t>
                      </a:r>
                      <a:endParaRPr lang="en-US" sz="1000" u="none" strike="noStrike" kern="1200"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1850906599"/>
                  </a:ext>
                </a:extLst>
              </a:tr>
              <a:tr h="298297">
                <a:tc>
                  <a:txBody>
                    <a:bodyPr/>
                    <a:lstStyle/>
                    <a:p>
                      <a:pPr marL="0" marR="0">
                        <a:lnSpc>
                          <a:spcPct val="107000"/>
                        </a:lnSpc>
                        <a:spcBef>
                          <a:spcPts val="0"/>
                        </a:spcBef>
                        <a:spcAft>
                          <a:spcPts val="0"/>
                        </a:spcAft>
                      </a:pPr>
                      <a:r>
                        <a:rPr lang="en-US" sz="1000" dirty="0">
                          <a:solidFill>
                            <a:srgbClr val="000000"/>
                          </a:solidFill>
                          <a:effectLst/>
                        </a:rPr>
                        <a:t>Cyfuture India Private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u="none" strike="noStrike" kern="1200" dirty="0">
                          <a:solidFill>
                            <a:srgbClr val="000000"/>
                          </a:solidFill>
                          <a:effectLst/>
                          <a:uFill>
                            <a:solidFill>
                              <a:srgbClr val="000000"/>
                            </a:solidFill>
                          </a:uFill>
                        </a:rPr>
                        <a:t>Noida- 01</a:t>
                      </a:r>
                    </a:p>
                    <a:p>
                      <a:pPr marL="0" marR="0" indent="0" algn="l">
                        <a:lnSpc>
                          <a:spcPct val="107000"/>
                        </a:lnSpc>
                        <a:spcBef>
                          <a:spcPts val="0"/>
                        </a:spcBef>
                        <a:spcAft>
                          <a:spcPts val="0"/>
                        </a:spcAft>
                        <a:buFontTx/>
                        <a:buNone/>
                      </a:pPr>
                      <a:r>
                        <a:rPr lang="en-US" sz="1000" u="none" strike="noStrike" kern="1200" dirty="0">
                          <a:solidFill>
                            <a:srgbClr val="000000"/>
                          </a:solidFill>
                          <a:effectLst/>
                          <a:uFill>
                            <a:solidFill>
                              <a:srgbClr val="000000"/>
                            </a:solidFill>
                          </a:uFill>
                        </a:rPr>
                        <a:t>Jaipur-01</a:t>
                      </a:r>
                      <a:endParaRPr lang="en-US" sz="1000" u="none" strike="noStrike" kern="1200" dirty="0">
                        <a:solidFill>
                          <a:srgbClr val="000000"/>
                        </a:solidFill>
                        <a:effectLst/>
                        <a:uFill>
                          <a:solidFill>
                            <a:srgbClr val="000000"/>
                          </a:solidFill>
                        </a:uFill>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781805700"/>
                  </a:ext>
                </a:extLst>
              </a:tr>
              <a:tr h="444793">
                <a:tc>
                  <a:txBody>
                    <a:bodyPr/>
                    <a:lstStyle/>
                    <a:p>
                      <a:pPr marL="0" marR="0">
                        <a:lnSpc>
                          <a:spcPct val="107000"/>
                        </a:lnSpc>
                        <a:spcBef>
                          <a:spcPts val="0"/>
                        </a:spcBef>
                        <a:spcAft>
                          <a:spcPts val="0"/>
                        </a:spcAft>
                      </a:pPr>
                      <a:r>
                        <a:rPr lang="en-US" sz="1000" dirty="0">
                          <a:solidFill>
                            <a:srgbClr val="000000"/>
                          </a:solidFill>
                          <a:effectLst/>
                        </a:rPr>
                        <a:t>ESDS Software solution Pvt.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Nashik-01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Bengaluru-01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3172877751"/>
                  </a:ext>
                </a:extLst>
              </a:tr>
              <a:tr h="175736">
                <a:tc>
                  <a:txBody>
                    <a:bodyPr/>
                    <a:lstStyle/>
                    <a:p>
                      <a:pPr marL="0" marR="0">
                        <a:lnSpc>
                          <a:spcPct val="107000"/>
                        </a:lnSpc>
                        <a:spcBef>
                          <a:spcPts val="0"/>
                        </a:spcBef>
                        <a:spcAft>
                          <a:spcPts val="0"/>
                        </a:spcAft>
                      </a:pPr>
                      <a:r>
                        <a:rPr lang="en-US" sz="1000" dirty="0">
                          <a:solidFill>
                            <a:srgbClr val="000000"/>
                          </a:solidFill>
                          <a:effectLst/>
                        </a:rPr>
                        <a:t>Google Cloud India Pvt Ltd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Mumbai-01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1655190535"/>
                  </a:ext>
                </a:extLst>
              </a:tr>
              <a:tr h="175736">
                <a:tc>
                  <a:txBody>
                    <a:bodyPr/>
                    <a:lstStyle/>
                    <a:p>
                      <a:pPr marL="0" marR="0">
                        <a:lnSpc>
                          <a:spcPct val="107000"/>
                        </a:lnSpc>
                        <a:spcBef>
                          <a:spcPts val="0"/>
                        </a:spcBef>
                        <a:spcAft>
                          <a:spcPts val="0"/>
                        </a:spcAft>
                      </a:pPr>
                      <a:r>
                        <a:rPr lang="en-US" sz="1000" dirty="0">
                          <a:solidFill>
                            <a:srgbClr val="000000"/>
                          </a:solidFill>
                          <a:effectLst/>
                        </a:rPr>
                        <a:t>IBM India Private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Chennai-01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3678610532"/>
                  </a:ext>
                </a:extLst>
              </a:tr>
              <a:tr h="175736">
                <a:tc>
                  <a:txBody>
                    <a:bodyPr/>
                    <a:lstStyle/>
                    <a:p>
                      <a:pPr marL="0" marR="0">
                        <a:lnSpc>
                          <a:spcPct val="107000"/>
                        </a:lnSpc>
                        <a:spcBef>
                          <a:spcPts val="0"/>
                        </a:spcBef>
                        <a:spcAft>
                          <a:spcPts val="0"/>
                        </a:spcAft>
                      </a:pPr>
                      <a:r>
                        <a:rPr lang="en-US" sz="1000" dirty="0">
                          <a:solidFill>
                            <a:srgbClr val="000000"/>
                          </a:solidFill>
                          <a:effectLst/>
                        </a:rPr>
                        <a:t>ITI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Bengaluru-01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2576251162"/>
                  </a:ext>
                </a:extLst>
              </a:tr>
              <a:tr h="444793">
                <a:tc>
                  <a:txBody>
                    <a:bodyPr/>
                    <a:lstStyle/>
                    <a:p>
                      <a:pPr marL="0" marR="0">
                        <a:lnSpc>
                          <a:spcPct val="107000"/>
                        </a:lnSpc>
                        <a:spcBef>
                          <a:spcPts val="0"/>
                        </a:spcBef>
                        <a:spcAft>
                          <a:spcPts val="0"/>
                        </a:spcAft>
                      </a:pPr>
                      <a:r>
                        <a:rPr lang="en-US" sz="1000" dirty="0">
                          <a:solidFill>
                            <a:srgbClr val="000000"/>
                          </a:solidFill>
                          <a:effectLst/>
                        </a:rPr>
                        <a:t>Microsoft Corporation (India)  Private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Chennai-01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Pune -01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2691535943"/>
                  </a:ext>
                </a:extLst>
              </a:tr>
              <a:tr h="298297">
                <a:tc>
                  <a:txBody>
                    <a:bodyPr/>
                    <a:lstStyle/>
                    <a:p>
                      <a:pPr marL="0" marR="0">
                        <a:lnSpc>
                          <a:spcPct val="107000"/>
                        </a:lnSpc>
                        <a:spcBef>
                          <a:spcPts val="0"/>
                        </a:spcBef>
                        <a:spcAft>
                          <a:spcPts val="0"/>
                        </a:spcAft>
                      </a:pPr>
                      <a:r>
                        <a:rPr lang="en-US" sz="1000" dirty="0">
                          <a:solidFill>
                            <a:srgbClr val="000000"/>
                          </a:solidFill>
                          <a:effectLst/>
                        </a:rPr>
                        <a:t>Netmagic IT Services Private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Mumbai-02</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Bengaluru -02</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2241719771"/>
                  </a:ext>
                </a:extLst>
              </a:tr>
              <a:tr h="298297">
                <a:tc>
                  <a:txBody>
                    <a:bodyPr/>
                    <a:lstStyle/>
                    <a:p>
                      <a:pPr marL="0" marR="0">
                        <a:lnSpc>
                          <a:spcPct val="107000"/>
                        </a:lnSpc>
                        <a:spcBef>
                          <a:spcPts val="0"/>
                        </a:spcBef>
                        <a:spcAft>
                          <a:spcPts val="0"/>
                        </a:spcAft>
                      </a:pPr>
                      <a:r>
                        <a:rPr lang="en-US" sz="1000" dirty="0">
                          <a:solidFill>
                            <a:srgbClr val="000000"/>
                          </a:solidFill>
                          <a:effectLst/>
                        </a:rPr>
                        <a:t>Nxtra Data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Bengaluru-01</a:t>
                      </a:r>
                    </a:p>
                    <a:p>
                      <a:pPr marL="0" marR="0" indent="0" algn="l">
                        <a:lnSpc>
                          <a:spcPct val="107000"/>
                        </a:lnSpc>
                        <a:spcBef>
                          <a:spcPts val="0"/>
                        </a:spcBef>
                        <a:spcAft>
                          <a:spcPts val="0"/>
                        </a:spcAft>
                        <a:buFontTx/>
                        <a:buNone/>
                      </a:pPr>
                      <a:r>
                        <a:rPr lang="en-US" sz="1000" dirty="0">
                          <a:solidFill>
                            <a:srgbClr val="000000"/>
                          </a:solidFill>
                          <a:effectLst/>
                        </a:rPr>
                        <a:t>Noida- 01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1979418620"/>
                  </a:ext>
                </a:extLst>
              </a:tr>
              <a:tr h="298297">
                <a:tc>
                  <a:txBody>
                    <a:bodyPr/>
                    <a:lstStyle/>
                    <a:p>
                      <a:pPr marL="0" marR="0">
                        <a:lnSpc>
                          <a:spcPct val="107000"/>
                        </a:lnSpc>
                        <a:spcBef>
                          <a:spcPts val="0"/>
                        </a:spcBef>
                        <a:spcAft>
                          <a:spcPts val="0"/>
                        </a:spcAft>
                      </a:pPr>
                      <a:r>
                        <a:rPr lang="en-US" sz="1000" dirty="0">
                          <a:solidFill>
                            <a:srgbClr val="000000"/>
                          </a:solidFill>
                          <a:effectLst/>
                        </a:rPr>
                        <a:t>Oracle India Pvt. Ltd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Navi Mumbai-01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Hyderabad-01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492677941"/>
                  </a:ext>
                </a:extLst>
              </a:tr>
              <a:tr h="175736">
                <a:tc>
                  <a:txBody>
                    <a:bodyPr/>
                    <a:lstStyle/>
                    <a:p>
                      <a:pPr marL="0" marR="0">
                        <a:lnSpc>
                          <a:spcPct val="107000"/>
                        </a:lnSpc>
                        <a:spcBef>
                          <a:spcPts val="0"/>
                        </a:spcBef>
                        <a:spcAft>
                          <a:spcPts val="0"/>
                        </a:spcAft>
                      </a:pPr>
                      <a:r>
                        <a:rPr lang="en-US" sz="1000" dirty="0">
                          <a:solidFill>
                            <a:srgbClr val="000000"/>
                          </a:solidFill>
                          <a:effectLst/>
                        </a:rPr>
                        <a:t>Pi Datacenters  Pvt. Ltd.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Guntur -01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3123769357"/>
                  </a:ext>
                </a:extLst>
              </a:tr>
              <a:tr h="298297">
                <a:tc>
                  <a:txBody>
                    <a:bodyPr/>
                    <a:lstStyle/>
                    <a:p>
                      <a:pPr marL="0" marR="0">
                        <a:lnSpc>
                          <a:spcPct val="107000"/>
                        </a:lnSpc>
                        <a:spcBef>
                          <a:spcPts val="0"/>
                        </a:spcBef>
                        <a:spcAft>
                          <a:spcPts val="0"/>
                        </a:spcAft>
                      </a:pPr>
                      <a:r>
                        <a:rPr lang="en-US" sz="1000" dirty="0">
                          <a:solidFill>
                            <a:srgbClr val="000000"/>
                          </a:solidFill>
                          <a:effectLst/>
                        </a:rPr>
                        <a:t>RailTel Corporation of India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Gurugram-01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Secunderabad-01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810056997"/>
                  </a:ext>
                </a:extLst>
              </a:tr>
              <a:tr h="298297">
                <a:tc>
                  <a:txBody>
                    <a:bodyPr/>
                    <a:lstStyle/>
                    <a:p>
                      <a:pPr marL="0" marR="0">
                        <a:lnSpc>
                          <a:spcPct val="107000"/>
                        </a:lnSpc>
                        <a:spcBef>
                          <a:spcPts val="0"/>
                        </a:spcBef>
                        <a:spcAft>
                          <a:spcPts val="0"/>
                        </a:spcAft>
                      </a:pPr>
                      <a:r>
                        <a:rPr lang="en-US" sz="1000" dirty="0">
                          <a:solidFill>
                            <a:srgbClr val="000000"/>
                          </a:solidFill>
                          <a:effectLst/>
                        </a:rPr>
                        <a:t>Reliance Corporate IT Park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Jamnagar-01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2906701450"/>
                  </a:ext>
                </a:extLst>
              </a:tr>
              <a:tr h="298297">
                <a:tc>
                  <a:txBody>
                    <a:bodyPr/>
                    <a:lstStyle/>
                    <a:p>
                      <a:pPr marL="0" marR="0">
                        <a:lnSpc>
                          <a:spcPct val="107000"/>
                        </a:lnSpc>
                        <a:spcBef>
                          <a:spcPts val="0"/>
                        </a:spcBef>
                        <a:spcAft>
                          <a:spcPts val="0"/>
                        </a:spcAft>
                      </a:pPr>
                      <a:r>
                        <a:rPr lang="en-US" sz="1000" dirty="0">
                          <a:solidFill>
                            <a:srgbClr val="000000"/>
                          </a:solidFill>
                          <a:effectLst/>
                        </a:rPr>
                        <a:t>Sify Technologies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Bengaluru- 01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Navi Mumbai-01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3287337920"/>
                  </a:ext>
                </a:extLst>
              </a:tr>
              <a:tr h="444793">
                <a:tc>
                  <a:txBody>
                    <a:bodyPr/>
                    <a:lstStyle/>
                    <a:p>
                      <a:pPr marL="0" marR="0">
                        <a:lnSpc>
                          <a:spcPct val="107000"/>
                        </a:lnSpc>
                        <a:spcBef>
                          <a:spcPts val="0"/>
                        </a:spcBef>
                        <a:spcAft>
                          <a:spcPts val="0"/>
                        </a:spcAft>
                      </a:pPr>
                      <a:r>
                        <a:rPr lang="en-US" sz="1000" dirty="0">
                          <a:solidFill>
                            <a:srgbClr val="000000"/>
                          </a:solidFill>
                          <a:effectLst/>
                        </a:rPr>
                        <a:t>Tata Communications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indent="0" algn="l">
                        <a:lnSpc>
                          <a:spcPct val="107000"/>
                        </a:lnSpc>
                        <a:spcBef>
                          <a:spcPts val="0"/>
                        </a:spcBef>
                        <a:spcAft>
                          <a:spcPts val="0"/>
                        </a:spcAft>
                        <a:buFontTx/>
                        <a:buNone/>
                      </a:pPr>
                      <a:r>
                        <a:rPr lang="en-US" sz="1000" dirty="0">
                          <a:solidFill>
                            <a:srgbClr val="000000"/>
                          </a:solidFill>
                          <a:effectLst/>
                        </a:rPr>
                        <a:t>Bengaluru-01</a:t>
                      </a:r>
                    </a:p>
                    <a:p>
                      <a:pPr marL="0" marR="0" indent="0" algn="l">
                        <a:lnSpc>
                          <a:spcPct val="107000"/>
                        </a:lnSpc>
                        <a:spcBef>
                          <a:spcPts val="0"/>
                        </a:spcBef>
                        <a:spcAft>
                          <a:spcPts val="0"/>
                        </a:spcAft>
                        <a:buFontTx/>
                        <a:buNone/>
                      </a:pPr>
                      <a:r>
                        <a:rPr lang="en-US" sz="1000" dirty="0">
                          <a:solidFill>
                            <a:srgbClr val="000000"/>
                          </a:solidFill>
                          <a:effectLst/>
                        </a:rPr>
                        <a:t>Mumbai -01</a:t>
                      </a:r>
                    </a:p>
                    <a:p>
                      <a:pPr marL="0" marR="0" indent="0" algn="l">
                        <a:lnSpc>
                          <a:spcPct val="107000"/>
                        </a:lnSpc>
                        <a:spcBef>
                          <a:spcPts val="0"/>
                        </a:spcBef>
                        <a:spcAft>
                          <a:spcPts val="0"/>
                        </a:spcAft>
                        <a:buFontTx/>
                        <a:buNone/>
                      </a:pPr>
                      <a:r>
                        <a:rPr lang="en-US" sz="1000" dirty="0">
                          <a:solidFill>
                            <a:srgbClr val="000000"/>
                          </a:solidFill>
                          <a:effectLst/>
                        </a:rPr>
                        <a:t>New Delhi-01</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L="182880" marR="17145" marT="20320" marB="0" anchor="ctr"/>
                </a:tc>
                <a:extLst>
                  <a:ext uri="{0D108BD9-81ED-4DB2-BD59-A6C34878D82A}">
                    <a16:rowId xmlns:a16="http://schemas.microsoft.com/office/drawing/2014/main" val="554787822"/>
                  </a:ext>
                </a:extLst>
              </a:tr>
              <a:tr h="298297">
                <a:tc>
                  <a:txBody>
                    <a:bodyPr/>
                    <a:lstStyle/>
                    <a:p>
                      <a:pPr marL="0" marR="0">
                        <a:lnSpc>
                          <a:spcPct val="107000"/>
                        </a:lnSpc>
                        <a:spcBef>
                          <a:spcPts val="0"/>
                        </a:spcBef>
                        <a:spcAft>
                          <a:spcPts val="0"/>
                        </a:spcAft>
                      </a:pPr>
                      <a:r>
                        <a:rPr lang="en-US" sz="1000" dirty="0">
                          <a:solidFill>
                            <a:srgbClr val="000000"/>
                          </a:solidFill>
                          <a:effectLst/>
                        </a:rPr>
                        <a:t>Webwerks India Pvt. Limited</a:t>
                      </a:r>
                      <a:endParaRPr lang="en-US" sz="1000" dirty="0">
                        <a:solidFill>
                          <a:srgbClr val="000000"/>
                        </a:solidFill>
                        <a:effectLst/>
                        <a:latin typeface="+mj-lt"/>
                        <a:ea typeface="Calibri" panose="020F0502020204030204" pitchFamily="34" charset="0"/>
                        <a:cs typeface="Times New Roman" panose="02020603050405020304" pitchFamily="18" charset="0"/>
                      </a:endParaRPr>
                    </a:p>
                  </a:txBody>
                  <a:tcPr marR="17145" marT="20320" marB="0" anchor="ctr"/>
                </a:tc>
                <a:tc>
                  <a:txBody>
                    <a:bodyPr/>
                    <a:lstStyle/>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Mumbai -01</a:t>
                      </a:r>
                    </a:p>
                    <a:p>
                      <a:pPr marL="0" marR="0" lvl="0" indent="0" algn="l" fontAlgn="base">
                        <a:lnSpc>
                          <a:spcPct val="107000"/>
                        </a:lnSpc>
                        <a:spcBef>
                          <a:spcPts val="0"/>
                        </a:spcBef>
                        <a:spcAft>
                          <a:spcPts val="0"/>
                        </a:spcAft>
                        <a:buClr>
                          <a:srgbClr val="000000"/>
                        </a:buClr>
                        <a:buSzPts val="750"/>
                        <a:buFontTx/>
                        <a:buNone/>
                      </a:pPr>
                      <a:r>
                        <a:rPr lang="en-US" sz="1000" u="none" strike="noStrike" dirty="0">
                          <a:solidFill>
                            <a:srgbClr val="000000"/>
                          </a:solidFill>
                          <a:effectLst/>
                          <a:uFill>
                            <a:solidFill>
                              <a:srgbClr val="000000"/>
                            </a:solidFill>
                          </a:uFill>
                        </a:rPr>
                        <a:t>Pune-01</a:t>
                      </a:r>
                      <a:endParaRPr lang="en-US" sz="1000" u="none" strike="noStrike" dirty="0">
                        <a:solidFill>
                          <a:srgbClr val="000000"/>
                        </a:solidFill>
                        <a:effectLst/>
                        <a:uFill>
                          <a:solidFill>
                            <a:srgbClr val="000000"/>
                          </a:solidFill>
                        </a:uFill>
                        <a:latin typeface="+mj-lt"/>
                        <a:ea typeface="Bookman Old Style" panose="02050604050505020204" pitchFamily="18" charset="0"/>
                        <a:cs typeface="Bookman Old Style" panose="02050604050505020204" pitchFamily="18" charset="0"/>
                      </a:endParaRPr>
                    </a:p>
                  </a:txBody>
                  <a:tcPr marL="182880" marR="17145" marT="20320" marB="0" anchor="ctr"/>
                </a:tc>
                <a:extLst>
                  <a:ext uri="{0D108BD9-81ED-4DB2-BD59-A6C34878D82A}">
                    <a16:rowId xmlns:a16="http://schemas.microsoft.com/office/drawing/2014/main" val="1446817228"/>
                  </a:ext>
                </a:extLst>
              </a:tr>
            </a:tbl>
          </a:graphicData>
        </a:graphic>
      </p:graphicFrame>
    </p:spTree>
    <p:extLst>
      <p:ext uri="{BB962C8B-B14F-4D97-AF65-F5344CB8AC3E}">
        <p14:creationId xmlns:p14="http://schemas.microsoft.com/office/powerpoint/2010/main" val="4088684023"/>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51B33C-4E72-48F6-A711-7E0BA9B4489B}"/>
              </a:ext>
            </a:extLst>
          </p:cNvPr>
          <p:cNvSpPr>
            <a:spLocks noGrp="1"/>
          </p:cNvSpPr>
          <p:nvPr>
            <p:ph type="body" idx="1"/>
          </p:nvPr>
        </p:nvSpPr>
        <p:spPr/>
        <p:txBody>
          <a:bodyPr/>
          <a:lstStyle/>
          <a:p>
            <a:r>
              <a:rPr lang="en-US" dirty="0"/>
              <a:t>Cyber Security </a:t>
            </a:r>
          </a:p>
        </p:txBody>
      </p:sp>
    </p:spTree>
    <p:extLst>
      <p:ext uri="{BB962C8B-B14F-4D97-AF65-F5344CB8AC3E}">
        <p14:creationId xmlns:p14="http://schemas.microsoft.com/office/powerpoint/2010/main" val="65114440"/>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1C34-8170-444D-B82E-63863DB67DF6}"/>
              </a:ext>
            </a:extLst>
          </p:cNvPr>
          <p:cNvSpPr>
            <a:spLocks noGrp="1"/>
          </p:cNvSpPr>
          <p:nvPr>
            <p:ph type="title"/>
          </p:nvPr>
        </p:nvSpPr>
        <p:spPr/>
        <p:txBody>
          <a:bodyPr/>
          <a:lstStyle/>
          <a:p>
            <a:r>
              <a:rPr lang="en-US" dirty="0"/>
              <a:t>Need of Cyber Security in Utility</a:t>
            </a:r>
          </a:p>
        </p:txBody>
      </p:sp>
      <p:pic>
        <p:nvPicPr>
          <p:cNvPr id="5" name="Picture 4">
            <a:extLst>
              <a:ext uri="{FF2B5EF4-FFF2-40B4-BE49-F238E27FC236}">
                <a16:creationId xmlns:a16="http://schemas.microsoft.com/office/drawing/2014/main" id="{32F8433B-7E32-428E-B22B-D8F13ED1B6C8}"/>
              </a:ext>
            </a:extLst>
          </p:cNvPr>
          <p:cNvPicPr>
            <a:picLocks noChangeAspect="1"/>
          </p:cNvPicPr>
          <p:nvPr/>
        </p:nvPicPr>
        <p:blipFill>
          <a:blip r:embed="rId2"/>
          <a:stretch>
            <a:fillRect/>
          </a:stretch>
        </p:blipFill>
        <p:spPr>
          <a:xfrm>
            <a:off x="494895" y="1744095"/>
            <a:ext cx="5209095" cy="1684905"/>
          </a:xfrm>
          <a:prstGeom prst="rect">
            <a:avLst/>
          </a:prstGeom>
        </p:spPr>
      </p:pic>
      <p:pic>
        <p:nvPicPr>
          <p:cNvPr id="9" name="Picture 8">
            <a:extLst>
              <a:ext uri="{FF2B5EF4-FFF2-40B4-BE49-F238E27FC236}">
                <a16:creationId xmlns:a16="http://schemas.microsoft.com/office/drawing/2014/main" id="{3237BD1F-4C65-4D0D-943A-390FA214646C}"/>
              </a:ext>
            </a:extLst>
          </p:cNvPr>
          <p:cNvPicPr>
            <a:picLocks noChangeAspect="1"/>
          </p:cNvPicPr>
          <p:nvPr/>
        </p:nvPicPr>
        <p:blipFill>
          <a:blip r:embed="rId3"/>
          <a:stretch>
            <a:fillRect/>
          </a:stretch>
        </p:blipFill>
        <p:spPr>
          <a:xfrm>
            <a:off x="6026096" y="910690"/>
            <a:ext cx="5671009" cy="2193706"/>
          </a:xfrm>
          <a:prstGeom prst="rect">
            <a:avLst/>
          </a:prstGeom>
        </p:spPr>
      </p:pic>
      <p:pic>
        <p:nvPicPr>
          <p:cNvPr id="11" name="Picture 10">
            <a:extLst>
              <a:ext uri="{FF2B5EF4-FFF2-40B4-BE49-F238E27FC236}">
                <a16:creationId xmlns:a16="http://schemas.microsoft.com/office/drawing/2014/main" id="{ED562BA4-0E31-463E-86AF-FEFB6A949286}"/>
              </a:ext>
            </a:extLst>
          </p:cNvPr>
          <p:cNvPicPr>
            <a:picLocks noChangeAspect="1"/>
          </p:cNvPicPr>
          <p:nvPr/>
        </p:nvPicPr>
        <p:blipFill>
          <a:blip r:embed="rId4"/>
          <a:stretch>
            <a:fillRect/>
          </a:stretch>
        </p:blipFill>
        <p:spPr>
          <a:xfrm>
            <a:off x="5800372" y="3052972"/>
            <a:ext cx="5272514" cy="2330741"/>
          </a:xfrm>
          <a:prstGeom prst="rect">
            <a:avLst/>
          </a:prstGeom>
        </p:spPr>
      </p:pic>
      <p:pic>
        <p:nvPicPr>
          <p:cNvPr id="13" name="Picture 12">
            <a:extLst>
              <a:ext uri="{FF2B5EF4-FFF2-40B4-BE49-F238E27FC236}">
                <a16:creationId xmlns:a16="http://schemas.microsoft.com/office/drawing/2014/main" id="{8974D354-70D0-45B3-A7F9-B7B56B74C451}"/>
              </a:ext>
            </a:extLst>
          </p:cNvPr>
          <p:cNvPicPr>
            <a:picLocks noChangeAspect="1"/>
          </p:cNvPicPr>
          <p:nvPr/>
        </p:nvPicPr>
        <p:blipFill>
          <a:blip r:embed="rId5"/>
          <a:stretch>
            <a:fillRect/>
          </a:stretch>
        </p:blipFill>
        <p:spPr>
          <a:xfrm>
            <a:off x="968285" y="3519868"/>
            <a:ext cx="4280564" cy="2779827"/>
          </a:xfrm>
          <a:prstGeom prst="rect">
            <a:avLst/>
          </a:prstGeom>
        </p:spPr>
      </p:pic>
      <p:sp>
        <p:nvSpPr>
          <p:cNvPr id="14" name="TextBox 13">
            <a:extLst>
              <a:ext uri="{FF2B5EF4-FFF2-40B4-BE49-F238E27FC236}">
                <a16:creationId xmlns:a16="http://schemas.microsoft.com/office/drawing/2014/main" id="{EBFEB51C-4D2B-45DB-B2B5-E2C573E03172}"/>
              </a:ext>
            </a:extLst>
          </p:cNvPr>
          <p:cNvSpPr txBox="1"/>
          <p:nvPr/>
        </p:nvSpPr>
        <p:spPr>
          <a:xfrm>
            <a:off x="494895" y="1066559"/>
            <a:ext cx="3696940" cy="276999"/>
          </a:xfrm>
          <a:prstGeom prst="rect">
            <a:avLst/>
          </a:prstGeom>
          <a:noFill/>
        </p:spPr>
        <p:txBody>
          <a:bodyPr wrap="square" lIns="0" tIns="0" rIns="0" bIns="0" rtlCol="0">
            <a:spAutoFit/>
          </a:bodyPr>
          <a:lstStyle/>
          <a:p>
            <a:pPr>
              <a:spcBef>
                <a:spcPts val="600"/>
              </a:spcBef>
              <a:buSzPct val="100000"/>
            </a:pPr>
            <a:r>
              <a:rPr lang="en-US" dirty="0">
                <a:solidFill>
                  <a:srgbClr val="313131"/>
                </a:solidFill>
              </a:rPr>
              <a:t>Cyber Attacks on smart meters</a:t>
            </a:r>
          </a:p>
        </p:txBody>
      </p:sp>
      <p:sp>
        <p:nvSpPr>
          <p:cNvPr id="15" name="TextBox 14">
            <a:extLst>
              <a:ext uri="{FF2B5EF4-FFF2-40B4-BE49-F238E27FC236}">
                <a16:creationId xmlns:a16="http://schemas.microsoft.com/office/drawing/2014/main" id="{44EDB213-D4A8-4D35-9370-3B3471D42D03}"/>
              </a:ext>
            </a:extLst>
          </p:cNvPr>
          <p:cNvSpPr txBox="1"/>
          <p:nvPr/>
        </p:nvSpPr>
        <p:spPr>
          <a:xfrm>
            <a:off x="416762" y="3873542"/>
            <a:ext cx="2936462" cy="276999"/>
          </a:xfrm>
          <a:prstGeom prst="rect">
            <a:avLst/>
          </a:prstGeom>
          <a:noFill/>
        </p:spPr>
        <p:txBody>
          <a:bodyPr wrap="square" lIns="0" tIns="0" rIns="0" bIns="0" rtlCol="0">
            <a:spAutoFit/>
          </a:bodyPr>
          <a:lstStyle/>
          <a:p>
            <a:pPr>
              <a:spcBef>
                <a:spcPts val="600"/>
              </a:spcBef>
              <a:buSzPct val="100000"/>
            </a:pPr>
            <a:r>
              <a:rPr lang="en-US" dirty="0">
                <a:solidFill>
                  <a:srgbClr val="313131"/>
                </a:solidFill>
              </a:rPr>
              <a:t>Legal and regulatory</a:t>
            </a:r>
          </a:p>
        </p:txBody>
      </p:sp>
    </p:spTree>
    <p:extLst>
      <p:ext uri="{BB962C8B-B14F-4D97-AF65-F5344CB8AC3E}">
        <p14:creationId xmlns:p14="http://schemas.microsoft.com/office/powerpoint/2010/main" val="284019661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B939-81E2-4D11-A79E-AFE4658CB08E}"/>
              </a:ext>
            </a:extLst>
          </p:cNvPr>
          <p:cNvSpPr>
            <a:spLocks noGrp="1"/>
          </p:cNvSpPr>
          <p:nvPr>
            <p:ph type="title"/>
          </p:nvPr>
        </p:nvSpPr>
        <p:spPr/>
        <p:txBody>
          <a:bodyPr/>
          <a:lstStyle/>
          <a:p>
            <a:r>
              <a:rPr lang="en-US" b="1" dirty="0"/>
              <a:t>Cyber Security Use Case</a:t>
            </a:r>
          </a:p>
        </p:txBody>
      </p:sp>
      <p:sp>
        <p:nvSpPr>
          <p:cNvPr id="77" name="TextBox 76">
            <a:extLst>
              <a:ext uri="{FF2B5EF4-FFF2-40B4-BE49-F238E27FC236}">
                <a16:creationId xmlns:a16="http://schemas.microsoft.com/office/drawing/2014/main" id="{7471BE02-88EF-482A-9F67-A80C21955E9C}"/>
              </a:ext>
            </a:extLst>
          </p:cNvPr>
          <p:cNvSpPr txBox="1"/>
          <p:nvPr/>
        </p:nvSpPr>
        <p:spPr bwMode="gray">
          <a:xfrm>
            <a:off x="472300" y="958798"/>
            <a:ext cx="8360982" cy="200055"/>
          </a:xfrm>
          <a:prstGeom prst="rect">
            <a:avLst/>
          </a:prstGeom>
          <a:noFill/>
        </p:spPr>
        <p:txBody>
          <a:bodyPr wrap="square" lIns="0" tIns="0" rIns="0" bIns="0" rtlCol="0">
            <a:spAutoFit/>
          </a:bodyPr>
          <a:lstStyle/>
          <a:p>
            <a:r>
              <a:rPr lang="en-US" sz="1300" dirty="0"/>
              <a:t>Various  Cyber security threats and attacks scenarios for smart meter solution deployments.</a:t>
            </a:r>
          </a:p>
        </p:txBody>
      </p:sp>
      <p:grpSp>
        <p:nvGrpSpPr>
          <p:cNvPr id="79" name="Group 44">
            <a:extLst>
              <a:ext uri="{FF2B5EF4-FFF2-40B4-BE49-F238E27FC236}">
                <a16:creationId xmlns:a16="http://schemas.microsoft.com/office/drawing/2014/main" id="{41AD91D3-6335-48ED-A5E0-F4A609A3D902}"/>
              </a:ext>
            </a:extLst>
          </p:cNvPr>
          <p:cNvGrpSpPr>
            <a:grpSpLocks/>
          </p:cNvGrpSpPr>
          <p:nvPr/>
        </p:nvGrpSpPr>
        <p:grpSpPr bwMode="auto">
          <a:xfrm>
            <a:off x="4368536" y="1823344"/>
            <a:ext cx="3532766" cy="2091222"/>
            <a:chOff x="5505152" y="2133600"/>
            <a:chExt cx="1329134" cy="2748684"/>
          </a:xfrm>
          <a:solidFill>
            <a:schemeClr val="accent1"/>
          </a:solidFill>
        </p:grpSpPr>
        <p:sp>
          <p:nvSpPr>
            <p:cNvPr id="87" name="Rectangle 22">
              <a:extLst>
                <a:ext uri="{FF2B5EF4-FFF2-40B4-BE49-F238E27FC236}">
                  <a16:creationId xmlns:a16="http://schemas.microsoft.com/office/drawing/2014/main" id="{4F7EC6FA-2F37-4253-A81B-77499B00FE11}"/>
                </a:ext>
              </a:extLst>
            </p:cNvPr>
            <p:cNvSpPr>
              <a:spLocks noChangeArrowheads="1"/>
            </p:cNvSpPr>
            <p:nvPr/>
          </p:nvSpPr>
          <p:spPr bwMode="auto">
            <a:xfrm>
              <a:off x="5505152" y="4040969"/>
              <a:ext cx="1329134" cy="841315"/>
            </a:xfrm>
            <a:prstGeom prst="rect">
              <a:avLst/>
            </a:prstGeom>
            <a:ln w="9525">
              <a:headEnd/>
              <a:tailEnd/>
            </a:ln>
          </p:spPr>
          <p:style>
            <a:lnRef idx="2">
              <a:schemeClr val="accent1"/>
            </a:lnRef>
            <a:fillRef idx="1">
              <a:schemeClr val="lt1"/>
            </a:fillRef>
            <a:effectRef idx="0">
              <a:schemeClr val="accent1"/>
            </a:effectRef>
            <a:fontRef idx="minor">
              <a:schemeClr val="dk1"/>
            </a:fontRef>
          </p:style>
          <p:txBody>
            <a:bodyPr lIns="88900" tIns="88900" rIns="88900" bIns="88900" anchor="ctr" anchorCtr="1"/>
            <a:lstStyle/>
            <a:p>
              <a:pPr algn="ctr" eaLnBrk="1" hangingPunct="1"/>
              <a:r>
                <a:rPr lang="en-GB" altLang="ja-JP" sz="800" b="1" dirty="0">
                  <a:ea typeface="ＭＳ Ｐゴシック" charset="-128"/>
                  <a:cs typeface="Arial" pitchFamily="34" charset="0"/>
                </a:rPr>
                <a:t>Location Migration</a:t>
              </a:r>
            </a:p>
          </p:txBody>
        </p:sp>
        <p:sp>
          <p:nvSpPr>
            <p:cNvPr id="88" name="Rectangle 23">
              <a:extLst>
                <a:ext uri="{FF2B5EF4-FFF2-40B4-BE49-F238E27FC236}">
                  <a16:creationId xmlns:a16="http://schemas.microsoft.com/office/drawing/2014/main" id="{D24CEE60-12FE-481C-B5A9-DFD757FF7CF0}"/>
                </a:ext>
              </a:extLst>
            </p:cNvPr>
            <p:cNvSpPr>
              <a:spLocks noChangeArrowheads="1"/>
            </p:cNvSpPr>
            <p:nvPr/>
          </p:nvSpPr>
          <p:spPr bwMode="auto">
            <a:xfrm>
              <a:off x="5505152" y="3087284"/>
              <a:ext cx="1329134" cy="841316"/>
            </a:xfrm>
            <a:prstGeom prst="rect">
              <a:avLst/>
            </a:prstGeom>
            <a:ln w="9525">
              <a:headEnd/>
              <a:tailEnd/>
            </a:ln>
          </p:spPr>
          <p:style>
            <a:lnRef idx="2">
              <a:schemeClr val="accent1"/>
            </a:lnRef>
            <a:fillRef idx="1">
              <a:schemeClr val="lt1"/>
            </a:fillRef>
            <a:effectRef idx="0">
              <a:schemeClr val="accent1"/>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Meter Module Intrusion</a:t>
              </a:r>
            </a:p>
          </p:txBody>
        </p:sp>
        <p:sp>
          <p:nvSpPr>
            <p:cNvPr id="90" name="Rectangle 25">
              <a:extLst>
                <a:ext uri="{FF2B5EF4-FFF2-40B4-BE49-F238E27FC236}">
                  <a16:creationId xmlns:a16="http://schemas.microsoft.com/office/drawing/2014/main" id="{08633CD1-ED3E-437D-8361-70AAA9ABFB51}"/>
                </a:ext>
              </a:extLst>
            </p:cNvPr>
            <p:cNvSpPr>
              <a:spLocks noChangeArrowheads="1"/>
            </p:cNvSpPr>
            <p:nvPr/>
          </p:nvSpPr>
          <p:spPr bwMode="auto">
            <a:xfrm>
              <a:off x="5505152" y="2133600"/>
              <a:ext cx="1328738" cy="841315"/>
            </a:xfrm>
            <a:prstGeom prst="rect">
              <a:avLst/>
            </a:prstGeom>
            <a:ln w="9525">
              <a:headEnd/>
              <a:tailEnd/>
            </a:ln>
          </p:spPr>
          <p:style>
            <a:lnRef idx="2">
              <a:schemeClr val="accent1"/>
            </a:lnRef>
            <a:fillRef idx="1">
              <a:schemeClr val="lt1"/>
            </a:fillRef>
            <a:effectRef idx="0">
              <a:schemeClr val="accent1"/>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Cloning or copying</a:t>
              </a:r>
            </a:p>
          </p:txBody>
        </p:sp>
      </p:grpSp>
      <p:grpSp>
        <p:nvGrpSpPr>
          <p:cNvPr id="96" name="Group 44">
            <a:extLst>
              <a:ext uri="{FF2B5EF4-FFF2-40B4-BE49-F238E27FC236}">
                <a16:creationId xmlns:a16="http://schemas.microsoft.com/office/drawing/2014/main" id="{6373B8CA-91AA-4DDA-B6F3-AA7ED612A791}"/>
              </a:ext>
            </a:extLst>
          </p:cNvPr>
          <p:cNvGrpSpPr>
            <a:grpSpLocks/>
          </p:cNvGrpSpPr>
          <p:nvPr/>
        </p:nvGrpSpPr>
        <p:grpSpPr bwMode="auto">
          <a:xfrm>
            <a:off x="505933" y="1826982"/>
            <a:ext cx="3771362" cy="2083967"/>
            <a:chOff x="5529424" y="2152367"/>
            <a:chExt cx="2636379" cy="2725827"/>
          </a:xfrm>
          <a:solidFill>
            <a:schemeClr val="accent1"/>
          </a:solidFill>
        </p:grpSpPr>
        <p:sp>
          <p:nvSpPr>
            <p:cNvPr id="103" name="Rectangle 21">
              <a:extLst>
                <a:ext uri="{FF2B5EF4-FFF2-40B4-BE49-F238E27FC236}">
                  <a16:creationId xmlns:a16="http://schemas.microsoft.com/office/drawing/2014/main" id="{798A0739-6C9C-47DF-8809-9510F5F8EB1C}"/>
                </a:ext>
              </a:extLst>
            </p:cNvPr>
            <p:cNvSpPr>
              <a:spLocks noChangeArrowheads="1"/>
            </p:cNvSpPr>
            <p:nvPr/>
          </p:nvSpPr>
          <p:spPr bwMode="auto">
            <a:xfrm>
              <a:off x="6834286" y="4040970"/>
              <a:ext cx="1330854"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Radio Jamming</a:t>
              </a:r>
            </a:p>
            <a:p>
              <a:pPr algn="ctr"/>
              <a:r>
                <a:rPr lang="en-GB" altLang="ja-JP" sz="800" b="1" dirty="0">
                  <a:ea typeface="ＭＳ Ｐゴシック" charset="-128"/>
                  <a:cs typeface="Arial" pitchFamily="34" charset="0"/>
                </a:rPr>
                <a:t>Routing attack</a:t>
              </a:r>
            </a:p>
            <a:p>
              <a:pPr algn="ctr"/>
              <a:r>
                <a:rPr lang="en-GB" altLang="ja-JP" sz="800" b="1" dirty="0">
                  <a:ea typeface="ＭＳ Ｐゴシック" charset="-128"/>
                  <a:cs typeface="Arial" pitchFamily="34" charset="0"/>
                </a:rPr>
                <a:t>Radio Jabbering</a:t>
              </a:r>
            </a:p>
            <a:p>
              <a:pPr algn="ctr"/>
              <a:r>
                <a:rPr lang="en-GB" altLang="ja-JP" sz="800" b="1" dirty="0">
                  <a:ea typeface="ＭＳ Ｐゴシック" charset="-128"/>
                  <a:cs typeface="Arial" pitchFamily="34" charset="0"/>
                </a:rPr>
                <a:t>Stack, smashing </a:t>
              </a:r>
            </a:p>
          </p:txBody>
        </p:sp>
        <p:sp>
          <p:nvSpPr>
            <p:cNvPr id="104" name="Rectangle 22">
              <a:extLst>
                <a:ext uri="{FF2B5EF4-FFF2-40B4-BE49-F238E27FC236}">
                  <a16:creationId xmlns:a16="http://schemas.microsoft.com/office/drawing/2014/main" id="{AB294F02-BFE3-4B7C-8AB0-211DC2EC2A4D}"/>
                </a:ext>
              </a:extLst>
            </p:cNvPr>
            <p:cNvSpPr>
              <a:spLocks noChangeArrowheads="1"/>
            </p:cNvSpPr>
            <p:nvPr/>
          </p:nvSpPr>
          <p:spPr bwMode="auto">
            <a:xfrm>
              <a:off x="5529424" y="4040970"/>
              <a:ext cx="1304862"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Availability compromises at back office</a:t>
              </a:r>
            </a:p>
          </p:txBody>
        </p:sp>
        <p:sp>
          <p:nvSpPr>
            <p:cNvPr id="105" name="Rectangle 23">
              <a:extLst>
                <a:ext uri="{FF2B5EF4-FFF2-40B4-BE49-F238E27FC236}">
                  <a16:creationId xmlns:a16="http://schemas.microsoft.com/office/drawing/2014/main" id="{97D28A77-D1BB-4E4D-A230-721CDF30575F}"/>
                </a:ext>
              </a:extLst>
            </p:cNvPr>
            <p:cNvSpPr>
              <a:spLocks noChangeArrowheads="1"/>
            </p:cNvSpPr>
            <p:nvPr/>
          </p:nvSpPr>
          <p:spPr bwMode="auto">
            <a:xfrm>
              <a:off x="5529424" y="3096669"/>
              <a:ext cx="1304862"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Credential Compromised</a:t>
              </a:r>
            </a:p>
          </p:txBody>
        </p:sp>
        <p:sp>
          <p:nvSpPr>
            <p:cNvPr id="106" name="Rectangle 24">
              <a:extLst>
                <a:ext uri="{FF2B5EF4-FFF2-40B4-BE49-F238E27FC236}">
                  <a16:creationId xmlns:a16="http://schemas.microsoft.com/office/drawing/2014/main" id="{1CC2D39E-C6DF-4922-925E-B07B87B06A92}"/>
                </a:ext>
              </a:extLst>
            </p:cNvPr>
            <p:cNvSpPr>
              <a:spLocks noChangeArrowheads="1"/>
            </p:cNvSpPr>
            <p:nvPr/>
          </p:nvSpPr>
          <p:spPr bwMode="auto">
            <a:xfrm>
              <a:off x="6834286" y="3096669"/>
              <a:ext cx="1330854"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a:r>
                <a:rPr lang="en-GB" altLang="ja-JP" sz="800" b="1" dirty="0">
                  <a:ea typeface="ＭＳ Ｐゴシック" charset="-128"/>
                  <a:cs typeface="Arial" pitchFamily="34" charset="0"/>
                </a:rPr>
                <a:t>Denial of  Service attack &amp; DDOS</a:t>
              </a:r>
            </a:p>
          </p:txBody>
        </p:sp>
        <p:sp>
          <p:nvSpPr>
            <p:cNvPr id="107" name="Rectangle 25">
              <a:extLst>
                <a:ext uri="{FF2B5EF4-FFF2-40B4-BE49-F238E27FC236}">
                  <a16:creationId xmlns:a16="http://schemas.microsoft.com/office/drawing/2014/main" id="{3FC9B995-78E5-498B-B146-9CAD987FC35E}"/>
                </a:ext>
              </a:extLst>
            </p:cNvPr>
            <p:cNvSpPr>
              <a:spLocks noChangeArrowheads="1"/>
            </p:cNvSpPr>
            <p:nvPr/>
          </p:nvSpPr>
          <p:spPr bwMode="auto">
            <a:xfrm>
              <a:off x="5529424" y="2152368"/>
              <a:ext cx="1303706"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eaLnBrk="1" hangingPunct="1"/>
              <a:r>
                <a:rPr lang="en-GB" altLang="ja-JP" sz="800" b="1" dirty="0">
                  <a:ea typeface="ＭＳ Ｐゴシック" charset="-128"/>
                  <a:cs typeface="Arial" pitchFamily="34" charset="0"/>
                </a:rPr>
                <a:t>Radio or subversion takeover</a:t>
              </a:r>
            </a:p>
          </p:txBody>
        </p:sp>
        <p:sp>
          <p:nvSpPr>
            <p:cNvPr id="108" name="Rectangle 26">
              <a:extLst>
                <a:ext uri="{FF2B5EF4-FFF2-40B4-BE49-F238E27FC236}">
                  <a16:creationId xmlns:a16="http://schemas.microsoft.com/office/drawing/2014/main" id="{BCF68E05-A844-4129-9EC8-8FB5B19CF89A}"/>
                </a:ext>
              </a:extLst>
            </p:cNvPr>
            <p:cNvSpPr>
              <a:spLocks noChangeArrowheads="1"/>
            </p:cNvSpPr>
            <p:nvPr/>
          </p:nvSpPr>
          <p:spPr bwMode="auto">
            <a:xfrm>
              <a:off x="6833130" y="2152367"/>
              <a:ext cx="1332673" cy="837224"/>
            </a:xfrm>
            <a:prstGeom prst="rect">
              <a:avLst/>
            </a:prstGeom>
            <a:ln w="9525">
              <a:headEnd/>
              <a:tailEnd/>
            </a:ln>
          </p:spPr>
          <p:style>
            <a:lnRef idx="2">
              <a:schemeClr val="accent2"/>
            </a:lnRef>
            <a:fillRef idx="1">
              <a:schemeClr val="lt1"/>
            </a:fillRef>
            <a:effectRef idx="0">
              <a:schemeClr val="accent2"/>
            </a:effectRef>
            <a:fontRef idx="minor">
              <a:schemeClr val="dk1"/>
            </a:fontRef>
          </p:style>
          <p:txBody>
            <a:bodyPr lIns="88900" tIns="88900" rIns="88900" bIns="88900" anchor="ctr" anchorCtr="1"/>
            <a:lstStyle/>
            <a:p>
              <a:pPr algn="ctr" eaLnBrk="1" hangingPunct="1"/>
              <a:r>
                <a:rPr lang="en-GB" altLang="ja-JP" sz="800" b="1" dirty="0">
                  <a:ea typeface="ＭＳ Ｐゴシック" charset="-128"/>
                  <a:cs typeface="Arial" pitchFamily="34" charset="0"/>
                </a:rPr>
                <a:t>Network barge-in by unknown</a:t>
              </a:r>
            </a:p>
          </p:txBody>
        </p:sp>
      </p:grpSp>
      <p:sp>
        <p:nvSpPr>
          <p:cNvPr id="124" name="Rectangle 123">
            <a:extLst>
              <a:ext uri="{FF2B5EF4-FFF2-40B4-BE49-F238E27FC236}">
                <a16:creationId xmlns:a16="http://schemas.microsoft.com/office/drawing/2014/main" id="{41832212-52C1-459D-B78B-189944A8A051}"/>
              </a:ext>
            </a:extLst>
          </p:cNvPr>
          <p:cNvSpPr/>
          <p:nvPr/>
        </p:nvSpPr>
        <p:spPr bwMode="gray">
          <a:xfrm>
            <a:off x="505933" y="1333151"/>
            <a:ext cx="3771363" cy="457200"/>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t>Threats to system level security</a:t>
            </a:r>
          </a:p>
        </p:txBody>
      </p:sp>
      <p:sp>
        <p:nvSpPr>
          <p:cNvPr id="126" name="Rectangle 125">
            <a:extLst>
              <a:ext uri="{FF2B5EF4-FFF2-40B4-BE49-F238E27FC236}">
                <a16:creationId xmlns:a16="http://schemas.microsoft.com/office/drawing/2014/main" id="{92816435-C0A0-4596-9105-55FA6B36C14B}"/>
              </a:ext>
            </a:extLst>
          </p:cNvPr>
          <p:cNvSpPr/>
          <p:nvPr/>
        </p:nvSpPr>
        <p:spPr bwMode="gray">
          <a:xfrm>
            <a:off x="4368536" y="1333151"/>
            <a:ext cx="3532766" cy="4572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Theft or theft via services</a:t>
            </a:r>
          </a:p>
        </p:txBody>
      </p:sp>
      <p:sp>
        <p:nvSpPr>
          <p:cNvPr id="127" name="Rectangle 126">
            <a:extLst>
              <a:ext uri="{FF2B5EF4-FFF2-40B4-BE49-F238E27FC236}">
                <a16:creationId xmlns:a16="http://schemas.microsoft.com/office/drawing/2014/main" id="{3DB88709-FBE8-41BD-9481-F8BC068964D7}"/>
              </a:ext>
            </a:extLst>
          </p:cNvPr>
          <p:cNvSpPr/>
          <p:nvPr/>
        </p:nvSpPr>
        <p:spPr bwMode="gray">
          <a:xfrm>
            <a:off x="7992543" y="1333151"/>
            <a:ext cx="3654901" cy="457200"/>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Threats to privacy</a:t>
            </a:r>
          </a:p>
        </p:txBody>
      </p:sp>
      <p:sp>
        <p:nvSpPr>
          <p:cNvPr id="147" name="Rectangle 146">
            <a:extLst>
              <a:ext uri="{FF2B5EF4-FFF2-40B4-BE49-F238E27FC236}">
                <a16:creationId xmlns:a16="http://schemas.microsoft.com/office/drawing/2014/main" id="{CDDC7F2A-2305-40E1-A094-0F4FA8353FE3}"/>
              </a:ext>
            </a:extLst>
          </p:cNvPr>
          <p:cNvSpPr/>
          <p:nvPr/>
        </p:nvSpPr>
        <p:spPr bwMode="gray">
          <a:xfrm>
            <a:off x="498309" y="3987411"/>
            <a:ext cx="3771363" cy="365760"/>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gn="ctr">
              <a:lnSpc>
                <a:spcPct val="106000"/>
              </a:lnSpc>
            </a:pPr>
            <a:r>
              <a:rPr lang="en-US" sz="1050" b="1" dirty="0"/>
              <a:t>Attacks on Networks</a:t>
            </a:r>
          </a:p>
        </p:txBody>
      </p:sp>
      <p:grpSp>
        <p:nvGrpSpPr>
          <p:cNvPr id="148" name="Group 44">
            <a:extLst>
              <a:ext uri="{FF2B5EF4-FFF2-40B4-BE49-F238E27FC236}">
                <a16:creationId xmlns:a16="http://schemas.microsoft.com/office/drawing/2014/main" id="{74AE15F9-F788-4578-934F-C3EA11EA5106}"/>
              </a:ext>
            </a:extLst>
          </p:cNvPr>
          <p:cNvGrpSpPr>
            <a:grpSpLocks/>
          </p:cNvGrpSpPr>
          <p:nvPr/>
        </p:nvGrpSpPr>
        <p:grpSpPr bwMode="auto">
          <a:xfrm>
            <a:off x="498433" y="4398956"/>
            <a:ext cx="3771242" cy="1967547"/>
            <a:chOff x="5505020" y="2134002"/>
            <a:chExt cx="3992695" cy="2838039"/>
          </a:xfrm>
          <a:solidFill>
            <a:schemeClr val="accent4">
              <a:lumMod val="50000"/>
            </a:schemeClr>
          </a:solidFill>
        </p:grpSpPr>
        <p:sp>
          <p:nvSpPr>
            <p:cNvPr id="149" name="Rectangle 21">
              <a:extLst>
                <a:ext uri="{FF2B5EF4-FFF2-40B4-BE49-F238E27FC236}">
                  <a16:creationId xmlns:a16="http://schemas.microsoft.com/office/drawing/2014/main" id="{140D0C3D-5D4D-4B96-AF4E-5B64055BF04C}"/>
                </a:ext>
              </a:extLst>
            </p:cNvPr>
            <p:cNvSpPr>
              <a:spLocks noChangeArrowheads="1"/>
            </p:cNvSpPr>
            <p:nvPr/>
          </p:nvSpPr>
          <p:spPr bwMode="auto">
            <a:xfrm>
              <a:off x="6834286" y="4048774"/>
              <a:ext cx="1330855" cy="923267"/>
            </a:xfrm>
            <a:prstGeom prst="rect">
              <a:avLst/>
            </a:prstGeom>
            <a:solidFill>
              <a:schemeClr val="accent2">
                <a:lumMod val="40000"/>
                <a:lumOff val="60000"/>
              </a:schemeClr>
            </a:solidFill>
            <a:ln w="9525">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Gray Hole and sybil attacks</a:t>
              </a:r>
            </a:p>
          </p:txBody>
        </p:sp>
        <p:sp>
          <p:nvSpPr>
            <p:cNvPr id="150" name="Rectangle 22">
              <a:extLst>
                <a:ext uri="{FF2B5EF4-FFF2-40B4-BE49-F238E27FC236}">
                  <a16:creationId xmlns:a16="http://schemas.microsoft.com/office/drawing/2014/main" id="{8E5F9095-A1EE-41CE-9007-627E7A59ED80}"/>
                </a:ext>
              </a:extLst>
            </p:cNvPr>
            <p:cNvSpPr>
              <a:spLocks noChangeArrowheads="1"/>
            </p:cNvSpPr>
            <p:nvPr/>
          </p:nvSpPr>
          <p:spPr bwMode="auto">
            <a:xfrm>
              <a:off x="5505020" y="4048774"/>
              <a:ext cx="1329134" cy="923267"/>
            </a:xfrm>
            <a:prstGeom prst="rect">
              <a:avLst/>
            </a:prstGeom>
            <a:solidFill>
              <a:srgbClr val="DDEFE8"/>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Rainbow and Interference attacks</a:t>
              </a:r>
            </a:p>
          </p:txBody>
        </p:sp>
        <p:sp>
          <p:nvSpPr>
            <p:cNvPr id="151" name="Rectangle 23">
              <a:extLst>
                <a:ext uri="{FF2B5EF4-FFF2-40B4-BE49-F238E27FC236}">
                  <a16:creationId xmlns:a16="http://schemas.microsoft.com/office/drawing/2014/main" id="{1F5C140F-D40B-4191-8CCA-457CE47FD525}"/>
                </a:ext>
              </a:extLst>
            </p:cNvPr>
            <p:cNvSpPr>
              <a:spLocks noChangeArrowheads="1"/>
            </p:cNvSpPr>
            <p:nvPr/>
          </p:nvSpPr>
          <p:spPr bwMode="auto">
            <a:xfrm>
              <a:off x="5505021" y="3078169"/>
              <a:ext cx="1329134" cy="923267"/>
            </a:xfrm>
            <a:prstGeom prst="rect">
              <a:avLst/>
            </a:prstGeom>
            <a:solidFill>
              <a:schemeClr val="accent2">
                <a:lumMod val="40000"/>
                <a:lumOff val="60000"/>
              </a:schemeClr>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Insecure smart meter gateways</a:t>
              </a:r>
            </a:p>
          </p:txBody>
        </p:sp>
        <p:sp>
          <p:nvSpPr>
            <p:cNvPr id="152" name="Rectangle 24">
              <a:extLst>
                <a:ext uri="{FF2B5EF4-FFF2-40B4-BE49-F238E27FC236}">
                  <a16:creationId xmlns:a16="http://schemas.microsoft.com/office/drawing/2014/main" id="{8E917AC6-32EA-40F5-880C-A198BD122E35}"/>
                </a:ext>
              </a:extLst>
            </p:cNvPr>
            <p:cNvSpPr>
              <a:spLocks noChangeArrowheads="1"/>
            </p:cNvSpPr>
            <p:nvPr/>
          </p:nvSpPr>
          <p:spPr bwMode="auto">
            <a:xfrm>
              <a:off x="6834286" y="3078169"/>
              <a:ext cx="1330855" cy="923267"/>
            </a:xfrm>
            <a:prstGeom prst="rect">
              <a:avLst/>
            </a:prstGeom>
            <a:solidFill>
              <a:srgbClr val="DDEFE8"/>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Network Traffic sniffing</a:t>
              </a:r>
            </a:p>
          </p:txBody>
        </p:sp>
        <p:sp>
          <p:nvSpPr>
            <p:cNvPr id="153" name="Rectangle 25">
              <a:extLst>
                <a:ext uri="{FF2B5EF4-FFF2-40B4-BE49-F238E27FC236}">
                  <a16:creationId xmlns:a16="http://schemas.microsoft.com/office/drawing/2014/main" id="{91214B2A-91B8-42C0-9CC7-073046F6C6F7}"/>
                </a:ext>
              </a:extLst>
            </p:cNvPr>
            <p:cNvSpPr>
              <a:spLocks noChangeArrowheads="1"/>
            </p:cNvSpPr>
            <p:nvPr/>
          </p:nvSpPr>
          <p:spPr bwMode="auto">
            <a:xfrm>
              <a:off x="5506632" y="2134002"/>
              <a:ext cx="1325915" cy="923267"/>
            </a:xfrm>
            <a:prstGeom prst="rect">
              <a:avLst/>
            </a:prstGeom>
            <a:solidFill>
              <a:srgbClr val="DDEFE8"/>
            </a:solidFill>
            <a:ln w="9525" algn="ctr">
              <a:solidFill>
                <a:schemeClr val="bg1"/>
              </a:solidFill>
              <a:miter lim="800000"/>
              <a:headEnd/>
              <a:tailEnd/>
            </a:ln>
          </p:spPr>
          <p:txBody>
            <a:bodyPr wrap="none" lIns="365760" tIns="182880" rIns="274320" bIns="182880" anchor="ctr" anchorCtr="1"/>
            <a:lstStyle/>
            <a:p>
              <a:pPr eaLnBrk="1" hangingPunct="1"/>
              <a:endParaRPr lang="en-GB" altLang="ja-JP" sz="800" b="1" dirty="0">
                <a:ea typeface="ＭＳ Ｐゴシック" charset="-128"/>
                <a:cs typeface="Arial" pitchFamily="34" charset="0"/>
              </a:endParaRPr>
            </a:p>
            <a:p>
              <a:pPr eaLnBrk="1" hangingPunct="1"/>
              <a:endParaRPr lang="en-GB" altLang="ja-JP" sz="800" b="1" dirty="0">
                <a:ea typeface="ＭＳ Ｐゴシック" charset="-128"/>
                <a:cs typeface="Arial" pitchFamily="34" charset="0"/>
              </a:endParaRPr>
            </a:p>
            <a:p>
              <a:pPr eaLnBrk="1" hangingPunct="1"/>
              <a:r>
                <a:rPr lang="en-GB" altLang="ja-JP" sz="800" b="1" dirty="0">
                  <a:ea typeface="ＭＳ Ｐゴシック" charset="-128"/>
                  <a:cs typeface="Arial" pitchFamily="34" charset="0"/>
                </a:rPr>
                <a:t>Spoofing</a:t>
              </a:r>
            </a:p>
            <a:p>
              <a:pPr eaLnBrk="1" hangingPunct="1"/>
              <a:r>
                <a:rPr lang="en-GB" altLang="ja-JP" sz="800" b="1" dirty="0">
                  <a:ea typeface="ＭＳ Ｐゴシック" charset="-128"/>
                  <a:cs typeface="Arial" pitchFamily="34" charset="0"/>
                </a:rPr>
                <a:t>attacks</a:t>
              </a:r>
            </a:p>
            <a:p>
              <a:pPr marL="228600" indent="-228600" eaLnBrk="1" hangingPunct="1">
                <a:buAutoNum type="alphaLcPeriod"/>
              </a:pPr>
              <a:endParaRPr lang="en-GB" altLang="ja-JP" sz="800" b="1" dirty="0">
                <a:ea typeface="ＭＳ Ｐゴシック" charset="-128"/>
                <a:cs typeface="Arial" pitchFamily="34" charset="0"/>
              </a:endParaRPr>
            </a:p>
          </p:txBody>
        </p:sp>
        <p:sp>
          <p:nvSpPr>
            <p:cNvPr id="154" name="Rectangle 26">
              <a:extLst>
                <a:ext uri="{FF2B5EF4-FFF2-40B4-BE49-F238E27FC236}">
                  <a16:creationId xmlns:a16="http://schemas.microsoft.com/office/drawing/2014/main" id="{1094AA3A-C51E-4995-A837-0AB2071341E1}"/>
                </a:ext>
              </a:extLst>
            </p:cNvPr>
            <p:cNvSpPr>
              <a:spLocks noChangeArrowheads="1"/>
            </p:cNvSpPr>
            <p:nvPr/>
          </p:nvSpPr>
          <p:spPr bwMode="auto">
            <a:xfrm>
              <a:off x="6833747" y="2134002"/>
              <a:ext cx="1331913" cy="923267"/>
            </a:xfrm>
            <a:prstGeom prst="rect">
              <a:avLst/>
            </a:prstGeom>
            <a:solidFill>
              <a:schemeClr val="accent2">
                <a:lumMod val="40000"/>
                <a:lumOff val="60000"/>
              </a:schemeClr>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Killer Bee and ZigBee Attacks</a:t>
              </a:r>
            </a:p>
          </p:txBody>
        </p:sp>
        <p:sp>
          <p:nvSpPr>
            <p:cNvPr id="155" name="Rectangle 27">
              <a:extLst>
                <a:ext uri="{FF2B5EF4-FFF2-40B4-BE49-F238E27FC236}">
                  <a16:creationId xmlns:a16="http://schemas.microsoft.com/office/drawing/2014/main" id="{48A2FE19-FBA4-403F-8652-FC0BDABC1CE2}"/>
                </a:ext>
              </a:extLst>
            </p:cNvPr>
            <p:cNvSpPr>
              <a:spLocks noChangeArrowheads="1"/>
            </p:cNvSpPr>
            <p:nvPr/>
          </p:nvSpPr>
          <p:spPr bwMode="auto">
            <a:xfrm>
              <a:off x="8163420" y="4048774"/>
              <a:ext cx="1330855" cy="923267"/>
            </a:xfrm>
            <a:prstGeom prst="rect">
              <a:avLst/>
            </a:prstGeom>
            <a:solidFill>
              <a:srgbClr val="DDEFE8"/>
            </a:solidFill>
            <a:ln w="9525">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Wireless network attacks</a:t>
              </a:r>
            </a:p>
          </p:txBody>
        </p:sp>
        <p:sp>
          <p:nvSpPr>
            <p:cNvPr id="156" name="Rectangle 28">
              <a:extLst>
                <a:ext uri="{FF2B5EF4-FFF2-40B4-BE49-F238E27FC236}">
                  <a16:creationId xmlns:a16="http://schemas.microsoft.com/office/drawing/2014/main" id="{1A8ED923-42D7-4CD4-BC34-2029C38E51EB}"/>
                </a:ext>
              </a:extLst>
            </p:cNvPr>
            <p:cNvSpPr>
              <a:spLocks noChangeArrowheads="1"/>
            </p:cNvSpPr>
            <p:nvPr/>
          </p:nvSpPr>
          <p:spPr bwMode="auto">
            <a:xfrm>
              <a:off x="8166860" y="3078169"/>
              <a:ext cx="1330855" cy="923267"/>
            </a:xfrm>
            <a:prstGeom prst="rect">
              <a:avLst/>
            </a:prstGeom>
            <a:solidFill>
              <a:schemeClr val="accent2">
                <a:lumMod val="40000"/>
                <a:lumOff val="60000"/>
              </a:schemeClr>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TCP/IP attacks</a:t>
              </a:r>
            </a:p>
          </p:txBody>
        </p:sp>
        <p:sp>
          <p:nvSpPr>
            <p:cNvPr id="157" name="Rectangle 29">
              <a:extLst>
                <a:ext uri="{FF2B5EF4-FFF2-40B4-BE49-F238E27FC236}">
                  <a16:creationId xmlns:a16="http://schemas.microsoft.com/office/drawing/2014/main" id="{00CC6AD6-4AA1-41A1-B545-D5442D312956}"/>
                </a:ext>
              </a:extLst>
            </p:cNvPr>
            <p:cNvSpPr>
              <a:spLocks noChangeArrowheads="1"/>
            </p:cNvSpPr>
            <p:nvPr/>
          </p:nvSpPr>
          <p:spPr bwMode="auto">
            <a:xfrm>
              <a:off x="8166860" y="2134002"/>
              <a:ext cx="1330855" cy="923267"/>
            </a:xfrm>
            <a:prstGeom prst="rect">
              <a:avLst/>
            </a:prstGeom>
            <a:solidFill>
              <a:srgbClr val="DDEFE8"/>
            </a:solidFill>
            <a:ln w="9525" algn="ctr">
              <a:solidFill>
                <a:schemeClr val="bg1"/>
              </a:solidFill>
              <a:miter lim="800000"/>
              <a:headEnd/>
              <a:tailEnd/>
            </a:ln>
          </p:spPr>
          <p:txBody>
            <a:bodyPr lIns="91440" tIns="88900" rIns="88900" bIns="88900" anchor="ctr" anchorCtr="1"/>
            <a:lstStyle/>
            <a:p>
              <a:pPr eaLnBrk="1" hangingPunct="1"/>
              <a:r>
                <a:rPr lang="en-GB" altLang="ja-JP" sz="800" b="1" dirty="0">
                  <a:ea typeface="ＭＳ Ｐゴシック" charset="-128"/>
                  <a:cs typeface="Arial" pitchFamily="34" charset="0"/>
                </a:rPr>
                <a:t>Black Hole attacks</a:t>
              </a:r>
            </a:p>
          </p:txBody>
        </p:sp>
      </p:grpSp>
      <p:sp>
        <p:nvSpPr>
          <p:cNvPr id="158" name="Rectangle 157">
            <a:extLst>
              <a:ext uri="{FF2B5EF4-FFF2-40B4-BE49-F238E27FC236}">
                <a16:creationId xmlns:a16="http://schemas.microsoft.com/office/drawing/2014/main" id="{D31B496F-81E2-4920-BC60-9FD54F5B1CE9}"/>
              </a:ext>
            </a:extLst>
          </p:cNvPr>
          <p:cNvSpPr/>
          <p:nvPr/>
        </p:nvSpPr>
        <p:spPr bwMode="gray">
          <a:xfrm>
            <a:off x="4378486" y="3987411"/>
            <a:ext cx="3531713" cy="365760"/>
          </a:xfrm>
          <a:prstGeom prst="rect">
            <a:avLst/>
          </a:prstGeom>
          <a:solidFill>
            <a:schemeClr val="bg2">
              <a:lumMod val="50000"/>
            </a:schemeClr>
          </a:solidFill>
          <a:ln w="19050" algn="ctr">
            <a:noFill/>
            <a:miter lim="800000"/>
            <a:headEnd/>
            <a:tailEnd/>
          </a:ln>
        </p:spPr>
        <p:txBody>
          <a:bodyPr wrap="square" lIns="88900" tIns="88900" rIns="88900" bIns="88900" rtlCol="0" anchor="ctr"/>
          <a:lstStyle/>
          <a:p>
            <a:pPr algn="ctr">
              <a:lnSpc>
                <a:spcPct val="106000"/>
              </a:lnSpc>
            </a:pPr>
            <a:r>
              <a:rPr lang="en-US" sz="1050" b="1" dirty="0">
                <a:solidFill>
                  <a:schemeClr val="bg1"/>
                </a:solidFill>
              </a:rPr>
              <a:t>Attacks on Physical Hardware</a:t>
            </a:r>
          </a:p>
        </p:txBody>
      </p:sp>
      <p:grpSp>
        <p:nvGrpSpPr>
          <p:cNvPr id="159" name="Group 44">
            <a:extLst>
              <a:ext uri="{FF2B5EF4-FFF2-40B4-BE49-F238E27FC236}">
                <a16:creationId xmlns:a16="http://schemas.microsoft.com/office/drawing/2014/main" id="{F85B7A21-0524-4D7A-A861-D45B28B15B36}"/>
              </a:ext>
            </a:extLst>
          </p:cNvPr>
          <p:cNvGrpSpPr>
            <a:grpSpLocks/>
          </p:cNvGrpSpPr>
          <p:nvPr/>
        </p:nvGrpSpPr>
        <p:grpSpPr bwMode="auto">
          <a:xfrm>
            <a:off x="4378486" y="4396714"/>
            <a:ext cx="3531713" cy="1987683"/>
            <a:chOff x="5504890" y="2134002"/>
            <a:chExt cx="3992825" cy="2824243"/>
          </a:xfrm>
          <a:solidFill>
            <a:schemeClr val="accent1"/>
          </a:solidFill>
        </p:grpSpPr>
        <p:sp>
          <p:nvSpPr>
            <p:cNvPr id="160" name="Rectangle 21">
              <a:extLst>
                <a:ext uri="{FF2B5EF4-FFF2-40B4-BE49-F238E27FC236}">
                  <a16:creationId xmlns:a16="http://schemas.microsoft.com/office/drawing/2014/main" id="{60024687-8E0F-4DD0-B5EE-C76E300B2281}"/>
                </a:ext>
              </a:extLst>
            </p:cNvPr>
            <p:cNvSpPr>
              <a:spLocks noChangeArrowheads="1"/>
            </p:cNvSpPr>
            <p:nvPr/>
          </p:nvSpPr>
          <p:spPr bwMode="auto">
            <a:xfrm>
              <a:off x="6834419" y="4048773"/>
              <a:ext cx="1330854" cy="909472"/>
            </a:xfrm>
            <a:prstGeom prst="rect">
              <a:avLst/>
            </a:prstGeom>
            <a:solidFill>
              <a:schemeClr val="accent1">
                <a:lumMod val="40000"/>
                <a:lumOff val="60000"/>
              </a:schemeClr>
            </a:solidFill>
            <a:ln w="9525">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Internet in SIM</a:t>
              </a:r>
            </a:p>
          </p:txBody>
        </p:sp>
        <p:sp>
          <p:nvSpPr>
            <p:cNvPr id="161" name="Rectangle 22">
              <a:extLst>
                <a:ext uri="{FF2B5EF4-FFF2-40B4-BE49-F238E27FC236}">
                  <a16:creationId xmlns:a16="http://schemas.microsoft.com/office/drawing/2014/main" id="{8953B0E0-E7B0-4E38-8640-2FAC99353DC0}"/>
                </a:ext>
              </a:extLst>
            </p:cNvPr>
            <p:cNvSpPr>
              <a:spLocks noChangeArrowheads="1"/>
            </p:cNvSpPr>
            <p:nvPr/>
          </p:nvSpPr>
          <p:spPr bwMode="auto">
            <a:xfrm>
              <a:off x="5505152" y="4048773"/>
              <a:ext cx="1329134" cy="909472"/>
            </a:xfrm>
            <a:prstGeom prst="rect">
              <a:avLst/>
            </a:prstGeom>
            <a:solidFill>
              <a:schemeClr val="accent2">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Tampering of meter memory</a:t>
              </a:r>
            </a:p>
          </p:txBody>
        </p:sp>
        <p:sp>
          <p:nvSpPr>
            <p:cNvPr id="162" name="Rectangle 23">
              <a:extLst>
                <a:ext uri="{FF2B5EF4-FFF2-40B4-BE49-F238E27FC236}">
                  <a16:creationId xmlns:a16="http://schemas.microsoft.com/office/drawing/2014/main" id="{13F8CD61-91AE-487B-B61C-6DD6951B3377}"/>
                </a:ext>
              </a:extLst>
            </p:cNvPr>
            <p:cNvSpPr>
              <a:spLocks noChangeArrowheads="1"/>
            </p:cNvSpPr>
            <p:nvPr/>
          </p:nvSpPr>
          <p:spPr bwMode="auto">
            <a:xfrm>
              <a:off x="5505152" y="3091387"/>
              <a:ext cx="1329134" cy="909472"/>
            </a:xfrm>
            <a:prstGeom prst="rect">
              <a:avLst/>
            </a:prstGeom>
            <a:solidFill>
              <a:schemeClr val="accent1">
                <a:lumMod val="40000"/>
                <a:lumOff val="60000"/>
              </a:schemeClr>
            </a:solidFill>
            <a:ln w="9525" algn="ctr">
              <a:solidFill>
                <a:schemeClr val="bg1"/>
              </a:solidFill>
              <a:miter lim="800000"/>
              <a:headEnd/>
              <a:tailEnd/>
            </a:ln>
          </p:spPr>
          <p:txBody>
            <a:bodyPr lIns="88900" tIns="88900" rIns="88900" bIns="88900" anchor="ctr" anchorCtr="1"/>
            <a:lstStyle/>
            <a:p>
              <a:r>
                <a:rPr lang="en-GB" altLang="ja-JP" sz="800" b="1" dirty="0">
                  <a:ea typeface="ＭＳ Ｐゴシック" charset="-128"/>
                  <a:cs typeface="Arial" pitchFamily="34" charset="0"/>
                </a:rPr>
                <a:t>Battery removal</a:t>
              </a:r>
            </a:p>
          </p:txBody>
        </p:sp>
        <p:sp>
          <p:nvSpPr>
            <p:cNvPr id="163" name="Rectangle 24">
              <a:extLst>
                <a:ext uri="{FF2B5EF4-FFF2-40B4-BE49-F238E27FC236}">
                  <a16:creationId xmlns:a16="http://schemas.microsoft.com/office/drawing/2014/main" id="{10E058E7-4B73-4017-A995-2C2637BAFE4B}"/>
                </a:ext>
              </a:extLst>
            </p:cNvPr>
            <p:cNvSpPr>
              <a:spLocks noChangeArrowheads="1"/>
            </p:cNvSpPr>
            <p:nvPr/>
          </p:nvSpPr>
          <p:spPr bwMode="auto">
            <a:xfrm>
              <a:off x="6834419" y="3091387"/>
              <a:ext cx="1330854" cy="909472"/>
            </a:xfrm>
            <a:prstGeom prst="rect">
              <a:avLst/>
            </a:prstGeom>
            <a:solidFill>
              <a:schemeClr val="accent2">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Services activated on SIM</a:t>
              </a:r>
            </a:p>
          </p:txBody>
        </p:sp>
        <p:sp>
          <p:nvSpPr>
            <p:cNvPr id="164" name="Rectangle 25">
              <a:extLst>
                <a:ext uri="{FF2B5EF4-FFF2-40B4-BE49-F238E27FC236}">
                  <a16:creationId xmlns:a16="http://schemas.microsoft.com/office/drawing/2014/main" id="{8848CE81-EF66-48C4-8627-0D34C03492E6}"/>
                </a:ext>
              </a:extLst>
            </p:cNvPr>
            <p:cNvSpPr>
              <a:spLocks noChangeArrowheads="1"/>
            </p:cNvSpPr>
            <p:nvPr/>
          </p:nvSpPr>
          <p:spPr bwMode="auto">
            <a:xfrm>
              <a:off x="5504890" y="2134002"/>
              <a:ext cx="1333585" cy="909472"/>
            </a:xfrm>
            <a:prstGeom prst="rect">
              <a:avLst/>
            </a:prstGeom>
            <a:solidFill>
              <a:schemeClr val="accent2">
                <a:lumMod val="40000"/>
                <a:lumOff val="60000"/>
              </a:schemeClr>
            </a:solidFill>
            <a:ln w="9525" algn="ctr">
              <a:solidFill>
                <a:schemeClr val="bg1"/>
              </a:solidFill>
              <a:miter lim="800000"/>
              <a:headEnd/>
              <a:tailEnd/>
            </a:ln>
          </p:spPr>
          <p:txBody>
            <a:bodyPr lIns="88900" tIns="88900" rIns="88900" bIns="88900" anchor="ctr" anchorCtr="1"/>
            <a:lstStyle/>
            <a:p>
              <a:pPr eaLnBrk="1" hangingPunct="1"/>
              <a:endParaRPr lang="en-GB" altLang="ja-JP" sz="800" b="1" dirty="0">
                <a:ea typeface="ＭＳ Ｐゴシック" charset="-128"/>
                <a:cs typeface="Arial" pitchFamily="34" charset="0"/>
              </a:endParaRPr>
            </a:p>
            <a:p>
              <a:pPr eaLnBrk="1" hangingPunct="1"/>
              <a:endParaRPr lang="en-GB" altLang="ja-JP" sz="800" b="1" dirty="0">
                <a:ea typeface="ＭＳ Ｐゴシック" charset="-128"/>
                <a:cs typeface="Arial" pitchFamily="34" charset="0"/>
              </a:endParaRPr>
            </a:p>
            <a:p>
              <a:pPr eaLnBrk="1" hangingPunct="1"/>
              <a:r>
                <a:rPr lang="en-GB" altLang="ja-JP" sz="800" b="1" dirty="0">
                  <a:ea typeface="ＭＳ Ｐゴシック" charset="-128"/>
                  <a:cs typeface="Arial" pitchFamily="34" charset="0"/>
                </a:rPr>
                <a:t>Smart meter physical attacks</a:t>
              </a:r>
            </a:p>
            <a:p>
              <a:pPr marL="228600" indent="-228600" eaLnBrk="1" hangingPunct="1">
                <a:buAutoNum type="alphaLcPeriod"/>
              </a:pPr>
              <a:endParaRPr lang="en-GB" altLang="ja-JP" sz="800" b="1" dirty="0">
                <a:ea typeface="ＭＳ Ｐゴシック" charset="-128"/>
                <a:cs typeface="Arial" pitchFamily="34" charset="0"/>
              </a:endParaRPr>
            </a:p>
            <a:p>
              <a:pPr marL="228600" indent="-228600" eaLnBrk="1" hangingPunct="1">
                <a:buAutoNum type="alphaLcPeriod"/>
              </a:pPr>
              <a:endParaRPr lang="en-GB" altLang="ja-JP" sz="800" b="1" dirty="0">
                <a:ea typeface="ＭＳ Ｐゴシック" charset="-128"/>
                <a:cs typeface="Arial" pitchFamily="34" charset="0"/>
              </a:endParaRPr>
            </a:p>
          </p:txBody>
        </p:sp>
        <p:sp>
          <p:nvSpPr>
            <p:cNvPr id="165" name="Rectangle 26">
              <a:extLst>
                <a:ext uri="{FF2B5EF4-FFF2-40B4-BE49-F238E27FC236}">
                  <a16:creationId xmlns:a16="http://schemas.microsoft.com/office/drawing/2014/main" id="{FB89C83C-FA0F-4911-973C-E9BB1991F0F1}"/>
                </a:ext>
              </a:extLst>
            </p:cNvPr>
            <p:cNvSpPr>
              <a:spLocks noChangeArrowheads="1"/>
            </p:cNvSpPr>
            <p:nvPr/>
          </p:nvSpPr>
          <p:spPr bwMode="auto">
            <a:xfrm>
              <a:off x="6833890" y="2134002"/>
              <a:ext cx="1331913" cy="909472"/>
            </a:xfrm>
            <a:prstGeom prst="rect">
              <a:avLst/>
            </a:prstGeom>
            <a:solidFill>
              <a:schemeClr val="accent1">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Unauthorized Commands sent via vendors</a:t>
              </a:r>
            </a:p>
          </p:txBody>
        </p:sp>
        <p:sp>
          <p:nvSpPr>
            <p:cNvPr id="166" name="Rectangle 27">
              <a:extLst>
                <a:ext uri="{FF2B5EF4-FFF2-40B4-BE49-F238E27FC236}">
                  <a16:creationId xmlns:a16="http://schemas.microsoft.com/office/drawing/2014/main" id="{68A87B10-B683-4771-AD6F-127E3C37873B}"/>
                </a:ext>
              </a:extLst>
            </p:cNvPr>
            <p:cNvSpPr>
              <a:spLocks noChangeArrowheads="1"/>
            </p:cNvSpPr>
            <p:nvPr/>
          </p:nvSpPr>
          <p:spPr bwMode="auto">
            <a:xfrm>
              <a:off x="8163420" y="4048773"/>
              <a:ext cx="1330854" cy="909472"/>
            </a:xfrm>
            <a:prstGeom prst="rect">
              <a:avLst/>
            </a:prstGeom>
            <a:solidFill>
              <a:schemeClr val="accent2">
                <a:lumMod val="40000"/>
                <a:lumOff val="60000"/>
              </a:schemeClr>
            </a:solidFill>
            <a:ln w="9525">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Insecure APN </a:t>
              </a:r>
            </a:p>
          </p:txBody>
        </p:sp>
        <p:sp>
          <p:nvSpPr>
            <p:cNvPr id="167" name="Rectangle 28">
              <a:extLst>
                <a:ext uri="{FF2B5EF4-FFF2-40B4-BE49-F238E27FC236}">
                  <a16:creationId xmlns:a16="http://schemas.microsoft.com/office/drawing/2014/main" id="{D55201FA-E489-4715-84D6-B7B4FA1C8A7C}"/>
                </a:ext>
              </a:extLst>
            </p:cNvPr>
            <p:cNvSpPr>
              <a:spLocks noChangeArrowheads="1"/>
            </p:cNvSpPr>
            <p:nvPr/>
          </p:nvSpPr>
          <p:spPr bwMode="auto">
            <a:xfrm>
              <a:off x="8166861" y="3091387"/>
              <a:ext cx="1330854" cy="909472"/>
            </a:xfrm>
            <a:prstGeom prst="rect">
              <a:avLst/>
            </a:prstGeom>
            <a:solidFill>
              <a:schemeClr val="accent1">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Non-unique meter  identification keys</a:t>
              </a:r>
            </a:p>
          </p:txBody>
        </p:sp>
        <p:sp>
          <p:nvSpPr>
            <p:cNvPr id="168" name="Rectangle 29">
              <a:extLst>
                <a:ext uri="{FF2B5EF4-FFF2-40B4-BE49-F238E27FC236}">
                  <a16:creationId xmlns:a16="http://schemas.microsoft.com/office/drawing/2014/main" id="{142BCD6A-3BA0-482C-B8A6-0E5EAF0FA64B}"/>
                </a:ext>
              </a:extLst>
            </p:cNvPr>
            <p:cNvSpPr>
              <a:spLocks noChangeArrowheads="1"/>
            </p:cNvSpPr>
            <p:nvPr/>
          </p:nvSpPr>
          <p:spPr bwMode="auto">
            <a:xfrm>
              <a:off x="8166861" y="2134002"/>
              <a:ext cx="1330854" cy="909472"/>
            </a:xfrm>
            <a:prstGeom prst="rect">
              <a:avLst/>
            </a:prstGeom>
            <a:solidFill>
              <a:schemeClr val="accent2">
                <a:lumMod val="40000"/>
                <a:lumOff val="6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Non-unique meter authentication keys</a:t>
              </a:r>
            </a:p>
          </p:txBody>
        </p:sp>
      </p:grpSp>
      <p:sp>
        <p:nvSpPr>
          <p:cNvPr id="169" name="Rectangle 168">
            <a:extLst>
              <a:ext uri="{FF2B5EF4-FFF2-40B4-BE49-F238E27FC236}">
                <a16:creationId xmlns:a16="http://schemas.microsoft.com/office/drawing/2014/main" id="{639D8464-292E-4A72-B66F-977549637E4C}"/>
              </a:ext>
            </a:extLst>
          </p:cNvPr>
          <p:cNvSpPr/>
          <p:nvPr/>
        </p:nvSpPr>
        <p:spPr bwMode="gray">
          <a:xfrm>
            <a:off x="8012442" y="3987411"/>
            <a:ext cx="3627724" cy="365760"/>
          </a:xfrm>
          <a:prstGeom prst="rect">
            <a:avLst/>
          </a:prstGeom>
          <a:solidFill>
            <a:schemeClr val="tx2">
              <a:lumMod val="50000"/>
            </a:schemeClr>
          </a:solidFill>
          <a:ln w="19050" algn="ctr">
            <a:noFill/>
            <a:miter lim="800000"/>
            <a:headEnd/>
            <a:tailEnd/>
          </a:ln>
        </p:spPr>
        <p:txBody>
          <a:bodyPr wrap="square" lIns="88900" tIns="88900" rIns="88900" bIns="88900" rtlCol="0" anchor="ctr"/>
          <a:lstStyle/>
          <a:p>
            <a:pPr algn="ctr">
              <a:lnSpc>
                <a:spcPct val="106000"/>
              </a:lnSpc>
            </a:pPr>
            <a:r>
              <a:rPr lang="en-US" sz="1050" b="1" dirty="0">
                <a:solidFill>
                  <a:schemeClr val="bg1"/>
                </a:solidFill>
              </a:rPr>
              <a:t>Attacks on Data</a:t>
            </a:r>
          </a:p>
        </p:txBody>
      </p:sp>
      <p:grpSp>
        <p:nvGrpSpPr>
          <p:cNvPr id="170" name="Group 44">
            <a:extLst>
              <a:ext uri="{FF2B5EF4-FFF2-40B4-BE49-F238E27FC236}">
                <a16:creationId xmlns:a16="http://schemas.microsoft.com/office/drawing/2014/main" id="{36E83EB0-BAF3-4858-AD7A-13F2518A6750}"/>
              </a:ext>
            </a:extLst>
          </p:cNvPr>
          <p:cNvGrpSpPr>
            <a:grpSpLocks/>
          </p:cNvGrpSpPr>
          <p:nvPr/>
        </p:nvGrpSpPr>
        <p:grpSpPr bwMode="auto">
          <a:xfrm>
            <a:off x="8019014" y="4396713"/>
            <a:ext cx="3635005" cy="1987682"/>
            <a:chOff x="5504891" y="2134003"/>
            <a:chExt cx="3992824" cy="2813182"/>
          </a:xfrm>
          <a:solidFill>
            <a:schemeClr val="accent1"/>
          </a:solidFill>
        </p:grpSpPr>
        <p:sp>
          <p:nvSpPr>
            <p:cNvPr id="171" name="Rectangle 21">
              <a:extLst>
                <a:ext uri="{FF2B5EF4-FFF2-40B4-BE49-F238E27FC236}">
                  <a16:creationId xmlns:a16="http://schemas.microsoft.com/office/drawing/2014/main" id="{206BE7D4-1FB7-4B31-87BD-887A199143AF}"/>
                </a:ext>
              </a:extLst>
            </p:cNvPr>
            <p:cNvSpPr>
              <a:spLocks noChangeArrowheads="1"/>
            </p:cNvSpPr>
            <p:nvPr/>
          </p:nvSpPr>
          <p:spPr bwMode="auto">
            <a:xfrm>
              <a:off x="6834286" y="4048773"/>
              <a:ext cx="1330853" cy="898412"/>
            </a:xfrm>
            <a:prstGeom prst="rect">
              <a:avLst/>
            </a:prstGeom>
            <a:solidFill>
              <a:schemeClr val="accent4">
                <a:lumMod val="20000"/>
                <a:lumOff val="80000"/>
              </a:schemeClr>
            </a:solidFill>
            <a:ln w="9525">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Man in the middle attacks</a:t>
              </a:r>
            </a:p>
          </p:txBody>
        </p:sp>
        <p:sp>
          <p:nvSpPr>
            <p:cNvPr id="172" name="Rectangle 22">
              <a:extLst>
                <a:ext uri="{FF2B5EF4-FFF2-40B4-BE49-F238E27FC236}">
                  <a16:creationId xmlns:a16="http://schemas.microsoft.com/office/drawing/2014/main" id="{A0D6224C-1370-46EC-A274-0DD7BE996EA7}"/>
                </a:ext>
              </a:extLst>
            </p:cNvPr>
            <p:cNvSpPr>
              <a:spLocks noChangeArrowheads="1"/>
            </p:cNvSpPr>
            <p:nvPr/>
          </p:nvSpPr>
          <p:spPr bwMode="auto">
            <a:xfrm>
              <a:off x="5505152" y="4048773"/>
              <a:ext cx="1329134" cy="898412"/>
            </a:xfrm>
            <a:prstGeom prst="rect">
              <a:avLst/>
            </a:prstGeom>
            <a:solidFill>
              <a:schemeClr val="bg1"/>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Unauthorized meter commands sent in Bulk</a:t>
              </a:r>
            </a:p>
          </p:txBody>
        </p:sp>
        <p:sp>
          <p:nvSpPr>
            <p:cNvPr id="173" name="Rectangle 23">
              <a:extLst>
                <a:ext uri="{FF2B5EF4-FFF2-40B4-BE49-F238E27FC236}">
                  <a16:creationId xmlns:a16="http://schemas.microsoft.com/office/drawing/2014/main" id="{639FDAC2-0C12-4C8C-927A-5DC2581031F4}"/>
                </a:ext>
              </a:extLst>
            </p:cNvPr>
            <p:cNvSpPr>
              <a:spLocks noChangeArrowheads="1"/>
            </p:cNvSpPr>
            <p:nvPr/>
          </p:nvSpPr>
          <p:spPr bwMode="auto">
            <a:xfrm>
              <a:off x="5505152" y="3078168"/>
              <a:ext cx="1329134" cy="898412"/>
            </a:xfrm>
            <a:prstGeom prst="rect">
              <a:avLst/>
            </a:prstGeom>
            <a:solidFill>
              <a:schemeClr val="accent4">
                <a:lumMod val="20000"/>
                <a:lumOff val="8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Checksum forgery attack</a:t>
              </a:r>
            </a:p>
          </p:txBody>
        </p:sp>
        <p:sp>
          <p:nvSpPr>
            <p:cNvPr id="174" name="Rectangle 24">
              <a:extLst>
                <a:ext uri="{FF2B5EF4-FFF2-40B4-BE49-F238E27FC236}">
                  <a16:creationId xmlns:a16="http://schemas.microsoft.com/office/drawing/2014/main" id="{229B2082-C29E-4A4C-8075-A072C24C56B8}"/>
                </a:ext>
              </a:extLst>
            </p:cNvPr>
            <p:cNvSpPr>
              <a:spLocks noChangeArrowheads="1"/>
            </p:cNvSpPr>
            <p:nvPr/>
          </p:nvSpPr>
          <p:spPr bwMode="auto">
            <a:xfrm>
              <a:off x="6834286" y="3078168"/>
              <a:ext cx="1330853" cy="898412"/>
            </a:xfrm>
            <a:prstGeom prst="rect">
              <a:avLst/>
            </a:prstGeom>
            <a:solidFill>
              <a:schemeClr val="bg1"/>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Unauthorized access</a:t>
              </a:r>
            </a:p>
          </p:txBody>
        </p:sp>
        <p:sp>
          <p:nvSpPr>
            <p:cNvPr id="175" name="Rectangle 25">
              <a:extLst>
                <a:ext uri="{FF2B5EF4-FFF2-40B4-BE49-F238E27FC236}">
                  <a16:creationId xmlns:a16="http://schemas.microsoft.com/office/drawing/2014/main" id="{663354A1-8E0B-411A-B96B-7B5CC481C62B}"/>
                </a:ext>
              </a:extLst>
            </p:cNvPr>
            <p:cNvSpPr>
              <a:spLocks noChangeArrowheads="1"/>
            </p:cNvSpPr>
            <p:nvPr/>
          </p:nvSpPr>
          <p:spPr bwMode="auto">
            <a:xfrm>
              <a:off x="5504891" y="2134003"/>
              <a:ext cx="1325915" cy="898412"/>
            </a:xfrm>
            <a:prstGeom prst="rect">
              <a:avLst/>
            </a:prstGeom>
            <a:solidFill>
              <a:schemeClr val="bg1"/>
            </a:solidFill>
            <a:ln w="9525" algn="ctr">
              <a:solidFill>
                <a:schemeClr val="bg1"/>
              </a:solidFill>
              <a:miter lim="800000"/>
              <a:headEnd/>
              <a:tailEnd/>
            </a:ln>
          </p:spPr>
          <p:txBody>
            <a:bodyPr lIns="88900" tIns="88900" rIns="88900" bIns="88900" anchor="ctr" anchorCtr="1"/>
            <a:lstStyle/>
            <a:p>
              <a:pPr eaLnBrk="1" hangingPunct="1"/>
              <a:endParaRPr lang="en-GB" altLang="ja-JP" sz="800" b="1" dirty="0">
                <a:ea typeface="ＭＳ Ｐゴシック" charset="-128"/>
                <a:cs typeface="Arial" pitchFamily="34" charset="0"/>
              </a:endParaRPr>
            </a:p>
            <a:p>
              <a:pPr eaLnBrk="1" hangingPunct="1"/>
              <a:endParaRPr lang="en-GB" altLang="ja-JP" sz="800" b="1" dirty="0">
                <a:ea typeface="ＭＳ Ｐゴシック" charset="-128"/>
                <a:cs typeface="Arial" pitchFamily="34" charset="0"/>
              </a:endParaRPr>
            </a:p>
            <a:p>
              <a:pPr eaLnBrk="1" hangingPunct="1"/>
              <a:r>
                <a:rPr lang="en-GB" altLang="ja-JP" sz="800" b="1" dirty="0">
                  <a:ea typeface="ＭＳ Ｐゴシック" charset="-128"/>
                  <a:cs typeface="Arial" pitchFamily="34" charset="0"/>
                </a:rPr>
                <a:t>Data Integrity</a:t>
              </a:r>
            </a:p>
            <a:p>
              <a:pPr marL="228600" indent="-228600" eaLnBrk="1" hangingPunct="1">
                <a:buAutoNum type="alphaLcPeriod"/>
              </a:pPr>
              <a:endParaRPr lang="en-GB" altLang="ja-JP" sz="800" b="1" dirty="0">
                <a:ea typeface="ＭＳ Ｐゴシック" charset="-128"/>
                <a:cs typeface="Arial" pitchFamily="34" charset="0"/>
              </a:endParaRPr>
            </a:p>
            <a:p>
              <a:pPr marL="228600" indent="-228600" eaLnBrk="1" hangingPunct="1">
                <a:buAutoNum type="alphaLcPeriod"/>
              </a:pPr>
              <a:endParaRPr lang="en-GB" altLang="ja-JP" sz="800" b="1" dirty="0">
                <a:ea typeface="ＭＳ Ｐゴシック" charset="-128"/>
                <a:cs typeface="Arial" pitchFamily="34" charset="0"/>
              </a:endParaRPr>
            </a:p>
          </p:txBody>
        </p:sp>
        <p:sp>
          <p:nvSpPr>
            <p:cNvPr id="176" name="Rectangle 26">
              <a:extLst>
                <a:ext uri="{FF2B5EF4-FFF2-40B4-BE49-F238E27FC236}">
                  <a16:creationId xmlns:a16="http://schemas.microsoft.com/office/drawing/2014/main" id="{C1640E47-36EF-43C3-B189-6D471A2E56CC}"/>
                </a:ext>
              </a:extLst>
            </p:cNvPr>
            <p:cNvSpPr>
              <a:spLocks noChangeArrowheads="1"/>
            </p:cNvSpPr>
            <p:nvPr/>
          </p:nvSpPr>
          <p:spPr bwMode="auto">
            <a:xfrm>
              <a:off x="6833890" y="2134003"/>
              <a:ext cx="1331913" cy="898412"/>
            </a:xfrm>
            <a:prstGeom prst="rect">
              <a:avLst/>
            </a:prstGeom>
            <a:solidFill>
              <a:schemeClr val="accent4">
                <a:lumMod val="20000"/>
                <a:lumOff val="8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Parallel Checksum and Computation</a:t>
              </a:r>
            </a:p>
          </p:txBody>
        </p:sp>
        <p:sp>
          <p:nvSpPr>
            <p:cNvPr id="177" name="Rectangle 27">
              <a:extLst>
                <a:ext uri="{FF2B5EF4-FFF2-40B4-BE49-F238E27FC236}">
                  <a16:creationId xmlns:a16="http://schemas.microsoft.com/office/drawing/2014/main" id="{B65037BC-1E71-4FCB-88A5-7EE61A077C00}"/>
                </a:ext>
              </a:extLst>
            </p:cNvPr>
            <p:cNvSpPr>
              <a:spLocks noChangeArrowheads="1"/>
            </p:cNvSpPr>
            <p:nvPr/>
          </p:nvSpPr>
          <p:spPr bwMode="auto">
            <a:xfrm>
              <a:off x="8163420" y="4048773"/>
              <a:ext cx="1330853" cy="898412"/>
            </a:xfrm>
            <a:prstGeom prst="rect">
              <a:avLst/>
            </a:prstGeom>
            <a:solidFill>
              <a:schemeClr val="bg1"/>
            </a:solidFill>
            <a:ln w="9525">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Eavesdropping of messages sent by smart meter.</a:t>
              </a:r>
            </a:p>
          </p:txBody>
        </p:sp>
        <p:sp>
          <p:nvSpPr>
            <p:cNvPr id="178" name="Rectangle 28">
              <a:extLst>
                <a:ext uri="{FF2B5EF4-FFF2-40B4-BE49-F238E27FC236}">
                  <a16:creationId xmlns:a16="http://schemas.microsoft.com/office/drawing/2014/main" id="{AE0B28A7-261B-4263-A4A3-C609969F3F25}"/>
                </a:ext>
              </a:extLst>
            </p:cNvPr>
            <p:cNvSpPr>
              <a:spLocks noChangeArrowheads="1"/>
            </p:cNvSpPr>
            <p:nvPr/>
          </p:nvSpPr>
          <p:spPr bwMode="auto">
            <a:xfrm>
              <a:off x="8166862" y="3078168"/>
              <a:ext cx="1330853" cy="898412"/>
            </a:xfrm>
            <a:prstGeom prst="rect">
              <a:avLst/>
            </a:prstGeom>
            <a:solidFill>
              <a:schemeClr val="accent4">
                <a:lumMod val="20000"/>
                <a:lumOff val="80000"/>
              </a:schemeClr>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Parallel Checksum computation attack</a:t>
              </a:r>
            </a:p>
          </p:txBody>
        </p:sp>
        <p:sp>
          <p:nvSpPr>
            <p:cNvPr id="179" name="Rectangle 29">
              <a:extLst>
                <a:ext uri="{FF2B5EF4-FFF2-40B4-BE49-F238E27FC236}">
                  <a16:creationId xmlns:a16="http://schemas.microsoft.com/office/drawing/2014/main" id="{172C7FE1-D680-4EEB-A8CE-415CDDDD2103}"/>
                </a:ext>
              </a:extLst>
            </p:cNvPr>
            <p:cNvSpPr>
              <a:spLocks noChangeArrowheads="1"/>
            </p:cNvSpPr>
            <p:nvPr/>
          </p:nvSpPr>
          <p:spPr bwMode="auto">
            <a:xfrm>
              <a:off x="8166862" y="2134003"/>
              <a:ext cx="1330853" cy="898412"/>
            </a:xfrm>
            <a:prstGeom prst="rect">
              <a:avLst/>
            </a:prstGeom>
            <a:solidFill>
              <a:schemeClr val="bg1"/>
            </a:solidFill>
            <a:ln w="9525" algn="ctr">
              <a:solidFill>
                <a:schemeClr val="bg1"/>
              </a:solidFill>
              <a:miter lim="800000"/>
              <a:headEnd/>
              <a:tailEnd/>
            </a:ln>
          </p:spPr>
          <p:txBody>
            <a:bodyPr lIns="88900" tIns="88900" rIns="88900" bIns="88900" anchor="ctr" anchorCtr="1"/>
            <a:lstStyle/>
            <a:p>
              <a:pPr eaLnBrk="1" hangingPunct="1"/>
              <a:r>
                <a:rPr lang="en-GB" altLang="ja-JP" sz="800" b="1" dirty="0">
                  <a:ea typeface="ＭＳ Ｐゴシック" charset="-128"/>
                  <a:cs typeface="Arial" pitchFamily="34" charset="0"/>
                </a:rPr>
                <a:t>Malicious Software</a:t>
              </a:r>
            </a:p>
          </p:txBody>
        </p:sp>
      </p:grpSp>
      <p:grpSp>
        <p:nvGrpSpPr>
          <p:cNvPr id="3" name="Group 2">
            <a:extLst>
              <a:ext uri="{FF2B5EF4-FFF2-40B4-BE49-F238E27FC236}">
                <a16:creationId xmlns:a16="http://schemas.microsoft.com/office/drawing/2014/main" id="{38561350-2143-40B8-AF8A-2DA2FEC1865C}"/>
              </a:ext>
            </a:extLst>
          </p:cNvPr>
          <p:cNvGrpSpPr/>
          <p:nvPr/>
        </p:nvGrpSpPr>
        <p:grpSpPr>
          <a:xfrm>
            <a:off x="8001779" y="1823347"/>
            <a:ext cx="3648324" cy="2092733"/>
            <a:chOff x="8001779" y="1756189"/>
            <a:chExt cx="3648324" cy="2181294"/>
          </a:xfrm>
        </p:grpSpPr>
        <p:grpSp>
          <p:nvGrpSpPr>
            <p:cNvPr id="112" name="Group 44">
              <a:extLst>
                <a:ext uri="{FF2B5EF4-FFF2-40B4-BE49-F238E27FC236}">
                  <a16:creationId xmlns:a16="http://schemas.microsoft.com/office/drawing/2014/main" id="{03800C69-0C77-4DBA-A477-A0110879BF84}"/>
                </a:ext>
              </a:extLst>
            </p:cNvPr>
            <p:cNvGrpSpPr>
              <a:grpSpLocks/>
            </p:cNvGrpSpPr>
            <p:nvPr/>
          </p:nvGrpSpPr>
          <p:grpSpPr bwMode="auto">
            <a:xfrm>
              <a:off x="8001779" y="1756189"/>
              <a:ext cx="3648324" cy="2181294"/>
              <a:chOff x="5508037" y="2020997"/>
              <a:chExt cx="2664358" cy="2867069"/>
            </a:xfrm>
            <a:solidFill>
              <a:schemeClr val="accent1"/>
            </a:solidFill>
          </p:grpSpPr>
          <p:sp>
            <p:nvSpPr>
              <p:cNvPr id="114" name="Rectangle 22">
                <a:extLst>
                  <a:ext uri="{FF2B5EF4-FFF2-40B4-BE49-F238E27FC236}">
                    <a16:creationId xmlns:a16="http://schemas.microsoft.com/office/drawing/2014/main" id="{5BAF05C4-D721-4172-AC02-3046721636BA}"/>
                  </a:ext>
                </a:extLst>
              </p:cNvPr>
              <p:cNvSpPr>
                <a:spLocks noChangeArrowheads="1"/>
              </p:cNvSpPr>
              <p:nvPr/>
            </p:nvSpPr>
            <p:spPr bwMode="auto">
              <a:xfrm>
                <a:off x="5513087" y="4011150"/>
                <a:ext cx="1329134" cy="876916"/>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Backhaul: Connectivity of internet portals  directly with MDM.</a:t>
                </a:r>
              </a:p>
            </p:txBody>
          </p:sp>
          <p:sp>
            <p:nvSpPr>
              <p:cNvPr id="115" name="Rectangle 23">
                <a:extLst>
                  <a:ext uri="{FF2B5EF4-FFF2-40B4-BE49-F238E27FC236}">
                    <a16:creationId xmlns:a16="http://schemas.microsoft.com/office/drawing/2014/main" id="{17B1BB01-CD1A-47AF-A5AF-2E0BFEE2915C}"/>
                  </a:ext>
                </a:extLst>
              </p:cNvPr>
              <p:cNvSpPr>
                <a:spLocks noChangeArrowheads="1"/>
              </p:cNvSpPr>
              <p:nvPr/>
            </p:nvSpPr>
            <p:spPr bwMode="auto">
              <a:xfrm>
                <a:off x="5508037" y="3021422"/>
                <a:ext cx="1329134" cy="876916"/>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Backhaul IP network Interception</a:t>
                </a:r>
              </a:p>
            </p:txBody>
          </p:sp>
          <p:sp>
            <p:nvSpPr>
              <p:cNvPr id="116" name="Rectangle 24">
                <a:extLst>
                  <a:ext uri="{FF2B5EF4-FFF2-40B4-BE49-F238E27FC236}">
                    <a16:creationId xmlns:a16="http://schemas.microsoft.com/office/drawing/2014/main" id="{28FC0C63-E5D4-4BD9-9392-43B493CB4E44}"/>
                  </a:ext>
                </a:extLst>
              </p:cNvPr>
              <p:cNvSpPr>
                <a:spLocks noChangeArrowheads="1"/>
              </p:cNvSpPr>
              <p:nvPr/>
            </p:nvSpPr>
            <p:spPr bwMode="auto">
              <a:xfrm>
                <a:off x="6834286" y="3021422"/>
                <a:ext cx="1330854" cy="876916"/>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Misuse of private data</a:t>
                </a:r>
              </a:p>
            </p:txBody>
          </p:sp>
          <p:sp>
            <p:nvSpPr>
              <p:cNvPr id="117" name="Rectangle 25">
                <a:extLst>
                  <a:ext uri="{FF2B5EF4-FFF2-40B4-BE49-F238E27FC236}">
                    <a16:creationId xmlns:a16="http://schemas.microsoft.com/office/drawing/2014/main" id="{B418A389-51BF-4F63-AFE9-D14DF0CAE9D7}"/>
                  </a:ext>
                </a:extLst>
              </p:cNvPr>
              <p:cNvSpPr>
                <a:spLocks noChangeArrowheads="1"/>
              </p:cNvSpPr>
              <p:nvPr/>
            </p:nvSpPr>
            <p:spPr bwMode="auto">
              <a:xfrm>
                <a:off x="5511897" y="2020997"/>
                <a:ext cx="1328738" cy="876917"/>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Interception/Eavesdropping</a:t>
                </a:r>
              </a:p>
            </p:txBody>
          </p:sp>
          <p:sp>
            <p:nvSpPr>
              <p:cNvPr id="118" name="Rectangle 26">
                <a:extLst>
                  <a:ext uri="{FF2B5EF4-FFF2-40B4-BE49-F238E27FC236}">
                    <a16:creationId xmlns:a16="http://schemas.microsoft.com/office/drawing/2014/main" id="{5ADDD242-887B-4733-9879-25AD7004852A}"/>
                  </a:ext>
                </a:extLst>
              </p:cNvPr>
              <p:cNvSpPr>
                <a:spLocks noChangeArrowheads="1"/>
              </p:cNvSpPr>
              <p:nvPr/>
            </p:nvSpPr>
            <p:spPr bwMode="auto">
              <a:xfrm>
                <a:off x="6840482" y="2020998"/>
                <a:ext cx="1331913" cy="876916"/>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eaLnBrk="1" hangingPunct="1"/>
                <a:r>
                  <a:rPr lang="en-GB" altLang="ja-JP" sz="800" b="1" dirty="0">
                    <a:ea typeface="ＭＳ Ｐゴシック" charset="-128"/>
                    <a:cs typeface="Arial" pitchFamily="34" charset="0"/>
                  </a:rPr>
                  <a:t>Forward Point Compromise</a:t>
                </a:r>
              </a:p>
            </p:txBody>
          </p:sp>
        </p:grpSp>
        <p:sp>
          <p:nvSpPr>
            <p:cNvPr id="180" name="Rectangle 22">
              <a:extLst>
                <a:ext uri="{FF2B5EF4-FFF2-40B4-BE49-F238E27FC236}">
                  <a16:creationId xmlns:a16="http://schemas.microsoft.com/office/drawing/2014/main" id="{B588C7B9-666F-4FBC-B1F9-200DD12EAA3C}"/>
                </a:ext>
              </a:extLst>
            </p:cNvPr>
            <p:cNvSpPr>
              <a:spLocks noChangeArrowheads="1"/>
            </p:cNvSpPr>
            <p:nvPr/>
          </p:nvSpPr>
          <p:spPr bwMode="auto">
            <a:xfrm>
              <a:off x="9821133" y="3270316"/>
              <a:ext cx="1827220" cy="667167"/>
            </a:xfrm>
            <a:prstGeom prst="rect">
              <a:avLst/>
            </a:prstGeom>
            <a:ln w="9525">
              <a:headEnd/>
              <a:tailEnd/>
            </a:ln>
          </p:spPr>
          <p:style>
            <a:lnRef idx="2">
              <a:schemeClr val="accent5"/>
            </a:lnRef>
            <a:fillRef idx="1">
              <a:schemeClr val="lt1"/>
            </a:fillRef>
            <a:effectRef idx="0">
              <a:schemeClr val="accent5"/>
            </a:effectRef>
            <a:fontRef idx="minor">
              <a:schemeClr val="dk1"/>
            </a:fontRef>
          </p:style>
          <p:txBody>
            <a:bodyPr lIns="88900" tIns="88900" rIns="88900" bIns="88900" anchor="ctr" anchorCtr="1"/>
            <a:lstStyle/>
            <a:p>
              <a:pPr algn="ctr" eaLnBrk="1" hangingPunct="1"/>
              <a:r>
                <a:rPr lang="en-GB" altLang="ja-JP" sz="800" b="1" dirty="0">
                  <a:ea typeface="ＭＳ Ｐゴシック" charset="-128"/>
                  <a:cs typeface="Arial" pitchFamily="34" charset="0"/>
                </a:rPr>
                <a:t>Electricity consumption analysis for thefts.</a:t>
              </a:r>
            </a:p>
          </p:txBody>
        </p:sp>
      </p:grpSp>
    </p:spTree>
    <p:extLst>
      <p:ext uri="{BB962C8B-B14F-4D97-AF65-F5344CB8AC3E}">
        <p14:creationId xmlns:p14="http://schemas.microsoft.com/office/powerpoint/2010/main" val="147351261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F8A23A-121F-4A4A-B79E-EAD837D9FB20}"/>
              </a:ext>
            </a:extLst>
          </p:cNvPr>
          <p:cNvSpPr>
            <a:spLocks noGrp="1"/>
          </p:cNvSpPr>
          <p:nvPr>
            <p:ph type="body" idx="1"/>
          </p:nvPr>
        </p:nvSpPr>
        <p:spPr/>
        <p:txBody>
          <a:bodyPr/>
          <a:lstStyle/>
          <a:p>
            <a:r>
              <a:rPr lang="en-US"/>
              <a:t>Case Study</a:t>
            </a:r>
          </a:p>
        </p:txBody>
      </p:sp>
    </p:spTree>
    <p:extLst>
      <p:ext uri="{BB962C8B-B14F-4D97-AF65-F5344CB8AC3E}">
        <p14:creationId xmlns:p14="http://schemas.microsoft.com/office/powerpoint/2010/main" val="270776095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B436ACD-942B-4C57-BF8E-4F303DD8C115}"/>
              </a:ext>
            </a:extLst>
          </p:cNvPr>
          <p:cNvSpPr>
            <a:spLocks noGrp="1"/>
          </p:cNvSpPr>
          <p:nvPr>
            <p:ph type="title"/>
          </p:nvPr>
        </p:nvSpPr>
        <p:spPr/>
        <p:txBody>
          <a:bodyPr/>
          <a:lstStyle/>
          <a:p>
            <a:r>
              <a:rPr lang="en-US"/>
              <a:t>Deloitte Transforms Jemena into a Data-Driven, Customer Centric </a:t>
            </a:r>
            <a:r>
              <a:rPr lang="en-US" err="1"/>
              <a:t>Organisation</a:t>
            </a:r>
            <a:endParaRPr lang="en-US"/>
          </a:p>
        </p:txBody>
      </p:sp>
      <p:sp>
        <p:nvSpPr>
          <p:cNvPr id="10" name="TextBox 9">
            <a:extLst>
              <a:ext uri="{FF2B5EF4-FFF2-40B4-BE49-F238E27FC236}">
                <a16:creationId xmlns:a16="http://schemas.microsoft.com/office/drawing/2014/main" id="{5CEFFFF9-271C-40EC-9DDB-F1AA995CD729}"/>
              </a:ext>
            </a:extLst>
          </p:cNvPr>
          <p:cNvSpPr txBox="1"/>
          <p:nvPr/>
        </p:nvSpPr>
        <p:spPr bwMode="gray">
          <a:xfrm>
            <a:off x="469900" y="1384183"/>
            <a:ext cx="7189249" cy="1023457"/>
          </a:xfrm>
          <a:prstGeom prst="rect">
            <a:avLst/>
          </a:prstGeom>
        </p:spPr>
        <p:txBody>
          <a:bodyPr wrap="square" lIns="0" rIns="0" rtlCol="0" anchor="b" anchorCtr="0">
            <a:normAutofit/>
          </a:bodyPr>
          <a:lstStyle/>
          <a:p>
            <a:pPr marL="285750" indent="-285750">
              <a:lnSpc>
                <a:spcPts val="900"/>
              </a:lnSpc>
              <a:buFont typeface="Arial" panose="020B0604020202020204" pitchFamily="34" charset="0"/>
              <a:buChar char="•"/>
            </a:pPr>
            <a:r>
              <a:rPr lang="en-US" sz="3200" b="1" dirty="0">
                <a:solidFill>
                  <a:schemeClr val="tx1"/>
                </a:solidFill>
                <a:hlinkClick r:id="rId2"/>
              </a:rPr>
              <a:t>Video Link</a:t>
            </a:r>
            <a:endParaRPr lang="en-US" sz="3200" b="1" dirty="0">
              <a:solidFill>
                <a:schemeClr val="tx1"/>
              </a:solidFill>
            </a:endParaRPr>
          </a:p>
        </p:txBody>
      </p:sp>
    </p:spTree>
    <p:extLst>
      <p:ext uri="{BB962C8B-B14F-4D97-AF65-F5344CB8AC3E}">
        <p14:creationId xmlns:p14="http://schemas.microsoft.com/office/powerpoint/2010/main" val="97809352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21&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nBHYOSW7YVBazB.jQaYD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MIlQBAgKQuusBEK7jSft7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wjeyUdmhQZKdxS9lcHuRv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YOP89SVdST23so0lO6Xbk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R2B0xUzzRayi20qJY5iE5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OG0CXQIOQ5OlrmJjvN0kI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OG0CXQIOQ5OlrmJjvN0kI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OG0CXQIOQ5OlrmJjvN0kI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DRFvSChgSauvBAbs3FcwZ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DRFvSChgSauvBAbs3FcwZg"/>
</p:tagLst>
</file>

<file path=ppt/theme/theme1.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lIns="0" rIns="0" anchor="b" anchorCtr="0">
        <a:normAutofit fontScale="92500"/>
      </a:bodyPr>
      <a:lstStyle>
        <a:defPPr>
          <a:lnSpc>
            <a:spcPts val="900"/>
          </a:lnSpc>
          <a:defRPr sz="1300" b="1" dirty="0">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B250B804-2FDB-4928-98F0-F76F4A35E307}" vid="{34B986A3-8F99-4F88-AF27-8B60A5DA0FD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D7DF5-2DEA-4939-A487-A40714D422A9}">
  <ds:schemaRefs>
    <ds:schemaRef ds:uri="http://schemas.microsoft.com/sharepoint/v3/contenttype/forms"/>
  </ds:schemaRefs>
</ds:datastoreItem>
</file>

<file path=customXml/itemProps2.xml><?xml version="1.0" encoding="utf-8"?>
<ds:datastoreItem xmlns:ds="http://schemas.openxmlformats.org/officeDocument/2006/customXml" ds:itemID="{B054D36E-9EF4-45FB-A110-F5062C6023D7}">
  <ds:schemaRefs>
    <ds:schemaRef ds:uri="http://purl.org/dc/elements/1.1/"/>
    <ds:schemaRef ds:uri="http://purl.org/dc/dcmitype/"/>
    <ds:schemaRef ds:uri="http://schemas.microsoft.com/office/2006/documentManagement/types"/>
    <ds:schemaRef ds:uri="http://www.w3.org/XML/1998/namespace"/>
    <ds:schemaRef ds:uri="http://schemas.microsoft.com/office/2006/metadata/properties"/>
    <ds:schemaRef ds:uri="dc078bd3-5b64-400b-8677-89ec237857bd"/>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3BD76A42-2CA0-4E39-A553-C0AFA30D766D}"/>
</file>

<file path=docProps/app.xml><?xml version="1.0" encoding="utf-8"?>
<Properties xmlns="http://schemas.openxmlformats.org/officeDocument/2006/extended-properties" xmlns:vt="http://schemas.openxmlformats.org/officeDocument/2006/docPropsVTypes">
  <Template>4_3 Deloitte Consulting PPT Template</Template>
  <TotalTime>284</TotalTime>
  <Words>5277</Words>
  <Application>Microsoft Office PowerPoint</Application>
  <PresentationFormat>Widescreen</PresentationFormat>
  <Paragraphs>909</Paragraphs>
  <Slides>40</Slides>
  <Notes>19</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40</vt:i4>
      </vt:variant>
    </vt:vector>
  </HeadingPairs>
  <TitlesOfParts>
    <vt:vector size="49" baseType="lpstr">
      <vt:lpstr>Arial</vt:lpstr>
      <vt:lpstr>Calibri</vt:lpstr>
      <vt:lpstr>Courier New</vt:lpstr>
      <vt:lpstr>Verdana</vt:lpstr>
      <vt:lpstr>Wingdings</vt:lpstr>
      <vt:lpstr>Wingdings 2</vt:lpstr>
      <vt:lpstr>1_Deloitte 16_9 onscreen</vt:lpstr>
      <vt:lpstr>Deloitte_US_Onscreen</vt:lpstr>
      <vt:lpstr>think-cell Slide</vt:lpstr>
      <vt:lpstr>PowerPoint Presentation</vt:lpstr>
      <vt:lpstr>Contents</vt:lpstr>
      <vt:lpstr>With you today…</vt:lpstr>
      <vt:lpstr>PowerPoint Presentation</vt:lpstr>
      <vt:lpstr>Deloitte brings “best-in-class” capabilities across all aspects of strategy, innovation and market assessment coupled with the experience of partnering with some of the leading clients across the world</vt:lpstr>
      <vt:lpstr>Why should you look at us?</vt:lpstr>
      <vt:lpstr>Team Experience in Providing Similar Consultancy Services…(1/2)</vt:lpstr>
      <vt:lpstr>Team Experience in Providing Similar Consultancy Services…(2/2)</vt:lpstr>
      <vt:lpstr>PowerPoint Presentation</vt:lpstr>
      <vt:lpstr>Task 1: Bid Process Management</vt:lpstr>
      <vt:lpstr>Task 2: Project Management </vt:lpstr>
      <vt:lpstr>PowerPoint Presentation</vt:lpstr>
      <vt:lpstr>Our Proposed Team (1/2)</vt:lpstr>
      <vt:lpstr>Our Proposed Team (2/2)</vt:lpstr>
      <vt:lpstr>PowerPoint Presentation</vt:lpstr>
      <vt:lpstr>PowerPoint Presentation</vt:lpstr>
      <vt:lpstr>PowerPoint Presentation</vt:lpstr>
      <vt:lpstr>Brief Profile of APDCL</vt:lpstr>
      <vt:lpstr>Smart Meter Implementation for APDCL</vt:lpstr>
      <vt:lpstr>Impact of Smart Metering in Assam</vt:lpstr>
      <vt:lpstr>Reference Smart Meter Architecture</vt:lpstr>
      <vt:lpstr>PowerPoint Presentation</vt:lpstr>
      <vt:lpstr>Smart Meter – Key Considerations and requirements</vt:lpstr>
      <vt:lpstr>Interoperability of the Smart Meter system </vt:lpstr>
      <vt:lpstr>PowerPoint Presentation</vt:lpstr>
      <vt:lpstr>HES and AMI Technology: Software Solutions; Vendor Landscape and Integration Issues </vt:lpstr>
      <vt:lpstr>Indicative MDMS and HES selection approach</vt:lpstr>
      <vt:lpstr>PowerPoint Presentation</vt:lpstr>
      <vt:lpstr>System integration Approach</vt:lpstr>
      <vt:lpstr>PowerPoint Presentation</vt:lpstr>
      <vt:lpstr>Meter data Management System</vt:lpstr>
      <vt:lpstr>MDM Implementation and Operational Challenges</vt:lpstr>
      <vt:lpstr>PowerPoint Presentation</vt:lpstr>
      <vt:lpstr>Key Success factors for adopting Cloud</vt:lpstr>
      <vt:lpstr>Cloud Data Centers</vt:lpstr>
      <vt:lpstr>PowerPoint Presentation</vt:lpstr>
      <vt:lpstr>Need of Cyber Security in Utility</vt:lpstr>
      <vt:lpstr>Cyber Security Use Case</vt:lpstr>
      <vt:lpstr>PowerPoint Presentation</vt:lpstr>
      <vt:lpstr>Deloitte Transforms Jemena into a Data-Driven, Customer Centric Organisation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Chirag Kadam</dc:creator>
  <cp:keywords/>
  <cp:lastModifiedBy>Mukherjee, Shouvik</cp:lastModifiedBy>
  <cp:revision>4</cp:revision>
  <cp:lastPrinted>2014-06-25T02:16:22Z</cp:lastPrinted>
  <dcterms:created xsi:type="dcterms:W3CDTF">2016-11-09T03:29:25Z</dcterms:created>
  <dcterms:modified xsi:type="dcterms:W3CDTF">2023-08-08T10:00:43Z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y fmtid="{D5CDD505-2E9C-101B-9397-08002B2CF9AE}" pid="19" name="MediaServiceImageTags">
    <vt:lpwstr/>
  </property>
</Properties>
</file>